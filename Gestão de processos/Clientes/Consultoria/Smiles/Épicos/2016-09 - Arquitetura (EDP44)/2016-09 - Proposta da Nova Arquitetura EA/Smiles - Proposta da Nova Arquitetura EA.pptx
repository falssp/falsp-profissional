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55" r:id="rId3"/>
    <p:sldId id="356" r:id="rId4"/>
    <p:sldId id="357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08/09/2016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Enterprise </a:t>
            </a:r>
            <a:r>
              <a:rPr lang="pt-BR" sz="4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Architecture</a:t>
            </a:r>
            <a:r>
              <a:rPr lang="pt-B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- EA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Revisão Set-2016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</a:t>
            </a:r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Enterprise </a:t>
            </a:r>
            <a:r>
              <a:rPr lang="pt-BR" sz="24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 EA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tângulo 91"/>
          <p:cNvSpPr/>
          <p:nvPr/>
        </p:nvSpPr>
        <p:spPr>
          <a:xfrm rot="21045991">
            <a:off x="92227" y="760939"/>
            <a:ext cx="24851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 </a:t>
            </a:r>
          </a:p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endParaRPr lang="pt-B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3" name="Fluxograma: Processo 72"/>
          <p:cNvSpPr/>
          <p:nvPr/>
        </p:nvSpPr>
        <p:spPr>
          <a:xfrm>
            <a:off x="1384388" y="2874300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Fluxograma: Processo 74"/>
          <p:cNvSpPr/>
          <p:nvPr/>
        </p:nvSpPr>
        <p:spPr>
          <a:xfrm>
            <a:off x="1384388" y="3341395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Fluxograma: Processo 87"/>
          <p:cNvSpPr/>
          <p:nvPr/>
        </p:nvSpPr>
        <p:spPr>
          <a:xfrm>
            <a:off x="3489193" y="288257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ANDAMENTO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Fluxograma: Processo 95"/>
          <p:cNvSpPr/>
          <p:nvPr/>
        </p:nvSpPr>
        <p:spPr>
          <a:xfrm>
            <a:off x="3480296" y="143361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Fluxograma: Processo 96"/>
          <p:cNvSpPr/>
          <p:nvPr/>
        </p:nvSpPr>
        <p:spPr>
          <a:xfrm>
            <a:off x="5579804" y="2900253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COMITÊ DE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Fluxograma: Processo 97"/>
          <p:cNvSpPr/>
          <p:nvPr/>
        </p:nvSpPr>
        <p:spPr>
          <a:xfrm>
            <a:off x="5579804" y="426664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Fluxograma: Processo 98"/>
          <p:cNvSpPr/>
          <p:nvPr/>
        </p:nvSpPr>
        <p:spPr>
          <a:xfrm>
            <a:off x="5462295" y="469704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1" name="Conector de Seta Reta 82"/>
          <p:cNvCxnSpPr/>
          <p:nvPr/>
        </p:nvCxnSpPr>
        <p:spPr>
          <a:xfrm>
            <a:off x="2550582" y="3171440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82"/>
          <p:cNvCxnSpPr/>
          <p:nvPr/>
        </p:nvCxnSpPr>
        <p:spPr>
          <a:xfrm>
            <a:off x="4641193" y="3307920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88"/>
          <p:cNvCxnSpPr/>
          <p:nvPr/>
        </p:nvCxnSpPr>
        <p:spPr>
          <a:xfrm flipH="1">
            <a:off x="6149654" y="3412695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81"/>
          <p:cNvCxnSpPr/>
          <p:nvPr/>
        </p:nvCxnSpPr>
        <p:spPr>
          <a:xfrm flipV="1">
            <a:off x="4315601" y="1972006"/>
            <a:ext cx="0" cy="902295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88"/>
          <p:cNvCxnSpPr/>
          <p:nvPr/>
        </p:nvCxnSpPr>
        <p:spPr>
          <a:xfrm flipH="1">
            <a:off x="3879500" y="1972006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tângulo 108"/>
          <p:cNvSpPr/>
          <p:nvPr/>
        </p:nvSpPr>
        <p:spPr>
          <a:xfrm>
            <a:off x="2669559" y="3207632"/>
            <a:ext cx="822725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Priorizar 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 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Sprint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 semana)</a:t>
            </a:r>
            <a:endParaRPr lang="pt-BR" sz="900" b="1" dirty="0"/>
          </a:p>
        </p:txBody>
      </p:sp>
      <p:sp>
        <p:nvSpPr>
          <p:cNvPr id="111" name="Retângulo 110"/>
          <p:cNvSpPr/>
          <p:nvPr/>
        </p:nvSpPr>
        <p:spPr>
          <a:xfrm>
            <a:off x="4777977" y="3336070"/>
            <a:ext cx="82272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Executar o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</a:t>
            </a:r>
            <a:endParaRPr lang="pt-BR" sz="900" b="1" dirty="0"/>
          </a:p>
        </p:txBody>
      </p:sp>
      <p:sp>
        <p:nvSpPr>
          <p:cNvPr id="112" name="Retângulo 111"/>
          <p:cNvSpPr/>
          <p:nvPr/>
        </p:nvSpPr>
        <p:spPr>
          <a:xfrm>
            <a:off x="6143083" y="3457730"/>
            <a:ext cx="82272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Aprovar o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</a:t>
            </a:r>
          </a:p>
          <a:p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</a:t>
            </a:r>
            <a:endParaRPr lang="pt-BR" sz="900" b="1" dirty="0"/>
          </a:p>
        </p:txBody>
      </p:sp>
      <p:cxnSp>
        <p:nvCxnSpPr>
          <p:cNvPr id="116" name="Conector de Seta Reta 69"/>
          <p:cNvCxnSpPr/>
          <p:nvPr/>
        </p:nvCxnSpPr>
        <p:spPr>
          <a:xfrm flipH="1">
            <a:off x="4627342" y="3130736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tângulo 116"/>
          <p:cNvSpPr/>
          <p:nvPr/>
        </p:nvSpPr>
        <p:spPr>
          <a:xfrm>
            <a:off x="4780878" y="2600339"/>
            <a:ext cx="82272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Reprovar o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</a:t>
            </a:r>
            <a:endParaRPr lang="pt-BR" sz="900" b="1" dirty="0"/>
          </a:p>
        </p:txBody>
      </p:sp>
      <p:sp>
        <p:nvSpPr>
          <p:cNvPr id="118" name="Retângulo 117"/>
          <p:cNvSpPr/>
          <p:nvPr/>
        </p:nvSpPr>
        <p:spPr>
          <a:xfrm>
            <a:off x="4351227" y="2056187"/>
            <a:ext cx="74097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 smtClean="0"/>
              <a:t>Sanar </a:t>
            </a:r>
          </a:p>
          <a:p>
            <a:r>
              <a:rPr lang="pt-BR" sz="900" b="1" dirty="0" smtClean="0"/>
              <a:t>Dúvidas da </a:t>
            </a:r>
          </a:p>
          <a:p>
            <a:r>
              <a:rPr lang="pt-BR" sz="900" b="1" dirty="0" smtClean="0"/>
              <a:t>EF</a:t>
            </a:r>
            <a:endParaRPr lang="pt-BR" sz="900" b="1" dirty="0"/>
          </a:p>
        </p:txBody>
      </p:sp>
      <p:sp>
        <p:nvSpPr>
          <p:cNvPr id="119" name="Retângulo 118"/>
          <p:cNvSpPr/>
          <p:nvPr/>
        </p:nvSpPr>
        <p:spPr>
          <a:xfrm>
            <a:off x="3150827" y="2063891"/>
            <a:ext cx="74097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/>
              <a:t>Devolver</a:t>
            </a:r>
          </a:p>
          <a:p>
            <a:pPr algn="r"/>
            <a:r>
              <a:rPr lang="pt-BR" sz="900" b="1" dirty="0" smtClean="0"/>
              <a:t>Dúvidas da </a:t>
            </a:r>
          </a:p>
          <a:p>
            <a:pPr algn="r"/>
            <a:r>
              <a:rPr lang="pt-BR" sz="900" b="1" dirty="0" smtClean="0"/>
              <a:t>EF</a:t>
            </a:r>
            <a:endParaRPr lang="pt-BR" sz="900" b="1" dirty="0"/>
          </a:p>
        </p:txBody>
      </p:sp>
      <p:sp>
        <p:nvSpPr>
          <p:cNvPr id="120" name="Fluxograma: Processo 119"/>
          <p:cNvSpPr/>
          <p:nvPr/>
        </p:nvSpPr>
        <p:spPr>
          <a:xfrm>
            <a:off x="218363" y="4978294"/>
            <a:ext cx="9770259" cy="1806521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 deve ser aberta para atividades que não são de acompanhamento, exemplo Desenho de Solução.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 ISSUE ao ser aberta deve ser mensurada o esforço pelo time de Arquitetura.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time de Arquitetura e o Gestor devem realizar toda segunda-feira de manhã uma reunião para priorizar a </a:t>
            </a: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SPRINT</a:t>
            </a:r>
            <a:r>
              <a:rPr lang="pt-BR" sz="13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(PMO </a:t>
            </a:r>
            <a:r>
              <a:rPr lang="pt-BR" sz="130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EA).</a:t>
            </a:r>
            <a:endParaRPr lang="pt-BR" sz="1300" dirty="0" smtClean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Comitê de Arquitetura deve ser semanal e composto (Arquitetos, PMO, SI, Coordenador de Operações, Gestor).</a:t>
            </a:r>
          </a:p>
        </p:txBody>
      </p:sp>
    </p:spTree>
    <p:extLst>
      <p:ext uri="{BB962C8B-B14F-4D97-AF65-F5344CB8AC3E}">
        <p14:creationId xmlns:p14="http://schemas.microsoft.com/office/powerpoint/2010/main" val="23164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Enterprise </a:t>
            </a:r>
            <a:r>
              <a:rPr lang="pt-BR" sz="24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 EA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tângulo 91"/>
          <p:cNvSpPr/>
          <p:nvPr/>
        </p:nvSpPr>
        <p:spPr>
          <a:xfrm rot="21045991">
            <a:off x="92227" y="760939"/>
            <a:ext cx="24851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 </a:t>
            </a:r>
          </a:p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</a:t>
            </a:r>
            <a:endParaRPr lang="pt-B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3" name="Fluxograma: Processo 72"/>
          <p:cNvSpPr/>
          <p:nvPr/>
        </p:nvSpPr>
        <p:spPr>
          <a:xfrm>
            <a:off x="2986287" y="30660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Fluxograma: Processo 74"/>
          <p:cNvSpPr/>
          <p:nvPr/>
        </p:nvSpPr>
        <p:spPr>
          <a:xfrm>
            <a:off x="2986287" y="3533114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Fluxograma: Processo 86"/>
          <p:cNvSpPr/>
          <p:nvPr/>
        </p:nvSpPr>
        <p:spPr>
          <a:xfrm>
            <a:off x="5068001" y="30742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ANDAMENTO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Fluxograma: Processo 97"/>
          <p:cNvSpPr/>
          <p:nvPr/>
        </p:nvSpPr>
        <p:spPr>
          <a:xfrm>
            <a:off x="7149715" y="3081170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Fluxograma: Processo 98"/>
          <p:cNvSpPr/>
          <p:nvPr/>
        </p:nvSpPr>
        <p:spPr>
          <a:xfrm>
            <a:off x="7032206" y="3511565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0" name="Conector de Seta Reta 82"/>
          <p:cNvCxnSpPr/>
          <p:nvPr/>
        </p:nvCxnSpPr>
        <p:spPr>
          <a:xfrm>
            <a:off x="4138287" y="3350368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de Seta Reta 82"/>
          <p:cNvCxnSpPr/>
          <p:nvPr/>
        </p:nvCxnSpPr>
        <p:spPr>
          <a:xfrm>
            <a:off x="6220001" y="3363159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tângulo 107"/>
          <p:cNvSpPr/>
          <p:nvPr/>
        </p:nvSpPr>
        <p:spPr>
          <a:xfrm>
            <a:off x="4185965" y="3368257"/>
            <a:ext cx="88203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Acompanhar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/ 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Demanda</a:t>
            </a:r>
            <a:endParaRPr lang="pt-BR" sz="900" b="1" dirty="0"/>
          </a:p>
        </p:txBody>
      </p:sp>
      <p:sp>
        <p:nvSpPr>
          <p:cNvPr id="109" name="Retângulo 108"/>
          <p:cNvSpPr/>
          <p:nvPr/>
        </p:nvSpPr>
        <p:spPr>
          <a:xfrm>
            <a:off x="6333229" y="3399351"/>
            <a:ext cx="70564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Finalizar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/ 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Demanda</a:t>
            </a:r>
            <a:endParaRPr lang="pt-BR" sz="900" b="1" dirty="0"/>
          </a:p>
        </p:txBody>
      </p:sp>
      <p:sp>
        <p:nvSpPr>
          <p:cNvPr id="34" name="Fluxograma: Processo 33"/>
          <p:cNvSpPr/>
          <p:nvPr/>
        </p:nvSpPr>
        <p:spPr>
          <a:xfrm>
            <a:off x="218363" y="4954137"/>
            <a:ext cx="9770259" cy="183067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TASK: deve ser aberto para as atividades de acompanhamento da evolução do projeto / melhorias, com o objetivo de quantificar quantas validações foram executadas;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Durante o processo de acompanhamento, caso o Desenho da Solução proposto pelo time de Arquitetura esteja divergente com o projeto / melhoria em execução. </a:t>
            </a:r>
          </a:p>
          <a:p>
            <a:pPr algn="just"/>
            <a:r>
              <a:rPr lang="pt-BR" sz="13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1º passo: </a:t>
            </a: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time de Arquitetura deve solicitar uma análise do PMO. </a:t>
            </a:r>
          </a:p>
          <a:p>
            <a:pPr algn="just"/>
            <a:r>
              <a:rPr lang="pt-BR" sz="13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2º passo: </a:t>
            </a:r>
            <a:r>
              <a:rPr lang="pt-BR" sz="1300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time de Arquitetura deve finalizar a TASK com o status “Divergência no Desenho de Solução”.</a:t>
            </a:r>
          </a:p>
        </p:txBody>
      </p:sp>
      <p:sp>
        <p:nvSpPr>
          <p:cNvPr id="35" name="Fluxograma: Processo 34"/>
          <p:cNvSpPr/>
          <p:nvPr/>
        </p:nvSpPr>
        <p:spPr>
          <a:xfrm>
            <a:off x="5068001" y="167922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PMO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Conector de Seta Reta 81"/>
          <p:cNvCxnSpPr/>
          <p:nvPr/>
        </p:nvCxnSpPr>
        <p:spPr>
          <a:xfrm flipV="1">
            <a:off x="5855967" y="2206833"/>
            <a:ext cx="0" cy="902295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88"/>
          <p:cNvCxnSpPr/>
          <p:nvPr/>
        </p:nvCxnSpPr>
        <p:spPr>
          <a:xfrm flipH="1">
            <a:off x="5419866" y="2206833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5849515" y="2356940"/>
            <a:ext cx="72167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 smtClean="0"/>
              <a:t>Solicitar ao</a:t>
            </a:r>
          </a:p>
          <a:p>
            <a:r>
              <a:rPr lang="pt-BR" sz="900" b="1" dirty="0" smtClean="0"/>
              <a:t>PMO uma</a:t>
            </a:r>
          </a:p>
          <a:p>
            <a:r>
              <a:rPr lang="pt-BR" sz="900" b="1" dirty="0" smtClean="0"/>
              <a:t>análise</a:t>
            </a:r>
            <a:endParaRPr lang="pt-BR" sz="900" b="1" dirty="0"/>
          </a:p>
        </p:txBody>
      </p:sp>
      <p:sp>
        <p:nvSpPr>
          <p:cNvPr id="39" name="Retângulo 38"/>
          <p:cNvSpPr/>
          <p:nvPr/>
        </p:nvSpPr>
        <p:spPr>
          <a:xfrm>
            <a:off x="4781328" y="2410541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/>
              <a:t>Devolver</a:t>
            </a:r>
          </a:p>
          <a:p>
            <a:pPr algn="r"/>
            <a:r>
              <a:rPr lang="pt-BR" sz="900" b="1" dirty="0" smtClean="0"/>
              <a:t>a análise</a:t>
            </a:r>
            <a:endParaRPr lang="pt-BR" sz="900" b="1" dirty="0"/>
          </a:p>
        </p:txBody>
      </p:sp>
    </p:spTree>
    <p:extLst>
      <p:ext uri="{BB962C8B-B14F-4D97-AF65-F5344CB8AC3E}">
        <p14:creationId xmlns:p14="http://schemas.microsoft.com/office/powerpoint/2010/main" val="404783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Enterprise </a:t>
            </a:r>
            <a:r>
              <a:rPr lang="pt-BR" sz="24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 EA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Retângulo 91"/>
          <p:cNvSpPr/>
          <p:nvPr/>
        </p:nvSpPr>
        <p:spPr>
          <a:xfrm rot="21045991">
            <a:off x="88270" y="711951"/>
            <a:ext cx="30957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 </a:t>
            </a:r>
          </a:p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INDICADORES</a:t>
            </a:r>
            <a:endParaRPr lang="pt-B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Fluxograma: Processo 33"/>
          <p:cNvSpPr/>
          <p:nvPr/>
        </p:nvSpPr>
        <p:spPr>
          <a:xfrm>
            <a:off x="187087" y="2030556"/>
            <a:ext cx="9770259" cy="3660559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abertas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 o status “Pendente Usuário”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fechadas por arquiteto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Esforço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abertas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Esforço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fechadas por arquitetos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abertas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 o status “Pendente PMO”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fechadas com o status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“Divergência no Desenho de Solução”.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de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fechadas por arquiteto </a:t>
            </a:r>
          </a:p>
        </p:txBody>
      </p:sp>
    </p:spTree>
    <p:extLst>
      <p:ext uri="{BB962C8B-B14F-4D97-AF65-F5344CB8AC3E}">
        <p14:creationId xmlns:p14="http://schemas.microsoft.com/office/powerpoint/2010/main" val="171440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5788</TotalTime>
  <Words>346</Words>
  <Application>Microsoft Office PowerPoint</Application>
  <PresentationFormat>Personalizar</PresentationFormat>
  <Paragraphs>91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revision>1</cp:revision>
  <dcterms:created xsi:type="dcterms:W3CDTF">2014-01-24T21:35:00Z</dcterms:created>
  <dcterms:modified xsi:type="dcterms:W3CDTF">2016-09-08T18:41:44Z</dcterms:modified>
</cp:coreProperties>
</file>