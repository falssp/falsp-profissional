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344" r:id="rId2"/>
    <p:sldId id="339" r:id="rId3"/>
    <p:sldId id="343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8E2D"/>
    <a:srgbClr val="FF6600"/>
    <a:srgbClr val="F57124"/>
    <a:srgbClr val="FF9900"/>
    <a:srgbClr val="F68E1E"/>
    <a:srgbClr val="99CCFF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1758" y="-1386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31/10/2016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10/31/2016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10/31/2016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10/31/2016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10/31/2016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10/31/2016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10/31/2016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10/31/2016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10/31/2016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10/31/2016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10/31/2016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10/31/2016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10/31/2016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896613"/>
              </p:ext>
            </p:extLst>
          </p:nvPr>
        </p:nvGraphicFramePr>
        <p:xfrm>
          <a:off x="342901" y="4265604"/>
          <a:ext cx="6172197" cy="4320000"/>
        </p:xfrm>
        <a:graphic>
          <a:graphicData uri="http://schemas.openxmlformats.org/drawingml/2006/table">
            <a:tbl>
              <a:tblPr/>
              <a:tblGrid>
                <a:gridCol w="1141503">
                  <a:extLst>
                    <a:ext uri="{9D8B030D-6E8A-4147-A177-3AD203B41FA5}">
                      <a16:colId xmlns:a16="http://schemas.microsoft.com/office/drawing/2014/main" val="654045636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193877993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3190376036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3492091434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2731739232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3711035699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28803119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Fornecedor </a:t>
                      </a:r>
                      <a:b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Crítico de TI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Serviço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Principal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Reunião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Realizada?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SLA </a:t>
                      </a:r>
                      <a:b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Atingido?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Elaborada?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Enviada?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Algum Ponto de Atenção?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037996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ALGAR TELECOM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 Internet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803640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ORACLE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Managed Cloud 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868869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LEVEL3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70375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VIVO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Revisão da Planta de Links e Faturamento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057867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CREDIBILIT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Suporte Ambiente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AWS Amazon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31474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TIVIT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SLA não </a:t>
                      </a:r>
                      <a:b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formalizado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Formalização Contratual </a:t>
                      </a:r>
                      <a:b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(Smiles x TIVIT)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154491"/>
                  </a:ext>
                </a:extLst>
              </a:tr>
            </a:tbl>
          </a:graphicData>
        </a:graphic>
      </p:graphicFrame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1232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50897" y="1803401"/>
            <a:ext cx="596415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Ger. Fornecedores Críticos de TI</a:t>
            </a:r>
          </a:p>
          <a:p>
            <a:pPr>
              <a:spcAft>
                <a:spcPts val="600"/>
              </a:spcAft>
            </a:pPr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Quadro-Resumo Outubro/2016 </a:t>
            </a:r>
          </a:p>
          <a:p>
            <a:pPr>
              <a:spcAft>
                <a:spcPts val="600"/>
              </a:spcAft>
            </a:pPr>
            <a:r>
              <a:rPr lang="pt-BR" b="1" dirty="0" err="1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SLAs</a:t>
            </a:r>
            <a:r>
              <a:rPr lang="pt-BR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referentes a Set/16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1503366" y="8866646"/>
            <a:ext cx="5025514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11" y="8779020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017320" y="2912537"/>
            <a:ext cx="2497778" cy="1069492"/>
          </a:xfrm>
          <a:prstGeom prst="roundRect">
            <a:avLst>
              <a:gd name="adj" fmla="val 15904"/>
            </a:avLst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04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50588" y="1857828"/>
            <a:ext cx="43046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dos Fornecedores Críticos de TI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941702" y="3925237"/>
            <a:ext cx="5559251" cy="25545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Objetivos</a:t>
            </a:r>
          </a:p>
          <a:p>
            <a:pPr marL="46800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Aprimorar as práticas de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gestão sobre os níveis de serviço contratados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(SLAs e indicadores)</a:t>
            </a:r>
          </a:p>
          <a:p>
            <a:pPr marL="46800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Aumentar a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eficiência operacional dos serviços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TI contratados</a:t>
            </a:r>
          </a:p>
          <a:p>
            <a:pPr marL="46800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Promover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encontros mensais para prestação de contas do Fornecedor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à Smiles</a:t>
            </a:r>
          </a:p>
          <a:p>
            <a:pPr marL="46800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Ampliar o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relacionamento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entre Smiles e o Fornecedor</a:t>
            </a:r>
          </a:p>
          <a:p>
            <a:pPr marL="46800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Maior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conformidade</a:t>
            </a:r>
          </a:p>
        </p:txBody>
      </p:sp>
      <p:pic>
        <p:nvPicPr>
          <p:cNvPr id="25" name="Imagem 24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59425" y="3986448"/>
            <a:ext cx="582967" cy="582967"/>
          </a:xfrm>
          <a:prstGeom prst="rect">
            <a:avLst/>
          </a:prstGeom>
        </p:spPr>
      </p:pic>
      <p:pic>
        <p:nvPicPr>
          <p:cNvPr id="1024" name="Imagem 1023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700" y="6865914"/>
            <a:ext cx="553682" cy="553682"/>
          </a:xfrm>
          <a:prstGeom prst="rect">
            <a:avLst/>
          </a:prstGeom>
        </p:spPr>
      </p:pic>
      <p:sp>
        <p:nvSpPr>
          <p:cNvPr id="34" name="CaixaDeTexto 33"/>
          <p:cNvSpPr txBox="1"/>
          <p:nvPr/>
        </p:nvSpPr>
        <p:spPr>
          <a:xfrm>
            <a:off x="3664177" y="9253338"/>
            <a:ext cx="3049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Obrigado! </a:t>
            </a:r>
          </a:p>
          <a:p>
            <a:pPr algn="r"/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2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11.Out</a:t>
            </a:r>
          </a:p>
        </p:txBody>
      </p:sp>
      <p:sp>
        <p:nvSpPr>
          <p:cNvPr id="5" name="Retângulo: Cantos Arredondados 4"/>
          <p:cNvSpPr>
            <a:spLocks noChangeAspect="1"/>
          </p:cNvSpPr>
          <p:nvPr/>
        </p:nvSpPr>
        <p:spPr>
          <a:xfrm>
            <a:off x="3910846" y="2491111"/>
            <a:ext cx="2609158" cy="1117177"/>
          </a:xfrm>
          <a:prstGeom prst="roundRect">
            <a:avLst>
              <a:gd name="adj" fmla="val 14191"/>
            </a:avLst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/>
          <p:cNvSpPr txBox="1"/>
          <p:nvPr/>
        </p:nvSpPr>
        <p:spPr>
          <a:xfrm>
            <a:off x="150588" y="2653074"/>
            <a:ext cx="37398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Saiba mais sobre o novo processo e o que muda no dia-a-dia entre sua empresa e a TI da Smiles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254087" y="6865914"/>
            <a:ext cx="5559251" cy="22621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 que vem por aí</a:t>
            </a:r>
          </a:p>
          <a:p>
            <a:pPr marL="46800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Até quinta-feira (13/10), será enviada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convocação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uma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reunião de Prestação de Contas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sobre os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indicadores e SLAs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referentes ao mês de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Setembro de 2016.</a:t>
            </a: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6800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reunião será agendada entre os dias 17/10 e 28/10. </a:t>
            </a:r>
          </a:p>
          <a:p>
            <a:pPr marL="46800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Prepare-se para apresentar os resultados desses indicadores e eventuais desvios ocorridos no período.</a:t>
            </a:r>
            <a:endParaRPr lang="pt-BR" sz="14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6800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Fique atento à convocação, data e horário. </a:t>
            </a:r>
          </a:p>
        </p:txBody>
      </p:sp>
      <p:sp>
        <p:nvSpPr>
          <p:cNvPr id="6" name="Retângulo 5"/>
          <p:cNvSpPr/>
          <p:nvPr/>
        </p:nvSpPr>
        <p:spPr>
          <a:xfrm>
            <a:off x="259425" y="9323080"/>
            <a:ext cx="478645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16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Sua presença é fundamental. </a:t>
            </a:r>
          </a:p>
        </p:txBody>
      </p:sp>
    </p:spTree>
    <p:extLst>
      <p:ext uri="{BB962C8B-B14F-4D97-AF65-F5344CB8AC3E}">
        <p14:creationId xmlns:p14="http://schemas.microsoft.com/office/powerpoint/2010/main" val="425329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707707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265200" y="1895928"/>
            <a:ext cx="596415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Reunião de Prestação de Contas</a:t>
            </a:r>
          </a:p>
          <a:p>
            <a:pPr>
              <a:spcAft>
                <a:spcPts val="30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Convocação</a:t>
            </a:r>
            <a:endParaRPr lang="pt-BR" sz="2400" b="1" dirty="0">
              <a:solidFill>
                <a:srgbClr val="F57124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540000" algn="just"/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Conforme comunicado enviado em 11 de outubro, estamos enviando esta </a:t>
            </a:r>
            <a:r>
              <a:rPr lang="pt-BR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convocação para a reunião de Prestação de Contas mensal</a:t>
            </a:r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dos serviços contratados.</a:t>
            </a:r>
          </a:p>
          <a:p>
            <a:pPr marL="540000" algn="just"/>
            <a:endParaRPr lang="pt-BR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40000" algn="just"/>
            <a:r>
              <a:rPr lang="pt-BR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Nesta reunião deverão ser apresentados e posteriormente debatidos os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níveis de serviço (indicadores e SLAs) referentes ao mês de </a:t>
            </a:r>
            <a:r>
              <a:rPr lang="pt-BR" b="1" u="sng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Setembro de 2016</a:t>
            </a:r>
            <a:r>
              <a:rPr lang="pt-BR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sz="2000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1477966" y="5986770"/>
            <a:ext cx="5025514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Obrigado,</a:t>
            </a:r>
          </a:p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703480" y="1914320"/>
            <a:ext cx="1800000" cy="770719"/>
          </a:xfrm>
          <a:prstGeom prst="roundRect">
            <a:avLst>
              <a:gd name="adj" fmla="val 15904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1" y="6006865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8810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3754</TotalTime>
  <Words>311</Words>
  <Application>Microsoft Office PowerPoint</Application>
  <PresentationFormat>Papel A4 (210 x 297 mm)</PresentationFormat>
  <Paragraphs>79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9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281</cp:revision>
  <dcterms:created xsi:type="dcterms:W3CDTF">2014-01-24T21:35:00Z</dcterms:created>
  <dcterms:modified xsi:type="dcterms:W3CDTF">2016-10-31T20:02:32Z</dcterms:modified>
</cp:coreProperties>
</file>