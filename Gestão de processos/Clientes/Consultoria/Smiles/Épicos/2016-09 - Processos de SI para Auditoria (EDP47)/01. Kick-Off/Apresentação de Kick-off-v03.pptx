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339" r:id="rId3"/>
    <p:sldId id="340" r:id="rId4"/>
    <p:sldId id="349" r:id="rId5"/>
    <p:sldId id="350" r:id="rId6"/>
    <p:sldId id="351" r:id="rId7"/>
    <p:sldId id="352" r:id="rId8"/>
    <p:sldId id="344" r:id="rId9"/>
    <p:sldId id="353" r:id="rId10"/>
    <p:sldId id="355" r:id="rId11"/>
    <p:sldId id="354" r:id="rId12"/>
    <p:sldId id="348" r:id="rId1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58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A7F7C8-D24C-4B7F-878A-2BA8E51A4FAE}" type="doc">
      <dgm:prSet loTypeId="urn:microsoft.com/office/officeart/2005/8/layout/hProcess9" loCatId="process" qsTypeId="urn:microsoft.com/office/officeart/2005/8/quickstyle/3d1" qsCatId="3D" csTypeId="urn:microsoft.com/office/officeart/2005/8/colors/accent4_2" csCatId="accent4" phldr="1"/>
      <dgm:spPr/>
    </dgm:pt>
    <dgm:pt modelId="{CA5B2AE2-C141-495D-9956-F696EFFAB54E}">
      <dgm:prSet phldrT="[Texto]" custT="1"/>
      <dgm:spPr/>
      <dgm:t>
        <a:bodyPr/>
        <a:lstStyle/>
        <a:p>
          <a:pPr algn="ctr"/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DS5.9.A - Gestão de Antivírus</a:t>
          </a:r>
        </a:p>
      </dgm:t>
    </dgm:pt>
    <dgm:pt modelId="{29C5DBDA-F1A0-478B-812B-77C8A31DB9F8}" type="parTrans" cxnId="{7E31BFDB-6CCB-43C8-B1A5-CAA0FB5B6CF0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81A5B6E-86A4-4FF0-B0FB-E3558A8EBCA2}" type="sibTrans" cxnId="{7E31BFDB-6CCB-43C8-B1A5-CAA0FB5B6CF0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2230E7D-285E-4B5E-B7D4-C93AB266C044}">
      <dgm:prSet phldrT="[Texto]" custT="1"/>
      <dgm:spPr/>
      <dgm:t>
        <a:bodyPr/>
        <a:lstStyle/>
        <a:p>
          <a:pPr algn="ctr"/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DS5.9.B – Administrar Patches - Servidores das Bases</a:t>
          </a:r>
        </a:p>
      </dgm:t>
    </dgm:pt>
    <dgm:pt modelId="{0404454A-8BE4-4F4D-B4FC-5ACC1235723E}" type="parTrans" cxnId="{BD6EFD8F-D8DB-444A-9154-82EA26D73ACE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B51A406-3D42-42D1-9DE0-EB878003381A}" type="sibTrans" cxnId="{BD6EFD8F-D8DB-444A-9154-82EA26D73ACE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3BC75D-08A2-480C-A30E-E90132FB207B}">
      <dgm:prSet phldrT="[Texto]" custT="1"/>
      <dgm:spPr/>
      <dgm:t>
        <a:bodyPr/>
        <a:lstStyle/>
        <a:p>
          <a:pPr algn="ctr"/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PO2 - Definir Arquitetura da Informação  </a:t>
          </a:r>
        </a:p>
      </dgm:t>
    </dgm:pt>
    <dgm:pt modelId="{4E4DF76C-2E1D-4602-BC97-35E02A5FC82E}" type="parTrans" cxnId="{895EB148-32F4-4145-9997-C38A2221B9E3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583E328-0183-4851-9EC8-ADF95974AF23}" type="sibTrans" cxnId="{895EB148-32F4-4145-9997-C38A2221B9E3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308407-8DDE-463F-9C1A-632147F090FB}">
      <dgm:prSet phldrT="[Texto]" custT="1"/>
      <dgm:spPr/>
      <dgm:t>
        <a:bodyPr/>
        <a:lstStyle/>
        <a:p>
          <a:pPr algn="ctr"/>
          <a:r>
            <a: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DS03 - Gerenciar o Desempenho e Capacidade 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671F650-DF47-42A2-8CCA-B00174A669A8}" type="parTrans" cxnId="{2C5A6E96-091E-4552-AB99-6C5EE77C3781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7E67A7-0FFC-45DB-875C-47FF4DB55EA1}" type="sibTrans" cxnId="{2C5A6E96-091E-4552-AB99-6C5EE77C3781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19709B-03AF-4BB1-9052-3695D112C477}">
      <dgm:prSet phldrT="[Texto]" custT="1"/>
      <dgm:spPr/>
      <dgm:t>
        <a:bodyPr/>
        <a:lstStyle/>
        <a:p>
          <a:pPr algn="ctr"/>
          <a:r>
            <a: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M01 - Monitorar Processos 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0A5434A-4915-4050-B062-FCD9FA7B128F}" type="parTrans" cxnId="{E4D11A5B-8662-4F7C-91CB-E8DE0130F141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AAF044-FF37-4C50-BAA2-32FA3FA539B1}" type="sibTrans" cxnId="{E4D11A5B-8662-4F7C-91CB-E8DE0130F141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1FF712A-0CD9-48FA-A672-515310E1F294}">
      <dgm:prSet phldrT="[Texto]" custT="1"/>
      <dgm:spPr/>
      <dgm:t>
        <a:bodyPr/>
        <a:lstStyle/>
        <a:p>
          <a:pPr algn="ctr"/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AI06 – Gerenciar Mudanças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2A711B9-BE0F-4553-8CBE-26A068D82D7D}" type="parTrans" cxnId="{7C7DCE85-36D2-40DF-8DA9-81406B5236C6}">
      <dgm:prSet/>
      <dgm:spPr/>
      <dgm:t>
        <a:bodyPr/>
        <a:lstStyle/>
        <a:p>
          <a:endParaRPr lang="pt-BR"/>
        </a:p>
      </dgm:t>
    </dgm:pt>
    <dgm:pt modelId="{4DEB1A94-A0DE-4587-B0EA-B4E7D8D3168B}" type="sibTrans" cxnId="{7C7DCE85-36D2-40DF-8DA9-81406B5236C6}">
      <dgm:prSet/>
      <dgm:spPr/>
      <dgm:t>
        <a:bodyPr/>
        <a:lstStyle/>
        <a:p>
          <a:endParaRPr lang="pt-BR"/>
        </a:p>
      </dgm:t>
    </dgm:pt>
    <dgm:pt modelId="{D689C638-0AC0-48DE-AAE6-EA918B133C73}" type="pres">
      <dgm:prSet presAssocID="{67A7F7C8-D24C-4B7F-878A-2BA8E51A4FAE}" presName="CompostProcess" presStyleCnt="0">
        <dgm:presLayoutVars>
          <dgm:dir/>
          <dgm:resizeHandles val="exact"/>
        </dgm:presLayoutVars>
      </dgm:prSet>
      <dgm:spPr/>
    </dgm:pt>
    <dgm:pt modelId="{27CFC22B-03F1-4AD0-9811-184DDF5812CD}" type="pres">
      <dgm:prSet presAssocID="{67A7F7C8-D24C-4B7F-878A-2BA8E51A4FAE}" presName="arrow" presStyleLbl="bgShp" presStyleIdx="0" presStyleCnt="1" custLinFactNeighborX="1690"/>
      <dgm:spPr/>
    </dgm:pt>
    <dgm:pt modelId="{A7EC4B33-AC65-4C34-8B64-C6744A0147D2}" type="pres">
      <dgm:prSet presAssocID="{67A7F7C8-D24C-4B7F-878A-2BA8E51A4FAE}" presName="linearProcess" presStyleCnt="0"/>
      <dgm:spPr/>
    </dgm:pt>
    <dgm:pt modelId="{6C4DA160-3102-4F10-8529-9517249AA92D}" type="pres">
      <dgm:prSet presAssocID="{31FF712A-0CD9-48FA-A672-515310E1F294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2B6FD14-C7C3-4370-815D-2091B482616C}" type="pres">
      <dgm:prSet presAssocID="{4DEB1A94-A0DE-4587-B0EA-B4E7D8D3168B}" presName="sibTrans" presStyleCnt="0"/>
      <dgm:spPr/>
    </dgm:pt>
    <dgm:pt modelId="{6815F125-869F-44BB-B108-D00BF717A51C}" type="pres">
      <dgm:prSet presAssocID="{CA5B2AE2-C141-495D-9956-F696EFFAB54E}" presName="textNode" presStyleLbl="node1" presStyleIdx="1" presStyleCnt="6" custLinFactNeighborX="7983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FFF2D63-7AF7-4A73-9F38-49AD124D688D}" type="pres">
      <dgm:prSet presAssocID="{F81A5B6E-86A4-4FF0-B0FB-E3558A8EBCA2}" presName="sibTrans" presStyleCnt="0"/>
      <dgm:spPr/>
    </dgm:pt>
    <dgm:pt modelId="{A7C328C5-BCA5-4041-BDE5-99D22BD23150}" type="pres">
      <dgm:prSet presAssocID="{E2230E7D-285E-4B5E-B7D4-C93AB266C044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25091CA-B576-472C-88F2-C7EAFD3D8258}" type="pres">
      <dgm:prSet presAssocID="{DB51A406-3D42-42D1-9DE0-EB878003381A}" presName="sibTrans" presStyleCnt="0"/>
      <dgm:spPr/>
    </dgm:pt>
    <dgm:pt modelId="{BDD8E232-B872-494C-8218-22AA620F0E2C}" type="pres">
      <dgm:prSet presAssocID="{683BC75D-08A2-480C-A30E-E90132FB207B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8DDEE08-2032-4283-8E1D-909D0DBCBB47}" type="pres">
      <dgm:prSet presAssocID="{5583E328-0183-4851-9EC8-ADF95974AF23}" presName="sibTrans" presStyleCnt="0"/>
      <dgm:spPr/>
    </dgm:pt>
    <dgm:pt modelId="{4BA9CBA4-3F35-4D3E-9E7B-97DC3E350422}" type="pres">
      <dgm:prSet presAssocID="{65308407-8DDE-463F-9C1A-632147F090FB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B10BB3B-4C33-45AC-ABF9-A911329F9262}" type="pres">
      <dgm:prSet presAssocID="{727E67A7-0FFC-45DB-875C-47FF4DB55EA1}" presName="sibTrans" presStyleCnt="0"/>
      <dgm:spPr/>
    </dgm:pt>
    <dgm:pt modelId="{AC8D6610-37E3-4A4F-83DE-B347B656AAF9}" type="pres">
      <dgm:prSet presAssocID="{B019709B-03AF-4BB1-9052-3695D112C477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3B4495F-D291-4F11-9C8F-B08B3C946132}" type="presOf" srcId="{B019709B-03AF-4BB1-9052-3695D112C477}" destId="{AC8D6610-37E3-4A4F-83DE-B347B656AAF9}" srcOrd="0" destOrd="0" presId="urn:microsoft.com/office/officeart/2005/8/layout/hProcess9"/>
    <dgm:cxn modelId="{BD6EFD8F-D8DB-444A-9154-82EA26D73ACE}" srcId="{67A7F7C8-D24C-4B7F-878A-2BA8E51A4FAE}" destId="{E2230E7D-285E-4B5E-B7D4-C93AB266C044}" srcOrd="2" destOrd="0" parTransId="{0404454A-8BE4-4F4D-B4FC-5ACC1235723E}" sibTransId="{DB51A406-3D42-42D1-9DE0-EB878003381A}"/>
    <dgm:cxn modelId="{A760532C-CD48-4CC2-9D2D-0DECEE7F18DB}" type="presOf" srcId="{683BC75D-08A2-480C-A30E-E90132FB207B}" destId="{BDD8E232-B872-494C-8218-22AA620F0E2C}" srcOrd="0" destOrd="0" presId="urn:microsoft.com/office/officeart/2005/8/layout/hProcess9"/>
    <dgm:cxn modelId="{2C5A6E96-091E-4552-AB99-6C5EE77C3781}" srcId="{67A7F7C8-D24C-4B7F-878A-2BA8E51A4FAE}" destId="{65308407-8DDE-463F-9C1A-632147F090FB}" srcOrd="4" destOrd="0" parTransId="{F671F650-DF47-42A2-8CCA-B00174A669A8}" sibTransId="{727E67A7-0FFC-45DB-875C-47FF4DB55EA1}"/>
    <dgm:cxn modelId="{7E31BFDB-6CCB-43C8-B1A5-CAA0FB5B6CF0}" srcId="{67A7F7C8-D24C-4B7F-878A-2BA8E51A4FAE}" destId="{CA5B2AE2-C141-495D-9956-F696EFFAB54E}" srcOrd="1" destOrd="0" parTransId="{29C5DBDA-F1A0-478B-812B-77C8A31DB9F8}" sibTransId="{F81A5B6E-86A4-4FF0-B0FB-E3558A8EBCA2}"/>
    <dgm:cxn modelId="{EF875461-93F3-46D5-AF27-FB4FDEB17309}" type="presOf" srcId="{CA5B2AE2-C141-495D-9956-F696EFFAB54E}" destId="{6815F125-869F-44BB-B108-D00BF717A51C}" srcOrd="0" destOrd="0" presId="urn:microsoft.com/office/officeart/2005/8/layout/hProcess9"/>
    <dgm:cxn modelId="{895EB148-32F4-4145-9997-C38A2221B9E3}" srcId="{67A7F7C8-D24C-4B7F-878A-2BA8E51A4FAE}" destId="{683BC75D-08A2-480C-A30E-E90132FB207B}" srcOrd="3" destOrd="0" parTransId="{4E4DF76C-2E1D-4602-BC97-35E02A5FC82E}" sibTransId="{5583E328-0183-4851-9EC8-ADF95974AF23}"/>
    <dgm:cxn modelId="{B373E6D3-365A-4EBC-B926-132CD6DC6AB1}" type="presOf" srcId="{65308407-8DDE-463F-9C1A-632147F090FB}" destId="{4BA9CBA4-3F35-4D3E-9E7B-97DC3E350422}" srcOrd="0" destOrd="0" presId="urn:microsoft.com/office/officeart/2005/8/layout/hProcess9"/>
    <dgm:cxn modelId="{AA38D234-5D32-400B-8EED-5D5CD53C16F2}" type="presOf" srcId="{31FF712A-0CD9-48FA-A672-515310E1F294}" destId="{6C4DA160-3102-4F10-8529-9517249AA92D}" srcOrd="0" destOrd="0" presId="urn:microsoft.com/office/officeart/2005/8/layout/hProcess9"/>
    <dgm:cxn modelId="{E4D11A5B-8662-4F7C-91CB-E8DE0130F141}" srcId="{67A7F7C8-D24C-4B7F-878A-2BA8E51A4FAE}" destId="{B019709B-03AF-4BB1-9052-3695D112C477}" srcOrd="5" destOrd="0" parTransId="{80A5434A-4915-4050-B062-FCD9FA7B128F}" sibTransId="{63AAF044-FF37-4C50-BAA2-32FA3FA539B1}"/>
    <dgm:cxn modelId="{BAE0DC0F-473D-4443-89BA-DFADF29FB4DF}" type="presOf" srcId="{E2230E7D-285E-4B5E-B7D4-C93AB266C044}" destId="{A7C328C5-BCA5-4041-BDE5-99D22BD23150}" srcOrd="0" destOrd="0" presId="urn:microsoft.com/office/officeart/2005/8/layout/hProcess9"/>
    <dgm:cxn modelId="{7C7DCE85-36D2-40DF-8DA9-81406B5236C6}" srcId="{67A7F7C8-D24C-4B7F-878A-2BA8E51A4FAE}" destId="{31FF712A-0CD9-48FA-A672-515310E1F294}" srcOrd="0" destOrd="0" parTransId="{C2A711B9-BE0F-4553-8CBE-26A068D82D7D}" sibTransId="{4DEB1A94-A0DE-4587-B0EA-B4E7D8D3168B}"/>
    <dgm:cxn modelId="{428631B0-5D85-46D3-BFC9-4F61A75F1F6F}" type="presOf" srcId="{67A7F7C8-D24C-4B7F-878A-2BA8E51A4FAE}" destId="{D689C638-0AC0-48DE-AAE6-EA918B133C73}" srcOrd="0" destOrd="0" presId="urn:microsoft.com/office/officeart/2005/8/layout/hProcess9"/>
    <dgm:cxn modelId="{EE047D41-C93E-4022-8C1B-93E4186EA15C}" type="presParOf" srcId="{D689C638-0AC0-48DE-AAE6-EA918B133C73}" destId="{27CFC22B-03F1-4AD0-9811-184DDF5812CD}" srcOrd="0" destOrd="0" presId="urn:microsoft.com/office/officeart/2005/8/layout/hProcess9"/>
    <dgm:cxn modelId="{6AE8AB58-E16A-45C2-B976-ADB36B42C980}" type="presParOf" srcId="{D689C638-0AC0-48DE-AAE6-EA918B133C73}" destId="{A7EC4B33-AC65-4C34-8B64-C6744A0147D2}" srcOrd="1" destOrd="0" presId="urn:microsoft.com/office/officeart/2005/8/layout/hProcess9"/>
    <dgm:cxn modelId="{52BDCA68-66F5-4E00-844B-D8750AFEDC38}" type="presParOf" srcId="{A7EC4B33-AC65-4C34-8B64-C6744A0147D2}" destId="{6C4DA160-3102-4F10-8529-9517249AA92D}" srcOrd="0" destOrd="0" presId="urn:microsoft.com/office/officeart/2005/8/layout/hProcess9"/>
    <dgm:cxn modelId="{291F970B-C669-4738-9433-ADC22BE25A0D}" type="presParOf" srcId="{A7EC4B33-AC65-4C34-8B64-C6744A0147D2}" destId="{32B6FD14-C7C3-4370-815D-2091B482616C}" srcOrd="1" destOrd="0" presId="urn:microsoft.com/office/officeart/2005/8/layout/hProcess9"/>
    <dgm:cxn modelId="{D2C96F92-D992-4AD3-8CE9-2444ADFE47FB}" type="presParOf" srcId="{A7EC4B33-AC65-4C34-8B64-C6744A0147D2}" destId="{6815F125-869F-44BB-B108-D00BF717A51C}" srcOrd="2" destOrd="0" presId="urn:microsoft.com/office/officeart/2005/8/layout/hProcess9"/>
    <dgm:cxn modelId="{B9DA0904-778E-46AE-A1F6-4C35BF5DF5DD}" type="presParOf" srcId="{A7EC4B33-AC65-4C34-8B64-C6744A0147D2}" destId="{9FFF2D63-7AF7-4A73-9F38-49AD124D688D}" srcOrd="3" destOrd="0" presId="urn:microsoft.com/office/officeart/2005/8/layout/hProcess9"/>
    <dgm:cxn modelId="{0490A4BB-244B-4D11-A71E-D4607EF0AD97}" type="presParOf" srcId="{A7EC4B33-AC65-4C34-8B64-C6744A0147D2}" destId="{A7C328C5-BCA5-4041-BDE5-99D22BD23150}" srcOrd="4" destOrd="0" presId="urn:microsoft.com/office/officeart/2005/8/layout/hProcess9"/>
    <dgm:cxn modelId="{0C58A250-3A2E-4A72-BFEA-CB3C5E36A9B5}" type="presParOf" srcId="{A7EC4B33-AC65-4C34-8B64-C6744A0147D2}" destId="{625091CA-B576-472C-88F2-C7EAFD3D8258}" srcOrd="5" destOrd="0" presId="urn:microsoft.com/office/officeart/2005/8/layout/hProcess9"/>
    <dgm:cxn modelId="{94E2A5FC-F734-4060-A8A7-B8A4A23A45AB}" type="presParOf" srcId="{A7EC4B33-AC65-4C34-8B64-C6744A0147D2}" destId="{BDD8E232-B872-494C-8218-22AA620F0E2C}" srcOrd="6" destOrd="0" presId="urn:microsoft.com/office/officeart/2005/8/layout/hProcess9"/>
    <dgm:cxn modelId="{0CB672C6-359F-4B44-AEBB-29AA63B1A758}" type="presParOf" srcId="{A7EC4B33-AC65-4C34-8B64-C6744A0147D2}" destId="{D8DDEE08-2032-4283-8E1D-909D0DBCBB47}" srcOrd="7" destOrd="0" presId="urn:microsoft.com/office/officeart/2005/8/layout/hProcess9"/>
    <dgm:cxn modelId="{6D3CBB64-C8A4-475C-8872-D6BD7CC439A0}" type="presParOf" srcId="{A7EC4B33-AC65-4C34-8B64-C6744A0147D2}" destId="{4BA9CBA4-3F35-4D3E-9E7B-97DC3E350422}" srcOrd="8" destOrd="0" presId="urn:microsoft.com/office/officeart/2005/8/layout/hProcess9"/>
    <dgm:cxn modelId="{44D97E2B-B35F-4F03-8F14-5686039DB6F3}" type="presParOf" srcId="{A7EC4B33-AC65-4C34-8B64-C6744A0147D2}" destId="{5B10BB3B-4C33-45AC-ABF9-A911329F9262}" srcOrd="9" destOrd="0" presId="urn:microsoft.com/office/officeart/2005/8/layout/hProcess9"/>
    <dgm:cxn modelId="{0029278B-C028-431D-BB74-D2F2215031F1}" type="presParOf" srcId="{A7EC4B33-AC65-4C34-8B64-C6744A0147D2}" destId="{AC8D6610-37E3-4A4F-83DE-B347B656AAF9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FC22B-03F1-4AD0-9811-184DDF5812CD}">
      <dsp:nvSpPr>
        <dsp:cNvPr id="0" name=""/>
        <dsp:cNvSpPr/>
      </dsp:nvSpPr>
      <dsp:spPr>
        <a:xfrm>
          <a:off x="891874" y="0"/>
          <a:ext cx="8483116" cy="2359358"/>
        </a:xfrm>
        <a:prstGeom prst="rightArrow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C4DA160-3102-4F10-8529-9517249AA92D}">
      <dsp:nvSpPr>
        <dsp:cNvPr id="0" name=""/>
        <dsp:cNvSpPr/>
      </dsp:nvSpPr>
      <dsp:spPr>
        <a:xfrm>
          <a:off x="121" y="707807"/>
          <a:ext cx="1460472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AI06 – Gerenciar Mudanças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6191" y="753877"/>
        <a:ext cx="1368332" cy="851603"/>
      </dsp:txXfrm>
    </dsp:sp>
    <dsp:sp modelId="{6815F125-869F-44BB-B108-D00BF717A51C}">
      <dsp:nvSpPr>
        <dsp:cNvPr id="0" name=""/>
        <dsp:cNvSpPr/>
      </dsp:nvSpPr>
      <dsp:spPr>
        <a:xfrm>
          <a:off x="1898336" y="707807"/>
          <a:ext cx="1460472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DS5.9.A - Gestão de Antivírus</a:t>
          </a:r>
        </a:p>
      </dsp:txBody>
      <dsp:txXfrm>
        <a:off x="1944406" y="753877"/>
        <a:ext cx="1368332" cy="851603"/>
      </dsp:txXfrm>
    </dsp:sp>
    <dsp:sp modelId="{A7C328C5-BCA5-4041-BDE5-99D22BD23150}">
      <dsp:nvSpPr>
        <dsp:cNvPr id="0" name=""/>
        <dsp:cNvSpPr/>
      </dsp:nvSpPr>
      <dsp:spPr>
        <a:xfrm>
          <a:off x="3407890" y="707807"/>
          <a:ext cx="1460472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DS5.9.B – Administrar Patches - Servidores das Bases</a:t>
          </a:r>
        </a:p>
      </dsp:txBody>
      <dsp:txXfrm>
        <a:off x="3453960" y="753877"/>
        <a:ext cx="1368332" cy="851603"/>
      </dsp:txXfrm>
    </dsp:sp>
    <dsp:sp modelId="{BDD8E232-B872-494C-8218-22AA620F0E2C}">
      <dsp:nvSpPr>
        <dsp:cNvPr id="0" name=""/>
        <dsp:cNvSpPr/>
      </dsp:nvSpPr>
      <dsp:spPr>
        <a:xfrm>
          <a:off x="5111774" y="707807"/>
          <a:ext cx="1460472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PO2 - Definir Arquitetura da Informação  </a:t>
          </a:r>
        </a:p>
      </dsp:txBody>
      <dsp:txXfrm>
        <a:off x="5157844" y="753877"/>
        <a:ext cx="1368332" cy="851603"/>
      </dsp:txXfrm>
    </dsp:sp>
    <dsp:sp modelId="{4BA9CBA4-3F35-4D3E-9E7B-97DC3E350422}">
      <dsp:nvSpPr>
        <dsp:cNvPr id="0" name=""/>
        <dsp:cNvSpPr/>
      </dsp:nvSpPr>
      <dsp:spPr>
        <a:xfrm>
          <a:off x="6815658" y="707807"/>
          <a:ext cx="1460472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DS03 - Gerenciar o Desempenho e Capacidade 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861728" y="753877"/>
        <a:ext cx="1368332" cy="851603"/>
      </dsp:txXfrm>
    </dsp:sp>
    <dsp:sp modelId="{AC8D6610-37E3-4A4F-83DE-B347B656AAF9}">
      <dsp:nvSpPr>
        <dsp:cNvPr id="0" name=""/>
        <dsp:cNvSpPr/>
      </dsp:nvSpPr>
      <dsp:spPr>
        <a:xfrm>
          <a:off x="8519542" y="707807"/>
          <a:ext cx="1460472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M01 - Monitorar Processos 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565612" y="753877"/>
        <a:ext cx="1368332" cy="851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338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1213" y="1460902"/>
            <a:ext cx="5959283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</a:t>
            </a:r>
          </a:p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Processos de TI para Auditoria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Reunião de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Kick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-Off da Iniciativa</a:t>
            </a: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err="1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Outubro</a:t>
            </a:r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" name="Picture 2" descr="http://johnlatham.me/wp-content/uploads/2013/12/d9_flowchart1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152" y="4211392"/>
            <a:ext cx="4031744" cy="268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7315206" y="1746197"/>
            <a:ext cx="2472741" cy="49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2000" lvl="1">
              <a:lnSpc>
                <a:spcPts val="2100"/>
              </a:lnSpc>
              <a:spcBef>
                <a:spcPts val="600"/>
              </a:spcBef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Principais Atividades</a:t>
            </a:r>
          </a:p>
          <a:p>
            <a:pPr marL="72000" lvl="1">
              <a:lnSpc>
                <a:spcPts val="2100"/>
              </a:lnSpc>
              <a:spcAft>
                <a:spcPts val="600"/>
              </a:spcAft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processo: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Entender o processo atual </a:t>
            </a:r>
            <a:r>
              <a:rPr lang="pt-BR" sz="1200" dirty="0">
                <a:solidFill>
                  <a:schemeClr val="tx1"/>
                </a:solidFill>
              </a:rPr>
              <a:t>e os </a:t>
            </a:r>
            <a:r>
              <a:rPr lang="pt-BR" sz="1200" b="1" dirty="0">
                <a:solidFill>
                  <a:schemeClr val="tx1"/>
                </a:solidFill>
              </a:rPr>
              <a:t>gaps ou pontos de atenção </a:t>
            </a:r>
            <a:r>
              <a:rPr lang="pt-BR" sz="1200" dirty="0">
                <a:solidFill>
                  <a:schemeClr val="tx1"/>
                </a:solidFill>
              </a:rPr>
              <a:t>já identificados;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entrevistas com os responsáveis </a:t>
            </a:r>
            <a:r>
              <a:rPr lang="pt-BR" sz="1200" dirty="0">
                <a:solidFill>
                  <a:schemeClr val="tx1"/>
                </a:solidFill>
              </a:rPr>
              <a:t>pelo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Mapear o processo </a:t>
            </a:r>
            <a:r>
              <a:rPr lang="pt-BR" sz="1200" dirty="0">
                <a:solidFill>
                  <a:schemeClr val="tx1"/>
                </a:solidFill>
              </a:rPr>
              <a:t>(elaborar fluxos e especificação);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Validar com o responsável </a:t>
            </a:r>
            <a:r>
              <a:rPr lang="pt-BR" sz="1200" dirty="0">
                <a:solidFill>
                  <a:schemeClr val="tx1"/>
                </a:solidFill>
              </a:rPr>
              <a:t>pelo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Validar com a Gerência de Governança </a:t>
            </a:r>
            <a:r>
              <a:rPr lang="pt-BR" sz="1200" dirty="0">
                <a:solidFill>
                  <a:schemeClr val="tx1"/>
                </a:solidFill>
              </a:rPr>
              <a:t>de TI;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ajustes</a:t>
            </a:r>
            <a:r>
              <a:rPr lang="pt-BR" sz="1200" dirty="0">
                <a:solidFill>
                  <a:schemeClr val="tx1"/>
                </a:solidFill>
              </a:rPr>
              <a:t> no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workshop</a:t>
            </a:r>
            <a:r>
              <a:rPr lang="pt-BR" sz="1200" dirty="0">
                <a:solidFill>
                  <a:schemeClr val="tx1"/>
                </a:solidFill>
              </a:rPr>
              <a:t> sobre o processo para operacionalização do mesmo.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811806" y="1746197"/>
            <a:ext cx="3528000" cy="49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Aft>
                <a:spcPts val="3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lnSpc>
                <a:spcPts val="2100"/>
              </a:lnSpc>
              <a:spcAft>
                <a:spcPts val="300"/>
              </a:spcAft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 Processos Selecionados: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AI1 – Identificar Soluções Automatizadas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AI2 - Adquirir e manter aplicações de software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AI3 - Adquirir e manter infraestrutura tecnológica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AI4 - Desenvolver e manter manuais de Sistemas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AI6 - Gerenciamento de Mudanças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AI7 - Gerenciamento, Instalação e Homologação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DS1 - Definir e Gerenciar Níveis de Serviço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DS2 - Gerenciar Serviços de Terceiros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DS3 - Gerenciar o Desempenho e Capacidade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DS5.3 - Gestão de Identidade	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DS5.5 - Assegurar Segurança de Sistemas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DS5.8 - Gestão de chaves criptográficas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DS8 - Gerenciar Service Desk e Incidentes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DS5.9.A - Gestão de Antivírus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DS5.9.B – Administrar Patches - Servidores das Bases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DS5.10 - Administração de Firewall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DS5.11 - Gestão de Certificados Digitais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 11 - Gerenciar Copias de Segurança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DS12 - Gerenciar Instalações Físicas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M1 - Monitorar Processos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PO2 - Definir Arquitetura da Informação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52171" y="1163292"/>
            <a:ext cx="6120000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Escopo</a:t>
            </a:r>
            <a:endParaRPr lang="pt-BR" sz="1600" i="1" dirty="0"/>
          </a:p>
        </p:txBody>
      </p:sp>
      <p:sp>
        <p:nvSpPr>
          <p:cNvPr id="14" name="Retângulo 13"/>
          <p:cNvSpPr/>
          <p:nvPr/>
        </p:nvSpPr>
        <p:spPr>
          <a:xfrm>
            <a:off x="432619" y="1746198"/>
            <a:ext cx="2612222" cy="31518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Elaborar, documentar e operar Processos de TI simples e efetivos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estejam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aderentes aos controles de auditoria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requeridos, de forma a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eliminar ou mitigar 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gaps ou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pontos de atenção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já identificados.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4" y="1163292"/>
            <a:ext cx="2687982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16" name="Seta: para a Direita 15"/>
          <p:cNvSpPr/>
          <p:nvPr/>
        </p:nvSpPr>
        <p:spPr>
          <a:xfrm>
            <a:off x="3274419" y="3076953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78" y="4842054"/>
            <a:ext cx="33337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32619" y="1746198"/>
            <a:ext cx="4744010" cy="40879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Fluxo Macro e Fluxo Detalhado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processo em formato .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bpm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Bizagi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Documento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contendo e diretrizes, objetivo, escopo, conceitos, definições e descrições do Fluxo Macro e Fluxo Detalhado do processo (O que fazer? / Quem fazer?);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 de Responsabilidades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(RACI);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Indicadores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(mínimo 1 indicador);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Apresentação de treinamento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processo;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Publicação da documentação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Confluence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4" y="1163292"/>
            <a:ext cx="4881596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Entregáveis</a:t>
            </a:r>
            <a:endParaRPr lang="pt-BR" sz="1600" i="1" dirty="0"/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683" y="1090675"/>
            <a:ext cx="2885549" cy="1687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932" y="2989362"/>
            <a:ext cx="1997395" cy="1593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727" y="4793945"/>
            <a:ext cx="3393863" cy="17449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517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187427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1102321" y="1961848"/>
            <a:ext cx="3031797" cy="4087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Execução: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Tânia Ferro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Validação e QA: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Jorge Maluf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Publicação: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André Santos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45" y="1034990"/>
            <a:ext cx="1800000" cy="642494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 rotWithShape="1">
          <a:blip r:embed="rId5"/>
          <a:srcRect b="20107"/>
          <a:stretch/>
        </p:blipFill>
        <p:spPr>
          <a:xfrm>
            <a:off x="1718220" y="976372"/>
            <a:ext cx="1800000" cy="7597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9" name="Retângulo 18"/>
          <p:cNvSpPr/>
          <p:nvPr/>
        </p:nvSpPr>
        <p:spPr>
          <a:xfrm>
            <a:off x="5994146" y="1961848"/>
            <a:ext cx="3031797" cy="40879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Sponsors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Rodrigo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Rothstein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Adriano Barbosa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Responsável (Facilitador):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Marcela Dias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Envolvidos: 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Nei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Henckes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Cláudio Cunha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Borges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Leonardo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Cestarolli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Guilherme Affonso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Mizobuchi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Braga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Gerentes de Projeto</a:t>
            </a:r>
          </a:p>
          <a:p>
            <a:pPr marL="745200" lvl="2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73577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0" y="1100670"/>
            <a:ext cx="10025854" cy="529139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  <a:endParaRPr lang="pt-B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Espaço Reservado para Número de Slid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563358"/>
              </p:ext>
            </p:extLst>
          </p:nvPr>
        </p:nvGraphicFramePr>
        <p:xfrm>
          <a:off x="122836" y="1535586"/>
          <a:ext cx="9703560" cy="4856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564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2593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75646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Out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400" dirty="0" err="1"/>
                        <a:t>Nov</a:t>
                      </a:r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Dez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10-14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17 - 21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24 - 28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1 - 4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7 - 11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14 - 18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21 - 25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28 - 30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5 - 9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12 - 16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19 – 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332767" y="2376793"/>
            <a:ext cx="15915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i="0" u="none" strike="noStrike" kern="0" cap="none" spc="0" normalizeH="0" baseline="0" noProof="0" dirty="0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Reunião</a:t>
            </a:r>
            <a:r>
              <a:rPr kumimoji="0" lang="pt-BR" sz="1200" i="0" u="none" strike="noStrike" kern="0" cap="none" spc="0" normalizeH="0" noProof="0" dirty="0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 de </a:t>
            </a:r>
            <a:r>
              <a:rPr kumimoji="0" lang="pt-BR" sz="1200" i="0" u="none" strike="noStrike" kern="0" cap="none" spc="0" normalizeH="0" baseline="0" noProof="0" dirty="0" err="1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Kick</a:t>
            </a:r>
            <a:r>
              <a:rPr kumimoji="0" lang="pt-BR" sz="1200" i="0" u="none" strike="noStrike" kern="0" cap="none" spc="0" normalizeH="0" baseline="0" noProof="0" dirty="0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-Off</a:t>
            </a:r>
            <a:endParaRPr kumimoji="0" lang="pt-BR" sz="120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2" name="Isosceles Triangle 41"/>
          <p:cNvSpPr/>
          <p:nvPr/>
        </p:nvSpPr>
        <p:spPr>
          <a:xfrm>
            <a:off x="131944" y="2347058"/>
            <a:ext cx="169671" cy="319603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  <p:sp>
        <p:nvSpPr>
          <p:cNvPr id="13" name="Rectangle 107"/>
          <p:cNvSpPr>
            <a:spLocks/>
          </p:cNvSpPr>
          <p:nvPr/>
        </p:nvSpPr>
        <p:spPr bwMode="auto">
          <a:xfrm>
            <a:off x="208563" y="3341439"/>
            <a:ext cx="1368000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/>
            <a:r>
              <a:rPr lang="pt-BR" sz="1200" b="1" dirty="0">
                <a:solidFill>
                  <a:schemeClr val="bg1"/>
                </a:solidFill>
              </a:rPr>
              <a:t>Administrar Patches 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6632809" y="6092932"/>
            <a:ext cx="3036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>
                <a:cs typeface="Gotham Rounded Book"/>
              </a:rPr>
              <a:t>Apresentação</a:t>
            </a:r>
            <a:r>
              <a:rPr lang="en-US" sz="1200" dirty="0">
                <a:cs typeface="Gotham Rounded Book"/>
              </a:rPr>
              <a:t> final e </a:t>
            </a:r>
            <a:r>
              <a:rPr lang="en-US" sz="1200" dirty="0" err="1">
                <a:cs typeface="Gotham Rounded Book"/>
              </a:rPr>
              <a:t>termo</a:t>
            </a:r>
            <a:r>
              <a:rPr lang="en-US" sz="1200" dirty="0">
                <a:cs typeface="Gotham Rounded Book"/>
              </a:rPr>
              <a:t> de </a:t>
            </a:r>
            <a:r>
              <a:rPr lang="en-US" sz="1200" dirty="0" err="1">
                <a:cs typeface="Gotham Rounded Book"/>
              </a:rPr>
              <a:t>encerramento</a:t>
            </a:r>
            <a:endParaRPr lang="en-US" sz="1200" dirty="0">
              <a:cs typeface="Gotham Rounded Book"/>
            </a:endParaRPr>
          </a:p>
        </p:txBody>
      </p:sp>
      <p:sp>
        <p:nvSpPr>
          <p:cNvPr id="21" name="Rectangle 107"/>
          <p:cNvSpPr>
            <a:spLocks/>
          </p:cNvSpPr>
          <p:nvPr/>
        </p:nvSpPr>
        <p:spPr bwMode="auto">
          <a:xfrm>
            <a:off x="208564" y="2791458"/>
            <a:ext cx="1368000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b="1" dirty="0" smtClean="0">
                <a:solidFill>
                  <a:schemeClr val="bg1"/>
                </a:solidFill>
              </a:rPr>
              <a:t>Gestão </a:t>
            </a:r>
            <a:r>
              <a:rPr lang="pt-BR" sz="1200" b="1" dirty="0">
                <a:solidFill>
                  <a:schemeClr val="bg1"/>
                </a:solidFill>
              </a:rPr>
              <a:t>de Antivírus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20" name="Rectangle 107"/>
          <p:cNvSpPr>
            <a:spLocks/>
          </p:cNvSpPr>
          <p:nvPr/>
        </p:nvSpPr>
        <p:spPr bwMode="auto">
          <a:xfrm>
            <a:off x="183986" y="3970789"/>
            <a:ext cx="1368000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b="1" dirty="0" smtClean="0">
                <a:solidFill>
                  <a:schemeClr val="bg1"/>
                </a:solidFill>
              </a:rPr>
              <a:t>G. Incidentes de SI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22" name="Rectangle 107"/>
          <p:cNvSpPr>
            <a:spLocks/>
          </p:cNvSpPr>
          <p:nvPr/>
        </p:nvSpPr>
        <p:spPr bwMode="auto">
          <a:xfrm>
            <a:off x="1640352" y="2764995"/>
            <a:ext cx="1368000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b="1" dirty="0" smtClean="0">
                <a:solidFill>
                  <a:schemeClr val="bg1"/>
                </a:solidFill>
              </a:rPr>
              <a:t>Definir Arquitetura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24" name="Rectangle 107"/>
          <p:cNvSpPr>
            <a:spLocks/>
          </p:cNvSpPr>
          <p:nvPr/>
        </p:nvSpPr>
        <p:spPr bwMode="auto">
          <a:xfrm>
            <a:off x="1640352" y="3341439"/>
            <a:ext cx="1368000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b="1" dirty="0" smtClean="0">
                <a:solidFill>
                  <a:schemeClr val="bg1"/>
                </a:solidFill>
              </a:rPr>
              <a:t>Ger. Desempenho e Capacidade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25" name="Rectangle 107"/>
          <p:cNvSpPr>
            <a:spLocks/>
          </p:cNvSpPr>
          <p:nvPr/>
        </p:nvSpPr>
        <p:spPr bwMode="auto">
          <a:xfrm>
            <a:off x="1640352" y="3953778"/>
            <a:ext cx="1368000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b="1" dirty="0" smtClean="0">
                <a:solidFill>
                  <a:schemeClr val="bg1"/>
                </a:solidFill>
              </a:rPr>
              <a:t>Monitorar Processos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26" name="Rectangle 107"/>
          <p:cNvSpPr>
            <a:spLocks/>
          </p:cNvSpPr>
          <p:nvPr/>
        </p:nvSpPr>
        <p:spPr bwMode="auto">
          <a:xfrm>
            <a:off x="2270416" y="5007596"/>
            <a:ext cx="800320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b="1" dirty="0" smtClean="0">
                <a:solidFill>
                  <a:schemeClr val="bg1"/>
                </a:solidFill>
              </a:rPr>
              <a:t>Priorizar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27" name="Rectangle 107"/>
          <p:cNvSpPr>
            <a:spLocks/>
          </p:cNvSpPr>
          <p:nvPr/>
        </p:nvSpPr>
        <p:spPr bwMode="auto">
          <a:xfrm>
            <a:off x="171299" y="4500292"/>
            <a:ext cx="2736000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b="1" dirty="0" smtClean="0">
                <a:solidFill>
                  <a:schemeClr val="bg1"/>
                </a:solidFill>
              </a:rPr>
              <a:t>Ger. Mudanças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28" name="Rectangle 107"/>
          <p:cNvSpPr>
            <a:spLocks/>
          </p:cNvSpPr>
          <p:nvPr/>
        </p:nvSpPr>
        <p:spPr bwMode="auto">
          <a:xfrm>
            <a:off x="3002504" y="5473075"/>
            <a:ext cx="6799467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b="1" dirty="0" smtClean="0">
                <a:solidFill>
                  <a:schemeClr val="bg1"/>
                </a:solidFill>
              </a:rPr>
              <a:t>Mapeamento dos demais processos</a:t>
            </a:r>
            <a:endParaRPr lang="pt-BR" sz="1200" b="1" dirty="0">
              <a:solidFill>
                <a:schemeClr val="bg1"/>
              </a:solidFill>
            </a:endParaRPr>
          </a:p>
        </p:txBody>
      </p:sp>
      <p:sp>
        <p:nvSpPr>
          <p:cNvPr id="29" name="Isosceles Triangle 41"/>
          <p:cNvSpPr/>
          <p:nvPr/>
        </p:nvSpPr>
        <p:spPr>
          <a:xfrm>
            <a:off x="9632301" y="6065636"/>
            <a:ext cx="169671" cy="319603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61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23670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32618" y="1746198"/>
            <a:ext cx="4626745" cy="40879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Cumprimento rigoroso das agendas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a consultoria.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Foco em processos simples, exequíveis e efetivos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atendimento aos </a:t>
            </a:r>
            <a:r>
              <a:rPr lang="pt-BR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à realidade operacional da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Smiles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Empowerment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o Facilitador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auxiliar na mitigação de eventuais barreiras para a realização do trabalho.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Atitude colaborativa de todos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os envolvidos, em razão dos prazos agressivos.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3" y="1163292"/>
            <a:ext cx="4688807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Premissas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694" y="2241018"/>
            <a:ext cx="4851160" cy="26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4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278464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290390836"/>
              </p:ext>
            </p:extLst>
          </p:nvPr>
        </p:nvGraphicFramePr>
        <p:xfrm>
          <a:off x="19212" y="2288333"/>
          <a:ext cx="9980137" cy="2359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Espaço Reservado para Número de Slid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3" name="Retângulo 2"/>
          <p:cNvSpPr/>
          <p:nvPr/>
        </p:nvSpPr>
        <p:spPr>
          <a:xfrm>
            <a:off x="329238" y="1168264"/>
            <a:ext cx="5175135" cy="44063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PRÓXIMOS PASSOS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Início do Mapeamento dos seguintes processos: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Envolvidos:</a:t>
            </a:r>
          </a:p>
          <a:p>
            <a:pPr marL="342900" indent="-342900" algn="just">
              <a:buFontTx/>
              <a:buChar char="-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Daniel Braga </a:t>
            </a:r>
          </a:p>
          <a:p>
            <a:pPr marL="342900" indent="-342900" algn="just">
              <a:buFontTx/>
              <a:buChar char="-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Daniel Borges e Claudio Cunha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Guilherme 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Affonso e Leonardo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Cestarolli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11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3485</TotalTime>
  <Words>661</Words>
  <PresentationFormat>Personalizar</PresentationFormat>
  <Paragraphs>215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Gill Sans</vt:lpstr>
      <vt:lpstr>Gotham Rounded Book</vt:lpstr>
      <vt:lpstr>Helvetica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2016-10-06T14:36:55Z</dcterms:modified>
</cp:coreProperties>
</file>