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2322" y="6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04/11/2016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11/4/2016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Neste boletim esclarecemos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uma </a:t>
            </a:r>
            <a:r>
              <a:rPr lang="pt-BR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diretriz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processo de Gerenciamento de Incidentes de TI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14592" y="4118449"/>
            <a:ext cx="4960523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Encerramento </a:t>
            </a:r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dos Chamados no </a:t>
            </a:r>
            <a:r>
              <a:rPr lang="pt-BR" sz="2000" b="1" dirty="0" err="1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Jira</a:t>
            </a:r>
            <a:endParaRPr lang="pt-BR" sz="20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pt-BR" sz="9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Você sabe </a:t>
            </a:r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como será realizado?</a:t>
            </a:r>
            <a:endParaRPr lang="pt-B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15433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07.Nov</a:t>
            </a:r>
            <a:endParaRPr lang="pt-BR" b="1" dirty="0" smtClean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2" name="Picture 2" descr="http://publicdomainvectors.org/photos/red_signal_ligh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7368">
            <a:off x="4516145" y="3499203"/>
            <a:ext cx="1947252" cy="194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/>
          <p:cNvSpPr txBox="1"/>
          <p:nvPr/>
        </p:nvSpPr>
        <p:spPr>
          <a:xfrm>
            <a:off x="214592" y="5405221"/>
            <a:ext cx="655768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Todos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Chamados devem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encerrados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o término de seu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tratamento sendo </a:t>
            </a:r>
            <a:r>
              <a:rPr lang="pt-B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atribuida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uma categorização e a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correta solução. </a:t>
            </a: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 solicitante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possuiu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prazo de 5 dias uteis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validar a solução aplicada, após este prazo o 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 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será fechado automaticamente pela ferramenta </a:t>
            </a:r>
            <a:r>
              <a:rPr lang="pt-B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Jira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pt-BR" sz="20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ultrapasse o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prazo de 5 dias uteis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o usuário solicitante identifique que o Chamado não foi resolvido, deverá ser aberto um novo Chamado no </a:t>
            </a:r>
            <a:r>
              <a:rPr lang="pt-BR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Jira</a:t>
            </a:r>
            <a:r>
              <a:rPr lang="pt-BR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3401</TotalTime>
  <Words>120</Words>
  <PresentationFormat>Papel A4 (210 x 297 mm)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2016-11-04T16:03:49Z</dcterms:modified>
</cp:coreProperties>
</file>