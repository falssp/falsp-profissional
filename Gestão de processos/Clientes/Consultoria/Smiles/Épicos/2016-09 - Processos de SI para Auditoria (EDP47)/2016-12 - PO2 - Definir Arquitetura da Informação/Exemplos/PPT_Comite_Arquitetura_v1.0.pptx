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9" r:id="rId3"/>
    <p:sldId id="279" r:id="rId4"/>
    <p:sldId id="283" r:id="rId5"/>
    <p:sldId id="280" r:id="rId6"/>
    <p:sldId id="282" r:id="rId7"/>
    <p:sldId id="270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7124"/>
    <a:srgbClr val="FF6600"/>
    <a:srgbClr val="FF9900"/>
    <a:srgbClr val="EE6829"/>
    <a:srgbClr val="E28734"/>
    <a:srgbClr val="F4BC71"/>
    <a:srgbClr val="D0462D"/>
    <a:srgbClr val="C3432A"/>
    <a:srgbClr val="FFFFFF"/>
    <a:srgbClr val="7D1A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Estilo Claro 2 - Ênfase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napVertSplitter="1" horzBarState="maximized">
    <p:restoredLeft sz="9632" autoAdjust="0"/>
    <p:restoredTop sz="94660"/>
  </p:normalViewPr>
  <p:slideViewPr>
    <p:cSldViewPr snapToGrid="0" snapToObjects="1">
      <p:cViewPr>
        <p:scale>
          <a:sx n="80" d="100"/>
          <a:sy n="80" d="100"/>
        </p:scale>
        <p:origin x="-1326" y="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F47BDE4-BC76-49EA-BC9E-B99EAFE9EEE8}" type="doc">
      <dgm:prSet loTypeId="urn:microsoft.com/office/officeart/2005/8/layout/vList2" loCatId="list" qsTypeId="urn:microsoft.com/office/officeart/2005/8/quickstyle/simple1" qsCatId="simple" csTypeId="urn:microsoft.com/office/officeart/2005/8/colors/accent6_4" csCatId="accent6" phldr="1"/>
      <dgm:spPr/>
      <dgm:t>
        <a:bodyPr/>
        <a:lstStyle/>
        <a:p>
          <a:endParaRPr lang="pt-BR"/>
        </a:p>
      </dgm:t>
    </dgm:pt>
    <dgm:pt modelId="{257D659C-34DC-4B32-841E-EA02A7A24B31}">
      <dgm:prSet phldrT="[Texto]" custT="1"/>
      <dgm:spPr/>
      <dgm:t>
        <a:bodyPr/>
        <a:lstStyle/>
        <a:p>
          <a:r>
            <a:rPr lang="pt-BR" sz="2800" b="1" dirty="0" smtClean="0">
              <a:latin typeface="+mj-lt"/>
            </a:rPr>
            <a:t>Contexto do Projeto</a:t>
          </a:r>
          <a:endParaRPr lang="pt-BR" sz="2800" b="1" dirty="0"/>
        </a:p>
      </dgm:t>
    </dgm:pt>
    <dgm:pt modelId="{FE38AABA-0DF7-49E6-B523-4EC8CDB597C2}" type="parTrans" cxnId="{7B19A6F5-5588-401D-A548-7DA6D30A628D}">
      <dgm:prSet/>
      <dgm:spPr/>
      <dgm:t>
        <a:bodyPr/>
        <a:lstStyle/>
        <a:p>
          <a:endParaRPr lang="pt-BR" sz="1200"/>
        </a:p>
      </dgm:t>
    </dgm:pt>
    <dgm:pt modelId="{91FF985B-B4FC-4964-9A62-87BFD8917C9D}" type="sibTrans" cxnId="{7B19A6F5-5588-401D-A548-7DA6D30A628D}">
      <dgm:prSet/>
      <dgm:spPr/>
      <dgm:t>
        <a:bodyPr/>
        <a:lstStyle/>
        <a:p>
          <a:endParaRPr lang="pt-BR" sz="1200"/>
        </a:p>
      </dgm:t>
    </dgm:pt>
    <dgm:pt modelId="{140F21A0-8FB3-48EB-8D27-D72F7E15352C}">
      <dgm:prSet phldrT="[Texto]" custT="1"/>
      <dgm:spPr/>
      <dgm:t>
        <a:bodyPr/>
        <a:lstStyle/>
        <a:p>
          <a:r>
            <a:rPr lang="pt-BR" sz="2800" b="1" dirty="0" smtClean="0">
              <a:latin typeface="+mj-lt"/>
            </a:rPr>
            <a:t>Problemática</a:t>
          </a:r>
          <a:endParaRPr lang="pt-BR" sz="2800" b="1" dirty="0"/>
        </a:p>
      </dgm:t>
    </dgm:pt>
    <dgm:pt modelId="{D86E4781-3A39-4CAA-A131-E93BCB14B30B}" type="parTrans" cxnId="{F205A363-B26B-4F4E-8013-322CB3B0A550}">
      <dgm:prSet/>
      <dgm:spPr/>
      <dgm:t>
        <a:bodyPr/>
        <a:lstStyle/>
        <a:p>
          <a:endParaRPr lang="pt-BR" sz="1200"/>
        </a:p>
      </dgm:t>
    </dgm:pt>
    <dgm:pt modelId="{E47F4C51-C553-4FB0-A84A-A151432B941B}" type="sibTrans" cxnId="{F205A363-B26B-4F4E-8013-322CB3B0A550}">
      <dgm:prSet/>
      <dgm:spPr/>
      <dgm:t>
        <a:bodyPr/>
        <a:lstStyle/>
        <a:p>
          <a:endParaRPr lang="pt-BR" sz="1200"/>
        </a:p>
      </dgm:t>
    </dgm:pt>
    <dgm:pt modelId="{C5A51453-E096-4B7B-B698-D6806A123682}">
      <dgm:prSet phldrT="[Texto]" custT="1"/>
      <dgm:spPr/>
      <dgm:t>
        <a:bodyPr/>
        <a:lstStyle/>
        <a:p>
          <a:r>
            <a:rPr lang="pt-BR" sz="2800" b="1" dirty="0" smtClean="0"/>
            <a:t>Solução Técnica </a:t>
          </a:r>
          <a:endParaRPr lang="pt-BR" sz="2800" b="1" dirty="0"/>
        </a:p>
      </dgm:t>
    </dgm:pt>
    <dgm:pt modelId="{47B5F40A-E217-4B79-85DE-944A7BD538A0}" type="parTrans" cxnId="{E2B45931-1EE5-4011-A263-09E272D0D11A}">
      <dgm:prSet/>
      <dgm:spPr/>
      <dgm:t>
        <a:bodyPr/>
        <a:lstStyle/>
        <a:p>
          <a:endParaRPr lang="pt-BR" sz="1200"/>
        </a:p>
      </dgm:t>
    </dgm:pt>
    <dgm:pt modelId="{B8230339-D257-4AC7-B65A-4B4B23A72FE8}" type="sibTrans" cxnId="{E2B45931-1EE5-4011-A263-09E272D0D11A}">
      <dgm:prSet/>
      <dgm:spPr/>
      <dgm:t>
        <a:bodyPr/>
        <a:lstStyle/>
        <a:p>
          <a:endParaRPr lang="pt-BR" sz="1200"/>
        </a:p>
      </dgm:t>
    </dgm:pt>
    <dgm:pt modelId="{5901761D-351E-4EB0-B2EE-73D9D990955A}">
      <dgm:prSet phldrT="[Texto]" custT="1"/>
      <dgm:spPr/>
      <dgm:t>
        <a:bodyPr/>
        <a:lstStyle/>
        <a:p>
          <a:r>
            <a:rPr lang="pt-BR" sz="2800" b="1" dirty="0" smtClean="0"/>
            <a:t>Volumetria</a:t>
          </a:r>
          <a:endParaRPr lang="pt-BR" sz="2800" b="1" dirty="0"/>
        </a:p>
      </dgm:t>
    </dgm:pt>
    <dgm:pt modelId="{DB12CDE8-7A62-4F25-9D42-EE93AA400C7D}" type="parTrans" cxnId="{4376B706-8863-4DDE-AD91-A7358D3464C8}">
      <dgm:prSet/>
      <dgm:spPr/>
      <dgm:t>
        <a:bodyPr/>
        <a:lstStyle/>
        <a:p>
          <a:endParaRPr lang="pt-BR"/>
        </a:p>
      </dgm:t>
    </dgm:pt>
    <dgm:pt modelId="{F9F8027F-F408-4535-9D37-3A52C9C6C64D}" type="sibTrans" cxnId="{4376B706-8863-4DDE-AD91-A7358D3464C8}">
      <dgm:prSet/>
      <dgm:spPr/>
      <dgm:t>
        <a:bodyPr/>
        <a:lstStyle/>
        <a:p>
          <a:endParaRPr lang="pt-BR"/>
        </a:p>
      </dgm:t>
    </dgm:pt>
    <dgm:pt modelId="{95ACF5FC-3696-45AA-BEB6-393D1C00181D}" type="pres">
      <dgm:prSet presAssocID="{CF47BDE4-BC76-49EA-BC9E-B99EAFE9EEE8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5089BDCB-F0C6-440F-BF36-3B6FBB9460CC}" type="pres">
      <dgm:prSet presAssocID="{257D659C-34DC-4B32-841E-EA02A7A24B31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2089A280-2550-416A-939E-4F0D3DA1A7D9}" type="pres">
      <dgm:prSet presAssocID="{91FF985B-B4FC-4964-9A62-87BFD8917C9D}" presName="spacer" presStyleCnt="0"/>
      <dgm:spPr/>
    </dgm:pt>
    <dgm:pt modelId="{4D4C0BD4-97A5-439F-88F9-6847274DE992}" type="pres">
      <dgm:prSet presAssocID="{140F21A0-8FB3-48EB-8D27-D72F7E15352C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4A76E0B4-5C91-45A5-90BC-E708FEC5C8A9}" type="pres">
      <dgm:prSet presAssocID="{E47F4C51-C553-4FB0-A84A-A151432B941B}" presName="spacer" presStyleCnt="0"/>
      <dgm:spPr/>
    </dgm:pt>
    <dgm:pt modelId="{F387EFB4-A814-4FC9-807C-248D67A7B341}" type="pres">
      <dgm:prSet presAssocID="{C5A51453-E096-4B7B-B698-D6806A123682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9BC1C9DD-51C6-41C5-B6E0-DA50CB021FEB}" type="pres">
      <dgm:prSet presAssocID="{B8230339-D257-4AC7-B65A-4B4B23A72FE8}" presName="spacer" presStyleCnt="0"/>
      <dgm:spPr/>
    </dgm:pt>
    <dgm:pt modelId="{8A12EFE4-FC0B-4996-85CF-6F87B81C16AC}" type="pres">
      <dgm:prSet presAssocID="{5901761D-351E-4EB0-B2EE-73D9D990955A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686819E7-1685-491A-8BF5-49BB1B15CC47}" type="presOf" srcId="{C5A51453-E096-4B7B-B698-D6806A123682}" destId="{F387EFB4-A814-4FC9-807C-248D67A7B341}" srcOrd="0" destOrd="0" presId="urn:microsoft.com/office/officeart/2005/8/layout/vList2"/>
    <dgm:cxn modelId="{EF2B8503-205A-481A-A51D-66F8D96FB2E2}" type="presOf" srcId="{140F21A0-8FB3-48EB-8D27-D72F7E15352C}" destId="{4D4C0BD4-97A5-439F-88F9-6847274DE992}" srcOrd="0" destOrd="0" presId="urn:microsoft.com/office/officeart/2005/8/layout/vList2"/>
    <dgm:cxn modelId="{518745C5-BE15-4D2C-9357-05697A9653C5}" type="presOf" srcId="{257D659C-34DC-4B32-841E-EA02A7A24B31}" destId="{5089BDCB-F0C6-440F-BF36-3B6FBB9460CC}" srcOrd="0" destOrd="0" presId="urn:microsoft.com/office/officeart/2005/8/layout/vList2"/>
    <dgm:cxn modelId="{3FEA60BE-F31F-4DAA-9292-F68BF691A043}" type="presOf" srcId="{5901761D-351E-4EB0-B2EE-73D9D990955A}" destId="{8A12EFE4-FC0B-4996-85CF-6F87B81C16AC}" srcOrd="0" destOrd="0" presId="urn:microsoft.com/office/officeart/2005/8/layout/vList2"/>
    <dgm:cxn modelId="{7B19A6F5-5588-401D-A548-7DA6D30A628D}" srcId="{CF47BDE4-BC76-49EA-BC9E-B99EAFE9EEE8}" destId="{257D659C-34DC-4B32-841E-EA02A7A24B31}" srcOrd="0" destOrd="0" parTransId="{FE38AABA-0DF7-49E6-B523-4EC8CDB597C2}" sibTransId="{91FF985B-B4FC-4964-9A62-87BFD8917C9D}"/>
    <dgm:cxn modelId="{E2B45931-1EE5-4011-A263-09E272D0D11A}" srcId="{CF47BDE4-BC76-49EA-BC9E-B99EAFE9EEE8}" destId="{C5A51453-E096-4B7B-B698-D6806A123682}" srcOrd="2" destOrd="0" parTransId="{47B5F40A-E217-4B79-85DE-944A7BD538A0}" sibTransId="{B8230339-D257-4AC7-B65A-4B4B23A72FE8}"/>
    <dgm:cxn modelId="{F205A363-B26B-4F4E-8013-322CB3B0A550}" srcId="{CF47BDE4-BC76-49EA-BC9E-B99EAFE9EEE8}" destId="{140F21A0-8FB3-48EB-8D27-D72F7E15352C}" srcOrd="1" destOrd="0" parTransId="{D86E4781-3A39-4CAA-A131-E93BCB14B30B}" sibTransId="{E47F4C51-C553-4FB0-A84A-A151432B941B}"/>
    <dgm:cxn modelId="{4376B706-8863-4DDE-AD91-A7358D3464C8}" srcId="{CF47BDE4-BC76-49EA-BC9E-B99EAFE9EEE8}" destId="{5901761D-351E-4EB0-B2EE-73D9D990955A}" srcOrd="3" destOrd="0" parTransId="{DB12CDE8-7A62-4F25-9D42-EE93AA400C7D}" sibTransId="{F9F8027F-F408-4535-9D37-3A52C9C6C64D}"/>
    <dgm:cxn modelId="{4585897B-E031-4D1E-90FB-B66E640978C2}" type="presOf" srcId="{CF47BDE4-BC76-49EA-BC9E-B99EAFE9EEE8}" destId="{95ACF5FC-3696-45AA-BEB6-393D1C00181D}" srcOrd="0" destOrd="0" presId="urn:microsoft.com/office/officeart/2005/8/layout/vList2"/>
    <dgm:cxn modelId="{8735A55B-18F8-4456-8327-D7A6EA5D32E8}" type="presParOf" srcId="{95ACF5FC-3696-45AA-BEB6-393D1C00181D}" destId="{5089BDCB-F0C6-440F-BF36-3B6FBB9460CC}" srcOrd="0" destOrd="0" presId="urn:microsoft.com/office/officeart/2005/8/layout/vList2"/>
    <dgm:cxn modelId="{BA15929D-4551-459D-BDE6-08ECE33A1418}" type="presParOf" srcId="{95ACF5FC-3696-45AA-BEB6-393D1C00181D}" destId="{2089A280-2550-416A-939E-4F0D3DA1A7D9}" srcOrd="1" destOrd="0" presId="urn:microsoft.com/office/officeart/2005/8/layout/vList2"/>
    <dgm:cxn modelId="{F6EDF892-62A4-494A-A21F-6A8C6C0C7AE8}" type="presParOf" srcId="{95ACF5FC-3696-45AA-BEB6-393D1C00181D}" destId="{4D4C0BD4-97A5-439F-88F9-6847274DE992}" srcOrd="2" destOrd="0" presId="urn:microsoft.com/office/officeart/2005/8/layout/vList2"/>
    <dgm:cxn modelId="{21635B29-BBEE-4ACF-9AEE-4069A6B9C6B3}" type="presParOf" srcId="{95ACF5FC-3696-45AA-BEB6-393D1C00181D}" destId="{4A76E0B4-5C91-45A5-90BC-E708FEC5C8A9}" srcOrd="3" destOrd="0" presId="urn:microsoft.com/office/officeart/2005/8/layout/vList2"/>
    <dgm:cxn modelId="{2414D04E-3EAA-4436-A862-E3A5DEEE8F6C}" type="presParOf" srcId="{95ACF5FC-3696-45AA-BEB6-393D1C00181D}" destId="{F387EFB4-A814-4FC9-807C-248D67A7B341}" srcOrd="4" destOrd="0" presId="urn:microsoft.com/office/officeart/2005/8/layout/vList2"/>
    <dgm:cxn modelId="{18D67A90-4901-4AA6-AC9E-E76658F1C00B}" type="presParOf" srcId="{95ACF5FC-3696-45AA-BEB6-393D1C00181D}" destId="{9BC1C9DD-51C6-41C5-B6E0-DA50CB021FEB}" srcOrd="5" destOrd="0" presId="urn:microsoft.com/office/officeart/2005/8/layout/vList2"/>
    <dgm:cxn modelId="{8F380844-57F7-4945-8D1D-AD95A8F040DF}" type="presParOf" srcId="{95ACF5FC-3696-45AA-BEB6-393D1C00181D}" destId="{8A12EFE4-FC0B-4996-85CF-6F87B81C16A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89BDCB-F0C6-440F-BF36-3B6FBB9460CC}">
      <dsp:nvSpPr>
        <dsp:cNvPr id="0" name=""/>
        <dsp:cNvSpPr/>
      </dsp:nvSpPr>
      <dsp:spPr>
        <a:xfrm>
          <a:off x="0" y="27519"/>
          <a:ext cx="8459190" cy="898560"/>
        </a:xfrm>
        <a:prstGeom prst="roundRect">
          <a:avLst/>
        </a:prstGeom>
        <a:solidFill>
          <a:schemeClr val="accent6">
            <a:shade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800" b="1" kern="1200" dirty="0" smtClean="0">
              <a:latin typeface="+mj-lt"/>
            </a:rPr>
            <a:t>Contexto do Projeto</a:t>
          </a:r>
          <a:endParaRPr lang="pt-BR" sz="2800" b="1" kern="1200" dirty="0"/>
        </a:p>
      </dsp:txBody>
      <dsp:txXfrm>
        <a:off x="43864" y="71383"/>
        <a:ext cx="8371462" cy="810832"/>
      </dsp:txXfrm>
    </dsp:sp>
    <dsp:sp modelId="{4D4C0BD4-97A5-439F-88F9-6847274DE992}">
      <dsp:nvSpPr>
        <dsp:cNvPr id="0" name=""/>
        <dsp:cNvSpPr/>
      </dsp:nvSpPr>
      <dsp:spPr>
        <a:xfrm>
          <a:off x="0" y="1064319"/>
          <a:ext cx="8459190" cy="898560"/>
        </a:xfrm>
        <a:prstGeom prst="roundRect">
          <a:avLst/>
        </a:prstGeom>
        <a:solidFill>
          <a:schemeClr val="accent6">
            <a:shade val="50000"/>
            <a:hueOff val="-230847"/>
            <a:satOff val="15390"/>
            <a:lumOff val="2009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800" b="1" kern="1200" dirty="0" smtClean="0">
              <a:latin typeface="+mj-lt"/>
            </a:rPr>
            <a:t>Problemática</a:t>
          </a:r>
          <a:endParaRPr lang="pt-BR" sz="2800" b="1" kern="1200" dirty="0"/>
        </a:p>
      </dsp:txBody>
      <dsp:txXfrm>
        <a:off x="43864" y="1108183"/>
        <a:ext cx="8371462" cy="810832"/>
      </dsp:txXfrm>
    </dsp:sp>
    <dsp:sp modelId="{F387EFB4-A814-4FC9-807C-248D67A7B341}">
      <dsp:nvSpPr>
        <dsp:cNvPr id="0" name=""/>
        <dsp:cNvSpPr/>
      </dsp:nvSpPr>
      <dsp:spPr>
        <a:xfrm>
          <a:off x="0" y="2101120"/>
          <a:ext cx="8459190" cy="898560"/>
        </a:xfrm>
        <a:prstGeom prst="roundRect">
          <a:avLst/>
        </a:prstGeom>
        <a:solidFill>
          <a:schemeClr val="accent6">
            <a:shade val="50000"/>
            <a:hueOff val="-461694"/>
            <a:satOff val="30780"/>
            <a:lumOff val="4018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800" b="1" kern="1200" dirty="0" smtClean="0"/>
            <a:t>Solução Técnica </a:t>
          </a:r>
          <a:endParaRPr lang="pt-BR" sz="2800" b="1" kern="1200" dirty="0"/>
        </a:p>
      </dsp:txBody>
      <dsp:txXfrm>
        <a:off x="43864" y="2144984"/>
        <a:ext cx="8371462" cy="810832"/>
      </dsp:txXfrm>
    </dsp:sp>
    <dsp:sp modelId="{8A12EFE4-FC0B-4996-85CF-6F87B81C16AC}">
      <dsp:nvSpPr>
        <dsp:cNvPr id="0" name=""/>
        <dsp:cNvSpPr/>
      </dsp:nvSpPr>
      <dsp:spPr>
        <a:xfrm>
          <a:off x="0" y="3137920"/>
          <a:ext cx="8459190" cy="898560"/>
        </a:xfrm>
        <a:prstGeom prst="roundRect">
          <a:avLst/>
        </a:prstGeom>
        <a:solidFill>
          <a:schemeClr val="accent6">
            <a:shade val="50000"/>
            <a:hueOff val="-230847"/>
            <a:satOff val="15390"/>
            <a:lumOff val="2009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800" b="1" kern="1200" dirty="0" smtClean="0"/>
            <a:t>Volumetria</a:t>
          </a:r>
          <a:endParaRPr lang="pt-BR" sz="2800" b="1" kern="1200" dirty="0"/>
        </a:p>
      </dsp:txBody>
      <dsp:txXfrm>
        <a:off x="43864" y="3181784"/>
        <a:ext cx="8371462" cy="8108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8/4/2015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8/4/2015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8/4/2015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8/4/2015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8/4/2015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8/4/2015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8/4/2015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8/4/2015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8/4/2015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8/4/2015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8/4/2015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8/4/2015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-1259" y="2"/>
            <a:ext cx="5762090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7287" y="3276362"/>
            <a:ext cx="1994072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3012751"/>
            <a:ext cx="576083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4400" b="1" dirty="0" smtClean="0">
                <a:solidFill>
                  <a:schemeClr val="bg1"/>
                </a:solidFill>
                <a:latin typeface="+mj-lt"/>
                <a:cs typeface="Gotham Rounded Book"/>
              </a:rPr>
              <a:t>Comitê de Arquitetura</a:t>
            </a:r>
          </a:p>
          <a:p>
            <a:pPr algn="r"/>
            <a:r>
              <a:rPr lang="pt-BR" sz="3600" dirty="0" smtClean="0">
                <a:solidFill>
                  <a:schemeClr val="bg1"/>
                </a:solidFill>
                <a:latin typeface="+mj-lt"/>
                <a:cs typeface="Gotham Rounded Book"/>
              </a:rPr>
              <a:t>{Projeto}</a:t>
            </a:r>
            <a:endParaRPr lang="en-US" dirty="0" smtClean="0">
              <a:solidFill>
                <a:schemeClr val="bg1"/>
              </a:solidFill>
              <a:latin typeface="+mj-lt"/>
              <a:cs typeface="Gotham Rounded Book"/>
            </a:endParaRPr>
          </a:p>
          <a:p>
            <a:pPr algn="r"/>
            <a:r>
              <a:rPr lang="en-US" sz="1600" dirty="0" smtClean="0">
                <a:solidFill>
                  <a:schemeClr val="bg1"/>
                </a:solidFill>
                <a:latin typeface="Gotham Rounded Book"/>
                <a:cs typeface="Gotham Rounded Book"/>
              </a:rPr>
              <a:t>{</a:t>
            </a:r>
            <a:r>
              <a:rPr lang="en-US" sz="1600" dirty="0" err="1" smtClean="0">
                <a:solidFill>
                  <a:schemeClr val="bg1"/>
                </a:solidFill>
                <a:latin typeface="Gotham Rounded Book"/>
                <a:cs typeface="Gotham Rounded Book"/>
              </a:rPr>
              <a:t>mês</a:t>
            </a:r>
            <a:r>
              <a:rPr lang="en-US" sz="1600" dirty="0" smtClean="0">
                <a:solidFill>
                  <a:schemeClr val="bg1"/>
                </a:solidFill>
                <a:latin typeface="Gotham Rounded Book"/>
                <a:cs typeface="Gotham Rounded Book"/>
              </a:rPr>
              <a:t>}/{</a:t>
            </a:r>
            <a:r>
              <a:rPr lang="en-US" sz="1600" dirty="0" err="1" smtClean="0">
                <a:solidFill>
                  <a:schemeClr val="bg1"/>
                </a:solidFill>
                <a:latin typeface="Gotham Rounded Book"/>
                <a:cs typeface="Gotham Rounded Book"/>
              </a:rPr>
              <a:t>ano</a:t>
            </a:r>
            <a:r>
              <a:rPr lang="en-US" sz="1600" dirty="0" smtClean="0">
                <a:solidFill>
                  <a:schemeClr val="bg1"/>
                </a:solidFill>
                <a:latin typeface="Gotham Rounded Book"/>
                <a:cs typeface="Gotham Rounded Book"/>
              </a:rPr>
              <a:t>}</a:t>
            </a:r>
            <a:endParaRPr lang="en-US" sz="1600" dirty="0">
              <a:solidFill>
                <a:schemeClr val="bg1"/>
              </a:solidFill>
              <a:latin typeface="Gotham Rounded Book"/>
              <a:cs typeface="Gotham Rounded Book"/>
            </a:endParaRPr>
          </a:p>
        </p:txBody>
      </p:sp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9143998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91654" y="181114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16275" y="92679"/>
            <a:ext cx="49358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  <a:latin typeface="+mj-lt"/>
                <a:cs typeface="Gotham Rounded Book"/>
              </a:rPr>
              <a:t>Agenda</a:t>
            </a:r>
            <a:endParaRPr lang="en-US" sz="3200" b="1" dirty="0">
              <a:solidFill>
                <a:schemeClr val="bg1"/>
              </a:solidFill>
              <a:latin typeface="+mj-lt"/>
              <a:cs typeface="Gotham Rounded Book"/>
            </a:endParaRPr>
          </a:p>
        </p:txBody>
      </p:sp>
      <p:graphicFrame>
        <p:nvGraphicFramePr>
          <p:cNvPr id="8" name="Diagrama 7"/>
          <p:cNvGraphicFramePr/>
          <p:nvPr>
            <p:extLst>
              <p:ext uri="{D42A27DB-BD31-4B8C-83A1-F6EECF244321}">
                <p14:modId xmlns:p14="http://schemas.microsoft.com/office/powerpoint/2010/main" val="88673451"/>
              </p:ext>
            </p:extLst>
          </p:nvPr>
        </p:nvGraphicFramePr>
        <p:xfrm>
          <a:off x="352301" y="1397000"/>
          <a:ext cx="845919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85834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9143998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91654" y="181114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16275" y="92679"/>
            <a:ext cx="49358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smtClean="0">
                <a:solidFill>
                  <a:schemeClr val="bg1"/>
                </a:solidFill>
                <a:latin typeface="+mj-lt"/>
                <a:cs typeface="Gotham Rounded Book"/>
              </a:rPr>
              <a:t>Contexto do Projeto</a:t>
            </a:r>
            <a:endParaRPr lang="pt-BR" sz="2400" b="1" dirty="0">
              <a:solidFill>
                <a:schemeClr val="bg1"/>
              </a:solidFill>
              <a:latin typeface="+mj-lt"/>
              <a:cs typeface="Gotham Rounded Book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279069" y="1122656"/>
            <a:ext cx="84967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cap="small" dirty="0" smtClean="0">
                <a:latin typeface="Trebuchet MS" panose="020B0603020202020204" pitchFamily="34" charset="0"/>
              </a:rPr>
              <a:t>Descreva a situação atual e o contexto de negócio</a:t>
            </a:r>
            <a:endParaRPr lang="pt-BR" cap="small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2075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9143998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91654" y="181114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16275" y="92679"/>
            <a:ext cx="49358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smtClean="0">
                <a:solidFill>
                  <a:schemeClr val="bg1"/>
                </a:solidFill>
                <a:latin typeface="+mj-lt"/>
                <a:cs typeface="Gotham Rounded Book"/>
              </a:rPr>
              <a:t>Problemática</a:t>
            </a:r>
            <a:endParaRPr lang="pt-BR" sz="2400" b="1" dirty="0">
              <a:solidFill>
                <a:schemeClr val="bg1"/>
              </a:solidFill>
              <a:latin typeface="+mj-lt"/>
              <a:cs typeface="Gotham Rounded Book"/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302820" y="1067422"/>
            <a:ext cx="859179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cap="small" dirty="0"/>
              <a:t>Descreva a problemática </a:t>
            </a:r>
            <a:r>
              <a:rPr lang="pt-BR" cap="small" dirty="0" smtClean="0"/>
              <a:t>atual, causada por uma </a:t>
            </a:r>
            <a:r>
              <a:rPr lang="pt-BR" cap="small" dirty="0"/>
              <a:t>ineficiência em processos e/ou a necessidade </a:t>
            </a:r>
            <a:r>
              <a:rPr lang="pt-BR" cap="small" dirty="0" smtClean="0"/>
              <a:t>de novos sistemas ou modificações dos existentes, que pode trazer </a:t>
            </a:r>
            <a:r>
              <a:rPr lang="pt-BR" cap="small" dirty="0"/>
              <a:t>benefícios </a:t>
            </a:r>
            <a:r>
              <a:rPr lang="pt-BR" cap="small" dirty="0" smtClean="0"/>
              <a:t>importantes a Smiles.</a:t>
            </a:r>
            <a:endParaRPr lang="pt-BR" cap="small" dirty="0"/>
          </a:p>
        </p:txBody>
      </p:sp>
    </p:spTree>
    <p:extLst>
      <p:ext uri="{BB962C8B-B14F-4D97-AF65-F5344CB8AC3E}">
        <p14:creationId xmlns:p14="http://schemas.microsoft.com/office/powerpoint/2010/main" val="1122868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0"/>
            <a:ext cx="9143998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91654" y="181114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16274" y="92679"/>
            <a:ext cx="755582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cs typeface="Gotham Rounded Book"/>
              </a:rPr>
              <a:t>Solução Técnica </a:t>
            </a:r>
          </a:p>
          <a:p>
            <a:r>
              <a:rPr lang="en-US" sz="3200" b="1" dirty="0" smtClean="0">
                <a:solidFill>
                  <a:schemeClr val="bg1"/>
                </a:solidFill>
                <a:cs typeface="Gotham Rounded Book"/>
              </a:rPr>
              <a:t> </a:t>
            </a:r>
            <a:endParaRPr lang="en-US" sz="3200" b="1" dirty="0">
              <a:solidFill>
                <a:schemeClr val="bg1"/>
              </a:solidFill>
              <a:cs typeface="Gotham Rounded Book"/>
            </a:endParaRPr>
          </a:p>
        </p:txBody>
      </p:sp>
      <p:sp>
        <p:nvSpPr>
          <p:cNvPr id="52" name="AutoShape 2" descr="data:image/jpeg;base64,/9j/4AAQSkZJRgABAQAAAQABAAD/2wCEAAkGBhISEBIQDxMQEBASERUREBQQFxoSFRIQGhMVFRUVFRUXJyYfFxojGRUVIDsgJDMpLC0sFx4xNTAqNSYrLCkBCQoKDgwOGg8PGiwkHyQ1KTQ0MDUzLDIsLC8wLywsLCwsNCw0KTUsLCw0NCwsLCwsLCwsLCwsLCksLCwsKSwsLP/AABEIAIkBcAMBIgACEQEDEQH/xAAcAAEAAgMBAQEAAAAAAAAAAAAABgcEBQgDAgH/xABEEAABAwEDCQUGBAQFBAMBAAABAAIDBAURFwYSEyFTVJGS0gcxUaLRFBYiQVKTMmFxgSRyc6EjNEKxsyUzQ8F0grIV/8QAGQEAAwEBAQAAAAAAAAAAAAAAAAMEBQIB/8QAMREAAQMDAwMDAwMDBQAAAAAAAQACAwQRoRIUUhMVITFRYUFx4SJigQWRsSMyQsHx/9oADAMBAAIRAxEAPwCZZcdo01DVaCOKKRuibJe8uBvJcLtX8qj+NVTu8HF632XPZ1PXVWnikhY3RNZdJnX3guN+oHV8Sj2C1Xt6bz+i1IhTaBr9f5WVLutZ0en8L7xqqd3g4vTGqp3eDi9fGC1Xt6bz+iYLVe3pvP6JlqP4yl3rPnC+8aqnd4OL0xqqd3g4vXxgtV7em8/omC1Xt6bz+iLUfxlF6z5wvvGqp3eDi9Maqnd4OL18YLVe3pvP6JgtV7em8/oi1H8ZRes+cKfZB5UPr6d80jGRlsxjAYSRcGMdfr+fxFYnaBlpJZ4g0UccmlMl+eSLs3Muuu/mKysgsl5KCmfDK5j3OmMgMd91xYxt2sDX8JWJ2hZGS2gINC+OPRGTO0mdrzsy67NB+kqEdLr+f9quPV6Hj/cohjVU7vBxemNVTu8HF688F6vb03n9EwXq9vTef0V1qP4yob1nzhemNVTu8HF6Y1VO7wcXrzwXq9vTef0TBer29N5/RFqP4yi9Z84XpjVU7vBxemNVTu8HF688F6vb03n9EwXq9vTef0Raj+MovWfOF6Y1VO7wcXoO2qo+dPBzOXngvV7em8/omC9Xt6bz+iLUfxlF6z5ws6n7bXf+SkH6slu/sW/+1I7I7VqGYhr3PpnHbi5t/wDO28D97lDsF6vb03n9EwXq9vTef0XDmUh9Db+6Y19WPUXVwxyBwDmkOaReCDeCPEEd6+lX2SmRtp0LgGVFNJATe+F5kzT4lpzfgd+Y/cFWCs6RgabNNwtGN5cLuFiirvLLtLmo6t9PHDE9rWscHPLgfibee5WIq5y07NZ6ysfURywsa5rGgPzr72tuPcLkym6ev/U9Eqp6mj/T9Vpsaqnd4OL0xqqd3g4vXxgtV7em8/omC1Xt6bz+i0LUfxlZ96z5wvvGqp3eDi9Maqnd4OL18YLVe3pvP6JgtV7em8/oi1H8ZRes+cL7xqqd3g4vWXZHbFLJURRzQwsifI1j3NLr2hxuztfgSD+l6wcFqvb03n9F+YLVe3pvP6IIpCPpleg1gP8A4rjRY1mxyNhjbMWulaxrZHNvuc8AAuF+vWdayVjlbARERCEVT1/bNK2WRsMMLomvc2Nzi69zASA43eI1/urLtqmkkp5Y4HNZK+NzGOdfc0kXZ2rXqBJ/VVTgtVbem8/orKUQ+TKoqozeBEvTGqp3eDi9Maqnd4OL18YLVe3pvP6JgtV7em8/orLUfxlR3rPnC+8aqnd4OL0xqqd3g4vXxgtV7em8/omC1Xt6bz+iLUfxlF6z5wvvGqp3eDi9SDIftGmrqowSRRRt0TpL2FxN4LRdr/mUcwWq9vTef0UhyF7Op6GqM8skL26J0d0edfeSw36wNXwlLlFNoOj1/lMi3Wsa/T+FYKIiy1qoiIhCi2UnaHTUU2gmZO5+Y198bWltxJA73A3/AAlavGai2dXyM61pu0vJKsqa7S08DpY9CxucC0DODn3j4iD8woph3aW6yc0fUtSKCncwFx8/dZcs9Q15DR4+ysTGai2dXyM60xmotnV8jOtV3h3aW6yc0fUmHdpbrJzR9SZt6bllK3NVxwrExmotnV8jOtMZqLZ1fIzrVd4d2lusnNH1Jh3aW6yc0fUjb03LKNzVccKxMZqLZ1fIzrTGai2dXyM61XeHdpbrJzR9SYd2lusnNH1I29Nyyjc1XHCurJnKaKuidNA2RrWyGMiQAHODWu/0k6rnBeGVOWUNBo9O2V2lzs3RBpuzc2+/OI+oLWdl1iz01JJHUxmJ5qHPAcQb26OMX/CT8weCwe1fJ2pqhTezROlzDLn5paM2/R3fiI8DwUIjj6+kn9KuMknQ1AfqX1jNRbOr5GdaYzUWzq+RnWq7w7tLdZOZnUmHdpbrJzM6ldt6bllQ7mq44ViYzUWzq+RnWmM1Fs6vkZ1qu8O7S3WTmZ1Jh3aW6yczOpG3puWUbmq44ViYzUWzq+RnWmM1Fs6vkZ1qu8O7S3WTmZ1Jh3aW6yczOpG3puWUbmq44ViYzUWzq+RnWmM1Fs6vkZ1qu8O7S3WTmZ1Jh3aW6yczOpG3puWUbmq44ViYzUWzq+RnWmM1Fs6vkZ1qu8O7S3WTmZ1Jh3aW6yczOpG3puWUbmq44ViYzUWzq+RnWv1nbJQkgFlUATcSWMuA8Tc/uVdYd2lusnMzqTDu0d1k5mdSNvTcso3NVxwugGuvF41g9yiuUHaRTUc7qeZlQ57Q1xMbWltzheNZcCtnkgyZtDAypYY5mM0b2uuJuaS1pvBI1tDT+6rvtEyOrKivfLBA+SMsjAcC0AkNuPeQVDBGwyFrz4V88jxGHMHlb/Gai2dXyM60xmotnV8jOtV3h3aW6yczOpMO7S3WTmZ1K7b03LKg3NVxwrExmotnV8jOtMZqLZ1fIzrVd4d2lusnMzqTDu0t1k5mdSNvTcso3NVxwrExmotnV8jOtMZqLZ1fIzrVd4d2lusnMzqTDu0t1k5mdSNvTcso3NVxwrbyZ7QaauldDC2Zjwwyf4oa0FoIBuzXHXrCkypPJXJO0qWsgqPZZM1jwJPiZ/23fC//AFfSSf2CuxQVMbGO/QbhaFNI97f1ixRERTKlRbKPtFpaKbQStme/MDzomtIbffcDnOGu4X/uFq8ZqLZ1fIzrULygyQtOpqpqg0sn+JIXNvczUzuYPxfJoaP2Wvw7tLdZOZnUtZlPT6Rqd5+6yX1NRqOlvj7KxMZqLZ1fIzrTGai2dXyM61XeHdpbrJzM6kw7tLdZOZnUutvTcsrjc1XHCsTGai2dXyM60xmotnV8jOtV3h3aW6yczOpMO7S3WTmZ1I29Nyyjc1XHCsTGai2dXyM61tcm+0OmrZtBCydr8x0l8jWgXAtB/C4m/wCIKpsO7S3WTmZ1KWdmeSVZTVplqIHRR6B7c4lpGcXMIHwkn5FLlgp2sJafP3TYp6hzwHDx9laqIiy1qIiIhCIiIQsS07Whp2CSokZEwuDQ55uBcQSBwB4LWe/ln73BzLQ9sgJoI7rz/FM7v6cqprRu8DwWhT0jZWaiVnVFW6J+kBdB+/ln73BzJ7+WfvcHMufNG7wPBfhjd4HgVR29nIqfuL+IXT8Mwe1r2kOa4BzSO4tIvBH7L7WBYP8AlKf/AOPF/wAbVnrIIsbLYBuLoiIvF6i8aysZEx0srgyNgvc52oNHiV7LQZej/ptX/RP+4XTBqcAuXnS0lfvv5Z+9wcye/ln73BzLnzRu8DwTRu8DwWt29nIrI7g/iF0H7+WfvcHMttQWhHPGJYXtkjdfmuabwbiQbv3BC5m0bvA8Fe/ZgP8ApdPf4y/88imqaVsTdQKppqp0z9JFlKkRFAtBY1oWlFBGZZ3tijBALnm4Xk3Bar38s/e4OZaztYF9mSXbWL/9hUfo3eB4FX01K2VmolZ9TVOhfpAXQfv5Z+9wcye/ln73BzLnzRu8DwTRu8DwKp7ezkVN3F/ELpazLXhqGGSnkZKwOzS5hvAcACR+txHFZah3ZRQmOzWOOoyySSa/DOzB/ZgP7qYrLkaGvLR9FqxuLmBx+qLCtS2YKZofUSMha52a0vNwLribuAKzVXnbQ0mlp7rz/EfL+k9ewsD3hp+q8meWMLh9FJffyz97g5k9/LP3uDmXPmjd4Hgmjd4HgtPt7ORWX3F/ELoP38s/e4OZPfyz97g5lz5o3eB4Jo3eB4I7ezkUdxfxC6D9/LP3uDmWzsy1oahhkp5GSsDi0uYbwHAAkfrcRxXNOjd4HgrE7G7VLKiWldeGzM0jL9ozvA/Vp8iTNRNYwuafROgrXSPDXD1VurDtO2YKZofUSsha52a0vN17ribh+wKzFTfbBaplq2U7by2nZ8V21fc48GhnEqSCLqv0qyol6TNSsb38s/e4OZPfyz97g5lz5o3eDuBTRu8HcCtHt7ORWb3B/FdB+/ln73BzJ7+WfvcHMufNG7wdwKaN3g7gUdvZyKO4P4roP38s/e4OZbOzLWhqGGSnkZKwOLS5hvAcACRwI4rmnRu8HcCrm7HGkUEl94/in9/9OJT1FI2JmoFUU9W6V+khTtERZ60UREQhEREIRERCEX4oL2xuIoI7rx/FM7v6cqpnSu8XcSroKPqs1XsoJ6zov06brqBFy/pXeLuJQyu8XcSn9uPLCT3L9ufwuoUWBYP+Vp/6EX/G1Z6yyLGy1Abi6IiLxeoiLQZen/ptXdsT/uF00aiAuXHSCVvkXL+ld4u4lNK7xdxK0+3HlhZncv25/C6gX6uXtK7xdxKaV3i7iUduPLCO5ftz+F1Ci5e0rvF3EppXeLuJR248sI7l+3P4XUK/Fy/pXeLuJTSu8XcSjtx5YR3L9ufwuoEXMDXvJABcSTcALySTqAA+ZV2dnORZpI9PUXmqlb3E36GPvzP5jqJP6D5a556UQtuXJ8FUZnWDcqaIiKJXIiKvO2hxFLT3Ej+I+X9J6ZEzqPDfdLlf02F3srCRcv6V3i7iU0rvF3ErR7ceWFndy/bn8LqBFy+ZneLuJWwt+gfTVMkBc65pBabzrY4B7DyuC57f5tqwve4eL6c/hdIIuX9K7xdxKaV3i7iV1248sLzuX7c/hdQr8VN1GWRNgsp846Yy+yu169C26S/9M0sZxUD0rvF3EpcdC517m3lMkr2ttYXuF1Ai5f0rvF3ErYWHQOqJtHnOzQySV5BOpjI3PPG4D9wunf0/SLl2Fw3+oajYNz+F0gi5fErvF3EppXeLuJXXbjywvO5ftz+F1Av1cvaV3i7iVc3Y44mgkvvP8U/v/pxJE9H0mar3T4KzrP06bKdoiKFXIiIhCIiIQiIiELEtKyYahgjqI2SsDg4NeLwHAEA/rcTxWs9xLP3Sn5Vru0+2p6ajZJTSGJ5qGsLgAb2mOQkfECO8DgquxGtLen8sfSrYKeWRt2usP5UM9RFG7S5tz/CuL3Es/dKflT3Es/dKflVO4jWlvT+WPpQ9o1pb0/lj6U/Zz8slJ3kHHAV+wxBrWsaA1rQGtA7g0C4AfsvtYdjzOfTwPeb3Ohjc4+LiwEnV+azFmH1WmPRERF4vUXjV0jJWOjlaHxvFzmu1hw8CvZabLGtfDQVMsTiyRkRcxwuNxvGvXqXTQSQAuXEAEleXuJZ+6U/KnuJZ+6U/KqdxFtLen8sfSmItpb0/lj6VpbOflkrN3kHHAVxe4ln7pT8qe4ln7pT8qp3EW0t6fyx9KYi2lvT+WPpRs5+WSjeQccBXF7iWfulPyp7iWfulPyqncRbS3p/LH0piLaW9P5Y+lGzn5ZKN5BxwFcXuJZ+6U/KnuJZ+6U/KqdxFtLen8sfSmItpb0/lj6UbOflko3kHHAV00WSNFE9skVNAyRutrg0XtPiPArbqhqHtOtCORr3zGZoPxRvawNe35i9oBH6j+/crosC3YqyBs8Jva7U4H8THjvY4fIj/ANg9xUs8Ekfl/lVU9RHJ4Z4WxREUqqRYdp2PBUNDKiNkzWnOaHi8B1xF4/YlZihXanbs9LTwvppDE502a4gNN7dG43fED8wEyJpe8Nb6pcrgxhc70W39xLP3Sn5U9xLP3Sn5VTuItpb0/lj6UxFtLen8sfStDZz8slZ+8g44CuL3Es/dKflWTX5K0czs+anhkeGhuc5t5zR3D9lSZ7RrSuP8U/u+mPpV1W5p3UMjqd7mVAhz43NAJLwA664gj4riP3U8sMkRGp3r8lPhmjlB0t9PsvD3Es/dKflT3Es/dKflVO4jWlvT+WPpTEa0t6fyx9Ko2c/LJSN5BxwFcXuJZ+6U/KnuJZ+6U/KqdxGtLen8sfSmI1pb0/lj6UbOflko3kHHAVxe4ln7pT8qyaLJWjhLjDTwxl7DG8tbdnRm69p/I3BUpiLaW9ScsfSrnjM0VnkyvLqllK573kC/S6MuOoC7U7V+ynmikitqd6/JT4Zo5b6W+n2Xl7iWfulPyp7iWfulPyqnR2i2lvT+WPpTEW0t6fyx9Ko2c/LJSN5BxwFcXuJZ+6U/KtnZtkw07DHTxsiYXFxawXAuIAJ/W4DgqKxFtLen8sfSrR7MLZmqaN8lTIZXiocwOIA+EMjIHwgDvceKRPTyxtu51x/KdBURSO0tbY/wpeiIolciIiEIiIhCIiIQtTlLk1FXQiGcyNa2QSAxkA5wa5v+oHVc4qMYNUW0q+dnQtzl5lNJQ0zZomse50zYyJL7rix7r9V2v4QoDjTVbCm8/qrYGTlt4z4UM76cOtIPKkuDVFtKvnZ0JgzQ7Sr52dCjWNNVsKbz+qHtpqthTef1T+nV++UnqUnthW5SUwjjZG28tYxrG399zQAL/wA9S9ljWbUmSGKUgAyRMeQO4FzQSBxWSsw+vlaY9PCIiLxeosO17MZUwSU8hcGStzHFlwcB+RIIWYtZlLajqaknqGBrnRRl7Q6+4n87l029xb1XLrWN/RRbBqi2lXzs6EwaodpV87OhRnGiq2FN5/VMaarYU3n9VpdOr98rN6lJ7YUmwaodpV87OhMGqHaVfOzoUZxpqthTef1VkZH22+ro4qmRrWPeX3hl9wzZHMF1+vualSmpiF3FMiFNKbNCjuDVDtKvnZ0Jg1Q7Sr52dCniJG5l5FUbaLiFA8GqHaVfOzoTBqh2lXzs6FvstcoH0VI6ojax7mvY0B991znAHu1qu8aarYU3n9U+Pcyi7Sp5RTRGzgpNg1Q7Sr52dC3OTOQ8NC97qeSoIeLnskc1zCR3OuDRrGvX+ZUAxpqthTef1TGmq2FN5/VduhqnCx/yuGz0rTdowriRaPI3KE1tIyocGteXPa9rb7g5riNV+vuuP7reLPc0tJBWi1wcAQi02U+SsNfGyOd0jWsfnjRENN+aW684HVcStyotl/lXJQQxSRMjeXy6MiS+4DMc68XXeC6iDi8BnquZS0MJf6LWYNUO0q+dnQmDVDtKvnZ0KM401WwpvP6pjTVbCm8/qtDp1fvlZ/VpPbCkp7GaHaVfOzoU7jjzWho7gAB+yp89tNVsKbz+qt6CTOa1x+bQeIvUtQ2Ztuqqqd0Lr9IKFT9j1C5znZ9S3OcXZrXMDW3m+4Xs7gvPBqi2lXzs6FtMv8p56GKOaGOORrnmOTSZ3wki9hGaRq1OHBQbGmq2FN5/VOj3MjbtPj7pMhpo3aXDz9lJcGqLaVfOzoTBqi2lXzs6FGsaarYU3n9UxpqthTef1TOnV++Uvq0nthSuj7I6KORkgdUuLHteGvcwtJaQQHANF41KZVVMJI3xuvzXscw3d9zgQbvz1qP5B5RT1tO6edkcY0hZGI874gAM5xzifmbv2K3lo1JjhlkABLI3vAPcS1pIB4KGV0hdZ58hXRNjDbsFgVC8GaHaVfOzoTBqi2lXzs6FGh201WwpvP6pjTVbCm8/qrunV++VD1KT2wpLg1RbSr52dCk+TWTUVDCYYDI5rpDITIQTnFrW/wCkDVc0Ks8aarYU3n9VPsg8ppK6mdNKxjHNmdHdHfdcGMdfr+fxFInZOG3kPhOgfTl1ox5UkREUSuRERCEREQhEUUyl7Raein0Esc73ZjX3xhhFxJA/E4G/4StVjRR7Gq4R9ae2nkcLhqQ6oiabFy3uXWTD6+mbBG9sZbM2S94JFwY9t2r+YcFBMFajeIOVy32NFHsarhH1pjRR7Gq4R9apjFTGNLQpZDSyHU4rQ4K1G8QcrkPYpUbxByuW+xoo9jVcI+tMaKPY1XCPrTNdX7YC40Ufvkqb2bSmOGKIkExxsYSO4lrQ28cFkqv8aKPY1XCPrTGij2NVwj61IaaY/wDFViphH/IKwEWnyXynjroXTQtkY1shjIkuBvDWuv8AhJ1XOCx8q8s4aDRaZkr9Ln5uiDTdm5t9+cR9QSem7Vot5Teo3Trv4UgWtykss1NJNTtcGulYWBztYB/O5RHGij2NVwj60xoo9jVcI+tOFPMDcNSjUwkWLgtDgrUbxByuTBWo3iDlct9jRR7Gq4R9aY0UexquEfWq9dX7YCk6dH75K0OCtRvEHK5WLkjYbqOjjpnua9zC+9zQQDnSOf8AP+ZRjGij2NVwj60xoo9jVcI+tKkFTILOCZGaaI3aVYCKv8aKPY1XCPrTGij2NVwj60jay8VRuoeQUjyzyfdW0jqdjmxuc9js5wJHwuB+Sr7BWo3iDlct9jRR7Gq4R9aY0UexquEfWqIxUxizQp5DTSm7itDgrUbxByuTBWo3iDlct9jRR7Gq4R9aY0UexquEfWma6v2wEvp0fvkreZC5MSUNO+CR7JM6UyNLAQACxgu1/m0n91JFg2Ha7aqnjqGNexkgJaJLg64OIvNxI13X/oVH8ou0qno6h1PLHO57WtcTGGFtzhePxOBUJa+V58XKuDo4mDzYKXKMZe5Jvr4Yo43sjLJdIS8EgjMc27V+q02NFHsarhH1pjRR7Gq4R9aYyCdjtQb5SnzwPaWl3haHBWo3iDlcmCtRvEHK5b7Gij2NVwj60xoo9jVcI+tVa6v2wFN06P3yVoT2KVG8QcrlbcEea1rfBoHAXKBHtoo9jV8I+tT6KTOaHDuIB4i9S1DpjbqqqnbCL9Ja3KexBV0ktMSGl7fgcdea8EOaeIH7XqtcFajeIOVyt5RPKTtGgopzBNFUF2a14cwMLXNN+sXuB7wR+yIJZR+mNE8ULv1SKG4K1G8QcrkwVqN4g5XLfY0UexquEfWtvkz2hQ10xhhiqGkMMjnSBgaGggfJxN5JCodLVNFz/gKZsVI42H/a3OT9kClpYaduvRsDSRqzn973fu4k/usi0aYyQyxggF8b2AnuBc0i/wDusheNXUiON8jryGMc8gd5DQSbvz1LPuSb/VaNgBb6Kp8FKjeIOVyYK1G8QcrlvsaKPY1XCPrTGij2NVwj61pa6v2wFm9Oj98laHBWo3iDlcp3kLkw+gpnQSPbIXTOkvYCBcWMbdr/AJf7rRY0UexquEfWmNFHsarhH1pcgqZBpcF3GaWM6mlWAir/ABoo9jVcI+tbbJntEp66fQRRzsdmOkvkDALgWgj4XE3/ABBTOp5Gi5aqm1ETjYOUqRESE9EREIVWdpOR1ZVVulpoTJHoWNzg5jfiDn3i5zgfmFFcNbS3Z33IupXPamVlJTSaKonZFJmh2a6+/NN9x1D8isPEKzt6i83otCOpma0BrfH2KzpKWFzyXO8/cKpMNbS3Z33IupMNbS3Z33IupW3iFZ29Reb0TEKzt6i83ombuo44KXs6flkKpMNbS3Z33IupMNbS3Z33IupW3iFZ29Reb0TEKzt6i83ojd1HHBRs6flkKpMNbS3Z33IupMNbS3Z33IupW3iFZ29Reb0TEKzt6i83ojd1HHBRs6flkLC7MbDnpaSSOpYYnuqHPAJa69pjjAN7SR3tPBYHapk1U1YpvZYjLozLn3Oa27O0d34iL/wngpjZVsw1LDJTSNlYHZhLb7g64G7X+RHFedr5QU9Lm+0ysiz78zOv+K66+679RxUYleJddvPsrDEww6L+PdUnhraW7O+5F1JhraW7O+5F1K28QrO3qLzeiYhWdvUXm9FZu6jjgqPZ0/LIVSYa2luzvuRdSYa2luzvuRdStvEKzt6i83omIVnb1F5vRG7qOOCjZ0/LIVSYa2luzvuRdSYa2luzvuRdStvEKzt6i83omIVnb1F5vRG7qOOCjZ0/LIVSYa2luzvuRdSYa2luzvuRdStvEKzt6i83omIVnb1F5vRG7qOOCjZ0/LIVSYa2luzvuRdSYa2luzvuRdStvEKzt6i83omIVnb1F5vRG7qOOCjZ0/LIVSYa2luzvuRdS+ouzK0i4A05aCQC4vjuaCe83OvuHerciy9oHODWVMbnOIa1rQ4lxPcAANZW/XLq6ZvqAP7rttDC70JP9lj2fRNhijhZ+CNjY2/ytAA/2VXdoWRNbU175qeAyRlkYDs+NusNuOpzgVbK09pZX0dPIYp5445AAS1194BF47gpIJHsfqaLlVzxsezS82CprDS092P3IupMNLT3Y/ci6lbeIVnb1F5vRMQrO3qLzeit3dRxwVFtKflkKpMNLT3Y/ci6kw0tPdj9yLqVt4hWdvUXm9ExCs7eovN6I3dRxwUbSn5ZCqQ9mdp3f5Y920i6lfNMwhjAe8NAP63LQ4hWdvUXm9FIWOBAI1gi8fopaiaSS2sWVVPDHHfQbr9UD7Ucj5qsQS0rNJLGXMeL2tJjIvBvcQNTh51PESY5DG4OanSRiRpa5UFhpaW7H7kXUrF7L8k5aOKZ9SzRzSvDQ29rromjVraSNbnO4BbtmXNAXiMVEZkL8wN+K/Pvzc267vv1Leqmaple3S4WU0NLEx2phuixLWgc+nmYwXudFI1o7r3FhAGv8ystfE0wY1z3G5rQXOJ+TQLyeCjHqrD6KhR2aWnux+5F1Jhpae7H7kXUrbxCs7eovN6JiFZ29Reb0Wnu6jjgrM2lPyyFUmGlp7sfuRdSYaWnux+5F1K28QrO3qLzeiYhWdvUXm9Ebuo44KNpT8shVJhpae7H7kXUpX2a5HVlLWmWphMcegezOz2O+IuYQLmuJ+RUwxCs7eovN6LMsvKukqX6KnnZLJml2a2+/NFwJ1j8wlyVMzmkOb4+xXcdNA1wLXefuFtlo7Yt54lFLSMZJUlmkkdISIqeK+4PlI1km43MGs3E6gt4otkqL3WnI7XIa6aNxPfmMjY2IfoG/wC6jYB5J+iteT4A+qwW2u7U4W1RF57mmOERE+H4s+7/AOy3tiW898jqapY2KqY0PuYc6OaIm4SxOOstv1EHWCopZVr1DbOoqc00JjqYW08Uss3+HnOjObpGBhIzvkNd51XrZVlnezPsWMOz5YpDTF31xGmdpNXhexp/K4J7mD0Pz7fT7JDHH1Hx7/X7qE9rlO91ogta9w9nj1gEj8UngoV7HJ9EnKV08idHXFjQ3T6JMlAHvLtXquYfY5Pok5Snscn0ScpXTyLvuJ45S+2jlhcw+xyfRJylPY5Pok5SunkR3E8co7aOWFzD7HJ9EnKU9jk+iTlK6eRHcTxyjto5YUD7HIi2hlDgWn2p34gR/wCKLxWt7aoXOFHmtc64zX5oJ+UXgrORSCe0vVsrDBeHpXXMPscn0ScpT2OT6JOUrp5FX3E8cqPto5YXMPscn0ScpT2OT6JOUrp5EdxPHKO2jlhcw+xyfRJylPY5Pok5SunkR3E8co7aOWFzD7HJ9EnKU9jk2cnKV08iO4njlHbRywuaqewKqT/t09Q/+WJ5/vcpHZHZTXTEGRraZnzMpBdd+TG3m/8AI3K8Sv0Lh39QefQAJjf6fGPUkqOZLZCU1CM5gMk91xlk/F+YYO5g/TX4kqRoigc8vN3FXtY1gs0IqP7U6Z5tOQta8jRxaw0kfgHgrwRNgm6LtVrpU8PWbpvZcw+xyfRJylPY5Pok5SunkVvcTxyoe2jlhcw+xyfRJylPY5Pok5SunkR3E8co7aOWFzC6jkuP+HJ3fSV0xSf9tn8jf9gvZFLUVPWt4tZVU9MIL+b3RERSqtVtT5HXZQOkzf8AADfbQflpHfDm3+OkznfsFZKImSSGS1/oLJccYjvb6m6LBtwfwtRdsJP+NyzkXANiuyLiy5hFHJ9EnKU9jk+iTlK6eRafcTxysvto5YXMPscn0ScpT2OT6JOUrp5EdxPHKO2jlhcw+xyfRJylTbsip3ttAlzXNHs8mtwI/wBUfiroRcSVxe0t0+qZHQiN4dq9EUZtGhlpqiSqp43Tw1AAq4Y7tIHtGa2aIHU45uot1X3Ai8qTIVA12lXubqUJ/wD6tnmiFAfa3tbEImx6CbTgtuzSLmC54IBv7rwtjYtmzTTsrKtroxDGYqSKQgyNDgA+aYt+ESOAAzRqAv8AmpKi7MnjwuBH58r/2Q=="/>
          <p:cNvSpPr>
            <a:spLocks noChangeAspect="1" noChangeArrowheads="1"/>
          </p:cNvSpPr>
          <p:nvPr/>
        </p:nvSpPr>
        <p:spPr bwMode="auto">
          <a:xfrm>
            <a:off x="63500" y="304781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53" name="AutoShape 4" descr="data:image/jpeg;base64,/9j/4AAQSkZJRgABAQAAAQABAAD/2wCEAAkGBhISEBIQDxMQEBASERUREBQQFxoSFRIQGhMVFRUVFRUXJyYfFxojGRUVIDsgJDMpLC0sFx4xNTAqNSYrLCkBCQoKDgwOGg8PGiwkHyQ1KTQ0MDUzLDIsLC8wLywsLCwsNCw0KTUsLCw0NCwsLCwsLCwsLCwsLCksLCwsKSwsLP/AABEIAIkBcAMBIgACEQEDEQH/xAAcAAEAAgMBAQEAAAAAAAAAAAAABgcEBQgDAgH/xABEEAABAwEDCQUGBAQFBAMBAAABAAIDBAURFwYSEyFTVJGS0gcxUaLRFBYiQVKTMmFxgSRyc6EjNEKxsyUzQ8F0grIV/8QAGQEAAwEBAQAAAAAAAAAAAAAAAAMEBQIB/8QAMREAAQMDAwMDAwMDBQAAAAAAAQACAwQRoRIUUhMVITFRYUFx4SJigQWRsSMyQsHx/9oADAMBAAIRAxEAPwCZZcdo01DVaCOKKRuibJe8uBvJcLtX8qj+NVTu8HF632XPZ1PXVWnikhY3RNZdJnX3guN+oHV8Sj2C1Xt6bz+i1IhTaBr9f5WVLutZ0en8L7xqqd3g4vTGqp3eDi9fGC1Xt6bz+iYLVe3pvP6JlqP4yl3rPnC+8aqnd4OL0xqqd3g4vXxgtV7em8/omC1Xt6bz+iLUfxlF6z5wvvGqp3eDi9Maqnd4OL18YLVe3pvP6JgtV7em8/oi1H8ZRes+cKfZB5UPr6d80jGRlsxjAYSRcGMdfr+fxFYnaBlpJZ4g0UccmlMl+eSLs3Muuu/mKysgsl5KCmfDK5j3OmMgMd91xYxt2sDX8JWJ2hZGS2gINC+OPRGTO0mdrzsy67NB+kqEdLr+f9quPV6Hj/cohjVU7vBxemNVTu8HF688F6vb03n9EwXq9vTef0V1qP4yob1nzhemNVTu8HF6Y1VO7wcXrzwXq9vTef0TBer29N5/RFqP4yi9Z84XpjVU7vBxemNVTu8HF688F6vb03n9EwXq9vTef0Raj+MovWfOF6Y1VO7wcXoO2qo+dPBzOXngvV7em8/omC9Xt6bz+iLUfxlF6z5ws6n7bXf+SkH6slu/sW/+1I7I7VqGYhr3PpnHbi5t/wDO28D97lDsF6vb03n9EwXq9vTef0XDmUh9Db+6Y19WPUXVwxyBwDmkOaReCDeCPEEd6+lX2SmRtp0LgGVFNJATe+F5kzT4lpzfgd+Y/cFWCs6RgabNNwtGN5cLuFiirvLLtLmo6t9PHDE9rWscHPLgfibee5WIq5y07NZ6ysfURywsa5rGgPzr72tuPcLkym6ev/U9Eqp6mj/T9Vpsaqnd4OL0xqqd3g4vXxgtV7em8/omC1Xt6bz+i0LUfxlZ96z5wvvGqp3eDi9Maqnd4OL18YLVe3pvP6JgtV7em8/oi1H8ZRes+cL7xqqd3g4vWXZHbFLJURRzQwsifI1j3NLr2hxuztfgSD+l6wcFqvb03n9F+YLVe3pvP6IIpCPpleg1gP8A4rjRY1mxyNhjbMWulaxrZHNvuc8AAuF+vWdayVjlbARERCEVT1/bNK2WRsMMLomvc2Nzi69zASA43eI1/urLtqmkkp5Y4HNZK+NzGOdfc0kXZ2rXqBJ/VVTgtVbem8/orKUQ+TKoqozeBEvTGqp3eDi9Maqnd4OL18YLVe3pvP6JgtV7em8/orLUfxlR3rPnC+8aqnd4OL0xqqd3g4vXxgtV7em8/omC1Xt6bz+iLUfxlF6z5wvvGqp3eDi9SDIftGmrqowSRRRt0TpL2FxN4LRdr/mUcwWq9vTef0UhyF7Op6GqM8skL26J0d0edfeSw36wNXwlLlFNoOj1/lMi3Wsa/T+FYKIiy1qoiIhCi2UnaHTUU2gmZO5+Y198bWltxJA73A3/AAlavGai2dXyM61pu0vJKsqa7S08DpY9CxucC0DODn3j4iD8woph3aW6yc0fUtSKCncwFx8/dZcs9Q15DR4+ysTGai2dXyM60xmotnV8jOtV3h3aW6yc0fUmHdpbrJzR9SZt6bllK3NVxwrExmotnV8jOtMZqLZ1fIzrVd4d2lusnNH1Jh3aW6yc0fUjb03LKNzVccKxMZqLZ1fIzrTGai2dXyM61XeHdpbrJzR9SYd2lusnNH1I29Nyyjc1XHCurJnKaKuidNA2RrWyGMiQAHODWu/0k6rnBeGVOWUNBo9O2V2lzs3RBpuzc2+/OI+oLWdl1iz01JJHUxmJ5qHPAcQb26OMX/CT8weCwe1fJ2pqhTezROlzDLn5paM2/R3fiI8DwUIjj6+kn9KuMknQ1AfqX1jNRbOr5GdaYzUWzq+RnWq7w7tLdZOZnUmHdpbrJzM6ldt6bllQ7mq44ViYzUWzq+RnWmM1Fs6vkZ1qu8O7S3WTmZ1Jh3aW6yczOpG3puWUbmq44ViYzUWzq+RnWmM1Fs6vkZ1qu8O7S3WTmZ1Jh3aW6yczOpG3puWUbmq44ViYzUWzq+RnWmM1Fs6vkZ1qu8O7S3WTmZ1Jh3aW6yczOpG3puWUbmq44ViYzUWzq+RnWmM1Fs6vkZ1qu8O7S3WTmZ1Jh3aW6yczOpG3puWUbmq44ViYzUWzq+RnWv1nbJQkgFlUATcSWMuA8Tc/uVdYd2lusnMzqTDu0d1k5mdSNvTcso3NVxwugGuvF41g9yiuUHaRTUc7qeZlQ57Q1xMbWltzheNZcCtnkgyZtDAypYY5mM0b2uuJuaS1pvBI1tDT+6rvtEyOrKivfLBA+SMsjAcC0AkNuPeQVDBGwyFrz4V88jxGHMHlb/Gai2dXyM60xmotnV8jOtV3h3aW6yczOpMO7S3WTmZ1K7b03LKg3NVxwrExmotnV8jOtMZqLZ1fIzrVd4d2lusnMzqTDu0t1k5mdSNvTcso3NVxwrExmotnV8jOtMZqLZ1fIzrVd4d2lusnMzqTDu0t1k5mdSNvTcso3NVxwrbyZ7QaauldDC2Zjwwyf4oa0FoIBuzXHXrCkypPJXJO0qWsgqPZZM1jwJPiZ/23fC//AFfSSf2CuxQVMbGO/QbhaFNI97f1ixRERTKlRbKPtFpaKbQStme/MDzomtIbffcDnOGu4X/uFq8ZqLZ1fIzrULygyQtOpqpqg0sn+JIXNvczUzuYPxfJoaP2Wvw7tLdZOZnUtZlPT6Rqd5+6yX1NRqOlvj7KxMZqLZ1fIzrTGai2dXyM61XeHdpbrJzM6kw7tLdZOZnUutvTcsrjc1XHCsTGai2dXyM60xmotnV8jOtV3h3aW6yczOpMO7S3WTmZ1I29Nyyjc1XHCsTGai2dXyM61tcm+0OmrZtBCydr8x0l8jWgXAtB/C4m/wCIKpsO7S3WTmZ1KWdmeSVZTVplqIHRR6B7c4lpGcXMIHwkn5FLlgp2sJafP3TYp6hzwHDx9laqIiy1qIiIhCIiIQsS07Whp2CSokZEwuDQ55uBcQSBwB4LWe/ln73BzLQ9sgJoI7rz/FM7v6cqprRu8DwWhT0jZWaiVnVFW6J+kBdB+/ln73BzJ7+WfvcHMufNG7wPBfhjd4HgVR29nIqfuL+IXT8Mwe1r2kOa4BzSO4tIvBH7L7WBYP8AlKf/AOPF/wAbVnrIIsbLYBuLoiIvF6i8aysZEx0srgyNgvc52oNHiV7LQZej/ptX/RP+4XTBqcAuXnS0lfvv5Z+9wcye/ln73BzLnzRu8DwTRu8DwWt29nIrI7g/iF0H7+WfvcHMttQWhHPGJYXtkjdfmuabwbiQbv3BC5m0bvA8Fe/ZgP8ApdPf4y/88imqaVsTdQKppqp0z9JFlKkRFAtBY1oWlFBGZZ3tijBALnm4Xk3Bar38s/e4OZaztYF9mSXbWL/9hUfo3eB4FX01K2VmolZ9TVOhfpAXQfv5Z+9wcye/ln73BzLnzRu8DwTRu8DwKp7ezkVN3F/ELpazLXhqGGSnkZKwOzS5hvAcACR+txHFZah3ZRQmOzWOOoyySSa/DOzB/ZgP7qYrLkaGvLR9FqxuLmBx+qLCtS2YKZofUSMha52a0vNwLribuAKzVXnbQ0mlp7rz/EfL+k9ewsD3hp+q8meWMLh9FJffyz97g5k9/LP3uDmXPmjd4Hgmjd4HgtPt7ORWX3F/ELoP38s/e4OZPfyz97g5lz5o3eB4Jo3eB4I7ezkUdxfxC6D9/LP3uDmWzsy1oahhkp5GSsDi0uYbwHAAkfrcRxXNOjd4HgrE7G7VLKiWldeGzM0jL9ozvA/Vp8iTNRNYwuafROgrXSPDXD1VurDtO2YKZofUSsha52a0vN17ribh+wKzFTfbBaplq2U7by2nZ8V21fc48GhnEqSCLqv0qyol6TNSsb38s/e4OZPfyz97g5lz5o3eDuBTRu8HcCtHt7ORWb3B/FdB+/ln73BzJ7+WfvcHMufNG7wdwKaN3g7gUdvZyKO4P4roP38s/e4OZbOzLWhqGGSnkZKwOLS5hvAcACRwI4rmnRu8HcCrm7HGkUEl94/in9/9OJT1FI2JmoFUU9W6V+khTtERZ60UREQhEREIRERCEX4oL2xuIoI7rx/FM7v6cqpnSu8XcSroKPqs1XsoJ6zov06brqBFy/pXeLuJQyu8XcSn9uPLCT3L9ufwuoUWBYP+Vp/6EX/G1Z6yyLGy1Abi6IiLxeoiLQZen/ptXdsT/uF00aiAuXHSCVvkXL+ld4u4lNK7xdxK0+3HlhZncv25/C6gX6uXtK7xdxKaV3i7iUduPLCO5ftz+F1Ci5e0rvF3EppXeLuJR248sI7l+3P4XUK/Fy/pXeLuJTSu8XcSjtx5YR3L9ufwuoEXMDXvJABcSTcALySTqAA+ZV2dnORZpI9PUXmqlb3E36GPvzP5jqJP6D5a556UQtuXJ8FUZnWDcqaIiKJXIiKvO2hxFLT3Ej+I+X9J6ZEzqPDfdLlf02F3srCRcv6V3i7iU0rvF3ErR7ceWFndy/bn8LqBFy+ZneLuJWwt+gfTVMkBc65pBabzrY4B7DyuC57f5tqwve4eL6c/hdIIuX9K7xdxKaV3i7iV1248sLzuX7c/hdQr8VN1GWRNgsp846Yy+yu169C26S/9M0sZxUD0rvF3EpcdC517m3lMkr2ttYXuF1Ai5f0rvF3ErYWHQOqJtHnOzQySV5BOpjI3PPG4D9wunf0/SLl2Fw3+oajYNz+F0gi5fErvF3EppXeLuJXXbjywvO5ftz+F1Av1cvaV3i7iVc3Y44mgkvvP8U/v/pxJE9H0mar3T4KzrP06bKdoiKFXIiIhCIiIQiIiELEtKyYahgjqI2SsDg4NeLwHAEA/rcTxWs9xLP3Sn5Vru0+2p6ajZJTSGJ5qGsLgAb2mOQkfECO8DgquxGtLen8sfSrYKeWRt2usP5UM9RFG7S5tz/CuL3Es/dKflT3Es/dKflVO4jWlvT+WPpQ9o1pb0/lj6U/Zz8slJ3kHHAV+wxBrWsaA1rQGtA7g0C4AfsvtYdjzOfTwPeb3Ohjc4+LiwEnV+azFmH1WmPRERF4vUXjV0jJWOjlaHxvFzmu1hw8CvZabLGtfDQVMsTiyRkRcxwuNxvGvXqXTQSQAuXEAEleXuJZ+6U/KnuJZ+6U/KqdxFtLen8sfSmItpb0/lj6VpbOflkrN3kHHAVxe4ln7pT8qe4ln7pT8qp3EW0t6fyx9KYi2lvT+WPpRs5+WSjeQccBXF7iWfulPyp7iWfulPyqncRbS3p/LH0piLaW9P5Y+lGzn5ZKN5BxwFcXuJZ+6U/KnuJZ+6U/KqdxFtLen8sfSmItpb0/lj6UbOflko3kHHAV00WSNFE9skVNAyRutrg0XtPiPArbqhqHtOtCORr3zGZoPxRvawNe35i9oBH6j+/crosC3YqyBs8Jva7U4H8THjvY4fIj/ANg9xUs8Ekfl/lVU9RHJ4Z4WxREUqqRYdp2PBUNDKiNkzWnOaHi8B1xF4/YlZihXanbs9LTwvppDE502a4gNN7dG43fED8wEyJpe8Nb6pcrgxhc70W39xLP3Sn5U9xLP3Sn5VTuItpb0/lj6UxFtLen8sfStDZz8slZ+8g44CuL3Es/dKflWTX5K0czs+anhkeGhuc5t5zR3D9lSZ7RrSuP8U/u+mPpV1W5p3UMjqd7mVAhz43NAJLwA664gj4riP3U8sMkRGp3r8lPhmjlB0t9PsvD3Es/dKflT3Es/dKflVO4jWlvT+WPpTEa0t6fyx9Ko2c/LJSN5BxwFcXuJZ+6U/KnuJZ+6U/KqdxGtLen8sfSmI1pb0/lj6UbOflko3kHHAVxe4ln7pT8qyaLJWjhLjDTwxl7DG8tbdnRm69p/I3BUpiLaW9ScsfSrnjM0VnkyvLqllK573kC/S6MuOoC7U7V+ynmikitqd6/JT4Zo5b6W+n2Xl7iWfulPyp7iWfulPyqnR2i2lvT+WPpTEW0t6fyx9Ko2c/LJSN5BxwFcXuJZ+6U/KtnZtkw07DHTxsiYXFxawXAuIAJ/W4DgqKxFtLen8sfSrR7MLZmqaN8lTIZXiocwOIA+EMjIHwgDvceKRPTyxtu51x/KdBURSO0tbY/wpeiIolciIiEIiIhCIiIQtTlLk1FXQiGcyNa2QSAxkA5wa5v+oHVc4qMYNUW0q+dnQtzl5lNJQ0zZomse50zYyJL7rix7r9V2v4QoDjTVbCm8/qrYGTlt4z4UM76cOtIPKkuDVFtKvnZ0JgzQ7Sr52dCjWNNVsKbz+qHtpqthTef1T+nV++UnqUnthW5SUwjjZG28tYxrG399zQAL/wA9S9ljWbUmSGKUgAyRMeQO4FzQSBxWSsw+vlaY9PCIiLxeosO17MZUwSU8hcGStzHFlwcB+RIIWYtZlLajqaknqGBrnRRl7Q6+4n87l029xb1XLrWN/RRbBqi2lXzs6EwaodpV87OhRnGiq2FN5/VMaarYU3n9VpdOr98rN6lJ7YUmwaodpV87OhMGqHaVfOzoUZxpqthTef1VkZH22+ro4qmRrWPeX3hl9wzZHMF1+vualSmpiF3FMiFNKbNCjuDVDtKvnZ0Jg1Q7Sr52dCniJG5l5FUbaLiFA8GqHaVfOzoTBqh2lXzs6FvstcoH0VI6ojax7mvY0B991znAHu1qu8aarYU3n9U+Pcyi7Sp5RTRGzgpNg1Q7Sr52dC3OTOQ8NC97qeSoIeLnskc1zCR3OuDRrGvX+ZUAxpqthTef1TGmq2FN5/VduhqnCx/yuGz0rTdowriRaPI3KE1tIyocGteXPa9rb7g5riNV+vuuP7reLPc0tJBWi1wcAQi02U+SsNfGyOd0jWsfnjRENN+aW684HVcStyotl/lXJQQxSRMjeXy6MiS+4DMc68XXeC6iDi8BnquZS0MJf6LWYNUO0q+dnQmDVDtKvnZ0KM401WwpvP6pjTVbCm8/qtDp1fvlZ/VpPbCkp7GaHaVfOzoU7jjzWho7gAB+yp89tNVsKbz+qt6CTOa1x+bQeIvUtQ2Ztuqqqd0Lr9IKFT9j1C5znZ9S3OcXZrXMDW3m+4Xs7gvPBqi2lXzs6FtMv8p56GKOaGOORrnmOTSZ3wki9hGaRq1OHBQbGmq2FN5/VOj3MjbtPj7pMhpo3aXDz9lJcGqLaVfOzoTBqi2lXzs6FGsaarYU3n9UxpqthTef1TOnV++Uvq0nthSuj7I6KORkgdUuLHteGvcwtJaQQHANF41KZVVMJI3xuvzXscw3d9zgQbvz1qP5B5RT1tO6edkcY0hZGI874gAM5xzifmbv2K3lo1JjhlkABLI3vAPcS1pIB4KGV0hdZ58hXRNjDbsFgVC8GaHaVfOzoTBqi2lXzs6FGh201WwpvP6pjTVbCm8/qrunV++VD1KT2wpLg1RbSr52dCk+TWTUVDCYYDI5rpDITIQTnFrW/wCkDVc0Ks8aarYU3n9VPsg8ppK6mdNKxjHNmdHdHfdcGMdfr+fxFInZOG3kPhOgfTl1ox5UkREUSuRERCEREQhEUUyl7Raein0Esc73ZjX3xhhFxJA/E4G/4StVjRR7Gq4R9ae2nkcLhqQ6oiabFy3uXWTD6+mbBG9sZbM2S94JFwY9t2r+YcFBMFajeIOVy32NFHsarhH1pjRR7Gq4R9apjFTGNLQpZDSyHU4rQ4K1G8QcrkPYpUbxByuW+xoo9jVcI+tMaKPY1XCPrTNdX7YC40Ufvkqb2bSmOGKIkExxsYSO4lrQ28cFkqv8aKPY1XCPrTGij2NVwj61IaaY/wDFViphH/IKwEWnyXynjroXTQtkY1shjIkuBvDWuv8AhJ1XOCx8q8s4aDRaZkr9Ln5uiDTdm5t9+cR9QSem7Vot5Teo3Trv4UgWtykss1NJNTtcGulYWBztYB/O5RHGij2NVwj60xoo9jVcI+tOFPMDcNSjUwkWLgtDgrUbxByuTBWo3iDlct9jRR7Gq4R9aY0UexquEfWq9dX7YCk6dH75K0OCtRvEHK5WLkjYbqOjjpnua9zC+9zQQDnSOf8AP+ZRjGij2NVwj60xoo9jVcI+tKkFTILOCZGaaI3aVYCKv8aKPY1XCPrTGij2NVwj60jay8VRuoeQUjyzyfdW0jqdjmxuc9js5wJHwuB+Sr7BWo3iDlct9jRR7Gq4R9aY0UexquEfWqIxUxizQp5DTSm7itDgrUbxByuTBWo3iDlct9jRR7Gq4R9aY0UexquEfWma6v2wEvp0fvkreZC5MSUNO+CR7JM6UyNLAQACxgu1/m0n91JFg2Ha7aqnjqGNexkgJaJLg64OIvNxI13X/oVH8ou0qno6h1PLHO57WtcTGGFtzhePxOBUJa+V58XKuDo4mDzYKXKMZe5Jvr4Yo43sjLJdIS8EgjMc27V+q02NFHsarhH1pjRR7Gq4R9aYyCdjtQb5SnzwPaWl3haHBWo3iDlcmCtRvEHK5b7Gij2NVwj60xoo9jVcI+tVa6v2wFN06P3yVoT2KVG8QcrlbcEea1rfBoHAXKBHtoo9jV8I+tT6KTOaHDuIB4i9S1DpjbqqqnbCL9Ja3KexBV0ktMSGl7fgcdea8EOaeIH7XqtcFajeIOVyt5RPKTtGgopzBNFUF2a14cwMLXNN+sXuB7wR+yIJZR+mNE8ULv1SKG4K1G8QcrkwVqN4g5XLfY0UexquEfWtvkz2hQ10xhhiqGkMMjnSBgaGggfJxN5JCodLVNFz/gKZsVI42H/a3OT9kClpYaduvRsDSRqzn973fu4k/usi0aYyQyxggF8b2AnuBc0i/wDusheNXUiON8jryGMc8gd5DQSbvz1LPuSb/VaNgBb6Kp8FKjeIOVyYK1G8QcrlvsaKPY1XCPrTGij2NVwj61pa6v2wFm9Oj98laHBWo3iDlcp3kLkw+gpnQSPbIXTOkvYCBcWMbdr/AJf7rRY0UexquEfWmNFHsarhH1pcgqZBpcF3GaWM6mlWAir/ABoo9jVcI+tbbJntEp66fQRRzsdmOkvkDALgWgj4XE3/ABBTOp5Gi5aqm1ETjYOUqRESE9EREIVWdpOR1ZVVulpoTJHoWNzg5jfiDn3i5zgfmFFcNbS3Z33IupXPamVlJTSaKonZFJmh2a6+/NN9x1D8isPEKzt6i83otCOpma0BrfH2KzpKWFzyXO8/cKpMNbS3Z33IupMNbS3Z33IupW3iFZ29Reb0TEKzt6i83ombuo44KXs6flkKpMNbS3Z33IupMNbS3Z33IupW3iFZ29Reb0TEKzt6i83ojd1HHBRs6flkKpMNbS3Z33IupMNbS3Z33IupW3iFZ29Reb0TEKzt6i83ojd1HHBRs6flkLC7MbDnpaSSOpYYnuqHPAJa69pjjAN7SR3tPBYHapk1U1YpvZYjLozLn3Oa27O0d34iL/wngpjZVsw1LDJTSNlYHZhLb7g64G7X+RHFedr5QU9Lm+0ysiz78zOv+K66+679RxUYleJddvPsrDEww6L+PdUnhraW7O+5F1JhraW7O+5F1K28QrO3qLzeiYhWdvUXm9FZu6jjgqPZ0/LIVSYa2luzvuRdSYa2luzvuRdStvEKzt6i83omIVnb1F5vRG7qOOCjZ0/LIVSYa2luzvuRdSYa2luzvuRdStvEKzt6i83omIVnb1F5vRG7qOOCjZ0/LIVSYa2luzvuRdSYa2luzvuRdStvEKzt6i83omIVnb1F5vRG7qOOCjZ0/LIVSYa2luzvuRdSYa2luzvuRdStvEKzt6i83omIVnb1F5vRG7qOOCjZ0/LIVSYa2luzvuRdS+ouzK0i4A05aCQC4vjuaCe83OvuHerciy9oHODWVMbnOIa1rQ4lxPcAANZW/XLq6ZvqAP7rttDC70JP9lj2fRNhijhZ+CNjY2/ytAA/2VXdoWRNbU175qeAyRlkYDs+NusNuOpzgVbK09pZX0dPIYp5445AAS1194BF47gpIJHsfqaLlVzxsezS82CprDS092P3IupMNLT3Y/ci6lbeIVnb1F5vRMQrO3qLzeit3dRxwVFtKflkKpMNLT3Y/ci6kw0tPdj9yLqVt4hWdvUXm9ExCs7eovN6I3dRxwUbSn5ZCqQ9mdp3f5Y920i6lfNMwhjAe8NAP63LQ4hWdvUXm9FIWOBAI1gi8fopaiaSS2sWVVPDHHfQbr9UD7Ucj5qsQS0rNJLGXMeL2tJjIvBvcQNTh51PESY5DG4OanSRiRpa5UFhpaW7H7kXUrF7L8k5aOKZ9SzRzSvDQ29rromjVraSNbnO4BbtmXNAXiMVEZkL8wN+K/Pvzc267vv1Leqmaple3S4WU0NLEx2phuixLWgc+nmYwXudFI1o7r3FhAGv8ystfE0wY1z3G5rQXOJ+TQLyeCjHqrD6KhR2aWnux+5F1Jhpae7H7kXUrbxCs7eovN6JiFZ29Reb0Wnu6jjgrM2lPyyFUmGlp7sfuRdSYaWnux+5F1K28QrO3qLzeiYhWdvUXm9Ebuo44KNpT8shVJhpae7H7kXUpX2a5HVlLWmWphMcegezOz2O+IuYQLmuJ+RUwxCs7eovN6LMsvKukqX6KnnZLJml2a2+/NFwJ1j8wlyVMzmkOb4+xXcdNA1wLXefuFtlo7Yt54lFLSMZJUlmkkdISIqeK+4PlI1km43MGs3E6gt4otkqL3WnI7XIa6aNxPfmMjY2IfoG/wC6jYB5J+iteT4A+qwW2u7U4W1RF57mmOERE+H4s+7/AOy3tiW898jqapY2KqY0PuYc6OaIm4SxOOstv1EHWCopZVr1DbOoqc00JjqYW08Uss3+HnOjObpGBhIzvkNd51XrZVlnezPsWMOz5YpDTF31xGmdpNXhexp/K4J7mD0Pz7fT7JDHH1Hx7/X7qE9rlO91ogta9w9nj1gEj8UngoV7HJ9EnKV08idHXFjQ3T6JMlAHvLtXquYfY5Pok5Snscn0ScpXTyLvuJ45S+2jlhcw+xyfRJylPY5Pok5SunkR3E8co7aOWFzD7HJ9EnKU9jk+iTlK6eRHcTxyjto5YUD7HIi2hlDgWn2p34gR/wCKLxWt7aoXOFHmtc64zX5oJ+UXgrORSCe0vVsrDBeHpXXMPscn0ScpT2OT6JOUrp5FX3E8cqPto5YXMPscn0ScpT2OT6JOUrp5EdxPHKO2jlhcw+xyfRJylPY5Pok5SunkR3E8co7aOWFzD7HJ9EnKU9jk2cnKV08iO4njlHbRywuaqewKqT/t09Q/+WJ5/vcpHZHZTXTEGRraZnzMpBdd+TG3m/8AI3K8Sv0Lh39QefQAJjf6fGPUkqOZLZCU1CM5gMk91xlk/F+YYO5g/TX4kqRoigc8vN3FXtY1gs0IqP7U6Z5tOQta8jRxaw0kfgHgrwRNgm6LtVrpU8PWbpvZcw+xyfRJylPY5Pok5SunkVvcTxyoe2jlhcw+xyfRJylPY5Pok5SunkR3E8co7aOWFzC6jkuP+HJ3fSV0xSf9tn8jf9gvZFLUVPWt4tZVU9MIL+b3RERSqtVtT5HXZQOkzf8AADfbQflpHfDm3+OkznfsFZKImSSGS1/oLJccYjvb6m6LBtwfwtRdsJP+NyzkXANiuyLiy5hFHJ9EnKU9jk+iTlK6eRafcTxysvto5YXMPscn0ScpT2OT6JOUrp5EdxPHKO2jlhcw+xyfRJylTbsip3ttAlzXNHs8mtwI/wBUfiroRcSVxe0t0+qZHQiN4dq9EUZtGhlpqiSqp43Tw1AAq4Y7tIHtGa2aIHU45uot1X3Ai8qTIVA12lXubqUJ/wD6tnmiFAfa3tbEImx6CbTgtuzSLmC54IBv7rwtjYtmzTTsrKtroxDGYqSKQgyNDgA+aYt+ESOAAzRqAv8AmpKi7MnjwuBH58r/2Q=="/>
          <p:cNvSpPr>
            <a:spLocks noChangeAspect="1" noChangeArrowheads="1"/>
          </p:cNvSpPr>
          <p:nvPr/>
        </p:nvSpPr>
        <p:spPr bwMode="auto">
          <a:xfrm>
            <a:off x="215900" y="457181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63" name="AutoShape 8" descr="data:image/jpeg;base64,/9j/4AAQSkZJRgABAQAAAQABAAD/2wCEAAkGBxMHEhAPERQWEhIWEhQWFRIXFRQUGBQWFBQWFhYYFRQYHCggGRsmGxUeIj0hJiksLi4uFyAzODMtQygtMS4BCgoKDg0OGxAQGywkICYsLDQ3LCwsLCwsLDQvLCwsLCw0LCwsLCwsLCwsLCwsLCwsLCwsLCwsLDQsLCwsLCwsLP/AABEIAOEA4QMBEQACEQEDEQH/xAAcAAEAAgMBAQEAAAAAAAAAAAAABgcEBQgDAgH/xABHEAACAQMBAwkEBQkFCQEAAAAAAQIDBBEFBhIhBxMiMUFRYXGBFBWCkTJzg6HRI0JSYnKSorHBFlNjssI0Q5OUo7PS0+EX/8QAGgEBAAMBAQEAAAAAAAAAAAAAAAMEBQIGAf/EADMRAQACAgECBQEHAwMFAAAAAAABAgMRBBIhBTFBUWETFCIygcHR8JGhsUJx4SMzQ2KS/9oADAMBAAIRAxEAPwC8QAAAAAAAAAAAAAAAAAAAAAAAAAAAAAAAAAAAAAAAAAAAAAAAAAAAAAAAAAAAAAAAAAAAAAAAAAAAAAAAAAAAAAAAAAAAAAAAAAAAAAAAAAAAAAAAAAAAAAAAAAAAAAAAAAAAAAAAAAAAAAAAAAAAAAAAAAAAAAAAAAAAAAAAAAAAAAAAAAAAAAAAAAAAAAAAAAAAAAAAAAAAAAAAAAAAAAAAAAMDV9Wp6QoSqt9Oe5FJZbeG/lhPid48dsk6qjy5a4q9VmHHaig+2S9F+JY+xZfhVjxDD8suhrdCt1VEvPK+98CO3Gy19EteXht5WZ0Jqaymmu9cSGYmPNYiYnvD6Pj6AAAAAAAAAAAAAAAAAAAAAAAAGk1faSlp+VFqcvPgvN9pbw8S+TvPaFHkc/Hi7R3lr9mdTqa7WnOT/J011LhFylnCx24Sb+RNysVMNIrHnKtweRfk5JtM9o/pv+folZnNdUvKNrHtV6qUX0beG79pUxKfniO6vPeNnw3Fqs3n1ef8YyTa0Y6+ndHFfSXaaXZi9F/d7UtTlDtHTWTqyVbbTtpJ2zypNeTIcnHreO8LGLm5Mc+yaaPtjGviNX95f1X4GZm4Ex3o2uN4pFu1/wCqVUqsayUotST6mjOms1nUtatotG4fZ8dAAAAAAAAAAAAAAAAAAAAfknu8XwXeCZ0hG1O1eM06TxHqcu2X4I1uLwtfev5sLneI/wCmnl/lXt7qLq5bfA1IiI8mN02yd7Lb2G073dZ0lJYnUXOT858Un5RwvQ8/zMv1Msz6R2eq4GD6OGK+s9201a/jpVGtcVPoUqcpvvaim8LxfV6latZtOoW5nUbc5Tvp3Mp1ajzOpOU5v9abcnjwyz0uOsUrFY9Hmsu8l5tPq/FcHe3H033G5G3E42RTucn3aK2KJZlvduHFM+7Q/RmJ3CV7ObUTsJLjmL64vqf4PxKmfjVywv8AF5eTDPfyWbp19DUYKpTeU+tdqfczDyY7Y7dNno8OauWvVVlEaUAAAAAAAAAAAAAAAAAAEM212g5lOjB9X0n3vuNTg8bf37MTxLm9P/Tr/PhWN7dubbZreXaGNjxzaeqz92YsXrt5Qt+uLnvVPq4dKWfPG78SK/Iy/TxzZpcbB15Ih0B1HnXolb8tmsezW9Gzi+lXnvT+qotSfzm4eiZd4OPqydXsr8m2qa91OuZs7Zf0zfGz6b6VQbczR6wrHW0Vsb2jcYG0f02ZbXYczVM9kdopadNPri+Eo96/Er8jBGWuvV3x89sF9+i2qFZXEYzi8xksp+DMC1ZrOpekraLRFo8nofHQAAAAAAAAAAAAAAAA12vah7uoyn+c+EfN9voT8fF9S8R6K3KzfSxzb1Uzq1468m2z0UR0xp5PvlvuUeu6+T5K7SiyeRbScRuL6S4yfNU3+rHEpteDlhfAzJ8QybmKR/u2eDj1E2WeZq+qvb7YW/2jvZ3FN0eaVOnTpKVScZKMVvSytxrO/KXb1YL/ABuRjxV1O9oMuKbz2RS+5NNStIuSpQq47KdSLfynu58lxLVebimfZD9nsh8k4NppxabTi004tPDTT4pp8MMtRO0c115v2OXwXF9iXW33JDbmapzT5K9Rkk/yCyup1ZZXg8Qaz6lT7fi+f5+bueJaX0+SzUV/cf8AFl/4H37fi+f5+bn7Hb4fsOTPUaf5tJ+VX8UfY5+L5R24N59mHd6Xc6E4q5pSpZeFJ4lFvuU4txz4ZyWcefHk/DKlm418f4o7LH5PNZ55O3k/GH+pf1+ZQ5+H/wAkLfhufzxT+SbmW2AAAAAAAAAAAAAAAABX3KHqOZc2nwiser4v+nyNnw/FqvV7vO+L5926I9FZ3tXBoypYaahp6jdRqMVmTaSS6228JL1I5nXm0MdduktmtKWiWtvbLH5OmlJrtm+M5esm36nncuT6l5t7tylemsVfu0et0tnberd1883TSyopOUnKSjGMU2uLbS6zmtZtOodTOu6PbI8o1vtXXdtRo3EJKnKo5VI0lFRi4ri41JPOZLsJMmC1I3L5W8T5JmQulAcs9KFnqbcVh1LalUml+nvVIZfi4wj8jU4eT7mpV80Rticl2mLW9QoJrMKOa8/s2txfvuPomS8nL045169nGOu7OijGW0Y2t25tdk50qdxzjnUi5KNOKk1FPGZZaxl/yZJTFa/4XNrRXzemyO2dvta6yt1VXNbm85w3V097GHl5fRYvjtT8RW0W8m71CyhqNOdCrHepzi4yXg+7ua689jRzW01ncPtqxaNSpLZfU/YKscTTcKjWf0t2TWfXH3noZj6uPv6w8zafoZtx6SvKlUVaMZLqaTXk1lHnZiYnUvTVtFoiYfZ8fQAAAAAAAAAAAAAH43jiBQ21GrSvqk55wnJtLzZ6jHjjHWKw8ZOSc+Sbz7ofeVXJ9bPl5X8NISLkq0h6xqNFy406CdeXdmDSprz32n8DM/lZOnHPy1sFI6nRBkLyneX3Wv8AZdPi++4qLwWYUk/Bvffwot8Sm7dSLNOo02HILo/s9vcXslxrVNyD/wAOjlNrzm5L4EOXfdor7GKNRtaRUSuWtt9Z9/393cp5g6jhTfWubpdCDXg8b3xGpgp00hVyTuy2OQnRvZLSreSXSuKmI/V0W4r5zc/kity77t0+yXFXUbWaVErmPlF1n35qN1WTzCEuZp/sUcxyvBz3pfEanGp00/3VMs7nS5OR3R/denUqjWJ3Ddd/sySVP+BRfxMpcm/Vkn4T466q3u2ur+4rG6uU8SjSah9ZPoU/45IjpXqtEO7TqNuddLlzW6u7B6Wnk8zya726E2BvPbLKi28uO9B/C+H8LRh8+nTmn57tfwy/Vxq79Nx/PySEptAAAAAAAAAAAAAABiatU5qhXl3Uqj+UGyTDG8lY+YQ8m3Thvb2if8Oe9SeWz1Fnj+PHZobnrIbtXEufkS0b2K0qXUl0ripw+rpZjH+JzfqjF5l936fZtceNV2sYpp3LO2Gqy2lv7m4h0+cq83RSecwjinSUe7ewpY75s1cFejH3Vck9VtOldnNKjolrb2seqlSjFv8ASkl0pessv1My9uq0ysxGo01fKPrXuHTrqtF4qOHN0+/nKvQi15Z3vhPuOvVaILTqNuZ7K0ldzp0KazOc4U4L9abUY/ezX3ERtT85dY6Pp8dJoULan9ClThBeKjFLL8X1+pj2tNpmZXIjTWbea1/Z+wurlPE1Tcaf1tToU+HhKSfkmKV6rRBM6jbmvZ7SXrNxbWccrnakYNrrUeucvSCb9DWvbopM+ypWOqzrCjSVGMYRWIxSSS6kksJIx1xVPL3q/N07Sxi+M5utNfq01uwT8HKefsy3xK7vv2RZp+7pVlrLDRtUljciq8+SSrv2tWPdWz84R/AzPE4+/Wfj9U/hH/btHz+kJyZrXAAAAAAAAAAAAAAYesw5y3uI99GovnBkuCdZaz8x/lX5derBeP8A1n/DnzUlxZ6ezyXH8mnhayvakKNNZnUnGEV3ym1FfeyDJMREzLUwxuYh07pdjHTKNG3h9CnTjCPlFJZfjwPOWtNpmZegiNRpHuVDW/cWnXNSLxUqLmaXHD36vRyvGMd6XwnWKnVeIfLTqNqa5I9F966lQys06CdeXDhmGFTXnvyjL4GX+Tbpx691fFG7bdIGYtKV5fdY52raWEXwhF16i/WlmnS+SU/3kXOJXvNkWWe2mn5FdG95X/PyWYW0HP7SeYU18t9+cUTcq+qa90eKNzt0EZqypvl91nelaafF9WbiovnTpL/O8eCLfEpuepDmntph8g2je03FxeyXRowVOD/xKnGTXioJL7Qk5d+0VfMNfVeBQTuZ+UrV/fWqXU08wpyVvDyo5Uv+o5v1Rp8Suqb91bLPdqbbsNGjN5C8eSCGLas++ql8oL8TN8Tn79Y+EvhMfctPz+iema1gAAAAAAAAAAAAAHzOO+mn1NNfM+xOp2+TG40571y3dvOcH1xk4vzTw/5Hqt9URaPV4rFE0maz6Tpt+SjSPb7/AJ5rMKEHP45ZjBf5n8Jn+IZOnHr3bvh1Oq3V7LvMRsqP5eNZ9pubexi+jRg6s12c5V4QT8VBN/aF7h087IM9u2ki5CNI9mtK1410q9Xdi/8ADo5j/wBxz+SOOXbd+n2dYY1XazW8cWVErlTavWP7QXl1d5zGpVfN/Vw6FPh2dGKfm2auCnTSIVck7svDkZ0X3Xp8KslidzJ1n+w+jSXlure+NlLlX6r69k2ONVTtvBXSOVtsta9/3t3d5zCVRqnx4c1TW5BruzGO9jvkzVwU6aQqZJ3Z0ByZaJ7i063pyWKk1z1Xv36uHh+MY7sfhM/NfrvMrNI1DZ7W6wtAs7q7eM06UnFPtm+FNes2l6kdY3OnU9nKtsm+ttvrbfFtvrbffk2aRqNKdp221pHLRcpDM5NnQHJlaezWMH/eTnP79xfdAxvELbza9oj91/wynTg37zM/p+iVlJoAAAAAAAAAAAAAAAFQcpWm+y3M5JdGolNeb4S+9N+p6Hg5OvBEe3Z5PxDH9LlTPpbv+/8AdLeSzSvYLPnWsTrzc/HcXRgvLg5fEZfPydWXXs3vD8fThiZ9UwqVFSTlJ4STbb6klxbZSXnK2tX09obqvcJNzuK7dOPbiTUKMPNRUY+hsYq/TxxtSvbqu6c0DTI6NbW9rHqpUoQz3uKScn4t5fqZNrdVplciNRpoOVXWfcum3MovFSquYp8cPeq5Umn3qG9L4TrFTqvEPlp1G3POhaW9YuLe0jwdWpGGV+bFvpSXlHL9DVtbprNvZUr3nTrChRjbxjTgt2MYqMUupKKwkvRGNM7XWt2rta99Z3NG1cY16lNwhKcnFR3+jJ7yTaai21w60j7XW+4p/RuRu8jWoe0St/Z41IOooznJyhFpyioumlxSx19petyq67bQxi77XsUEyouXzXVGnb6dB9KclWqpdkIZVOL858fsyzxabtv2R5LahUdtA1aQp3tqG80e0ldThCKzKUlFLvbeEvmWo1WNyyM8zaemPOXSmm2isKVKjHqhCMfPdWMnmsl+u02n1ekxUjHSKR6QyTh2AAAAAAAAAAAAAAARrbzR/elu5RWZ0syXjH85fJZ9C9wM/wBPJ0z5T/IZfi3G+rh6q+de/wCXr/PhWf8AbLUNOjGlTrJQhFRinSpPEYrCWd3uNHJwMVrTPfuz+P4pkikV7dmt1fbvUL+lUoTrR3KkJQnu04RbjJYklJLhlcPUijgY6zvuuR4he0eUIpZXMtOq0q1PG/TnGcN5KSUovKyu3iS5KdUTWXWPJqdpd/8ArWpx7bd+dGX9KhS+xU95XI5Hw0G1W2F3tUqUblw3ablKMacHBb0ljelmTy0uHqyTHx6453Dm+WbRpK+QrR/a7uteSXRoU92Lx/vKuVlPvUFL99EXLvqsV93eGNztehnLKt9u+VRbL3Ts6VuriUIRdSTq83uymt5QwoSy93D+JE2PDN424teKo2+XSr2WMP8AmJf+ok+yz7vn1Ia7UOWi/uU1RpUKGc9LE6sl5NtR+cWd14kesvk5fZA7i4qajUnXrTlVqzeZ1JPLk+r0SSxhcEkki5jxxWNQgtbfdlUKZbpVRz5Fo8k2ge0VXdSXQpfR8ajXD5J59UVufm6MfRHnP+Efh+L6uX6k+Vf8/wDC3jEbwAAAAAAAAAAAAAAAAAVNt9sz7BN1aa/IzeVj8yXbHy7v/h6Dhcn61Om34o/v8vJ+IcSeLk66/gn+3x+yv7mhgtTDjHka2tSwcTC5S7GlEhmFqltvGawcSnh0ZyWaL7l06gpLFSr+Xqd+aiTin4qCivRmRyL9WSV/HXVUovbqNjTqVqj3YU4SnOXdGKcpP5IgduSdW1CWsV691P6VarOo1+ipPMY+SWF6Grjp01iFa07liqJJpy9qdPJ1EPkyzaNLBNWqvkyaSHZvRamrVYUaazKT9Eu2T8ES3vXHWbWZturNeKU85dCaLpkNHo06FP6MV19sm+Lk/Nnnc2Wct5tL0ODDXDSKVZxGlAAAAAAAAAAAAAAAAADxu7aN5CVOot6Mlho6pe1LRavm4yY65KzS8biVSbYbJy0uTklvUm+jP+ku5/zPQ8blVzx8+zyXL4l+JbfnX3/dCLq2cSeYMeWJa2tQwcTVcpkZuyuh+/ry3tmsxlUTqfVw6U/LMU15tFXPP06TZf489doh04ljgYTVV5y36z7BYq1i8VLqe518eahiVV+X0Y/aE/Hp1XcZLahQqomr0qu3rC3Ooo4m8QyadElrRBkzabvQtEqarUjSpRcpPs7l2tvsXid2tXHXqtPZQm98tuikble2yOzFPZynhYlVklzlT/THuivv/lh8nkzmt8ezb4nEjBX3tPnP89G/Kq2AAAAAAAAAAAAAAAAAAAB8VqUa8XCaUotYcWsprxR9raazuHNqVvE1tG4lANpeT/nMzteK/um+K/Zk+vyfzNfB4jE9sv8AVgcnwe1J6uP/APM/pP7/ANVdajos7STjODjJdjTTNKsxaN1ncMz6lsdum8TE/Kccjuh8zK4vJLjhUYfdKp/p+8yvEsneKfm3/C46qzf8lnmU1VAcqmp++dQqRTzTt1zMe7fTzVfnvdH7M2ODh1Tqn1Z3LzxFumETjbt9he6FK3IZNGxc+w6iqvfkpvszyd19RxOouZp/pSXSa/Vh1+rwirm5mPH2jvPx+6TFxM+edz92Pnz/AKLY0PQqOhQ5ujHGfpTfGU8fpP8Ap1GPmz3yzu0tvBxseCuqR+frLZkKcAAAAAAAAAAAAAAAAAAAAAAAeF3Z071btSEZrukk/l3HdMlqTus6R5MVMkavETHy/LGyhp8FSpR3YJtpce1tvi/FjJktkt1WnuYsVMVeikah61c7st3G9h7uerOOGfDJwkVnS5KZPjO4UpNtyluNuUm8yb4ri28mtXxGlaxWK/3Y2Tw3Le02m/n8f8tpZcmFvSxzlSc/2VGCfzycW8Tv/prEf3/Z1Xwin+u8z/t2/dJ9L2ettKw6VKMZfpvpS/ellr0KeTk5cn4pXsPEw4u9K9/fzn+raECyAAAAAAAAAAAAAAAAAAAAAAAAAAAAAAAAAAAAAAAAAAAAAAAAAAAAAAAAAAAAAAAAAAAAAAAAAAAAAAAAAAAAAAAAAAAAAAAAAAAAAAAAAAAAAAAAAAAAAAAAAAAAAAAAAAAAAAAAAAAAAAAAAAAAAAAAAAAAAAAAAAAAAAAAAAAAAAAAAAAAAAAAAAAAAAAAAAAAAAAAAAAAAAAAAAAAAAAAAAAAAAAAAAAAAAAAAAAAAAAAAAAAAAAAAD//2Q=="/>
          <p:cNvSpPr>
            <a:spLocks noChangeAspect="1" noChangeArrowheads="1"/>
          </p:cNvSpPr>
          <p:nvPr/>
        </p:nvSpPr>
        <p:spPr bwMode="auto">
          <a:xfrm>
            <a:off x="368300" y="609581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64" name="AutoShape 10" descr="data:image/jpeg;base64,/9j/4AAQSkZJRgABAQAAAQABAAD/2wCEAAkGBxMHEhAPERQWEhIWEhQWFRIXFRQUGBQWFBQWFhYYFRQYHCggGRsmGxUeIj0hJiksLi4uFyAzODMtQygtMS4BCgoKDg0OGxAQGywkICYsLDQ3LCwsLCwsLDQvLCwsLCw0LCwsLCwsLCwsLCwsLCwsLCwsLCwsLDQsLCwsLCwsLP/AABEIAOEA4QMBEQACEQEDEQH/xAAcAAEAAgMBAQEAAAAAAAAAAAAABgcEBQgDAgH/xABHEAACAQMBAwkEBQkFCQEAAAAAAQIDBBEFBhIhBxMiMUFRYXGBFBWCkTJzg6HRI0JSYnKSorHBFlNjssI0Q5OUo7PS0+EX/8QAGgEBAAMBAQEAAAAAAAAAAAAAAAMEBQIGAf/EADMRAQACAgECBQEHAwMFAAAAAAABAgMRBBIhBTFBUWETFCIygcHR8JGhsUJx4SMzQ2KS/9oADAMBAAIRAxEAPwC8QAAAAAAAAAAAAAAAAAAAAAAAAAAAAAAAAAAAAAAAAAAAAAAAAAAAAAAAAAAAAAAAAAAAAAAAAAAAAAAAAAAAAAAAAAAAAAAAAAAAAAAAAAAAAAAAAAAAAAAAAAAAAAAAAAAAAAAAAAAAAAAAAAAAAAAAAAAAAAAAAAAAAAAAAAAAAAAAAAAAAAAAAAAAAAAAAAAAAAAAAAAAAAAAAAAAAAAAAAMDV9Wp6QoSqt9Oe5FJZbeG/lhPid48dsk6qjy5a4q9VmHHaig+2S9F+JY+xZfhVjxDD8suhrdCt1VEvPK+98CO3Gy19EteXht5WZ0Jqaymmu9cSGYmPNYiYnvD6Pj6AAAAAAAAAAAAAAAAAAAAAAAAGk1faSlp+VFqcvPgvN9pbw8S+TvPaFHkc/Hi7R3lr9mdTqa7WnOT/J011LhFylnCx24Sb+RNysVMNIrHnKtweRfk5JtM9o/pv+folZnNdUvKNrHtV6qUX0beG79pUxKfniO6vPeNnw3Fqs3n1ef8YyTa0Y6+ndHFfSXaaXZi9F/d7UtTlDtHTWTqyVbbTtpJ2zypNeTIcnHreO8LGLm5Mc+yaaPtjGviNX95f1X4GZm4Ex3o2uN4pFu1/wCqVUqsayUotST6mjOms1nUtatotG4fZ8dAAAAAAAAAAAAAAAAAAAAfknu8XwXeCZ0hG1O1eM06TxHqcu2X4I1uLwtfev5sLneI/wCmnl/lXt7qLq5bfA1IiI8mN02yd7Lb2G073dZ0lJYnUXOT858Un5RwvQ8/zMv1Msz6R2eq4GD6OGK+s9201a/jpVGtcVPoUqcpvvaim8LxfV6latZtOoW5nUbc5Tvp3Mp1ajzOpOU5v9abcnjwyz0uOsUrFY9Hmsu8l5tPq/FcHe3H033G5G3E42RTucn3aK2KJZlvduHFM+7Q/RmJ3CV7ObUTsJLjmL64vqf4PxKmfjVywv8AF5eTDPfyWbp19DUYKpTeU+tdqfczDyY7Y7dNno8OauWvVVlEaUAAAAAAAAAAAAAAAAAAEM212g5lOjB9X0n3vuNTg8bf37MTxLm9P/Tr/PhWN7dubbZreXaGNjxzaeqz92YsXrt5Qt+uLnvVPq4dKWfPG78SK/Iy/TxzZpcbB15Ih0B1HnXolb8tmsezW9Gzi+lXnvT+qotSfzm4eiZd4OPqydXsr8m2qa91OuZs7Zf0zfGz6b6VQbczR6wrHW0Vsb2jcYG0f02ZbXYczVM9kdopadNPri+Eo96/Er8jBGWuvV3x89sF9+i2qFZXEYzi8xksp+DMC1ZrOpekraLRFo8nofHQAAAAAAAAAAAAAAAA12vah7uoyn+c+EfN9voT8fF9S8R6K3KzfSxzb1Uzq1468m2z0UR0xp5PvlvuUeu6+T5K7SiyeRbScRuL6S4yfNU3+rHEpteDlhfAzJ8QybmKR/u2eDj1E2WeZq+qvb7YW/2jvZ3FN0eaVOnTpKVScZKMVvSytxrO/KXb1YL/ABuRjxV1O9oMuKbz2RS+5NNStIuSpQq47KdSLfynu58lxLVebimfZD9nsh8k4NppxabTi004tPDTT4pp8MMtRO0c115v2OXwXF9iXW33JDbmapzT5K9Rkk/yCyup1ZZXg8Qaz6lT7fi+f5+bueJaX0+SzUV/cf8AFl/4H37fi+f5+bn7Hb4fsOTPUaf5tJ+VX8UfY5+L5R24N59mHd6Xc6E4q5pSpZeFJ4lFvuU4txz4ZyWcefHk/DKlm418f4o7LH5PNZ55O3k/GH+pf1+ZQ5+H/wAkLfhufzxT+SbmW2AAAAAAAAAAAAAAAABX3KHqOZc2nwiser4v+nyNnw/FqvV7vO+L5926I9FZ3tXBoypYaahp6jdRqMVmTaSS6228JL1I5nXm0MdduktmtKWiWtvbLH5OmlJrtm+M5esm36nncuT6l5t7tylemsVfu0et0tnberd1883TSyopOUnKSjGMU2uLbS6zmtZtOodTOu6PbI8o1vtXXdtRo3EJKnKo5VI0lFRi4ri41JPOZLsJMmC1I3L5W8T5JmQulAcs9KFnqbcVh1LalUml+nvVIZfi4wj8jU4eT7mpV80Rticl2mLW9QoJrMKOa8/s2txfvuPomS8nL045169nGOu7OijGW0Y2t25tdk50qdxzjnUi5KNOKk1FPGZZaxl/yZJTFa/4XNrRXzemyO2dvta6yt1VXNbm85w3V097GHl5fRYvjtT8RW0W8m71CyhqNOdCrHepzi4yXg+7ua689jRzW01ncPtqxaNSpLZfU/YKscTTcKjWf0t2TWfXH3noZj6uPv6w8zafoZtx6SvKlUVaMZLqaTXk1lHnZiYnUvTVtFoiYfZ8fQAAAAAAAAAAAAAH43jiBQ21GrSvqk55wnJtLzZ6jHjjHWKw8ZOSc+Sbz7ofeVXJ9bPl5X8NISLkq0h6xqNFy406CdeXdmDSprz32n8DM/lZOnHPy1sFI6nRBkLyneX3Wv8AZdPi++4qLwWYUk/Bvffwot8Sm7dSLNOo02HILo/s9vcXslxrVNyD/wAOjlNrzm5L4EOXfdor7GKNRtaRUSuWtt9Z9/393cp5g6jhTfWubpdCDXg8b3xGpgp00hVyTuy2OQnRvZLSreSXSuKmI/V0W4r5zc/kity77t0+yXFXUbWaVErmPlF1n35qN1WTzCEuZp/sUcxyvBz3pfEanGp00/3VMs7nS5OR3R/denUqjWJ3Ddd/sySVP+BRfxMpcm/Vkn4T466q3u2ur+4rG6uU8SjSah9ZPoU/45IjpXqtEO7TqNuddLlzW6u7B6Wnk8zya726E2BvPbLKi28uO9B/C+H8LRh8+nTmn57tfwy/Vxq79Nx/PySEptAAAAAAAAAAAAAABiatU5qhXl3Uqj+UGyTDG8lY+YQ8m3Thvb2if8Oe9SeWz1Fnj+PHZobnrIbtXEufkS0b2K0qXUl0ripw+rpZjH+JzfqjF5l936fZtceNV2sYpp3LO2Gqy2lv7m4h0+cq83RSecwjinSUe7ewpY75s1cFejH3Vck9VtOldnNKjolrb2seqlSjFv8ASkl0pessv1My9uq0ysxGo01fKPrXuHTrqtF4qOHN0+/nKvQi15Z3vhPuOvVaILTqNuZ7K0ldzp0KazOc4U4L9abUY/ezX3ERtT85dY6Pp8dJoULan9ClThBeKjFLL8X1+pj2tNpmZXIjTWbea1/Z+wurlPE1Tcaf1tToU+HhKSfkmKV6rRBM6jbmvZ7SXrNxbWccrnakYNrrUeucvSCb9DWvbopM+ypWOqzrCjSVGMYRWIxSSS6kksJIx1xVPL3q/N07Sxi+M5utNfq01uwT8HKefsy3xK7vv2RZp+7pVlrLDRtUljciq8+SSrv2tWPdWz84R/AzPE4+/Wfj9U/hH/btHz+kJyZrXAAAAAAAAAAAAAAYesw5y3uI99GovnBkuCdZaz8x/lX5derBeP8A1n/DnzUlxZ6ezyXH8mnhayvakKNNZnUnGEV3ym1FfeyDJMREzLUwxuYh07pdjHTKNG3h9CnTjCPlFJZfjwPOWtNpmZegiNRpHuVDW/cWnXNSLxUqLmaXHD36vRyvGMd6XwnWKnVeIfLTqNqa5I9F966lQys06CdeXDhmGFTXnvyjL4GX+Tbpx691fFG7bdIGYtKV5fdY52raWEXwhF16i/WlmnS+SU/3kXOJXvNkWWe2mn5FdG95X/PyWYW0HP7SeYU18t9+cUTcq+qa90eKNzt0EZqypvl91nelaafF9WbiovnTpL/O8eCLfEpuepDmntph8g2je03FxeyXRowVOD/xKnGTXioJL7Qk5d+0VfMNfVeBQTuZ+UrV/fWqXU08wpyVvDyo5Uv+o5v1Rp8Suqb91bLPdqbbsNGjN5C8eSCGLas++ql8oL8TN8Tn79Y+EvhMfctPz+iema1gAAAAAAAAAAAAAHzOO+mn1NNfM+xOp2+TG40571y3dvOcH1xk4vzTw/5Hqt9URaPV4rFE0maz6Tpt+SjSPb7/AJ5rMKEHP45ZjBf5n8Jn+IZOnHr3bvh1Oq3V7LvMRsqP5eNZ9pubexi+jRg6s12c5V4QT8VBN/aF7h087IM9u2ki5CNI9mtK1410q9Xdi/8ADo5j/wBxz+SOOXbd+n2dYY1XazW8cWVErlTavWP7QXl1d5zGpVfN/Vw6FPh2dGKfm2auCnTSIVck7svDkZ0X3Xp8KslidzJ1n+w+jSXlure+NlLlX6r69k2ONVTtvBXSOVtsta9/3t3d5zCVRqnx4c1TW5BruzGO9jvkzVwU6aQqZJ3Z0ByZaJ7i063pyWKk1z1Xv36uHh+MY7sfhM/NfrvMrNI1DZ7W6wtAs7q7eM06UnFPtm+FNes2l6kdY3OnU9nKtsm+ttvrbfFtvrbffk2aRqNKdp221pHLRcpDM5NnQHJlaezWMH/eTnP79xfdAxvELbza9oj91/wynTg37zM/p+iVlJoAAAAAAAAAAAAAAAFQcpWm+y3M5JdGolNeb4S+9N+p6Hg5OvBEe3Z5PxDH9LlTPpbv+/8AdLeSzSvYLPnWsTrzc/HcXRgvLg5fEZfPydWXXs3vD8fThiZ9UwqVFSTlJ4STbb6klxbZSXnK2tX09obqvcJNzuK7dOPbiTUKMPNRUY+hsYq/TxxtSvbqu6c0DTI6NbW9rHqpUoQz3uKScn4t5fqZNrdVplciNRpoOVXWfcum3MovFSquYp8cPeq5Umn3qG9L4TrFTqvEPlp1G3POhaW9YuLe0jwdWpGGV+bFvpSXlHL9DVtbprNvZUr3nTrChRjbxjTgt2MYqMUupKKwkvRGNM7XWt2rta99Z3NG1cY16lNwhKcnFR3+jJ7yTaai21w60j7XW+4p/RuRu8jWoe0St/Z41IOooznJyhFpyioumlxSx19petyq67bQxi77XsUEyouXzXVGnb6dB9KclWqpdkIZVOL858fsyzxabtv2R5LahUdtA1aQp3tqG80e0ldThCKzKUlFLvbeEvmWo1WNyyM8zaemPOXSmm2isKVKjHqhCMfPdWMnmsl+u02n1ekxUjHSKR6QyTh2AAAAAAAAAAAAAAARrbzR/elu5RWZ0syXjH85fJZ9C9wM/wBPJ0z5T/IZfi3G+rh6q+de/wCXr/PhWf8AbLUNOjGlTrJQhFRinSpPEYrCWd3uNHJwMVrTPfuz+P4pkikV7dmt1fbvUL+lUoTrR3KkJQnu04RbjJYklJLhlcPUijgY6zvuuR4he0eUIpZXMtOq0q1PG/TnGcN5KSUovKyu3iS5KdUTWXWPJqdpd/8ArWpx7bd+dGX9KhS+xU95XI5Hw0G1W2F3tUqUblw3ablKMacHBb0ljelmTy0uHqyTHx6453Dm+WbRpK+QrR/a7uteSXRoU92Lx/vKuVlPvUFL99EXLvqsV93eGNztehnLKt9u+VRbL3Ts6VuriUIRdSTq83uymt5QwoSy93D+JE2PDN424teKo2+XSr2WMP8AmJf+ok+yz7vn1Ia7UOWi/uU1RpUKGc9LE6sl5NtR+cWd14kesvk5fZA7i4qajUnXrTlVqzeZ1JPLk+r0SSxhcEkki5jxxWNQgtbfdlUKZbpVRz5Fo8k2ge0VXdSXQpfR8ajXD5J59UVufm6MfRHnP+Efh+L6uX6k+Vf8/wDC3jEbwAAAAAAAAAAAAAAAAAVNt9sz7BN1aa/IzeVj8yXbHy7v/h6Dhcn61Om34o/v8vJ+IcSeLk66/gn+3x+yv7mhgtTDjHka2tSwcTC5S7GlEhmFqltvGawcSnh0ZyWaL7l06gpLFSr+Xqd+aiTin4qCivRmRyL9WSV/HXVUovbqNjTqVqj3YU4SnOXdGKcpP5IgduSdW1CWsV691P6VarOo1+ipPMY+SWF6Grjp01iFa07liqJJpy9qdPJ1EPkyzaNLBNWqvkyaSHZvRamrVYUaazKT9Eu2T8ES3vXHWbWZturNeKU85dCaLpkNHo06FP6MV19sm+Lk/Nnnc2Wct5tL0ODDXDSKVZxGlAAAAAAAAAAAAAAAAADxu7aN5CVOot6Mlho6pe1LRavm4yY65KzS8biVSbYbJy0uTklvUm+jP+ku5/zPQ8blVzx8+zyXL4l+JbfnX3/dCLq2cSeYMeWJa2tQwcTVcpkZuyuh+/ry3tmsxlUTqfVw6U/LMU15tFXPP06TZf489doh04ljgYTVV5y36z7BYq1i8VLqe518eahiVV+X0Y/aE/Hp1XcZLahQqomr0qu3rC3Ooo4m8QyadElrRBkzabvQtEqarUjSpRcpPs7l2tvsXid2tXHXqtPZQm98tuikble2yOzFPZynhYlVklzlT/THuivv/lh8nkzmt8ezb4nEjBX3tPnP89G/Kq2AAAAAAAAAAAAAAAAAAAB8VqUa8XCaUotYcWsprxR9raazuHNqVvE1tG4lANpeT/nMzteK/um+K/Zk+vyfzNfB4jE9sv8AVgcnwe1J6uP/APM/pP7/ANVdajos7STjODjJdjTTNKsxaN1ncMz6lsdum8TE/Kccjuh8zK4vJLjhUYfdKp/p+8yvEsneKfm3/C46qzf8lnmU1VAcqmp++dQqRTzTt1zMe7fTzVfnvdH7M2ODh1Tqn1Z3LzxFumETjbt9he6FK3IZNGxc+w6iqvfkpvszyd19RxOouZp/pSXSa/Vh1+rwirm5mPH2jvPx+6TFxM+edz92Pnz/AKLY0PQqOhQ5ujHGfpTfGU8fpP8Ap1GPmz3yzu0tvBxseCuqR+frLZkKcAAAAAAAAAAAAAAAAAAAAAAAeF3Z071btSEZrukk/l3HdMlqTus6R5MVMkavETHy/LGyhp8FSpR3YJtpce1tvi/FjJktkt1WnuYsVMVeikah61c7st3G9h7uerOOGfDJwkVnS5KZPjO4UpNtyluNuUm8yb4ri28mtXxGlaxWK/3Y2Tw3Le02m/n8f8tpZcmFvSxzlSc/2VGCfzycW8Tv/prEf3/Z1Xwin+u8z/t2/dJ9L2ettKw6VKMZfpvpS/ellr0KeTk5cn4pXsPEw4u9K9/fzn+raECyAAAAAAAAAAAAAAAAAAAAAAAAAAAAAAAAAAAAAAAAAAAAAAAAAAAAAAAAAAAAAAAAAAAAAAAAAAAAAAAAAAAAAAAAAAAAAAAAAAAAAAAAAAAAAAAAAAAAAAAAAAAAAAAAAAAAAAAAAAAAAAAAAAAAAAAAAAAAAAAAAAAAAAAAAAAAAAAAAAAAAAAAAAAAAAAAAAAAAAAAAAAAAAAAAAAAAAAAAAAAAAAAAAAAAAAAAAAAAAAAAAAAAAAAAD//2Q=="/>
          <p:cNvSpPr>
            <a:spLocks noChangeAspect="1" noChangeArrowheads="1"/>
          </p:cNvSpPr>
          <p:nvPr/>
        </p:nvSpPr>
        <p:spPr bwMode="auto">
          <a:xfrm>
            <a:off x="520700" y="761981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65" name="AutoShape 12" descr="data:image/jpeg;base64,/9j/4AAQSkZJRgABAQAAAQABAAD/2wCEAAkGBxMHEhAPERQWEhIWEhQWFRIXFRQUGBQWFBQWFhYYFRQYHCggGRsmGxUeIj0hJiksLi4uFyAzODMtQygtMS4BCgoKDg0OGxAQGywkICYsLDQ3LCwsLCwsLDQvLCwsLCw0LCwsLCwsLCwsLCwsLCwsLCwsLCwsLDQsLCwsLCwsLP/AABEIAOEA4QMBEQACEQEDEQH/xAAcAAEAAgMBAQEAAAAAAAAAAAAABgcEBQgDAgH/xABHEAACAQMBAwkEBQkFCQEAAAAAAQIDBBEFBhIhBxMiMUFRYXGBFBWCkTJzg6HRI0JSYnKSorHBFlNjssI0Q5OUo7PS0+EX/8QAGgEBAAMBAQEAAAAAAAAAAAAAAAMEBQIGAf/EADMRAQACAgECBQEHAwMFAAAAAAABAgMRBBIhBTFBUWETFCIygcHR8JGhsUJx4SMzQ2KS/9oADAMBAAIRAxEAPwC8QAAAAAAAAAAAAAAAAAAAAAAAAAAAAAAAAAAAAAAAAAAAAAAAAAAAAAAAAAAAAAAAAAAAAAAAAAAAAAAAAAAAAAAAAAAAAAAAAAAAAAAAAAAAAAAAAAAAAAAAAAAAAAAAAAAAAAAAAAAAAAAAAAAAAAAAAAAAAAAAAAAAAAAAAAAAAAAAAAAAAAAAAAAAAAAAAAAAAAAAAAAAAAAAAAAAAAAAAAMDV9Wp6QoSqt9Oe5FJZbeG/lhPid48dsk6qjy5a4q9VmHHaig+2S9F+JY+xZfhVjxDD8suhrdCt1VEvPK+98CO3Gy19EteXht5WZ0Jqaymmu9cSGYmPNYiYnvD6Pj6AAAAAAAAAAAAAAAAAAAAAAAAGk1faSlp+VFqcvPgvN9pbw8S+TvPaFHkc/Hi7R3lr9mdTqa7WnOT/J011LhFylnCx24Sb+RNysVMNIrHnKtweRfk5JtM9o/pv+folZnNdUvKNrHtV6qUX0beG79pUxKfniO6vPeNnw3Fqs3n1ef8YyTa0Y6+ndHFfSXaaXZi9F/d7UtTlDtHTWTqyVbbTtpJ2zypNeTIcnHreO8LGLm5Mc+yaaPtjGviNX95f1X4GZm4Ex3o2uN4pFu1/wCqVUqsayUotST6mjOms1nUtatotG4fZ8dAAAAAAAAAAAAAAAAAAAAfknu8XwXeCZ0hG1O1eM06TxHqcu2X4I1uLwtfev5sLneI/wCmnl/lXt7qLq5bfA1IiI8mN02yd7Lb2G073dZ0lJYnUXOT858Un5RwvQ8/zMv1Msz6R2eq4GD6OGK+s9201a/jpVGtcVPoUqcpvvaim8LxfV6latZtOoW5nUbc5Tvp3Mp1ajzOpOU5v9abcnjwyz0uOsUrFY9Hmsu8l5tPq/FcHe3H033G5G3E42RTucn3aK2KJZlvduHFM+7Q/RmJ3CV7ObUTsJLjmL64vqf4PxKmfjVywv8AF5eTDPfyWbp19DUYKpTeU+tdqfczDyY7Y7dNno8OauWvVVlEaUAAAAAAAAAAAAAAAAAAEM212g5lOjB9X0n3vuNTg8bf37MTxLm9P/Tr/PhWN7dubbZreXaGNjxzaeqz92YsXrt5Qt+uLnvVPq4dKWfPG78SK/Iy/TxzZpcbB15Ih0B1HnXolb8tmsezW9Gzi+lXnvT+qotSfzm4eiZd4OPqydXsr8m2qa91OuZs7Zf0zfGz6b6VQbczR6wrHW0Vsb2jcYG0f02ZbXYczVM9kdopadNPri+Eo96/Er8jBGWuvV3x89sF9+i2qFZXEYzi8xksp+DMC1ZrOpekraLRFo8nofHQAAAAAAAAAAAAAAAA12vah7uoyn+c+EfN9voT8fF9S8R6K3KzfSxzb1Uzq1468m2z0UR0xp5PvlvuUeu6+T5K7SiyeRbScRuL6S4yfNU3+rHEpteDlhfAzJ8QybmKR/u2eDj1E2WeZq+qvb7YW/2jvZ3FN0eaVOnTpKVScZKMVvSytxrO/KXb1YL/ABuRjxV1O9oMuKbz2RS+5NNStIuSpQq47KdSLfynu58lxLVebimfZD9nsh8k4NppxabTi004tPDTT4pp8MMtRO0c115v2OXwXF9iXW33JDbmapzT5K9Rkk/yCyup1ZZXg8Qaz6lT7fi+f5+bueJaX0+SzUV/cf8AFl/4H37fi+f5+bn7Hb4fsOTPUaf5tJ+VX8UfY5+L5R24N59mHd6Xc6E4q5pSpZeFJ4lFvuU4txz4ZyWcefHk/DKlm418f4o7LH5PNZ55O3k/GH+pf1+ZQ5+H/wAkLfhufzxT+SbmW2AAAAAAAAAAAAAAAABX3KHqOZc2nwiser4v+nyNnw/FqvV7vO+L5926I9FZ3tXBoypYaahp6jdRqMVmTaSS6228JL1I5nXm0MdduktmtKWiWtvbLH5OmlJrtm+M5esm36nncuT6l5t7tylemsVfu0et0tnberd1883TSyopOUnKSjGMU2uLbS6zmtZtOodTOu6PbI8o1vtXXdtRo3EJKnKo5VI0lFRi4ri41JPOZLsJMmC1I3L5W8T5JmQulAcs9KFnqbcVh1LalUml+nvVIZfi4wj8jU4eT7mpV80Rticl2mLW9QoJrMKOa8/s2txfvuPomS8nL045169nGOu7OijGW0Y2t25tdk50qdxzjnUi5KNOKk1FPGZZaxl/yZJTFa/4XNrRXzemyO2dvta6yt1VXNbm85w3V097GHl5fRYvjtT8RW0W8m71CyhqNOdCrHepzi4yXg+7ua689jRzW01ncPtqxaNSpLZfU/YKscTTcKjWf0t2TWfXH3noZj6uPv6w8zafoZtx6SvKlUVaMZLqaTXk1lHnZiYnUvTVtFoiYfZ8fQAAAAAAAAAAAAAH43jiBQ21GrSvqk55wnJtLzZ6jHjjHWKw8ZOSc+Sbz7ofeVXJ9bPl5X8NISLkq0h6xqNFy406CdeXdmDSprz32n8DM/lZOnHPy1sFI6nRBkLyneX3Wv8AZdPi++4qLwWYUk/Bvffwot8Sm7dSLNOo02HILo/s9vcXslxrVNyD/wAOjlNrzm5L4EOXfdor7GKNRtaRUSuWtt9Z9/393cp5g6jhTfWubpdCDXg8b3xGpgp00hVyTuy2OQnRvZLSreSXSuKmI/V0W4r5zc/kity77t0+yXFXUbWaVErmPlF1n35qN1WTzCEuZp/sUcxyvBz3pfEanGp00/3VMs7nS5OR3R/denUqjWJ3Ddd/sySVP+BRfxMpcm/Vkn4T466q3u2ur+4rG6uU8SjSah9ZPoU/45IjpXqtEO7TqNuddLlzW6u7B6Wnk8zya726E2BvPbLKi28uO9B/C+H8LRh8+nTmn57tfwy/Vxq79Nx/PySEptAAAAAAAAAAAAAABiatU5qhXl3Uqj+UGyTDG8lY+YQ8m3Thvb2if8Oe9SeWz1Fnj+PHZobnrIbtXEufkS0b2K0qXUl0ripw+rpZjH+JzfqjF5l936fZtceNV2sYpp3LO2Gqy2lv7m4h0+cq83RSecwjinSUe7ewpY75s1cFejH3Vck9VtOldnNKjolrb2seqlSjFv8ASkl0pessv1My9uq0ysxGo01fKPrXuHTrqtF4qOHN0+/nKvQi15Z3vhPuOvVaILTqNuZ7K0ldzp0KazOc4U4L9abUY/ezX3ERtT85dY6Pp8dJoULan9ClThBeKjFLL8X1+pj2tNpmZXIjTWbea1/Z+wurlPE1Tcaf1tToU+HhKSfkmKV6rRBM6jbmvZ7SXrNxbWccrnakYNrrUeucvSCb9DWvbopM+ypWOqzrCjSVGMYRWIxSSS6kksJIx1xVPL3q/N07Sxi+M5utNfq01uwT8HKefsy3xK7vv2RZp+7pVlrLDRtUljciq8+SSrv2tWPdWz84R/AzPE4+/Wfj9U/hH/btHz+kJyZrXAAAAAAAAAAAAAAYesw5y3uI99GovnBkuCdZaz8x/lX5derBeP8A1n/DnzUlxZ6ezyXH8mnhayvakKNNZnUnGEV3ym1FfeyDJMREzLUwxuYh07pdjHTKNG3h9CnTjCPlFJZfjwPOWtNpmZegiNRpHuVDW/cWnXNSLxUqLmaXHD36vRyvGMd6XwnWKnVeIfLTqNqa5I9F966lQys06CdeXDhmGFTXnvyjL4GX+Tbpx691fFG7bdIGYtKV5fdY52raWEXwhF16i/WlmnS+SU/3kXOJXvNkWWe2mn5FdG95X/PyWYW0HP7SeYU18t9+cUTcq+qa90eKNzt0EZqypvl91nelaafF9WbiovnTpL/O8eCLfEpuepDmntph8g2je03FxeyXRowVOD/xKnGTXioJL7Qk5d+0VfMNfVeBQTuZ+UrV/fWqXU08wpyVvDyo5Uv+o5v1Rp8Suqb91bLPdqbbsNGjN5C8eSCGLas++ql8oL8TN8Tn79Y+EvhMfctPz+iema1gAAAAAAAAAAAAAHzOO+mn1NNfM+xOp2+TG40571y3dvOcH1xk4vzTw/5Hqt9URaPV4rFE0maz6Tpt+SjSPb7/AJ5rMKEHP45ZjBf5n8Jn+IZOnHr3bvh1Oq3V7LvMRsqP5eNZ9pubexi+jRg6s12c5V4QT8VBN/aF7h087IM9u2ki5CNI9mtK1410q9Xdi/8ADo5j/wBxz+SOOXbd+n2dYY1XazW8cWVErlTavWP7QXl1d5zGpVfN/Vw6FPh2dGKfm2auCnTSIVck7svDkZ0X3Xp8KslidzJ1n+w+jSXlure+NlLlX6r69k2ONVTtvBXSOVtsta9/3t3d5zCVRqnx4c1TW5BruzGO9jvkzVwU6aQqZJ3Z0ByZaJ7i063pyWKk1z1Xv36uHh+MY7sfhM/NfrvMrNI1DZ7W6wtAs7q7eM06UnFPtm+FNes2l6kdY3OnU9nKtsm+ttvrbfFtvrbffk2aRqNKdp221pHLRcpDM5NnQHJlaezWMH/eTnP79xfdAxvELbza9oj91/wynTg37zM/p+iVlJoAAAAAAAAAAAAAAAFQcpWm+y3M5JdGolNeb4S+9N+p6Hg5OvBEe3Z5PxDH9LlTPpbv+/8AdLeSzSvYLPnWsTrzc/HcXRgvLg5fEZfPydWXXs3vD8fThiZ9UwqVFSTlJ4STbb6klxbZSXnK2tX09obqvcJNzuK7dOPbiTUKMPNRUY+hsYq/TxxtSvbqu6c0DTI6NbW9rHqpUoQz3uKScn4t5fqZNrdVplciNRpoOVXWfcum3MovFSquYp8cPeq5Umn3qG9L4TrFTqvEPlp1G3POhaW9YuLe0jwdWpGGV+bFvpSXlHL9DVtbprNvZUr3nTrChRjbxjTgt2MYqMUupKKwkvRGNM7XWt2rta99Z3NG1cY16lNwhKcnFR3+jJ7yTaai21w60j7XW+4p/RuRu8jWoe0St/Z41IOooznJyhFpyioumlxSx19petyq67bQxi77XsUEyouXzXVGnb6dB9KclWqpdkIZVOL858fsyzxabtv2R5LahUdtA1aQp3tqG80e0ldThCKzKUlFLvbeEvmWo1WNyyM8zaemPOXSmm2isKVKjHqhCMfPdWMnmsl+u02n1ekxUjHSKR6QyTh2AAAAAAAAAAAAAAARrbzR/elu5RWZ0syXjH85fJZ9C9wM/wBPJ0z5T/IZfi3G+rh6q+de/wCXr/PhWf8AbLUNOjGlTrJQhFRinSpPEYrCWd3uNHJwMVrTPfuz+P4pkikV7dmt1fbvUL+lUoTrR3KkJQnu04RbjJYklJLhlcPUijgY6zvuuR4he0eUIpZXMtOq0q1PG/TnGcN5KSUovKyu3iS5KdUTWXWPJqdpd/8ArWpx7bd+dGX9KhS+xU95XI5Hw0G1W2F3tUqUblw3ablKMacHBb0ljelmTy0uHqyTHx6453Dm+WbRpK+QrR/a7uteSXRoU92Lx/vKuVlPvUFL99EXLvqsV93eGNztehnLKt9u+VRbL3Ts6VuriUIRdSTq83uymt5QwoSy93D+JE2PDN424teKo2+XSr2WMP8AmJf+ok+yz7vn1Ia7UOWi/uU1RpUKGc9LE6sl5NtR+cWd14kesvk5fZA7i4qajUnXrTlVqzeZ1JPLk+r0SSxhcEkki5jxxWNQgtbfdlUKZbpVRz5Fo8k2ge0VXdSXQpfR8ajXD5J59UVufm6MfRHnP+Efh+L6uX6k+Vf8/wDC3jEbwAAAAAAAAAAAAAAAAAVNt9sz7BN1aa/IzeVj8yXbHy7v/h6Dhcn61Om34o/v8vJ+IcSeLk66/gn+3x+yv7mhgtTDjHka2tSwcTC5S7GlEhmFqltvGawcSnh0ZyWaL7l06gpLFSr+Xqd+aiTin4qCivRmRyL9WSV/HXVUovbqNjTqVqj3YU4SnOXdGKcpP5IgduSdW1CWsV691P6VarOo1+ipPMY+SWF6Grjp01iFa07liqJJpy9qdPJ1EPkyzaNLBNWqvkyaSHZvRamrVYUaazKT9Eu2T8ES3vXHWbWZturNeKU85dCaLpkNHo06FP6MV19sm+Lk/Nnnc2Wct5tL0ODDXDSKVZxGlAAAAAAAAAAAAAAAAADxu7aN5CVOot6Mlho6pe1LRavm4yY65KzS8biVSbYbJy0uTklvUm+jP+ku5/zPQ8blVzx8+zyXL4l+JbfnX3/dCLq2cSeYMeWJa2tQwcTVcpkZuyuh+/ry3tmsxlUTqfVw6U/LMU15tFXPP06TZf489doh04ljgYTVV5y36z7BYq1i8VLqe518eahiVV+X0Y/aE/Hp1XcZLahQqomr0qu3rC3Ooo4m8QyadElrRBkzabvQtEqarUjSpRcpPs7l2tvsXid2tXHXqtPZQm98tuikble2yOzFPZynhYlVklzlT/THuivv/lh8nkzmt8ezb4nEjBX3tPnP89G/Kq2AAAAAAAAAAAAAAAAAAAB8VqUa8XCaUotYcWsprxR9raazuHNqVvE1tG4lANpeT/nMzteK/um+K/Zk+vyfzNfB4jE9sv8AVgcnwe1J6uP/APM/pP7/ANVdajos7STjODjJdjTTNKsxaN1ncMz6lsdum8TE/Kccjuh8zK4vJLjhUYfdKp/p+8yvEsneKfm3/C46qzf8lnmU1VAcqmp++dQqRTzTt1zMe7fTzVfnvdH7M2ODh1Tqn1Z3LzxFumETjbt9he6FK3IZNGxc+w6iqvfkpvszyd19RxOouZp/pSXSa/Vh1+rwirm5mPH2jvPx+6TFxM+edz92Pnz/AKLY0PQqOhQ5ujHGfpTfGU8fpP8Ap1GPmz3yzu0tvBxseCuqR+frLZkKcAAAAAAAAAAAAAAAAAAAAAAAeF3Z071btSEZrukk/l3HdMlqTus6R5MVMkavETHy/LGyhp8FSpR3YJtpce1tvi/FjJktkt1WnuYsVMVeikah61c7st3G9h7uerOOGfDJwkVnS5KZPjO4UpNtyluNuUm8yb4ri28mtXxGlaxWK/3Y2Tw3Le02m/n8f8tpZcmFvSxzlSc/2VGCfzycW8Tv/prEf3/Z1Xwin+u8z/t2/dJ9L2ettKw6VKMZfpvpS/ellr0KeTk5cn4pXsPEw4u9K9/fzn+raECyAAAAAAAAAAAAAAAAAAAAAAAAAAAAAAAAAAAAAAAAAAAAAAAAAAAAAAAAAAAAAAAAAAAAAAAAAAAAAAAAAAAAAAAAAAAAAAAAAAAAAAAAAAAAAAAAAAAAAAAAAAAAAAAAAAAAAAAAAAAAAAAAAAAAAAAAAAAAAAAAAAAAAAAAAAAAAAAAAAAAAAAAAAAAAAAAAAAAAAAAAAAAAAAAAAAAAAAAAAAAAAAAAAAAAAAAAAAAAAAAAAAAAAAAAD//2Q=="/>
          <p:cNvSpPr>
            <a:spLocks noChangeAspect="1" noChangeArrowheads="1"/>
          </p:cNvSpPr>
          <p:nvPr/>
        </p:nvSpPr>
        <p:spPr bwMode="auto">
          <a:xfrm>
            <a:off x="673100" y="914381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74" name="2 CuadroTexto"/>
          <p:cNvSpPr txBox="1"/>
          <p:nvPr/>
        </p:nvSpPr>
        <p:spPr>
          <a:xfrm>
            <a:off x="288000" y="1080000"/>
            <a:ext cx="8615970" cy="77372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pt-BR" sz="1600" cap="small" dirty="0" smtClean="0">
                <a:latin typeface="Trebuchet MS" panose="020B0603020202020204" pitchFamily="34" charset="0"/>
              </a:rPr>
              <a:t>Incluir </a:t>
            </a:r>
            <a:r>
              <a:rPr lang="pt-BR" sz="1600" cap="small" dirty="0" smtClean="0">
                <a:latin typeface="Trebuchet MS" panose="020B0603020202020204" pitchFamily="34" charset="0"/>
              </a:rPr>
              <a:t>um diagrama em linguagem uml para representar uma visão lógica e física da solução técnica, considerando  os requisitos técnicos de alta disponibilidade, segurança, desempenho, escalabilidade e outros.</a:t>
            </a:r>
            <a:endParaRPr lang="pt-BR" sz="1600" cap="small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6785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0"/>
            <a:ext cx="9143998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91654" y="181114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16275" y="92679"/>
            <a:ext cx="49358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smtClean="0">
                <a:solidFill>
                  <a:schemeClr val="bg1"/>
                </a:solidFill>
                <a:cs typeface="Gotham Rounded Book"/>
              </a:rPr>
              <a:t>Volumetria</a:t>
            </a:r>
            <a:endParaRPr lang="pt-BR" sz="3200" b="1" dirty="0">
              <a:solidFill>
                <a:schemeClr val="bg1"/>
              </a:solidFill>
              <a:cs typeface="Gotham Rounded Book"/>
            </a:endParaRPr>
          </a:p>
        </p:txBody>
      </p:sp>
      <p:sp>
        <p:nvSpPr>
          <p:cNvPr id="52" name="AutoShape 2" descr="data:image/jpeg;base64,/9j/4AAQSkZJRgABAQAAAQABAAD/2wCEAAkGBhISEBIQDxMQEBASERUREBQQFxoSFRIQGhMVFRUVFRUXJyYfFxojGRUVIDsgJDMpLC0sFx4xNTAqNSYrLCkBCQoKDgwOGg8PGiwkHyQ1KTQ0MDUzLDIsLC8wLywsLCwsNCw0KTUsLCw0NCwsLCwsLCwsLCwsLCksLCwsKSwsLP/AABEIAIkBcAMBIgACEQEDEQH/xAAcAAEAAgMBAQEAAAAAAAAAAAAABgcEBQgDAgH/xABEEAABAwEDCQUGBAQFBAMBAAABAAIDBAURFwYSEyFTVJGS0gcxUaLRFBYiQVKTMmFxgSRyc6EjNEKxsyUzQ8F0grIV/8QAGQEAAwEBAQAAAAAAAAAAAAAAAAMEBQIB/8QAMREAAQMDAwMDAwMDBQAAAAAAAQACAwQRoRIUUhMVITFRYUFx4SJigQWRsSMyQsHx/9oADAMBAAIRAxEAPwCZZcdo01DVaCOKKRuibJe8uBvJcLtX8qj+NVTu8HF632XPZ1PXVWnikhY3RNZdJnX3guN+oHV8Sj2C1Xt6bz+i1IhTaBr9f5WVLutZ0en8L7xqqd3g4vTGqp3eDi9fGC1Xt6bz+iYLVe3pvP6JlqP4yl3rPnC+8aqnd4OL0xqqd3g4vXxgtV7em8/omC1Xt6bz+iLUfxlF6z5wvvGqp3eDi9Maqnd4OL18YLVe3pvP6JgtV7em8/oi1H8ZRes+cKfZB5UPr6d80jGRlsxjAYSRcGMdfr+fxFYnaBlpJZ4g0UccmlMl+eSLs3Muuu/mKysgsl5KCmfDK5j3OmMgMd91xYxt2sDX8JWJ2hZGS2gINC+OPRGTO0mdrzsy67NB+kqEdLr+f9quPV6Hj/cohjVU7vBxemNVTu8HF688F6vb03n9EwXq9vTef0V1qP4yob1nzhemNVTu8HF6Y1VO7wcXrzwXq9vTef0TBer29N5/RFqP4yi9Z84XpjVU7vBxemNVTu8HF688F6vb03n9EwXq9vTef0Raj+MovWfOF6Y1VO7wcXoO2qo+dPBzOXngvV7em8/omC9Xt6bz+iLUfxlF6z5ws6n7bXf+SkH6slu/sW/+1I7I7VqGYhr3PpnHbi5t/wDO28D97lDsF6vb03n9EwXq9vTef0XDmUh9Db+6Y19WPUXVwxyBwDmkOaReCDeCPEEd6+lX2SmRtp0LgGVFNJATe+F5kzT4lpzfgd+Y/cFWCs6RgabNNwtGN5cLuFiirvLLtLmo6t9PHDE9rWscHPLgfibee5WIq5y07NZ6ysfURywsa5rGgPzr72tuPcLkym6ev/U9Eqp6mj/T9Vpsaqnd4OL0xqqd3g4vXxgtV7em8/omC1Xt6bz+i0LUfxlZ96z5wvvGqp3eDi9Maqnd4OL18YLVe3pvP6JgtV7em8/oi1H8ZRes+cL7xqqd3g4vWXZHbFLJURRzQwsifI1j3NLr2hxuztfgSD+l6wcFqvb03n9F+YLVe3pvP6IIpCPpleg1gP8A4rjRY1mxyNhjbMWulaxrZHNvuc8AAuF+vWdayVjlbARERCEVT1/bNK2WRsMMLomvc2Nzi69zASA43eI1/urLtqmkkp5Y4HNZK+NzGOdfc0kXZ2rXqBJ/VVTgtVbem8/orKUQ+TKoqozeBEvTGqp3eDi9Maqnd4OL18YLVe3pvP6JgtV7em8/orLUfxlR3rPnC+8aqnd4OL0xqqd3g4vXxgtV7em8/omC1Xt6bz+iLUfxlF6z5wvvGqp3eDi9SDIftGmrqowSRRRt0TpL2FxN4LRdr/mUcwWq9vTef0UhyF7Op6GqM8skL26J0d0edfeSw36wNXwlLlFNoOj1/lMi3Wsa/T+FYKIiy1qoiIhCi2UnaHTUU2gmZO5+Y198bWltxJA73A3/AAlavGai2dXyM61pu0vJKsqa7S08DpY9CxucC0DODn3j4iD8woph3aW6yc0fUtSKCncwFx8/dZcs9Q15DR4+ysTGai2dXyM60xmotnV8jOtV3h3aW6yc0fUmHdpbrJzR9SZt6bllK3NVxwrExmotnV8jOtMZqLZ1fIzrVd4d2lusnNH1Jh3aW6yc0fUjb03LKNzVccKxMZqLZ1fIzrTGai2dXyM61XeHdpbrJzR9SYd2lusnNH1I29Nyyjc1XHCurJnKaKuidNA2RrWyGMiQAHODWu/0k6rnBeGVOWUNBo9O2V2lzs3RBpuzc2+/OI+oLWdl1iz01JJHUxmJ5qHPAcQb26OMX/CT8weCwe1fJ2pqhTezROlzDLn5paM2/R3fiI8DwUIjj6+kn9KuMknQ1AfqX1jNRbOr5GdaYzUWzq+RnWq7w7tLdZOZnUmHdpbrJzM6ldt6bllQ7mq44ViYzUWzq+RnWmM1Fs6vkZ1qu8O7S3WTmZ1Jh3aW6yczOpG3puWUbmq44ViYzUWzq+RnWmM1Fs6vkZ1qu8O7S3WTmZ1Jh3aW6yczOpG3puWUbmq44ViYzUWzq+RnWmM1Fs6vkZ1qu8O7S3WTmZ1Jh3aW6yczOpG3puWUbmq44ViYzUWzq+RnWmM1Fs6vkZ1qu8O7S3WTmZ1Jh3aW6yczOpG3puWUbmq44ViYzUWzq+RnWv1nbJQkgFlUATcSWMuA8Tc/uVdYd2lusnMzqTDu0d1k5mdSNvTcso3NVxwugGuvF41g9yiuUHaRTUc7qeZlQ57Q1xMbWltzheNZcCtnkgyZtDAypYY5mM0b2uuJuaS1pvBI1tDT+6rvtEyOrKivfLBA+SMsjAcC0AkNuPeQVDBGwyFrz4V88jxGHMHlb/Gai2dXyM60xmotnV8jOtV3h3aW6yczOpMO7S3WTmZ1K7b03LKg3NVxwrExmotnV8jOtMZqLZ1fIzrVd4d2lusnMzqTDu0t1k5mdSNvTcso3NVxwrExmotnV8jOtMZqLZ1fIzrVd4d2lusnMzqTDu0t1k5mdSNvTcso3NVxwrbyZ7QaauldDC2Zjwwyf4oa0FoIBuzXHXrCkypPJXJO0qWsgqPZZM1jwJPiZ/23fC//AFfSSf2CuxQVMbGO/QbhaFNI97f1ixRERTKlRbKPtFpaKbQStme/MDzomtIbffcDnOGu4X/uFq8ZqLZ1fIzrULygyQtOpqpqg0sn+JIXNvczUzuYPxfJoaP2Wvw7tLdZOZnUtZlPT6Rqd5+6yX1NRqOlvj7KxMZqLZ1fIzrTGai2dXyM61XeHdpbrJzM6kw7tLdZOZnUutvTcsrjc1XHCsTGai2dXyM60xmotnV8jOtV3h3aW6yczOpMO7S3WTmZ1I29Nyyjc1XHCsTGai2dXyM61tcm+0OmrZtBCydr8x0l8jWgXAtB/C4m/wCIKpsO7S3WTmZ1KWdmeSVZTVplqIHRR6B7c4lpGcXMIHwkn5FLlgp2sJafP3TYp6hzwHDx9laqIiy1qIiIhCIiIQsS07Whp2CSokZEwuDQ55uBcQSBwB4LWe/ln73BzLQ9sgJoI7rz/FM7v6cqprRu8DwWhT0jZWaiVnVFW6J+kBdB+/ln73BzJ7+WfvcHMufNG7wPBfhjd4HgVR29nIqfuL+IXT8Mwe1r2kOa4BzSO4tIvBH7L7WBYP8AlKf/AOPF/wAbVnrIIsbLYBuLoiIvF6i8aysZEx0srgyNgvc52oNHiV7LQZej/ptX/RP+4XTBqcAuXnS0lfvv5Z+9wcye/ln73BzLnzRu8DwTRu8DwWt29nIrI7g/iF0H7+WfvcHMttQWhHPGJYXtkjdfmuabwbiQbv3BC5m0bvA8Fe/ZgP8ApdPf4y/88imqaVsTdQKppqp0z9JFlKkRFAtBY1oWlFBGZZ3tijBALnm4Xk3Bar38s/e4OZaztYF9mSXbWL/9hUfo3eB4FX01K2VmolZ9TVOhfpAXQfv5Z+9wcye/ln73BzLnzRu8DwTRu8DwKp7ezkVN3F/ELpazLXhqGGSnkZKwOzS5hvAcACR+txHFZah3ZRQmOzWOOoyySSa/DOzB/ZgP7qYrLkaGvLR9FqxuLmBx+qLCtS2YKZofUSMha52a0vNwLribuAKzVXnbQ0mlp7rz/EfL+k9ewsD3hp+q8meWMLh9FJffyz97g5k9/LP3uDmXPmjd4Hgmjd4HgtPt7ORWX3F/ELoP38s/e4OZPfyz97g5lz5o3eB4Jo3eB4I7ezkUdxfxC6D9/LP3uDmWzsy1oahhkp5GSsDi0uYbwHAAkfrcRxXNOjd4HgrE7G7VLKiWldeGzM0jL9ozvA/Vp8iTNRNYwuafROgrXSPDXD1VurDtO2YKZofUSsha52a0vN17ribh+wKzFTfbBaplq2U7by2nZ8V21fc48GhnEqSCLqv0qyol6TNSsb38s/e4OZPfyz97g5lz5o3eDuBTRu8HcCtHt7ORWb3B/FdB+/ln73BzJ7+WfvcHMufNG7wdwKaN3g7gUdvZyKO4P4roP38s/e4OZbOzLWhqGGSnkZKwOLS5hvAcACRwI4rmnRu8HcCrm7HGkUEl94/in9/9OJT1FI2JmoFUU9W6V+khTtERZ60UREQhEREIRERCEX4oL2xuIoI7rx/FM7v6cqpnSu8XcSroKPqs1XsoJ6zov06brqBFy/pXeLuJQyu8XcSn9uPLCT3L9ufwuoUWBYP+Vp/6EX/G1Z6yyLGy1Abi6IiLxeoiLQZen/ptXdsT/uF00aiAuXHSCVvkXL+ld4u4lNK7xdxK0+3HlhZncv25/C6gX6uXtK7xdxKaV3i7iUduPLCO5ftz+F1Ci5e0rvF3EppXeLuJR248sI7l+3P4XUK/Fy/pXeLuJTSu8XcSjtx5YR3L9ufwuoEXMDXvJABcSTcALySTqAA+ZV2dnORZpI9PUXmqlb3E36GPvzP5jqJP6D5a556UQtuXJ8FUZnWDcqaIiKJXIiKvO2hxFLT3Ej+I+X9J6ZEzqPDfdLlf02F3srCRcv6V3i7iU0rvF3ErR7ceWFndy/bn8LqBFy+ZneLuJWwt+gfTVMkBc65pBabzrY4B7DyuC57f5tqwve4eL6c/hdIIuX9K7xdxKaV3i7iV1248sLzuX7c/hdQr8VN1GWRNgsp846Yy+yu169C26S/9M0sZxUD0rvF3EpcdC517m3lMkr2ttYXuF1Ai5f0rvF3ErYWHQOqJtHnOzQySV5BOpjI3PPG4D9wunf0/SLl2Fw3+oajYNz+F0gi5fErvF3EppXeLuJXXbjywvO5ftz+F1Av1cvaV3i7iVc3Y44mgkvvP8U/v/pxJE9H0mar3T4KzrP06bKdoiKFXIiIhCIiIQiIiELEtKyYahgjqI2SsDg4NeLwHAEA/rcTxWs9xLP3Sn5Vru0+2p6ajZJTSGJ5qGsLgAb2mOQkfECO8DgquxGtLen8sfSrYKeWRt2usP5UM9RFG7S5tz/CuL3Es/dKflT3Es/dKflVO4jWlvT+WPpQ9o1pb0/lj6U/Zz8slJ3kHHAV+wxBrWsaA1rQGtA7g0C4AfsvtYdjzOfTwPeb3Ohjc4+LiwEnV+azFmH1WmPRERF4vUXjV0jJWOjlaHxvFzmu1hw8CvZabLGtfDQVMsTiyRkRcxwuNxvGvXqXTQSQAuXEAEleXuJZ+6U/KnuJZ+6U/KqdxFtLen8sfSmItpb0/lj6VpbOflkrN3kHHAVxe4ln7pT8qe4ln7pT8qp3EW0t6fyx9KYi2lvT+WPpRs5+WSjeQccBXF7iWfulPyp7iWfulPyqncRbS3p/LH0piLaW9P5Y+lGzn5ZKN5BxwFcXuJZ+6U/KnuJZ+6U/KqdxFtLen8sfSmItpb0/lj6UbOflko3kHHAV00WSNFE9skVNAyRutrg0XtPiPArbqhqHtOtCORr3zGZoPxRvawNe35i9oBH6j+/crosC3YqyBs8Jva7U4H8THjvY4fIj/ANg9xUs8Ekfl/lVU9RHJ4Z4WxREUqqRYdp2PBUNDKiNkzWnOaHi8B1xF4/YlZihXanbs9LTwvppDE502a4gNN7dG43fED8wEyJpe8Nb6pcrgxhc70W39xLP3Sn5U9xLP3Sn5VTuItpb0/lj6UxFtLen8sfStDZz8slZ+8g44CuL3Es/dKflWTX5K0czs+anhkeGhuc5t5zR3D9lSZ7RrSuP8U/u+mPpV1W5p3UMjqd7mVAhz43NAJLwA664gj4riP3U8sMkRGp3r8lPhmjlB0t9PsvD3Es/dKflT3Es/dKflVO4jWlvT+WPpTEa0t6fyx9Ko2c/LJSN5BxwFcXuJZ+6U/KnuJZ+6U/KqdxGtLen8sfSmI1pb0/lj6UbOflko3kHHAVxe4ln7pT8qyaLJWjhLjDTwxl7DG8tbdnRm69p/I3BUpiLaW9ScsfSrnjM0VnkyvLqllK573kC/S6MuOoC7U7V+ynmikitqd6/JT4Zo5b6W+n2Xl7iWfulPyp7iWfulPyqnR2i2lvT+WPpTEW0t6fyx9Ko2c/LJSN5BxwFcXuJZ+6U/KtnZtkw07DHTxsiYXFxawXAuIAJ/W4DgqKxFtLen8sfSrR7MLZmqaN8lTIZXiocwOIA+EMjIHwgDvceKRPTyxtu51x/KdBURSO0tbY/wpeiIolciIiEIiIhCIiIQtTlLk1FXQiGcyNa2QSAxkA5wa5v+oHVc4qMYNUW0q+dnQtzl5lNJQ0zZomse50zYyJL7rix7r9V2v4QoDjTVbCm8/qrYGTlt4z4UM76cOtIPKkuDVFtKvnZ0JgzQ7Sr52dCjWNNVsKbz+qHtpqthTef1T+nV++UnqUnthW5SUwjjZG28tYxrG399zQAL/wA9S9ljWbUmSGKUgAyRMeQO4FzQSBxWSsw+vlaY9PCIiLxeosO17MZUwSU8hcGStzHFlwcB+RIIWYtZlLajqaknqGBrnRRl7Q6+4n87l029xb1XLrWN/RRbBqi2lXzs6EwaodpV87OhRnGiq2FN5/VMaarYU3n9VpdOr98rN6lJ7YUmwaodpV87OhMGqHaVfOzoUZxpqthTef1VkZH22+ro4qmRrWPeX3hl9wzZHMF1+vualSmpiF3FMiFNKbNCjuDVDtKvnZ0Jg1Q7Sr52dCniJG5l5FUbaLiFA8GqHaVfOzoTBqh2lXzs6FvstcoH0VI6ojax7mvY0B991znAHu1qu8aarYU3n9U+Pcyi7Sp5RTRGzgpNg1Q7Sr52dC3OTOQ8NC97qeSoIeLnskc1zCR3OuDRrGvX+ZUAxpqthTef1TGmq2FN5/VduhqnCx/yuGz0rTdowriRaPI3KE1tIyocGteXPa9rb7g5riNV+vuuP7reLPc0tJBWi1wcAQi02U+SsNfGyOd0jWsfnjRENN+aW684HVcStyotl/lXJQQxSRMjeXy6MiS+4DMc68XXeC6iDi8BnquZS0MJf6LWYNUO0q+dnQmDVDtKvnZ0KM401WwpvP6pjTVbCm8/qtDp1fvlZ/VpPbCkp7GaHaVfOzoU7jjzWho7gAB+yp89tNVsKbz+qt6CTOa1x+bQeIvUtQ2Ztuqqqd0Lr9IKFT9j1C5znZ9S3OcXZrXMDW3m+4Xs7gvPBqi2lXzs6FtMv8p56GKOaGOORrnmOTSZ3wki9hGaRq1OHBQbGmq2FN5/VOj3MjbtPj7pMhpo3aXDz9lJcGqLaVfOzoTBqi2lXzs6FGsaarYU3n9UxpqthTef1TOnV++Uvq0nthSuj7I6KORkgdUuLHteGvcwtJaQQHANF41KZVVMJI3xuvzXscw3d9zgQbvz1qP5B5RT1tO6edkcY0hZGI874gAM5xzifmbv2K3lo1JjhlkABLI3vAPcS1pIB4KGV0hdZ58hXRNjDbsFgVC8GaHaVfOzoTBqi2lXzs6FGh201WwpvP6pjTVbCm8/qrunV++VD1KT2wpLg1RbSr52dCk+TWTUVDCYYDI5rpDITIQTnFrW/wCkDVc0Ks8aarYU3n9VPsg8ppK6mdNKxjHNmdHdHfdcGMdfr+fxFInZOG3kPhOgfTl1ox5UkREUSuRERCEREQhEUUyl7Raein0Esc73ZjX3xhhFxJA/E4G/4StVjRR7Gq4R9ae2nkcLhqQ6oiabFy3uXWTD6+mbBG9sZbM2S94JFwY9t2r+YcFBMFajeIOVy32NFHsarhH1pjRR7Gq4R9apjFTGNLQpZDSyHU4rQ4K1G8QcrkPYpUbxByuW+xoo9jVcI+tMaKPY1XCPrTNdX7YC40Ufvkqb2bSmOGKIkExxsYSO4lrQ28cFkqv8aKPY1XCPrTGij2NVwj61IaaY/wDFViphH/IKwEWnyXynjroXTQtkY1shjIkuBvDWuv8AhJ1XOCx8q8s4aDRaZkr9Ln5uiDTdm5t9+cR9QSem7Vot5Teo3Trv4UgWtykss1NJNTtcGulYWBztYB/O5RHGij2NVwj60xoo9jVcI+tOFPMDcNSjUwkWLgtDgrUbxByuTBWo3iDlct9jRR7Gq4R9aY0UexquEfWq9dX7YCk6dH75K0OCtRvEHK5WLkjYbqOjjpnua9zC+9zQQDnSOf8AP+ZRjGij2NVwj60xoo9jVcI+tKkFTILOCZGaaI3aVYCKv8aKPY1XCPrTGij2NVwj60jay8VRuoeQUjyzyfdW0jqdjmxuc9js5wJHwuB+Sr7BWo3iDlct9jRR7Gq4R9aY0UexquEfWqIxUxizQp5DTSm7itDgrUbxByuTBWo3iDlct9jRR7Gq4R9aY0UexquEfWma6v2wEvp0fvkreZC5MSUNO+CR7JM6UyNLAQACxgu1/m0n91JFg2Ha7aqnjqGNexkgJaJLg64OIvNxI13X/oVH8ou0qno6h1PLHO57WtcTGGFtzhePxOBUJa+V58XKuDo4mDzYKXKMZe5Jvr4Yo43sjLJdIS8EgjMc27V+q02NFHsarhH1pjRR7Gq4R9aYyCdjtQb5SnzwPaWl3haHBWo3iDlcmCtRvEHK5b7Gij2NVwj60xoo9jVcI+tVa6v2wFN06P3yVoT2KVG8QcrlbcEea1rfBoHAXKBHtoo9jV8I+tT6KTOaHDuIB4i9S1DpjbqqqnbCL9Ja3KexBV0ktMSGl7fgcdea8EOaeIH7XqtcFajeIOVyt5RPKTtGgopzBNFUF2a14cwMLXNN+sXuB7wR+yIJZR+mNE8ULv1SKG4K1G8QcrkwVqN4g5XLfY0UexquEfWtvkz2hQ10xhhiqGkMMjnSBgaGggfJxN5JCodLVNFz/gKZsVI42H/a3OT9kClpYaduvRsDSRqzn973fu4k/usi0aYyQyxggF8b2AnuBc0i/wDusheNXUiON8jryGMc8gd5DQSbvz1LPuSb/VaNgBb6Kp8FKjeIOVyYK1G8QcrlvsaKPY1XCPrTGij2NVwj61pa6v2wFm9Oj98laHBWo3iDlcp3kLkw+gpnQSPbIXTOkvYCBcWMbdr/AJf7rRY0UexquEfWmNFHsarhH1pcgqZBpcF3GaWM6mlWAir/ABoo9jVcI+tbbJntEp66fQRRzsdmOkvkDALgWgj4XE3/ABBTOp5Gi5aqm1ETjYOUqRESE9EREIVWdpOR1ZVVulpoTJHoWNzg5jfiDn3i5zgfmFFcNbS3Z33IupXPamVlJTSaKonZFJmh2a6+/NN9x1D8isPEKzt6i83otCOpma0BrfH2KzpKWFzyXO8/cKpMNbS3Z33IupMNbS3Z33IupW3iFZ29Reb0TEKzt6i83ombuo44KXs6flkKpMNbS3Z33IupMNbS3Z33IupW3iFZ29Reb0TEKzt6i83ojd1HHBRs6flkKpMNbS3Z33IupMNbS3Z33IupW3iFZ29Reb0TEKzt6i83ojd1HHBRs6flkLC7MbDnpaSSOpYYnuqHPAJa69pjjAN7SR3tPBYHapk1U1YpvZYjLozLn3Oa27O0d34iL/wngpjZVsw1LDJTSNlYHZhLb7g64G7X+RHFedr5QU9Lm+0ysiz78zOv+K66+679RxUYleJddvPsrDEww6L+PdUnhraW7O+5F1JhraW7O+5F1K28QrO3qLzeiYhWdvUXm9FZu6jjgqPZ0/LIVSYa2luzvuRdSYa2luzvuRdStvEKzt6i83omIVnb1F5vRG7qOOCjZ0/LIVSYa2luzvuRdSYa2luzvuRdStvEKzt6i83omIVnb1F5vRG7qOOCjZ0/LIVSYa2luzvuRdSYa2luzvuRdStvEKzt6i83omIVnb1F5vRG7qOOCjZ0/LIVSYa2luzvuRdSYa2luzvuRdStvEKzt6i83omIVnb1F5vRG7qOOCjZ0/LIVSYa2luzvuRdS+ouzK0i4A05aCQC4vjuaCe83OvuHerciy9oHODWVMbnOIa1rQ4lxPcAANZW/XLq6ZvqAP7rttDC70JP9lj2fRNhijhZ+CNjY2/ytAA/2VXdoWRNbU175qeAyRlkYDs+NusNuOpzgVbK09pZX0dPIYp5445AAS1194BF47gpIJHsfqaLlVzxsezS82CprDS092P3IupMNLT3Y/ci6lbeIVnb1F5vRMQrO3qLzeit3dRxwVFtKflkKpMNLT3Y/ci6kw0tPdj9yLqVt4hWdvUXm9ExCs7eovN6I3dRxwUbSn5ZCqQ9mdp3f5Y920i6lfNMwhjAe8NAP63LQ4hWdvUXm9FIWOBAI1gi8fopaiaSS2sWVVPDHHfQbr9UD7Ucj5qsQS0rNJLGXMeL2tJjIvBvcQNTh51PESY5DG4OanSRiRpa5UFhpaW7H7kXUrF7L8k5aOKZ9SzRzSvDQ29rromjVraSNbnO4BbtmXNAXiMVEZkL8wN+K/Pvzc267vv1Leqmaple3S4WU0NLEx2phuixLWgc+nmYwXudFI1o7r3FhAGv8ystfE0wY1z3G5rQXOJ+TQLyeCjHqrD6KhR2aWnux+5F1Jhpae7H7kXUrbxCs7eovN6JiFZ29Reb0Wnu6jjgrM2lPyyFUmGlp7sfuRdSYaWnux+5F1K28QrO3qLzeiYhWdvUXm9Ebuo44KNpT8shVJhpae7H7kXUpX2a5HVlLWmWphMcegezOz2O+IuYQLmuJ+RUwxCs7eovN6LMsvKukqX6KnnZLJml2a2+/NFwJ1j8wlyVMzmkOb4+xXcdNA1wLXefuFtlo7Yt54lFLSMZJUlmkkdISIqeK+4PlI1km43MGs3E6gt4otkqL3WnI7XIa6aNxPfmMjY2IfoG/wC6jYB5J+iteT4A+qwW2u7U4W1RF57mmOERE+H4s+7/AOy3tiW898jqapY2KqY0PuYc6OaIm4SxOOstv1EHWCopZVr1DbOoqc00JjqYW08Uss3+HnOjObpGBhIzvkNd51XrZVlnezPsWMOz5YpDTF31xGmdpNXhexp/K4J7mD0Pz7fT7JDHH1Hx7/X7qE9rlO91ogta9w9nj1gEj8UngoV7HJ9EnKV08idHXFjQ3T6JMlAHvLtXquYfY5Pok5Snscn0ScpXTyLvuJ45S+2jlhcw+xyfRJylPY5Pok5SunkR3E8co7aOWFzD7HJ9EnKU9jk+iTlK6eRHcTxyjto5YUD7HIi2hlDgWn2p34gR/wCKLxWt7aoXOFHmtc64zX5oJ+UXgrORSCe0vVsrDBeHpXXMPscn0ScpT2OT6JOUrp5FX3E8cqPto5YXMPscn0ScpT2OT6JOUrp5EdxPHKO2jlhcw+xyfRJylPY5Pok5SunkR3E8co7aOWFzD7HJ9EnKU9jk2cnKV08iO4njlHbRywuaqewKqT/t09Q/+WJ5/vcpHZHZTXTEGRraZnzMpBdd+TG3m/8AI3K8Sv0Lh39QefQAJjf6fGPUkqOZLZCU1CM5gMk91xlk/F+YYO5g/TX4kqRoigc8vN3FXtY1gs0IqP7U6Z5tOQta8jRxaw0kfgHgrwRNgm6LtVrpU8PWbpvZcw+xyfRJylPY5Pok5SunkVvcTxyoe2jlhcw+xyfRJylPY5Pok5SunkR3E8co7aOWFzC6jkuP+HJ3fSV0xSf9tn8jf9gvZFLUVPWt4tZVU9MIL+b3RERSqtVtT5HXZQOkzf8AADfbQflpHfDm3+OkznfsFZKImSSGS1/oLJccYjvb6m6LBtwfwtRdsJP+NyzkXANiuyLiy5hFHJ9EnKU9jk+iTlK6eRafcTxysvto5YXMPscn0ScpT2OT6JOUrp5EdxPHKO2jlhcw+xyfRJylTbsip3ttAlzXNHs8mtwI/wBUfiroRcSVxe0t0+qZHQiN4dq9EUZtGhlpqiSqp43Tw1AAq4Y7tIHtGa2aIHU45uot1X3Ai8qTIVA12lXubqUJ/wD6tnmiFAfa3tbEImx6CbTgtuzSLmC54IBv7rwtjYtmzTTsrKtroxDGYqSKQgyNDgA+aYt+ESOAAzRqAv8AmpKi7MnjwuBH58r/2Q=="/>
          <p:cNvSpPr>
            <a:spLocks noChangeAspect="1" noChangeArrowheads="1"/>
          </p:cNvSpPr>
          <p:nvPr/>
        </p:nvSpPr>
        <p:spPr bwMode="auto">
          <a:xfrm>
            <a:off x="63500" y="304781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53" name="AutoShape 4" descr="data:image/jpeg;base64,/9j/4AAQSkZJRgABAQAAAQABAAD/2wCEAAkGBhISEBIQDxMQEBASERUREBQQFxoSFRIQGhMVFRUVFRUXJyYfFxojGRUVIDsgJDMpLC0sFx4xNTAqNSYrLCkBCQoKDgwOGg8PGiwkHyQ1KTQ0MDUzLDIsLC8wLywsLCwsNCw0KTUsLCw0NCwsLCwsLCwsLCwsLCksLCwsKSwsLP/AABEIAIkBcAMBIgACEQEDEQH/xAAcAAEAAgMBAQEAAAAAAAAAAAAABgcEBQgDAgH/xABEEAABAwEDCQUGBAQFBAMBAAABAAIDBAURFwYSEyFTVJGS0gcxUaLRFBYiQVKTMmFxgSRyc6EjNEKxsyUzQ8F0grIV/8QAGQEAAwEBAQAAAAAAAAAAAAAAAAMEBQIB/8QAMREAAQMDAwMDAwMDBQAAAAAAAQACAwQRoRIUUhMVITFRYUFx4SJigQWRsSMyQsHx/9oADAMBAAIRAxEAPwCZZcdo01DVaCOKKRuibJe8uBvJcLtX8qj+NVTu8HF632XPZ1PXVWnikhY3RNZdJnX3guN+oHV8Sj2C1Xt6bz+i1IhTaBr9f5WVLutZ0en8L7xqqd3g4vTGqp3eDi9fGC1Xt6bz+iYLVe3pvP6JlqP4yl3rPnC+8aqnd4OL0xqqd3g4vXxgtV7em8/omC1Xt6bz+iLUfxlF6z5wvvGqp3eDi9Maqnd4OL18YLVe3pvP6JgtV7em8/oi1H8ZRes+cKfZB5UPr6d80jGRlsxjAYSRcGMdfr+fxFYnaBlpJZ4g0UccmlMl+eSLs3Muuu/mKysgsl5KCmfDK5j3OmMgMd91xYxt2sDX8JWJ2hZGS2gINC+OPRGTO0mdrzsy67NB+kqEdLr+f9quPV6Hj/cohjVU7vBxemNVTu8HF688F6vb03n9EwXq9vTef0V1qP4yob1nzhemNVTu8HF6Y1VO7wcXrzwXq9vTef0TBer29N5/RFqP4yi9Z84XpjVU7vBxemNVTu8HF688F6vb03n9EwXq9vTef0Raj+MovWfOF6Y1VO7wcXoO2qo+dPBzOXngvV7em8/omC9Xt6bz+iLUfxlF6z5ws6n7bXf+SkH6slu/sW/+1I7I7VqGYhr3PpnHbi5t/wDO28D97lDsF6vb03n9EwXq9vTef0XDmUh9Db+6Y19WPUXVwxyBwDmkOaReCDeCPEEd6+lX2SmRtp0LgGVFNJATe+F5kzT4lpzfgd+Y/cFWCs6RgabNNwtGN5cLuFiirvLLtLmo6t9PHDE9rWscHPLgfibee5WIq5y07NZ6ysfURywsa5rGgPzr72tuPcLkym6ev/U9Eqp6mj/T9Vpsaqnd4OL0xqqd3g4vXxgtV7em8/omC1Xt6bz+i0LUfxlZ96z5wvvGqp3eDi9Maqnd4OL18YLVe3pvP6JgtV7em8/oi1H8ZRes+cL7xqqd3g4vWXZHbFLJURRzQwsifI1j3NLr2hxuztfgSD+l6wcFqvb03n9F+YLVe3pvP6IIpCPpleg1gP8A4rjRY1mxyNhjbMWulaxrZHNvuc8AAuF+vWdayVjlbARERCEVT1/bNK2WRsMMLomvc2Nzi69zASA43eI1/urLtqmkkp5Y4HNZK+NzGOdfc0kXZ2rXqBJ/VVTgtVbem8/orKUQ+TKoqozeBEvTGqp3eDi9Maqnd4OL18YLVe3pvP6JgtV7em8/orLUfxlR3rPnC+8aqnd4OL0xqqd3g4vXxgtV7em8/omC1Xt6bz+iLUfxlF6z5wvvGqp3eDi9SDIftGmrqowSRRRt0TpL2FxN4LRdr/mUcwWq9vTef0UhyF7Op6GqM8skL26J0d0edfeSw36wNXwlLlFNoOj1/lMi3Wsa/T+FYKIiy1qoiIhCi2UnaHTUU2gmZO5+Y198bWltxJA73A3/AAlavGai2dXyM61pu0vJKsqa7S08DpY9CxucC0DODn3j4iD8woph3aW6yc0fUtSKCncwFx8/dZcs9Q15DR4+ysTGai2dXyM60xmotnV8jOtV3h3aW6yc0fUmHdpbrJzR9SZt6bllK3NVxwrExmotnV8jOtMZqLZ1fIzrVd4d2lusnNH1Jh3aW6yc0fUjb03LKNzVccKxMZqLZ1fIzrTGai2dXyM61XeHdpbrJzR9SYd2lusnNH1I29Nyyjc1XHCurJnKaKuidNA2RrWyGMiQAHODWu/0k6rnBeGVOWUNBo9O2V2lzs3RBpuzc2+/OI+oLWdl1iz01JJHUxmJ5qHPAcQb26OMX/CT8weCwe1fJ2pqhTezROlzDLn5paM2/R3fiI8DwUIjj6+kn9KuMknQ1AfqX1jNRbOr5GdaYzUWzq+RnWq7w7tLdZOZnUmHdpbrJzM6ldt6bllQ7mq44ViYzUWzq+RnWmM1Fs6vkZ1qu8O7S3WTmZ1Jh3aW6yczOpG3puWUbmq44ViYzUWzq+RnWmM1Fs6vkZ1qu8O7S3WTmZ1Jh3aW6yczOpG3puWUbmq44ViYzUWzq+RnWmM1Fs6vkZ1qu8O7S3WTmZ1Jh3aW6yczOpG3puWUbmq44ViYzUWzq+RnWmM1Fs6vkZ1qu8O7S3WTmZ1Jh3aW6yczOpG3puWUbmq44ViYzUWzq+RnWv1nbJQkgFlUATcSWMuA8Tc/uVdYd2lusnMzqTDu0d1k5mdSNvTcso3NVxwugGuvF41g9yiuUHaRTUc7qeZlQ57Q1xMbWltzheNZcCtnkgyZtDAypYY5mM0b2uuJuaS1pvBI1tDT+6rvtEyOrKivfLBA+SMsjAcC0AkNuPeQVDBGwyFrz4V88jxGHMHlb/Gai2dXyM60xmotnV8jOtV3h3aW6yczOpMO7S3WTmZ1K7b03LKg3NVxwrExmotnV8jOtMZqLZ1fIzrVd4d2lusnMzqTDu0t1k5mdSNvTcso3NVxwrExmotnV8jOtMZqLZ1fIzrVd4d2lusnMzqTDu0t1k5mdSNvTcso3NVxwrbyZ7QaauldDC2Zjwwyf4oa0FoIBuzXHXrCkypPJXJO0qWsgqPZZM1jwJPiZ/23fC//AFfSSf2CuxQVMbGO/QbhaFNI97f1ixRERTKlRbKPtFpaKbQStme/MDzomtIbffcDnOGu4X/uFq8ZqLZ1fIzrULygyQtOpqpqg0sn+JIXNvczUzuYPxfJoaP2Wvw7tLdZOZnUtZlPT6Rqd5+6yX1NRqOlvj7KxMZqLZ1fIzrTGai2dXyM61XeHdpbrJzM6kw7tLdZOZnUutvTcsrjc1XHCsTGai2dXyM60xmotnV8jOtV3h3aW6yczOpMO7S3WTmZ1I29Nyyjc1XHCsTGai2dXyM61tcm+0OmrZtBCydr8x0l8jWgXAtB/C4m/wCIKpsO7S3WTmZ1KWdmeSVZTVplqIHRR6B7c4lpGcXMIHwkn5FLlgp2sJafP3TYp6hzwHDx9laqIiy1qIiIhCIiIQsS07Whp2CSokZEwuDQ55uBcQSBwB4LWe/ln73BzLQ9sgJoI7rz/FM7v6cqprRu8DwWhT0jZWaiVnVFW6J+kBdB+/ln73BzJ7+WfvcHMufNG7wPBfhjd4HgVR29nIqfuL+IXT8Mwe1r2kOa4BzSO4tIvBH7L7WBYP8AlKf/AOPF/wAbVnrIIsbLYBuLoiIvF6i8aysZEx0srgyNgvc52oNHiV7LQZej/ptX/RP+4XTBqcAuXnS0lfvv5Z+9wcye/ln73BzLnzRu8DwTRu8DwWt29nIrI7g/iF0H7+WfvcHMttQWhHPGJYXtkjdfmuabwbiQbv3BC5m0bvA8Fe/ZgP8ApdPf4y/88imqaVsTdQKppqp0z9JFlKkRFAtBY1oWlFBGZZ3tijBALnm4Xk3Bar38s/e4OZaztYF9mSXbWL/9hUfo3eB4FX01K2VmolZ9TVOhfpAXQfv5Z+9wcye/ln73BzLnzRu8DwTRu8DwKp7ezkVN3F/ELpazLXhqGGSnkZKwOzS5hvAcACR+txHFZah3ZRQmOzWOOoyySSa/DOzB/ZgP7qYrLkaGvLR9FqxuLmBx+qLCtS2YKZofUSMha52a0vNwLribuAKzVXnbQ0mlp7rz/EfL+k9ewsD3hp+q8meWMLh9FJffyz97g5k9/LP3uDmXPmjd4Hgmjd4HgtPt7ORWX3F/ELoP38s/e4OZPfyz97g5lz5o3eB4Jo3eB4I7ezkUdxfxC6D9/LP3uDmWzsy1oahhkp5GSsDi0uYbwHAAkfrcRxXNOjd4HgrE7G7VLKiWldeGzM0jL9ozvA/Vp8iTNRNYwuafROgrXSPDXD1VurDtO2YKZofUSsha52a0vN17ribh+wKzFTfbBaplq2U7by2nZ8V21fc48GhnEqSCLqv0qyol6TNSsb38s/e4OZPfyz97g5lz5o3eDuBTRu8HcCtHt7ORWb3B/FdB+/ln73BzJ7+WfvcHMufNG7wdwKaN3g7gUdvZyKO4P4roP38s/e4OZbOzLWhqGGSnkZKwOLS5hvAcACRwI4rmnRu8HcCrm7HGkUEl94/in9/9OJT1FI2JmoFUU9W6V+khTtERZ60UREQhEREIRERCEX4oL2xuIoI7rx/FM7v6cqpnSu8XcSroKPqs1XsoJ6zov06brqBFy/pXeLuJQyu8XcSn9uPLCT3L9ufwuoUWBYP+Vp/6EX/G1Z6yyLGy1Abi6IiLxeoiLQZen/ptXdsT/uF00aiAuXHSCVvkXL+ld4u4lNK7xdxK0+3HlhZncv25/C6gX6uXtK7xdxKaV3i7iUduPLCO5ftz+F1Ci5e0rvF3EppXeLuJR248sI7l+3P4XUK/Fy/pXeLuJTSu8XcSjtx5YR3L9ufwuoEXMDXvJABcSTcALySTqAA+ZV2dnORZpI9PUXmqlb3E36GPvzP5jqJP6D5a556UQtuXJ8FUZnWDcqaIiKJXIiKvO2hxFLT3Ej+I+X9J6ZEzqPDfdLlf02F3srCRcv6V3i7iU0rvF3ErR7ceWFndy/bn8LqBFy+ZneLuJWwt+gfTVMkBc65pBabzrY4B7DyuC57f5tqwve4eL6c/hdIIuX9K7xdxKaV3i7iV1248sLzuX7c/hdQr8VN1GWRNgsp846Yy+yu169C26S/9M0sZxUD0rvF3EpcdC517m3lMkr2ttYXuF1Ai5f0rvF3ErYWHQOqJtHnOzQySV5BOpjI3PPG4D9wunf0/SLl2Fw3+oajYNz+F0gi5fErvF3EppXeLuJXXbjywvO5ftz+F1Av1cvaV3i7iVc3Y44mgkvvP8U/v/pxJE9H0mar3T4KzrP06bKdoiKFXIiIhCIiIQiIiELEtKyYahgjqI2SsDg4NeLwHAEA/rcTxWs9xLP3Sn5Vru0+2p6ajZJTSGJ5qGsLgAb2mOQkfECO8DgquxGtLen8sfSrYKeWRt2usP5UM9RFG7S5tz/CuL3Es/dKflT3Es/dKflVO4jWlvT+WPpQ9o1pb0/lj6U/Zz8slJ3kHHAV+wxBrWsaA1rQGtA7g0C4AfsvtYdjzOfTwPeb3Ohjc4+LiwEnV+azFmH1WmPRERF4vUXjV0jJWOjlaHxvFzmu1hw8CvZabLGtfDQVMsTiyRkRcxwuNxvGvXqXTQSQAuXEAEleXuJZ+6U/KnuJZ+6U/KqdxFtLen8sfSmItpb0/lj6VpbOflkrN3kHHAVxe4ln7pT8qe4ln7pT8qp3EW0t6fyx9KYi2lvT+WPpRs5+WSjeQccBXF7iWfulPyp7iWfulPyqncRbS3p/LH0piLaW9P5Y+lGzn5ZKN5BxwFcXuJZ+6U/KnuJZ+6U/KqdxFtLen8sfSmItpb0/lj6UbOflko3kHHAV00WSNFE9skVNAyRutrg0XtPiPArbqhqHtOtCORr3zGZoPxRvawNe35i9oBH6j+/crosC3YqyBs8Jva7U4H8THjvY4fIj/ANg9xUs8Ekfl/lVU9RHJ4Z4WxREUqqRYdp2PBUNDKiNkzWnOaHi8B1xF4/YlZihXanbs9LTwvppDE502a4gNN7dG43fED8wEyJpe8Nb6pcrgxhc70W39xLP3Sn5U9xLP3Sn5VTuItpb0/lj6UxFtLen8sfStDZz8slZ+8g44CuL3Es/dKflWTX5K0czs+anhkeGhuc5t5zR3D9lSZ7RrSuP8U/u+mPpV1W5p3UMjqd7mVAhz43NAJLwA664gj4riP3U8sMkRGp3r8lPhmjlB0t9PsvD3Es/dKflT3Es/dKflVO4jWlvT+WPpTEa0t6fyx9Ko2c/LJSN5BxwFcXuJZ+6U/KnuJZ+6U/KqdxGtLen8sfSmI1pb0/lj6UbOflko3kHHAVxe4ln7pT8qyaLJWjhLjDTwxl7DG8tbdnRm69p/I3BUpiLaW9ScsfSrnjM0VnkyvLqllK573kC/S6MuOoC7U7V+ynmikitqd6/JT4Zo5b6W+n2Xl7iWfulPyp7iWfulPyqnR2i2lvT+WPpTEW0t6fyx9Ko2c/LJSN5BxwFcXuJZ+6U/KtnZtkw07DHTxsiYXFxawXAuIAJ/W4DgqKxFtLen8sfSrR7MLZmqaN8lTIZXiocwOIA+EMjIHwgDvceKRPTyxtu51x/KdBURSO0tbY/wpeiIolciIiEIiIhCIiIQtTlLk1FXQiGcyNa2QSAxkA5wa5v+oHVc4qMYNUW0q+dnQtzl5lNJQ0zZomse50zYyJL7rix7r9V2v4QoDjTVbCm8/qrYGTlt4z4UM76cOtIPKkuDVFtKvnZ0JgzQ7Sr52dCjWNNVsKbz+qHtpqthTef1T+nV++UnqUnthW5SUwjjZG28tYxrG399zQAL/wA9S9ljWbUmSGKUgAyRMeQO4FzQSBxWSsw+vlaY9PCIiLxeosO17MZUwSU8hcGStzHFlwcB+RIIWYtZlLajqaknqGBrnRRl7Q6+4n87l029xb1XLrWN/RRbBqi2lXzs6EwaodpV87OhRnGiq2FN5/VMaarYU3n9VpdOr98rN6lJ7YUmwaodpV87OhMGqHaVfOzoUZxpqthTef1VkZH22+ro4qmRrWPeX3hl9wzZHMF1+vualSmpiF3FMiFNKbNCjuDVDtKvnZ0Jg1Q7Sr52dCniJG5l5FUbaLiFA8GqHaVfOzoTBqh2lXzs6FvstcoH0VI6ojax7mvY0B991znAHu1qu8aarYU3n9U+Pcyi7Sp5RTRGzgpNg1Q7Sr52dC3OTOQ8NC97qeSoIeLnskc1zCR3OuDRrGvX+ZUAxpqthTef1TGmq2FN5/VduhqnCx/yuGz0rTdowriRaPI3KE1tIyocGteXPa9rb7g5riNV+vuuP7reLPc0tJBWi1wcAQi02U+SsNfGyOd0jWsfnjRENN+aW684HVcStyotl/lXJQQxSRMjeXy6MiS+4DMc68XXeC6iDi8BnquZS0MJf6LWYNUO0q+dnQmDVDtKvnZ0KM401WwpvP6pjTVbCm8/qtDp1fvlZ/VpPbCkp7GaHaVfOzoU7jjzWho7gAB+yp89tNVsKbz+qt6CTOa1x+bQeIvUtQ2Ztuqqqd0Lr9IKFT9j1C5znZ9S3OcXZrXMDW3m+4Xs7gvPBqi2lXzs6FtMv8p56GKOaGOORrnmOTSZ3wki9hGaRq1OHBQbGmq2FN5/VOj3MjbtPj7pMhpo3aXDz9lJcGqLaVfOzoTBqi2lXzs6FGsaarYU3n9UxpqthTef1TOnV++Uvq0nthSuj7I6KORkgdUuLHteGvcwtJaQQHANF41KZVVMJI3xuvzXscw3d9zgQbvz1qP5B5RT1tO6edkcY0hZGI874gAM5xzifmbv2K3lo1JjhlkABLI3vAPcS1pIB4KGV0hdZ58hXRNjDbsFgVC8GaHaVfOzoTBqi2lXzs6FGh201WwpvP6pjTVbCm8/qrunV++VD1KT2wpLg1RbSr52dCk+TWTUVDCYYDI5rpDITIQTnFrW/wCkDVc0Ks8aarYU3n9VPsg8ppK6mdNKxjHNmdHdHfdcGMdfr+fxFInZOG3kPhOgfTl1ox5UkREUSuRERCEREQhEUUyl7Raein0Esc73ZjX3xhhFxJA/E4G/4StVjRR7Gq4R9ae2nkcLhqQ6oiabFy3uXWTD6+mbBG9sZbM2S94JFwY9t2r+YcFBMFajeIOVy32NFHsarhH1pjRR7Gq4R9apjFTGNLQpZDSyHU4rQ4K1G8QcrkPYpUbxByuW+xoo9jVcI+tMaKPY1XCPrTNdX7YC40Ufvkqb2bSmOGKIkExxsYSO4lrQ28cFkqv8aKPY1XCPrTGij2NVwj61IaaY/wDFViphH/IKwEWnyXynjroXTQtkY1shjIkuBvDWuv8AhJ1XOCx8q8s4aDRaZkr9Ln5uiDTdm5t9+cR9QSem7Vot5Teo3Trv4UgWtykss1NJNTtcGulYWBztYB/O5RHGij2NVwj60xoo9jVcI+tOFPMDcNSjUwkWLgtDgrUbxByuTBWo3iDlct9jRR7Gq4R9aY0UexquEfWq9dX7YCk6dH75K0OCtRvEHK5WLkjYbqOjjpnua9zC+9zQQDnSOf8AP+ZRjGij2NVwj60xoo9jVcI+tKkFTILOCZGaaI3aVYCKv8aKPY1XCPrTGij2NVwj60jay8VRuoeQUjyzyfdW0jqdjmxuc9js5wJHwuB+Sr7BWo3iDlct9jRR7Gq4R9aY0UexquEfWqIxUxizQp5DTSm7itDgrUbxByuTBWo3iDlct9jRR7Gq4R9aY0UexquEfWma6v2wEvp0fvkreZC5MSUNO+CR7JM6UyNLAQACxgu1/m0n91JFg2Ha7aqnjqGNexkgJaJLg64OIvNxI13X/oVH8ou0qno6h1PLHO57WtcTGGFtzhePxOBUJa+V58XKuDo4mDzYKXKMZe5Jvr4Yo43sjLJdIS8EgjMc27V+q02NFHsarhH1pjRR7Gq4R9aYyCdjtQb5SnzwPaWl3haHBWo3iDlcmCtRvEHK5b7Gij2NVwj60xoo9jVcI+tVa6v2wFN06P3yVoT2KVG8QcrlbcEea1rfBoHAXKBHtoo9jV8I+tT6KTOaHDuIB4i9S1DpjbqqqnbCL9Ja3KexBV0ktMSGl7fgcdea8EOaeIH7XqtcFajeIOVyt5RPKTtGgopzBNFUF2a14cwMLXNN+sXuB7wR+yIJZR+mNE8ULv1SKG4K1G8QcrkwVqN4g5XLfY0UexquEfWtvkz2hQ10xhhiqGkMMjnSBgaGggfJxN5JCodLVNFz/gKZsVI42H/a3OT9kClpYaduvRsDSRqzn973fu4k/usi0aYyQyxggF8b2AnuBc0i/wDusheNXUiON8jryGMc8gd5DQSbvz1LPuSb/VaNgBb6Kp8FKjeIOVyYK1G8QcrlvsaKPY1XCPrTGij2NVwj61pa6v2wFm9Oj98laHBWo3iDlcp3kLkw+gpnQSPbIXTOkvYCBcWMbdr/AJf7rRY0UexquEfWmNFHsarhH1pcgqZBpcF3GaWM6mlWAir/ABoo9jVcI+tbbJntEp66fQRRzsdmOkvkDALgWgj4XE3/ABBTOp5Gi5aqm1ETjYOUqRESE9EREIVWdpOR1ZVVulpoTJHoWNzg5jfiDn3i5zgfmFFcNbS3Z33IupXPamVlJTSaKonZFJmh2a6+/NN9x1D8isPEKzt6i83otCOpma0BrfH2KzpKWFzyXO8/cKpMNbS3Z33IupMNbS3Z33IupW3iFZ29Reb0TEKzt6i83ombuo44KXs6flkKpMNbS3Z33IupMNbS3Z33IupW3iFZ29Reb0TEKzt6i83ojd1HHBRs6flkKpMNbS3Z33IupMNbS3Z33IupW3iFZ29Reb0TEKzt6i83ojd1HHBRs6flkLC7MbDnpaSSOpYYnuqHPAJa69pjjAN7SR3tPBYHapk1U1YpvZYjLozLn3Oa27O0d34iL/wngpjZVsw1LDJTSNlYHZhLb7g64G7X+RHFedr5QU9Lm+0ysiz78zOv+K66+679RxUYleJddvPsrDEww6L+PdUnhraW7O+5F1JhraW7O+5F1K28QrO3qLzeiYhWdvUXm9FZu6jjgqPZ0/LIVSYa2luzvuRdSYa2luzvuRdStvEKzt6i83omIVnb1F5vRG7qOOCjZ0/LIVSYa2luzvuRdSYa2luzvuRdStvEKzt6i83omIVnb1F5vRG7qOOCjZ0/LIVSYa2luzvuRdSYa2luzvuRdStvEKzt6i83omIVnb1F5vRG7qOOCjZ0/LIVSYa2luzvuRdSYa2luzvuRdStvEKzt6i83omIVnb1F5vRG7qOOCjZ0/LIVSYa2luzvuRdS+ouzK0i4A05aCQC4vjuaCe83OvuHerciy9oHODWVMbnOIa1rQ4lxPcAANZW/XLq6ZvqAP7rttDC70JP9lj2fRNhijhZ+CNjY2/ytAA/2VXdoWRNbU175qeAyRlkYDs+NusNuOpzgVbK09pZX0dPIYp5445AAS1194BF47gpIJHsfqaLlVzxsezS82CprDS092P3IupMNLT3Y/ci6lbeIVnb1F5vRMQrO3qLzeit3dRxwVFtKflkKpMNLT3Y/ci6kw0tPdj9yLqVt4hWdvUXm9ExCs7eovN6I3dRxwUbSn5ZCqQ9mdp3f5Y920i6lfNMwhjAe8NAP63LQ4hWdvUXm9FIWOBAI1gi8fopaiaSS2sWVVPDHHfQbr9UD7Ucj5qsQS0rNJLGXMeL2tJjIvBvcQNTh51PESY5DG4OanSRiRpa5UFhpaW7H7kXUrF7L8k5aOKZ9SzRzSvDQ29rromjVraSNbnO4BbtmXNAXiMVEZkL8wN+K/Pvzc267vv1Leqmaple3S4WU0NLEx2phuixLWgc+nmYwXudFI1o7r3FhAGv8ystfE0wY1z3G5rQXOJ+TQLyeCjHqrD6KhR2aWnux+5F1Jhpae7H7kXUrbxCs7eovN6JiFZ29Reb0Wnu6jjgrM2lPyyFUmGlp7sfuRdSYaWnux+5F1K28QrO3qLzeiYhWdvUXm9Ebuo44KNpT8shVJhpae7H7kXUpX2a5HVlLWmWphMcegezOz2O+IuYQLmuJ+RUwxCs7eovN6LMsvKukqX6KnnZLJml2a2+/NFwJ1j8wlyVMzmkOb4+xXcdNA1wLXefuFtlo7Yt54lFLSMZJUlmkkdISIqeK+4PlI1km43MGs3E6gt4otkqL3WnI7XIa6aNxPfmMjY2IfoG/wC6jYB5J+iteT4A+qwW2u7U4W1RF57mmOERE+H4s+7/AOy3tiW898jqapY2KqY0PuYc6OaIm4SxOOstv1EHWCopZVr1DbOoqc00JjqYW08Uss3+HnOjObpGBhIzvkNd51XrZVlnezPsWMOz5YpDTF31xGmdpNXhexp/K4J7mD0Pz7fT7JDHH1Hx7/X7qE9rlO91ogta9w9nj1gEj8UngoV7HJ9EnKV08idHXFjQ3T6JMlAHvLtXquYfY5Pok5Snscn0ScpXTyLvuJ45S+2jlhcw+xyfRJylPY5Pok5SunkR3E8co7aOWFzD7HJ9EnKU9jk+iTlK6eRHcTxyjto5YUD7HIi2hlDgWn2p34gR/wCKLxWt7aoXOFHmtc64zX5oJ+UXgrORSCe0vVsrDBeHpXXMPscn0ScpT2OT6JOUrp5FX3E8cqPto5YXMPscn0ScpT2OT6JOUrp5EdxPHKO2jlhcw+xyfRJylPY5Pok5SunkR3E8co7aOWFzD7HJ9EnKU9jk2cnKV08iO4njlHbRywuaqewKqT/t09Q/+WJ5/vcpHZHZTXTEGRraZnzMpBdd+TG3m/8AI3K8Sv0Lh39QefQAJjf6fGPUkqOZLZCU1CM5gMk91xlk/F+YYO5g/TX4kqRoigc8vN3FXtY1gs0IqP7U6Z5tOQta8jRxaw0kfgHgrwRNgm6LtVrpU8PWbpvZcw+xyfRJylPY5Pok5SunkVvcTxyoe2jlhcw+xyfRJylPY5Pok5SunkR3E8co7aOWFzC6jkuP+HJ3fSV0xSf9tn8jf9gvZFLUVPWt4tZVU9MIL+b3RERSqtVtT5HXZQOkzf8AADfbQflpHfDm3+OkznfsFZKImSSGS1/oLJccYjvb6m6LBtwfwtRdsJP+NyzkXANiuyLiy5hFHJ9EnKU9jk+iTlK6eRafcTxysvto5YXMPscn0ScpT2OT6JOUrp5EdxPHKO2jlhcw+xyfRJylTbsip3ttAlzXNHs8mtwI/wBUfiroRcSVxe0t0+qZHQiN4dq9EUZtGhlpqiSqp43Tw1AAq4Y7tIHtGa2aIHU45uot1X3Ai8qTIVA12lXubqUJ/wD6tnmiFAfa3tbEImx6CbTgtuzSLmC54IBv7rwtjYtmzTTsrKtroxDGYqSKQgyNDgA+aYt+ESOAAzRqAv8AmpKi7MnjwuBH58r/2Q=="/>
          <p:cNvSpPr>
            <a:spLocks noChangeAspect="1" noChangeArrowheads="1"/>
          </p:cNvSpPr>
          <p:nvPr/>
        </p:nvSpPr>
        <p:spPr bwMode="auto">
          <a:xfrm>
            <a:off x="215900" y="457181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63" name="AutoShape 8" descr="data:image/jpeg;base64,/9j/4AAQSkZJRgABAQAAAQABAAD/2wCEAAkGBxMHEhAPERQWEhIWEhQWFRIXFRQUGBQWFBQWFhYYFRQYHCggGRsmGxUeIj0hJiksLi4uFyAzODMtQygtMS4BCgoKDg0OGxAQGywkICYsLDQ3LCwsLCwsLDQvLCwsLCw0LCwsLCwsLCwsLCwsLCwsLCwsLCwsLDQsLCwsLCwsLP/AABEIAOEA4QMBEQACEQEDEQH/xAAcAAEAAgMBAQEAAAAAAAAAAAAABgcEBQgDAgH/xABHEAACAQMBAwkEBQkFCQEAAAAAAQIDBBEFBhIhBxMiMUFRYXGBFBWCkTJzg6HRI0JSYnKSorHBFlNjssI0Q5OUo7PS0+EX/8QAGgEBAAMBAQEAAAAAAAAAAAAAAAMEBQIGAf/EADMRAQACAgECBQEHAwMFAAAAAAABAgMRBBIhBTFBUWETFCIygcHR8JGhsUJx4SMzQ2KS/9oADAMBAAIRAxEAPwC8QAAAAAAAAAAAAAAAAAAAAAAAAAAAAAAAAAAAAAAAAAAAAAAAAAAAAAAAAAAAAAAAAAAAAAAAAAAAAAAAAAAAAAAAAAAAAAAAAAAAAAAAAAAAAAAAAAAAAAAAAAAAAAAAAAAAAAAAAAAAAAAAAAAAAAAAAAAAAAAAAAAAAAAAAAAAAAAAAAAAAAAAAAAAAAAAAAAAAAAAAAAAAAAAAAAAAAAAAAMDV9Wp6QoSqt9Oe5FJZbeG/lhPid48dsk6qjy5a4q9VmHHaig+2S9F+JY+xZfhVjxDD8suhrdCt1VEvPK+98CO3Gy19EteXht5WZ0Jqaymmu9cSGYmPNYiYnvD6Pj6AAAAAAAAAAAAAAAAAAAAAAAAGk1faSlp+VFqcvPgvN9pbw8S+TvPaFHkc/Hi7R3lr9mdTqa7WnOT/J011LhFylnCx24Sb+RNysVMNIrHnKtweRfk5JtM9o/pv+folZnNdUvKNrHtV6qUX0beG79pUxKfniO6vPeNnw3Fqs3n1ef8YyTa0Y6+ndHFfSXaaXZi9F/d7UtTlDtHTWTqyVbbTtpJ2zypNeTIcnHreO8LGLm5Mc+yaaPtjGviNX95f1X4GZm4Ex3o2uN4pFu1/wCqVUqsayUotST6mjOms1nUtatotG4fZ8dAAAAAAAAAAAAAAAAAAAAfknu8XwXeCZ0hG1O1eM06TxHqcu2X4I1uLwtfev5sLneI/wCmnl/lXt7qLq5bfA1IiI8mN02yd7Lb2G073dZ0lJYnUXOT858Un5RwvQ8/zMv1Msz6R2eq4GD6OGK+s9201a/jpVGtcVPoUqcpvvaim8LxfV6latZtOoW5nUbc5Tvp3Mp1ajzOpOU5v9abcnjwyz0uOsUrFY9Hmsu8l5tPq/FcHe3H033G5G3E42RTucn3aK2KJZlvduHFM+7Q/RmJ3CV7ObUTsJLjmL64vqf4PxKmfjVywv8AF5eTDPfyWbp19DUYKpTeU+tdqfczDyY7Y7dNno8OauWvVVlEaUAAAAAAAAAAAAAAAAAAEM212g5lOjB9X0n3vuNTg8bf37MTxLm9P/Tr/PhWN7dubbZreXaGNjxzaeqz92YsXrt5Qt+uLnvVPq4dKWfPG78SK/Iy/TxzZpcbB15Ih0B1HnXolb8tmsezW9Gzi+lXnvT+qotSfzm4eiZd4OPqydXsr8m2qa91OuZs7Zf0zfGz6b6VQbczR6wrHW0Vsb2jcYG0f02ZbXYczVM9kdopadNPri+Eo96/Er8jBGWuvV3x89sF9+i2qFZXEYzi8xksp+DMC1ZrOpekraLRFo8nofHQAAAAAAAAAAAAAAAA12vah7uoyn+c+EfN9voT8fF9S8R6K3KzfSxzb1Uzq1468m2z0UR0xp5PvlvuUeu6+T5K7SiyeRbScRuL6S4yfNU3+rHEpteDlhfAzJ8QybmKR/u2eDj1E2WeZq+qvb7YW/2jvZ3FN0eaVOnTpKVScZKMVvSytxrO/KXb1YL/ABuRjxV1O9oMuKbz2RS+5NNStIuSpQq47KdSLfynu58lxLVebimfZD9nsh8k4NppxabTi004tPDTT4pp8MMtRO0c115v2OXwXF9iXW33JDbmapzT5K9Rkk/yCyup1ZZXg8Qaz6lT7fi+f5+bueJaX0+SzUV/cf8AFl/4H37fi+f5+bn7Hb4fsOTPUaf5tJ+VX8UfY5+L5R24N59mHd6Xc6E4q5pSpZeFJ4lFvuU4txz4ZyWcefHk/DKlm418f4o7LH5PNZ55O3k/GH+pf1+ZQ5+H/wAkLfhufzxT+SbmW2AAAAAAAAAAAAAAAABX3KHqOZc2nwiser4v+nyNnw/FqvV7vO+L5926I9FZ3tXBoypYaahp6jdRqMVmTaSS6228JL1I5nXm0MdduktmtKWiWtvbLH5OmlJrtm+M5esm36nncuT6l5t7tylemsVfu0et0tnberd1883TSyopOUnKSjGMU2uLbS6zmtZtOodTOu6PbI8o1vtXXdtRo3EJKnKo5VI0lFRi4ri41JPOZLsJMmC1I3L5W8T5JmQulAcs9KFnqbcVh1LalUml+nvVIZfi4wj8jU4eT7mpV80Rticl2mLW9QoJrMKOa8/s2txfvuPomS8nL045169nGOu7OijGW0Y2t25tdk50qdxzjnUi5KNOKk1FPGZZaxl/yZJTFa/4XNrRXzemyO2dvta6yt1VXNbm85w3V097GHl5fRYvjtT8RW0W8m71CyhqNOdCrHepzi4yXg+7ua689jRzW01ncPtqxaNSpLZfU/YKscTTcKjWf0t2TWfXH3noZj6uPv6w8zafoZtx6SvKlUVaMZLqaTXk1lHnZiYnUvTVtFoiYfZ8fQAAAAAAAAAAAAAH43jiBQ21GrSvqk55wnJtLzZ6jHjjHWKw8ZOSc+Sbz7ofeVXJ9bPl5X8NISLkq0h6xqNFy406CdeXdmDSprz32n8DM/lZOnHPy1sFI6nRBkLyneX3Wv8AZdPi++4qLwWYUk/Bvffwot8Sm7dSLNOo02HILo/s9vcXslxrVNyD/wAOjlNrzm5L4EOXfdor7GKNRtaRUSuWtt9Z9/393cp5g6jhTfWubpdCDXg8b3xGpgp00hVyTuy2OQnRvZLSreSXSuKmI/V0W4r5zc/kity77t0+yXFXUbWaVErmPlF1n35qN1WTzCEuZp/sUcxyvBz3pfEanGp00/3VMs7nS5OR3R/denUqjWJ3Ddd/sySVP+BRfxMpcm/Vkn4T466q3u2ur+4rG6uU8SjSah9ZPoU/45IjpXqtEO7TqNuddLlzW6u7B6Wnk8zya726E2BvPbLKi28uO9B/C+H8LRh8+nTmn57tfwy/Vxq79Nx/PySEptAAAAAAAAAAAAAABiatU5qhXl3Uqj+UGyTDG8lY+YQ8m3Thvb2if8Oe9SeWz1Fnj+PHZobnrIbtXEufkS0b2K0qXUl0ripw+rpZjH+JzfqjF5l936fZtceNV2sYpp3LO2Gqy2lv7m4h0+cq83RSecwjinSUe7ewpY75s1cFejH3Vck9VtOldnNKjolrb2seqlSjFv8ASkl0pessv1My9uq0ysxGo01fKPrXuHTrqtF4qOHN0+/nKvQi15Z3vhPuOvVaILTqNuZ7K0ldzp0KazOc4U4L9abUY/ezX3ERtT85dY6Pp8dJoULan9ClThBeKjFLL8X1+pj2tNpmZXIjTWbea1/Z+wurlPE1Tcaf1tToU+HhKSfkmKV6rRBM6jbmvZ7SXrNxbWccrnakYNrrUeucvSCb9DWvbopM+ypWOqzrCjSVGMYRWIxSSS6kksJIx1xVPL3q/N07Sxi+M5utNfq01uwT8HKefsy3xK7vv2RZp+7pVlrLDRtUljciq8+SSrv2tWPdWz84R/AzPE4+/Wfj9U/hH/btHz+kJyZrXAAAAAAAAAAAAAAYesw5y3uI99GovnBkuCdZaz8x/lX5derBeP8A1n/DnzUlxZ6ezyXH8mnhayvakKNNZnUnGEV3ym1FfeyDJMREzLUwxuYh07pdjHTKNG3h9CnTjCPlFJZfjwPOWtNpmZegiNRpHuVDW/cWnXNSLxUqLmaXHD36vRyvGMd6XwnWKnVeIfLTqNqa5I9F966lQys06CdeXDhmGFTXnvyjL4GX+Tbpx691fFG7bdIGYtKV5fdY52raWEXwhF16i/WlmnS+SU/3kXOJXvNkWWe2mn5FdG95X/PyWYW0HP7SeYU18t9+cUTcq+qa90eKNzt0EZqypvl91nelaafF9WbiovnTpL/O8eCLfEpuepDmntph8g2je03FxeyXRowVOD/xKnGTXioJL7Qk5d+0VfMNfVeBQTuZ+UrV/fWqXU08wpyVvDyo5Uv+o5v1Rp8Suqb91bLPdqbbsNGjN5C8eSCGLas++ql8oL8TN8Tn79Y+EvhMfctPz+iema1gAAAAAAAAAAAAAHzOO+mn1NNfM+xOp2+TG40571y3dvOcH1xk4vzTw/5Hqt9URaPV4rFE0maz6Tpt+SjSPb7/AJ5rMKEHP45ZjBf5n8Jn+IZOnHr3bvh1Oq3V7LvMRsqP5eNZ9pubexi+jRg6s12c5V4QT8VBN/aF7h087IM9u2ki5CNI9mtK1410q9Xdi/8ADo5j/wBxz+SOOXbd+n2dYY1XazW8cWVErlTavWP7QXl1d5zGpVfN/Vw6FPh2dGKfm2auCnTSIVck7svDkZ0X3Xp8KslidzJ1n+w+jSXlure+NlLlX6r69k2ONVTtvBXSOVtsta9/3t3d5zCVRqnx4c1TW5BruzGO9jvkzVwU6aQqZJ3Z0ByZaJ7i063pyWKk1z1Xv36uHh+MY7sfhM/NfrvMrNI1DZ7W6wtAs7q7eM06UnFPtm+FNes2l6kdY3OnU9nKtsm+ttvrbfFtvrbffk2aRqNKdp221pHLRcpDM5NnQHJlaezWMH/eTnP79xfdAxvELbza9oj91/wynTg37zM/p+iVlJoAAAAAAAAAAAAAAAFQcpWm+y3M5JdGolNeb4S+9N+p6Hg5OvBEe3Z5PxDH9LlTPpbv+/8AdLeSzSvYLPnWsTrzc/HcXRgvLg5fEZfPydWXXs3vD8fThiZ9UwqVFSTlJ4STbb6klxbZSXnK2tX09obqvcJNzuK7dOPbiTUKMPNRUY+hsYq/TxxtSvbqu6c0DTI6NbW9rHqpUoQz3uKScn4t5fqZNrdVplciNRpoOVXWfcum3MovFSquYp8cPeq5Umn3qG9L4TrFTqvEPlp1G3POhaW9YuLe0jwdWpGGV+bFvpSXlHL9DVtbprNvZUr3nTrChRjbxjTgt2MYqMUupKKwkvRGNM7XWt2rta99Z3NG1cY16lNwhKcnFR3+jJ7yTaai21w60j7XW+4p/RuRu8jWoe0St/Z41IOooznJyhFpyioumlxSx19petyq67bQxi77XsUEyouXzXVGnb6dB9KclWqpdkIZVOL858fsyzxabtv2R5LahUdtA1aQp3tqG80e0ldThCKzKUlFLvbeEvmWo1WNyyM8zaemPOXSmm2isKVKjHqhCMfPdWMnmsl+u02n1ekxUjHSKR6QyTh2AAAAAAAAAAAAAAARrbzR/elu5RWZ0syXjH85fJZ9C9wM/wBPJ0z5T/IZfi3G+rh6q+de/wCXr/PhWf8AbLUNOjGlTrJQhFRinSpPEYrCWd3uNHJwMVrTPfuz+P4pkikV7dmt1fbvUL+lUoTrR3KkJQnu04RbjJYklJLhlcPUijgY6zvuuR4he0eUIpZXMtOq0q1PG/TnGcN5KSUovKyu3iS5KdUTWXWPJqdpd/8ArWpx7bd+dGX9KhS+xU95XI5Hw0G1W2F3tUqUblw3ablKMacHBb0ljelmTy0uHqyTHx6453Dm+WbRpK+QrR/a7uteSXRoU92Lx/vKuVlPvUFL99EXLvqsV93eGNztehnLKt9u+VRbL3Ts6VuriUIRdSTq83uymt5QwoSy93D+JE2PDN424teKo2+XSr2WMP8AmJf+ok+yz7vn1Ia7UOWi/uU1RpUKGc9LE6sl5NtR+cWd14kesvk5fZA7i4qajUnXrTlVqzeZ1JPLk+r0SSxhcEkki5jxxWNQgtbfdlUKZbpVRz5Fo8k2ge0VXdSXQpfR8ajXD5J59UVufm6MfRHnP+Efh+L6uX6k+Vf8/wDC3jEbwAAAAAAAAAAAAAAAAAVNt9sz7BN1aa/IzeVj8yXbHy7v/h6Dhcn61Om34o/v8vJ+IcSeLk66/gn+3x+yv7mhgtTDjHka2tSwcTC5S7GlEhmFqltvGawcSnh0ZyWaL7l06gpLFSr+Xqd+aiTin4qCivRmRyL9WSV/HXVUovbqNjTqVqj3YU4SnOXdGKcpP5IgduSdW1CWsV691P6VarOo1+ipPMY+SWF6Grjp01iFa07liqJJpy9qdPJ1EPkyzaNLBNWqvkyaSHZvRamrVYUaazKT9Eu2T8ES3vXHWbWZturNeKU85dCaLpkNHo06FP6MV19sm+Lk/Nnnc2Wct5tL0ODDXDSKVZxGlAAAAAAAAAAAAAAAAADxu7aN5CVOot6Mlho6pe1LRavm4yY65KzS8biVSbYbJy0uTklvUm+jP+ku5/zPQ8blVzx8+zyXL4l+JbfnX3/dCLq2cSeYMeWJa2tQwcTVcpkZuyuh+/ry3tmsxlUTqfVw6U/LMU15tFXPP06TZf489doh04ljgYTVV5y36z7BYq1i8VLqe518eahiVV+X0Y/aE/Hp1XcZLahQqomr0qu3rC3Ooo4m8QyadElrRBkzabvQtEqarUjSpRcpPs7l2tvsXid2tXHXqtPZQm98tuikble2yOzFPZynhYlVklzlT/THuivv/lh8nkzmt8ezb4nEjBX3tPnP89G/Kq2AAAAAAAAAAAAAAAAAAAB8VqUa8XCaUotYcWsprxR9raazuHNqVvE1tG4lANpeT/nMzteK/um+K/Zk+vyfzNfB4jE9sv8AVgcnwe1J6uP/APM/pP7/ANVdajos7STjODjJdjTTNKsxaN1ncMz6lsdum8TE/Kccjuh8zK4vJLjhUYfdKp/p+8yvEsneKfm3/C46qzf8lnmU1VAcqmp++dQqRTzTt1zMe7fTzVfnvdH7M2ODh1Tqn1Z3LzxFumETjbt9he6FK3IZNGxc+w6iqvfkpvszyd19RxOouZp/pSXSa/Vh1+rwirm5mPH2jvPx+6TFxM+edz92Pnz/AKLY0PQqOhQ5ujHGfpTfGU8fpP8Ap1GPmz3yzu0tvBxseCuqR+frLZkKcAAAAAAAAAAAAAAAAAAAAAAAeF3Z071btSEZrukk/l3HdMlqTus6R5MVMkavETHy/LGyhp8FSpR3YJtpce1tvi/FjJktkt1WnuYsVMVeikah61c7st3G9h7uerOOGfDJwkVnS5KZPjO4UpNtyluNuUm8yb4ri28mtXxGlaxWK/3Y2Tw3Le02m/n8f8tpZcmFvSxzlSc/2VGCfzycW8Tv/prEf3/Z1Xwin+u8z/t2/dJ9L2ettKw6VKMZfpvpS/ellr0KeTk5cn4pXsPEw4u9K9/fzn+raECyAAAAAAAAAAAAAAAAAAAAAAAAAAAAAAAAAAAAAAAAAAAAAAAAAAAAAAAAAAAAAAAAAAAAAAAAAAAAAAAAAAAAAAAAAAAAAAAAAAAAAAAAAAAAAAAAAAAAAAAAAAAAAAAAAAAAAAAAAAAAAAAAAAAAAAAAAAAAAAAAAAAAAAAAAAAAAAAAAAAAAAAAAAAAAAAAAAAAAAAAAAAAAAAAAAAAAAAAAAAAAAAAAAAAAAAAAAAAAAAAAAAAAAAAAD//2Q=="/>
          <p:cNvSpPr>
            <a:spLocks noChangeAspect="1" noChangeArrowheads="1"/>
          </p:cNvSpPr>
          <p:nvPr/>
        </p:nvSpPr>
        <p:spPr bwMode="auto">
          <a:xfrm>
            <a:off x="368300" y="609581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64" name="AutoShape 10" descr="data:image/jpeg;base64,/9j/4AAQSkZJRgABAQAAAQABAAD/2wCEAAkGBxMHEhAPERQWEhIWEhQWFRIXFRQUGBQWFBQWFhYYFRQYHCggGRsmGxUeIj0hJiksLi4uFyAzODMtQygtMS4BCgoKDg0OGxAQGywkICYsLDQ3LCwsLCwsLDQvLCwsLCw0LCwsLCwsLCwsLCwsLCwsLCwsLCwsLDQsLCwsLCwsLP/AABEIAOEA4QMBEQACEQEDEQH/xAAcAAEAAgMBAQEAAAAAAAAAAAAABgcEBQgDAgH/xABHEAACAQMBAwkEBQkFCQEAAAAAAQIDBBEFBhIhBxMiMUFRYXGBFBWCkTJzg6HRI0JSYnKSorHBFlNjssI0Q5OUo7PS0+EX/8QAGgEBAAMBAQEAAAAAAAAAAAAAAAMEBQIGAf/EADMRAQACAgECBQEHAwMFAAAAAAABAgMRBBIhBTFBUWETFCIygcHR8JGhsUJx4SMzQ2KS/9oADAMBAAIRAxEAPwC8QAAAAAAAAAAAAAAAAAAAAAAAAAAAAAAAAAAAAAAAAAAAAAAAAAAAAAAAAAAAAAAAAAAAAAAAAAAAAAAAAAAAAAAAAAAAAAAAAAAAAAAAAAAAAAAAAAAAAAAAAAAAAAAAAAAAAAAAAAAAAAAAAAAAAAAAAAAAAAAAAAAAAAAAAAAAAAAAAAAAAAAAAAAAAAAAAAAAAAAAAAAAAAAAAAAAAAAAAAMDV9Wp6QoSqt9Oe5FJZbeG/lhPid48dsk6qjy5a4q9VmHHaig+2S9F+JY+xZfhVjxDD8suhrdCt1VEvPK+98CO3Gy19EteXht5WZ0Jqaymmu9cSGYmPNYiYnvD6Pj6AAAAAAAAAAAAAAAAAAAAAAAAGk1faSlp+VFqcvPgvN9pbw8S+TvPaFHkc/Hi7R3lr9mdTqa7WnOT/J011LhFylnCx24Sb+RNysVMNIrHnKtweRfk5JtM9o/pv+folZnNdUvKNrHtV6qUX0beG79pUxKfniO6vPeNnw3Fqs3n1ef8YyTa0Y6+ndHFfSXaaXZi9F/d7UtTlDtHTWTqyVbbTtpJ2zypNeTIcnHreO8LGLm5Mc+yaaPtjGviNX95f1X4GZm4Ex3o2uN4pFu1/wCqVUqsayUotST6mjOms1nUtatotG4fZ8dAAAAAAAAAAAAAAAAAAAAfknu8XwXeCZ0hG1O1eM06TxHqcu2X4I1uLwtfev5sLneI/wCmnl/lXt7qLq5bfA1IiI8mN02yd7Lb2G073dZ0lJYnUXOT858Un5RwvQ8/zMv1Msz6R2eq4GD6OGK+s9201a/jpVGtcVPoUqcpvvaim8LxfV6latZtOoW5nUbc5Tvp3Mp1ajzOpOU5v9abcnjwyz0uOsUrFY9Hmsu8l5tPq/FcHe3H033G5G3E42RTucn3aK2KJZlvduHFM+7Q/RmJ3CV7ObUTsJLjmL64vqf4PxKmfjVywv8AF5eTDPfyWbp19DUYKpTeU+tdqfczDyY7Y7dNno8OauWvVVlEaUAAAAAAAAAAAAAAAAAAEM212g5lOjB9X0n3vuNTg8bf37MTxLm9P/Tr/PhWN7dubbZreXaGNjxzaeqz92YsXrt5Qt+uLnvVPq4dKWfPG78SK/Iy/TxzZpcbB15Ih0B1HnXolb8tmsezW9Gzi+lXnvT+qotSfzm4eiZd4OPqydXsr8m2qa91OuZs7Zf0zfGz6b6VQbczR6wrHW0Vsb2jcYG0f02ZbXYczVM9kdopadNPri+Eo96/Er8jBGWuvV3x89sF9+i2qFZXEYzi8xksp+DMC1ZrOpekraLRFo8nofHQAAAAAAAAAAAAAAAA12vah7uoyn+c+EfN9voT8fF9S8R6K3KzfSxzb1Uzq1468m2z0UR0xp5PvlvuUeu6+T5K7SiyeRbScRuL6S4yfNU3+rHEpteDlhfAzJ8QybmKR/u2eDj1E2WeZq+qvb7YW/2jvZ3FN0eaVOnTpKVScZKMVvSytxrO/KXb1YL/ABuRjxV1O9oMuKbz2RS+5NNStIuSpQq47KdSLfynu58lxLVebimfZD9nsh8k4NppxabTi004tPDTT4pp8MMtRO0c115v2OXwXF9iXW33JDbmapzT5K9Rkk/yCyup1ZZXg8Qaz6lT7fi+f5+bueJaX0+SzUV/cf8AFl/4H37fi+f5+bn7Hb4fsOTPUaf5tJ+VX8UfY5+L5R24N59mHd6Xc6E4q5pSpZeFJ4lFvuU4txz4ZyWcefHk/DKlm418f4o7LH5PNZ55O3k/GH+pf1+ZQ5+H/wAkLfhufzxT+SbmW2AAAAAAAAAAAAAAAABX3KHqOZc2nwiser4v+nyNnw/FqvV7vO+L5926I9FZ3tXBoypYaahp6jdRqMVmTaSS6228JL1I5nXm0MdduktmtKWiWtvbLH5OmlJrtm+M5esm36nncuT6l5t7tylemsVfu0et0tnberd1883TSyopOUnKSjGMU2uLbS6zmtZtOodTOu6PbI8o1vtXXdtRo3EJKnKo5VI0lFRi4ri41JPOZLsJMmC1I3L5W8T5JmQulAcs9KFnqbcVh1LalUml+nvVIZfi4wj8jU4eT7mpV80Rticl2mLW9QoJrMKOa8/s2txfvuPomS8nL045169nGOu7OijGW0Y2t25tdk50qdxzjnUi5KNOKk1FPGZZaxl/yZJTFa/4XNrRXzemyO2dvta6yt1VXNbm85w3V097GHl5fRYvjtT8RW0W8m71CyhqNOdCrHepzi4yXg+7ua689jRzW01ncPtqxaNSpLZfU/YKscTTcKjWf0t2TWfXH3noZj6uPv6w8zafoZtx6SvKlUVaMZLqaTXk1lHnZiYnUvTVtFoiYfZ8fQAAAAAAAAAAAAAH43jiBQ21GrSvqk55wnJtLzZ6jHjjHWKw8ZOSc+Sbz7ofeVXJ9bPl5X8NISLkq0h6xqNFy406CdeXdmDSprz32n8DM/lZOnHPy1sFI6nRBkLyneX3Wv8AZdPi++4qLwWYUk/Bvffwot8Sm7dSLNOo02HILo/s9vcXslxrVNyD/wAOjlNrzm5L4EOXfdor7GKNRtaRUSuWtt9Z9/393cp5g6jhTfWubpdCDXg8b3xGpgp00hVyTuy2OQnRvZLSreSXSuKmI/V0W4r5zc/kity77t0+yXFXUbWaVErmPlF1n35qN1WTzCEuZp/sUcxyvBz3pfEanGp00/3VMs7nS5OR3R/denUqjWJ3Ddd/sySVP+BRfxMpcm/Vkn4T466q3u2ur+4rG6uU8SjSah9ZPoU/45IjpXqtEO7TqNuddLlzW6u7B6Wnk8zya726E2BvPbLKi28uO9B/C+H8LRh8+nTmn57tfwy/Vxq79Nx/PySEptAAAAAAAAAAAAAABiatU5qhXl3Uqj+UGyTDG8lY+YQ8m3Thvb2if8Oe9SeWz1Fnj+PHZobnrIbtXEufkS0b2K0qXUl0ripw+rpZjH+JzfqjF5l936fZtceNV2sYpp3LO2Gqy2lv7m4h0+cq83RSecwjinSUe7ewpY75s1cFejH3Vck9VtOldnNKjolrb2seqlSjFv8ASkl0pessv1My9uq0ysxGo01fKPrXuHTrqtF4qOHN0+/nKvQi15Z3vhPuOvVaILTqNuZ7K0ldzp0KazOc4U4L9abUY/ezX3ERtT85dY6Pp8dJoULan9ClThBeKjFLL8X1+pj2tNpmZXIjTWbea1/Z+wurlPE1Tcaf1tToU+HhKSfkmKV6rRBM6jbmvZ7SXrNxbWccrnakYNrrUeucvSCb9DWvbopM+ypWOqzrCjSVGMYRWIxSSS6kksJIx1xVPL3q/N07Sxi+M5utNfq01uwT8HKefsy3xK7vv2RZp+7pVlrLDRtUljciq8+SSrv2tWPdWz84R/AzPE4+/Wfj9U/hH/btHz+kJyZrXAAAAAAAAAAAAAAYesw5y3uI99GovnBkuCdZaz8x/lX5derBeP8A1n/DnzUlxZ6ezyXH8mnhayvakKNNZnUnGEV3ym1FfeyDJMREzLUwxuYh07pdjHTKNG3h9CnTjCPlFJZfjwPOWtNpmZegiNRpHuVDW/cWnXNSLxUqLmaXHD36vRyvGMd6XwnWKnVeIfLTqNqa5I9F966lQys06CdeXDhmGFTXnvyjL4GX+Tbpx691fFG7bdIGYtKV5fdY52raWEXwhF16i/WlmnS+SU/3kXOJXvNkWWe2mn5FdG95X/PyWYW0HP7SeYU18t9+cUTcq+qa90eKNzt0EZqypvl91nelaafF9WbiovnTpL/O8eCLfEpuepDmntph8g2je03FxeyXRowVOD/xKnGTXioJL7Qk5d+0VfMNfVeBQTuZ+UrV/fWqXU08wpyVvDyo5Uv+o5v1Rp8Suqb91bLPdqbbsNGjN5C8eSCGLas++ql8oL8TN8Tn79Y+EvhMfctPz+iema1gAAAAAAAAAAAAAHzOO+mn1NNfM+xOp2+TG40571y3dvOcH1xk4vzTw/5Hqt9URaPV4rFE0maz6Tpt+SjSPb7/AJ5rMKEHP45ZjBf5n8Jn+IZOnHr3bvh1Oq3V7LvMRsqP5eNZ9pubexi+jRg6s12c5V4QT8VBN/aF7h087IM9u2ki5CNI9mtK1410q9Xdi/8ADo5j/wBxz+SOOXbd+n2dYY1XazW8cWVErlTavWP7QXl1d5zGpVfN/Vw6FPh2dGKfm2auCnTSIVck7svDkZ0X3Xp8KslidzJ1n+w+jSXlure+NlLlX6r69k2ONVTtvBXSOVtsta9/3t3d5zCVRqnx4c1TW5BruzGO9jvkzVwU6aQqZJ3Z0ByZaJ7i063pyWKk1z1Xv36uHh+MY7sfhM/NfrvMrNI1DZ7W6wtAs7q7eM06UnFPtm+FNes2l6kdY3OnU9nKtsm+ttvrbfFtvrbffk2aRqNKdp221pHLRcpDM5NnQHJlaezWMH/eTnP79xfdAxvELbza9oj91/wynTg37zM/p+iVlJoAAAAAAAAAAAAAAAFQcpWm+y3M5JdGolNeb4S+9N+p6Hg5OvBEe3Z5PxDH9LlTPpbv+/8AdLeSzSvYLPnWsTrzc/HcXRgvLg5fEZfPydWXXs3vD8fThiZ9UwqVFSTlJ4STbb6klxbZSXnK2tX09obqvcJNzuK7dOPbiTUKMPNRUY+hsYq/TxxtSvbqu6c0DTI6NbW9rHqpUoQz3uKScn4t5fqZNrdVplciNRpoOVXWfcum3MovFSquYp8cPeq5Umn3qG9L4TrFTqvEPlp1G3POhaW9YuLe0jwdWpGGV+bFvpSXlHL9DVtbprNvZUr3nTrChRjbxjTgt2MYqMUupKKwkvRGNM7XWt2rta99Z3NG1cY16lNwhKcnFR3+jJ7yTaai21w60j7XW+4p/RuRu8jWoe0St/Z41IOooznJyhFpyioumlxSx19petyq67bQxi77XsUEyouXzXVGnb6dB9KclWqpdkIZVOL858fsyzxabtv2R5LahUdtA1aQp3tqG80e0ldThCKzKUlFLvbeEvmWo1WNyyM8zaemPOXSmm2isKVKjHqhCMfPdWMnmsl+u02n1ekxUjHSKR6QyTh2AAAAAAAAAAAAAAARrbzR/elu5RWZ0syXjH85fJZ9C9wM/wBPJ0z5T/IZfi3G+rh6q+de/wCXr/PhWf8AbLUNOjGlTrJQhFRinSpPEYrCWd3uNHJwMVrTPfuz+P4pkikV7dmt1fbvUL+lUoTrR3KkJQnu04RbjJYklJLhlcPUijgY6zvuuR4he0eUIpZXMtOq0q1PG/TnGcN5KSUovKyu3iS5KdUTWXWPJqdpd/8ArWpx7bd+dGX9KhS+xU95XI5Hw0G1W2F3tUqUblw3ablKMacHBb0ljelmTy0uHqyTHx6453Dm+WbRpK+QrR/a7uteSXRoU92Lx/vKuVlPvUFL99EXLvqsV93eGNztehnLKt9u+VRbL3Ts6VuriUIRdSTq83uymt5QwoSy93D+JE2PDN424teKo2+XSr2WMP8AmJf+ok+yz7vn1Ia7UOWi/uU1RpUKGc9LE6sl5NtR+cWd14kesvk5fZA7i4qajUnXrTlVqzeZ1JPLk+r0SSxhcEkki5jxxWNQgtbfdlUKZbpVRz5Fo8k2ge0VXdSXQpfR8ajXD5J59UVufm6MfRHnP+Efh+L6uX6k+Vf8/wDC3jEbwAAAAAAAAAAAAAAAAAVNt9sz7BN1aa/IzeVj8yXbHy7v/h6Dhcn61Om34o/v8vJ+IcSeLk66/gn+3x+yv7mhgtTDjHka2tSwcTC5S7GlEhmFqltvGawcSnh0ZyWaL7l06gpLFSr+Xqd+aiTin4qCivRmRyL9WSV/HXVUovbqNjTqVqj3YU4SnOXdGKcpP5IgduSdW1CWsV691P6VarOo1+ipPMY+SWF6Grjp01iFa07liqJJpy9qdPJ1EPkyzaNLBNWqvkyaSHZvRamrVYUaazKT9Eu2T8ES3vXHWbWZturNeKU85dCaLpkNHo06FP6MV19sm+Lk/Nnnc2Wct5tL0ODDXDSKVZxGlAAAAAAAAAAAAAAAAADxu7aN5CVOot6Mlho6pe1LRavm4yY65KzS8biVSbYbJy0uTklvUm+jP+ku5/zPQ8blVzx8+zyXL4l+JbfnX3/dCLq2cSeYMeWJa2tQwcTVcpkZuyuh+/ry3tmsxlUTqfVw6U/LMU15tFXPP06TZf489doh04ljgYTVV5y36z7BYq1i8VLqe518eahiVV+X0Y/aE/Hp1XcZLahQqomr0qu3rC3Ooo4m8QyadElrRBkzabvQtEqarUjSpRcpPs7l2tvsXid2tXHXqtPZQm98tuikble2yOzFPZynhYlVklzlT/THuivv/lh8nkzmt8ezb4nEjBX3tPnP89G/Kq2AAAAAAAAAAAAAAAAAAAB8VqUa8XCaUotYcWsprxR9raazuHNqVvE1tG4lANpeT/nMzteK/um+K/Zk+vyfzNfB4jE9sv8AVgcnwe1J6uP/APM/pP7/ANVdajos7STjODjJdjTTNKsxaN1ncMz6lsdum8TE/Kccjuh8zK4vJLjhUYfdKp/p+8yvEsneKfm3/C46qzf8lnmU1VAcqmp++dQqRTzTt1zMe7fTzVfnvdH7M2ODh1Tqn1Z3LzxFumETjbt9he6FK3IZNGxc+w6iqvfkpvszyd19RxOouZp/pSXSa/Vh1+rwirm5mPH2jvPx+6TFxM+edz92Pnz/AKLY0PQqOhQ5ujHGfpTfGU8fpP8Ap1GPmz3yzu0tvBxseCuqR+frLZkKcAAAAAAAAAAAAAAAAAAAAAAAeF3Z071btSEZrukk/l3HdMlqTus6R5MVMkavETHy/LGyhp8FSpR3YJtpce1tvi/FjJktkt1WnuYsVMVeikah61c7st3G9h7uerOOGfDJwkVnS5KZPjO4UpNtyluNuUm8yb4ri28mtXxGlaxWK/3Y2Tw3Le02m/n8f8tpZcmFvSxzlSc/2VGCfzycW8Tv/prEf3/Z1Xwin+u8z/t2/dJ9L2ettKw6VKMZfpvpS/ellr0KeTk5cn4pXsPEw4u9K9/fzn+raECyAAAAAAAAAAAAAAAAAAAAAAAAAAAAAAAAAAAAAAAAAAAAAAAAAAAAAAAAAAAAAAAAAAAAAAAAAAAAAAAAAAAAAAAAAAAAAAAAAAAAAAAAAAAAAAAAAAAAAAAAAAAAAAAAAAAAAAAAAAAAAAAAAAAAAAAAAAAAAAAAAAAAAAAAAAAAAAAAAAAAAAAAAAAAAAAAAAAAAAAAAAAAAAAAAAAAAAAAAAAAAAAAAAAAAAAAAAAAAAAAAAAAAAAAAD//2Q=="/>
          <p:cNvSpPr>
            <a:spLocks noChangeAspect="1" noChangeArrowheads="1"/>
          </p:cNvSpPr>
          <p:nvPr/>
        </p:nvSpPr>
        <p:spPr bwMode="auto">
          <a:xfrm>
            <a:off x="520700" y="761981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65" name="AutoShape 12" descr="data:image/jpeg;base64,/9j/4AAQSkZJRgABAQAAAQABAAD/2wCEAAkGBxMHEhAPERQWEhIWEhQWFRIXFRQUGBQWFBQWFhYYFRQYHCggGRsmGxUeIj0hJiksLi4uFyAzODMtQygtMS4BCgoKDg0OGxAQGywkICYsLDQ3LCwsLCwsLDQvLCwsLCw0LCwsLCwsLCwsLCwsLCwsLCwsLCwsLDQsLCwsLCwsLP/AABEIAOEA4QMBEQACEQEDEQH/xAAcAAEAAgMBAQEAAAAAAAAAAAAABgcEBQgDAgH/xABHEAACAQMBAwkEBQkFCQEAAAAAAQIDBBEFBhIhBxMiMUFRYXGBFBWCkTJzg6HRI0JSYnKSorHBFlNjssI0Q5OUo7PS0+EX/8QAGgEBAAMBAQEAAAAAAAAAAAAAAAMEBQIGAf/EADMRAQACAgECBQEHAwMFAAAAAAABAgMRBBIhBTFBUWETFCIygcHR8JGhsUJx4SMzQ2KS/9oADAMBAAIRAxEAPwC8QAAAAAAAAAAAAAAAAAAAAAAAAAAAAAAAAAAAAAAAAAAAAAAAAAAAAAAAAAAAAAAAAAAAAAAAAAAAAAAAAAAAAAAAAAAAAAAAAAAAAAAAAAAAAAAAAAAAAAAAAAAAAAAAAAAAAAAAAAAAAAAAAAAAAAAAAAAAAAAAAAAAAAAAAAAAAAAAAAAAAAAAAAAAAAAAAAAAAAAAAAAAAAAAAAAAAAAAAAMDV9Wp6QoSqt9Oe5FJZbeG/lhPid48dsk6qjy5a4q9VmHHaig+2S9F+JY+xZfhVjxDD8suhrdCt1VEvPK+98CO3Gy19EteXht5WZ0Jqaymmu9cSGYmPNYiYnvD6Pj6AAAAAAAAAAAAAAAAAAAAAAAAGk1faSlp+VFqcvPgvN9pbw8S+TvPaFHkc/Hi7R3lr9mdTqa7WnOT/J011LhFylnCx24Sb+RNysVMNIrHnKtweRfk5JtM9o/pv+folZnNdUvKNrHtV6qUX0beG79pUxKfniO6vPeNnw3Fqs3n1ef8YyTa0Y6+ndHFfSXaaXZi9F/d7UtTlDtHTWTqyVbbTtpJ2zypNeTIcnHreO8LGLm5Mc+yaaPtjGviNX95f1X4GZm4Ex3o2uN4pFu1/wCqVUqsayUotST6mjOms1nUtatotG4fZ8dAAAAAAAAAAAAAAAAAAAAfknu8XwXeCZ0hG1O1eM06TxHqcu2X4I1uLwtfev5sLneI/wCmnl/lXt7qLq5bfA1IiI8mN02yd7Lb2G073dZ0lJYnUXOT858Un5RwvQ8/zMv1Msz6R2eq4GD6OGK+s9201a/jpVGtcVPoUqcpvvaim8LxfV6latZtOoW5nUbc5Tvp3Mp1ajzOpOU5v9abcnjwyz0uOsUrFY9Hmsu8l5tPq/FcHe3H033G5G3E42RTucn3aK2KJZlvduHFM+7Q/RmJ3CV7ObUTsJLjmL64vqf4PxKmfjVywv8AF5eTDPfyWbp19DUYKpTeU+tdqfczDyY7Y7dNno8OauWvVVlEaUAAAAAAAAAAAAAAAAAAEM212g5lOjB9X0n3vuNTg8bf37MTxLm9P/Tr/PhWN7dubbZreXaGNjxzaeqz92YsXrt5Qt+uLnvVPq4dKWfPG78SK/Iy/TxzZpcbB15Ih0B1HnXolb8tmsezW9Gzi+lXnvT+qotSfzm4eiZd4OPqydXsr8m2qa91OuZs7Zf0zfGz6b6VQbczR6wrHW0Vsb2jcYG0f02ZbXYczVM9kdopadNPri+Eo96/Er8jBGWuvV3x89sF9+i2qFZXEYzi8xksp+DMC1ZrOpekraLRFo8nofHQAAAAAAAAAAAAAAAA12vah7uoyn+c+EfN9voT8fF9S8R6K3KzfSxzb1Uzq1468m2z0UR0xp5PvlvuUeu6+T5K7SiyeRbScRuL6S4yfNU3+rHEpteDlhfAzJ8QybmKR/u2eDj1E2WeZq+qvb7YW/2jvZ3FN0eaVOnTpKVScZKMVvSytxrO/KXb1YL/ABuRjxV1O9oMuKbz2RS+5NNStIuSpQq47KdSLfynu58lxLVebimfZD9nsh8k4NppxabTi004tPDTT4pp8MMtRO0c115v2OXwXF9iXW33JDbmapzT5K9Rkk/yCyup1ZZXg8Qaz6lT7fi+f5+bueJaX0+SzUV/cf8AFl/4H37fi+f5+bn7Hb4fsOTPUaf5tJ+VX8UfY5+L5R24N59mHd6Xc6E4q5pSpZeFJ4lFvuU4txz4ZyWcefHk/DKlm418f4o7LH5PNZ55O3k/GH+pf1+ZQ5+H/wAkLfhufzxT+SbmW2AAAAAAAAAAAAAAAABX3KHqOZc2nwiser4v+nyNnw/FqvV7vO+L5926I9FZ3tXBoypYaahp6jdRqMVmTaSS6228JL1I5nXm0MdduktmtKWiWtvbLH5OmlJrtm+M5esm36nncuT6l5t7tylemsVfu0et0tnberd1883TSyopOUnKSjGMU2uLbS6zmtZtOodTOu6PbI8o1vtXXdtRo3EJKnKo5VI0lFRi4ri41JPOZLsJMmC1I3L5W8T5JmQulAcs9KFnqbcVh1LalUml+nvVIZfi4wj8jU4eT7mpV80Rticl2mLW9QoJrMKOa8/s2txfvuPomS8nL045169nGOu7OijGW0Y2t25tdk50qdxzjnUi5KNOKk1FPGZZaxl/yZJTFa/4XNrRXzemyO2dvta6yt1VXNbm85w3V097GHl5fRYvjtT8RW0W8m71CyhqNOdCrHepzi4yXg+7ua689jRzW01ncPtqxaNSpLZfU/YKscTTcKjWf0t2TWfXH3noZj6uPv6w8zafoZtx6SvKlUVaMZLqaTXk1lHnZiYnUvTVtFoiYfZ8fQAAAAAAAAAAAAAH43jiBQ21GrSvqk55wnJtLzZ6jHjjHWKw8ZOSc+Sbz7ofeVXJ9bPl5X8NISLkq0h6xqNFy406CdeXdmDSprz32n8DM/lZOnHPy1sFI6nRBkLyneX3Wv8AZdPi++4qLwWYUk/Bvffwot8Sm7dSLNOo02HILo/s9vcXslxrVNyD/wAOjlNrzm5L4EOXfdor7GKNRtaRUSuWtt9Z9/393cp5g6jhTfWubpdCDXg8b3xGpgp00hVyTuy2OQnRvZLSreSXSuKmI/V0W4r5zc/kity77t0+yXFXUbWaVErmPlF1n35qN1WTzCEuZp/sUcxyvBz3pfEanGp00/3VMs7nS5OR3R/denUqjWJ3Ddd/sySVP+BRfxMpcm/Vkn4T466q3u2ur+4rG6uU8SjSah9ZPoU/45IjpXqtEO7TqNuddLlzW6u7B6Wnk8zya726E2BvPbLKi28uO9B/C+H8LRh8+nTmn57tfwy/Vxq79Nx/PySEptAAAAAAAAAAAAAABiatU5qhXl3Uqj+UGyTDG8lY+YQ8m3Thvb2if8Oe9SeWz1Fnj+PHZobnrIbtXEufkS0b2K0qXUl0ripw+rpZjH+JzfqjF5l936fZtceNV2sYpp3LO2Gqy2lv7m4h0+cq83RSecwjinSUe7ewpY75s1cFejH3Vck9VtOldnNKjolrb2seqlSjFv8ASkl0pessv1My9uq0ysxGo01fKPrXuHTrqtF4qOHN0+/nKvQi15Z3vhPuOvVaILTqNuZ7K0ldzp0KazOc4U4L9abUY/ezX3ERtT85dY6Pp8dJoULan9ClThBeKjFLL8X1+pj2tNpmZXIjTWbea1/Z+wurlPE1Tcaf1tToU+HhKSfkmKV6rRBM6jbmvZ7SXrNxbWccrnakYNrrUeucvSCb9DWvbopM+ypWOqzrCjSVGMYRWIxSSS6kksJIx1xVPL3q/N07Sxi+M5utNfq01uwT8HKefsy3xK7vv2RZp+7pVlrLDRtUljciq8+SSrv2tWPdWz84R/AzPE4+/Wfj9U/hH/btHz+kJyZrXAAAAAAAAAAAAAAYesw5y3uI99GovnBkuCdZaz8x/lX5derBeP8A1n/DnzUlxZ6ezyXH8mnhayvakKNNZnUnGEV3ym1FfeyDJMREzLUwxuYh07pdjHTKNG3h9CnTjCPlFJZfjwPOWtNpmZegiNRpHuVDW/cWnXNSLxUqLmaXHD36vRyvGMd6XwnWKnVeIfLTqNqa5I9F966lQys06CdeXDhmGFTXnvyjL4GX+Tbpx691fFG7bdIGYtKV5fdY52raWEXwhF16i/WlmnS+SU/3kXOJXvNkWWe2mn5FdG95X/PyWYW0HP7SeYU18t9+cUTcq+qa90eKNzt0EZqypvl91nelaafF9WbiovnTpL/O8eCLfEpuepDmntph8g2je03FxeyXRowVOD/xKnGTXioJL7Qk5d+0VfMNfVeBQTuZ+UrV/fWqXU08wpyVvDyo5Uv+o5v1Rp8Suqb91bLPdqbbsNGjN5C8eSCGLas++ql8oL8TN8Tn79Y+EvhMfctPz+iema1gAAAAAAAAAAAAAHzOO+mn1NNfM+xOp2+TG40571y3dvOcH1xk4vzTw/5Hqt9URaPV4rFE0maz6Tpt+SjSPb7/AJ5rMKEHP45ZjBf5n8Jn+IZOnHr3bvh1Oq3V7LvMRsqP5eNZ9pubexi+jRg6s12c5V4QT8VBN/aF7h087IM9u2ki5CNI9mtK1410q9Xdi/8ADo5j/wBxz+SOOXbd+n2dYY1XazW8cWVErlTavWP7QXl1d5zGpVfN/Vw6FPh2dGKfm2auCnTSIVck7svDkZ0X3Xp8KslidzJ1n+w+jSXlure+NlLlX6r69k2ONVTtvBXSOVtsta9/3t3d5zCVRqnx4c1TW5BruzGO9jvkzVwU6aQqZJ3Z0ByZaJ7i063pyWKk1z1Xv36uHh+MY7sfhM/NfrvMrNI1DZ7W6wtAs7q7eM06UnFPtm+FNes2l6kdY3OnU9nKtsm+ttvrbfFtvrbffk2aRqNKdp221pHLRcpDM5NnQHJlaezWMH/eTnP79xfdAxvELbza9oj91/wynTg37zM/p+iVlJoAAAAAAAAAAAAAAAFQcpWm+y3M5JdGolNeb4S+9N+p6Hg5OvBEe3Z5PxDH9LlTPpbv+/8AdLeSzSvYLPnWsTrzc/HcXRgvLg5fEZfPydWXXs3vD8fThiZ9UwqVFSTlJ4STbb6klxbZSXnK2tX09obqvcJNzuK7dOPbiTUKMPNRUY+hsYq/TxxtSvbqu6c0DTI6NbW9rHqpUoQz3uKScn4t5fqZNrdVplciNRpoOVXWfcum3MovFSquYp8cPeq5Umn3qG9L4TrFTqvEPlp1G3POhaW9YuLe0jwdWpGGV+bFvpSXlHL9DVtbprNvZUr3nTrChRjbxjTgt2MYqMUupKKwkvRGNM7XWt2rta99Z3NG1cY16lNwhKcnFR3+jJ7yTaai21w60j7XW+4p/RuRu8jWoe0St/Z41IOooznJyhFpyioumlxSx19petyq67bQxi77XsUEyouXzXVGnb6dB9KclWqpdkIZVOL858fsyzxabtv2R5LahUdtA1aQp3tqG80e0ldThCKzKUlFLvbeEvmWo1WNyyM8zaemPOXSmm2isKVKjHqhCMfPdWMnmsl+u02n1ekxUjHSKR6QyTh2AAAAAAAAAAAAAAARrbzR/elu5RWZ0syXjH85fJZ9C9wM/wBPJ0z5T/IZfi3G+rh6q+de/wCXr/PhWf8AbLUNOjGlTrJQhFRinSpPEYrCWd3uNHJwMVrTPfuz+P4pkikV7dmt1fbvUL+lUoTrR3KkJQnu04RbjJYklJLhlcPUijgY6zvuuR4he0eUIpZXMtOq0q1PG/TnGcN5KSUovKyu3iS5KdUTWXWPJqdpd/8ArWpx7bd+dGX9KhS+xU95XI5Hw0G1W2F3tUqUblw3ablKMacHBb0ljelmTy0uHqyTHx6453Dm+WbRpK+QrR/a7uteSXRoU92Lx/vKuVlPvUFL99EXLvqsV93eGNztehnLKt9u+VRbL3Ts6VuriUIRdSTq83uymt5QwoSy93D+JE2PDN424teKo2+XSr2WMP8AmJf+ok+yz7vn1Ia7UOWi/uU1RpUKGc9LE6sl5NtR+cWd14kesvk5fZA7i4qajUnXrTlVqzeZ1JPLk+r0SSxhcEkki5jxxWNQgtbfdlUKZbpVRz5Fo8k2ge0VXdSXQpfR8ajXD5J59UVufm6MfRHnP+Efh+L6uX6k+Vf8/wDC3jEbwAAAAAAAAAAAAAAAAAVNt9sz7BN1aa/IzeVj8yXbHy7v/h6Dhcn61Om34o/v8vJ+IcSeLk66/gn+3x+yv7mhgtTDjHka2tSwcTC5S7GlEhmFqltvGawcSnh0ZyWaL7l06gpLFSr+Xqd+aiTin4qCivRmRyL9WSV/HXVUovbqNjTqVqj3YU4SnOXdGKcpP5IgduSdW1CWsV691P6VarOo1+ipPMY+SWF6Grjp01iFa07liqJJpy9qdPJ1EPkyzaNLBNWqvkyaSHZvRamrVYUaazKT9Eu2T8ES3vXHWbWZturNeKU85dCaLpkNHo06FP6MV19sm+Lk/Nnnc2Wct5tL0ODDXDSKVZxGlAAAAAAAAAAAAAAAAADxu7aN5CVOot6Mlho6pe1LRavm4yY65KzS8biVSbYbJy0uTklvUm+jP+ku5/zPQ8blVzx8+zyXL4l+JbfnX3/dCLq2cSeYMeWJa2tQwcTVcpkZuyuh+/ry3tmsxlUTqfVw6U/LMU15tFXPP06TZf489doh04ljgYTVV5y36z7BYq1i8VLqe518eahiVV+X0Y/aE/Hp1XcZLahQqomr0qu3rC3Ooo4m8QyadElrRBkzabvQtEqarUjSpRcpPs7l2tvsXid2tXHXqtPZQm98tuikble2yOzFPZynhYlVklzlT/THuivv/lh8nkzmt8ezb4nEjBX3tPnP89G/Kq2AAAAAAAAAAAAAAAAAAAB8VqUa8XCaUotYcWsprxR9raazuHNqVvE1tG4lANpeT/nMzteK/um+K/Zk+vyfzNfB4jE9sv8AVgcnwe1J6uP/APM/pP7/ANVdajos7STjODjJdjTTNKsxaN1ncMz6lsdum8TE/Kccjuh8zK4vJLjhUYfdKp/p+8yvEsneKfm3/C46qzf8lnmU1VAcqmp++dQqRTzTt1zMe7fTzVfnvdH7M2ODh1Tqn1Z3LzxFumETjbt9he6FK3IZNGxc+w6iqvfkpvszyd19RxOouZp/pSXSa/Vh1+rwirm5mPH2jvPx+6TFxM+edz92Pnz/AKLY0PQqOhQ5ujHGfpTfGU8fpP8Ap1GPmz3yzu0tvBxseCuqR+frLZkKcAAAAAAAAAAAAAAAAAAAAAAAeF3Z071btSEZrukk/l3HdMlqTus6R5MVMkavETHy/LGyhp8FSpR3YJtpce1tvi/FjJktkt1WnuYsVMVeikah61c7st3G9h7uerOOGfDJwkVnS5KZPjO4UpNtyluNuUm8yb4ri28mtXxGlaxWK/3Y2Tw3Le02m/n8f8tpZcmFvSxzlSc/2VGCfzycW8Tv/prEf3/Z1Xwin+u8z/t2/dJ9L2ettKw6VKMZfpvpS/ellr0KeTk5cn4pXsPEw4u9K9/fzn+raECyAAAAAAAAAAAAAAAAAAAAAAAAAAAAAAAAAAAAAAAAAAAAAAAAAAAAAAAAAAAAAAAAAAAAAAAAAAAAAAAAAAAAAAAAAAAAAAAAAAAAAAAAAAAAAAAAAAAAAAAAAAAAAAAAAAAAAAAAAAAAAAAAAAAAAAAAAAAAAAAAAAAAAAAAAAAAAAAAAAAAAAAAAAAAAAAAAAAAAAAAAAAAAAAAAAAAAAAAAAAAAAAAAAAAAAAAAAAAAAAAAAAAAAAAAD//2Q=="/>
          <p:cNvSpPr>
            <a:spLocks noChangeAspect="1" noChangeArrowheads="1"/>
          </p:cNvSpPr>
          <p:nvPr/>
        </p:nvSpPr>
        <p:spPr bwMode="auto">
          <a:xfrm>
            <a:off x="673100" y="914381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8414560"/>
              </p:ext>
            </p:extLst>
          </p:nvPr>
        </p:nvGraphicFramePr>
        <p:xfrm>
          <a:off x="520699" y="2501414"/>
          <a:ext cx="7910781" cy="11125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615123"/>
                <a:gridCol w="1927537"/>
                <a:gridCol w="2368121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Processo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 smtClean="0"/>
                        <a:t>Txn</a:t>
                      </a:r>
                      <a:r>
                        <a:rPr lang="pt-BR" dirty="0" smtClean="0"/>
                        <a:t>/</a:t>
                      </a:r>
                      <a:r>
                        <a:rPr lang="pt-BR" dirty="0" err="1" smtClean="0"/>
                        <a:t>seg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Tamanho</a:t>
                      </a:r>
                      <a:r>
                        <a:rPr lang="pt-BR" baseline="0" dirty="0" smtClean="0"/>
                        <a:t> (Kb)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smtClean="0"/>
                        <a:t>Serviço de emissão</a:t>
                      </a:r>
                      <a:r>
                        <a:rPr lang="pt-BR" baseline="0" dirty="0" smtClean="0"/>
                        <a:t> de bilhetes g3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1000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10Kb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smtClean="0"/>
                        <a:t>Serviço de compra de milhas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500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5Kb</a:t>
                      </a:r>
                      <a:endParaRPr lang="pt-BR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2 CuadroTexto"/>
          <p:cNvSpPr txBox="1"/>
          <p:nvPr/>
        </p:nvSpPr>
        <p:spPr>
          <a:xfrm>
            <a:off x="288000" y="1080000"/>
            <a:ext cx="8615970" cy="77372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pt-BR" sz="1600" cap="small" dirty="0" smtClean="0">
                <a:latin typeface="Trebuchet MS" panose="020B0603020202020204" pitchFamily="34" charset="0"/>
              </a:rPr>
              <a:t>Incluir a volumetria de cada processo de integração com o pico de transações estimada </a:t>
            </a:r>
            <a:r>
              <a:rPr lang="pt-BR" sz="1600" cap="small" dirty="0" smtClean="0">
                <a:latin typeface="Trebuchet MS" panose="020B0603020202020204" pitchFamily="34" charset="0"/>
              </a:rPr>
              <a:t>e/ou a quantidade de usuários total e simultâneos </a:t>
            </a:r>
            <a:r>
              <a:rPr lang="pt-BR" sz="1600" cap="small" dirty="0" smtClean="0">
                <a:latin typeface="Trebuchet MS" panose="020B0603020202020204" pitchFamily="34" charset="0"/>
              </a:rPr>
              <a:t>que </a:t>
            </a:r>
            <a:r>
              <a:rPr lang="pt-BR" sz="1600" cap="small" dirty="0" smtClean="0">
                <a:latin typeface="Trebuchet MS" panose="020B0603020202020204" pitchFamily="34" charset="0"/>
              </a:rPr>
              <a:t>irão utilizar o sistema.</a:t>
            </a:r>
            <a:endParaRPr lang="pt-BR" sz="1600" cap="small" dirty="0">
              <a:latin typeface="Trebuchet MS" panose="020B0603020202020204" pitchFamily="34" charset="0"/>
            </a:endParaRPr>
          </a:p>
        </p:txBody>
      </p:sp>
      <p:graphicFrame>
        <p:nvGraphicFramePr>
          <p:cNvPr id="14" name="Tabela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1757361"/>
              </p:ext>
            </p:extLst>
          </p:nvPr>
        </p:nvGraphicFramePr>
        <p:xfrm>
          <a:off x="520700" y="4577614"/>
          <a:ext cx="7910780" cy="7416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000792"/>
                <a:gridCol w="390998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Total</a:t>
                      </a:r>
                      <a:r>
                        <a:rPr lang="pt-BR" baseline="0" dirty="0" smtClean="0"/>
                        <a:t> de usuários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Total de</a:t>
                      </a:r>
                      <a:r>
                        <a:rPr lang="pt-BR" baseline="0" dirty="0" smtClean="0"/>
                        <a:t> usuários simultâneos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1000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500</a:t>
                      </a:r>
                      <a:endParaRPr lang="pt-BR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7146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-1259" y="2"/>
            <a:ext cx="5762090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7287" y="3276362"/>
            <a:ext cx="1994072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3012751"/>
            <a:ext cx="5141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3200" b="1" dirty="0" smtClean="0">
                <a:solidFill>
                  <a:schemeClr val="bg1"/>
                </a:solidFill>
                <a:latin typeface="Gotham Rounded Book"/>
                <a:cs typeface="Gotham Rounded Book"/>
              </a:rPr>
              <a:t>Obrigado!!!</a:t>
            </a:r>
            <a:endParaRPr lang="en-US" sz="1600" b="1" dirty="0">
              <a:solidFill>
                <a:schemeClr val="bg1"/>
              </a:solidFill>
              <a:latin typeface="Gotham Rounded Book"/>
              <a:cs typeface="Gotham Rounded Book"/>
            </a:endParaRPr>
          </a:p>
        </p:txBody>
      </p:sp>
    </p:spTree>
    <p:extLst>
      <p:ext uri="{BB962C8B-B14F-4D97-AF65-F5344CB8AC3E}">
        <p14:creationId xmlns:p14="http://schemas.microsoft.com/office/powerpoint/2010/main" val="2360471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4661</TotalTime>
  <Words>159</Words>
  <Application>Microsoft Office PowerPoint</Application>
  <PresentationFormat>Apresentação na tela (4:3)</PresentationFormat>
  <Paragraphs>31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8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LEONARDO CESTAROLLI</cp:lastModifiedBy>
  <cp:revision>277</cp:revision>
  <dcterms:created xsi:type="dcterms:W3CDTF">2014-01-24T21:35:00Z</dcterms:created>
  <dcterms:modified xsi:type="dcterms:W3CDTF">2015-08-04T21:20:31Z</dcterms:modified>
</cp:coreProperties>
</file>