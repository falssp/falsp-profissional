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8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853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973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82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01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29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400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17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88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688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672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0512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0B90C-A4C2-450C-9097-966B18547042}" type="datetimeFigureOut">
              <a:rPr lang="pt-BR" smtClean="0"/>
              <a:t>06/02/2017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2BDE2-104A-4D45-B64B-3FEBFEEA18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17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1256" y="60552"/>
            <a:ext cx="11930743" cy="607105"/>
          </a:xfrm>
        </p:spPr>
        <p:txBody>
          <a:bodyPr anchor="ctr"/>
          <a:lstStyle/>
          <a:p>
            <a:r>
              <a:rPr lang="pt-BR" b="1" dirty="0" smtClean="0">
                <a:solidFill>
                  <a:schemeClr val="accent5"/>
                </a:solidFill>
              </a:rPr>
              <a:t>Quantidade de </a:t>
            </a:r>
            <a:r>
              <a:rPr lang="pt-BR" b="1" dirty="0" err="1" smtClean="0">
                <a:solidFill>
                  <a:schemeClr val="accent5"/>
                </a:solidFill>
              </a:rPr>
              <a:t>Issues</a:t>
            </a:r>
            <a:r>
              <a:rPr lang="pt-BR" b="1" dirty="0" smtClean="0">
                <a:solidFill>
                  <a:schemeClr val="accent5"/>
                </a:solidFill>
              </a:rPr>
              <a:t> por período e por Status</a:t>
            </a:r>
            <a:endParaRPr lang="pt-BR" b="1" dirty="0">
              <a:solidFill>
                <a:schemeClr val="accent5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029" y="1647189"/>
            <a:ext cx="7623941" cy="457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66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1256" y="60552"/>
            <a:ext cx="11930743" cy="6071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Quantidade de </a:t>
            </a:r>
            <a:r>
              <a:rPr lang="pt-BR" b="1" dirty="0" err="1">
                <a:solidFill>
                  <a:schemeClr val="accent5"/>
                </a:solidFill>
              </a:rPr>
              <a:t>Issues</a:t>
            </a:r>
            <a:r>
              <a:rPr lang="pt-BR" b="1" dirty="0">
                <a:solidFill>
                  <a:schemeClr val="accent5"/>
                </a:solidFill>
              </a:rPr>
              <a:t> por período e por Arquiteto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739" y="1787670"/>
            <a:ext cx="7602499" cy="456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3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1256" y="60552"/>
            <a:ext cx="11930743" cy="6071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Quantidade por Status e por Arquiteto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167" y="1513655"/>
            <a:ext cx="7241665" cy="435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4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1256" y="60552"/>
            <a:ext cx="11930743" cy="6071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Quantidade por período e por ponto de função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10" y="1575032"/>
            <a:ext cx="6849780" cy="411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3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1256" y="60552"/>
            <a:ext cx="11930743" cy="6071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dirty="0">
                <a:solidFill>
                  <a:schemeClr val="accent5"/>
                </a:solidFill>
              </a:rPr>
              <a:t>Quantidade por Arquiteto e por ponto de função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53" y="1397078"/>
            <a:ext cx="7677094" cy="461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28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</Words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2017-02-06T10:27:41Z</dcterms:created>
  <dcterms:modified xsi:type="dcterms:W3CDTF">2017-02-06T10:39:49Z</dcterms:modified>
</cp:coreProperties>
</file>