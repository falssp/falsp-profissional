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37" r:id="rId2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7124"/>
    <a:srgbClr val="F68E1E"/>
    <a:srgbClr val="99CCFF"/>
    <a:srgbClr val="FF9900"/>
    <a:srgbClr val="000000"/>
    <a:srgbClr val="FF6600"/>
    <a:srgbClr val="EE6829"/>
    <a:srgbClr val="E28734"/>
    <a:srgbClr val="F4BC71"/>
    <a:srgbClr val="D046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056" y="72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42EF27-C77B-497C-9BF8-3001BEB83BA4}" type="doc">
      <dgm:prSet loTypeId="urn:microsoft.com/office/officeart/2005/8/layout/hList6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pt-BR"/>
        </a:p>
      </dgm:t>
    </dgm:pt>
    <dgm:pt modelId="{063475F4-3DD1-4F6C-8F0A-344B39C960BC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 sz="1600" b="1"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>
            <a:spcBef>
              <a:spcPts val="0"/>
            </a:spcBef>
            <a:spcAft>
              <a:spcPts val="600"/>
            </a:spcAft>
          </a:pPr>
          <a:endParaRPr lang="pt-BR" sz="1600" b="1"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>
            <a:spcBef>
              <a:spcPts val="0"/>
            </a:spcBef>
            <a:spcAft>
              <a:spcPts val="600"/>
            </a:spcAft>
          </a:pPr>
          <a:r>
            <a:rPr lang="pt-BR" sz="1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Implantação da Central de Serviços de TI</a:t>
          </a:r>
          <a:endParaRPr lang="pt-BR" sz="16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DEDF50D-D85A-42A8-95B1-A11BD0EF4F5A}" type="parTrans" cxnId="{0773A515-B52B-4FAD-ADDD-6085B8710C15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E6947EB-935C-47CD-9BE2-46E000C7323B}" type="sibTrans" cxnId="{0773A515-B52B-4FAD-ADDD-6085B8710C15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476F37D-0632-4D26-BF4D-079B749201C0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Entendimentos Iniciais</a:t>
          </a:r>
          <a:endParaRPr lang="pt-BR" sz="14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2816DA3-CAF3-4997-94B0-6D652CC0DA56}" type="parTrans" cxnId="{B0A6424B-E08B-4A54-81DD-2718E62E1607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15303C9-6E2D-4C1A-9B70-33AE8F1C2B9E}" type="sibTrans" cxnId="{B0A6424B-E08B-4A54-81DD-2718E62E1607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3AA97F6-D39B-4CA2-84DA-FB6F2D623792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 sz="1600" b="1"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>
            <a:spcBef>
              <a:spcPts val="0"/>
            </a:spcBef>
            <a:spcAft>
              <a:spcPts val="600"/>
            </a:spcAft>
          </a:pPr>
          <a:endParaRPr lang="pt-BR" sz="1600" b="1"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>
            <a:spcBef>
              <a:spcPts val="0"/>
            </a:spcBef>
            <a:spcAft>
              <a:spcPts val="600"/>
            </a:spcAft>
          </a:pPr>
          <a:r>
            <a:rPr lang="pt-BR" sz="1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Migração dos Chamados Legados</a:t>
          </a:r>
          <a:endParaRPr lang="pt-BR" sz="16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FAF780D-6D87-4729-A332-0DBEB84B83FD}" type="parTrans" cxnId="{927D1726-2752-4420-A541-776BE8E5885B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3439CE3-C297-4A5A-9B3C-F2EB5A6ED509}" type="sibTrans" cxnId="{927D1726-2752-4420-A541-776BE8E5885B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2B35C26-060A-45D5-9989-387EB9BAC2AA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Migração de todos os chamados registrados em outras ferramentas (</a:t>
          </a:r>
          <a:r>
            <a:rPr lang="pt-BR" sz="14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Cherwell</a:t>
          </a:r>
          <a:r>
            <a:rPr lang="pt-BR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, BackOffice e OPS) para o JIRA Service Desk.</a:t>
          </a:r>
          <a:endParaRPr lang="pt-BR" sz="14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8E2CA08-53F9-41D0-BA62-FA6125524DE6}" type="parTrans" cxnId="{311840AD-38B3-4139-92DC-4342F65D589E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2405ED7-EF80-4F66-83BB-9CC9850AA9AC}" type="sibTrans" cxnId="{311840AD-38B3-4139-92DC-4342F65D589E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02D16D0-A785-4CB3-ADA9-FB57E2D578F9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 sz="1600" b="1"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>
            <a:spcBef>
              <a:spcPts val="0"/>
            </a:spcBef>
            <a:spcAft>
              <a:spcPts val="600"/>
            </a:spcAft>
          </a:pPr>
          <a:endParaRPr lang="pt-BR" sz="1600" b="1"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>
            <a:spcBef>
              <a:spcPts val="0"/>
            </a:spcBef>
            <a:spcAft>
              <a:spcPts val="600"/>
            </a:spcAft>
          </a:pPr>
          <a:r>
            <a:rPr lang="pt-BR" sz="1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Plano de Ação para Eliminação do Legado</a:t>
          </a:r>
          <a:endParaRPr lang="pt-BR" sz="16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C66A749-34BA-4A2A-8B55-531F9938769F}" type="sibTrans" cxnId="{701F0C49-EE2E-465E-99CE-21DB0D46CC47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502EAE8-CCD6-4F18-A280-E7A577EC7D0B}" type="parTrans" cxnId="{701F0C49-EE2E-465E-99CE-21DB0D46CC47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543DF09-5C6F-48D9-B281-AABBB85B4288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Eliminação de todos os chamados “legados” registrados no JIRA Service Desk.</a:t>
          </a:r>
          <a:endParaRPr lang="pt-BR" sz="14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0EEC8FA-D2A4-419C-A148-B9260B6A4215}" type="parTrans" cxnId="{E057DE39-BE83-44D2-8A20-51ED3BDF3A92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8018B4B-9872-4E99-BB97-C556B04727D8}" type="sibTrans" cxnId="{E057DE39-BE83-44D2-8A20-51ED3BDF3A92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A1FE0C7-64FC-434A-8AA9-5ED8475C7C58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pt-BR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Mapeamento do Catálogo</a:t>
          </a:r>
          <a:endParaRPr lang="pt-BR" sz="1400"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A15A9A9-6A50-4711-93CB-87E0A2B2477E}" type="parTrans" cxnId="{76B41A67-2D0C-4738-9C7E-911D33486A6E}">
      <dgm:prSet/>
      <dgm:spPr/>
      <dgm:t>
        <a:bodyPr/>
        <a:lstStyle/>
        <a:p>
          <a:endParaRPr lang="pt-BR"/>
        </a:p>
      </dgm:t>
    </dgm:pt>
    <dgm:pt modelId="{FE1F1DD2-CFA0-4845-9907-D4B4EA0BAC49}" type="sibTrans" cxnId="{76B41A67-2D0C-4738-9C7E-911D33486A6E}">
      <dgm:prSet/>
      <dgm:spPr/>
      <dgm:t>
        <a:bodyPr/>
        <a:lstStyle/>
        <a:p>
          <a:endParaRPr lang="pt-BR"/>
        </a:p>
      </dgm:t>
    </dgm:pt>
    <dgm:pt modelId="{C5CBD0EF-556B-4DBC-B1C2-EEA965661F91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pt-BR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Definições e Validações</a:t>
          </a:r>
          <a:endParaRPr lang="pt-BR" sz="1400"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EC7B65A-6226-4A16-8001-4A58B5E8E4DE}" type="parTrans" cxnId="{B4621349-05B9-4AD2-90C4-6F91322174DC}">
      <dgm:prSet/>
      <dgm:spPr/>
      <dgm:t>
        <a:bodyPr/>
        <a:lstStyle/>
        <a:p>
          <a:endParaRPr lang="pt-BR"/>
        </a:p>
      </dgm:t>
    </dgm:pt>
    <dgm:pt modelId="{E72F2EA1-50CE-4768-B73F-FC800C0742CE}" type="sibTrans" cxnId="{B4621349-05B9-4AD2-90C4-6F91322174DC}">
      <dgm:prSet/>
      <dgm:spPr/>
      <dgm:t>
        <a:bodyPr/>
        <a:lstStyle/>
        <a:p>
          <a:endParaRPr lang="pt-BR"/>
        </a:p>
      </dgm:t>
    </dgm:pt>
    <dgm:pt modelId="{62DD8E85-365B-4D97-B38C-55C25D4BD3B4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pt-BR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Parametrização JIRA</a:t>
          </a:r>
          <a:endParaRPr lang="pt-BR" sz="1400"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50DA708-C101-492A-9CA0-8820456510DB}" type="parTrans" cxnId="{7156CD14-D962-4DE0-9336-C8DFC1AED563}">
      <dgm:prSet/>
      <dgm:spPr/>
      <dgm:t>
        <a:bodyPr/>
        <a:lstStyle/>
        <a:p>
          <a:endParaRPr lang="pt-BR"/>
        </a:p>
      </dgm:t>
    </dgm:pt>
    <dgm:pt modelId="{9A73E2DB-4BDC-4A60-B387-FB53D574D591}" type="sibTrans" cxnId="{7156CD14-D962-4DE0-9336-C8DFC1AED563}">
      <dgm:prSet/>
      <dgm:spPr/>
      <dgm:t>
        <a:bodyPr/>
        <a:lstStyle/>
        <a:p>
          <a:endParaRPr lang="pt-BR"/>
        </a:p>
      </dgm:t>
    </dgm:pt>
    <dgm:pt modelId="{860F3254-2D65-408D-BBB7-8F04CE66C03C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pt-BR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Comunicações e Treinamentos</a:t>
          </a:r>
          <a:endParaRPr lang="pt-BR" sz="1400"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75D6CCD-8351-4CE0-944F-262F3F0F906A}" type="parTrans" cxnId="{A139ACFE-CC6B-48D0-9458-554619C8AF40}">
      <dgm:prSet/>
      <dgm:spPr/>
      <dgm:t>
        <a:bodyPr/>
        <a:lstStyle/>
        <a:p>
          <a:endParaRPr lang="pt-BR"/>
        </a:p>
      </dgm:t>
    </dgm:pt>
    <dgm:pt modelId="{ACEC5194-E9D7-4B1B-A881-91F1DA1C3F99}" type="sibTrans" cxnId="{A139ACFE-CC6B-48D0-9458-554619C8AF40}">
      <dgm:prSet/>
      <dgm:spPr/>
      <dgm:t>
        <a:bodyPr/>
        <a:lstStyle/>
        <a:p>
          <a:endParaRPr lang="pt-BR"/>
        </a:p>
      </dgm:t>
    </dgm:pt>
    <dgm:pt modelId="{DE3B2AFE-5383-49DC-8D61-394C82CF1716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pt-BR" sz="1400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Go-Live </a:t>
          </a:r>
          <a:r>
            <a:rPr lang="pt-BR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Central de Serviços de TI</a:t>
          </a:r>
          <a:endParaRPr lang="pt-BR" sz="1400"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8F6FD19-00C0-43A7-9B3B-324482C6DF2A}" type="parTrans" cxnId="{3E0C8558-5685-4DC4-B33F-17A14DC78E86}">
      <dgm:prSet/>
      <dgm:spPr/>
      <dgm:t>
        <a:bodyPr/>
        <a:lstStyle/>
        <a:p>
          <a:endParaRPr lang="pt-BR"/>
        </a:p>
      </dgm:t>
    </dgm:pt>
    <dgm:pt modelId="{D3ABB8CB-66CE-4A17-B32A-A4639D73D30B}" type="sibTrans" cxnId="{3E0C8558-5685-4DC4-B33F-17A14DC78E86}">
      <dgm:prSet/>
      <dgm:spPr/>
      <dgm:t>
        <a:bodyPr/>
        <a:lstStyle/>
        <a:p>
          <a:endParaRPr lang="pt-BR"/>
        </a:p>
      </dgm:t>
    </dgm:pt>
    <dgm:pt modelId="{EEF9042F-D2F3-4850-8C4D-C056B12B7D91}" type="pres">
      <dgm:prSet presAssocID="{9042EF27-C77B-497C-9BF8-3001BEB83BA4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E36540E1-E58B-47D9-86D7-BB7D41CC4682}" type="pres">
      <dgm:prSet presAssocID="{063475F4-3DD1-4F6C-8F0A-344B39C960BC}" presName="node" presStyleLbl="node1" presStyleIdx="0" presStyleCnt="3" custLinFactNeighborX="-1359" custLinFactNeighborY="0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40FCEEA9-3B75-4676-B014-EBFC40E1DD0B}" type="pres">
      <dgm:prSet presAssocID="{3E6947EB-935C-47CD-9BE2-46E000C7323B}" presName="sibTrans" presStyleCnt="0"/>
      <dgm:spPr/>
    </dgm:pt>
    <dgm:pt modelId="{3432B43A-FC60-4915-AF65-6AA157296DDE}" type="pres">
      <dgm:prSet presAssocID="{13AA97F6-D39B-4CA2-84DA-FB6F2D623792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EFA9F3D-F5CD-4C37-BD3F-5B6FD710ACDD}" type="pres">
      <dgm:prSet presAssocID="{E3439CE3-C297-4A5A-9B3C-F2EB5A6ED509}" presName="sibTrans" presStyleCnt="0"/>
      <dgm:spPr/>
    </dgm:pt>
    <dgm:pt modelId="{ABEB93D4-46A3-40BC-AA62-153D6F034CC4}" type="pres">
      <dgm:prSet presAssocID="{202D16D0-A785-4CB3-ADA9-FB57E2D578F9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AD1244F5-00F7-49F0-8E82-4699A020D627}" type="presOf" srcId="{13AA97F6-D39B-4CA2-84DA-FB6F2D623792}" destId="{3432B43A-FC60-4915-AF65-6AA157296DDE}" srcOrd="0" destOrd="0" presId="urn:microsoft.com/office/officeart/2005/8/layout/hList6"/>
    <dgm:cxn modelId="{FC79B497-950F-4F67-B0CA-EF6D1E0C849C}" type="presOf" srcId="{DE3B2AFE-5383-49DC-8D61-394C82CF1716}" destId="{E36540E1-E58B-47D9-86D7-BB7D41CC4682}" srcOrd="0" destOrd="6" presId="urn:microsoft.com/office/officeart/2005/8/layout/hList6"/>
    <dgm:cxn modelId="{B0A6424B-E08B-4A54-81DD-2718E62E1607}" srcId="{063475F4-3DD1-4F6C-8F0A-344B39C960BC}" destId="{F476F37D-0632-4D26-BF4D-079B749201C0}" srcOrd="0" destOrd="0" parTransId="{F2816DA3-CAF3-4997-94B0-6D652CC0DA56}" sibTransId="{A15303C9-6E2D-4C1A-9B70-33AE8F1C2B9E}"/>
    <dgm:cxn modelId="{B4621349-05B9-4AD2-90C4-6F91322174DC}" srcId="{063475F4-3DD1-4F6C-8F0A-344B39C960BC}" destId="{C5CBD0EF-556B-4DBC-B1C2-EEA965661F91}" srcOrd="2" destOrd="0" parTransId="{7EC7B65A-6226-4A16-8001-4A58B5E8E4DE}" sibTransId="{E72F2EA1-50CE-4768-B73F-FC800C0742CE}"/>
    <dgm:cxn modelId="{ABEEC563-CE8F-43B9-8D95-8658293BD5D0}" type="presOf" srcId="{860F3254-2D65-408D-BBB7-8F04CE66C03C}" destId="{E36540E1-E58B-47D9-86D7-BB7D41CC4682}" srcOrd="0" destOrd="5" presId="urn:microsoft.com/office/officeart/2005/8/layout/hList6"/>
    <dgm:cxn modelId="{311840AD-38B3-4139-92DC-4342F65D589E}" srcId="{13AA97F6-D39B-4CA2-84DA-FB6F2D623792}" destId="{72B35C26-060A-45D5-9989-387EB9BAC2AA}" srcOrd="0" destOrd="0" parTransId="{E8E2CA08-53F9-41D0-BA62-FA6125524DE6}" sibTransId="{A2405ED7-EF80-4F66-83BB-9CC9850AA9AC}"/>
    <dgm:cxn modelId="{B6727E23-14F1-452E-89D7-10C2781BEE8F}" type="presOf" srcId="{62DD8E85-365B-4D97-B38C-55C25D4BD3B4}" destId="{E36540E1-E58B-47D9-86D7-BB7D41CC4682}" srcOrd="0" destOrd="4" presId="urn:microsoft.com/office/officeart/2005/8/layout/hList6"/>
    <dgm:cxn modelId="{6981DDC7-1C10-4482-9055-35B83795F402}" type="presOf" srcId="{F476F37D-0632-4D26-BF4D-079B749201C0}" destId="{E36540E1-E58B-47D9-86D7-BB7D41CC4682}" srcOrd="0" destOrd="1" presId="urn:microsoft.com/office/officeart/2005/8/layout/hList6"/>
    <dgm:cxn modelId="{701F0C49-EE2E-465E-99CE-21DB0D46CC47}" srcId="{9042EF27-C77B-497C-9BF8-3001BEB83BA4}" destId="{202D16D0-A785-4CB3-ADA9-FB57E2D578F9}" srcOrd="2" destOrd="0" parTransId="{3502EAE8-CCD6-4F18-A280-E7A577EC7D0B}" sibTransId="{EC66A749-34BA-4A2A-8B55-531F9938769F}"/>
    <dgm:cxn modelId="{A139ACFE-CC6B-48D0-9458-554619C8AF40}" srcId="{063475F4-3DD1-4F6C-8F0A-344B39C960BC}" destId="{860F3254-2D65-408D-BBB7-8F04CE66C03C}" srcOrd="4" destOrd="0" parTransId="{075D6CCD-8351-4CE0-944F-262F3F0F906A}" sibTransId="{ACEC5194-E9D7-4B1B-A881-91F1DA1C3F99}"/>
    <dgm:cxn modelId="{AFD400AE-2D9D-4A21-86D7-9FD9E3CF86EA}" type="presOf" srcId="{72B35C26-060A-45D5-9989-387EB9BAC2AA}" destId="{3432B43A-FC60-4915-AF65-6AA157296DDE}" srcOrd="0" destOrd="1" presId="urn:microsoft.com/office/officeart/2005/8/layout/hList6"/>
    <dgm:cxn modelId="{E057DE39-BE83-44D2-8A20-51ED3BDF3A92}" srcId="{202D16D0-A785-4CB3-ADA9-FB57E2D578F9}" destId="{6543DF09-5C6F-48D9-B281-AABBB85B4288}" srcOrd="0" destOrd="0" parTransId="{00EEC8FA-D2A4-419C-A148-B9260B6A4215}" sibTransId="{98018B4B-9872-4E99-BB97-C556B04727D8}"/>
    <dgm:cxn modelId="{0CC3E159-AB99-4885-AC74-4E5C65917652}" type="presOf" srcId="{6543DF09-5C6F-48D9-B281-AABBB85B4288}" destId="{ABEB93D4-46A3-40BC-AA62-153D6F034CC4}" srcOrd="0" destOrd="1" presId="urn:microsoft.com/office/officeart/2005/8/layout/hList6"/>
    <dgm:cxn modelId="{76B41A67-2D0C-4738-9C7E-911D33486A6E}" srcId="{063475F4-3DD1-4F6C-8F0A-344B39C960BC}" destId="{AA1FE0C7-64FC-434A-8AA9-5ED8475C7C58}" srcOrd="1" destOrd="0" parTransId="{6A15A9A9-6A50-4711-93CB-87E0A2B2477E}" sibTransId="{FE1F1DD2-CFA0-4845-9907-D4B4EA0BAC49}"/>
    <dgm:cxn modelId="{3E0C8558-5685-4DC4-B33F-17A14DC78E86}" srcId="{063475F4-3DD1-4F6C-8F0A-344B39C960BC}" destId="{DE3B2AFE-5383-49DC-8D61-394C82CF1716}" srcOrd="5" destOrd="0" parTransId="{F8F6FD19-00C0-43A7-9B3B-324482C6DF2A}" sibTransId="{D3ABB8CB-66CE-4A17-B32A-A4639D73D30B}"/>
    <dgm:cxn modelId="{927D1726-2752-4420-A541-776BE8E5885B}" srcId="{9042EF27-C77B-497C-9BF8-3001BEB83BA4}" destId="{13AA97F6-D39B-4CA2-84DA-FB6F2D623792}" srcOrd="1" destOrd="0" parTransId="{8FAF780D-6D87-4729-A332-0DBEB84B83FD}" sibTransId="{E3439CE3-C297-4A5A-9B3C-F2EB5A6ED509}"/>
    <dgm:cxn modelId="{D529C826-19CD-4735-9BEC-5802D9DD470B}" type="presOf" srcId="{202D16D0-A785-4CB3-ADA9-FB57E2D578F9}" destId="{ABEB93D4-46A3-40BC-AA62-153D6F034CC4}" srcOrd="0" destOrd="0" presId="urn:microsoft.com/office/officeart/2005/8/layout/hList6"/>
    <dgm:cxn modelId="{7156CD14-D962-4DE0-9336-C8DFC1AED563}" srcId="{063475F4-3DD1-4F6C-8F0A-344B39C960BC}" destId="{62DD8E85-365B-4D97-B38C-55C25D4BD3B4}" srcOrd="3" destOrd="0" parTransId="{650DA708-C101-492A-9CA0-8820456510DB}" sibTransId="{9A73E2DB-4BDC-4A60-B387-FB53D574D591}"/>
    <dgm:cxn modelId="{B12AFDDA-DB26-48E3-A8DF-173084FA2A17}" type="presOf" srcId="{AA1FE0C7-64FC-434A-8AA9-5ED8475C7C58}" destId="{E36540E1-E58B-47D9-86D7-BB7D41CC4682}" srcOrd="0" destOrd="2" presId="urn:microsoft.com/office/officeart/2005/8/layout/hList6"/>
    <dgm:cxn modelId="{0773A515-B52B-4FAD-ADDD-6085B8710C15}" srcId="{9042EF27-C77B-497C-9BF8-3001BEB83BA4}" destId="{063475F4-3DD1-4F6C-8F0A-344B39C960BC}" srcOrd="0" destOrd="0" parTransId="{4DEDF50D-D85A-42A8-95B1-A11BD0EF4F5A}" sibTransId="{3E6947EB-935C-47CD-9BE2-46E000C7323B}"/>
    <dgm:cxn modelId="{D67A3AC9-AD4A-4E0F-9FDA-47D022432EE3}" type="presOf" srcId="{C5CBD0EF-556B-4DBC-B1C2-EEA965661F91}" destId="{E36540E1-E58B-47D9-86D7-BB7D41CC4682}" srcOrd="0" destOrd="3" presId="urn:microsoft.com/office/officeart/2005/8/layout/hList6"/>
    <dgm:cxn modelId="{13F740F9-D5FC-493C-998F-F2AE2E4FBD20}" type="presOf" srcId="{063475F4-3DD1-4F6C-8F0A-344B39C960BC}" destId="{E36540E1-E58B-47D9-86D7-BB7D41CC4682}" srcOrd="0" destOrd="0" presId="urn:microsoft.com/office/officeart/2005/8/layout/hList6"/>
    <dgm:cxn modelId="{2073C034-635E-4947-8D2B-4CD7F72C7FF4}" type="presOf" srcId="{9042EF27-C77B-497C-9BF8-3001BEB83BA4}" destId="{EEF9042F-D2F3-4850-8C4D-C056B12B7D91}" srcOrd="0" destOrd="0" presId="urn:microsoft.com/office/officeart/2005/8/layout/hList6"/>
    <dgm:cxn modelId="{52405B2A-1F12-450F-9759-2DF7CADECDBB}" type="presParOf" srcId="{EEF9042F-D2F3-4850-8C4D-C056B12B7D91}" destId="{E36540E1-E58B-47D9-86D7-BB7D41CC4682}" srcOrd="0" destOrd="0" presId="urn:microsoft.com/office/officeart/2005/8/layout/hList6"/>
    <dgm:cxn modelId="{8A0437B6-63E2-4669-847D-2C11DE11588E}" type="presParOf" srcId="{EEF9042F-D2F3-4850-8C4D-C056B12B7D91}" destId="{40FCEEA9-3B75-4676-B014-EBFC40E1DD0B}" srcOrd="1" destOrd="0" presId="urn:microsoft.com/office/officeart/2005/8/layout/hList6"/>
    <dgm:cxn modelId="{337D1847-BCE6-4418-B9CC-5CF40BC406ED}" type="presParOf" srcId="{EEF9042F-D2F3-4850-8C4D-C056B12B7D91}" destId="{3432B43A-FC60-4915-AF65-6AA157296DDE}" srcOrd="2" destOrd="0" presId="urn:microsoft.com/office/officeart/2005/8/layout/hList6"/>
    <dgm:cxn modelId="{5DFC2E51-6394-4F24-A3D1-F02F77F0E0D7}" type="presParOf" srcId="{EEF9042F-D2F3-4850-8C4D-C056B12B7D91}" destId="{DEFA9F3D-F5CD-4C37-BD3F-5B6FD710ACDD}" srcOrd="3" destOrd="0" presId="urn:microsoft.com/office/officeart/2005/8/layout/hList6"/>
    <dgm:cxn modelId="{44BEDC47-B3EC-4B1F-A0B2-E97198EBD6FE}" type="presParOf" srcId="{EEF9042F-D2F3-4850-8C4D-C056B12B7D91}" destId="{ABEB93D4-46A3-40BC-AA62-153D6F034CC4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6540E1-E58B-47D9-86D7-BB7D41CC4682}">
      <dsp:nvSpPr>
        <dsp:cNvPr id="0" name=""/>
        <dsp:cNvSpPr/>
      </dsp:nvSpPr>
      <dsp:spPr>
        <a:xfrm rot="16200000">
          <a:off x="-1316329" y="1316329"/>
          <a:ext cx="4971183" cy="2338524"/>
        </a:xfrm>
        <a:prstGeom prst="flowChartManualOperation">
          <a:avLst/>
        </a:prstGeom>
        <a:solidFill>
          <a:srgbClr val="F5712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0" rIns="101600" bIns="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ts val="600"/>
            </a:spcAft>
          </a:pPr>
          <a:endParaRPr lang="pt-BR" sz="1600" b="1" kern="1200"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ts val="600"/>
            </a:spcAft>
          </a:pPr>
          <a:endParaRPr lang="pt-BR" sz="1600" b="1" kern="1200"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ts val="600"/>
            </a:spcAft>
          </a:pPr>
          <a:r>
            <a:rPr lang="pt-BR" sz="16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Implantação da Central de Serviços de TI</a:t>
          </a:r>
          <a:endParaRPr lang="pt-BR" sz="16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4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Entendimentos Iniciais</a:t>
          </a:r>
          <a:endParaRPr lang="pt-BR" sz="14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4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Mapeamento do Catálogo</a:t>
          </a:r>
          <a:endParaRPr lang="pt-BR" sz="1400" kern="1200"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4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Definições e Validações</a:t>
          </a:r>
          <a:endParaRPr lang="pt-BR" sz="1400" kern="1200"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4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Parametrização JIRA</a:t>
          </a:r>
          <a:endParaRPr lang="pt-BR" sz="1400" kern="1200"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4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Comunicações e Treinamentos</a:t>
          </a:r>
          <a:endParaRPr lang="pt-BR" sz="1400" kern="1200"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400" i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Go-Live </a:t>
          </a:r>
          <a:r>
            <a:rPr lang="pt-BR" sz="14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Central de Serviços de TI</a:t>
          </a:r>
          <a:endParaRPr lang="pt-BR" sz="1400" kern="1200"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5400000">
        <a:off x="0" y="994237"/>
        <a:ext cx="2338524" cy="2982709"/>
      </dsp:txXfrm>
    </dsp:sp>
    <dsp:sp modelId="{3432B43A-FC60-4915-AF65-6AA157296DDE}">
      <dsp:nvSpPr>
        <dsp:cNvPr id="0" name=""/>
        <dsp:cNvSpPr/>
      </dsp:nvSpPr>
      <dsp:spPr>
        <a:xfrm rot="16200000">
          <a:off x="1198483" y="1316329"/>
          <a:ext cx="4971183" cy="2338524"/>
        </a:xfrm>
        <a:prstGeom prst="flowChartManualOperation">
          <a:avLst/>
        </a:prstGeom>
        <a:solidFill>
          <a:srgbClr val="F5712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0" rIns="101600" bIns="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ts val="600"/>
            </a:spcAft>
          </a:pPr>
          <a:endParaRPr lang="pt-BR" sz="1600" b="1" kern="1200"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ts val="600"/>
            </a:spcAft>
          </a:pPr>
          <a:endParaRPr lang="pt-BR" sz="1600" b="1" kern="1200"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ts val="600"/>
            </a:spcAft>
          </a:pPr>
          <a:r>
            <a:rPr lang="pt-BR" sz="16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Migração dos Chamados Legados</a:t>
          </a:r>
          <a:endParaRPr lang="pt-BR" sz="16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4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Migração de todos os chamados registrados em outras ferramentas (</a:t>
          </a:r>
          <a:r>
            <a:rPr lang="pt-BR" sz="1400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Cherwell</a:t>
          </a:r>
          <a:r>
            <a:rPr lang="pt-BR" sz="14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, BackOffice e OPS) para o JIRA Service Desk.</a:t>
          </a:r>
          <a:endParaRPr lang="pt-BR" sz="14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5400000">
        <a:off x="2514812" y="994237"/>
        <a:ext cx="2338524" cy="2982709"/>
      </dsp:txXfrm>
    </dsp:sp>
    <dsp:sp modelId="{ABEB93D4-46A3-40BC-AA62-153D6F034CC4}">
      <dsp:nvSpPr>
        <dsp:cNvPr id="0" name=""/>
        <dsp:cNvSpPr/>
      </dsp:nvSpPr>
      <dsp:spPr>
        <a:xfrm rot="16200000">
          <a:off x="3712396" y="1316329"/>
          <a:ext cx="4971183" cy="2338524"/>
        </a:xfrm>
        <a:prstGeom prst="flowChartManualOperation">
          <a:avLst/>
        </a:prstGeom>
        <a:solidFill>
          <a:srgbClr val="F5712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0" rIns="101600" bIns="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ts val="600"/>
            </a:spcAft>
          </a:pPr>
          <a:endParaRPr lang="pt-BR" sz="1600" b="1" kern="1200"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ts val="600"/>
            </a:spcAft>
          </a:pPr>
          <a:endParaRPr lang="pt-BR" sz="1600" b="1" kern="1200"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ts val="600"/>
            </a:spcAft>
          </a:pPr>
          <a:r>
            <a:rPr lang="pt-BR" sz="16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Plano de Ação para Eliminação do Legado</a:t>
          </a:r>
          <a:endParaRPr lang="pt-BR" sz="16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4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Eliminação de todos os chamados “legados” registrados no JIRA Service Desk.</a:t>
          </a:r>
          <a:endParaRPr lang="pt-BR" sz="14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5400000">
        <a:off x="5028725" y="994237"/>
        <a:ext cx="2338524" cy="29827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23/12/2015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12/23/2015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12/23/2015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12/23/2015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12/23/2015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12/23/2015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12/23/2015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12/23/2015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12/23/2015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12/23/2015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12/23/2015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12/23/2015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12/23/2015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4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1869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Roadmap Central de </a:t>
            </a:r>
            <a:r>
              <a:rPr lang="en-US" sz="24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Serviços</a:t>
            </a:r>
            <a:r>
              <a:rPr 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 de TI</a:t>
            </a:r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</p:txBody>
      </p:sp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1178972045"/>
              </p:ext>
            </p:extLst>
          </p:nvPr>
        </p:nvGraphicFramePr>
        <p:xfrm>
          <a:off x="1374494" y="809209"/>
          <a:ext cx="7368150" cy="49711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Picture 2" descr="http://www.clker.com/cliparts/2/k/n/l/C/Q/transparent-green-checkmark-md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4331" y="956710"/>
            <a:ext cx="902516" cy="940517"/>
          </a:xfrm>
          <a:prstGeom prst="rect">
            <a:avLst/>
          </a:prstGeom>
          <a:noFill/>
          <a:effectLst>
            <a:glow rad="101600">
              <a:schemeClr val="bg1">
                <a:alpha val="6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www.clker.com/cliparts/t/a/S/x/P/j/engrenagem-hi.pn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526552" y="843308"/>
            <a:ext cx="1064033" cy="1167319"/>
          </a:xfrm>
          <a:prstGeom prst="rect">
            <a:avLst/>
          </a:prstGeom>
          <a:noFill/>
          <a:effectLst>
            <a:glow rad="101600">
              <a:schemeClr val="bg1">
                <a:alpha val="6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http://www.clker.com/cliparts/t/a/S/x/P/j/engrenagem-hi.pn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120290" y="843644"/>
            <a:ext cx="1064033" cy="1167319"/>
          </a:xfrm>
          <a:prstGeom prst="rect">
            <a:avLst/>
          </a:prstGeom>
          <a:noFill/>
          <a:effectLst>
            <a:glow rad="101600">
              <a:schemeClr val="bg1">
                <a:alpha val="6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entágono 13"/>
          <p:cNvSpPr/>
          <p:nvPr/>
        </p:nvSpPr>
        <p:spPr>
          <a:xfrm>
            <a:off x="1374494" y="5352984"/>
            <a:ext cx="2374546" cy="396000"/>
          </a:xfrm>
          <a:prstGeom prst="homePlate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Até 21.Dez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Pentágono 14"/>
          <p:cNvSpPr/>
          <p:nvPr/>
        </p:nvSpPr>
        <p:spPr>
          <a:xfrm>
            <a:off x="3901440" y="5352984"/>
            <a:ext cx="2374546" cy="396000"/>
          </a:xfrm>
          <a:prstGeom prst="homePlate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Até 30.Dez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Pentágono 15"/>
          <p:cNvSpPr/>
          <p:nvPr/>
        </p:nvSpPr>
        <p:spPr>
          <a:xfrm>
            <a:off x="6428386" y="5352984"/>
            <a:ext cx="2374546" cy="396000"/>
          </a:xfrm>
          <a:prstGeom prst="homePlate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Até 22.Jan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10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754073" y="5799784"/>
            <a:ext cx="750627" cy="750627"/>
          </a:xfrm>
          <a:prstGeom prst="rect">
            <a:avLst/>
          </a:prstGeom>
        </p:spPr>
      </p:pic>
      <p:pic>
        <p:nvPicPr>
          <p:cNvPr id="17" name="Imagem 16"/>
          <p:cNvPicPr>
            <a:picLocks noChangeAspect="1"/>
          </p:cNvPicPr>
          <p:nvPr/>
        </p:nvPicPr>
        <p:blipFill>
          <a:blip r:embed="rId10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86966" y="5799784"/>
            <a:ext cx="750627" cy="750627"/>
          </a:xfrm>
          <a:prstGeom prst="rect">
            <a:avLst/>
          </a:prstGeom>
        </p:spPr>
      </p:pic>
      <p:pic>
        <p:nvPicPr>
          <p:cNvPr id="18" name="Imagem 17"/>
          <p:cNvPicPr>
            <a:picLocks noChangeAspect="1"/>
          </p:cNvPicPr>
          <p:nvPr/>
        </p:nvPicPr>
        <p:blipFill>
          <a:blip r:embed="rId10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019859" y="5799784"/>
            <a:ext cx="750627" cy="750627"/>
          </a:xfrm>
          <a:prstGeom prst="rect">
            <a:avLst/>
          </a:prstGeom>
        </p:spPr>
      </p:pic>
      <p:pic>
        <p:nvPicPr>
          <p:cNvPr id="19" name="Imagem 18"/>
          <p:cNvPicPr>
            <a:picLocks noChangeAspect="1"/>
          </p:cNvPicPr>
          <p:nvPr/>
        </p:nvPicPr>
        <p:blipFill>
          <a:blip r:embed="rId10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752" y="5799784"/>
            <a:ext cx="750627" cy="750627"/>
          </a:xfrm>
          <a:prstGeom prst="rect">
            <a:avLst/>
          </a:prstGeom>
        </p:spPr>
      </p:pic>
      <p:pic>
        <p:nvPicPr>
          <p:cNvPr id="20" name="Imagem 19"/>
          <p:cNvPicPr>
            <a:picLocks noChangeAspect="1"/>
          </p:cNvPicPr>
          <p:nvPr/>
        </p:nvPicPr>
        <p:blipFill>
          <a:blip r:embed="rId10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285645" y="5799784"/>
            <a:ext cx="750627" cy="750627"/>
          </a:xfrm>
          <a:prstGeom prst="rect">
            <a:avLst/>
          </a:prstGeom>
        </p:spPr>
      </p:pic>
      <p:pic>
        <p:nvPicPr>
          <p:cNvPr id="21" name="Imagem 20"/>
          <p:cNvPicPr>
            <a:picLocks noChangeAspect="1"/>
          </p:cNvPicPr>
          <p:nvPr/>
        </p:nvPicPr>
        <p:blipFill>
          <a:blip r:embed="rId10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918538" y="5799784"/>
            <a:ext cx="750627" cy="750627"/>
          </a:xfrm>
          <a:prstGeom prst="rect">
            <a:avLst/>
          </a:prstGeom>
        </p:spPr>
      </p:pic>
      <p:pic>
        <p:nvPicPr>
          <p:cNvPr id="22" name="Imagem 21"/>
          <p:cNvPicPr>
            <a:picLocks noChangeAspect="1"/>
          </p:cNvPicPr>
          <p:nvPr/>
        </p:nvPicPr>
        <p:blipFill>
          <a:blip r:embed="rId10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551431" y="5799784"/>
            <a:ext cx="750627" cy="750627"/>
          </a:xfrm>
          <a:prstGeom prst="rect">
            <a:avLst/>
          </a:prstGeom>
        </p:spPr>
      </p:pic>
      <p:pic>
        <p:nvPicPr>
          <p:cNvPr id="24" name="Imagem 23"/>
          <p:cNvPicPr>
            <a:picLocks noChangeAspect="1"/>
          </p:cNvPicPr>
          <p:nvPr/>
        </p:nvPicPr>
        <p:blipFill>
          <a:blip r:embed="rId10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184323" y="5799784"/>
            <a:ext cx="750627" cy="750627"/>
          </a:xfrm>
          <a:prstGeom prst="rect">
            <a:avLst/>
          </a:prstGeom>
        </p:spPr>
      </p:pic>
      <p:sp>
        <p:nvSpPr>
          <p:cNvPr id="25" name="Pentágono 24"/>
          <p:cNvSpPr/>
          <p:nvPr/>
        </p:nvSpPr>
        <p:spPr>
          <a:xfrm>
            <a:off x="3866184" y="6383823"/>
            <a:ext cx="4968000" cy="216000"/>
          </a:xfrm>
          <a:prstGeom prst="homePlate">
            <a:avLst>
              <a:gd name="adj" fmla="val 0"/>
            </a:avLst>
          </a:prstGeom>
          <a:solidFill>
            <a:srgbClr val="7030A0"/>
          </a:solidFill>
          <a:ln>
            <a:noFill/>
          </a:ln>
          <a:effectLst>
            <a:glow rad="139700">
              <a:schemeClr val="bg1"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TRIAGEM DIÁRIA (</a:t>
            </a:r>
            <a:r>
              <a:rPr lang="pt-BR" sz="1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contínua)</a:t>
            </a:r>
            <a:endParaRPr 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11241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2506</TotalTime>
  <Words>90</Words>
  <Application>Microsoft Office PowerPoint</Application>
  <PresentationFormat>Personalizar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Gotham Rounded Book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Jorge Filho</cp:lastModifiedBy>
  <cp:revision>223</cp:revision>
  <dcterms:created xsi:type="dcterms:W3CDTF">2014-01-24T21:35:00Z</dcterms:created>
  <dcterms:modified xsi:type="dcterms:W3CDTF">2015-12-23T19:26:17Z</dcterms:modified>
</cp:coreProperties>
</file>