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2274" y="78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miles.atlassian.net/servicedesk/customer/portal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Algumas informações sobre nosso novo modelo de atendimento aos colaboradores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05078" y="3559891"/>
            <a:ext cx="644649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Bem vindos à Central de Serviços de TI.</a:t>
            </a:r>
          </a:p>
          <a:p>
            <a:pPr algn="ctr">
              <a:spcAft>
                <a:spcPts val="600"/>
              </a:spcAft>
            </a:pPr>
            <a:endParaRPr lang="pt-BR" sz="24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Nosso novo modelo de atendimento c</a:t>
            </a:r>
            <a:r>
              <a:rPr lang="pt-BR" sz="2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omeça HOJE!</a:t>
            </a:r>
          </a:p>
          <a:p>
            <a:pPr algn="ctr">
              <a:spcAft>
                <a:spcPts val="600"/>
              </a:spcAft>
            </a:pPr>
            <a:endParaRPr lang="pt-BR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</a:t>
            </a:r>
            <a:r>
              <a:rPr lang="pt-BR" sz="16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anexo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enviamos um </a:t>
            </a:r>
            <a:r>
              <a:rPr lang="pt-BR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Guia de Uso </a:t>
            </a: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(abertura e acompanhamento de chamados) no JIRA Service Desk.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link de acesso ao JIRA Service Desk é:</a:t>
            </a:r>
          </a:p>
          <a:p>
            <a:pPr algn="ctr">
              <a:spcAft>
                <a:spcPts val="1200"/>
              </a:spcAft>
            </a:pPr>
            <a:r>
              <a:rPr lang="pt-B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</a:t>
            </a:r>
            <a:r>
              <a:rPr lang="pt-B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://smiles.atlassian.net/servicedesk/customer/portals</a:t>
            </a:r>
            <a:endParaRPr lang="pt-BR" sz="16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21</a:t>
            </a: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.Dez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2" name="Picture 2" descr="http://www.imghans.com/wp-content/uploads/2015/05/Welcome-In-Green-Background.png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80" y="7362964"/>
            <a:ext cx="5969488" cy="166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3300</TotalTime>
  <Words>76</Words>
  <Application>Microsoft Office PowerPoint</Application>
  <PresentationFormat>Papel A4 (210 x 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Di</cp:lastModifiedBy>
  <cp:revision>264</cp:revision>
  <dcterms:created xsi:type="dcterms:W3CDTF">2014-01-24T21:35:00Z</dcterms:created>
  <dcterms:modified xsi:type="dcterms:W3CDTF">2015-12-21T10:40:52Z</dcterms:modified>
</cp:coreProperties>
</file>