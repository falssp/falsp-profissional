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9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F9900"/>
    <a:srgbClr val="FF8E2D"/>
    <a:srgbClr val="F68E1E"/>
    <a:srgbClr val="99CCFF"/>
    <a:srgbClr val="000000"/>
    <a:srgbClr val="FF66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2298" y="9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09/12/2015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12/9/2015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588" y="1895928"/>
            <a:ext cx="4769757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Vem aí a Central de Serviços de TI!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21 de Dezembro a 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Diretoria 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TI </a:t>
            </a:r>
            <a:endParaRPr lang="pt-BR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fará 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lançamento de seu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http://milldesk.com/wp-content/uploads/2012/10/helpdesk1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21652" y="1691822"/>
            <a:ext cx="2031902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236314" y="3722908"/>
            <a:ext cx="3060000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Aumentar a satisfação dos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colaboradores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Permitir controle de todas as ocorrências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conformidade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Aumentar a eficiência na gestão através de indicadores e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definidos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3478218" y="3722908"/>
            <a:ext cx="31619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estamos fazendo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 do Catálogo de Serviços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Novos fluxos de Atendimento</a:t>
            </a:r>
            <a:endParaRPr lang="en-US" sz="1600" b="1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Nova </a:t>
            </a:r>
            <a:r>
              <a:rPr lang="pt-BR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interface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para abertura de chamados no JIRA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Definições de Prioridades e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 atendimento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Materiais de Consulta e orientação aos colaboradores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70314" y="3675720"/>
            <a:ext cx="396000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9410">
            <a:off x="6111290" y="3618256"/>
            <a:ext cx="504000" cy="504000"/>
          </a:xfrm>
          <a:prstGeom prst="rect">
            <a:avLst/>
          </a:prstGeom>
        </p:spPr>
      </p:pic>
      <p:sp>
        <p:nvSpPr>
          <p:cNvPr id="30" name="CaixaDeTexto 29"/>
          <p:cNvSpPr txBox="1"/>
          <p:nvPr/>
        </p:nvSpPr>
        <p:spPr>
          <a:xfrm>
            <a:off x="236313" y="6775295"/>
            <a:ext cx="640383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Principais Benefícios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Abertura de chamados fácil e mais intuitiva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Agilidade nos atendimentos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Rastreabilidade de todas as ocorrências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236313" y="7955506"/>
            <a:ext cx="640383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vem por aí</a:t>
            </a:r>
          </a:p>
          <a:p>
            <a:pPr algn="r">
              <a:spcAft>
                <a:spcPts val="6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próxima semana ocorrerão as sessões de treinamentos. </a:t>
            </a:r>
          </a:p>
          <a:p>
            <a:pPr algn="r">
              <a:spcAft>
                <a:spcPts val="600"/>
              </a:spcAft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Fique atento às convocações, datas e horários e compareça! Sua presença é fundamental. 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548" y="6639756"/>
            <a:ext cx="504000" cy="504000"/>
          </a:xfrm>
          <a:prstGeom prst="rect">
            <a:avLst/>
          </a:prstGeom>
        </p:spPr>
      </p:pic>
      <p:pic>
        <p:nvPicPr>
          <p:cNvPr id="1024" name="Imagem 1023"/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7415141"/>
            <a:ext cx="553682" cy="553682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1206800" y="9437712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Central de Serviços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10.Dez</a:t>
            </a:r>
          </a:p>
        </p:txBody>
      </p:sp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3023</TotalTime>
  <Words>143</Words>
  <Application>Microsoft Office PowerPoint</Application>
  <PresentationFormat>Papel A4 (210 x 297 mm)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242</cp:revision>
  <dcterms:created xsi:type="dcterms:W3CDTF">2014-01-24T21:35:00Z</dcterms:created>
  <dcterms:modified xsi:type="dcterms:W3CDTF">2015-12-09T13:05:34Z</dcterms:modified>
</cp:coreProperties>
</file>