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8" r:id="rId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68E1E"/>
    <a:srgbClr val="99CCFF"/>
    <a:srgbClr val="FF9900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80" y="84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20/01/2016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1869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Roadmap Central de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Serviços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TI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4" name="Pentágono 3"/>
          <p:cNvSpPr/>
          <p:nvPr/>
        </p:nvSpPr>
        <p:spPr>
          <a:xfrm>
            <a:off x="855565" y="1412763"/>
            <a:ext cx="4140000" cy="5163374"/>
          </a:xfrm>
          <a:prstGeom prst="homePlate">
            <a:avLst>
              <a:gd name="adj" fmla="val 14071"/>
            </a:avLst>
          </a:prstGeom>
          <a:solidFill>
            <a:srgbClr val="F57124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>
              <a:spcBef>
                <a:spcPts val="0"/>
              </a:spcBef>
              <a:spcAft>
                <a:spcPts val="600"/>
              </a:spcAft>
            </a:pP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</a:t>
            </a:r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Melhorias Central de Serviços 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de </a:t>
            </a:r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Eliminar Chamados Legados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Reciclar os Agentes (treinamento)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Comunicar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432000" lvl="2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Visão geral da CSTI em 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números</a:t>
            </a:r>
            <a:endPara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32000" lvl="2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Maior adesão ao 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feedback</a:t>
            </a:r>
            <a:endPara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32000" lvl="2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Regra de fechamento massivo dos chamados Fechamento final dos chamados 48h após a 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resolução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Revisar Indicadores propostos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Obter Feedback dos Usuários (enviar Pesquisa para todos e fazer Reuniões com Key-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Users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Análise 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Crítica dos 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Chamados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Estabelecer 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Governança da CSTI (</a:t>
            </a:r>
            <a:r>
              <a:rPr lang="pt-BR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Ownership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Evoluções e Revisões Periódicas)</a:t>
            </a:r>
          </a:p>
          <a:p>
            <a:pPr marL="180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8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17716" y="750627"/>
            <a:ext cx="1064033" cy="1167319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Pentágono 22"/>
          <p:cNvSpPr/>
          <p:nvPr/>
        </p:nvSpPr>
        <p:spPr>
          <a:xfrm>
            <a:off x="5191073" y="1412763"/>
            <a:ext cx="4140000" cy="5163374"/>
          </a:xfrm>
          <a:prstGeom prst="homePlate">
            <a:avLst>
              <a:gd name="adj" fmla="val 14071"/>
            </a:avLst>
          </a:prstGeom>
          <a:solidFill>
            <a:srgbClr val="F57124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>
              <a:spcBef>
                <a:spcPts val="0"/>
              </a:spcBef>
              <a:spcAft>
                <a:spcPts val="600"/>
              </a:spcAft>
            </a:pP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Fornecedores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2000" lvl="1">
              <a:lnSpc>
                <a:spcPts val="1440"/>
              </a:lnSpc>
              <a:spcBef>
                <a:spcPts val="600"/>
              </a:spcBef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 </a:t>
            </a: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ITIL que busca obter mais "valor" sobre os custos dos fornecedores de TI, 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ampliando o efetivo gerenciamento sobre os mesmos.</a:t>
            </a:r>
          </a:p>
          <a:p>
            <a:pPr marL="72000" lvl="1">
              <a:lnSpc>
                <a:spcPts val="1440"/>
              </a:lnSpc>
              <a:spcBef>
                <a:spcPts val="600"/>
              </a:spcBef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Nesta etapa, serão realizadas as seguintes atividades principais: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Listagem dos Fornecedores Críticos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Associação entre os Fornecedores Críticos e os Serviços Críticos de TI (dependências)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dos </a:t>
            </a:r>
            <a:r>
              <a:rPr lang="pt-BR" sz="1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SLAs</a:t>
            </a: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Contatos, Procedimentos de escalada, Modelo de Prestação de Contas, Indicadores, Datas de Renovação Contratual, entre outras informações relevantes de cada Fornecedor Crítico</a:t>
            </a:r>
            <a:endPara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Estabelecimento de uma cadência de controle e prestação de contas mensal dos Fornecedores Críticos</a:t>
            </a:r>
          </a:p>
          <a:p>
            <a:pPr marL="252000" lvl="1" indent="-180000">
              <a:lnSpc>
                <a:spcPts val="144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Elaboração de uma matriz de contatos para  acionamento e escalonamento a ser utilizada pela equipe da Central de Serviços de TI</a:t>
            </a:r>
            <a:endParaRPr lang="pt-BR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6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36842" y="750627"/>
            <a:ext cx="1064033" cy="1167319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entágono 13"/>
          <p:cNvSpPr/>
          <p:nvPr/>
        </p:nvSpPr>
        <p:spPr>
          <a:xfrm>
            <a:off x="855565" y="6253707"/>
            <a:ext cx="4140000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</a:t>
            </a:r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31.Jan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Pentágono 26"/>
          <p:cNvSpPr/>
          <p:nvPr/>
        </p:nvSpPr>
        <p:spPr>
          <a:xfrm>
            <a:off x="5191073" y="6253707"/>
            <a:ext cx="4140000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</a:t>
            </a:r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12.Fev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858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2567</TotalTime>
  <Words>210</Words>
  <Application>Microsoft Office PowerPoint</Application>
  <PresentationFormat>Personalizar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Gotham Rounded Book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230</cp:revision>
  <dcterms:created xsi:type="dcterms:W3CDTF">2014-01-24T21:35:00Z</dcterms:created>
  <dcterms:modified xsi:type="dcterms:W3CDTF">2016-01-20T10:37:29Z</dcterms:modified>
</cp:coreProperties>
</file>