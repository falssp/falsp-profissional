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403" r:id="rId3"/>
    <p:sldId id="340" r:id="rId4"/>
    <p:sldId id="370" r:id="rId5"/>
    <p:sldId id="402" r:id="rId6"/>
    <p:sldId id="375" r:id="rId7"/>
    <p:sldId id="401" r:id="rId8"/>
    <p:sldId id="371" r:id="rId9"/>
    <p:sldId id="380" r:id="rId10"/>
    <p:sldId id="351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022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B6C1BA-4DD5-4F5D-B649-1899D4898AB9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3AE9EE03-4ADD-4590-8956-E63F754AC432}">
      <dgm:prSet custT="1"/>
      <dgm:spPr/>
      <dgm:t>
        <a:bodyPr/>
        <a:lstStyle/>
        <a:p>
          <a:r>
            <a:rPr lang="pt-BR" sz="1600" b="0" i="0" smtClean="0"/>
            <a:t>Quantidade </a:t>
          </a:r>
          <a:r>
            <a:rPr lang="pt-BR" sz="1600" b="0" i="0" dirty="0" smtClean="0"/>
            <a:t>de </a:t>
          </a:r>
          <a:r>
            <a:rPr lang="pt-BR" sz="1600" b="0" i="0" dirty="0" err="1" smtClean="0"/>
            <a:t>issues</a:t>
          </a:r>
          <a:r>
            <a:rPr lang="pt-BR" sz="1600" b="0" i="0" dirty="0" smtClean="0"/>
            <a:t> por semana</a:t>
          </a:r>
          <a:endParaRPr lang="pt-BR" sz="1600" dirty="0"/>
        </a:p>
      </dgm:t>
    </dgm:pt>
    <dgm:pt modelId="{2A2D5D39-C863-494D-9157-93D47273F932}" type="parTrans" cxnId="{CFCD913F-34EF-40D5-8F79-36F9FF6E039D}">
      <dgm:prSet/>
      <dgm:spPr/>
      <dgm:t>
        <a:bodyPr/>
        <a:lstStyle/>
        <a:p>
          <a:endParaRPr lang="pt-BR" sz="1600"/>
        </a:p>
      </dgm:t>
    </dgm:pt>
    <dgm:pt modelId="{756EC10C-967E-4DD7-91BB-D792434A38AF}" type="sibTrans" cxnId="{CFCD913F-34EF-40D5-8F79-36F9FF6E039D}">
      <dgm:prSet/>
      <dgm:spPr/>
      <dgm:t>
        <a:bodyPr/>
        <a:lstStyle/>
        <a:p>
          <a:endParaRPr lang="pt-BR" sz="1600"/>
        </a:p>
      </dgm:t>
    </dgm:pt>
    <dgm:pt modelId="{5B4B2441-7BE7-4E56-AF98-66A78D6F25B5}">
      <dgm:prSet custT="1"/>
      <dgm:spPr/>
      <dgm:t>
        <a:bodyPr/>
        <a:lstStyle/>
        <a:p>
          <a:r>
            <a:rPr lang="pt-BR" sz="1600" b="0" i="0" dirty="0" smtClean="0"/>
            <a:t>Quantidade de </a:t>
          </a:r>
          <a:r>
            <a:rPr lang="pt-BR" sz="1600" b="0" i="0" dirty="0" err="1" smtClean="0"/>
            <a:t>issues</a:t>
          </a:r>
          <a:r>
            <a:rPr lang="pt-BR" sz="1600" b="0" i="0" dirty="0" smtClean="0"/>
            <a:t> por semana e por status</a:t>
          </a:r>
          <a:endParaRPr lang="pt-BR" sz="1600" b="0" i="0" dirty="0"/>
        </a:p>
      </dgm:t>
    </dgm:pt>
    <dgm:pt modelId="{DE61DC50-2132-47A9-B6FF-E8B82A38F986}" type="parTrans" cxnId="{F1118574-7027-49F4-89F9-39D864A87DD4}">
      <dgm:prSet/>
      <dgm:spPr/>
      <dgm:t>
        <a:bodyPr/>
        <a:lstStyle/>
        <a:p>
          <a:endParaRPr lang="pt-BR" sz="1600"/>
        </a:p>
      </dgm:t>
    </dgm:pt>
    <dgm:pt modelId="{EB185F6F-E851-4393-8CCE-CC4AEE22212A}" type="sibTrans" cxnId="{F1118574-7027-49F4-89F9-39D864A87DD4}">
      <dgm:prSet/>
      <dgm:spPr/>
      <dgm:t>
        <a:bodyPr/>
        <a:lstStyle/>
        <a:p>
          <a:endParaRPr lang="pt-BR" sz="1600"/>
        </a:p>
      </dgm:t>
    </dgm:pt>
    <dgm:pt modelId="{477E6D14-B8B1-437C-8129-85D44922A6BF}">
      <dgm:prSet custT="1"/>
      <dgm:spPr/>
      <dgm:t>
        <a:bodyPr/>
        <a:lstStyle/>
        <a:p>
          <a:r>
            <a:rPr lang="pt-BR" sz="1600" b="0" i="0" dirty="0" smtClean="0"/>
            <a:t>Quantidade de </a:t>
          </a:r>
          <a:r>
            <a:rPr lang="pt-BR" sz="1600" b="0" i="0" dirty="0" err="1" smtClean="0"/>
            <a:t>issues</a:t>
          </a:r>
          <a:r>
            <a:rPr lang="pt-BR" sz="1600" b="0" i="0" dirty="0" smtClean="0"/>
            <a:t> por ponto</a:t>
          </a:r>
          <a:endParaRPr lang="pt-BR" sz="1600" b="0" i="0" dirty="0"/>
        </a:p>
      </dgm:t>
    </dgm:pt>
    <dgm:pt modelId="{A99F2DEA-50A4-4785-A9BF-87328BBE6821}" type="parTrans" cxnId="{B63CC5E3-93EA-4316-94E8-BD23623BEE66}">
      <dgm:prSet/>
      <dgm:spPr/>
      <dgm:t>
        <a:bodyPr/>
        <a:lstStyle/>
        <a:p>
          <a:endParaRPr lang="pt-BR" sz="1600"/>
        </a:p>
      </dgm:t>
    </dgm:pt>
    <dgm:pt modelId="{83F002FC-02E9-4592-BF83-F80602162D71}" type="sibTrans" cxnId="{B63CC5E3-93EA-4316-94E8-BD23623BEE66}">
      <dgm:prSet/>
      <dgm:spPr/>
      <dgm:t>
        <a:bodyPr/>
        <a:lstStyle/>
        <a:p>
          <a:endParaRPr lang="pt-BR" sz="1600"/>
        </a:p>
      </dgm:t>
    </dgm:pt>
    <dgm:pt modelId="{2C6C4C29-BA2E-4CD0-A892-634CFB040E97}" type="pres">
      <dgm:prSet presAssocID="{48B6C1BA-4DD5-4F5D-B649-1899D4898A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63CCD32C-3174-4E5F-A13D-5A820AACB275}" type="pres">
      <dgm:prSet presAssocID="{3AE9EE03-4ADD-4590-8956-E63F754AC432}" presName="parentLin" presStyleCnt="0"/>
      <dgm:spPr/>
    </dgm:pt>
    <dgm:pt modelId="{7D703312-488B-42CA-A5AB-1A3B249E4CCD}" type="pres">
      <dgm:prSet presAssocID="{3AE9EE03-4ADD-4590-8956-E63F754AC432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352FAF39-799F-437E-B652-051E9E96EAC4}" type="pres">
      <dgm:prSet presAssocID="{3AE9EE03-4ADD-4590-8956-E63F754AC432}" presName="parentText" presStyleLbl="node1" presStyleIdx="0" presStyleCnt="3" custScaleY="11688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28F28D8-03F4-4BD0-B082-E3CDE4DA4432}" type="pres">
      <dgm:prSet presAssocID="{3AE9EE03-4ADD-4590-8956-E63F754AC432}" presName="negativeSpace" presStyleCnt="0"/>
      <dgm:spPr/>
    </dgm:pt>
    <dgm:pt modelId="{388C74D7-24A3-4843-A879-7A58A112CE9F}" type="pres">
      <dgm:prSet presAssocID="{3AE9EE03-4ADD-4590-8956-E63F754AC432}" presName="childText" presStyleLbl="conFgAcc1" presStyleIdx="0" presStyleCnt="3">
        <dgm:presLayoutVars>
          <dgm:bulletEnabled val="1"/>
        </dgm:presLayoutVars>
      </dgm:prSet>
      <dgm:spPr/>
    </dgm:pt>
    <dgm:pt modelId="{C6D1A2E8-F218-401C-A52B-C6A3EDD19717}" type="pres">
      <dgm:prSet presAssocID="{756EC10C-967E-4DD7-91BB-D792434A38AF}" presName="spaceBetweenRectangles" presStyleCnt="0"/>
      <dgm:spPr/>
    </dgm:pt>
    <dgm:pt modelId="{67B1A3F0-D799-48FD-90F5-205213741420}" type="pres">
      <dgm:prSet presAssocID="{5B4B2441-7BE7-4E56-AF98-66A78D6F25B5}" presName="parentLin" presStyleCnt="0"/>
      <dgm:spPr/>
    </dgm:pt>
    <dgm:pt modelId="{66D461C3-D69F-42F1-9A4D-94EBFA338ECE}" type="pres">
      <dgm:prSet presAssocID="{5B4B2441-7BE7-4E56-AF98-66A78D6F25B5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1036E125-406B-4754-9B99-EE5BCD49C29D}" type="pres">
      <dgm:prSet presAssocID="{5B4B2441-7BE7-4E56-AF98-66A78D6F25B5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5421E8B-287B-45BF-83D5-6F558C1EA20E}" type="pres">
      <dgm:prSet presAssocID="{5B4B2441-7BE7-4E56-AF98-66A78D6F25B5}" presName="negativeSpace" presStyleCnt="0"/>
      <dgm:spPr/>
    </dgm:pt>
    <dgm:pt modelId="{A12A8FED-2D52-464E-95BF-146F635AF1B7}" type="pres">
      <dgm:prSet presAssocID="{5B4B2441-7BE7-4E56-AF98-66A78D6F25B5}" presName="childText" presStyleLbl="conFgAcc1" presStyleIdx="1" presStyleCnt="3">
        <dgm:presLayoutVars>
          <dgm:bulletEnabled val="1"/>
        </dgm:presLayoutVars>
      </dgm:prSet>
      <dgm:spPr/>
    </dgm:pt>
    <dgm:pt modelId="{249912C5-04C0-4197-92C4-6845736DC0BE}" type="pres">
      <dgm:prSet presAssocID="{EB185F6F-E851-4393-8CCE-CC4AEE22212A}" presName="spaceBetweenRectangles" presStyleCnt="0"/>
      <dgm:spPr/>
    </dgm:pt>
    <dgm:pt modelId="{ECB71681-50DC-4814-AD1C-5B7A48EBBA85}" type="pres">
      <dgm:prSet presAssocID="{477E6D14-B8B1-437C-8129-85D44922A6BF}" presName="parentLin" presStyleCnt="0"/>
      <dgm:spPr/>
    </dgm:pt>
    <dgm:pt modelId="{3DB2CB2E-3D93-4573-BED2-533E20D0EF4A}" type="pres">
      <dgm:prSet presAssocID="{477E6D14-B8B1-437C-8129-85D44922A6BF}" presName="parentLeftMargin" presStyleLbl="node1" presStyleIdx="1" presStyleCnt="3"/>
      <dgm:spPr/>
      <dgm:t>
        <a:bodyPr/>
        <a:lstStyle/>
        <a:p>
          <a:endParaRPr lang="pt-BR"/>
        </a:p>
      </dgm:t>
    </dgm:pt>
    <dgm:pt modelId="{1C793280-71D0-4878-8358-CB9BAD6EC8F4}" type="pres">
      <dgm:prSet presAssocID="{477E6D14-B8B1-437C-8129-85D44922A6BF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1960F55-0635-4CF7-A524-5104156E09DD}" type="pres">
      <dgm:prSet presAssocID="{477E6D14-B8B1-437C-8129-85D44922A6BF}" presName="negativeSpace" presStyleCnt="0"/>
      <dgm:spPr/>
    </dgm:pt>
    <dgm:pt modelId="{34A5A032-78B9-4D40-921F-D87F4567C8E9}" type="pres">
      <dgm:prSet presAssocID="{477E6D14-B8B1-437C-8129-85D44922A6B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17B4AF-3C7F-4385-8495-F660F86E95C7}" type="presOf" srcId="{477E6D14-B8B1-437C-8129-85D44922A6BF}" destId="{1C793280-71D0-4878-8358-CB9BAD6EC8F4}" srcOrd="1" destOrd="0" presId="urn:microsoft.com/office/officeart/2005/8/layout/list1"/>
    <dgm:cxn modelId="{21BD2A48-3480-4B7D-90EC-71DC236C99F2}" type="presOf" srcId="{3AE9EE03-4ADD-4590-8956-E63F754AC432}" destId="{352FAF39-799F-437E-B652-051E9E96EAC4}" srcOrd="1" destOrd="0" presId="urn:microsoft.com/office/officeart/2005/8/layout/list1"/>
    <dgm:cxn modelId="{0293C65D-6C75-47FA-BF82-8F52CB0320B1}" type="presOf" srcId="{48B6C1BA-4DD5-4F5D-B649-1899D4898AB9}" destId="{2C6C4C29-BA2E-4CD0-A892-634CFB040E97}" srcOrd="0" destOrd="0" presId="urn:microsoft.com/office/officeart/2005/8/layout/list1"/>
    <dgm:cxn modelId="{F1118574-7027-49F4-89F9-39D864A87DD4}" srcId="{48B6C1BA-4DD5-4F5D-B649-1899D4898AB9}" destId="{5B4B2441-7BE7-4E56-AF98-66A78D6F25B5}" srcOrd="1" destOrd="0" parTransId="{DE61DC50-2132-47A9-B6FF-E8B82A38F986}" sibTransId="{EB185F6F-E851-4393-8CCE-CC4AEE22212A}"/>
    <dgm:cxn modelId="{CFCD913F-34EF-40D5-8F79-36F9FF6E039D}" srcId="{48B6C1BA-4DD5-4F5D-B649-1899D4898AB9}" destId="{3AE9EE03-4ADD-4590-8956-E63F754AC432}" srcOrd="0" destOrd="0" parTransId="{2A2D5D39-C863-494D-9157-93D47273F932}" sibTransId="{756EC10C-967E-4DD7-91BB-D792434A38AF}"/>
    <dgm:cxn modelId="{E3449F47-24F3-4955-9E6B-C852F62B96D8}" type="presOf" srcId="{5B4B2441-7BE7-4E56-AF98-66A78D6F25B5}" destId="{66D461C3-D69F-42F1-9A4D-94EBFA338ECE}" srcOrd="0" destOrd="0" presId="urn:microsoft.com/office/officeart/2005/8/layout/list1"/>
    <dgm:cxn modelId="{63C93725-A249-4C29-B964-655836CFE6E6}" type="presOf" srcId="{5B4B2441-7BE7-4E56-AF98-66A78D6F25B5}" destId="{1036E125-406B-4754-9B99-EE5BCD49C29D}" srcOrd="1" destOrd="0" presId="urn:microsoft.com/office/officeart/2005/8/layout/list1"/>
    <dgm:cxn modelId="{0C51BD08-E117-4B3E-82D5-7C22FBB19D92}" type="presOf" srcId="{477E6D14-B8B1-437C-8129-85D44922A6BF}" destId="{3DB2CB2E-3D93-4573-BED2-533E20D0EF4A}" srcOrd="0" destOrd="0" presId="urn:microsoft.com/office/officeart/2005/8/layout/list1"/>
    <dgm:cxn modelId="{CC8A5DE1-3357-47B3-8927-6AA2B1BED2D7}" type="presOf" srcId="{3AE9EE03-4ADD-4590-8956-E63F754AC432}" destId="{7D703312-488B-42CA-A5AB-1A3B249E4CCD}" srcOrd="0" destOrd="0" presId="urn:microsoft.com/office/officeart/2005/8/layout/list1"/>
    <dgm:cxn modelId="{B63CC5E3-93EA-4316-94E8-BD23623BEE66}" srcId="{48B6C1BA-4DD5-4F5D-B649-1899D4898AB9}" destId="{477E6D14-B8B1-437C-8129-85D44922A6BF}" srcOrd="2" destOrd="0" parTransId="{A99F2DEA-50A4-4785-A9BF-87328BBE6821}" sibTransId="{83F002FC-02E9-4592-BF83-F80602162D71}"/>
    <dgm:cxn modelId="{4750B958-3D93-4785-94D2-0FB781B2E06F}" type="presParOf" srcId="{2C6C4C29-BA2E-4CD0-A892-634CFB040E97}" destId="{63CCD32C-3174-4E5F-A13D-5A820AACB275}" srcOrd="0" destOrd="0" presId="urn:microsoft.com/office/officeart/2005/8/layout/list1"/>
    <dgm:cxn modelId="{DCF7282E-9C4D-4918-A7AF-FD581FB04C9D}" type="presParOf" srcId="{63CCD32C-3174-4E5F-A13D-5A820AACB275}" destId="{7D703312-488B-42CA-A5AB-1A3B249E4CCD}" srcOrd="0" destOrd="0" presId="urn:microsoft.com/office/officeart/2005/8/layout/list1"/>
    <dgm:cxn modelId="{3B13CC43-F02A-4EDE-88CB-D87B173D835E}" type="presParOf" srcId="{63CCD32C-3174-4E5F-A13D-5A820AACB275}" destId="{352FAF39-799F-437E-B652-051E9E96EAC4}" srcOrd="1" destOrd="0" presId="urn:microsoft.com/office/officeart/2005/8/layout/list1"/>
    <dgm:cxn modelId="{29D0C0E6-5C5D-4D64-8C2A-32F90BBA613A}" type="presParOf" srcId="{2C6C4C29-BA2E-4CD0-A892-634CFB040E97}" destId="{D28F28D8-03F4-4BD0-B082-E3CDE4DA4432}" srcOrd="1" destOrd="0" presId="urn:microsoft.com/office/officeart/2005/8/layout/list1"/>
    <dgm:cxn modelId="{D9C0A89D-E160-4020-987F-5BF901BDC060}" type="presParOf" srcId="{2C6C4C29-BA2E-4CD0-A892-634CFB040E97}" destId="{388C74D7-24A3-4843-A879-7A58A112CE9F}" srcOrd="2" destOrd="0" presId="urn:microsoft.com/office/officeart/2005/8/layout/list1"/>
    <dgm:cxn modelId="{85EFDEA1-7265-4CCE-85F9-61B046E63F1D}" type="presParOf" srcId="{2C6C4C29-BA2E-4CD0-A892-634CFB040E97}" destId="{C6D1A2E8-F218-401C-A52B-C6A3EDD19717}" srcOrd="3" destOrd="0" presId="urn:microsoft.com/office/officeart/2005/8/layout/list1"/>
    <dgm:cxn modelId="{870BBEA0-1EB2-4CE5-8F6F-76E02BD60AF0}" type="presParOf" srcId="{2C6C4C29-BA2E-4CD0-A892-634CFB040E97}" destId="{67B1A3F0-D799-48FD-90F5-205213741420}" srcOrd="4" destOrd="0" presId="urn:microsoft.com/office/officeart/2005/8/layout/list1"/>
    <dgm:cxn modelId="{249DC77C-CA9E-4F4E-AE04-495F985F0B78}" type="presParOf" srcId="{67B1A3F0-D799-48FD-90F5-205213741420}" destId="{66D461C3-D69F-42F1-9A4D-94EBFA338ECE}" srcOrd="0" destOrd="0" presId="urn:microsoft.com/office/officeart/2005/8/layout/list1"/>
    <dgm:cxn modelId="{E6DF332A-095C-4E63-BCAE-7E714B5E773A}" type="presParOf" srcId="{67B1A3F0-D799-48FD-90F5-205213741420}" destId="{1036E125-406B-4754-9B99-EE5BCD49C29D}" srcOrd="1" destOrd="0" presId="urn:microsoft.com/office/officeart/2005/8/layout/list1"/>
    <dgm:cxn modelId="{9E6AB66F-4E1E-4073-A19A-2672678BF4F0}" type="presParOf" srcId="{2C6C4C29-BA2E-4CD0-A892-634CFB040E97}" destId="{85421E8B-287B-45BF-83D5-6F558C1EA20E}" srcOrd="5" destOrd="0" presId="urn:microsoft.com/office/officeart/2005/8/layout/list1"/>
    <dgm:cxn modelId="{60304446-0D59-4321-8A70-3FC37DCAB14B}" type="presParOf" srcId="{2C6C4C29-BA2E-4CD0-A892-634CFB040E97}" destId="{A12A8FED-2D52-464E-95BF-146F635AF1B7}" srcOrd="6" destOrd="0" presId="urn:microsoft.com/office/officeart/2005/8/layout/list1"/>
    <dgm:cxn modelId="{DC81E16D-EA55-4EEF-BC03-EA84B62F8B88}" type="presParOf" srcId="{2C6C4C29-BA2E-4CD0-A892-634CFB040E97}" destId="{249912C5-04C0-4197-92C4-6845736DC0BE}" srcOrd="7" destOrd="0" presId="urn:microsoft.com/office/officeart/2005/8/layout/list1"/>
    <dgm:cxn modelId="{1B4FD98E-ACFA-41A1-BA65-65B47015AF36}" type="presParOf" srcId="{2C6C4C29-BA2E-4CD0-A892-634CFB040E97}" destId="{ECB71681-50DC-4814-AD1C-5B7A48EBBA85}" srcOrd="8" destOrd="0" presId="urn:microsoft.com/office/officeart/2005/8/layout/list1"/>
    <dgm:cxn modelId="{F1A54620-3F50-429A-AC00-ED1E4CE1C76E}" type="presParOf" srcId="{ECB71681-50DC-4814-AD1C-5B7A48EBBA85}" destId="{3DB2CB2E-3D93-4573-BED2-533E20D0EF4A}" srcOrd="0" destOrd="0" presId="urn:microsoft.com/office/officeart/2005/8/layout/list1"/>
    <dgm:cxn modelId="{1868C03B-8472-48BA-B7D7-4A8B847A3C19}" type="presParOf" srcId="{ECB71681-50DC-4814-AD1C-5B7A48EBBA85}" destId="{1C793280-71D0-4878-8358-CB9BAD6EC8F4}" srcOrd="1" destOrd="0" presId="urn:microsoft.com/office/officeart/2005/8/layout/list1"/>
    <dgm:cxn modelId="{3102C661-5CC7-4360-A2B2-655C847B33DA}" type="presParOf" srcId="{2C6C4C29-BA2E-4CD0-A892-634CFB040E97}" destId="{31960F55-0635-4CF7-A524-5104156E09DD}" srcOrd="9" destOrd="0" presId="urn:microsoft.com/office/officeart/2005/8/layout/list1"/>
    <dgm:cxn modelId="{E0569951-B917-4A43-A1CB-A611660A6E6C}" type="presParOf" srcId="{2C6C4C29-BA2E-4CD0-A892-634CFB040E97}" destId="{34A5A032-78B9-4D40-921F-D87F4567C8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C74D7-24A3-4843-A879-7A58A112CE9F}">
      <dsp:nvSpPr>
        <dsp:cNvPr id="0" name=""/>
        <dsp:cNvSpPr/>
      </dsp:nvSpPr>
      <dsp:spPr>
        <a:xfrm>
          <a:off x="0" y="625335"/>
          <a:ext cx="7909976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FAF39-799F-437E-B652-051E9E96EAC4}">
      <dsp:nvSpPr>
        <dsp:cNvPr id="0" name=""/>
        <dsp:cNvSpPr/>
      </dsp:nvSpPr>
      <dsp:spPr>
        <a:xfrm>
          <a:off x="395498" y="52720"/>
          <a:ext cx="5536983" cy="10006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0" i="0" kern="1200" smtClean="0"/>
            <a:t>Quantidade </a:t>
          </a:r>
          <a:r>
            <a:rPr lang="pt-BR" sz="1600" b="0" i="0" kern="1200" dirty="0" smtClean="0"/>
            <a:t>de </a:t>
          </a:r>
          <a:r>
            <a:rPr lang="pt-BR" sz="1600" b="0" i="0" kern="1200" dirty="0" err="1" smtClean="0"/>
            <a:t>issues</a:t>
          </a:r>
          <a:r>
            <a:rPr lang="pt-BR" sz="1600" b="0" i="0" kern="1200" dirty="0" smtClean="0"/>
            <a:t> por semana</a:t>
          </a:r>
          <a:endParaRPr lang="pt-BR" sz="1600" kern="1200" dirty="0"/>
        </a:p>
      </dsp:txBody>
      <dsp:txXfrm>
        <a:off x="444346" y="101568"/>
        <a:ext cx="5439287" cy="902958"/>
      </dsp:txXfrm>
    </dsp:sp>
    <dsp:sp modelId="{A12A8FED-2D52-464E-95BF-146F635AF1B7}">
      <dsp:nvSpPr>
        <dsp:cNvPr id="0" name=""/>
        <dsp:cNvSpPr/>
      </dsp:nvSpPr>
      <dsp:spPr>
        <a:xfrm>
          <a:off x="0" y="1940775"/>
          <a:ext cx="7909976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6E125-406B-4754-9B99-EE5BCD49C29D}">
      <dsp:nvSpPr>
        <dsp:cNvPr id="0" name=""/>
        <dsp:cNvSpPr/>
      </dsp:nvSpPr>
      <dsp:spPr>
        <a:xfrm>
          <a:off x="395498" y="1512735"/>
          <a:ext cx="5536983" cy="8560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0" i="0" kern="1200" dirty="0" smtClean="0"/>
            <a:t>Quantidade de </a:t>
          </a:r>
          <a:r>
            <a:rPr lang="pt-BR" sz="1600" b="0" i="0" kern="1200" dirty="0" err="1" smtClean="0"/>
            <a:t>issues</a:t>
          </a:r>
          <a:r>
            <a:rPr lang="pt-BR" sz="1600" b="0" i="0" kern="1200" dirty="0" smtClean="0"/>
            <a:t> por semana e por status</a:t>
          </a:r>
          <a:endParaRPr lang="pt-BR" sz="1600" b="0" i="0" kern="1200" dirty="0"/>
        </a:p>
      </dsp:txBody>
      <dsp:txXfrm>
        <a:off x="437288" y="1554525"/>
        <a:ext cx="5453403" cy="772500"/>
      </dsp:txXfrm>
    </dsp:sp>
    <dsp:sp modelId="{34A5A032-78B9-4D40-921F-D87F4567C8E9}">
      <dsp:nvSpPr>
        <dsp:cNvPr id="0" name=""/>
        <dsp:cNvSpPr/>
      </dsp:nvSpPr>
      <dsp:spPr>
        <a:xfrm>
          <a:off x="0" y="3256215"/>
          <a:ext cx="7909976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93280-71D0-4878-8358-CB9BAD6EC8F4}">
      <dsp:nvSpPr>
        <dsp:cNvPr id="0" name=""/>
        <dsp:cNvSpPr/>
      </dsp:nvSpPr>
      <dsp:spPr>
        <a:xfrm>
          <a:off x="395498" y="2828175"/>
          <a:ext cx="5536983" cy="8560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b="0" i="0" kern="1200" dirty="0" smtClean="0"/>
            <a:t>Quantidade de </a:t>
          </a:r>
          <a:r>
            <a:rPr lang="pt-BR" sz="1600" b="0" i="0" kern="1200" dirty="0" err="1" smtClean="0"/>
            <a:t>issues</a:t>
          </a:r>
          <a:r>
            <a:rPr lang="pt-BR" sz="1600" b="0" i="0" kern="1200" dirty="0" smtClean="0"/>
            <a:t> por ponto</a:t>
          </a:r>
          <a:endParaRPr lang="pt-BR" sz="1600" b="0" i="0" kern="1200" dirty="0"/>
        </a:p>
      </dsp:txBody>
      <dsp:txXfrm>
        <a:off x="437288" y="2869965"/>
        <a:ext cx="5453403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12/15/2016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em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124101"/>
            <a:ext cx="5959283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Definir Arquitetura da Informação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09.Dez.2016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Imagem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322" y="4653887"/>
            <a:ext cx="3053816" cy="2231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Definir Arquitetura da Informação tem como objetivo auxiliar na tomada de decisão sobre a execução ou não de novos projetos com o auxílio do documento de Estimativa Preliminar de Arquitetura e propor o documento de Desenho de Solução para os projetos de TI que foram aprovados.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/>
          <p:cNvGrpSpPr/>
          <p:nvPr/>
        </p:nvGrpSpPr>
        <p:grpSpPr>
          <a:xfrm>
            <a:off x="1693753" y="2942720"/>
            <a:ext cx="7950925" cy="2257077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Definir Arquitetura da Informação tem como escopo duas fases: Fase1 - Estimativa Preliminar de Arquitetura e Fase 2 - Desenho de Solução de Arquitetura para os novos projetos.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 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Vale ressaltar, que pode ser solicitado apoio da área de Arquitetura para as demandas de Melhoria, conforme solicitação da Gestão de Demandas.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575495803"/>
              </p:ext>
            </p:extLst>
          </p:nvPr>
        </p:nvGraphicFramePr>
        <p:xfrm>
          <a:off x="1694947" y="2251881"/>
          <a:ext cx="7909976" cy="4039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2" name="Imagem 11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9573"/>
          <a:stretch/>
        </p:blipFill>
        <p:spPr bwMode="auto">
          <a:xfrm>
            <a:off x="304102" y="1585840"/>
            <a:ext cx="9300819" cy="39550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80981" y="1330607"/>
            <a:ext cx="9231937" cy="1712844"/>
            <a:chOff x="372984" y="1165964"/>
            <a:chExt cx="9231937" cy="1500719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>
                  <a:solidFill>
                    <a:schemeClr val="tx1"/>
                  </a:solidFill>
                </a:rPr>
                <a:t>A área de Arquitetura realiza a reunião do Comitê de Arquitetura sob demanda, com o objetivo de todos arquitetos apresentarem o Desenho de Solução para validação do time, antes de entregar para a Gestão de Demandas.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Comitê de Arquitetura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4"/>
          <p:cNvGrpSpPr/>
          <p:nvPr/>
        </p:nvGrpSpPr>
        <p:grpSpPr>
          <a:xfrm>
            <a:off x="480981" y="3572250"/>
            <a:ext cx="9231937" cy="1804968"/>
            <a:chOff x="372984" y="1165964"/>
            <a:chExt cx="9231937" cy="1500719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600" dirty="0">
                  <a:solidFill>
                    <a:schemeClr val="tx1"/>
                  </a:solidFill>
                </a:rPr>
                <a:t>A área de Arquitetura em conjunto com o gestor semanalmente se reúne para criar, priorizar e definir o Arquiteto responsável por cada atividade de Desenho de Solução que deve ser executada na ferramenta JIRA no EA.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lvl="0"/>
              <a:endParaRPr lang="pt-BR" sz="1600" dirty="0">
                <a:solidFill>
                  <a:schemeClr val="tx1"/>
                </a:solidFill>
              </a:endParaRPr>
            </a:p>
            <a:p>
              <a:r>
                <a:rPr lang="pt-BR" sz="1600" dirty="0">
                  <a:solidFill>
                    <a:schemeClr val="tx1"/>
                  </a:solidFill>
                </a:rPr>
                <a:t>Também é realizado durante a reunião de Planning, a retrospectiva da semana anterior, com o objetivo de identificar quais foram os pontos positivos e quais são os pontos a serem evoluídos e o resultado desta análise é registrado na ferramenta JIRA no EA.</a:t>
              </a: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Reunião de </a:t>
              </a:r>
              <a:r>
                <a:rPr lang="pt-BR" sz="1600" b="1" i="1" dirty="0" smtClean="0"/>
                <a:t>Planning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Desempenho e Capacidade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</a:t>
              </a:r>
              <a:r>
                <a:rPr lang="pt-BR" sz="1400" dirty="0" smtClean="0">
                  <a:solidFill>
                    <a:schemeClr val="tx1"/>
                  </a:solidFill>
                </a:rPr>
                <a:t>Santos / Felipe 		         Lima</a:t>
              </a:r>
              <a:endParaRPr lang="pt-BR" sz="1400" dirty="0">
                <a:solidFill>
                  <a:schemeClr val="tx1"/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4571807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Responsáveis pelo processo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Leonardo</a:t>
              </a:r>
            </a:p>
            <a:p>
              <a:r>
                <a:rPr lang="pt-BR" sz="1400" dirty="0" smtClean="0"/>
                <a:t>Guilherme</a:t>
              </a:r>
            </a:p>
            <a:p>
              <a:r>
                <a:rPr lang="pt-BR" sz="1400" dirty="0" smtClean="0"/>
                <a:t>David</a:t>
              </a:r>
            </a:p>
            <a:p>
              <a:r>
                <a:rPr lang="pt-BR" sz="1400" dirty="0" smtClean="0"/>
                <a:t>Adauto</a:t>
              </a:r>
            </a:p>
            <a:p>
              <a:r>
                <a:rPr lang="pt-BR" sz="1400" dirty="0" smtClean="0"/>
                <a:t>Ricardo</a:t>
              </a:r>
            </a:p>
            <a:p>
              <a:r>
                <a:rPr lang="pt-BR" sz="1400" dirty="0" smtClean="0"/>
                <a:t>Fábio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4633583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5107</TotalTime>
  <Words>351</Words>
  <PresentationFormat>Personalizar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2016-12-15T12:40:14Z</dcterms:modified>
</cp:coreProperties>
</file>