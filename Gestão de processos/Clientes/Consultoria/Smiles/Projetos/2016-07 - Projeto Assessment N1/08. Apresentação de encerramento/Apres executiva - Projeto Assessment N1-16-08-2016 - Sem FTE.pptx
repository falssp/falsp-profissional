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339" r:id="rId3"/>
    <p:sldId id="367" r:id="rId4"/>
    <p:sldId id="368" r:id="rId5"/>
    <p:sldId id="369" r:id="rId6"/>
    <p:sldId id="361" r:id="rId7"/>
    <p:sldId id="371" r:id="rId8"/>
    <p:sldId id="372" r:id="rId9"/>
    <p:sldId id="373" r:id="rId10"/>
    <p:sldId id="374" r:id="rId11"/>
    <p:sldId id="375" r:id="rId12"/>
    <p:sldId id="377" r:id="rId13"/>
    <p:sldId id="378" r:id="rId14"/>
    <p:sldId id="379" r:id="rId15"/>
    <p:sldId id="364" r:id="rId16"/>
    <p:sldId id="366" r:id="rId17"/>
    <p:sldId id="365" r:id="rId18"/>
    <p:sldId id="381" r:id="rId19"/>
    <p:sldId id="380" r:id="rId20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00FF00"/>
    <a:srgbClr val="D0462D"/>
    <a:srgbClr val="EE6829"/>
    <a:srgbClr val="000000"/>
    <a:srgbClr val="F57124"/>
    <a:srgbClr val="F68E1E"/>
    <a:srgbClr val="FF9900"/>
    <a:srgbClr val="FF6600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302" y="72"/>
      </p:cViewPr>
      <p:guideLst>
        <p:guide orient="horz" pos="2092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 err="1"/>
              <a:t>Atividades</a:t>
            </a:r>
            <a:r>
              <a:rPr lang="en-US" sz="1600" b="1" dirty="0"/>
              <a:t> </a:t>
            </a:r>
            <a:r>
              <a:rPr lang="en-US" sz="1600" b="1" dirty="0" err="1"/>
              <a:t>por</a:t>
            </a:r>
            <a:r>
              <a:rPr lang="en-US" sz="1600" b="1" dirty="0"/>
              <a:t> </a:t>
            </a:r>
          </a:p>
          <a:p>
            <a:pPr>
              <a:defRPr sz="1600" b="1"/>
            </a:pPr>
            <a:r>
              <a:rPr lang="en-US" sz="1600" b="1" dirty="0" err="1"/>
              <a:t>Nível</a:t>
            </a:r>
            <a:r>
              <a:rPr lang="en-US" sz="1600" b="1" dirty="0"/>
              <a:t> de </a:t>
            </a:r>
            <a:r>
              <a:rPr lang="en-US" sz="1600" b="1" dirty="0" err="1"/>
              <a:t>Suporte</a:t>
            </a:r>
            <a:endParaRPr lang="en-US" sz="1600" b="1" dirty="0"/>
          </a:p>
        </c:rich>
      </c:tx>
      <c:layout>
        <c:manualLayout>
          <c:xMode val="edge"/>
          <c:yMode val="edge"/>
          <c:x val="0.28651828671589696"/>
          <c:y val="2.705952466689301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Categorias</c:v>
                </c:pt>
              </c:strCache>
            </c:strRef>
          </c:tx>
          <c:dPt>
            <c:idx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A41-46E9-ACB5-CF00A5F1BAB7}"/>
              </c:ext>
            </c:extLst>
          </c:dPt>
          <c:dPt>
            <c:idx val="1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A41-46E9-ACB5-CF00A5F1BAB7}"/>
              </c:ext>
            </c:extLst>
          </c:dPt>
          <c:dPt>
            <c:idx val="2"/>
            <c:bubble3D val="0"/>
            <c:spPr>
              <a:solidFill>
                <a:schemeClr val="accent5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3A41-46E9-ACB5-CF00A5F1BAB7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3A41-46E9-ACB5-CF00A5F1BAB7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3A41-46E9-ACB5-CF00A5F1BAB7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3A41-46E9-ACB5-CF00A5F1BAB7}"/>
              </c:ext>
            </c:extLst>
          </c:dPt>
          <c:dLbls>
            <c:dLbl>
              <c:idx val="0"/>
              <c:layout>
                <c:manualLayout>
                  <c:x val="-0.11797499842080711"/>
                  <c:y val="2.1777177746353609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41-46E9-ACB5-CF00A5F1BAB7}"/>
                </c:ext>
                <c:ext xmlns:c15="http://schemas.microsoft.com/office/drawing/2012/chart" uri="{CE6537A1-D6FC-4f65-9D91-7224C49458BB}">
                  <c15:layout>
                    <c:manualLayout>
                      <c:w val="0.35049299530836148"/>
                      <c:h val="0.13724461353035297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0.10081499865050797"/>
                  <c:y val="-1.6937804913830585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41-46E9-ACB5-CF00A5F1BAB7}"/>
                </c:ext>
                <c:ext xmlns:c15="http://schemas.microsoft.com/office/drawing/2012/chart" uri="{CE6537A1-D6FC-4f65-9D91-7224C49458BB}">
                  <c15:layout>
                    <c:manualLayout>
                      <c:w val="0.30540509591190029"/>
                      <c:h val="0.1372446135303529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.17159999770299217"/>
                  <c:y val="-8.4689024569152921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3A41-46E9-ACB5-CF00A5F1BAB7}"/>
                </c:ext>
                <c:ext xmlns:c15="http://schemas.microsoft.com/office/drawing/2012/chart" uri="{CE6537A1-D6FC-4f65-9D91-7224C49458BB}">
                  <c15:layout>
                    <c:manualLayout>
                      <c:w val="0.24963509665842784"/>
                      <c:h val="0.13724461353035297"/>
                    </c:manualLayout>
                  </c15:layout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Plan1!$A$2:$A$4</c:f>
              <c:strCache>
                <c:ptCount val="3"/>
                <c:pt idx="0">
                  <c:v>Field Service</c:v>
                </c:pt>
                <c:pt idx="1">
                  <c:v>Suporte N1</c:v>
                </c:pt>
                <c:pt idx="2">
                  <c:v>Suporte N2</c:v>
                </c:pt>
              </c:strCache>
            </c:strRef>
          </c:cat>
          <c:val>
            <c:numRef>
              <c:f>Plan1!$B$2:$B$4</c:f>
              <c:numCache>
                <c:formatCode>General</c:formatCode>
                <c:ptCount val="3"/>
                <c:pt idx="0">
                  <c:v>21</c:v>
                </c:pt>
                <c:pt idx="1">
                  <c:v>58</c:v>
                </c:pt>
                <c:pt idx="2">
                  <c:v>116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3A41-46E9-ACB5-CF00A5F1BAB7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Atividades</a:t>
            </a:r>
            <a:r>
              <a:rPr lang="en-US" dirty="0"/>
              <a:t> N1</a:t>
            </a:r>
          </a:p>
          <a:p>
            <a:pPr>
              <a:defRPr sz="1600" b="1"/>
            </a:pPr>
            <a:r>
              <a:rPr lang="en-US" dirty="0" err="1"/>
              <a:t>por</a:t>
            </a:r>
            <a:r>
              <a:rPr lang="en-US" baseline="0" dirty="0"/>
              <a:t> </a:t>
            </a:r>
            <a:r>
              <a:rPr lang="en-US" baseline="0" dirty="0" err="1"/>
              <a:t>Frente</a:t>
            </a:r>
            <a:endParaRPr lang="en-US" dirty="0"/>
          </a:p>
        </c:rich>
      </c:tx>
      <c:layout>
        <c:manualLayout>
          <c:xMode val="edge"/>
          <c:yMode val="edge"/>
          <c:x val="0.37492124884449241"/>
          <c:y val="2.23735213956443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22058985200053841"/>
          <c:y val="0.16437725830227248"/>
          <c:w val="0.65115334799294033"/>
          <c:h val="0.66863098809236177"/>
        </c:manualLayout>
      </c:layout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Por frentes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76AC-4B5C-840E-9BDC8C2416E2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76AC-4B5C-840E-9BDC8C2416E2}"/>
              </c:ext>
            </c:extLst>
          </c:dPt>
          <c:dPt>
            <c:idx val="2"/>
            <c:bubble3D val="0"/>
            <c:spPr>
              <a:solidFill>
                <a:schemeClr val="accent3">
                  <a:tint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76AC-4B5C-840E-9BDC8C2416E2}"/>
              </c:ext>
            </c:extLst>
          </c:dPt>
          <c:dPt>
            <c:idx val="3"/>
            <c:bubble3D val="0"/>
            <c:spPr>
              <a:solidFill>
                <a:schemeClr val="accent3">
                  <a:tint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76AC-4B5C-840E-9BDC8C2416E2}"/>
              </c:ext>
            </c:extLst>
          </c:dPt>
          <c:dPt>
            <c:idx val="4"/>
            <c:bubble3D val="0"/>
            <c:spPr>
              <a:solidFill>
                <a:schemeClr val="accent3">
                  <a:tint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76AC-4B5C-840E-9BDC8C2416E2}"/>
              </c:ext>
            </c:extLst>
          </c:dPt>
          <c:dPt>
            <c:idx val="5"/>
            <c:bubble3D val="0"/>
            <c:spPr>
              <a:solidFill>
                <a:schemeClr val="accent3">
                  <a:tint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76AC-4B5C-840E-9BDC8C2416E2}"/>
              </c:ext>
            </c:extLst>
          </c:dPt>
          <c:dPt>
            <c:idx val="6"/>
            <c:bubble3D val="0"/>
            <c:spPr>
              <a:solidFill>
                <a:schemeClr val="accent3">
                  <a:tint val="4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C-8448-440D-A848-621B2351A0C5}"/>
              </c:ext>
            </c:extLst>
          </c:dPt>
          <c:dLbls>
            <c:dLbl>
              <c:idx val="0"/>
              <c:layout>
                <c:manualLayout>
                  <c:x val="4.0640175748372975E-2"/>
                  <c:y val="-1.0397028549436376E-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76AC-4B5C-840E-9BDC8C2416E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1.3767959025193233E-3"/>
                  <c:y val="-1.0260802135421509E-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76AC-4B5C-840E-9BDC8C2416E2}"/>
                </c:ext>
                <c:ext xmlns:c15="http://schemas.microsoft.com/office/drawing/2012/chart" uri="{CE6537A1-D6FC-4f65-9D91-7224C49458BB}">
                  <c15:layout>
                    <c:manualLayout>
                      <c:w val="0.19349199796669914"/>
                      <c:h val="0.1623609275970898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3.6054202106771488E-2"/>
                  <c:y val="-1.1940214770032096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76AC-4B5C-840E-9BDC8C2416E2}"/>
                </c:ext>
                <c:ext xmlns:c15="http://schemas.microsoft.com/office/drawing/2012/chart" uri="{CE6537A1-D6FC-4f65-9D91-7224C49458BB}">
                  <c15:layout>
                    <c:manualLayout>
                      <c:w val="0.31603566519620896"/>
                      <c:h val="0.12538812620091205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8.217496395952209E-2"/>
                  <c:y val="-2.0973451793368326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76AC-4B5C-840E-9BDC8C2416E2}"/>
                </c:ext>
                <c:ext xmlns:c15="http://schemas.microsoft.com/office/drawing/2012/chart" uri="{CE6537A1-D6FC-4f65-9D91-7224C49458BB}">
                  <c15:layout>
                    <c:manualLayout>
                      <c:w val="0.38011342783253921"/>
                      <c:h val="0.16879291012962466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8.5754833287425888E-3"/>
                  <c:y val="-5.1017157894070068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76AC-4B5C-840E-9BDC8C2416E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7.187208260906258E-3"/>
                  <c:y val="2.8508282661235305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76AC-4B5C-840E-9BDC8C2416E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5.4270377210805382E-3"/>
                  <c:y val="3.7052898001880392E-2"/>
                </c:manualLayout>
              </c:layout>
              <c:tx>
                <c:rich>
                  <a:bodyPr/>
                  <a:lstStyle/>
                  <a:p>
                    <a:fld id="{4BFD8548-DD1E-4E76-9742-129097D7F2FB}" type="CATEGORYNAME">
                      <a:rPr lang="en-US" smtClean="0"/>
                      <a:pPr/>
                      <a:t>[NOME DA CATEGORIA]</a:t>
                    </a:fld>
                    <a:r>
                      <a:rPr lang="en-US" baseline="0" dirty="0"/>
                      <a:t>
</a:t>
                    </a:r>
                    <a:fld id="{563512A5-8CD9-4956-A5D8-DB902AD92A68}" type="VALUE">
                      <a:rPr lang="en-US" baseline="0"/>
                      <a:pPr/>
                      <a:t>[VALOR]</a:t>
                    </a:fld>
                    <a:r>
                      <a:rPr lang="en-US" baseline="0" dirty="0"/>
                      <a:t>
</a:t>
                    </a:r>
                    <a:fld id="{B8A4E537-3AB3-419F-BF98-170F069657A1}" type="PERCENTAGE">
                      <a:rPr lang="en-US" baseline="0"/>
                      <a:pPr/>
                      <a:t>[PORCENTAGEM]</a:t>
                    </a:fld>
                    <a:endParaRPr lang="en-US" baseline="0" dirty="0"/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8448-440D-A848-621B2351A0C5}"/>
                </c:ext>
                <c:ext xmlns:c15="http://schemas.microsoft.com/office/drawing/2012/chart" uri="{CE6537A1-D6FC-4f65-9D91-7224C49458BB}">
                  <c15:layout>
                    <c:manualLayout>
                      <c:w val="0.23629468208084919"/>
                      <c:h val="0.12538812620091205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estFit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Plan1!$A$2:$A$8</c:f>
              <c:strCache>
                <c:ptCount val="7"/>
                <c:pt idx="0">
                  <c:v>EDI</c:v>
                </c:pt>
                <c:pt idx="1">
                  <c:v>SI</c:v>
                </c:pt>
                <c:pt idx="2">
                  <c:v>Infraestrutura</c:v>
                </c:pt>
                <c:pt idx="3">
                  <c:v>Microinformática</c:v>
                </c:pt>
                <c:pt idx="4">
                  <c:v>Siebel</c:v>
                </c:pt>
                <c:pt idx="5">
                  <c:v>Site</c:v>
                </c:pt>
                <c:pt idx="6">
                  <c:v>Promoção</c:v>
                </c:pt>
              </c:strCache>
            </c:strRef>
          </c:cat>
          <c:val>
            <c:numRef>
              <c:f>Plan1!$B$2:$B$8</c:f>
              <c:numCache>
                <c:formatCode>General</c:formatCode>
                <c:ptCount val="7"/>
                <c:pt idx="0">
                  <c:v>11</c:v>
                </c:pt>
                <c:pt idx="1">
                  <c:v>8</c:v>
                </c:pt>
                <c:pt idx="2">
                  <c:v>12</c:v>
                </c:pt>
                <c:pt idx="3">
                  <c:v>5</c:v>
                </c:pt>
                <c:pt idx="4">
                  <c:v>9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76AC-4B5C-840E-9BDC8C2416E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t-BR" dirty="0" smtClean="0"/>
              <a:t>Esforço</a:t>
            </a:r>
            <a:endParaRPr lang="pt-BR" dirty="0"/>
          </a:p>
        </c:rich>
      </c:tx>
      <c:layout>
        <c:manualLayout>
          <c:xMode val="edge"/>
          <c:yMode val="edge"/>
          <c:x val="0.37492124884449241"/>
          <c:y val="2.23735213956443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22058985200053841"/>
          <c:y val="0.16437725830227248"/>
          <c:w val="0.65115334799294033"/>
          <c:h val="0.66863098809236177"/>
        </c:manualLayout>
      </c:layout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Esfoço - FTE</c:v>
                </c:pt>
              </c:strCache>
            </c:strRef>
          </c:tx>
          <c:dPt>
            <c:idx val="0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76AC-4B5C-840E-9BDC8C2416E2}"/>
              </c:ext>
            </c:extLst>
          </c:dPt>
          <c:dPt>
            <c:idx val="1"/>
            <c:bubble3D val="0"/>
            <c:spPr>
              <a:solidFill>
                <a:schemeClr val="accent5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76AC-4B5C-840E-9BDC8C2416E2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76AC-4B5C-840E-9BDC8C2416E2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76AC-4B5C-840E-9BDC8C2416E2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76AC-4B5C-840E-9BDC8C2416E2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76AC-4B5C-840E-9BDC8C2416E2}"/>
              </c:ext>
            </c:extLst>
          </c:dPt>
          <c:dPt>
            <c:idx val="6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C-8448-440D-A848-621B2351A0C5}"/>
              </c:ext>
            </c:extLst>
          </c:dPt>
          <c:dLbls>
            <c:dLbl>
              <c:idx val="0"/>
              <c:layout>
                <c:manualLayout>
                  <c:x val="-0.15251228452604398"/>
                  <c:y val="0.1332528676612782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76AC-4B5C-840E-9BDC8C2416E2}"/>
                </c:ext>
                <c:ext xmlns:c15="http://schemas.microsoft.com/office/drawing/2012/chart" uri="{CE6537A1-D6FC-4f65-9D91-7224C49458BB}">
                  <c15:layout>
                    <c:manualLayout>
                      <c:w val="0.34197922343346532"/>
                      <c:h val="0.17566920035094974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17945499293774683"/>
                  <c:y val="-0.1534663906573448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76AC-4B5C-840E-9BDC8C2416E2}"/>
                </c:ext>
                <c:ext xmlns:c15="http://schemas.microsoft.com/office/drawing/2012/chart" uri="{CE6537A1-D6FC-4f65-9D91-7224C49458BB}">
                  <c15:layout>
                    <c:manualLayout>
                      <c:w val="0.37521335593428795"/>
                      <c:h val="0.14905265484323008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3.6054202106771488E-2"/>
                  <c:y val="-1.1940214770032096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76AC-4B5C-840E-9BDC8C2416E2}"/>
                </c:ext>
                <c:ext xmlns:c15="http://schemas.microsoft.com/office/drawing/2012/chart" uri="{CE6537A1-D6FC-4f65-9D91-7224C49458BB}">
                  <c15:layout>
                    <c:manualLayout>
                      <c:w val="0.31603566519620896"/>
                      <c:h val="0.12538812620091205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8.217496395952209E-2"/>
                  <c:y val="-2.0973451793368326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76AC-4B5C-840E-9BDC8C2416E2}"/>
                </c:ext>
                <c:ext xmlns:c15="http://schemas.microsoft.com/office/drawing/2012/chart" uri="{CE6537A1-D6FC-4f65-9D91-7224C49458BB}">
                  <c15:layout>
                    <c:manualLayout>
                      <c:w val="0.38011342783253921"/>
                      <c:h val="0.16879291012962466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8.5754833287425888E-3"/>
                  <c:y val="-5.1017157894070068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76AC-4B5C-840E-9BDC8C2416E2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7.1872705047976975E-3"/>
                  <c:y val="6.7223318664831527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76AC-4B5C-840E-9BDC8C2416E2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-3.450690365930037E-2"/>
                  <c:y val="3.7052898001880392E-2"/>
                </c:manualLayout>
              </c:layout>
              <c:tx>
                <c:rich>
                  <a:bodyPr/>
                  <a:lstStyle/>
                  <a:p>
                    <a:fld id="{4BFD8548-DD1E-4E76-9742-129097D7F2FB}" type="CATEGORYNAME">
                      <a:rPr lang="en-US" smtClean="0"/>
                      <a:pPr/>
                      <a:t>[NOME DA CATEGORIA]</a:t>
                    </a:fld>
                    <a:r>
                      <a:rPr lang="en-US" baseline="0" dirty="0"/>
                      <a:t>
</a:t>
                    </a:r>
                    <a:fld id="{563512A5-8CD9-4956-A5D8-DB902AD92A68}" type="VALUE">
                      <a:rPr lang="en-US" baseline="0"/>
                      <a:pPr/>
                      <a:t>[VALOR]</a:t>
                    </a:fld>
                    <a:r>
                      <a:rPr lang="en-US" baseline="0" dirty="0"/>
                      <a:t>
</a:t>
                    </a:r>
                    <a:fld id="{B8A4E537-3AB3-419F-BF98-170F069657A1}" type="PERCENTAGE">
                      <a:rPr lang="en-US" baseline="0"/>
                      <a:pPr/>
                      <a:t>[PORCENTAGEM]</a:t>
                    </a:fld>
                    <a:endParaRPr lang="en-US" baseline="0" dirty="0"/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8448-440D-A848-621B2351A0C5}"/>
                </c:ex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estFit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Plan1!$A$2:$A$3</c:f>
              <c:strCache>
                <c:ptCount val="2"/>
                <c:pt idx="0">
                  <c:v>Suporte N1</c:v>
                </c:pt>
                <c:pt idx="1">
                  <c:v>Suporte N2</c:v>
                </c:pt>
              </c:strCache>
            </c:strRef>
          </c:cat>
          <c:val>
            <c:numRef>
              <c:f>Plan1!$B$2:$B$3</c:f>
              <c:numCache>
                <c:formatCode>General</c:formatCode>
                <c:ptCount val="2"/>
                <c:pt idx="0">
                  <c:v>521</c:v>
                </c:pt>
                <c:pt idx="1">
                  <c:v>1371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76AC-4B5C-840E-9BDC8C2416E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4CB938-5D98-459B-BB6C-FAEDE5383221}" type="doc">
      <dgm:prSet loTypeId="urn:microsoft.com/office/officeart/2005/8/layout/hList6" loCatId="list" qsTypeId="urn:microsoft.com/office/officeart/2005/8/quickstyle/simple2" qsCatId="simple" csTypeId="urn:microsoft.com/office/officeart/2005/8/colors/accent6_2" csCatId="accent6" phldr="1"/>
      <dgm:spPr/>
      <dgm:t>
        <a:bodyPr/>
        <a:lstStyle/>
        <a:p>
          <a:endParaRPr lang="pt-BR"/>
        </a:p>
      </dgm:t>
    </dgm:pt>
    <dgm:pt modelId="{B56D34AC-1EF2-4610-88A1-E201C3FE7573}">
      <dgm:prSet phldrT="[Texto]" custT="1"/>
      <dgm:spPr/>
      <dgm:t>
        <a:bodyPr/>
        <a:lstStyle/>
        <a:p>
          <a:pPr algn="l"/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RFP</a:t>
          </a:r>
        </a:p>
        <a:p>
          <a:pPr algn="l"/>
          <a:r>
            <a:rPr lang="pt-BR" sz="1800" b="1" i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Assessment</a:t>
          </a:r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N1</a:t>
          </a:r>
        </a:p>
      </dgm:t>
    </dgm:pt>
    <dgm:pt modelId="{9F337C79-E966-49FC-8FE0-76548EB4C428}" type="parTrans" cxnId="{21C80908-1AFF-4B1E-80AB-52C1ECA88B7C}">
      <dgm:prSet/>
      <dgm:spPr/>
      <dgm:t>
        <a:bodyPr/>
        <a:lstStyle/>
        <a:p>
          <a:endParaRPr lang="pt-BR" sz="1600"/>
        </a:p>
      </dgm:t>
    </dgm:pt>
    <dgm:pt modelId="{94CA419D-893A-441D-8517-50819F291F76}" type="sibTrans" cxnId="{21C80908-1AFF-4B1E-80AB-52C1ECA88B7C}">
      <dgm:prSet/>
      <dgm:spPr/>
      <dgm:t>
        <a:bodyPr/>
        <a:lstStyle/>
        <a:p>
          <a:endParaRPr lang="pt-BR" sz="1600"/>
        </a:p>
      </dgm:t>
    </dgm:pt>
    <dgm:pt modelId="{8AD0F0A6-95D1-4E48-8222-B92C366F61B1}">
      <dgm:prSet phldrT="[Texto]" custT="1"/>
      <dgm:spPr/>
      <dgm:t>
        <a:bodyPr/>
        <a:lstStyle/>
        <a:p>
          <a:pPr algn="l"/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Projeto</a:t>
          </a:r>
        </a:p>
        <a:p>
          <a:pPr algn="l"/>
          <a:r>
            <a:rPr lang="pt-BR" sz="1800" b="1" i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Assessment</a:t>
          </a:r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N1</a:t>
          </a:r>
        </a:p>
      </dgm:t>
    </dgm:pt>
    <dgm:pt modelId="{B7AEB59D-F791-4387-9780-07382F17627C}" type="parTrans" cxnId="{F8CAEAC2-2D5F-4FC7-9146-8EFBF18CD159}">
      <dgm:prSet/>
      <dgm:spPr/>
      <dgm:t>
        <a:bodyPr/>
        <a:lstStyle/>
        <a:p>
          <a:endParaRPr lang="pt-BR" sz="1600"/>
        </a:p>
      </dgm:t>
    </dgm:pt>
    <dgm:pt modelId="{B0AFFC85-CE8E-48DE-85C0-C1FF078D8574}" type="sibTrans" cxnId="{F8CAEAC2-2D5F-4FC7-9146-8EFBF18CD159}">
      <dgm:prSet/>
      <dgm:spPr/>
      <dgm:t>
        <a:bodyPr/>
        <a:lstStyle/>
        <a:p>
          <a:endParaRPr lang="pt-BR" sz="1600"/>
        </a:p>
      </dgm:t>
    </dgm:pt>
    <dgm:pt modelId="{E3FE53B1-BF96-4596-BDDE-66CFB71E2037}">
      <dgm:prSet phldrT="[Texto]" custT="1"/>
      <dgm:spPr/>
      <dgm:t>
        <a:bodyPr/>
        <a:lstStyle/>
        <a:p>
          <a:pPr algn="l"/>
          <a:r>
            <a:rPr lang="pt-BR" sz="1400" dirty="0"/>
            <a:t>Mapear  as atividades</a:t>
          </a:r>
        </a:p>
      </dgm:t>
    </dgm:pt>
    <dgm:pt modelId="{2F40D9B1-9E92-40EE-90BF-4E6FC61DFAFD}" type="parTrans" cxnId="{ADB34492-8F5E-4A73-AF1D-C360AABF0C55}">
      <dgm:prSet/>
      <dgm:spPr/>
      <dgm:t>
        <a:bodyPr/>
        <a:lstStyle/>
        <a:p>
          <a:endParaRPr lang="pt-BR" sz="1600"/>
        </a:p>
      </dgm:t>
    </dgm:pt>
    <dgm:pt modelId="{237E13A5-2D95-40E9-B8B7-CB4EC15D6392}" type="sibTrans" cxnId="{ADB34492-8F5E-4A73-AF1D-C360AABF0C55}">
      <dgm:prSet/>
      <dgm:spPr/>
      <dgm:t>
        <a:bodyPr/>
        <a:lstStyle/>
        <a:p>
          <a:endParaRPr lang="pt-BR" sz="1600"/>
        </a:p>
      </dgm:t>
    </dgm:pt>
    <dgm:pt modelId="{4863AB88-F30F-4528-9A6F-E4B43F6440FD}">
      <dgm:prSet phldrT="[Texto]" custT="1"/>
      <dgm:spPr/>
      <dgm:t>
        <a:bodyPr/>
        <a:lstStyle/>
        <a:p>
          <a:pPr algn="l"/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RFP </a:t>
          </a:r>
        </a:p>
        <a:p>
          <a:pPr algn="l"/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Serviço de Suporte N1</a:t>
          </a:r>
        </a:p>
      </dgm:t>
    </dgm:pt>
    <dgm:pt modelId="{14F848E0-772E-46E7-80CB-47D0B8424BD1}" type="parTrans" cxnId="{767DCBA5-670C-483E-95E5-F47990517F8C}">
      <dgm:prSet/>
      <dgm:spPr/>
      <dgm:t>
        <a:bodyPr/>
        <a:lstStyle/>
        <a:p>
          <a:endParaRPr lang="pt-BR" sz="1600"/>
        </a:p>
      </dgm:t>
    </dgm:pt>
    <dgm:pt modelId="{B44D79B0-77D8-4D06-86DB-92A7945BEB86}" type="sibTrans" cxnId="{767DCBA5-670C-483E-95E5-F47990517F8C}">
      <dgm:prSet/>
      <dgm:spPr/>
      <dgm:t>
        <a:bodyPr/>
        <a:lstStyle/>
        <a:p>
          <a:endParaRPr lang="pt-BR" sz="1600"/>
        </a:p>
      </dgm:t>
    </dgm:pt>
    <dgm:pt modelId="{D6DD5F08-16AC-4257-BEFC-FEC93FC59DE3}">
      <dgm:prSet phldrT="[Texto]" custT="1"/>
      <dgm:spPr/>
      <dgm:t>
        <a:bodyPr/>
        <a:lstStyle/>
        <a:p>
          <a:pPr algn="l"/>
          <a:r>
            <a:rPr lang="pt-BR" sz="1400" dirty="0"/>
            <a:t>Elaborar RFP</a:t>
          </a:r>
        </a:p>
      </dgm:t>
    </dgm:pt>
    <dgm:pt modelId="{E3FDE63D-763B-47E1-937C-B2B7C13539EC}" type="parTrans" cxnId="{857C8154-9EC7-42B0-8A82-38DBE5B57E9C}">
      <dgm:prSet/>
      <dgm:spPr/>
      <dgm:t>
        <a:bodyPr/>
        <a:lstStyle/>
        <a:p>
          <a:endParaRPr lang="pt-BR" sz="1600"/>
        </a:p>
      </dgm:t>
    </dgm:pt>
    <dgm:pt modelId="{39534B9E-800B-47CB-8C0E-50EBBD55010E}" type="sibTrans" cxnId="{857C8154-9EC7-42B0-8A82-38DBE5B57E9C}">
      <dgm:prSet/>
      <dgm:spPr/>
      <dgm:t>
        <a:bodyPr/>
        <a:lstStyle/>
        <a:p>
          <a:endParaRPr lang="pt-BR" sz="1600"/>
        </a:p>
      </dgm:t>
    </dgm:pt>
    <dgm:pt modelId="{C78132BB-B869-497F-8672-185649A81178}">
      <dgm:prSet phldrT="[Texto]" custT="1"/>
      <dgm:spPr/>
      <dgm:t>
        <a:bodyPr/>
        <a:lstStyle/>
        <a:p>
          <a:pPr algn="l"/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Operação </a:t>
          </a:r>
        </a:p>
        <a:p>
          <a:pPr algn="l"/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Suporte N1</a:t>
          </a:r>
        </a:p>
      </dgm:t>
    </dgm:pt>
    <dgm:pt modelId="{C409ADBF-4B49-410F-9F3E-A17F8C48EC9A}" type="parTrans" cxnId="{60CBEB09-0E6B-4A77-8F5C-51859345986C}">
      <dgm:prSet/>
      <dgm:spPr/>
      <dgm:t>
        <a:bodyPr/>
        <a:lstStyle/>
        <a:p>
          <a:endParaRPr lang="pt-BR" sz="1600"/>
        </a:p>
      </dgm:t>
    </dgm:pt>
    <dgm:pt modelId="{93CB417E-ECB8-45EF-8A38-437D07EB873B}" type="sibTrans" cxnId="{60CBEB09-0E6B-4A77-8F5C-51859345986C}">
      <dgm:prSet/>
      <dgm:spPr/>
      <dgm:t>
        <a:bodyPr/>
        <a:lstStyle/>
        <a:p>
          <a:endParaRPr lang="pt-BR" sz="1600"/>
        </a:p>
      </dgm:t>
    </dgm:pt>
    <dgm:pt modelId="{97EC324C-66D9-4EC6-A88B-D44C1DB23BD3}">
      <dgm:prSet phldrT="[Texto]" custT="1"/>
      <dgm:spPr/>
      <dgm:t>
        <a:bodyPr/>
        <a:lstStyle/>
        <a:p>
          <a:pPr algn="l"/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Implantação</a:t>
          </a:r>
        </a:p>
        <a:p>
          <a:pPr algn="l"/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Suporte N1</a:t>
          </a:r>
        </a:p>
      </dgm:t>
    </dgm:pt>
    <dgm:pt modelId="{701925AB-A60D-445D-8D78-9E3BAEA73E59}" type="parTrans" cxnId="{543AB1C6-91F8-4F21-A931-9C64D16B60D9}">
      <dgm:prSet/>
      <dgm:spPr/>
      <dgm:t>
        <a:bodyPr/>
        <a:lstStyle/>
        <a:p>
          <a:endParaRPr lang="pt-BR" sz="1600"/>
        </a:p>
      </dgm:t>
    </dgm:pt>
    <dgm:pt modelId="{120CE911-0241-4DEC-8CC8-58CD62A61E55}" type="sibTrans" cxnId="{543AB1C6-91F8-4F21-A931-9C64D16B60D9}">
      <dgm:prSet/>
      <dgm:spPr/>
      <dgm:t>
        <a:bodyPr/>
        <a:lstStyle/>
        <a:p>
          <a:endParaRPr lang="pt-BR" sz="1600"/>
        </a:p>
      </dgm:t>
    </dgm:pt>
    <dgm:pt modelId="{4958F68E-5A68-4C80-9C1F-8A548309DB85}">
      <dgm:prSet phldrT="[Texto]" custT="1"/>
      <dgm:spPr/>
      <dgm:t>
        <a:bodyPr/>
        <a:lstStyle/>
        <a:p>
          <a:pPr algn="l"/>
          <a:r>
            <a:rPr lang="pt-BR" sz="1400" dirty="0"/>
            <a:t>Mapear  o processo de Ger. de Incidentes e Indicadores contemplando N1</a:t>
          </a:r>
        </a:p>
      </dgm:t>
    </dgm:pt>
    <dgm:pt modelId="{63EBE284-B55E-4F45-84B0-07D7C176422E}" type="parTrans" cxnId="{780EA27F-3886-449D-8E9F-703AEB5A60CE}">
      <dgm:prSet/>
      <dgm:spPr/>
      <dgm:t>
        <a:bodyPr/>
        <a:lstStyle/>
        <a:p>
          <a:endParaRPr lang="pt-BR"/>
        </a:p>
      </dgm:t>
    </dgm:pt>
    <dgm:pt modelId="{4B2BD9E8-8641-405A-A5A2-0731A3BB7173}" type="sibTrans" cxnId="{780EA27F-3886-449D-8E9F-703AEB5A60CE}">
      <dgm:prSet/>
      <dgm:spPr/>
      <dgm:t>
        <a:bodyPr/>
        <a:lstStyle/>
        <a:p>
          <a:endParaRPr lang="pt-BR"/>
        </a:p>
      </dgm:t>
    </dgm:pt>
    <dgm:pt modelId="{89B953FA-5F4C-4EE0-B05D-FC88145C8577}">
      <dgm:prSet phldrT="[Texto]" custT="1"/>
      <dgm:spPr/>
      <dgm:t>
        <a:bodyPr/>
        <a:lstStyle/>
        <a:p>
          <a:pPr algn="l"/>
          <a:r>
            <a:rPr lang="pt-BR" sz="1400" dirty="0"/>
            <a:t>Elaborar RFP</a:t>
          </a:r>
        </a:p>
      </dgm:t>
    </dgm:pt>
    <dgm:pt modelId="{1FD99C74-135F-4688-9108-EBA12061FE38}" type="parTrans" cxnId="{3812BE36-EE06-4429-93E6-46AEA9D44549}">
      <dgm:prSet/>
      <dgm:spPr/>
      <dgm:t>
        <a:bodyPr/>
        <a:lstStyle/>
        <a:p>
          <a:endParaRPr lang="pt-BR"/>
        </a:p>
      </dgm:t>
    </dgm:pt>
    <dgm:pt modelId="{B5D7E039-E1A9-408B-B038-E9E84C3A5646}" type="sibTrans" cxnId="{3812BE36-EE06-4429-93E6-46AEA9D44549}">
      <dgm:prSet/>
      <dgm:spPr/>
      <dgm:t>
        <a:bodyPr/>
        <a:lstStyle/>
        <a:p>
          <a:endParaRPr lang="pt-BR"/>
        </a:p>
      </dgm:t>
    </dgm:pt>
    <dgm:pt modelId="{3F500E1E-B859-4899-ABE5-8AFEB2E078AF}">
      <dgm:prSet phldrT="[Texto]" custT="1"/>
      <dgm:spPr/>
      <dgm:t>
        <a:bodyPr/>
        <a:lstStyle/>
        <a:p>
          <a:pPr algn="l"/>
          <a:r>
            <a:rPr lang="pt-BR" sz="1400" dirty="0"/>
            <a:t>Divulgar RFP</a:t>
          </a:r>
        </a:p>
      </dgm:t>
    </dgm:pt>
    <dgm:pt modelId="{11EAA0B3-28DC-4FE9-89E9-417A9C1C7FDF}" type="parTrans" cxnId="{0BD29A84-78C4-46AB-8C8B-97F7F1770806}">
      <dgm:prSet/>
      <dgm:spPr/>
      <dgm:t>
        <a:bodyPr/>
        <a:lstStyle/>
        <a:p>
          <a:endParaRPr lang="pt-BR"/>
        </a:p>
      </dgm:t>
    </dgm:pt>
    <dgm:pt modelId="{4DD13B06-9C8F-457E-8C8B-938C89A22C80}" type="sibTrans" cxnId="{0BD29A84-78C4-46AB-8C8B-97F7F1770806}">
      <dgm:prSet/>
      <dgm:spPr/>
      <dgm:t>
        <a:bodyPr/>
        <a:lstStyle/>
        <a:p>
          <a:endParaRPr lang="pt-BR"/>
        </a:p>
      </dgm:t>
    </dgm:pt>
    <dgm:pt modelId="{1FFCBA0E-035F-40BB-B95E-AF11BF2C0EC7}">
      <dgm:prSet phldrT="[Texto]" custT="1"/>
      <dgm:spPr/>
      <dgm:t>
        <a:bodyPr/>
        <a:lstStyle/>
        <a:p>
          <a:pPr algn="l"/>
          <a:r>
            <a:rPr lang="pt-BR" sz="1400" dirty="0"/>
            <a:t>Selecionar o Fornecedor </a:t>
          </a:r>
        </a:p>
      </dgm:t>
    </dgm:pt>
    <dgm:pt modelId="{5E1A7E6D-DE71-41E6-B808-3CE4ABEDAF2E}" type="parTrans" cxnId="{39E699D1-1A9E-4DB1-8AB8-B57E3A71F027}">
      <dgm:prSet/>
      <dgm:spPr/>
      <dgm:t>
        <a:bodyPr/>
        <a:lstStyle/>
        <a:p>
          <a:endParaRPr lang="pt-BR"/>
        </a:p>
      </dgm:t>
    </dgm:pt>
    <dgm:pt modelId="{0997C3EE-8507-42A3-8CD1-A35D5A6573FC}" type="sibTrans" cxnId="{39E699D1-1A9E-4DB1-8AB8-B57E3A71F027}">
      <dgm:prSet/>
      <dgm:spPr/>
      <dgm:t>
        <a:bodyPr/>
        <a:lstStyle/>
        <a:p>
          <a:endParaRPr lang="pt-BR"/>
        </a:p>
      </dgm:t>
    </dgm:pt>
    <dgm:pt modelId="{F9FBB35E-1758-49AD-B913-909A754AE444}">
      <dgm:prSet phldrT="[Texto]" custT="1"/>
      <dgm:spPr/>
      <dgm:t>
        <a:bodyPr/>
        <a:lstStyle/>
        <a:p>
          <a:pPr algn="l"/>
          <a:r>
            <a:rPr lang="pt-BR" sz="1400" dirty="0"/>
            <a:t>Mobilização equipe Fornecedor e N2</a:t>
          </a:r>
        </a:p>
      </dgm:t>
    </dgm:pt>
    <dgm:pt modelId="{D18BE7AB-3960-4A48-8156-94EB0D0427A4}" type="parTrans" cxnId="{B2690ECC-8577-424E-8A61-30D96788053C}">
      <dgm:prSet/>
      <dgm:spPr/>
      <dgm:t>
        <a:bodyPr/>
        <a:lstStyle/>
        <a:p>
          <a:endParaRPr lang="pt-BR"/>
        </a:p>
      </dgm:t>
    </dgm:pt>
    <dgm:pt modelId="{3FD79463-CA8B-49A2-AD6E-27D5B4C1A142}" type="sibTrans" cxnId="{B2690ECC-8577-424E-8A61-30D96788053C}">
      <dgm:prSet/>
      <dgm:spPr/>
      <dgm:t>
        <a:bodyPr/>
        <a:lstStyle/>
        <a:p>
          <a:endParaRPr lang="pt-BR"/>
        </a:p>
      </dgm:t>
    </dgm:pt>
    <dgm:pt modelId="{C9930793-4A83-4DD7-90B7-ACBEE541FCC6}">
      <dgm:prSet phldrT="[Texto]" custT="1"/>
      <dgm:spPr/>
      <dgm:t>
        <a:bodyPr/>
        <a:lstStyle/>
        <a:p>
          <a:pPr algn="l"/>
          <a:r>
            <a:rPr lang="pt-BR" sz="1400" dirty="0"/>
            <a:t>Go-Live N1</a:t>
          </a:r>
        </a:p>
      </dgm:t>
    </dgm:pt>
    <dgm:pt modelId="{C5F1434A-E772-49C7-9A26-06CC799121FF}" type="parTrans" cxnId="{095064F5-340D-4C58-BD8E-32D4DD05AB24}">
      <dgm:prSet/>
      <dgm:spPr/>
      <dgm:t>
        <a:bodyPr/>
        <a:lstStyle/>
        <a:p>
          <a:endParaRPr lang="pt-BR"/>
        </a:p>
      </dgm:t>
    </dgm:pt>
    <dgm:pt modelId="{5048395A-F610-47D2-8218-3FC7CE8ECBA8}" type="sibTrans" cxnId="{095064F5-340D-4C58-BD8E-32D4DD05AB24}">
      <dgm:prSet/>
      <dgm:spPr/>
      <dgm:t>
        <a:bodyPr/>
        <a:lstStyle/>
        <a:p>
          <a:endParaRPr lang="pt-BR"/>
        </a:p>
      </dgm:t>
    </dgm:pt>
    <dgm:pt modelId="{AED7F84D-83E5-4A69-B30D-32AF8E9C18C4}">
      <dgm:prSet phldrT="[Texto]" custT="1"/>
      <dgm:spPr/>
      <dgm:t>
        <a:bodyPr/>
        <a:lstStyle/>
        <a:p>
          <a:pPr algn="l"/>
          <a:r>
            <a:rPr lang="pt-BR" sz="1400" dirty="0"/>
            <a:t>Operação Assistida N1</a:t>
          </a:r>
        </a:p>
      </dgm:t>
    </dgm:pt>
    <dgm:pt modelId="{37678C04-EC70-4409-A452-58DAFD864062}" type="parTrans" cxnId="{745DF880-A0B4-4A0D-8702-D2A9678048E3}">
      <dgm:prSet/>
      <dgm:spPr/>
      <dgm:t>
        <a:bodyPr/>
        <a:lstStyle/>
        <a:p>
          <a:endParaRPr lang="pt-BR"/>
        </a:p>
      </dgm:t>
    </dgm:pt>
    <dgm:pt modelId="{F5777766-A0EA-44BD-99B2-7C075A701CB0}" type="sibTrans" cxnId="{745DF880-A0B4-4A0D-8702-D2A9678048E3}">
      <dgm:prSet/>
      <dgm:spPr/>
      <dgm:t>
        <a:bodyPr/>
        <a:lstStyle/>
        <a:p>
          <a:endParaRPr lang="pt-BR"/>
        </a:p>
      </dgm:t>
    </dgm:pt>
    <dgm:pt modelId="{EA872A41-F1AF-4F27-84B6-B8AAD9B21413}">
      <dgm:prSet custT="1"/>
      <dgm:spPr/>
      <dgm:t>
        <a:bodyPr/>
        <a:lstStyle/>
        <a:p>
          <a:pPr algn="l"/>
          <a:r>
            <a:rPr lang="pt-BR" sz="1400" dirty="0"/>
            <a:t>Divulgar RFP</a:t>
          </a:r>
        </a:p>
      </dgm:t>
    </dgm:pt>
    <dgm:pt modelId="{7F3C84DF-35BF-4C87-AFDF-E61AD98696C1}" type="parTrans" cxnId="{8964D42D-6653-4B7E-A90D-9E53759BAEB4}">
      <dgm:prSet/>
      <dgm:spPr/>
      <dgm:t>
        <a:bodyPr/>
        <a:lstStyle/>
        <a:p>
          <a:endParaRPr lang="pt-BR"/>
        </a:p>
      </dgm:t>
    </dgm:pt>
    <dgm:pt modelId="{E24E5A4B-8B19-4286-A5A2-7C090020F7A9}" type="sibTrans" cxnId="{8964D42D-6653-4B7E-A90D-9E53759BAEB4}">
      <dgm:prSet/>
      <dgm:spPr/>
      <dgm:t>
        <a:bodyPr/>
        <a:lstStyle/>
        <a:p>
          <a:endParaRPr lang="pt-BR"/>
        </a:p>
      </dgm:t>
    </dgm:pt>
    <dgm:pt modelId="{B52C8E94-3D26-4061-B5BB-A611416133CD}">
      <dgm:prSet custT="1"/>
      <dgm:spPr/>
      <dgm:t>
        <a:bodyPr/>
        <a:lstStyle/>
        <a:p>
          <a:pPr algn="l"/>
          <a:r>
            <a:rPr lang="pt-BR" sz="1400" dirty="0"/>
            <a:t>Selecionar o Fornecedor </a:t>
          </a:r>
        </a:p>
      </dgm:t>
    </dgm:pt>
    <dgm:pt modelId="{074AE079-E6CC-439D-B9FE-E82F0D43E52A}" type="parTrans" cxnId="{9F8F5BD7-90D6-4534-B97C-73BF16899773}">
      <dgm:prSet/>
      <dgm:spPr/>
      <dgm:t>
        <a:bodyPr/>
        <a:lstStyle/>
        <a:p>
          <a:endParaRPr lang="pt-BR"/>
        </a:p>
      </dgm:t>
    </dgm:pt>
    <dgm:pt modelId="{10C1536A-FF0C-4382-BB9A-8FF471F6A2BE}" type="sibTrans" cxnId="{9F8F5BD7-90D6-4534-B97C-73BF16899773}">
      <dgm:prSet/>
      <dgm:spPr/>
      <dgm:t>
        <a:bodyPr/>
        <a:lstStyle/>
        <a:p>
          <a:endParaRPr lang="pt-BR"/>
        </a:p>
      </dgm:t>
    </dgm:pt>
    <dgm:pt modelId="{8B176BBF-4161-4DD1-89CF-3656191256CD}">
      <dgm:prSet phldrT="[Texto]" custT="1"/>
      <dgm:spPr/>
      <dgm:t>
        <a:bodyPr/>
        <a:lstStyle/>
        <a:p>
          <a:pPr algn="l"/>
          <a:r>
            <a:rPr lang="pt-BR" sz="1400" dirty="0"/>
            <a:t>Realizar testes de mesa com os procedimentos</a:t>
          </a:r>
        </a:p>
      </dgm:t>
    </dgm:pt>
    <dgm:pt modelId="{A60DFC08-8467-46D2-B71B-6CEC72643F47}" type="parTrans" cxnId="{F858E951-1AE5-4487-9EA9-2ADBE0221CAA}">
      <dgm:prSet/>
      <dgm:spPr/>
      <dgm:t>
        <a:bodyPr/>
        <a:lstStyle/>
        <a:p>
          <a:endParaRPr lang="pt-BR"/>
        </a:p>
      </dgm:t>
    </dgm:pt>
    <dgm:pt modelId="{63A0C9CF-81F3-4B4C-90DF-7A0EA672DDAB}" type="sibTrans" cxnId="{F858E951-1AE5-4487-9EA9-2ADBE0221CAA}">
      <dgm:prSet/>
      <dgm:spPr/>
      <dgm:t>
        <a:bodyPr/>
        <a:lstStyle/>
        <a:p>
          <a:endParaRPr lang="pt-BR"/>
        </a:p>
      </dgm:t>
    </dgm:pt>
    <dgm:pt modelId="{51DE99E6-24C5-4AA2-9278-EE9FC5671F04}">
      <dgm:prSet phldrT="[Texto]" custT="1"/>
      <dgm:spPr/>
      <dgm:t>
        <a:bodyPr/>
        <a:lstStyle/>
        <a:p>
          <a:pPr algn="l"/>
          <a:r>
            <a:rPr lang="pt-BR" sz="1400" dirty="0"/>
            <a:t>Correções e ajustes necessários</a:t>
          </a:r>
        </a:p>
      </dgm:t>
    </dgm:pt>
    <dgm:pt modelId="{A1997EAF-F297-43C8-BE73-12E16534456D}" type="parTrans" cxnId="{6E8F4634-B3CC-424B-B7DF-ECC01298F4AD}">
      <dgm:prSet/>
      <dgm:spPr/>
      <dgm:t>
        <a:bodyPr/>
        <a:lstStyle/>
        <a:p>
          <a:endParaRPr lang="pt-BR"/>
        </a:p>
      </dgm:t>
    </dgm:pt>
    <dgm:pt modelId="{6D0BA233-2028-4232-852D-64177365448E}" type="sibTrans" cxnId="{6E8F4634-B3CC-424B-B7DF-ECC01298F4AD}">
      <dgm:prSet/>
      <dgm:spPr/>
      <dgm:t>
        <a:bodyPr/>
        <a:lstStyle/>
        <a:p>
          <a:endParaRPr lang="pt-BR"/>
        </a:p>
      </dgm:t>
    </dgm:pt>
    <dgm:pt modelId="{2945B715-A388-4370-A428-1DBF7EA788F1}">
      <dgm:prSet phldrT="[Texto]" custT="1"/>
      <dgm:spPr/>
      <dgm:t>
        <a:bodyPr/>
        <a:lstStyle/>
        <a:p>
          <a:pPr algn="l"/>
          <a:r>
            <a:rPr lang="pt-BR" sz="1400" dirty="0"/>
            <a:t>Contratar Fornecedor</a:t>
          </a:r>
        </a:p>
      </dgm:t>
    </dgm:pt>
    <dgm:pt modelId="{36903C7A-FA15-40FF-A11E-4FD44C8B1D05}" type="parTrans" cxnId="{142105AC-723C-458D-AD09-0D80B9D58498}">
      <dgm:prSet/>
      <dgm:spPr/>
      <dgm:t>
        <a:bodyPr/>
        <a:lstStyle/>
        <a:p>
          <a:endParaRPr lang="pt-BR"/>
        </a:p>
      </dgm:t>
    </dgm:pt>
    <dgm:pt modelId="{FBD19323-FAE3-4073-A24F-4F8AD7597C4D}" type="sibTrans" cxnId="{142105AC-723C-458D-AD09-0D80B9D58498}">
      <dgm:prSet/>
      <dgm:spPr/>
      <dgm:t>
        <a:bodyPr/>
        <a:lstStyle/>
        <a:p>
          <a:endParaRPr lang="pt-BR"/>
        </a:p>
      </dgm:t>
    </dgm:pt>
    <dgm:pt modelId="{75DEAC01-5965-4849-8470-7190E105E913}">
      <dgm:prSet phldrT="[Texto]" custT="1"/>
      <dgm:spPr/>
      <dgm:t>
        <a:bodyPr/>
        <a:lstStyle/>
        <a:p>
          <a:pPr algn="l"/>
          <a:r>
            <a:rPr lang="pt-BR" sz="1400" dirty="0"/>
            <a:t>Elaborar e validar os procedimentos</a:t>
          </a:r>
        </a:p>
      </dgm:t>
    </dgm:pt>
    <dgm:pt modelId="{79117821-9F65-4756-B622-5EC5D89F766A}" type="parTrans" cxnId="{5F9DB46C-9260-44AA-8627-7071379A62A0}">
      <dgm:prSet/>
      <dgm:spPr/>
      <dgm:t>
        <a:bodyPr/>
        <a:lstStyle/>
        <a:p>
          <a:endParaRPr lang="pt-BR"/>
        </a:p>
      </dgm:t>
    </dgm:pt>
    <dgm:pt modelId="{622EF060-BE7E-47B8-8DC1-38DA32B03E27}" type="sibTrans" cxnId="{5F9DB46C-9260-44AA-8627-7071379A62A0}">
      <dgm:prSet/>
      <dgm:spPr/>
      <dgm:t>
        <a:bodyPr/>
        <a:lstStyle/>
        <a:p>
          <a:endParaRPr lang="pt-BR"/>
        </a:p>
      </dgm:t>
    </dgm:pt>
    <dgm:pt modelId="{CBED7929-C666-477B-9D75-E68128EEA72D}">
      <dgm:prSet custT="1"/>
      <dgm:spPr/>
      <dgm:t>
        <a:bodyPr/>
        <a:lstStyle/>
        <a:p>
          <a:pPr algn="l"/>
          <a:r>
            <a:rPr lang="pt-BR" sz="1400" dirty="0"/>
            <a:t>Contratar o Fornecedor</a:t>
          </a:r>
        </a:p>
      </dgm:t>
    </dgm:pt>
    <dgm:pt modelId="{A839AB42-84FB-493A-A2D6-AE347AF97E00}" type="parTrans" cxnId="{37E4FCBC-82BC-4353-A1C2-733287340257}">
      <dgm:prSet/>
      <dgm:spPr/>
      <dgm:t>
        <a:bodyPr/>
        <a:lstStyle/>
        <a:p>
          <a:endParaRPr lang="pt-BR"/>
        </a:p>
      </dgm:t>
    </dgm:pt>
    <dgm:pt modelId="{8F145177-B981-4301-84F1-3FE773011EC2}" type="sibTrans" cxnId="{37E4FCBC-82BC-4353-A1C2-733287340257}">
      <dgm:prSet/>
      <dgm:spPr/>
      <dgm:t>
        <a:bodyPr/>
        <a:lstStyle/>
        <a:p>
          <a:endParaRPr lang="pt-BR"/>
        </a:p>
      </dgm:t>
    </dgm:pt>
    <dgm:pt modelId="{759F063C-2A42-4B31-8176-5473F260A71A}">
      <dgm:prSet phldrT="[Texto]" custT="1"/>
      <dgm:spPr/>
      <dgm:t>
        <a:bodyPr/>
        <a:lstStyle/>
        <a:p>
          <a:pPr algn="l"/>
          <a:r>
            <a:rPr lang="pt-BR" sz="1400" dirty="0"/>
            <a:t>Planejamento da Transição</a:t>
          </a:r>
        </a:p>
      </dgm:t>
    </dgm:pt>
    <dgm:pt modelId="{0A7DB295-7E99-46C4-A884-9A4BA9CB08EC}" type="parTrans" cxnId="{D8EE6DBC-0EE8-4D8B-BF6B-A4FC45B08C5A}">
      <dgm:prSet/>
      <dgm:spPr/>
      <dgm:t>
        <a:bodyPr/>
        <a:lstStyle/>
        <a:p>
          <a:endParaRPr lang="pt-BR"/>
        </a:p>
      </dgm:t>
    </dgm:pt>
    <dgm:pt modelId="{4AA08486-358A-4D17-BFD6-9265EEEF84A8}" type="sibTrans" cxnId="{D8EE6DBC-0EE8-4D8B-BF6B-A4FC45B08C5A}">
      <dgm:prSet/>
      <dgm:spPr/>
      <dgm:t>
        <a:bodyPr/>
        <a:lstStyle/>
        <a:p>
          <a:endParaRPr lang="pt-BR"/>
        </a:p>
      </dgm:t>
    </dgm:pt>
    <dgm:pt modelId="{7DA2584A-44A8-4F7F-A362-833CBC324A42}">
      <dgm:prSet phldrT="[Texto]" custT="1"/>
      <dgm:spPr/>
      <dgm:t>
        <a:bodyPr/>
        <a:lstStyle/>
        <a:p>
          <a:pPr algn="l"/>
          <a:r>
            <a:rPr lang="pt-BR" sz="1400" dirty="0"/>
            <a:t>Habilitação do Fornecedor (Acessos, Instalação e </a:t>
          </a:r>
          <a:r>
            <a:rPr lang="pt-BR" sz="1400" dirty="0" err="1"/>
            <a:t>Config</a:t>
          </a:r>
          <a:r>
            <a:rPr lang="pt-BR" sz="1400" dirty="0"/>
            <a:t>. de Softwares, etc.)</a:t>
          </a:r>
        </a:p>
      </dgm:t>
    </dgm:pt>
    <dgm:pt modelId="{E594C032-F990-47B3-A6E4-B7F5DAAC9A25}" type="parTrans" cxnId="{EA3976D3-1420-4E94-B1C5-A77523EF7043}">
      <dgm:prSet/>
      <dgm:spPr/>
      <dgm:t>
        <a:bodyPr/>
        <a:lstStyle/>
        <a:p>
          <a:endParaRPr lang="pt-BR"/>
        </a:p>
      </dgm:t>
    </dgm:pt>
    <dgm:pt modelId="{77474CA0-D779-4F1E-8E27-1C3526701039}" type="sibTrans" cxnId="{EA3976D3-1420-4E94-B1C5-A77523EF7043}">
      <dgm:prSet/>
      <dgm:spPr/>
      <dgm:t>
        <a:bodyPr/>
        <a:lstStyle/>
        <a:p>
          <a:endParaRPr lang="pt-BR"/>
        </a:p>
      </dgm:t>
    </dgm:pt>
    <dgm:pt modelId="{5DC845C3-14EA-4642-8DEA-43F6FB4A5CA4}">
      <dgm:prSet phldrT="[Texto]" custT="1"/>
      <dgm:spPr/>
      <dgm:t>
        <a:bodyPr/>
        <a:lstStyle/>
        <a:p>
          <a:pPr algn="l"/>
          <a:r>
            <a:rPr lang="pt-BR" sz="1400" dirty="0"/>
            <a:t>Treinamento do Fornecedor nos Procedimentos</a:t>
          </a:r>
        </a:p>
      </dgm:t>
    </dgm:pt>
    <dgm:pt modelId="{336E2DD9-11EA-4E0D-8EE1-6DD3AD77851A}" type="parTrans" cxnId="{B40D735E-FDA3-42E1-9ECB-CF54BC2410F2}">
      <dgm:prSet/>
      <dgm:spPr/>
      <dgm:t>
        <a:bodyPr/>
        <a:lstStyle/>
        <a:p>
          <a:endParaRPr lang="pt-BR"/>
        </a:p>
      </dgm:t>
    </dgm:pt>
    <dgm:pt modelId="{31BABB13-9299-4D59-A580-713FF019EF37}" type="sibTrans" cxnId="{B40D735E-FDA3-42E1-9ECB-CF54BC2410F2}">
      <dgm:prSet/>
      <dgm:spPr/>
      <dgm:t>
        <a:bodyPr/>
        <a:lstStyle/>
        <a:p>
          <a:endParaRPr lang="pt-BR"/>
        </a:p>
      </dgm:t>
    </dgm:pt>
    <dgm:pt modelId="{0CB13788-CCC1-415A-A12D-FE441EE49680}">
      <dgm:prSet phldrT="[Texto]" custT="1"/>
      <dgm:spPr/>
      <dgm:t>
        <a:bodyPr/>
        <a:lstStyle/>
        <a:p>
          <a:pPr algn="l"/>
          <a:r>
            <a:rPr lang="pt-BR" sz="1400" dirty="0"/>
            <a:t>Comunicação da Transição</a:t>
          </a:r>
        </a:p>
      </dgm:t>
    </dgm:pt>
    <dgm:pt modelId="{21463FB3-CD96-4E69-877A-8DBB3F2C9396}" type="parTrans" cxnId="{E1345121-C327-4C5E-B588-7B1574F13DD5}">
      <dgm:prSet/>
      <dgm:spPr/>
      <dgm:t>
        <a:bodyPr/>
        <a:lstStyle/>
        <a:p>
          <a:endParaRPr lang="pt-BR"/>
        </a:p>
      </dgm:t>
    </dgm:pt>
    <dgm:pt modelId="{029019AE-BB20-497C-A1E3-DD68504BD7DC}" type="sibTrans" cxnId="{E1345121-C327-4C5E-B588-7B1574F13DD5}">
      <dgm:prSet/>
      <dgm:spPr/>
      <dgm:t>
        <a:bodyPr/>
        <a:lstStyle/>
        <a:p>
          <a:endParaRPr lang="pt-BR"/>
        </a:p>
      </dgm:t>
    </dgm:pt>
    <dgm:pt modelId="{8AB357AE-5816-43B2-A0F6-4FC884B2298A}">
      <dgm:prSet phldrT="[Texto]" custT="1"/>
      <dgm:spPr/>
      <dgm:t>
        <a:bodyPr/>
        <a:lstStyle/>
        <a:p>
          <a:pPr algn="l"/>
          <a:r>
            <a:rPr lang="pt-BR" sz="1400" dirty="0"/>
            <a:t>Gestão de indicadores e acompanhamento de metas</a:t>
          </a:r>
        </a:p>
      </dgm:t>
    </dgm:pt>
    <dgm:pt modelId="{D9F40801-DD25-4120-8BFB-A957C26BE0CE}" type="parTrans" cxnId="{C0DDD4E2-BC38-4817-AA11-65417352E469}">
      <dgm:prSet/>
      <dgm:spPr/>
      <dgm:t>
        <a:bodyPr/>
        <a:lstStyle/>
        <a:p>
          <a:endParaRPr lang="pt-BR"/>
        </a:p>
      </dgm:t>
    </dgm:pt>
    <dgm:pt modelId="{B12D62E4-ED24-466A-94D6-9A3B818E5A7E}" type="sibTrans" cxnId="{C0DDD4E2-BC38-4817-AA11-65417352E469}">
      <dgm:prSet/>
      <dgm:spPr/>
      <dgm:t>
        <a:bodyPr/>
        <a:lstStyle/>
        <a:p>
          <a:endParaRPr lang="pt-BR"/>
        </a:p>
      </dgm:t>
    </dgm:pt>
    <dgm:pt modelId="{B2E15692-87B0-48E4-B9B4-290D56CCD59B}" type="pres">
      <dgm:prSet presAssocID="{B74CB938-5D98-459B-BB6C-FAEDE538322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C95F96E1-9979-4613-B697-A61D34FF7853}" type="pres">
      <dgm:prSet presAssocID="{B56D34AC-1EF2-4610-88A1-E201C3FE7573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DEA07F0-A168-40E2-A64D-1BE0FC3B4A25}" type="pres">
      <dgm:prSet presAssocID="{94CA419D-893A-441D-8517-50819F291F76}" presName="sibTrans" presStyleCnt="0"/>
      <dgm:spPr/>
    </dgm:pt>
    <dgm:pt modelId="{8349EC7F-C9A9-44D4-8D3F-AF6DD9BA4966}" type="pres">
      <dgm:prSet presAssocID="{8AD0F0A6-95D1-4E48-8222-B92C366F61B1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233EC49-E446-4A66-8468-B54063630606}" type="pres">
      <dgm:prSet presAssocID="{B0AFFC85-CE8E-48DE-85C0-C1FF078D8574}" presName="sibTrans" presStyleCnt="0"/>
      <dgm:spPr/>
    </dgm:pt>
    <dgm:pt modelId="{78C988A0-8DC4-41FB-B79E-37E060489608}" type="pres">
      <dgm:prSet presAssocID="{4863AB88-F30F-4528-9A6F-E4B43F6440FD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10443CB-0FE7-42B1-BA23-1DE929281A1B}" type="pres">
      <dgm:prSet presAssocID="{B44D79B0-77D8-4D06-86DB-92A7945BEB86}" presName="sibTrans" presStyleCnt="0"/>
      <dgm:spPr/>
    </dgm:pt>
    <dgm:pt modelId="{104E4F44-A194-4252-A609-7382875AF3D0}" type="pres">
      <dgm:prSet presAssocID="{97EC324C-66D9-4EC6-A88B-D44C1DB23BD3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63525FA-54BF-4038-AECA-C2CEB293BFDA}" type="pres">
      <dgm:prSet presAssocID="{120CE911-0241-4DEC-8CC8-58CD62A61E55}" presName="sibTrans" presStyleCnt="0"/>
      <dgm:spPr/>
    </dgm:pt>
    <dgm:pt modelId="{EFB65BD4-AC1A-4A2F-A752-2FE228D2ECBE}" type="pres">
      <dgm:prSet presAssocID="{C78132BB-B869-497F-8672-185649A81178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D8EE6DBC-0EE8-4D8B-BF6B-A4FC45B08C5A}" srcId="{97EC324C-66D9-4EC6-A88B-D44C1DB23BD3}" destId="{759F063C-2A42-4B31-8176-5473F260A71A}" srcOrd="1" destOrd="0" parTransId="{0A7DB295-7E99-46C4-A884-9A4BA9CB08EC}" sibTransId="{4AA08486-358A-4D17-BFD6-9265EEEF84A8}"/>
    <dgm:cxn modelId="{5F9DB46C-9260-44AA-8627-7071379A62A0}" srcId="{8AD0F0A6-95D1-4E48-8222-B92C366F61B1}" destId="{75DEAC01-5965-4849-8470-7190E105E913}" srcOrd="2" destOrd="0" parTransId="{79117821-9F65-4756-B622-5EC5D89F766A}" sibTransId="{622EF060-BE7E-47B8-8DC1-38DA32B03E27}"/>
    <dgm:cxn modelId="{6948F474-E2A2-4E43-A1F7-4F4961B248A5}" type="presOf" srcId="{7DA2584A-44A8-4F7F-A362-833CBC324A42}" destId="{104E4F44-A194-4252-A609-7382875AF3D0}" srcOrd="0" destOrd="3" presId="urn:microsoft.com/office/officeart/2005/8/layout/hList6"/>
    <dgm:cxn modelId="{543AB1C6-91F8-4F21-A931-9C64D16B60D9}" srcId="{B74CB938-5D98-459B-BB6C-FAEDE5383221}" destId="{97EC324C-66D9-4EC6-A88B-D44C1DB23BD3}" srcOrd="3" destOrd="0" parTransId="{701925AB-A60D-445D-8D78-9E3BAEA73E59}" sibTransId="{120CE911-0241-4DEC-8CC8-58CD62A61E55}"/>
    <dgm:cxn modelId="{59DACBC8-E449-4E88-B800-98ABA5F3B739}" type="presOf" srcId="{B56D34AC-1EF2-4610-88A1-E201C3FE7573}" destId="{C95F96E1-9979-4613-B697-A61D34FF7853}" srcOrd="0" destOrd="0" presId="urn:microsoft.com/office/officeart/2005/8/layout/hList6"/>
    <dgm:cxn modelId="{37E4FCBC-82BC-4353-A1C2-733287340257}" srcId="{4863AB88-F30F-4528-9A6F-E4B43F6440FD}" destId="{CBED7929-C666-477B-9D75-E68128EEA72D}" srcOrd="3" destOrd="0" parTransId="{A839AB42-84FB-493A-A2D6-AE347AF97E00}" sibTransId="{8F145177-B981-4301-84F1-3FE773011EC2}"/>
    <dgm:cxn modelId="{095064F5-340D-4C58-BD8E-32D4DD05AB24}" srcId="{C78132BB-B869-497F-8672-185649A81178}" destId="{C9930793-4A83-4DD7-90B7-ACBEE541FCC6}" srcOrd="0" destOrd="0" parTransId="{C5F1434A-E772-49C7-9A26-06CC799121FF}" sibTransId="{5048395A-F610-47D2-8218-3FC7CE8ECBA8}"/>
    <dgm:cxn modelId="{0FF5B98C-69EF-428A-AC4B-80C11285FDDA}" type="presOf" srcId="{C78132BB-B869-497F-8672-185649A81178}" destId="{EFB65BD4-AC1A-4A2F-A752-2FE228D2ECBE}" srcOrd="0" destOrd="0" presId="urn:microsoft.com/office/officeart/2005/8/layout/hList6"/>
    <dgm:cxn modelId="{ADB34492-8F5E-4A73-AF1D-C360AABF0C55}" srcId="{8AD0F0A6-95D1-4E48-8222-B92C366F61B1}" destId="{E3FE53B1-BF96-4596-BDDE-66CFB71E2037}" srcOrd="0" destOrd="0" parTransId="{2F40D9B1-9E92-40EE-90BF-4E6FC61DFAFD}" sibTransId="{237E13A5-2D95-40E9-B8B7-CB4EC15D6392}"/>
    <dgm:cxn modelId="{EA3976D3-1420-4E94-B1C5-A77523EF7043}" srcId="{97EC324C-66D9-4EC6-A88B-D44C1DB23BD3}" destId="{7DA2584A-44A8-4F7F-A362-833CBC324A42}" srcOrd="2" destOrd="0" parTransId="{E594C032-F990-47B3-A6E4-B7F5DAAC9A25}" sibTransId="{77474CA0-D779-4F1E-8E27-1C3526701039}"/>
    <dgm:cxn modelId="{16E84B6A-25B0-46CD-A78F-67F268744E93}" type="presOf" srcId="{C9930793-4A83-4DD7-90B7-ACBEE541FCC6}" destId="{EFB65BD4-AC1A-4A2F-A752-2FE228D2ECBE}" srcOrd="0" destOrd="1" presId="urn:microsoft.com/office/officeart/2005/8/layout/hList6"/>
    <dgm:cxn modelId="{39E699D1-1A9E-4DB1-8AB8-B57E3A71F027}" srcId="{B56D34AC-1EF2-4610-88A1-E201C3FE7573}" destId="{1FFCBA0E-035F-40BB-B95E-AF11BF2C0EC7}" srcOrd="2" destOrd="0" parTransId="{5E1A7E6D-DE71-41E6-B808-3CE4ABEDAF2E}" sibTransId="{0997C3EE-8507-42A3-8CD1-A35D5A6573FC}"/>
    <dgm:cxn modelId="{0BD29A84-78C4-46AB-8C8B-97F7F1770806}" srcId="{B56D34AC-1EF2-4610-88A1-E201C3FE7573}" destId="{3F500E1E-B859-4899-ABE5-8AFEB2E078AF}" srcOrd="1" destOrd="0" parTransId="{11EAA0B3-28DC-4FE9-89E9-417A9C1C7FDF}" sibTransId="{4DD13B06-9C8F-457E-8C8B-938C89A22C80}"/>
    <dgm:cxn modelId="{E927A766-EAB7-4225-BA2E-09368CC3C083}" type="presOf" srcId="{8AB357AE-5816-43B2-A0F6-4FC884B2298A}" destId="{EFB65BD4-AC1A-4A2F-A752-2FE228D2ECBE}" srcOrd="0" destOrd="3" presId="urn:microsoft.com/office/officeart/2005/8/layout/hList6"/>
    <dgm:cxn modelId="{3BD1EEDA-AE93-482D-9846-AAB87474903B}" type="presOf" srcId="{97EC324C-66D9-4EC6-A88B-D44C1DB23BD3}" destId="{104E4F44-A194-4252-A609-7382875AF3D0}" srcOrd="0" destOrd="0" presId="urn:microsoft.com/office/officeart/2005/8/layout/hList6"/>
    <dgm:cxn modelId="{3346D11E-26B3-4F3D-B8D8-892F3F86BB86}" type="presOf" srcId="{EA872A41-F1AF-4F27-84B6-B8AAD9B21413}" destId="{78C988A0-8DC4-41FB-B79E-37E060489608}" srcOrd="0" destOrd="2" presId="urn:microsoft.com/office/officeart/2005/8/layout/hList6"/>
    <dgm:cxn modelId="{B40D735E-FDA3-42E1-9ECB-CF54BC2410F2}" srcId="{97EC324C-66D9-4EC6-A88B-D44C1DB23BD3}" destId="{5DC845C3-14EA-4642-8DEA-43F6FB4A5CA4}" srcOrd="3" destOrd="0" parTransId="{336E2DD9-11EA-4E0D-8EE1-6DD3AD77851A}" sibTransId="{31BABB13-9299-4D59-A580-713FF019EF37}"/>
    <dgm:cxn modelId="{751480F5-2278-44D5-9A38-915415986D54}" type="presOf" srcId="{CBED7929-C666-477B-9D75-E68128EEA72D}" destId="{78C988A0-8DC4-41FB-B79E-37E060489608}" srcOrd="0" destOrd="4" presId="urn:microsoft.com/office/officeart/2005/8/layout/hList6"/>
    <dgm:cxn modelId="{857C8154-9EC7-42B0-8A82-38DBE5B57E9C}" srcId="{4863AB88-F30F-4528-9A6F-E4B43F6440FD}" destId="{D6DD5F08-16AC-4257-BEFC-FEC93FC59DE3}" srcOrd="0" destOrd="0" parTransId="{E3FDE63D-763B-47E1-937C-B2B7C13539EC}" sibTransId="{39534B9E-800B-47CB-8C0E-50EBBD55010E}"/>
    <dgm:cxn modelId="{21C80908-1AFF-4B1E-80AB-52C1ECA88B7C}" srcId="{B74CB938-5D98-459B-BB6C-FAEDE5383221}" destId="{B56D34AC-1EF2-4610-88A1-E201C3FE7573}" srcOrd="0" destOrd="0" parTransId="{9F337C79-E966-49FC-8FE0-76548EB4C428}" sibTransId="{94CA419D-893A-441D-8517-50819F291F76}"/>
    <dgm:cxn modelId="{A676D9AC-B608-4A88-AC4A-F10785003A32}" type="presOf" srcId="{4958F68E-5A68-4C80-9C1F-8A548309DB85}" destId="{8349EC7F-C9A9-44D4-8D3F-AF6DD9BA4966}" srcOrd="0" destOrd="2" presId="urn:microsoft.com/office/officeart/2005/8/layout/hList6"/>
    <dgm:cxn modelId="{745DF880-A0B4-4A0D-8702-D2A9678048E3}" srcId="{C78132BB-B869-497F-8672-185649A81178}" destId="{AED7F84D-83E5-4A69-B30D-32AF8E9C18C4}" srcOrd="1" destOrd="0" parTransId="{37678C04-EC70-4409-A452-58DAFD864062}" sibTransId="{F5777766-A0EA-44BD-99B2-7C075A701CB0}"/>
    <dgm:cxn modelId="{ECD5839D-FCE4-41C0-B518-4217E4B6FD84}" type="presOf" srcId="{F9FBB35E-1758-49AD-B913-909A754AE444}" destId="{104E4F44-A194-4252-A609-7382875AF3D0}" srcOrd="0" destOrd="1" presId="urn:microsoft.com/office/officeart/2005/8/layout/hList6"/>
    <dgm:cxn modelId="{60CBEB09-0E6B-4A77-8F5C-51859345986C}" srcId="{B74CB938-5D98-459B-BB6C-FAEDE5383221}" destId="{C78132BB-B869-497F-8672-185649A81178}" srcOrd="4" destOrd="0" parTransId="{C409ADBF-4B49-410F-9F3E-A17F8C48EC9A}" sibTransId="{93CB417E-ECB8-45EF-8A38-437D07EB873B}"/>
    <dgm:cxn modelId="{6EF700EB-BE50-4EEE-9E9E-F6F85DEF6FC0}" type="presOf" srcId="{759F063C-2A42-4B31-8176-5473F260A71A}" destId="{104E4F44-A194-4252-A609-7382875AF3D0}" srcOrd="0" destOrd="2" presId="urn:microsoft.com/office/officeart/2005/8/layout/hList6"/>
    <dgm:cxn modelId="{0BC86436-B414-4687-A397-3BFFEE30C619}" type="presOf" srcId="{B52C8E94-3D26-4061-B5BB-A611416133CD}" destId="{78C988A0-8DC4-41FB-B79E-37E060489608}" srcOrd="0" destOrd="3" presId="urn:microsoft.com/office/officeart/2005/8/layout/hList6"/>
    <dgm:cxn modelId="{767DCBA5-670C-483E-95E5-F47990517F8C}" srcId="{B74CB938-5D98-459B-BB6C-FAEDE5383221}" destId="{4863AB88-F30F-4528-9A6F-E4B43F6440FD}" srcOrd="2" destOrd="0" parTransId="{14F848E0-772E-46E7-80CB-47D0B8424BD1}" sibTransId="{B44D79B0-77D8-4D06-86DB-92A7945BEB86}"/>
    <dgm:cxn modelId="{ECDAA2CE-6D19-479C-B54D-685EFF66B10A}" type="presOf" srcId="{5DC845C3-14EA-4642-8DEA-43F6FB4A5CA4}" destId="{104E4F44-A194-4252-A609-7382875AF3D0}" srcOrd="0" destOrd="4" presId="urn:microsoft.com/office/officeart/2005/8/layout/hList6"/>
    <dgm:cxn modelId="{63EC6388-0E8A-44DC-BC05-62C6EED48CF3}" type="presOf" srcId="{AED7F84D-83E5-4A69-B30D-32AF8E9C18C4}" destId="{EFB65BD4-AC1A-4A2F-A752-2FE228D2ECBE}" srcOrd="0" destOrd="2" presId="urn:microsoft.com/office/officeart/2005/8/layout/hList6"/>
    <dgm:cxn modelId="{15193425-CFC0-49DB-AF36-69063D5B5743}" type="presOf" srcId="{8AD0F0A6-95D1-4E48-8222-B92C366F61B1}" destId="{8349EC7F-C9A9-44D4-8D3F-AF6DD9BA4966}" srcOrd="0" destOrd="0" presId="urn:microsoft.com/office/officeart/2005/8/layout/hList6"/>
    <dgm:cxn modelId="{8964D42D-6653-4B7E-A90D-9E53759BAEB4}" srcId="{4863AB88-F30F-4528-9A6F-E4B43F6440FD}" destId="{EA872A41-F1AF-4F27-84B6-B8AAD9B21413}" srcOrd="1" destOrd="0" parTransId="{7F3C84DF-35BF-4C87-AFDF-E61AD98696C1}" sibTransId="{E24E5A4B-8B19-4286-A5A2-7C090020F7A9}"/>
    <dgm:cxn modelId="{D35D3844-DEEC-4CFC-ABD0-C6FA023DD877}" type="presOf" srcId="{75DEAC01-5965-4849-8470-7190E105E913}" destId="{8349EC7F-C9A9-44D4-8D3F-AF6DD9BA4966}" srcOrd="0" destOrd="3" presId="urn:microsoft.com/office/officeart/2005/8/layout/hList6"/>
    <dgm:cxn modelId="{5C22D5B0-F5D6-4CE7-BC14-142965BEE7F6}" type="presOf" srcId="{4863AB88-F30F-4528-9A6F-E4B43F6440FD}" destId="{78C988A0-8DC4-41FB-B79E-37E060489608}" srcOrd="0" destOrd="0" presId="urn:microsoft.com/office/officeart/2005/8/layout/hList6"/>
    <dgm:cxn modelId="{9F8F5BD7-90D6-4534-B97C-73BF16899773}" srcId="{4863AB88-F30F-4528-9A6F-E4B43F6440FD}" destId="{B52C8E94-3D26-4061-B5BB-A611416133CD}" srcOrd="2" destOrd="0" parTransId="{074AE079-E6CC-439D-B9FE-E82F0D43E52A}" sibTransId="{10C1536A-FF0C-4382-BB9A-8FF471F6A2BE}"/>
    <dgm:cxn modelId="{B2690ECC-8577-424E-8A61-30D96788053C}" srcId="{97EC324C-66D9-4EC6-A88B-D44C1DB23BD3}" destId="{F9FBB35E-1758-49AD-B913-909A754AE444}" srcOrd="0" destOrd="0" parTransId="{D18BE7AB-3960-4A48-8156-94EB0D0427A4}" sibTransId="{3FD79463-CA8B-49A2-AD6E-27D5B4C1A142}"/>
    <dgm:cxn modelId="{06B80554-3476-41B2-A0DD-36E3B928DD22}" type="presOf" srcId="{8B176BBF-4161-4DD1-89CF-3656191256CD}" destId="{8349EC7F-C9A9-44D4-8D3F-AF6DD9BA4966}" srcOrd="0" destOrd="4" presId="urn:microsoft.com/office/officeart/2005/8/layout/hList6"/>
    <dgm:cxn modelId="{D9E91136-09D7-4238-8417-128948109B62}" type="presOf" srcId="{E3FE53B1-BF96-4596-BDDE-66CFB71E2037}" destId="{8349EC7F-C9A9-44D4-8D3F-AF6DD9BA4966}" srcOrd="0" destOrd="1" presId="urn:microsoft.com/office/officeart/2005/8/layout/hList6"/>
    <dgm:cxn modelId="{9145753F-AA56-4353-924C-7DA842C6050B}" type="presOf" srcId="{1FFCBA0E-035F-40BB-B95E-AF11BF2C0EC7}" destId="{C95F96E1-9979-4613-B697-A61D34FF7853}" srcOrd="0" destOrd="3" presId="urn:microsoft.com/office/officeart/2005/8/layout/hList6"/>
    <dgm:cxn modelId="{FA4C87D1-FE74-4D35-B990-174AC3010472}" type="presOf" srcId="{2945B715-A388-4370-A428-1DBF7EA788F1}" destId="{C95F96E1-9979-4613-B697-A61D34FF7853}" srcOrd="0" destOrd="4" presId="urn:microsoft.com/office/officeart/2005/8/layout/hList6"/>
    <dgm:cxn modelId="{C0DDD4E2-BC38-4817-AA11-65417352E469}" srcId="{C78132BB-B869-497F-8672-185649A81178}" destId="{8AB357AE-5816-43B2-A0F6-4FC884B2298A}" srcOrd="2" destOrd="0" parTransId="{D9F40801-DD25-4120-8BFB-A957C26BE0CE}" sibTransId="{B12D62E4-ED24-466A-94D6-9A3B818E5A7E}"/>
    <dgm:cxn modelId="{6E8F4634-B3CC-424B-B7DF-ECC01298F4AD}" srcId="{C78132BB-B869-497F-8672-185649A81178}" destId="{51DE99E6-24C5-4AA2-9278-EE9FC5671F04}" srcOrd="3" destOrd="0" parTransId="{A1997EAF-F297-43C8-BE73-12E16534456D}" sibTransId="{6D0BA233-2028-4232-852D-64177365448E}"/>
    <dgm:cxn modelId="{D2B8A652-4B4B-4DCE-90E5-EF9D85817100}" type="presOf" srcId="{B74CB938-5D98-459B-BB6C-FAEDE5383221}" destId="{B2E15692-87B0-48E4-B9B4-290D56CCD59B}" srcOrd="0" destOrd="0" presId="urn:microsoft.com/office/officeart/2005/8/layout/hList6"/>
    <dgm:cxn modelId="{A9BA7FD5-1E70-4001-BB68-EF7409EB2A2B}" type="presOf" srcId="{3F500E1E-B859-4899-ABE5-8AFEB2E078AF}" destId="{C95F96E1-9979-4613-B697-A61D34FF7853}" srcOrd="0" destOrd="2" presId="urn:microsoft.com/office/officeart/2005/8/layout/hList6"/>
    <dgm:cxn modelId="{3BCD35E2-3FAC-4B5C-8E43-443FD27DEC60}" type="presOf" srcId="{0CB13788-CCC1-415A-A12D-FE441EE49680}" destId="{104E4F44-A194-4252-A609-7382875AF3D0}" srcOrd="0" destOrd="5" presId="urn:microsoft.com/office/officeart/2005/8/layout/hList6"/>
    <dgm:cxn modelId="{F8CAEAC2-2D5F-4FC7-9146-8EFBF18CD159}" srcId="{B74CB938-5D98-459B-BB6C-FAEDE5383221}" destId="{8AD0F0A6-95D1-4E48-8222-B92C366F61B1}" srcOrd="1" destOrd="0" parTransId="{B7AEB59D-F791-4387-9780-07382F17627C}" sibTransId="{B0AFFC85-CE8E-48DE-85C0-C1FF078D8574}"/>
    <dgm:cxn modelId="{142105AC-723C-458D-AD09-0D80B9D58498}" srcId="{B56D34AC-1EF2-4610-88A1-E201C3FE7573}" destId="{2945B715-A388-4370-A428-1DBF7EA788F1}" srcOrd="3" destOrd="0" parTransId="{36903C7A-FA15-40FF-A11E-4FD44C8B1D05}" sibTransId="{FBD19323-FAE3-4073-A24F-4F8AD7597C4D}"/>
    <dgm:cxn modelId="{2E2052EA-5000-4F73-8FE5-2980BABD42F7}" type="presOf" srcId="{51DE99E6-24C5-4AA2-9278-EE9FC5671F04}" destId="{EFB65BD4-AC1A-4A2F-A752-2FE228D2ECBE}" srcOrd="0" destOrd="4" presId="urn:microsoft.com/office/officeart/2005/8/layout/hList6"/>
    <dgm:cxn modelId="{3812BE36-EE06-4429-93E6-46AEA9D44549}" srcId="{B56D34AC-1EF2-4610-88A1-E201C3FE7573}" destId="{89B953FA-5F4C-4EE0-B05D-FC88145C8577}" srcOrd="0" destOrd="0" parTransId="{1FD99C74-135F-4688-9108-EBA12061FE38}" sibTransId="{B5D7E039-E1A9-408B-B038-E9E84C3A5646}"/>
    <dgm:cxn modelId="{E1345121-C327-4C5E-B588-7B1574F13DD5}" srcId="{97EC324C-66D9-4EC6-A88B-D44C1DB23BD3}" destId="{0CB13788-CCC1-415A-A12D-FE441EE49680}" srcOrd="4" destOrd="0" parTransId="{21463FB3-CD96-4E69-877A-8DBB3F2C9396}" sibTransId="{029019AE-BB20-497C-A1E3-DD68504BD7DC}"/>
    <dgm:cxn modelId="{780EA27F-3886-449D-8E9F-703AEB5A60CE}" srcId="{8AD0F0A6-95D1-4E48-8222-B92C366F61B1}" destId="{4958F68E-5A68-4C80-9C1F-8A548309DB85}" srcOrd="1" destOrd="0" parTransId="{63EBE284-B55E-4F45-84B0-07D7C176422E}" sibTransId="{4B2BD9E8-8641-405A-A5A2-0731A3BB7173}"/>
    <dgm:cxn modelId="{D47E0C59-5C8B-43F3-B2C9-1FBF21AC93EF}" type="presOf" srcId="{D6DD5F08-16AC-4257-BEFC-FEC93FC59DE3}" destId="{78C988A0-8DC4-41FB-B79E-37E060489608}" srcOrd="0" destOrd="1" presId="urn:microsoft.com/office/officeart/2005/8/layout/hList6"/>
    <dgm:cxn modelId="{F858E951-1AE5-4487-9EA9-2ADBE0221CAA}" srcId="{8AD0F0A6-95D1-4E48-8222-B92C366F61B1}" destId="{8B176BBF-4161-4DD1-89CF-3656191256CD}" srcOrd="3" destOrd="0" parTransId="{A60DFC08-8467-46D2-B71B-6CEC72643F47}" sibTransId="{63A0C9CF-81F3-4B4C-90DF-7A0EA672DDAB}"/>
    <dgm:cxn modelId="{80497E2D-5B4B-48D4-969E-9C8F247C8CEF}" type="presOf" srcId="{89B953FA-5F4C-4EE0-B05D-FC88145C8577}" destId="{C95F96E1-9979-4613-B697-A61D34FF7853}" srcOrd="0" destOrd="1" presId="urn:microsoft.com/office/officeart/2005/8/layout/hList6"/>
    <dgm:cxn modelId="{2731453E-2FC1-4A58-8712-E7F3FAFC2A1E}" type="presParOf" srcId="{B2E15692-87B0-48E4-B9B4-290D56CCD59B}" destId="{C95F96E1-9979-4613-B697-A61D34FF7853}" srcOrd="0" destOrd="0" presId="urn:microsoft.com/office/officeart/2005/8/layout/hList6"/>
    <dgm:cxn modelId="{B45E386D-E9A5-4E34-A843-6560B33F4BAA}" type="presParOf" srcId="{B2E15692-87B0-48E4-B9B4-290D56CCD59B}" destId="{DDEA07F0-A168-40E2-A64D-1BE0FC3B4A25}" srcOrd="1" destOrd="0" presId="urn:microsoft.com/office/officeart/2005/8/layout/hList6"/>
    <dgm:cxn modelId="{B9886C75-A10E-422C-9180-30CEAECDBA99}" type="presParOf" srcId="{B2E15692-87B0-48E4-B9B4-290D56CCD59B}" destId="{8349EC7F-C9A9-44D4-8D3F-AF6DD9BA4966}" srcOrd="2" destOrd="0" presId="urn:microsoft.com/office/officeart/2005/8/layout/hList6"/>
    <dgm:cxn modelId="{888F68DD-6C60-413F-881D-5F8D468C556F}" type="presParOf" srcId="{B2E15692-87B0-48E4-B9B4-290D56CCD59B}" destId="{1233EC49-E446-4A66-8468-B54063630606}" srcOrd="3" destOrd="0" presId="urn:microsoft.com/office/officeart/2005/8/layout/hList6"/>
    <dgm:cxn modelId="{DC89B152-593A-40EB-B70E-AEDF4A284DAA}" type="presParOf" srcId="{B2E15692-87B0-48E4-B9B4-290D56CCD59B}" destId="{78C988A0-8DC4-41FB-B79E-37E060489608}" srcOrd="4" destOrd="0" presId="urn:microsoft.com/office/officeart/2005/8/layout/hList6"/>
    <dgm:cxn modelId="{74424C51-EBA8-4F10-B82D-239C54851095}" type="presParOf" srcId="{B2E15692-87B0-48E4-B9B4-290D56CCD59B}" destId="{010443CB-0FE7-42B1-BA23-1DE929281A1B}" srcOrd="5" destOrd="0" presId="urn:microsoft.com/office/officeart/2005/8/layout/hList6"/>
    <dgm:cxn modelId="{AFA8F0A0-8CE4-4530-B683-BE931E184FF4}" type="presParOf" srcId="{B2E15692-87B0-48E4-B9B4-290D56CCD59B}" destId="{104E4F44-A194-4252-A609-7382875AF3D0}" srcOrd="6" destOrd="0" presId="urn:microsoft.com/office/officeart/2005/8/layout/hList6"/>
    <dgm:cxn modelId="{509501F3-0659-446C-B1E7-690DD062BCAB}" type="presParOf" srcId="{B2E15692-87B0-48E4-B9B4-290D56CCD59B}" destId="{963525FA-54BF-4038-AECA-C2CEB293BFDA}" srcOrd="7" destOrd="0" presId="urn:microsoft.com/office/officeart/2005/8/layout/hList6"/>
    <dgm:cxn modelId="{D39FFC30-9BF3-4BDF-A99C-E85E2C5E53BF}" type="presParOf" srcId="{B2E15692-87B0-48E4-B9B4-290D56CCD59B}" destId="{EFB65BD4-AC1A-4A2F-A752-2FE228D2ECBE}" srcOrd="8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5F96E1-9979-4613-B697-A61D34FF7853}">
      <dsp:nvSpPr>
        <dsp:cNvPr id="0" name=""/>
        <dsp:cNvSpPr/>
      </dsp:nvSpPr>
      <dsp:spPr>
        <a:xfrm rot="16200000">
          <a:off x="-1821087" y="1826187"/>
          <a:ext cx="5441958" cy="1789583"/>
        </a:xfrm>
        <a:prstGeom prst="flowChartManualOperati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RFP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i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Assessment</a:t>
          </a: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N1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Elaborar RFP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Divulgar RFP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Selecionar o Fornecedor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Contratar Fornecedor</a:t>
          </a:r>
        </a:p>
      </dsp:txBody>
      <dsp:txXfrm rot="5400000">
        <a:off x="5100" y="1088392"/>
        <a:ext cx="1789583" cy="3265174"/>
      </dsp:txXfrm>
    </dsp:sp>
    <dsp:sp modelId="{8349EC7F-C9A9-44D4-8D3F-AF6DD9BA4966}">
      <dsp:nvSpPr>
        <dsp:cNvPr id="0" name=""/>
        <dsp:cNvSpPr/>
      </dsp:nvSpPr>
      <dsp:spPr>
        <a:xfrm rot="16200000">
          <a:off x="102714" y="1826187"/>
          <a:ext cx="5441958" cy="1789583"/>
        </a:xfrm>
        <a:prstGeom prst="flowChartManualOperati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Projeto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i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Assessment</a:t>
          </a: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N1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Mapear  as atividades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Mapear  o processo de Ger. de Incidentes e Indicadores contemplando N1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Elaborar e validar os procedimentos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Realizar testes de mesa com os procedimentos</a:t>
          </a:r>
        </a:p>
      </dsp:txBody>
      <dsp:txXfrm rot="5400000">
        <a:off x="1928901" y="1088392"/>
        <a:ext cx="1789583" cy="3265174"/>
      </dsp:txXfrm>
    </dsp:sp>
    <dsp:sp modelId="{78C988A0-8DC4-41FB-B79E-37E060489608}">
      <dsp:nvSpPr>
        <dsp:cNvPr id="0" name=""/>
        <dsp:cNvSpPr/>
      </dsp:nvSpPr>
      <dsp:spPr>
        <a:xfrm rot="16200000">
          <a:off x="2026515" y="1826187"/>
          <a:ext cx="5441958" cy="1789583"/>
        </a:xfrm>
        <a:prstGeom prst="flowChartManualOperati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RFP 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Serviço de Suporte N1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Elaborar RFP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Divulgar RFP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Selecionar o Fornecedor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Contratar o Fornecedor</a:t>
          </a:r>
        </a:p>
      </dsp:txBody>
      <dsp:txXfrm rot="5400000">
        <a:off x="3852702" y="1088392"/>
        <a:ext cx="1789583" cy="3265174"/>
      </dsp:txXfrm>
    </dsp:sp>
    <dsp:sp modelId="{104E4F44-A194-4252-A609-7382875AF3D0}">
      <dsp:nvSpPr>
        <dsp:cNvPr id="0" name=""/>
        <dsp:cNvSpPr/>
      </dsp:nvSpPr>
      <dsp:spPr>
        <a:xfrm rot="16200000">
          <a:off x="3950317" y="1826187"/>
          <a:ext cx="5441958" cy="1789583"/>
        </a:xfrm>
        <a:prstGeom prst="flowChartManualOperati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Implantação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Suporte N1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Mobilização equipe Fornecedor e N2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Planejamento da Transição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Habilitação do Fornecedor (Acessos, Instalação e </a:t>
          </a:r>
          <a:r>
            <a:rPr lang="pt-BR" sz="1400" kern="1200" dirty="0" err="1"/>
            <a:t>Config</a:t>
          </a:r>
          <a:r>
            <a:rPr lang="pt-BR" sz="1400" kern="1200" dirty="0"/>
            <a:t>. de Softwares, etc.)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Treinamento do Fornecedor nos Procedimentos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Comunicação da Transição</a:t>
          </a:r>
        </a:p>
      </dsp:txBody>
      <dsp:txXfrm rot="5400000">
        <a:off x="5776504" y="1088392"/>
        <a:ext cx="1789583" cy="3265174"/>
      </dsp:txXfrm>
    </dsp:sp>
    <dsp:sp modelId="{EFB65BD4-AC1A-4A2F-A752-2FE228D2ECBE}">
      <dsp:nvSpPr>
        <dsp:cNvPr id="0" name=""/>
        <dsp:cNvSpPr/>
      </dsp:nvSpPr>
      <dsp:spPr>
        <a:xfrm rot="16200000">
          <a:off x="5874119" y="1826187"/>
          <a:ext cx="5441958" cy="1789583"/>
        </a:xfrm>
        <a:prstGeom prst="flowChartManualOperati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Operação 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Suporte N1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Go-Live N1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Operação Assistida N1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Gestão de indicadores e acompanhamento de metas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/>
            <a:t>Correções e ajustes necessários</a:t>
          </a:r>
        </a:p>
      </dsp:txBody>
      <dsp:txXfrm rot="5400000">
        <a:off x="7700306" y="1088392"/>
        <a:ext cx="1789583" cy="32651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8/18/2016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8/18/2016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8/18/2016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8/18/2016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8/18/2016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8/18/2016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8/18/2016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8/18/2016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8/18/2016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8/18/2016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8/18/2016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8/18/2016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5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hyperlink" Target="../07.%20Entrega%20final/125-Monitora&#231;&#227;o%20de%20Arquivo%20EDI%20-%20Parceiros%20Cr&#237;ticos.docx" TargetMode="Externa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slide" Target="slide18.xml"/><Relationship Id="rId5" Type="http://schemas.openxmlformats.org/officeDocument/2006/relationships/image" Target="../media/image9.png"/><Relationship Id="rId10" Type="http://schemas.openxmlformats.org/officeDocument/2006/relationships/slide" Target="slide8.xml"/><Relationship Id="rId4" Type="http://schemas.openxmlformats.org/officeDocument/2006/relationships/hyperlink" Target="../07.%20Entrega%20final/Escalonamento%20de%20Suporte%20Smiles.xlsm" TargetMode="External"/><Relationship Id="rId9" Type="http://schemas.openxmlformats.org/officeDocument/2006/relationships/slide" Target="slide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slide" Target="sl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slide" Target="sl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slide" Target="slid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slide" Target="slid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slide" Target="slid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slide" Target="slid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slide" Target="slide7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slide" Target="slide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slide" Target="slide7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slide" Target="slide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906" y="5642584"/>
            <a:ext cx="2019582" cy="10669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2"/>
          <p:cNvSpPr/>
          <p:nvPr/>
        </p:nvSpPr>
        <p:spPr>
          <a:xfrm>
            <a:off x="1" y="1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303" y="3057419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" y="1695350"/>
            <a:ext cx="5688627" cy="3947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Projeto </a:t>
            </a:r>
            <a:r>
              <a:rPr lang="pt-BR" sz="3200" b="1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Assessment</a:t>
            </a:r>
            <a:r>
              <a:rPr lang="pt-BR" sz="32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N1</a:t>
            </a: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Mapeamento dos Procedimentos de Suporte N1</a:t>
            </a: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Gerência de Infraestrutura </a:t>
            </a: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e Operações de TI</a:t>
            </a: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r>
              <a:rPr lang="en-US" sz="16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Agosto/2016</a:t>
            </a:r>
          </a:p>
          <a:p>
            <a:pPr algn="r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1.0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85" y="4029095"/>
            <a:ext cx="1518363" cy="1518363"/>
          </a:xfrm>
          <a:prstGeom prst="rect">
            <a:avLst/>
          </a:prstGeom>
        </p:spPr>
      </p:pic>
      <p:sp>
        <p:nvSpPr>
          <p:cNvPr id="11" name="Espaço Reservado para Número de Slid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996287"/>
            <a:ext cx="5600161" cy="52628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 indent="36000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80000" indent="360000" algn="just"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Iniciativa N1 – </a:t>
            </a:r>
            <a:r>
              <a:rPr lang="pt-BR" i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RoadMap</a:t>
            </a:r>
            <a:endParaRPr lang="pt-BR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80000" indent="360000" algn="just"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Assessment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N1 - Linha do Tempo</a:t>
            </a:r>
          </a:p>
          <a:p>
            <a:pPr marL="180000" lvl="1" indent="360000" algn="just"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Assessment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N1 - Envolvidos no Projeto</a:t>
            </a:r>
          </a:p>
          <a:p>
            <a:pPr marL="180000" lvl="1" indent="360000" algn="just"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Assessment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N1 - Resultados Quantitativos</a:t>
            </a:r>
          </a:p>
          <a:p>
            <a:pPr marL="180000" lvl="1" indent="360000" algn="just"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Assessment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N1 - Demonstração de Entregáveis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Sumário</a:t>
            </a:r>
          </a:p>
        </p:txBody>
      </p:sp>
      <p:pic>
        <p:nvPicPr>
          <p:cNvPr id="1026" name="Picture 2" descr="http://www.camarasarapui.sp.gov.br/wp-content/uploads/2016/06/47ED4EBA-A80D-DBEE-DBAE-C2AE66C403E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030" y="2028853"/>
            <a:ext cx="2945642" cy="2945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6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Iniciativa N1 – </a:t>
            </a:r>
            <a:r>
              <a:rPr lang="pt-BR" sz="2400" i="1" dirty="0" err="1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RoadMap</a:t>
            </a:r>
            <a:endParaRPr lang="pt-BR" sz="2400" i="1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767511509"/>
              </p:ext>
            </p:extLst>
          </p:nvPr>
        </p:nvGraphicFramePr>
        <p:xfrm>
          <a:off x="304103" y="914395"/>
          <a:ext cx="9494990" cy="54419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6" name="Picture 4" descr="http://www.clker.com/cliparts/t/a/S/x/P/j/engrenagem-hi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573363" y="718113"/>
            <a:ext cx="972000" cy="1066352"/>
          </a:xfrm>
          <a:prstGeom prst="rect">
            <a:avLst/>
          </a:prstGeom>
          <a:noFill/>
          <a:effectLst>
            <a:glow rad="101600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http://www.clker.com/cliparts/2/k/n/l/C/Q/transparent-green-checkmark-md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341" y="843948"/>
            <a:ext cx="902516" cy="940517"/>
          </a:xfrm>
          <a:prstGeom prst="rect">
            <a:avLst/>
          </a:prstGeom>
          <a:noFill/>
          <a:effectLst>
            <a:glow rad="101600">
              <a:schemeClr val="bg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http://www.clker.com/cliparts/2/k/n/l/C/Q/transparent-green-checkmark-md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8066" y="843948"/>
            <a:ext cx="902516" cy="940517"/>
          </a:xfrm>
          <a:prstGeom prst="rect">
            <a:avLst/>
          </a:prstGeom>
          <a:noFill/>
          <a:effectLst>
            <a:glow rad="101600">
              <a:schemeClr val="bg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3" name="Pentágono 12"/>
          <p:cNvSpPr/>
          <p:nvPr/>
        </p:nvSpPr>
        <p:spPr>
          <a:xfrm>
            <a:off x="4156029" y="6037631"/>
            <a:ext cx="1872000" cy="360000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 dias</a:t>
            </a:r>
          </a:p>
        </p:txBody>
      </p:sp>
      <p:sp>
        <p:nvSpPr>
          <p:cNvPr id="17" name="Pentágono 16"/>
          <p:cNvSpPr/>
          <p:nvPr/>
        </p:nvSpPr>
        <p:spPr>
          <a:xfrm>
            <a:off x="6075681" y="6037631"/>
            <a:ext cx="1872000" cy="360000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</a:t>
            </a:r>
            <a:r>
              <a:rPr lang="pt-BR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dias</a:t>
            </a:r>
          </a:p>
        </p:txBody>
      </p:sp>
      <p:sp>
        <p:nvSpPr>
          <p:cNvPr id="20" name="Pentágono 19"/>
          <p:cNvSpPr/>
          <p:nvPr/>
        </p:nvSpPr>
        <p:spPr>
          <a:xfrm>
            <a:off x="7995333" y="6037631"/>
            <a:ext cx="1872000" cy="360000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45 </a:t>
            </a:r>
            <a:r>
              <a:rPr lang="pt-BR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dias</a:t>
            </a:r>
          </a:p>
        </p:txBody>
      </p:sp>
    </p:spTree>
    <p:extLst>
      <p:ext uri="{BB962C8B-B14F-4D97-AF65-F5344CB8AC3E}">
        <p14:creationId xmlns:p14="http://schemas.microsoft.com/office/powerpoint/2010/main" val="335558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>
          <a:xfrm>
            <a:off x="7400259" y="6355330"/>
            <a:ext cx="2360666" cy="365125"/>
          </a:xfrm>
        </p:spPr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– Linha do Tempo</a:t>
            </a:r>
          </a:p>
        </p:txBody>
      </p:sp>
      <p:graphicFrame>
        <p:nvGraphicFramePr>
          <p:cNvPr id="38" name="Tabela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300655"/>
              </p:ext>
            </p:extLst>
          </p:nvPr>
        </p:nvGraphicFramePr>
        <p:xfrm>
          <a:off x="236517" y="1403800"/>
          <a:ext cx="9685407" cy="4577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65083">
                  <a:extLst>
                    <a:ext uri="{9D8B030D-6E8A-4147-A177-3AD203B41FA5}">
                      <a16:colId xmlns="" xmlns:a16="http://schemas.microsoft.com/office/drawing/2014/main" val="4209339343"/>
                    </a:ext>
                  </a:extLst>
                </a:gridCol>
                <a:gridCol w="1047020">
                  <a:extLst>
                    <a:ext uri="{9D8B030D-6E8A-4147-A177-3AD203B41FA5}">
                      <a16:colId xmlns="" xmlns:a16="http://schemas.microsoft.com/office/drawing/2014/main" val="2360409619"/>
                    </a:ext>
                  </a:extLst>
                </a:gridCol>
                <a:gridCol w="1047020">
                  <a:extLst>
                    <a:ext uri="{9D8B030D-6E8A-4147-A177-3AD203B41FA5}">
                      <a16:colId xmlns="" xmlns:a16="http://schemas.microsoft.com/office/drawing/2014/main" val="1020117848"/>
                    </a:ext>
                  </a:extLst>
                </a:gridCol>
                <a:gridCol w="1047020">
                  <a:extLst>
                    <a:ext uri="{9D8B030D-6E8A-4147-A177-3AD203B41FA5}">
                      <a16:colId xmlns="" xmlns:a16="http://schemas.microsoft.com/office/drawing/2014/main" val="2124752583"/>
                    </a:ext>
                  </a:extLst>
                </a:gridCol>
                <a:gridCol w="1047020">
                  <a:extLst>
                    <a:ext uri="{9D8B030D-6E8A-4147-A177-3AD203B41FA5}">
                      <a16:colId xmlns="" xmlns:a16="http://schemas.microsoft.com/office/drawing/2014/main" val="2442698188"/>
                    </a:ext>
                  </a:extLst>
                </a:gridCol>
                <a:gridCol w="1410748">
                  <a:extLst>
                    <a:ext uri="{9D8B030D-6E8A-4147-A177-3AD203B41FA5}">
                      <a16:colId xmlns="" xmlns:a16="http://schemas.microsoft.com/office/drawing/2014/main" val="832855560"/>
                    </a:ext>
                  </a:extLst>
                </a:gridCol>
                <a:gridCol w="141074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410748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29</a:t>
                      </a:r>
                      <a:r>
                        <a:rPr lang="pt-BR" baseline="0" dirty="0"/>
                        <a:t> - 02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04 – 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 –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18 –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25 - 29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01</a:t>
                      </a:r>
                      <a:r>
                        <a:rPr lang="pt-BR" baseline="0" dirty="0"/>
                        <a:t> - 04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08 - 12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15 - 19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06167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473824416"/>
                  </a:ext>
                </a:extLst>
              </a:tr>
            </a:tbl>
          </a:graphicData>
        </a:graphic>
      </p:graphicFrame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747484"/>
              </p:ext>
            </p:extLst>
          </p:nvPr>
        </p:nvGraphicFramePr>
        <p:xfrm>
          <a:off x="247667" y="951072"/>
          <a:ext cx="9660609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2629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23080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20351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Junho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Julho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Agosto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Pentágono 38"/>
          <p:cNvSpPr/>
          <p:nvPr/>
        </p:nvSpPr>
        <p:spPr>
          <a:xfrm>
            <a:off x="277462" y="1876150"/>
            <a:ext cx="1468962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dias</a:t>
            </a:r>
          </a:p>
        </p:txBody>
      </p:sp>
      <p:sp>
        <p:nvSpPr>
          <p:cNvPr id="40" name="Pentágono 39"/>
          <p:cNvSpPr/>
          <p:nvPr/>
        </p:nvSpPr>
        <p:spPr>
          <a:xfrm>
            <a:off x="1674057" y="2257807"/>
            <a:ext cx="2883496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 dias</a:t>
            </a:r>
          </a:p>
        </p:txBody>
      </p:sp>
      <p:sp>
        <p:nvSpPr>
          <p:cNvPr id="41" name="Pentágono 40"/>
          <p:cNvSpPr/>
          <p:nvPr/>
        </p:nvSpPr>
        <p:spPr>
          <a:xfrm>
            <a:off x="1719128" y="2737309"/>
            <a:ext cx="959477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dias</a:t>
            </a:r>
          </a:p>
        </p:txBody>
      </p:sp>
      <p:sp>
        <p:nvSpPr>
          <p:cNvPr id="42" name="Pentágono 41"/>
          <p:cNvSpPr/>
          <p:nvPr/>
        </p:nvSpPr>
        <p:spPr>
          <a:xfrm>
            <a:off x="2705901" y="3163440"/>
            <a:ext cx="959477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dias</a:t>
            </a:r>
            <a:endParaRPr lang="pt-B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Pentágono 42"/>
          <p:cNvSpPr/>
          <p:nvPr/>
        </p:nvSpPr>
        <p:spPr>
          <a:xfrm>
            <a:off x="4647276" y="4049711"/>
            <a:ext cx="3909870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18 dias</a:t>
            </a:r>
          </a:p>
        </p:txBody>
      </p:sp>
      <p:sp>
        <p:nvSpPr>
          <p:cNvPr id="44" name="Pentágono 43"/>
          <p:cNvSpPr/>
          <p:nvPr/>
        </p:nvSpPr>
        <p:spPr>
          <a:xfrm>
            <a:off x="5333795" y="4574827"/>
            <a:ext cx="3223351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11 dias</a:t>
            </a:r>
          </a:p>
        </p:txBody>
      </p:sp>
      <p:sp>
        <p:nvSpPr>
          <p:cNvPr id="45" name="Pentágono 44"/>
          <p:cNvSpPr/>
          <p:nvPr/>
        </p:nvSpPr>
        <p:spPr>
          <a:xfrm>
            <a:off x="4374317" y="3582244"/>
            <a:ext cx="959477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dias</a:t>
            </a:r>
          </a:p>
        </p:txBody>
      </p:sp>
      <p:sp>
        <p:nvSpPr>
          <p:cNvPr id="46" name="TextBox 8"/>
          <p:cNvSpPr txBox="1"/>
          <p:nvPr/>
        </p:nvSpPr>
        <p:spPr>
          <a:xfrm>
            <a:off x="1738794" y="1888620"/>
            <a:ext cx="546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Mobilização</a:t>
            </a:r>
            <a:r>
              <a:rPr lang="en-US" sz="1400" dirty="0">
                <a:cs typeface="Gotham Rounded Book"/>
              </a:rPr>
              <a:t> da </a:t>
            </a:r>
            <a:r>
              <a:rPr lang="en-US" sz="1400" dirty="0" err="1">
                <a:cs typeface="Gotham Rounded Book"/>
              </a:rPr>
              <a:t>equipe</a:t>
            </a:r>
            <a:r>
              <a:rPr lang="en-US" sz="1400" dirty="0">
                <a:cs typeface="Gotham Rounded Book"/>
              </a:rPr>
              <a:t>, Kick-off e Templates</a:t>
            </a:r>
          </a:p>
        </p:txBody>
      </p:sp>
      <p:sp>
        <p:nvSpPr>
          <p:cNvPr id="47" name="TextBox 8"/>
          <p:cNvSpPr txBox="1"/>
          <p:nvPr/>
        </p:nvSpPr>
        <p:spPr>
          <a:xfrm>
            <a:off x="4565947" y="2293011"/>
            <a:ext cx="4443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Mapeamento</a:t>
            </a:r>
            <a:r>
              <a:rPr lang="en-US" sz="1400" dirty="0">
                <a:cs typeface="Gotham Rounded Book"/>
              </a:rPr>
              <a:t> das </a:t>
            </a:r>
            <a:r>
              <a:rPr lang="en-US" sz="1400" dirty="0" err="1">
                <a:cs typeface="Gotham Rounded Book"/>
              </a:rPr>
              <a:t>atividades</a:t>
            </a:r>
            <a:endParaRPr lang="en-US" sz="1400" dirty="0">
              <a:cs typeface="Gotham Rounded Book"/>
            </a:endParaRPr>
          </a:p>
        </p:txBody>
      </p:sp>
      <p:sp>
        <p:nvSpPr>
          <p:cNvPr id="48" name="TextBox 8"/>
          <p:cNvSpPr txBox="1"/>
          <p:nvPr/>
        </p:nvSpPr>
        <p:spPr>
          <a:xfrm>
            <a:off x="2665663" y="2767426"/>
            <a:ext cx="546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cs typeface="Gotham Rounded Book"/>
              </a:rPr>
              <a:t>Macro </a:t>
            </a:r>
            <a:r>
              <a:rPr lang="en-US" sz="1400" dirty="0" err="1">
                <a:cs typeface="Gotham Rounded Book"/>
              </a:rPr>
              <a:t>fluxo</a:t>
            </a:r>
            <a:r>
              <a:rPr lang="en-US" sz="1400" dirty="0">
                <a:cs typeface="Gotham Rounded Book"/>
              </a:rPr>
              <a:t> de Ger. de </a:t>
            </a:r>
            <a:r>
              <a:rPr lang="en-US" sz="1400" dirty="0" err="1" smtClean="0">
                <a:cs typeface="Gotham Rounded Book"/>
              </a:rPr>
              <a:t>Incidentes</a:t>
            </a:r>
            <a:r>
              <a:rPr lang="en-US" sz="1400" dirty="0" smtClean="0">
                <a:cs typeface="Gotham Rounded Book"/>
              </a:rPr>
              <a:t> e </a:t>
            </a:r>
            <a:r>
              <a:rPr lang="en-US" sz="1400" dirty="0" err="1" smtClean="0">
                <a:cs typeface="Gotham Rounded Book"/>
              </a:rPr>
              <a:t>indicadores</a:t>
            </a:r>
            <a:endParaRPr lang="en-US" sz="1400" dirty="0">
              <a:cs typeface="Gotham Rounded Book"/>
            </a:endParaRPr>
          </a:p>
        </p:txBody>
      </p:sp>
      <p:sp>
        <p:nvSpPr>
          <p:cNvPr id="49" name="TextBox 8"/>
          <p:cNvSpPr txBox="1"/>
          <p:nvPr/>
        </p:nvSpPr>
        <p:spPr>
          <a:xfrm>
            <a:off x="3660408" y="3192428"/>
            <a:ext cx="546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Estrutura</a:t>
            </a:r>
            <a:r>
              <a:rPr lang="en-US" sz="1400" dirty="0">
                <a:cs typeface="Gotham Rounded Book"/>
              </a:rPr>
              <a:t> de </a:t>
            </a:r>
            <a:r>
              <a:rPr lang="en-US" sz="1400" dirty="0" err="1">
                <a:cs typeface="Gotham Rounded Book"/>
              </a:rPr>
              <a:t>apresentação</a:t>
            </a:r>
            <a:r>
              <a:rPr lang="en-US" sz="1400" dirty="0">
                <a:cs typeface="Gotham Rounded Book"/>
              </a:rPr>
              <a:t> dos </a:t>
            </a:r>
            <a:r>
              <a:rPr lang="en-US" sz="1400" dirty="0" err="1">
                <a:cs typeface="Gotham Rounded Book"/>
              </a:rPr>
              <a:t>procedimentos</a:t>
            </a:r>
            <a:r>
              <a:rPr lang="en-US" sz="1400" dirty="0">
                <a:cs typeface="Gotham Rounded Book"/>
              </a:rPr>
              <a:t> e </a:t>
            </a:r>
            <a:r>
              <a:rPr lang="en-US" sz="1400" dirty="0" err="1">
                <a:cs typeface="Gotham Rounded Book"/>
              </a:rPr>
              <a:t>processo</a:t>
            </a:r>
            <a:endParaRPr lang="en-US" sz="1400" dirty="0">
              <a:cs typeface="Gotham Rounded Book"/>
            </a:endParaRPr>
          </a:p>
        </p:txBody>
      </p:sp>
      <p:sp>
        <p:nvSpPr>
          <p:cNvPr id="50" name="TextBox 8"/>
          <p:cNvSpPr txBox="1"/>
          <p:nvPr/>
        </p:nvSpPr>
        <p:spPr>
          <a:xfrm>
            <a:off x="2936445" y="4589005"/>
            <a:ext cx="2381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cs typeface="Gotham Rounded Book"/>
              </a:rPr>
              <a:t>Validação</a:t>
            </a:r>
            <a:r>
              <a:rPr lang="en-US" sz="1400" dirty="0">
                <a:cs typeface="Gotham Rounded Book"/>
              </a:rPr>
              <a:t> dos </a:t>
            </a:r>
            <a:r>
              <a:rPr lang="en-US" sz="1400" dirty="0" err="1">
                <a:cs typeface="Gotham Rounded Book"/>
              </a:rPr>
              <a:t>procedimentos</a:t>
            </a:r>
            <a:endParaRPr lang="en-US" sz="1400" dirty="0">
              <a:cs typeface="Gotham Rounded Book"/>
            </a:endParaRPr>
          </a:p>
        </p:txBody>
      </p:sp>
      <p:sp>
        <p:nvSpPr>
          <p:cNvPr id="51" name="TextBox 8"/>
          <p:cNvSpPr txBox="1"/>
          <p:nvPr/>
        </p:nvSpPr>
        <p:spPr>
          <a:xfrm>
            <a:off x="2186911" y="4081383"/>
            <a:ext cx="2446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cs typeface="Gotham Rounded Book"/>
              </a:rPr>
              <a:t>Elaboração</a:t>
            </a:r>
            <a:r>
              <a:rPr lang="en-US" sz="1400" dirty="0">
                <a:cs typeface="Gotham Rounded Book"/>
              </a:rPr>
              <a:t> dos </a:t>
            </a:r>
            <a:r>
              <a:rPr lang="en-US" sz="1400" dirty="0" err="1">
                <a:cs typeface="Gotham Rounded Book"/>
              </a:rPr>
              <a:t>procedimentos</a:t>
            </a:r>
            <a:endParaRPr lang="en-US" sz="1400" dirty="0">
              <a:cs typeface="Gotham Rounded Book"/>
            </a:endParaRPr>
          </a:p>
        </p:txBody>
      </p:sp>
      <p:sp>
        <p:nvSpPr>
          <p:cNvPr id="54" name="TextBox 8"/>
          <p:cNvSpPr txBox="1"/>
          <p:nvPr/>
        </p:nvSpPr>
        <p:spPr>
          <a:xfrm>
            <a:off x="5302912" y="3604715"/>
            <a:ext cx="435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Validação</a:t>
            </a:r>
            <a:r>
              <a:rPr lang="en-US" sz="1400" dirty="0">
                <a:cs typeface="Gotham Rounded Book"/>
              </a:rPr>
              <a:t> das </a:t>
            </a:r>
            <a:r>
              <a:rPr lang="en-US" sz="1400" dirty="0" err="1">
                <a:cs typeface="Gotham Rounded Book"/>
              </a:rPr>
              <a:t>atividades</a:t>
            </a:r>
            <a:r>
              <a:rPr lang="en-US" sz="1400" dirty="0">
                <a:cs typeface="Gotham Rounded Book"/>
              </a:rPr>
              <a:t> de N1 e N2</a:t>
            </a:r>
          </a:p>
        </p:txBody>
      </p:sp>
      <p:cxnSp>
        <p:nvCxnSpPr>
          <p:cNvPr id="56" name="Conector de seta reta 3"/>
          <p:cNvCxnSpPr/>
          <p:nvPr/>
        </p:nvCxnSpPr>
        <p:spPr>
          <a:xfrm>
            <a:off x="8933320" y="1750725"/>
            <a:ext cx="0" cy="4068000"/>
          </a:xfrm>
          <a:prstGeom prst="straightConnector1">
            <a:avLst/>
          </a:prstGeom>
          <a:noFill/>
          <a:ln w="38100" cap="flat" cmpd="sng" algn="ctr">
            <a:solidFill>
              <a:srgbClr val="C00000"/>
            </a:solidFill>
            <a:prstDash val="sysDot"/>
            <a:headEnd type="diamond" w="lg" len="lg"/>
            <a:tailEnd type="diamond" w="lg" len="lg"/>
          </a:ln>
          <a:effectLst/>
        </p:spPr>
      </p:cxnSp>
      <p:sp>
        <p:nvSpPr>
          <p:cNvPr id="57" name="TextBox 8"/>
          <p:cNvSpPr txBox="1"/>
          <p:nvPr/>
        </p:nvSpPr>
        <p:spPr>
          <a:xfrm>
            <a:off x="6959764" y="5941374"/>
            <a:ext cx="1400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cs typeface="Gotham Rounded Book"/>
              </a:rPr>
              <a:t>Apresentação</a:t>
            </a:r>
            <a:endParaRPr lang="en-US" sz="1400" dirty="0">
              <a:cs typeface="Gotham Rounded Book"/>
            </a:endParaRPr>
          </a:p>
          <a:p>
            <a:pPr algn="ctr"/>
            <a:r>
              <a:rPr lang="en-US" sz="1400" dirty="0" err="1">
                <a:cs typeface="Gotham Rounded Book"/>
              </a:rPr>
              <a:t>Gerencial</a:t>
            </a:r>
            <a:endParaRPr lang="en-US" sz="1400" dirty="0">
              <a:cs typeface="Gotham Rounded Book"/>
            </a:endParaRPr>
          </a:p>
        </p:txBody>
      </p:sp>
      <p:sp>
        <p:nvSpPr>
          <p:cNvPr id="59" name="Pentágono 58"/>
          <p:cNvSpPr/>
          <p:nvPr/>
        </p:nvSpPr>
        <p:spPr>
          <a:xfrm>
            <a:off x="7118006" y="5026518"/>
            <a:ext cx="1462586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 dias</a:t>
            </a:r>
          </a:p>
        </p:txBody>
      </p:sp>
      <p:sp>
        <p:nvSpPr>
          <p:cNvPr id="60" name="TextBox 8"/>
          <p:cNvSpPr txBox="1"/>
          <p:nvPr/>
        </p:nvSpPr>
        <p:spPr>
          <a:xfrm>
            <a:off x="2936445" y="5044256"/>
            <a:ext cx="4167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cs typeface="Gotham Rounded Book"/>
              </a:rPr>
              <a:t>Teste de mesa dos </a:t>
            </a:r>
            <a:r>
              <a:rPr lang="en-US" sz="1400" dirty="0" err="1" smtClean="0">
                <a:cs typeface="Gotham Rounded Book"/>
              </a:rPr>
              <a:t>procedimentos</a:t>
            </a:r>
            <a:r>
              <a:rPr lang="en-US" sz="1400" dirty="0" smtClean="0">
                <a:cs typeface="Gotham Rounded Book"/>
              </a:rPr>
              <a:t> </a:t>
            </a:r>
            <a:r>
              <a:rPr lang="en-US" sz="1400" dirty="0" err="1" smtClean="0">
                <a:cs typeface="Gotham Rounded Book"/>
              </a:rPr>
              <a:t>por</a:t>
            </a:r>
            <a:r>
              <a:rPr lang="en-US" sz="1400" dirty="0" smtClean="0">
                <a:cs typeface="Gotham Rounded Book"/>
              </a:rPr>
              <a:t> </a:t>
            </a:r>
            <a:r>
              <a:rPr lang="en-US" sz="1400" dirty="0" err="1" smtClean="0">
                <a:cs typeface="Gotham Rounded Book"/>
              </a:rPr>
              <a:t>amostragem</a:t>
            </a:r>
            <a:endParaRPr lang="en-US" sz="1400" dirty="0">
              <a:cs typeface="Gotham Rounded Book"/>
            </a:endParaRPr>
          </a:p>
        </p:txBody>
      </p:sp>
      <p:sp>
        <p:nvSpPr>
          <p:cNvPr id="4" name="Fluxograma: Agrupar 3"/>
          <p:cNvSpPr/>
          <p:nvPr/>
        </p:nvSpPr>
        <p:spPr>
          <a:xfrm>
            <a:off x="7544078" y="5548127"/>
            <a:ext cx="232012" cy="344048"/>
          </a:xfrm>
          <a:prstGeom prst="flowChartCollat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2" name="TextBox 8"/>
          <p:cNvSpPr txBox="1"/>
          <p:nvPr/>
        </p:nvSpPr>
        <p:spPr>
          <a:xfrm>
            <a:off x="8360405" y="5941374"/>
            <a:ext cx="1226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cs typeface="Gotham Rounded Book"/>
              </a:rPr>
              <a:t>Apresentação</a:t>
            </a:r>
            <a:r>
              <a:rPr lang="en-US" sz="1400" dirty="0">
                <a:cs typeface="Gotham Rounded Book"/>
              </a:rPr>
              <a:t> </a:t>
            </a:r>
            <a:r>
              <a:rPr lang="en-US" sz="1400" dirty="0" err="1">
                <a:cs typeface="Gotham Rounded Book"/>
              </a:rPr>
              <a:t>Executiva</a:t>
            </a:r>
            <a:endParaRPr lang="en-US" sz="1400" dirty="0">
              <a:cs typeface="Gotham Rounded Book"/>
            </a:endParaRPr>
          </a:p>
        </p:txBody>
      </p:sp>
      <p:sp>
        <p:nvSpPr>
          <p:cNvPr id="34" name="Fluxograma: Agrupar 33"/>
          <p:cNvSpPr/>
          <p:nvPr/>
        </p:nvSpPr>
        <p:spPr>
          <a:xfrm>
            <a:off x="8817314" y="5537807"/>
            <a:ext cx="232012" cy="344048"/>
          </a:xfrm>
          <a:prstGeom prst="flowChartCol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35" name="Imagem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56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1668297" y="92680"/>
            <a:ext cx="6780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Envolvidos no Projeto 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79984"/>
              </p:ext>
            </p:extLst>
          </p:nvPr>
        </p:nvGraphicFramePr>
        <p:xfrm>
          <a:off x="404980" y="1085209"/>
          <a:ext cx="9307179" cy="497258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1023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1023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10239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3867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SMILES - Envolvidos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SMILES - Validadores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CHACON Consultoria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Adolfo Nunes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André Morais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André Santos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Adriano Barbosa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Bruno Serpeloni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Jorge Maluf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André Morais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Claudio Cunha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Tânia Ferro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Bruno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Serpeloni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Daniel Borges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Caio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Francolin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Gustavo Maia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Cassia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Gallicchio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Jonathas Souza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Claudio Cunha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Leandro Micali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Daniel Borges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 Savioli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Gustavo Maia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Marcelo Caio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Jonathas Souza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Nei Henckes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Leandro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Micali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Raul Ferreira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Leandro Queiroz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Raul Souza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Savioli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Rômulo Gimenez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Marcela Dias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Marcelo Caio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Nei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Henckes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Raul Ferreira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Raul Souza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Rômulo Gimenez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216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977176"/>
            <a:ext cx="9513564" cy="5372109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12" name="Gráfico 11"/>
          <p:cNvGraphicFramePr/>
          <p:nvPr>
            <p:extLst>
              <p:ext uri="{D42A27DB-BD31-4B8C-83A1-F6EECF244321}">
                <p14:modId xmlns:p14="http://schemas.microsoft.com/office/powerpoint/2010/main" val="243138255"/>
              </p:ext>
            </p:extLst>
          </p:nvPr>
        </p:nvGraphicFramePr>
        <p:xfrm>
          <a:off x="186490" y="1100671"/>
          <a:ext cx="2960373" cy="5248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3" name="Conector reto 12"/>
          <p:cNvCxnSpPr/>
          <p:nvPr/>
        </p:nvCxnSpPr>
        <p:spPr>
          <a:xfrm flipV="1">
            <a:off x="2425139" y="2798122"/>
            <a:ext cx="2633430" cy="38953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 flipV="1">
            <a:off x="2306752" y="4812324"/>
            <a:ext cx="2751817" cy="108592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15" name="Gráfico 14"/>
          <p:cNvGraphicFramePr/>
          <p:nvPr>
            <p:extLst>
              <p:ext uri="{D42A27DB-BD31-4B8C-83A1-F6EECF244321}">
                <p14:modId xmlns:p14="http://schemas.microsoft.com/office/powerpoint/2010/main" val="3240241351"/>
              </p:ext>
            </p:extLst>
          </p:nvPr>
        </p:nvGraphicFramePr>
        <p:xfrm>
          <a:off x="3366360" y="1173458"/>
          <a:ext cx="3057098" cy="5248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17" name="Conector reto 16"/>
          <p:cNvCxnSpPr/>
          <p:nvPr/>
        </p:nvCxnSpPr>
        <p:spPr>
          <a:xfrm flipH="1">
            <a:off x="6496335" y="977176"/>
            <a:ext cx="20310" cy="5379177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Gráfico 18"/>
          <p:cNvGraphicFramePr/>
          <p:nvPr>
            <p:extLst>
              <p:ext uri="{D42A27DB-BD31-4B8C-83A1-F6EECF244321}">
                <p14:modId xmlns:p14="http://schemas.microsoft.com/office/powerpoint/2010/main" val="4276773664"/>
              </p:ext>
            </p:extLst>
          </p:nvPr>
        </p:nvGraphicFramePr>
        <p:xfrm>
          <a:off x="6502182" y="1238923"/>
          <a:ext cx="3057098" cy="5248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TextBox 8"/>
          <p:cNvSpPr txBox="1"/>
          <p:nvPr/>
        </p:nvSpPr>
        <p:spPr>
          <a:xfrm>
            <a:off x="6599676" y="5307285"/>
            <a:ext cx="31834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cs typeface="Gotham Rounded Book"/>
              </a:rPr>
              <a:t>9 </a:t>
            </a:r>
            <a:r>
              <a:rPr lang="pt-BR" sz="1100" dirty="0" smtClean="0">
                <a:cs typeface="Gotham Rounded Book"/>
              </a:rPr>
              <a:t>Analistas, </a:t>
            </a:r>
            <a:r>
              <a:rPr lang="pt-BR" sz="1100" dirty="0">
                <a:cs typeface="Gotham Rounded Book"/>
              </a:rPr>
              <a:t>1 Estagiário e 2 </a:t>
            </a:r>
            <a:r>
              <a:rPr lang="pt-BR" sz="1100" dirty="0" smtClean="0">
                <a:cs typeface="Gotham Rounded Book"/>
              </a:rPr>
              <a:t>Especialistas </a:t>
            </a:r>
            <a:endParaRPr lang="pt-BR" sz="1100" dirty="0">
              <a:cs typeface="Gotham Rounded Book"/>
            </a:endParaRPr>
          </a:p>
          <a:p>
            <a:pPr algn="ctr"/>
            <a:r>
              <a:rPr lang="pt-BR" sz="1100" dirty="0"/>
              <a:t>1.892 horas / mês</a:t>
            </a:r>
            <a:endParaRPr lang="pt-BR" sz="1100" dirty="0">
              <a:cs typeface="Gotham Rounded Book"/>
            </a:endParaRPr>
          </a:p>
        </p:txBody>
      </p:sp>
      <p:sp>
        <p:nvSpPr>
          <p:cNvPr id="21" name="TextBox 8"/>
          <p:cNvSpPr txBox="1"/>
          <p:nvPr/>
        </p:nvSpPr>
        <p:spPr>
          <a:xfrm>
            <a:off x="1668297" y="92680"/>
            <a:ext cx="6780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Resultados Quantitativos</a:t>
            </a:r>
          </a:p>
        </p:txBody>
      </p:sp>
      <p:sp>
        <p:nvSpPr>
          <p:cNvPr id="22" name="TextBox 8"/>
          <p:cNvSpPr txBox="1"/>
          <p:nvPr/>
        </p:nvSpPr>
        <p:spPr>
          <a:xfrm>
            <a:off x="785149" y="5276507"/>
            <a:ext cx="1819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cs typeface="Gotham Rounded Book"/>
              </a:rPr>
              <a:t>Total de Atividades: </a:t>
            </a:r>
          </a:p>
          <a:p>
            <a:pPr algn="ctr"/>
            <a:r>
              <a:rPr lang="pt-BR" sz="1200" dirty="0">
                <a:cs typeface="Gotham Rounded Book"/>
              </a:rPr>
              <a:t>195</a:t>
            </a:r>
          </a:p>
        </p:txBody>
      </p:sp>
    </p:spTree>
    <p:extLst>
      <p:ext uri="{BB962C8B-B14F-4D97-AF65-F5344CB8AC3E}">
        <p14:creationId xmlns:p14="http://schemas.microsoft.com/office/powerpoint/2010/main" val="279713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>
            <a:off x="186490" y="982639"/>
            <a:ext cx="9513564" cy="53666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3" name="Imagem 2">
            <a:hlinkClick r:id="rId4" action="ppaction://hlinkfile"/>
          </p:cNvPr>
          <p:cNvPicPr>
            <a:picLocks noChangeAspect="1"/>
          </p:cNvPicPr>
          <p:nvPr/>
        </p:nvPicPr>
        <p:blipFill rotWithShape="1">
          <a:blip r:embed="rId5"/>
          <a:srcRect l="1262" t="5175" r="2657" b="9945"/>
          <a:stretch/>
        </p:blipFill>
        <p:spPr>
          <a:xfrm>
            <a:off x="304102" y="1223013"/>
            <a:ext cx="5488415" cy="2612390"/>
          </a:xfrm>
          <a:prstGeom prst="rect">
            <a:avLst/>
          </a:prstGeom>
        </p:spPr>
      </p:pic>
      <p:pic>
        <p:nvPicPr>
          <p:cNvPr id="18" name="Imagem 17"/>
          <p:cNvPicPr/>
          <p:nvPr/>
        </p:nvPicPr>
        <p:blipFill rotWithShape="1">
          <a:blip r:embed="rId6"/>
          <a:srcRect l="2814" t="1513" r="41018" b="53699"/>
          <a:stretch/>
        </p:blipFill>
        <p:spPr>
          <a:xfrm>
            <a:off x="304103" y="4027517"/>
            <a:ext cx="7004115" cy="2019868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304102" y="1223013"/>
            <a:ext cx="5488415" cy="261239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/>
          <p:cNvSpPr/>
          <p:nvPr/>
        </p:nvSpPr>
        <p:spPr>
          <a:xfrm>
            <a:off x="304103" y="4027517"/>
            <a:ext cx="7004115" cy="201986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hlinkClick r:id="rId7" action="ppaction://hlinkfile"/>
          </p:cNvPr>
          <p:cNvPicPr>
            <a:picLocks noChangeAspect="1"/>
          </p:cNvPicPr>
          <p:nvPr/>
        </p:nvPicPr>
        <p:blipFill rotWithShape="1">
          <a:blip r:embed="rId8"/>
          <a:srcRect l="55281" t="22696" r="6958" b="6635"/>
          <a:stretch/>
        </p:blipFill>
        <p:spPr>
          <a:xfrm rot="21337251">
            <a:off x="6229504" y="1239952"/>
            <a:ext cx="3033564" cy="3058844"/>
          </a:xfrm>
          <a:prstGeom prst="rect">
            <a:avLst/>
          </a:prstGeom>
        </p:spPr>
      </p:pic>
      <p:sp>
        <p:nvSpPr>
          <p:cNvPr id="22" name="TextBox 8">
            <a:hlinkClick r:id="rId9" action="ppaction://hlinksldjump"/>
          </p:cNvPr>
          <p:cNvSpPr txBox="1"/>
          <p:nvPr/>
        </p:nvSpPr>
        <p:spPr>
          <a:xfrm>
            <a:off x="8101687" y="5739618"/>
            <a:ext cx="1519058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r>
              <a:rPr lang="pt-BR" sz="1000" dirty="0"/>
              <a:t>Validações</a:t>
            </a:r>
            <a:endParaRPr lang="pt-BR" sz="900" dirty="0"/>
          </a:p>
        </p:txBody>
      </p:sp>
      <p:sp>
        <p:nvSpPr>
          <p:cNvPr id="24" name="TextBox 8">
            <a:hlinkClick r:id="rId10" action="ppaction://hlinksldjump"/>
          </p:cNvPr>
          <p:cNvSpPr txBox="1"/>
          <p:nvPr/>
        </p:nvSpPr>
        <p:spPr>
          <a:xfrm>
            <a:off x="8101688" y="5384495"/>
            <a:ext cx="1519057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1000" dirty="0">
                <a:cs typeface="Gotham Rounded Book"/>
              </a:rPr>
              <a:t>Lista dos procedimentos</a:t>
            </a:r>
          </a:p>
        </p:txBody>
      </p:sp>
      <p:sp>
        <p:nvSpPr>
          <p:cNvPr id="17" name="TextBox 8"/>
          <p:cNvSpPr txBox="1"/>
          <p:nvPr/>
        </p:nvSpPr>
        <p:spPr>
          <a:xfrm>
            <a:off x="1668297" y="92680"/>
            <a:ext cx="7333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Demonstrativos de Entregáveis </a:t>
            </a:r>
          </a:p>
        </p:txBody>
      </p:sp>
      <p:sp>
        <p:nvSpPr>
          <p:cNvPr id="19" name="TextBox 8">
            <a:hlinkClick r:id="rId11" action="ppaction://hlinksldjump"/>
          </p:cNvPr>
          <p:cNvSpPr txBox="1"/>
          <p:nvPr/>
        </p:nvSpPr>
        <p:spPr>
          <a:xfrm>
            <a:off x="8092223" y="6058867"/>
            <a:ext cx="1519058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r>
              <a:rPr lang="pt-BR" sz="1000" dirty="0"/>
              <a:t>Teste de mesa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309159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634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N1 - Procedimentos EDI</a:t>
            </a:r>
          </a:p>
        </p:txBody>
      </p:sp>
      <p:sp>
        <p:nvSpPr>
          <p:cNvPr id="12" name="TextBox 8">
            <a:hlinkClick r:id="rId4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981685"/>
              </p:ext>
            </p:extLst>
          </p:nvPr>
        </p:nvGraphicFramePr>
        <p:xfrm>
          <a:off x="505856" y="1180747"/>
          <a:ext cx="8586852" cy="501823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964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288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33561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125851"/>
              </a:tblGrid>
              <a:tr h="42350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Arquivo EDI - Parceiros Críticos.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125-Arquivo EDI - Parceiros Críticos.doc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Atraso no Arquivo EDI - Parceiros Críticos.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126-Atraso no Arquivo EDI - Parceiros Críticos.doc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Arquivo EDI – Outros.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128-Arquivo EDI - Outros.doc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Atraso no Arquivo EDI – Outros.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129-Atraso no Arquivo EDI - Outros.doc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Represar o arquivo EDI de algum parceiro.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134- Represar o arquivo EDI de algum parceiro.doc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Arquivo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co-branded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136-Arquivo co-branded.doc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63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Enviar um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report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diário para os diretores.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180-Enviar </a:t>
                      </a:r>
                      <a:r>
                        <a:rPr lang="pt-BR" sz="12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</a:t>
                      </a:r>
                      <a:r>
                        <a:rPr lang="pt-BR" sz="1200" b="0" i="1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Report</a:t>
                      </a:r>
                      <a:r>
                        <a:rPr lang="pt-BR" sz="12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diário para os Diretores.doc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63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Liberar o arquivo EDI de algum parceiro.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185- Liberar o arquivo EDI de algum parceiro.doc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6688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Enviar arquivo EDI.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186-Enviar arquivo EDI.doc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63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Disponibilizar arquivos de cartões.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189-Disponibilizar arquivos de cartões.doc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63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Monitorar o 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retro crédito 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dos clientes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194-Monitoramento Retro Crédito.doc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15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634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SI </a:t>
            </a:r>
          </a:p>
        </p:txBody>
      </p:sp>
      <p:sp>
        <p:nvSpPr>
          <p:cNvPr id="12" name="TextBox 8">
            <a:hlinkClick r:id="rId4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862653"/>
              </p:ext>
            </p:extLst>
          </p:nvPr>
        </p:nvGraphicFramePr>
        <p:xfrm>
          <a:off x="505856" y="1180747"/>
          <a:ext cx="8897452" cy="406944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253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058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59993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59079"/>
              </a:tblGrid>
              <a:tr h="40571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6431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Criar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153-Criar usuário no Jira.doc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Desativar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154-Desativar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Conceder Acesso ao 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r>
                        <a:rPr lang="pt-B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ambiente de teste.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171-Conceder Acesso ao Siebel.doc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Revogar Acesso VPN.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173-Revogar Acesso VPN.doc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1809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Revogar Acesso ao 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r>
                        <a:rPr lang="pt-B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ambiente de teste.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174-Revogação de acesso ao Siebel.doc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Perfil de Acesso ao 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r>
                        <a:rPr lang="pt-B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ambiente de teste.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175-Alterar Perfil de Acesso ao Siebel.doc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acesso de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188-Alterar acesso de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do perfil no BI.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206-Alterar perfil de usuário no BI.doc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Criar uma Conexão na VPN </a:t>
                      </a:r>
                      <a:r>
                        <a:rPr lang="pt-BR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site (open VPN).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012-Criar uma Conexão na VPN </a:t>
                      </a:r>
                      <a:r>
                        <a:rPr lang="pt-BR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site (open VPN).doc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97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7787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Infraestrutura </a:t>
            </a:r>
          </a:p>
        </p:txBody>
      </p:sp>
      <p:sp>
        <p:nvSpPr>
          <p:cNvPr id="12" name="TextBox 8">
            <a:hlinkClick r:id="rId4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197821"/>
              </p:ext>
            </p:extLst>
          </p:nvPr>
        </p:nvGraphicFramePr>
        <p:xfrm>
          <a:off x="505856" y="1180747"/>
          <a:ext cx="8897452" cy="45574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253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058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57090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88108"/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Executar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Deploy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 Aplicação (Bus, Portal e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Microserviços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via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Rundeck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em ambiente de DEV / HOM.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03-Executar Deploy de Aplicação.doc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Executar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Scritps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em Banco de Dados.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05-Executar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Scritps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em Banco de Dados.doc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 da aplicação.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07-Monitoração de integração.doc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 de Conexão na VPN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site (open VPN).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011-Erro de Conexão na VPN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site (open VPN).doc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Monitoramento de Certificado.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015-Monitoramento de Certificado.doc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agendamento de start-stop de Ambiente.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017-Alterar agendamento de start-stop de Ambiente.doc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403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Disponibilizar Log.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028-Disponibilizar Log.doc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Sincronizar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Bucket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037-Sincronizar Bucket.doc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Falha de acesso a internet escritório.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046-Falha de acesso a internet escritório.doc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Problemas entre a conexão Smiles de rede (tivit, aws e oracle).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063-Problemas entre a conexão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 rede (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tivit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aws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escritório e oracle).doc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Criar um novo certificado digital.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193-Criar um novo certificado digital.doc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937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8189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Microinformática </a:t>
            </a:r>
          </a:p>
        </p:txBody>
      </p:sp>
      <p:sp>
        <p:nvSpPr>
          <p:cNvPr id="12" name="TextBox 8">
            <a:hlinkClick r:id="rId4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859589"/>
              </p:ext>
            </p:extLst>
          </p:nvPr>
        </p:nvGraphicFramePr>
        <p:xfrm>
          <a:off x="505856" y="1180747"/>
          <a:ext cx="8897452" cy="237667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4877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8966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579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01022"/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Solicitar ramal para o usuário (funcionário ou terceiro)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038-Solicitar ramal para o usuário.doc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um grupo de recebimento de ramal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039-Alterar um grupo de recebimento.doc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Usuário não consegue navegar em um site específico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047-Usuário não consegue navegar em um site específico.doc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Criar um grupo de recebimento de ramal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195-Criar um grupo de recebimento.doc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o display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do ramal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196-Alterar o display name.doc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4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634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Promoção </a:t>
            </a:r>
          </a:p>
        </p:txBody>
      </p:sp>
      <p:sp>
        <p:nvSpPr>
          <p:cNvPr id="12" name="TextBox 8">
            <a:hlinkClick r:id="rId4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842896"/>
              </p:ext>
            </p:extLst>
          </p:nvPr>
        </p:nvGraphicFramePr>
        <p:xfrm>
          <a:off x="505856" y="1180747"/>
          <a:ext cx="8897452" cy="319906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253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058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5418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117137"/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Cadastrar Novo Produto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072-Cadastrar Novo Produto.doc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vigência de Produto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073-Alterar vigência de Produto.doc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Cadastrar Novo Parceiro (Não Aéreo)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076-Cadastrar Novo Parceiro (Não Aéreo).doc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Manutenção de Parceiro (Não Aéreo)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077-Manutenção de Parceiro (Não Aéreo).doc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Víncular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Novo Parceiro (Não Aéreo) x Novo Produto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104-Víncular Novo Parceiro (Não Aéreo) x Novo Produto.doc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a vigência de Produto para um Parceiro específico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184-Alterar a vigência de Produto para um Parceiro específico.doc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Cadastrar mapa de distância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200-Cadastrar mapa de distância.doc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16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634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Siebel </a:t>
            </a:r>
          </a:p>
        </p:txBody>
      </p:sp>
      <p:sp>
        <p:nvSpPr>
          <p:cNvPr id="12" name="TextBox 8">
            <a:hlinkClick r:id="rId4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797114"/>
              </p:ext>
            </p:extLst>
          </p:nvPr>
        </p:nvGraphicFramePr>
        <p:xfrm>
          <a:off x="505856" y="1180747"/>
          <a:ext cx="8897452" cy="399116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253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058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434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15537"/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Dificuldades na utilização do Portal de Parceiros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082-Dificuldades na utilização do Portal de Parceiros.doc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Indisponibilidade no Portal de Parceiros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082-Dificuldades na utilização do Portal de Parceiros.doc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Monitoramento da recorrência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088-Monitoramento da recorrência.doc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relacionados ao Clube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102-Erros relacionados ao Club Smiles.doc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relacionados ao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Pay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(MENOS indisponibilidade)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107-Erros relacionados ao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Pay.doc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Indisponibilidade Siebel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108-Indisponibilidade Siebel.doc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Participante cancelou 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club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efetuar o cancelamento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143-Participante cancelou o clube smiles.doc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Criação de responsabilidade de usuário no Siebel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190-Criação de responsabilidade de usuário.doc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data de voucher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207-Alterar data de voucher.doc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19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634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Site 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727034"/>
              </p:ext>
            </p:extLst>
          </p:nvPr>
        </p:nvGraphicFramePr>
        <p:xfrm>
          <a:off x="505856" y="1180747"/>
          <a:ext cx="8897451" cy="180647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1401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23451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14891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Bounce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Princing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095-Bounce do Princing.doc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 de shopping.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159-Monitoração de Shopping.doc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 de promoção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gift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nas redes sociais.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160-Monitoração de promoção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gift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nas redes sociais.doc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 do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club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161-Monitoração do clube smiles.doc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8">
            <a:hlinkClick r:id="rId4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84296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N1 - Validações 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4"/>
          <a:srcRect l="20824" t="7943" r="5930" b="15477"/>
          <a:stretch/>
        </p:blipFill>
        <p:spPr>
          <a:xfrm>
            <a:off x="384313" y="1519230"/>
            <a:ext cx="7505596" cy="4764335"/>
          </a:xfrm>
          <a:prstGeom prst="rect">
            <a:avLst/>
          </a:prstGeom>
        </p:spPr>
      </p:pic>
      <p:sp>
        <p:nvSpPr>
          <p:cNvPr id="12" name="TextBox 8">
            <a:hlinkClick r:id="rId5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94122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l="20758" t="8149" r="5677" b="57380"/>
          <a:stretch/>
        </p:blipFill>
        <p:spPr>
          <a:xfrm>
            <a:off x="304103" y="1554992"/>
            <a:ext cx="8969458" cy="2551788"/>
          </a:xfrm>
          <a:prstGeom prst="rect">
            <a:avLst/>
          </a:prstGeom>
        </p:spPr>
      </p:pic>
      <p:sp>
        <p:nvSpPr>
          <p:cNvPr id="12" name="TextBox 8">
            <a:hlinkClick r:id="rId5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  <p:sp>
        <p:nvSpPr>
          <p:cNvPr id="13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N1 - Validações </a:t>
            </a:r>
          </a:p>
        </p:txBody>
      </p:sp>
    </p:spTree>
    <p:extLst>
      <p:ext uri="{BB962C8B-B14F-4D97-AF65-F5344CB8AC3E}">
        <p14:creationId xmlns:p14="http://schemas.microsoft.com/office/powerpoint/2010/main" val="388274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l="21134" t="8562" r="4047" b="20844"/>
          <a:stretch/>
        </p:blipFill>
        <p:spPr>
          <a:xfrm>
            <a:off x="368272" y="1501184"/>
            <a:ext cx="8216798" cy="4707111"/>
          </a:xfrm>
          <a:prstGeom prst="rect">
            <a:avLst/>
          </a:prstGeom>
        </p:spPr>
      </p:pic>
      <p:sp>
        <p:nvSpPr>
          <p:cNvPr id="12" name="TextBox 8">
            <a:hlinkClick r:id="rId5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  <p:sp>
        <p:nvSpPr>
          <p:cNvPr id="13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N1 - Validações </a:t>
            </a:r>
          </a:p>
        </p:txBody>
      </p:sp>
    </p:spTree>
    <p:extLst>
      <p:ext uri="{BB962C8B-B14F-4D97-AF65-F5344CB8AC3E}">
        <p14:creationId xmlns:p14="http://schemas.microsoft.com/office/powerpoint/2010/main" val="3339925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2" name="TextBox 8">
            <a:hlinkClick r:id="rId4" action="ppaction://hlinksldjump"/>
          </p:cNvPr>
          <p:cNvSpPr txBox="1"/>
          <p:nvPr/>
        </p:nvSpPr>
        <p:spPr>
          <a:xfrm>
            <a:off x="9085941" y="803347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  <p:sp>
        <p:nvSpPr>
          <p:cNvPr id="13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Teste de Mesa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5"/>
          <a:srcRect t="7349" r="10137" b="12988"/>
          <a:stretch/>
        </p:blipFill>
        <p:spPr>
          <a:xfrm>
            <a:off x="481523" y="1290544"/>
            <a:ext cx="7140929" cy="489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2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</a:t>
            </a:r>
          </a:p>
        </p:txBody>
      </p:sp>
      <p:sp>
        <p:nvSpPr>
          <p:cNvPr id="13" name="Título 1"/>
          <p:cNvSpPr>
            <a:spLocks noGrp="1"/>
          </p:cNvSpPr>
          <p:nvPr>
            <p:ph type="ctrTitle"/>
          </p:nvPr>
        </p:nvSpPr>
        <p:spPr>
          <a:xfrm>
            <a:off x="5109914" y="1473663"/>
            <a:ext cx="3614589" cy="912769"/>
          </a:xfrm>
        </p:spPr>
        <p:txBody>
          <a:bodyPr/>
          <a:lstStyle/>
          <a:p>
            <a:r>
              <a:rPr lang="pt-BR" b="1" dirty="0"/>
              <a:t>Obrigado!</a:t>
            </a:r>
          </a:p>
        </p:txBody>
      </p:sp>
      <p:sp>
        <p:nvSpPr>
          <p:cNvPr id="14" name="Espaço Reservado para Texto 5"/>
          <p:cNvSpPr txBox="1">
            <a:spLocks/>
          </p:cNvSpPr>
          <p:nvPr/>
        </p:nvSpPr>
        <p:spPr>
          <a:xfrm>
            <a:off x="304103" y="3769109"/>
            <a:ext cx="3816674" cy="203615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pt-BR" sz="1800" dirty="0"/>
              <a:t> Elaborado por</a:t>
            </a:r>
            <a:r>
              <a:rPr lang="pt-BR" sz="1800" dirty="0" smtClean="0"/>
              <a:t>:</a:t>
            </a:r>
          </a:p>
          <a:p>
            <a:pPr marL="540000" lvl="1" indent="-288000">
              <a:buFont typeface="Wingdings" panose="05000000000000000000" pitchFamily="2" charset="2"/>
              <a:buChar char="q"/>
            </a:pPr>
            <a:r>
              <a:rPr lang="pt-BR" sz="1800" dirty="0" err="1"/>
              <a:t>Luis</a:t>
            </a:r>
            <a:r>
              <a:rPr lang="pt-BR" sz="1800" dirty="0"/>
              <a:t> Savioli</a:t>
            </a:r>
          </a:p>
          <a:p>
            <a:pPr marL="540000" lvl="1" indent="-288000">
              <a:buFont typeface="Wingdings" panose="05000000000000000000" pitchFamily="2" charset="2"/>
              <a:buChar char="q"/>
            </a:pPr>
            <a:r>
              <a:rPr lang="pt-BR" sz="1800" dirty="0"/>
              <a:t>Nei </a:t>
            </a:r>
            <a:r>
              <a:rPr lang="pt-BR" sz="1800" dirty="0" err="1"/>
              <a:t>Henckes</a:t>
            </a:r>
            <a:endParaRPr lang="pt-BR" sz="1800" dirty="0"/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/>
              <a:t>Jorge Maluf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/>
              <a:t>Tânia Ferro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/>
              <a:t>André Santos</a:t>
            </a:r>
          </a:p>
        </p:txBody>
      </p:sp>
      <p:grpSp>
        <p:nvGrpSpPr>
          <p:cNvPr id="15" name="Grupo 14"/>
          <p:cNvGrpSpPr/>
          <p:nvPr/>
        </p:nvGrpSpPr>
        <p:grpSpPr>
          <a:xfrm>
            <a:off x="4907033" y="3475969"/>
            <a:ext cx="5250503" cy="3411538"/>
            <a:chOff x="4375820" y="3475969"/>
            <a:chExt cx="4745472" cy="3411538"/>
          </a:xfrm>
        </p:grpSpPr>
        <p:sp>
          <p:nvSpPr>
            <p:cNvPr id="16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sz="1800"/>
            </a:p>
          </p:txBody>
        </p:sp>
        <p:sp>
          <p:nvSpPr>
            <p:cNvPr id="17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sz="1800"/>
            </a:p>
          </p:txBody>
        </p:sp>
        <p:sp>
          <p:nvSpPr>
            <p:cNvPr id="18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sz="1800"/>
            </a:p>
          </p:txBody>
        </p:sp>
        <p:sp>
          <p:nvSpPr>
            <p:cNvPr id="19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sz="1800"/>
            </a:p>
          </p:txBody>
        </p:sp>
        <p:grpSp>
          <p:nvGrpSpPr>
            <p:cNvPr id="20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21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 sz="1800"/>
              </a:p>
            </p:txBody>
          </p:sp>
          <p:grpSp>
            <p:nvGrpSpPr>
              <p:cNvPr id="22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4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 sz="1800"/>
                </a:p>
              </p:txBody>
            </p:sp>
            <p:sp>
              <p:nvSpPr>
                <p:cNvPr id="25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 sz="1800"/>
                </a:p>
              </p:txBody>
            </p:sp>
          </p:grpSp>
        </p:grpSp>
      </p:grpSp>
      <p:pic>
        <p:nvPicPr>
          <p:cNvPr id="26" name="Imagem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7" y="1808469"/>
            <a:ext cx="3227465" cy="149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0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5209</TotalTime>
  <Words>1402</Words>
  <PresentationFormat>Personalizar</PresentationFormat>
  <Paragraphs>463</Paragraphs>
  <Slides>19</Slides>
  <Notes>0</Notes>
  <HiddenSlides>11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Calibri</vt:lpstr>
      <vt:lpstr>Gotham Rounded Book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2016-08-18T14:16:04Z</dcterms:modified>
</cp:coreProperties>
</file>