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46" r:id="rId2"/>
    <p:sldId id="345" r:id="rId3"/>
  </p:sldIdLst>
  <p:sldSz cx="9601200" cy="14400213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6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E2D"/>
    <a:srgbClr val="FF6600"/>
    <a:srgbClr val="F68E1E"/>
    <a:srgbClr val="A20000"/>
    <a:srgbClr val="F57124"/>
    <a:srgbClr val="FF9900"/>
    <a:srgbClr val="99CCFF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1" autoAdjust="0"/>
    <p:restoredTop sz="94660"/>
  </p:normalViewPr>
  <p:slideViewPr>
    <p:cSldViewPr snapToGrid="0" snapToObjects="1">
      <p:cViewPr varScale="1">
        <p:scale>
          <a:sx n="34" d="100"/>
          <a:sy n="34" d="100"/>
        </p:scale>
        <p:origin x="2292" y="72"/>
      </p:cViewPr>
      <p:guideLst>
        <p:guide orient="horz" pos="4536"/>
        <p:guide pos="302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08/12/2016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4473409"/>
            <a:ext cx="8161020" cy="30867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8160124"/>
            <a:ext cx="6720840" cy="368005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54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0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6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41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7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12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83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9253484"/>
            <a:ext cx="8161020" cy="2860042"/>
          </a:xfrm>
        </p:spPr>
        <p:txBody>
          <a:bodyPr anchor="t"/>
          <a:lstStyle>
            <a:lvl1pPr algn="l">
              <a:defRPr sz="381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6103429"/>
            <a:ext cx="8161020" cy="3150046"/>
          </a:xfrm>
        </p:spPr>
        <p:txBody>
          <a:bodyPr anchor="b"/>
          <a:lstStyle>
            <a:lvl1pPr marL="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1pPr>
            <a:lvl2pPr marL="435482" indent="0">
              <a:buNone/>
              <a:defRPr sz="1714">
                <a:solidFill>
                  <a:schemeClr val="tx1">
                    <a:tint val="75000"/>
                  </a:schemeClr>
                </a:solidFill>
              </a:defRPr>
            </a:lvl2pPr>
            <a:lvl3pPr marL="870965" indent="0">
              <a:buNone/>
              <a:defRPr sz="1526">
                <a:solidFill>
                  <a:schemeClr val="tx1">
                    <a:tint val="75000"/>
                  </a:schemeClr>
                </a:solidFill>
              </a:defRPr>
            </a:lvl3pPr>
            <a:lvl4pPr marL="1306451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4pPr>
            <a:lvl5pPr marL="1741933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5pPr>
            <a:lvl6pPr marL="2177414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6pPr>
            <a:lvl7pPr marL="2612896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7pPr>
            <a:lvl8pPr marL="3048381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8pPr>
            <a:lvl9pPr marL="3483863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3360058"/>
            <a:ext cx="4240530" cy="9503475"/>
          </a:xfrm>
        </p:spPr>
        <p:txBody>
          <a:bodyPr/>
          <a:lstStyle>
            <a:lvl1pPr>
              <a:defRPr sz="2665"/>
            </a:lvl1pPr>
            <a:lvl2pPr>
              <a:defRPr sz="2287"/>
            </a:lvl2pPr>
            <a:lvl3pPr>
              <a:defRPr sz="1905"/>
            </a:lvl3pPr>
            <a:lvl4pPr>
              <a:defRPr sz="1714"/>
            </a:lvl4pPr>
            <a:lvl5pPr>
              <a:defRPr sz="1714"/>
            </a:lvl5pPr>
            <a:lvl6pPr>
              <a:defRPr sz="1714"/>
            </a:lvl6pPr>
            <a:lvl7pPr>
              <a:defRPr sz="1714"/>
            </a:lvl7pPr>
            <a:lvl8pPr>
              <a:defRPr sz="1714"/>
            </a:lvl8pPr>
            <a:lvl9pPr>
              <a:defRPr sz="17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3360058"/>
            <a:ext cx="4240530" cy="9503475"/>
          </a:xfrm>
        </p:spPr>
        <p:txBody>
          <a:bodyPr/>
          <a:lstStyle>
            <a:lvl1pPr>
              <a:defRPr sz="2665"/>
            </a:lvl1pPr>
            <a:lvl2pPr>
              <a:defRPr sz="2287"/>
            </a:lvl2pPr>
            <a:lvl3pPr>
              <a:defRPr sz="1905"/>
            </a:lvl3pPr>
            <a:lvl4pPr>
              <a:defRPr sz="1714"/>
            </a:lvl4pPr>
            <a:lvl5pPr>
              <a:defRPr sz="1714"/>
            </a:lvl5pPr>
            <a:lvl6pPr>
              <a:defRPr sz="1714"/>
            </a:lvl6pPr>
            <a:lvl7pPr>
              <a:defRPr sz="1714"/>
            </a:lvl7pPr>
            <a:lvl8pPr>
              <a:defRPr sz="1714"/>
            </a:lvl8pPr>
            <a:lvl9pPr>
              <a:defRPr sz="17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8" y="3223389"/>
            <a:ext cx="4242197" cy="1343352"/>
          </a:xfrm>
        </p:spPr>
        <p:txBody>
          <a:bodyPr anchor="b"/>
          <a:lstStyle>
            <a:lvl1pPr marL="0" indent="0">
              <a:buNone/>
              <a:defRPr sz="2287" b="1"/>
            </a:lvl1pPr>
            <a:lvl2pPr marL="435482" indent="0">
              <a:buNone/>
              <a:defRPr sz="1905" b="1"/>
            </a:lvl2pPr>
            <a:lvl3pPr marL="870965" indent="0">
              <a:buNone/>
              <a:defRPr sz="1714" b="1"/>
            </a:lvl3pPr>
            <a:lvl4pPr marL="1306451" indent="0">
              <a:buNone/>
              <a:defRPr sz="1526" b="1"/>
            </a:lvl4pPr>
            <a:lvl5pPr marL="1741933" indent="0">
              <a:buNone/>
              <a:defRPr sz="1526" b="1"/>
            </a:lvl5pPr>
            <a:lvl6pPr marL="2177414" indent="0">
              <a:buNone/>
              <a:defRPr sz="1526" b="1"/>
            </a:lvl6pPr>
            <a:lvl7pPr marL="2612896" indent="0">
              <a:buNone/>
              <a:defRPr sz="1526" b="1"/>
            </a:lvl7pPr>
            <a:lvl8pPr marL="3048381" indent="0">
              <a:buNone/>
              <a:defRPr sz="1526" b="1"/>
            </a:lvl8pPr>
            <a:lvl9pPr marL="3483863" indent="0">
              <a:buNone/>
              <a:defRPr sz="15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8" y="4566735"/>
            <a:ext cx="4242197" cy="8296792"/>
          </a:xfrm>
        </p:spPr>
        <p:txBody>
          <a:bodyPr/>
          <a:lstStyle>
            <a:lvl1pPr>
              <a:defRPr sz="2287"/>
            </a:lvl1pPr>
            <a:lvl2pPr>
              <a:defRPr sz="1905"/>
            </a:lvl2pPr>
            <a:lvl3pPr>
              <a:defRPr sz="1714"/>
            </a:lvl3pPr>
            <a:lvl4pPr>
              <a:defRPr sz="1526"/>
            </a:lvl4pPr>
            <a:lvl5pPr>
              <a:defRPr sz="1526"/>
            </a:lvl5pPr>
            <a:lvl6pPr>
              <a:defRPr sz="1526"/>
            </a:lvl6pPr>
            <a:lvl7pPr>
              <a:defRPr sz="1526"/>
            </a:lvl7pPr>
            <a:lvl8pPr>
              <a:defRPr sz="1526"/>
            </a:lvl8pPr>
            <a:lvl9pPr>
              <a:defRPr sz="15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85" y="3223389"/>
            <a:ext cx="4243865" cy="1343352"/>
          </a:xfrm>
        </p:spPr>
        <p:txBody>
          <a:bodyPr anchor="b"/>
          <a:lstStyle>
            <a:lvl1pPr marL="0" indent="0">
              <a:buNone/>
              <a:defRPr sz="2287" b="1"/>
            </a:lvl1pPr>
            <a:lvl2pPr marL="435482" indent="0">
              <a:buNone/>
              <a:defRPr sz="1905" b="1"/>
            </a:lvl2pPr>
            <a:lvl3pPr marL="870965" indent="0">
              <a:buNone/>
              <a:defRPr sz="1714" b="1"/>
            </a:lvl3pPr>
            <a:lvl4pPr marL="1306451" indent="0">
              <a:buNone/>
              <a:defRPr sz="1526" b="1"/>
            </a:lvl4pPr>
            <a:lvl5pPr marL="1741933" indent="0">
              <a:buNone/>
              <a:defRPr sz="1526" b="1"/>
            </a:lvl5pPr>
            <a:lvl6pPr marL="2177414" indent="0">
              <a:buNone/>
              <a:defRPr sz="1526" b="1"/>
            </a:lvl6pPr>
            <a:lvl7pPr marL="2612896" indent="0">
              <a:buNone/>
              <a:defRPr sz="1526" b="1"/>
            </a:lvl7pPr>
            <a:lvl8pPr marL="3048381" indent="0">
              <a:buNone/>
              <a:defRPr sz="1526" b="1"/>
            </a:lvl8pPr>
            <a:lvl9pPr marL="3483863" indent="0">
              <a:buNone/>
              <a:defRPr sz="15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85" y="4566735"/>
            <a:ext cx="4243865" cy="8296792"/>
          </a:xfrm>
        </p:spPr>
        <p:txBody>
          <a:bodyPr/>
          <a:lstStyle>
            <a:lvl1pPr>
              <a:defRPr sz="2287"/>
            </a:lvl1pPr>
            <a:lvl2pPr>
              <a:defRPr sz="1905"/>
            </a:lvl2pPr>
            <a:lvl3pPr>
              <a:defRPr sz="1714"/>
            </a:lvl3pPr>
            <a:lvl4pPr>
              <a:defRPr sz="1526"/>
            </a:lvl4pPr>
            <a:lvl5pPr>
              <a:defRPr sz="1526"/>
            </a:lvl5pPr>
            <a:lvl6pPr>
              <a:defRPr sz="1526"/>
            </a:lvl6pPr>
            <a:lvl7pPr>
              <a:defRPr sz="1526"/>
            </a:lvl7pPr>
            <a:lvl8pPr>
              <a:defRPr sz="1526"/>
            </a:lvl8pPr>
            <a:lvl9pPr>
              <a:defRPr sz="15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9" y="573342"/>
            <a:ext cx="3158729" cy="2440036"/>
          </a:xfrm>
        </p:spPr>
        <p:txBody>
          <a:bodyPr anchor="b"/>
          <a:lstStyle>
            <a:lvl1pPr algn="l">
              <a:defRPr sz="19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14" y="573357"/>
            <a:ext cx="5367337" cy="12290184"/>
          </a:xfrm>
        </p:spPr>
        <p:txBody>
          <a:bodyPr/>
          <a:lstStyle>
            <a:lvl1pPr>
              <a:defRPr sz="3046"/>
            </a:lvl1pPr>
            <a:lvl2pPr>
              <a:defRPr sz="2665"/>
            </a:lvl2pPr>
            <a:lvl3pPr>
              <a:defRPr sz="2287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9" y="3013392"/>
            <a:ext cx="3158729" cy="9850147"/>
          </a:xfrm>
        </p:spPr>
        <p:txBody>
          <a:bodyPr/>
          <a:lstStyle>
            <a:lvl1pPr marL="0" indent="0">
              <a:buNone/>
              <a:defRPr sz="1334"/>
            </a:lvl1pPr>
            <a:lvl2pPr marL="435482" indent="0">
              <a:buNone/>
              <a:defRPr sz="1143"/>
            </a:lvl2pPr>
            <a:lvl3pPr marL="870965" indent="0">
              <a:buNone/>
              <a:defRPr sz="951"/>
            </a:lvl3pPr>
            <a:lvl4pPr marL="1306451" indent="0">
              <a:buNone/>
              <a:defRPr sz="857"/>
            </a:lvl4pPr>
            <a:lvl5pPr marL="1741933" indent="0">
              <a:buNone/>
              <a:defRPr sz="857"/>
            </a:lvl5pPr>
            <a:lvl6pPr marL="2177414" indent="0">
              <a:buNone/>
              <a:defRPr sz="857"/>
            </a:lvl6pPr>
            <a:lvl7pPr marL="2612896" indent="0">
              <a:buNone/>
              <a:defRPr sz="857"/>
            </a:lvl7pPr>
            <a:lvl8pPr marL="3048381" indent="0">
              <a:buNone/>
              <a:defRPr sz="857"/>
            </a:lvl8pPr>
            <a:lvl9pPr marL="3483863" indent="0">
              <a:buNone/>
              <a:defRPr sz="8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5" y="10080152"/>
            <a:ext cx="5760720" cy="1190019"/>
          </a:xfrm>
        </p:spPr>
        <p:txBody>
          <a:bodyPr anchor="b"/>
          <a:lstStyle>
            <a:lvl1pPr algn="l">
              <a:defRPr sz="19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5" y="1286688"/>
            <a:ext cx="5760720" cy="8640128"/>
          </a:xfrm>
        </p:spPr>
        <p:txBody>
          <a:bodyPr/>
          <a:lstStyle>
            <a:lvl1pPr marL="0" indent="0">
              <a:buNone/>
              <a:defRPr sz="3046"/>
            </a:lvl1pPr>
            <a:lvl2pPr marL="435482" indent="0">
              <a:buNone/>
              <a:defRPr sz="2665"/>
            </a:lvl2pPr>
            <a:lvl3pPr marL="870965" indent="0">
              <a:buNone/>
              <a:defRPr sz="2287"/>
            </a:lvl3pPr>
            <a:lvl4pPr marL="1306451" indent="0">
              <a:buNone/>
              <a:defRPr sz="1905"/>
            </a:lvl4pPr>
            <a:lvl5pPr marL="1741933" indent="0">
              <a:buNone/>
              <a:defRPr sz="1905"/>
            </a:lvl5pPr>
            <a:lvl6pPr marL="2177414" indent="0">
              <a:buNone/>
              <a:defRPr sz="1905"/>
            </a:lvl6pPr>
            <a:lvl7pPr marL="2612896" indent="0">
              <a:buNone/>
              <a:defRPr sz="1905"/>
            </a:lvl7pPr>
            <a:lvl8pPr marL="3048381" indent="0">
              <a:buNone/>
              <a:defRPr sz="1905"/>
            </a:lvl8pPr>
            <a:lvl9pPr marL="3483863" indent="0">
              <a:buNone/>
              <a:defRPr sz="190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5" y="11270173"/>
            <a:ext cx="5760720" cy="1690023"/>
          </a:xfrm>
        </p:spPr>
        <p:txBody>
          <a:bodyPr/>
          <a:lstStyle>
            <a:lvl1pPr marL="0" indent="0">
              <a:buNone/>
              <a:defRPr sz="1334"/>
            </a:lvl1pPr>
            <a:lvl2pPr marL="435482" indent="0">
              <a:buNone/>
              <a:defRPr sz="1143"/>
            </a:lvl2pPr>
            <a:lvl3pPr marL="870965" indent="0">
              <a:buNone/>
              <a:defRPr sz="951"/>
            </a:lvl3pPr>
            <a:lvl4pPr marL="1306451" indent="0">
              <a:buNone/>
              <a:defRPr sz="857"/>
            </a:lvl4pPr>
            <a:lvl5pPr marL="1741933" indent="0">
              <a:buNone/>
              <a:defRPr sz="857"/>
            </a:lvl5pPr>
            <a:lvl6pPr marL="2177414" indent="0">
              <a:buNone/>
              <a:defRPr sz="857"/>
            </a:lvl6pPr>
            <a:lvl7pPr marL="2612896" indent="0">
              <a:buNone/>
              <a:defRPr sz="857"/>
            </a:lvl7pPr>
            <a:lvl8pPr marL="3048381" indent="0">
              <a:buNone/>
              <a:defRPr sz="857"/>
            </a:lvl8pPr>
            <a:lvl9pPr marL="3483863" indent="0">
              <a:buNone/>
              <a:defRPr sz="8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76690"/>
            <a:ext cx="2160270" cy="122868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1" y="576690"/>
            <a:ext cx="6320790" cy="122868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76679"/>
            <a:ext cx="8641080" cy="2400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3360058"/>
            <a:ext cx="8641080" cy="950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3346874"/>
            <a:ext cx="2240280" cy="766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3346874"/>
            <a:ext cx="3040380" cy="766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3346874"/>
            <a:ext cx="2240280" cy="766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35482" rtl="0" eaLnBrk="1" latinLnBrk="0" hangingPunct="1">
        <a:spcBef>
          <a:spcPct val="0"/>
        </a:spcBef>
        <a:buNone/>
        <a:defRPr sz="41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6611" indent="-326611" algn="l" defTabSz="435482" rtl="0" eaLnBrk="1" latinLnBrk="0" hangingPunct="1">
        <a:spcBef>
          <a:spcPct val="20000"/>
        </a:spcBef>
        <a:buFont typeface="Arial"/>
        <a:buChar char="•"/>
        <a:defRPr sz="3046" kern="1200">
          <a:solidFill>
            <a:schemeClr val="tx1"/>
          </a:solidFill>
          <a:latin typeface="+mn-lt"/>
          <a:ea typeface="+mn-ea"/>
          <a:cs typeface="+mn-cs"/>
        </a:defRPr>
      </a:lvl1pPr>
      <a:lvl2pPr marL="707659" indent="-272178" algn="l" defTabSz="435482" rtl="0" eaLnBrk="1" latinLnBrk="0" hangingPunct="1">
        <a:spcBef>
          <a:spcPct val="20000"/>
        </a:spcBef>
        <a:buFont typeface="Arial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2pPr>
      <a:lvl3pPr marL="1088705" indent="-217742" algn="l" defTabSz="435482" rtl="0" eaLnBrk="1" latinLnBrk="0" hangingPunct="1">
        <a:spcBef>
          <a:spcPct val="20000"/>
        </a:spcBef>
        <a:buFont typeface="Arial"/>
        <a:buChar char="•"/>
        <a:defRPr sz="2287" kern="1200">
          <a:solidFill>
            <a:schemeClr val="tx1"/>
          </a:solidFill>
          <a:latin typeface="+mn-lt"/>
          <a:ea typeface="+mn-ea"/>
          <a:cs typeface="+mn-cs"/>
        </a:defRPr>
      </a:lvl3pPr>
      <a:lvl4pPr marL="1524188" indent="-217742" algn="l" defTabSz="435482" rtl="0" eaLnBrk="1" latinLnBrk="0" hangingPunct="1">
        <a:spcBef>
          <a:spcPct val="20000"/>
        </a:spcBef>
        <a:buFont typeface="Arial"/>
        <a:buChar char="–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59673" indent="-217742" algn="l" defTabSz="435482" rtl="0" eaLnBrk="1" latinLnBrk="0" hangingPunct="1">
        <a:spcBef>
          <a:spcPct val="20000"/>
        </a:spcBef>
        <a:buFont typeface="Arial"/>
        <a:buChar char="»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95155" indent="-217742" algn="l" defTabSz="435482" rtl="0" eaLnBrk="1" latinLnBrk="0" hangingPunct="1">
        <a:spcBef>
          <a:spcPct val="20000"/>
        </a:spcBef>
        <a:buFont typeface="Arial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0637" indent="-217742" algn="l" defTabSz="435482" rtl="0" eaLnBrk="1" latinLnBrk="0" hangingPunct="1">
        <a:spcBef>
          <a:spcPct val="20000"/>
        </a:spcBef>
        <a:buFont typeface="Arial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266120" indent="-217742" algn="l" defTabSz="435482" rtl="0" eaLnBrk="1" latinLnBrk="0" hangingPunct="1">
        <a:spcBef>
          <a:spcPct val="20000"/>
        </a:spcBef>
        <a:buFont typeface="Arial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01605" indent="-217742" algn="l" defTabSz="435482" rtl="0" eaLnBrk="1" latinLnBrk="0" hangingPunct="1">
        <a:spcBef>
          <a:spcPct val="20000"/>
        </a:spcBef>
        <a:buFont typeface="Arial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1pPr>
      <a:lvl2pPr marL="435482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2pPr>
      <a:lvl3pPr marL="870965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3pPr>
      <a:lvl4pPr marL="1306451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4pPr>
      <a:lvl5pPr marL="1741933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5pPr>
      <a:lvl6pPr marL="2177414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6pPr>
      <a:lvl7pPr marL="2612896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7pPr>
      <a:lvl8pPr marL="3048381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8pPr>
      <a:lvl9pPr marL="3483863" algn="l" defTabSz="435482" rtl="0" eaLnBrk="1" latinLnBrk="0" hangingPunct="1">
        <a:defRPr sz="17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336884" y="141900"/>
            <a:ext cx="8791074" cy="1941718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336884" y="141900"/>
            <a:ext cx="8791074" cy="13814731"/>
          </a:xfrm>
          <a:prstGeom prst="rect">
            <a:avLst/>
          </a:prstGeom>
          <a:noFill/>
          <a:ln w="25400" cmpd="dbl"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6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266572" y="2369848"/>
            <a:ext cx="5000500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95"/>
              </a:spcAft>
            </a:pPr>
            <a:r>
              <a:rPr lang="pt-BR" sz="2800" b="1" dirty="0" err="1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Cobranded</a:t>
            </a:r>
            <a:r>
              <a:rPr lang="pt-BR" sz="2800" b="1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Daily </a:t>
            </a:r>
            <a:r>
              <a:rPr lang="pt-BR" sz="2800" b="1" dirty="0" err="1" smtClean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800" b="1" dirty="0" smtClean="0">
              <a:solidFill>
                <a:srgbClr val="7030A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795"/>
              </a:spcAft>
            </a:pPr>
            <a:endParaRPr lang="pt-BR" sz="1400" b="1" dirty="0">
              <a:solidFill>
                <a:srgbClr val="7030A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Informativo diário sobre o recebimento, processamento e disponibilização de </a:t>
            </a:r>
            <a:r>
              <a:rPr lang="pt-BR" sz="15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handback</a:t>
            </a:r>
            <a:r>
              <a:rPr lang="pt-B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parceiros </a:t>
            </a:r>
            <a:r>
              <a:rPr lang="pt-B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Cobranded</a:t>
            </a:r>
            <a:r>
              <a:rPr lang="pt-B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760562" y="13424995"/>
            <a:ext cx="214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95"/>
              </a:spcAft>
            </a:pPr>
            <a:r>
              <a:rPr lang="pt-BR" sz="18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18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815867"/>
              </p:ext>
            </p:extLst>
          </p:nvPr>
        </p:nvGraphicFramePr>
        <p:xfrm>
          <a:off x="7123840" y="2358714"/>
          <a:ext cx="1693589" cy="8337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93589">
                  <a:extLst>
                    <a:ext uri="{9D8B030D-6E8A-4147-A177-3AD203B41FA5}">
                      <a16:colId xmlns="" xmlns:a16="http://schemas.microsoft.com/office/drawing/2014/main" val="12600644"/>
                    </a:ext>
                  </a:extLst>
                </a:gridCol>
              </a:tblGrid>
              <a:tr h="270906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Data</a:t>
                      </a:r>
                    </a:p>
                  </a:txBody>
                  <a:tcPr marL="60308" marR="60308" marT="30152" marB="30152" anchor="ctr"/>
                </a:tc>
                <a:extLst>
                  <a:ext uri="{0D108BD9-81ED-4DB2-BD59-A6C34878D82A}">
                    <a16:rowId xmlns="" xmlns:a16="http://schemas.microsoft.com/office/drawing/2014/main" val="911455750"/>
                  </a:ext>
                </a:extLst>
              </a:tr>
              <a:tr h="56008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1200" dirty="0" err="1" smtClean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dd</a:t>
                      </a:r>
                      <a:r>
                        <a:rPr lang="pt-BR" sz="1500" b="1" kern="1200" dirty="0" smtClean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/mm/</a:t>
                      </a:r>
                      <a:r>
                        <a:rPr lang="pt-BR" sz="1500" b="1" kern="1200" dirty="0" err="1" smtClean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aaaa</a:t>
                      </a:r>
                      <a:endParaRPr lang="pt-BR" sz="1500" b="1" kern="12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extLst>
                  <a:ext uri="{0D108BD9-81ED-4DB2-BD59-A6C34878D82A}">
                    <a16:rowId xmlns="" xmlns:a16="http://schemas.microsoft.com/office/drawing/2014/main" val="2148040599"/>
                  </a:ext>
                </a:extLst>
              </a:tr>
            </a:tbl>
          </a:graphicData>
        </a:graphic>
      </p:graphicFrame>
      <p:pic>
        <p:nvPicPr>
          <p:cNvPr id="1026" name="Picture 2" descr="http://icons.iconarchive.com/icons/ampeross/qetto-2/256/mov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12" y="2372133"/>
            <a:ext cx="1187130" cy="118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5" name="Tabe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08984"/>
              </p:ext>
            </p:extLst>
          </p:nvPr>
        </p:nvGraphicFramePr>
        <p:xfrm>
          <a:off x="627311" y="9152876"/>
          <a:ext cx="8190119" cy="211466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02873">
                  <a:extLst>
                    <a:ext uri="{9D8B030D-6E8A-4147-A177-3AD203B41FA5}">
                      <a16:colId xmlns="" xmlns:a16="http://schemas.microsoft.com/office/drawing/2014/main" val="1649539305"/>
                    </a:ext>
                  </a:extLst>
                </a:gridCol>
                <a:gridCol w="1337162">
                  <a:extLst>
                    <a:ext uri="{9D8B030D-6E8A-4147-A177-3AD203B41FA5}">
                      <a16:colId xmlns="" xmlns:a16="http://schemas.microsoft.com/office/drawing/2014/main" val="954512111"/>
                    </a:ext>
                  </a:extLst>
                </a:gridCol>
                <a:gridCol w="1002873">
                  <a:extLst>
                    <a:ext uri="{9D8B030D-6E8A-4147-A177-3AD203B41FA5}">
                      <a16:colId xmlns="" xmlns:a16="http://schemas.microsoft.com/office/drawing/2014/main" val="1633739320"/>
                    </a:ext>
                  </a:extLst>
                </a:gridCol>
                <a:gridCol w="100287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84433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22061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Parceiro(s)</a:t>
                      </a:r>
                      <a:r>
                        <a:rPr lang="pt-BR" sz="16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Envolvido(s)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Situação Atual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Ofensor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Comentários</a:t>
                      </a:r>
                      <a:r>
                        <a:rPr lang="pt-BR" sz="16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/ Observações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extLst>
                  <a:ext uri="{0D108BD9-81ED-4DB2-BD59-A6C34878D82A}">
                    <a16:rowId xmlns="" xmlns:a16="http://schemas.microsoft.com/office/drawing/2014/main" val="911455750"/>
                  </a:ext>
                </a:extLst>
              </a:tr>
              <a:tr h="783342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/>
                        <a:t>24/11/2016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GOL Transportes Aéreos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/>
                        <a:t>Resolvido</a:t>
                      </a:r>
                      <a:endParaRPr lang="pt-B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baseline="0" dirty="0" smtClean="0"/>
                        <a:t>NGC-1917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83342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/>
                        <a:t>23/11/2016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Itaú Sempre </a:t>
                      </a:r>
                      <a:r>
                        <a:rPr lang="pt-BR" sz="1200" kern="1200" dirty="0" smtClean="0"/>
                        <a:t>Presente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/>
                        <a:t>Resolvido</a:t>
                      </a:r>
                      <a:endParaRPr lang="pt-B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baseline="0" dirty="0"/>
                        <a:t>NGC-1897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CaixaDeTexto 27"/>
          <p:cNvSpPr txBox="1"/>
          <p:nvPr/>
        </p:nvSpPr>
        <p:spPr>
          <a:xfrm>
            <a:off x="627311" y="8748336"/>
            <a:ext cx="3019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95"/>
              </a:spcAft>
            </a:pPr>
            <a:r>
              <a:rPr lang="pt-BR" sz="1800" b="1" dirty="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Últimas Ocorrências</a:t>
            </a:r>
            <a:endParaRPr lang="en-US" sz="1800" b="1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3476"/>
              </p:ext>
            </p:extLst>
          </p:nvPr>
        </p:nvGraphicFramePr>
        <p:xfrm>
          <a:off x="627312" y="4389731"/>
          <a:ext cx="8190117" cy="3943808"/>
        </p:xfrm>
        <a:graphic>
          <a:graphicData uri="http://schemas.openxmlformats.org/drawingml/2006/table">
            <a:tbl>
              <a:tblPr firstRow="1" bandRow="1"/>
              <a:tblGrid>
                <a:gridCol w="2730039"/>
                <a:gridCol w="2730039"/>
                <a:gridCol w="2730039"/>
              </a:tblGrid>
              <a:tr h="327946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Parceiro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effectLst/>
                        </a:rPr>
                        <a:t>Banco do Brasil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 smtClean="0">
                          <a:effectLst/>
                        </a:rPr>
                        <a:t>Bradesco</a:t>
                      </a:r>
                      <a:endParaRPr lang="pt-BR" sz="1500" b="1" dirty="0">
                        <a:effectLst/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27946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Sequencia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27946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Horário de Recebimento </a:t>
                      </a:r>
                    </a:p>
                    <a:p>
                      <a:r>
                        <a:rPr lang="pt-BR" sz="1500" b="1" dirty="0" err="1" smtClean="0">
                          <a:solidFill>
                            <a:schemeClr val="bg1"/>
                          </a:solidFill>
                        </a:rPr>
                        <a:t>Smiles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25342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Horário de Processamento </a:t>
                      </a:r>
                      <a:r>
                        <a:rPr lang="pt-BR" sz="1500" b="1" dirty="0" err="1" smtClean="0">
                          <a:solidFill>
                            <a:schemeClr val="bg1"/>
                          </a:solidFill>
                        </a:rPr>
                        <a:t>Smiles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27946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Horário de Recebimento </a:t>
                      </a:r>
                    </a:p>
                    <a:p>
                      <a:r>
                        <a:rPr lang="pt-BR" sz="1500" b="1" dirty="0" err="1" smtClean="0">
                          <a:solidFill>
                            <a:schemeClr val="bg1"/>
                          </a:solidFill>
                        </a:rPr>
                        <a:t>Tivit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27946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Horário de Retirada </a:t>
                      </a:r>
                    </a:p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Banco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362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Comentários / Observações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pt-B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27946">
                <a:tc>
                  <a:txBody>
                    <a:bodyPr/>
                    <a:lstStyle/>
                    <a:p>
                      <a:r>
                        <a:rPr lang="pt-BR" sz="1500" b="1" dirty="0" smtClean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pt-BR"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pt-B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60306" marR="60306" marT="30153" marB="3015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9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428419"/>
              </p:ext>
            </p:extLst>
          </p:nvPr>
        </p:nvGraphicFramePr>
        <p:xfrm>
          <a:off x="682389" y="804954"/>
          <a:ext cx="7765576" cy="14001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43294">
                  <a:extLst>
                    <a:ext uri="{9D8B030D-6E8A-4147-A177-3AD203B41FA5}">
                      <a16:colId xmlns="" xmlns:a16="http://schemas.microsoft.com/office/drawing/2014/main" val="1649539305"/>
                    </a:ext>
                  </a:extLst>
                </a:gridCol>
                <a:gridCol w="1584811">
                  <a:extLst>
                    <a:ext uri="{9D8B030D-6E8A-4147-A177-3AD203B41FA5}">
                      <a16:colId xmlns="" xmlns:a16="http://schemas.microsoft.com/office/drawing/2014/main" val="954512111"/>
                    </a:ext>
                  </a:extLst>
                </a:gridCol>
                <a:gridCol w="950887">
                  <a:extLst>
                    <a:ext uri="{9D8B030D-6E8A-4147-A177-3AD203B41FA5}">
                      <a16:colId xmlns="" xmlns:a16="http://schemas.microsoft.com/office/drawing/2014/main" val="1633739320"/>
                    </a:ext>
                  </a:extLst>
                </a:gridCol>
                <a:gridCol w="348658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70640">
                <a:tc>
                  <a:txBody>
                    <a:bodyPr/>
                    <a:lstStyle/>
                    <a:p>
                      <a:pPr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Frequência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Farol EDI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6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Comentários</a:t>
                      </a:r>
                      <a:r>
                        <a:rPr lang="pt-BR" sz="16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 / Observações</a:t>
                      </a:r>
                      <a:endParaRPr lang="pt-BR" sz="16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extLst>
                  <a:ext uri="{0D108BD9-81ED-4DB2-BD59-A6C34878D82A}">
                    <a16:rowId xmlns="" xmlns:a16="http://schemas.microsoft.com/office/drawing/2014/main" val="911455750"/>
                  </a:ext>
                </a:extLst>
              </a:tr>
              <a:tr h="405743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7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3200" b="1" dirty="0">
                          <a:solidFill>
                            <a:srgbClr val="FF000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L</a:t>
                      </a:r>
                      <a:endParaRPr lang="pt-BR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="" xmlns:a16="http://schemas.microsoft.com/office/drawing/2014/main" val="3814738605"/>
                  </a:ext>
                </a:extLst>
              </a:tr>
              <a:tr h="405743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7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2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marL="60308" marR="60308" marT="30152" marB="30152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22" y="2738511"/>
            <a:ext cx="1080638" cy="7962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36884" y="141900"/>
            <a:ext cx="8518358" cy="13814731"/>
          </a:xfrm>
          <a:prstGeom prst="rect">
            <a:avLst/>
          </a:prstGeom>
          <a:noFill/>
          <a:ln w="25400" cmpd="dbl"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6" dirty="0"/>
          </a:p>
        </p:txBody>
      </p:sp>
    </p:spTree>
    <p:extLst>
      <p:ext uri="{BB962C8B-B14F-4D97-AF65-F5344CB8AC3E}">
        <p14:creationId xmlns:p14="http://schemas.microsoft.com/office/powerpoint/2010/main" val="115932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26720</TotalTime>
  <Words>83</Words>
  <PresentationFormat>Personalizar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2016-12-08T17:27:16Z</dcterms:modified>
</cp:coreProperties>
</file>