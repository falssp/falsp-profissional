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357" r:id="rId3"/>
    <p:sldId id="356" r:id="rId4"/>
    <p:sldId id="364" r:id="rId5"/>
    <p:sldId id="370" r:id="rId6"/>
    <p:sldId id="369" r:id="rId7"/>
    <p:sldId id="365" r:id="rId8"/>
    <p:sldId id="366" r:id="rId9"/>
    <p:sldId id="367" r:id="rId10"/>
    <p:sldId id="368" r:id="rId11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62D"/>
    <a:srgbClr val="FFFF99"/>
    <a:srgbClr val="FFFF66"/>
    <a:srgbClr val="00CC00"/>
    <a:srgbClr val="F68E1E"/>
    <a:srgbClr val="FF6600"/>
    <a:srgbClr val="F57124"/>
    <a:srgbClr val="99CCFF"/>
    <a:srgbClr val="FF99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092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03/11/2016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11/3/2016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1256786"/>
            <a:ext cx="568862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Fechamento Out-16</a:t>
            </a:r>
          </a:p>
          <a:p>
            <a:endParaRPr lang="pt-BR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Operações de TI</a:t>
            </a:r>
          </a:p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Nei Henckes</a:t>
            </a: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 – 01-11-2016</a:t>
            </a:r>
          </a:p>
        </p:txBody>
      </p:sp>
      <p:pic>
        <p:nvPicPr>
          <p:cNvPr id="2050" name="Picture 2" descr="http://aliraza.co/wp-content/uploads/2015/11/monthly-report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789" y="4508498"/>
            <a:ext cx="3534649" cy="2349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Out/16 - 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Visão Macro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Detalhamento Operacional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Ações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096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de cantos arredondados 7"/>
          <p:cNvSpPr/>
          <p:nvPr/>
        </p:nvSpPr>
        <p:spPr>
          <a:xfrm>
            <a:off x="6961559" y="914401"/>
            <a:ext cx="2880941" cy="2387649"/>
          </a:xfrm>
          <a:prstGeom prst="roundRect">
            <a:avLst>
              <a:gd name="adj" fmla="val 7164"/>
            </a:avLst>
          </a:prstGeom>
          <a:solidFill>
            <a:schemeClr val="bg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84" y="3543300"/>
            <a:ext cx="9980771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Out/16 – Visão Macro</a:t>
            </a:r>
          </a:p>
        </p:txBody>
      </p:sp>
      <p:sp>
        <p:nvSpPr>
          <p:cNvPr id="17" name="Retângulo de cantos arredondados 14"/>
          <p:cNvSpPr/>
          <p:nvPr/>
        </p:nvSpPr>
        <p:spPr>
          <a:xfrm>
            <a:off x="7531216" y="2742863"/>
            <a:ext cx="792000" cy="432000"/>
          </a:xfrm>
          <a:prstGeom prst="roundRect">
            <a:avLst/>
          </a:prstGeom>
          <a:solidFill>
            <a:schemeClr val="bg1">
              <a:lumMod val="65000"/>
            </a:schemeClr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102</a:t>
            </a:r>
          </a:p>
        </p:txBody>
      </p:sp>
      <p:sp>
        <p:nvSpPr>
          <p:cNvPr id="19" name="Retângulo de cantos arredondados 14"/>
          <p:cNvSpPr/>
          <p:nvPr/>
        </p:nvSpPr>
        <p:spPr>
          <a:xfrm>
            <a:off x="7531216" y="2161045"/>
            <a:ext cx="792000" cy="432000"/>
          </a:xfrm>
          <a:prstGeom prst="roundRect">
            <a:avLst/>
          </a:prstGeom>
          <a:solidFill>
            <a:srgbClr val="00B050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303</a:t>
            </a:r>
            <a:endParaRPr lang="pt-BR" sz="2400" i="1" dirty="0"/>
          </a:p>
        </p:txBody>
      </p:sp>
      <p:sp>
        <p:nvSpPr>
          <p:cNvPr id="20" name="Retângulo de cantos arredondados 14"/>
          <p:cNvSpPr/>
          <p:nvPr/>
        </p:nvSpPr>
        <p:spPr>
          <a:xfrm>
            <a:off x="7531216" y="1584860"/>
            <a:ext cx="792000" cy="432000"/>
          </a:xfrm>
          <a:prstGeom prst="roundRect">
            <a:avLst/>
          </a:prstGeom>
          <a:solidFill>
            <a:srgbClr val="FF0000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311</a:t>
            </a:r>
            <a:endParaRPr lang="pt-BR" sz="2400" i="1" dirty="0"/>
          </a:p>
        </p:txBody>
      </p:sp>
      <p:sp>
        <p:nvSpPr>
          <p:cNvPr id="21" name="Retângulo de cantos arredondados 14"/>
          <p:cNvSpPr/>
          <p:nvPr/>
        </p:nvSpPr>
        <p:spPr>
          <a:xfrm>
            <a:off x="7531216" y="1005859"/>
            <a:ext cx="792000" cy="432000"/>
          </a:xfrm>
          <a:prstGeom prst="roundRect">
            <a:avLst/>
          </a:prstGeom>
          <a:solidFill>
            <a:schemeClr val="bg1">
              <a:lumMod val="65000"/>
            </a:schemeClr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94</a:t>
            </a:r>
            <a:endParaRPr lang="pt-BR" sz="1050" i="1" dirty="0"/>
          </a:p>
        </p:txBody>
      </p:sp>
      <p:sp>
        <p:nvSpPr>
          <p:cNvPr id="22" name="Retângulo 21"/>
          <p:cNvSpPr/>
          <p:nvPr/>
        </p:nvSpPr>
        <p:spPr>
          <a:xfrm>
            <a:off x="8359867" y="1052582"/>
            <a:ext cx="16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i="1" dirty="0">
                <a:solidFill>
                  <a:schemeClr val="bg1"/>
                </a:solidFill>
              </a:rPr>
              <a:t>Backlog</a:t>
            </a:r>
            <a:r>
              <a:rPr lang="pt-BR" sz="1400" b="1" dirty="0">
                <a:solidFill>
                  <a:schemeClr val="bg1"/>
                </a:solidFill>
              </a:rPr>
              <a:t> Anterior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8359867" y="2804975"/>
            <a:ext cx="16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i="1" dirty="0">
                <a:solidFill>
                  <a:schemeClr val="bg1"/>
                </a:solidFill>
              </a:rPr>
              <a:t>Backlog</a:t>
            </a:r>
            <a:r>
              <a:rPr lang="pt-BR" sz="1400" b="1" dirty="0">
                <a:solidFill>
                  <a:schemeClr val="bg1"/>
                </a:solidFill>
              </a:rPr>
              <a:t> Atual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8359867" y="2207768"/>
            <a:ext cx="16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Fechados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8359867" y="1631583"/>
            <a:ext cx="16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Abertos</a:t>
            </a:r>
          </a:p>
        </p:txBody>
      </p:sp>
      <p:sp>
        <p:nvSpPr>
          <p:cNvPr id="4" name="Texto explicativo retangular com cantos arredondados 3"/>
          <p:cNvSpPr/>
          <p:nvPr/>
        </p:nvSpPr>
        <p:spPr>
          <a:xfrm>
            <a:off x="4215249" y="4689525"/>
            <a:ext cx="1109325" cy="590550"/>
          </a:xfrm>
          <a:prstGeom prst="wedgeRoundRectCallout">
            <a:avLst>
              <a:gd name="adj1" fmla="val -38775"/>
              <a:gd name="adj2" fmla="val 133253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sz="1000" b="1" dirty="0"/>
              <a:t>100% CPU BD EmissaoDB  com retirada de func. Site Smiles</a:t>
            </a:r>
          </a:p>
        </p:txBody>
      </p:sp>
      <p:cxnSp>
        <p:nvCxnSpPr>
          <p:cNvPr id="5" name="Conector reto 4"/>
          <p:cNvCxnSpPr/>
          <p:nvPr/>
        </p:nvCxnSpPr>
        <p:spPr>
          <a:xfrm>
            <a:off x="7088029" y="2667954"/>
            <a:ext cx="262800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tângulo 22"/>
          <p:cNvSpPr/>
          <p:nvPr/>
        </p:nvSpPr>
        <p:spPr>
          <a:xfrm>
            <a:off x="6961560" y="1493083"/>
            <a:ext cx="5696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</a:rPr>
              <a:t>+</a:t>
            </a:r>
            <a:endParaRPr lang="pt-BR" sz="1600" b="1" dirty="0">
              <a:solidFill>
                <a:schemeClr val="bg1"/>
              </a:solidFill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6961560" y="2018468"/>
            <a:ext cx="5696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600" b="1" dirty="0">
                <a:solidFill>
                  <a:schemeClr val="bg1"/>
                </a:solidFill>
              </a:rPr>
              <a:t>-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28" name="Retângulo 27"/>
          <p:cNvSpPr/>
          <p:nvPr/>
        </p:nvSpPr>
        <p:spPr>
          <a:xfrm>
            <a:off x="6961560" y="2666475"/>
            <a:ext cx="5696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</a:rPr>
              <a:t>=</a:t>
            </a:r>
            <a:endParaRPr lang="pt-BR" sz="1600" b="1" dirty="0">
              <a:solidFill>
                <a:schemeClr val="bg1"/>
              </a:solidFill>
            </a:endParaRPr>
          </a:p>
        </p:txBody>
      </p:sp>
      <p:sp>
        <p:nvSpPr>
          <p:cNvPr id="32" name="Retângulo de cantos arredondados 31"/>
          <p:cNvSpPr/>
          <p:nvPr/>
        </p:nvSpPr>
        <p:spPr>
          <a:xfrm>
            <a:off x="579756" y="1069359"/>
            <a:ext cx="5615366" cy="2094789"/>
          </a:xfrm>
          <a:prstGeom prst="roundRect">
            <a:avLst>
              <a:gd name="adj" fmla="val 7164"/>
            </a:avLst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172" y="1602959"/>
            <a:ext cx="2295525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997" y="1577559"/>
            <a:ext cx="2228850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tângulo 28"/>
          <p:cNvSpPr/>
          <p:nvPr/>
        </p:nvSpPr>
        <p:spPr>
          <a:xfrm>
            <a:off x="539723" y="1176893"/>
            <a:ext cx="30384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Tempo de Resposta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3069422" y="1192282"/>
            <a:ext cx="3240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Tempo de Resolução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6" name="Grupo 15"/>
          <p:cNvGrpSpPr/>
          <p:nvPr/>
        </p:nvGrpSpPr>
        <p:grpSpPr>
          <a:xfrm>
            <a:off x="5433123" y="5064075"/>
            <a:ext cx="2916000" cy="517576"/>
            <a:chOff x="5433123" y="5064075"/>
            <a:chExt cx="2916000" cy="517576"/>
          </a:xfrm>
        </p:grpSpPr>
        <p:sp>
          <p:nvSpPr>
            <p:cNvPr id="30" name="Texto explicativo retangular com cantos arredondados 29"/>
            <p:cNvSpPr/>
            <p:nvPr/>
          </p:nvSpPr>
          <p:spPr>
            <a:xfrm>
              <a:off x="5907227" y="5064075"/>
              <a:ext cx="1967790" cy="216000"/>
            </a:xfrm>
            <a:prstGeom prst="wedgeRoundRectCallout">
              <a:avLst>
                <a:gd name="adj1" fmla="val -23320"/>
                <a:gd name="adj2" fmla="val 46156"/>
                <a:gd name="adj3" fmla="val 16667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pt-BR" sz="1000" b="1" dirty="0"/>
                <a:t>Treinamento BI (1/2 FTE Time)</a:t>
              </a:r>
            </a:p>
          </p:txBody>
        </p:sp>
        <p:sp>
          <p:nvSpPr>
            <p:cNvPr id="13" name="Chave direita 12"/>
            <p:cNvSpPr/>
            <p:nvPr/>
          </p:nvSpPr>
          <p:spPr>
            <a:xfrm rot="16200000">
              <a:off x="6786347" y="4018876"/>
              <a:ext cx="209551" cy="2916000"/>
            </a:xfrm>
            <a:prstGeom prst="rightBrace">
              <a:avLst>
                <a:gd name="adj1" fmla="val 34091"/>
                <a:gd name="adj2" fmla="val 50000"/>
              </a:avLst>
            </a:prstGeom>
            <a:effectLst>
              <a:glow rad="101600">
                <a:schemeClr val="bg1"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>
                <a:effectLst>
                  <a:glow rad="101600">
                    <a:schemeClr val="bg1">
                      <a:alpha val="60000"/>
                    </a:schemeClr>
                  </a:glow>
                </a:effectLst>
              </a:endParaRPr>
            </a:p>
          </p:txBody>
        </p:sp>
      </p:grpSp>
      <p:sp>
        <p:nvSpPr>
          <p:cNvPr id="35" name="Texto explicativo retangular com cantos arredondados 34"/>
          <p:cNvSpPr/>
          <p:nvPr/>
        </p:nvSpPr>
        <p:spPr>
          <a:xfrm>
            <a:off x="1173186" y="4689525"/>
            <a:ext cx="1109325" cy="590550"/>
          </a:xfrm>
          <a:prstGeom prst="wedgeRoundRectCallout">
            <a:avLst>
              <a:gd name="adj1" fmla="val -38775"/>
              <a:gd name="adj2" fmla="val 133253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sz="1000" b="1" dirty="0"/>
              <a:t>Entrada de Projetos Q3</a:t>
            </a:r>
          </a:p>
        </p:txBody>
      </p:sp>
    </p:spTree>
    <p:extLst>
      <p:ext uri="{BB962C8B-B14F-4D97-AF65-F5344CB8AC3E}">
        <p14:creationId xmlns:p14="http://schemas.microsoft.com/office/powerpoint/2010/main" val="151676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Out/16 - 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Visão Macro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Detalhamento Operacional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Ações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941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Out/16 – Detalhamento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3539358" y="1543536"/>
            <a:ext cx="30384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Backlog</a:t>
            </a:r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por Status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61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Out/16 – Detalhamento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1087190" y="1543536"/>
            <a:ext cx="30384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Backlog</a:t>
            </a:r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&gt; </a:t>
            </a:r>
            <a:r>
              <a:rPr lang="pt-BR" sz="16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Pend</a:t>
            </a:r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Desenvolvimento por Status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5984916" y="1543536"/>
            <a:ext cx="3240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Backlog</a:t>
            </a:r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&gt; Operação Assistida </a:t>
            </a:r>
          </a:p>
          <a:p>
            <a:pPr algn="ctr"/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por Status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474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Out/16 – Detalhamento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1087190" y="1543536"/>
            <a:ext cx="30384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CSM – Cliente Smiles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5984916" y="1543536"/>
            <a:ext cx="3240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NGC – Áreas de Negócio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4" y="2185990"/>
            <a:ext cx="5133975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6504" y="2185990"/>
            <a:ext cx="5076825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o explicativo retangular com cantos arredondados 3"/>
          <p:cNvSpPr/>
          <p:nvPr/>
        </p:nvSpPr>
        <p:spPr>
          <a:xfrm>
            <a:off x="305570" y="4329289"/>
            <a:ext cx="1109325" cy="590550"/>
          </a:xfrm>
          <a:prstGeom prst="wedgeRoundRectCallout">
            <a:avLst>
              <a:gd name="adj1" fmla="val 30513"/>
              <a:gd name="adj2" fmla="val -109103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sz="1000" b="1" dirty="0"/>
              <a:t>Aguardando aprovação do  Catálogo de Serviços</a:t>
            </a:r>
          </a:p>
        </p:txBody>
      </p:sp>
    </p:spTree>
    <p:extLst>
      <p:ext uri="{BB962C8B-B14F-4D97-AF65-F5344CB8AC3E}">
        <p14:creationId xmlns:p14="http://schemas.microsoft.com/office/powerpoint/2010/main" val="43017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Out/16 – Detalhamento Ofensores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1037458" y="1543536"/>
            <a:ext cx="30384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CSM – Cliente Smiles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5952375" y="1543536"/>
            <a:ext cx="3240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NGC – Áreas de Negócio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588" y="2043113"/>
            <a:ext cx="4981575" cy="406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69" y="2043113"/>
            <a:ext cx="4953000" cy="406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1011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Out/16 - 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Visão Macro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Detalhamento Operacional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Ações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867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Fechamento Out/16 – Ações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263333" y="1638300"/>
            <a:ext cx="5883467" cy="5715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Ações Pontuais de Melhoria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63333" y="2209800"/>
            <a:ext cx="5883467" cy="381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marL="468000" indent="-3600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Publicar no JIRA o Catálogo  revisado</a:t>
            </a:r>
          </a:p>
          <a:p>
            <a:pPr marL="468000" indent="-3600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pt-B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124" name="Picture 4" descr="http://www.promapp.com/Time%20to%20Improv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800" y="4314825"/>
            <a:ext cx="3970338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001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8123</TotalTime>
  <Words>156</Words>
  <Application>Microsoft Office PowerPoint</Application>
  <PresentationFormat>Personalizar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Arial</vt:lpstr>
      <vt:lpstr>Calibri</vt:lpstr>
      <vt:lpstr>Gotham Rounded Book</vt:lpstr>
      <vt:lpstr>Segoe UI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</dc:title>
  <dc:subject>Operações de TI</dc:subject>
  <dc:creator>Nei Henckes</dc:creator>
  <cp:lastModifiedBy>Jorge Filho</cp:lastModifiedBy>
  <cp:revision>62</cp:revision>
  <dcterms:created xsi:type="dcterms:W3CDTF">2014-01-24T21:35:00Z</dcterms:created>
  <dcterms:modified xsi:type="dcterms:W3CDTF">2016-11-03T22:04:51Z</dcterms:modified>
</cp:coreProperties>
</file>