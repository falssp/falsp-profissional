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44" r:id="rId5"/>
  </p:sldIdLst>
  <p:sldSz cx="9601200" cy="19799300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37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4F"/>
    <a:srgbClr val="2AC893"/>
    <a:srgbClr val="FF1D1D"/>
    <a:srgbClr val="4BD9AA"/>
    <a:srgbClr val="007635"/>
    <a:srgbClr val="FF6600"/>
    <a:srgbClr val="F68E1E"/>
    <a:srgbClr val="A20000"/>
    <a:srgbClr val="F57124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824" y="-108"/>
      </p:cViewPr>
      <p:guideLst>
        <p:guide orient="horz" pos="6237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06/04/2017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97150" y="685800"/>
            <a:ext cx="1663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6150628"/>
            <a:ext cx="8161020" cy="4244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11219602"/>
            <a:ext cx="6720840" cy="50598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2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2722896"/>
            <a:ext cx="8161020" cy="3932361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8391793"/>
            <a:ext cx="8161020" cy="4331096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62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22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08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44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05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166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52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288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4619850"/>
            <a:ext cx="4240530" cy="1306662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4619850"/>
            <a:ext cx="4240530" cy="1306662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7" y="4431931"/>
            <a:ext cx="4242197" cy="184701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2" indent="0">
              <a:buNone/>
              <a:defRPr sz="2889" b="1"/>
            </a:lvl2pPr>
            <a:lvl3pPr marL="1320722" indent="0">
              <a:buNone/>
              <a:defRPr sz="2600" b="1"/>
            </a:lvl3pPr>
            <a:lvl4pPr marL="1981084" indent="0">
              <a:buNone/>
              <a:defRPr sz="2311" b="1"/>
            </a:lvl4pPr>
            <a:lvl5pPr marL="2641444" indent="0">
              <a:buNone/>
              <a:defRPr sz="2311" b="1"/>
            </a:lvl5pPr>
            <a:lvl6pPr marL="3301805" indent="0">
              <a:buNone/>
              <a:defRPr sz="2311" b="1"/>
            </a:lvl6pPr>
            <a:lvl7pPr marL="3962166" indent="0">
              <a:buNone/>
              <a:defRPr sz="2311" b="1"/>
            </a:lvl7pPr>
            <a:lvl8pPr marL="4622528" indent="0">
              <a:buNone/>
              <a:defRPr sz="2311" b="1"/>
            </a:lvl8pPr>
            <a:lvl9pPr marL="5282888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7" y="6278946"/>
            <a:ext cx="4242197" cy="11407515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83" y="4431931"/>
            <a:ext cx="4243865" cy="184701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2" indent="0">
              <a:buNone/>
              <a:defRPr sz="2889" b="1"/>
            </a:lvl2pPr>
            <a:lvl3pPr marL="1320722" indent="0">
              <a:buNone/>
              <a:defRPr sz="2600" b="1"/>
            </a:lvl3pPr>
            <a:lvl4pPr marL="1981084" indent="0">
              <a:buNone/>
              <a:defRPr sz="2311" b="1"/>
            </a:lvl4pPr>
            <a:lvl5pPr marL="2641444" indent="0">
              <a:buNone/>
              <a:defRPr sz="2311" b="1"/>
            </a:lvl5pPr>
            <a:lvl6pPr marL="3301805" indent="0">
              <a:buNone/>
              <a:defRPr sz="2311" b="1"/>
            </a:lvl6pPr>
            <a:lvl7pPr marL="3962166" indent="0">
              <a:buNone/>
              <a:defRPr sz="2311" b="1"/>
            </a:lvl7pPr>
            <a:lvl8pPr marL="4622528" indent="0">
              <a:buNone/>
              <a:defRPr sz="2311" b="1"/>
            </a:lvl8pPr>
            <a:lvl9pPr marL="5282888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83" y="6278946"/>
            <a:ext cx="4243865" cy="11407515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788305"/>
            <a:ext cx="3158729" cy="335488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11" y="788315"/>
            <a:ext cx="5367337" cy="16898155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4143202"/>
            <a:ext cx="3158729" cy="13543273"/>
          </a:xfrm>
        </p:spPr>
        <p:txBody>
          <a:bodyPr/>
          <a:lstStyle>
            <a:lvl1pPr marL="0" indent="0">
              <a:buNone/>
              <a:defRPr sz="2022"/>
            </a:lvl1pPr>
            <a:lvl2pPr marL="660362" indent="0">
              <a:buNone/>
              <a:defRPr sz="1733"/>
            </a:lvl2pPr>
            <a:lvl3pPr marL="1320722" indent="0">
              <a:buNone/>
              <a:defRPr sz="1444"/>
            </a:lvl3pPr>
            <a:lvl4pPr marL="1981084" indent="0">
              <a:buNone/>
              <a:defRPr sz="1300"/>
            </a:lvl4pPr>
            <a:lvl5pPr marL="2641444" indent="0">
              <a:buNone/>
              <a:defRPr sz="1300"/>
            </a:lvl5pPr>
            <a:lvl6pPr marL="3301805" indent="0">
              <a:buNone/>
              <a:defRPr sz="1300"/>
            </a:lvl6pPr>
            <a:lvl7pPr marL="3962166" indent="0">
              <a:buNone/>
              <a:defRPr sz="1300"/>
            </a:lvl7pPr>
            <a:lvl8pPr marL="4622528" indent="0">
              <a:buNone/>
              <a:defRPr sz="1300"/>
            </a:lvl8pPr>
            <a:lvl9pPr marL="5282888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13859511"/>
            <a:ext cx="5760720" cy="1636196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769105"/>
            <a:ext cx="5760720" cy="11879580"/>
          </a:xfrm>
        </p:spPr>
        <p:txBody>
          <a:bodyPr/>
          <a:lstStyle>
            <a:lvl1pPr marL="0" indent="0">
              <a:buNone/>
              <a:defRPr sz="4622"/>
            </a:lvl1pPr>
            <a:lvl2pPr marL="660362" indent="0">
              <a:buNone/>
              <a:defRPr sz="4044"/>
            </a:lvl2pPr>
            <a:lvl3pPr marL="1320722" indent="0">
              <a:buNone/>
              <a:defRPr sz="3467"/>
            </a:lvl3pPr>
            <a:lvl4pPr marL="1981084" indent="0">
              <a:buNone/>
              <a:defRPr sz="2889"/>
            </a:lvl4pPr>
            <a:lvl5pPr marL="2641444" indent="0">
              <a:buNone/>
              <a:defRPr sz="2889"/>
            </a:lvl5pPr>
            <a:lvl6pPr marL="3301805" indent="0">
              <a:buNone/>
              <a:defRPr sz="2889"/>
            </a:lvl6pPr>
            <a:lvl7pPr marL="3962166" indent="0">
              <a:buNone/>
              <a:defRPr sz="2889"/>
            </a:lvl7pPr>
            <a:lvl8pPr marL="4622528" indent="0">
              <a:buNone/>
              <a:defRPr sz="2889"/>
            </a:lvl8pPr>
            <a:lvl9pPr marL="5282888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5495707"/>
            <a:ext cx="5760720" cy="2323665"/>
          </a:xfrm>
        </p:spPr>
        <p:txBody>
          <a:bodyPr/>
          <a:lstStyle>
            <a:lvl1pPr marL="0" indent="0">
              <a:buNone/>
              <a:defRPr sz="2022"/>
            </a:lvl1pPr>
            <a:lvl2pPr marL="660362" indent="0">
              <a:buNone/>
              <a:defRPr sz="1733"/>
            </a:lvl2pPr>
            <a:lvl3pPr marL="1320722" indent="0">
              <a:buNone/>
              <a:defRPr sz="1444"/>
            </a:lvl3pPr>
            <a:lvl4pPr marL="1981084" indent="0">
              <a:buNone/>
              <a:defRPr sz="1300"/>
            </a:lvl4pPr>
            <a:lvl5pPr marL="2641444" indent="0">
              <a:buNone/>
              <a:defRPr sz="1300"/>
            </a:lvl5pPr>
            <a:lvl6pPr marL="3301805" indent="0">
              <a:buNone/>
              <a:defRPr sz="1300"/>
            </a:lvl6pPr>
            <a:lvl7pPr marL="3962166" indent="0">
              <a:buNone/>
              <a:defRPr sz="1300"/>
            </a:lvl7pPr>
            <a:lvl8pPr marL="4622528" indent="0">
              <a:buNone/>
              <a:defRPr sz="1300"/>
            </a:lvl8pPr>
            <a:lvl9pPr marL="5282888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792906"/>
            <a:ext cx="2160270" cy="168935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792906"/>
            <a:ext cx="6320790" cy="168935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792891"/>
            <a:ext cx="8641080" cy="32998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4619850"/>
            <a:ext cx="8641080" cy="1306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8351031"/>
            <a:ext cx="2240280" cy="10541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8351031"/>
            <a:ext cx="3040380" cy="10541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8351031"/>
            <a:ext cx="2240280" cy="10541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62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71" indent="-495271" algn="l" defTabSz="660362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086" indent="-412725" algn="l" defTabSz="660362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02" indent="-330180" algn="l" defTabSz="660362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263" indent="-330180" algn="l" defTabSz="660362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625" indent="-330180" algn="l" defTabSz="660362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1985" indent="-330180" algn="l" defTabSz="660362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346" indent="-330180" algn="l" defTabSz="660362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707" indent="-330180" algn="l" defTabSz="660362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068" indent="-330180" algn="l" defTabSz="660362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62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22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084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444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05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66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528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2888" algn="l" defTabSz="660362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793" y="126670"/>
            <a:ext cx="9287180" cy="1581150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170793" y="126669"/>
            <a:ext cx="9287180" cy="17256703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556725" y="2278168"/>
            <a:ext cx="4463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3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Daily Report </a:t>
            </a:r>
            <a:r>
              <a:rPr lang="pt-B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N1</a:t>
            </a:r>
          </a:p>
          <a:p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Informativo diário sobre a Operação N1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142388"/>
              </p:ext>
            </p:extLst>
          </p:nvPr>
        </p:nvGraphicFramePr>
        <p:xfrm>
          <a:off x="390602" y="2125218"/>
          <a:ext cx="1891829" cy="1260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1829">
                  <a:extLst>
                    <a:ext uri="{9D8B030D-6E8A-4147-A177-3AD203B41FA5}">
                      <a16:colId xmlns:a16="http://schemas.microsoft.com/office/drawing/2014/main" val="12600644"/>
                    </a:ext>
                  </a:extLst>
                </a:gridCol>
              </a:tblGrid>
              <a:tr h="410764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Data</a:t>
                      </a:r>
                      <a:endParaRPr lang="pt-BR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849236">
                <a:tc>
                  <a:txBody>
                    <a:bodyPr/>
                    <a:lstStyle/>
                    <a:p>
                      <a:pPr algn="ctr"/>
                      <a:r>
                        <a:rPr lang="pt-BR" sz="2800" b="1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06/04/17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101216"/>
              </p:ext>
            </p:extLst>
          </p:nvPr>
        </p:nvGraphicFramePr>
        <p:xfrm>
          <a:off x="327279" y="3860822"/>
          <a:ext cx="8946644" cy="543873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24845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1098097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1098097">
                  <a:extLst>
                    <a:ext uri="{9D8B030D-6E8A-4147-A177-3AD203B41FA5}">
                      <a16:colId xmlns:a16="http://schemas.microsoft.com/office/drawing/2014/main" val="42078250"/>
                    </a:ext>
                  </a:extLst>
                </a:gridCol>
                <a:gridCol w="1098097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  <a:gridCol w="3427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124"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200" kern="1200" dirty="0"/>
                        <a:t>Rotina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200" kern="1200" dirty="0"/>
                        <a:t>Frequência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200" kern="1200" dirty="0"/>
                        <a:t>Atividade Realizada?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200" kern="1200" dirty="0"/>
                        <a:t>Problema</a:t>
                      </a:r>
                      <a:r>
                        <a:rPr lang="pt-BR" sz="1200" kern="1200" baseline="0" dirty="0"/>
                        <a:t> Identificado?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200" kern="1200" dirty="0"/>
                        <a:t>Comentários / Observações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/>
                        <a:t>Validação Acúmulo de Milhas</a:t>
                      </a:r>
                    </a:p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/>
                        <a:t>EDI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Diário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Validação Acúmulo de Milhas</a:t>
                      </a:r>
                    </a:p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/>
                        <a:t>Online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Diário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439699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/>
                        <a:t>Validação </a:t>
                      </a:r>
                    </a:p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/>
                        <a:t>EDI</a:t>
                      </a:r>
                      <a:r>
                        <a:rPr lang="pt-BR" sz="1200" b="1" kern="1200" baseline="0" dirty="0"/>
                        <a:t> </a:t>
                      </a:r>
                      <a:r>
                        <a:rPr lang="pt-BR" sz="1200" b="1" kern="1200" dirty="0"/>
                        <a:t>Co-branded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Segunda </a:t>
                      </a:r>
                    </a:p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à Sexta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661280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/>
                        <a:t>Validação Site</a:t>
                      </a:r>
                    </a:p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/>
                        <a:t>Emissões G3 e Congênere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Diário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Validação Site</a:t>
                      </a:r>
                      <a:endParaRPr lang="pt-BR" sz="1200" kern="1200" baseline="0" dirty="0"/>
                    </a:p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/>
                        <a:t>Adesão ao Clube Smiles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Diário 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4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kern="1200" dirty="0"/>
                        <a:t>Adesão clube Smiles indisponível das 18:30h do dia 5/4 às 08:30h do dia 6/4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126295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Validação Site</a:t>
                      </a:r>
                    </a:p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/>
                        <a:t>Rocketmiles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Diário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kern="1200" baseline="0" dirty="0"/>
                        <a:t>Atividade passará a ser realizada pela Cluster2Go em 07.Abr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Validação Site</a:t>
                      </a:r>
                    </a:p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 dirty="0"/>
                        <a:t>Localiza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Diário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kern="1200" baseline="0" dirty="0"/>
                        <a:t>Atividade passará a ser realizada pela Cluster2Go em 07.Abr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201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/>
                        <a:t>Acompanhamento Pontual</a:t>
                      </a:r>
                    </a:p>
                    <a:p>
                      <a:pPr marL="108000" lvl="1" algn="l" defTabSz="660368" rtl="0" eaLnBrk="1" fontAlgn="ctr" latinLnBrk="0" hangingPunct="1"/>
                      <a:r>
                        <a:rPr lang="pt-BR" sz="1200" b="1" kern="1200" baseline="0" dirty="0"/>
                        <a:t>Recorrência Clube Smiles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660368" rtl="0" eaLnBrk="1" fontAlgn="ctr" latinLnBrk="0" hangingPunct="1"/>
                      <a:r>
                        <a:rPr lang="pt-BR" sz="1100" kern="1200" dirty="0"/>
                        <a:t>Dias 05,</a:t>
                      </a:r>
                      <a:r>
                        <a:rPr lang="pt-BR" sz="1100" kern="1200" baseline="0" dirty="0"/>
                        <a:t> 15 </a:t>
                      </a:r>
                    </a:p>
                    <a:p>
                      <a:pPr marL="0" lvl="1" algn="ctr" defTabSz="660368" rtl="0" eaLnBrk="1" fontAlgn="ctr" latinLnBrk="0" hangingPunct="1"/>
                      <a:r>
                        <a:rPr lang="pt-BR" sz="1100" kern="1200" baseline="0" dirty="0"/>
                        <a:t>e 25 do mês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C893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1090"/>
          <a:stretch/>
        </p:blipFill>
        <p:spPr>
          <a:xfrm>
            <a:off x="7061965" y="1601245"/>
            <a:ext cx="2275281" cy="2002050"/>
          </a:xfrm>
          <a:prstGeom prst="rect">
            <a:avLst/>
          </a:prstGeom>
        </p:spPr>
      </p:pic>
      <p:pic>
        <p:nvPicPr>
          <p:cNvPr id="20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18" b="32158"/>
          <a:stretch/>
        </p:blipFill>
        <p:spPr bwMode="auto">
          <a:xfrm>
            <a:off x="3570980" y="16490011"/>
            <a:ext cx="2486806" cy="89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98" y="9612467"/>
            <a:ext cx="7987207" cy="270520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833" y="12630586"/>
            <a:ext cx="9260140" cy="385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r8y9 xmlns="6741f19a-b8bb-438e-b0f7-cfbdb56f3f1f">
      <UserInfo>
        <DisplayName/>
        <AccountId xsi:nil="true"/>
        <AccountType/>
      </UserInfo>
    </r8y9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216AC2A93ED34EA147D7CF78DE765F" ma:contentTypeVersion="9" ma:contentTypeDescription="Crie um novo documento." ma:contentTypeScope="" ma:versionID="1eba9fa13b0057368d71d47a407e9818">
  <xsd:schema xmlns:xsd="http://www.w3.org/2001/XMLSchema" xmlns:xs="http://www.w3.org/2001/XMLSchema" xmlns:p="http://schemas.microsoft.com/office/2006/metadata/properties" xmlns:ns1="http://schemas.microsoft.com/sharepoint/v3" xmlns:ns2="e82749e7-7b0e-4498-9ead-94b1bb5c5f13" xmlns:ns3="6741f19a-b8bb-438e-b0f7-cfbdb56f3f1f" targetNamespace="http://schemas.microsoft.com/office/2006/metadata/properties" ma:root="true" ma:fieldsID="9f7ee93eac7e579cb31f9d8eff21f8d7" ns1:_="" ns2:_="" ns3:_="">
    <xsd:import namespace="http://schemas.microsoft.com/sharepoint/v3"/>
    <xsd:import namespace="e82749e7-7b0e-4498-9ead-94b1bb5c5f13"/>
    <xsd:import namespace="6741f19a-b8bb-438e-b0f7-cfbdb56f3f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r8y9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11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12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13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4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15" nillable="true" ma:displayName="Número de Ocorrências de Curtir" ma:internalName="LikesCount">
      <xsd:simpleType>
        <xsd:restriction base="dms:Unknown"/>
      </xsd:simpleType>
    </xsd:element>
    <xsd:element name="LikedBy" ma:index="16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2749e7-7b0e-4498-9ead-94b1bb5c5f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1f19a-b8bb-438e-b0f7-cfbdb56f3f1f" elementFormDefault="qualified">
    <xsd:import namespace="http://schemas.microsoft.com/office/2006/documentManagement/types"/>
    <xsd:import namespace="http://schemas.microsoft.com/office/infopath/2007/PartnerControls"/>
    <xsd:element name="r8y9" ma:index="10" nillable="true" ma:displayName="Pessoa ou Grupo" ma:list="UserInfo" ma:internalName="r8y9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CB16B0-1F3C-4CF5-BDDF-63C802289676}">
  <ds:schemaRefs>
    <ds:schemaRef ds:uri="e82749e7-7b0e-4498-9ead-94b1bb5c5f1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6741f19a-b8bb-438e-b0f7-cfbdb56f3f1f"/>
    <ds:schemaRef ds:uri="http://purl.org/dc/elements/1.1/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DF2F748-78E8-44C7-9C14-40EAA09344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82749e7-7b0e-4498-9ead-94b1bb5c5f13"/>
    <ds:schemaRef ds:uri="6741f19a-b8bb-438e-b0f7-cfbdb56f3f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69CF95-D94D-483E-9F0E-0885ED3B0C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17589</TotalTime>
  <Words>128</Words>
  <Application>Microsoft Office PowerPoint</Application>
  <PresentationFormat>Personalizar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Nei Henckes</cp:lastModifiedBy>
  <cp:revision>408</cp:revision>
  <dcterms:created xsi:type="dcterms:W3CDTF">2014-01-24T21:35:00Z</dcterms:created>
  <dcterms:modified xsi:type="dcterms:W3CDTF">2017-04-07T00:25:24Z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0x01010010216AC2A93ED34EA147D7CF78DE765F</vt:lpwstr>
  </property>
</Properties>
</file>