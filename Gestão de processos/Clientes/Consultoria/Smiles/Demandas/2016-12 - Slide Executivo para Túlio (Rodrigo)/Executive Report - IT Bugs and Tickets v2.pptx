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73" r:id="rId3"/>
    <p:sldId id="376" r:id="rId4"/>
    <p:sldId id="375" r:id="rId5"/>
    <p:sldId id="374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4" y="25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Pasta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Planilha1!$A$1:$A$12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Planilha1!$B$1:$B$12</c:f>
              <c:numCache>
                <c:formatCode>General</c:formatCode>
                <c:ptCount val="12"/>
                <c:pt idx="0">
                  <c:v>464</c:v>
                </c:pt>
                <c:pt idx="1">
                  <c:v>911</c:v>
                </c:pt>
                <c:pt idx="2">
                  <c:v>1213</c:v>
                </c:pt>
                <c:pt idx="3">
                  <c:v>1520</c:v>
                </c:pt>
                <c:pt idx="4">
                  <c:v>1791</c:v>
                </c:pt>
                <c:pt idx="5">
                  <c:v>2073</c:v>
                </c:pt>
                <c:pt idx="6">
                  <c:v>2391</c:v>
                </c:pt>
                <c:pt idx="7">
                  <c:v>2651</c:v>
                </c:pt>
                <c:pt idx="8">
                  <c:v>2958</c:v>
                </c:pt>
                <c:pt idx="9">
                  <c:v>3261</c:v>
                </c:pt>
                <c:pt idx="10">
                  <c:v>3606</c:v>
                </c:pt>
                <c:pt idx="11">
                  <c:v>3836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3B-43FD-9760-D148B99F003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Planilha1!$A$15:$A$26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Planilha1!$B$15:$B$26</c:f>
              <c:numCache>
                <c:formatCode>0.00%</c:formatCode>
                <c:ptCount val="12"/>
                <c:pt idx="0">
                  <c:v>0.9012</c:v>
                </c:pt>
                <c:pt idx="1">
                  <c:v>0.85750000000000004</c:v>
                </c:pt>
                <c:pt idx="2">
                  <c:v>0.86119999999999997</c:v>
                </c:pt>
                <c:pt idx="3">
                  <c:v>0.86780000000000002</c:v>
                </c:pt>
                <c:pt idx="4">
                  <c:v>0.82950000000000002</c:v>
                </c:pt>
                <c:pt idx="5">
                  <c:v>0.92930000000000001</c:v>
                </c:pt>
                <c:pt idx="6">
                  <c:v>0.87460000000000004</c:v>
                </c:pt>
                <c:pt idx="7">
                  <c:v>0.89190000000000003</c:v>
                </c:pt>
                <c:pt idx="8">
                  <c:v>0.90549999999999997</c:v>
                </c:pt>
                <c:pt idx="9">
                  <c:v>0.95050000000000001</c:v>
                </c:pt>
                <c:pt idx="10">
                  <c:v>0.9597</c:v>
                </c:pt>
                <c:pt idx="11">
                  <c:v>0.95220000000000005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9-4C08-8902-274A0342BD6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Planilha1!$A$30:$A$41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Planilha1!$B$30:$B$41</c:f>
              <c:numCache>
                <c:formatCode>General</c:formatCode>
                <c:ptCount val="12"/>
                <c:pt idx="0">
                  <c:v>85</c:v>
                </c:pt>
                <c:pt idx="1">
                  <c:v>72</c:v>
                </c:pt>
                <c:pt idx="2">
                  <c:v>54</c:v>
                </c:pt>
                <c:pt idx="3">
                  <c:v>55</c:v>
                </c:pt>
                <c:pt idx="4">
                  <c:v>59</c:v>
                </c:pt>
                <c:pt idx="5">
                  <c:v>64</c:v>
                </c:pt>
                <c:pt idx="6">
                  <c:v>75</c:v>
                </c:pt>
                <c:pt idx="7">
                  <c:v>56</c:v>
                </c:pt>
                <c:pt idx="8">
                  <c:v>64</c:v>
                </c:pt>
                <c:pt idx="9">
                  <c:v>56</c:v>
                </c:pt>
                <c:pt idx="10">
                  <c:v>35</c:v>
                </c:pt>
                <c:pt idx="11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28-4D35-9AB0-3EBC1A344B6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Planilha1!$A$59:$A$70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Planilha1!$B$59:$B$70</c:f>
              <c:numCache>
                <c:formatCode>General</c:formatCode>
                <c:ptCount val="12"/>
                <c:pt idx="0">
                  <c:v>46</c:v>
                </c:pt>
                <c:pt idx="1">
                  <c:v>77</c:v>
                </c:pt>
                <c:pt idx="2">
                  <c:v>97</c:v>
                </c:pt>
                <c:pt idx="3">
                  <c:v>134</c:v>
                </c:pt>
                <c:pt idx="4">
                  <c:v>151</c:v>
                </c:pt>
                <c:pt idx="5">
                  <c:v>197</c:v>
                </c:pt>
                <c:pt idx="6">
                  <c:v>221</c:v>
                </c:pt>
                <c:pt idx="7">
                  <c:v>254</c:v>
                </c:pt>
                <c:pt idx="8">
                  <c:v>290</c:v>
                </c:pt>
                <c:pt idx="9">
                  <c:v>308</c:v>
                </c:pt>
                <c:pt idx="10">
                  <c:v>339</c:v>
                </c:pt>
                <c:pt idx="11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2A-4AC8-B46C-F2D74D3077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794037"/>
            <a:ext cx="568862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IT Tickets &amp; Bugs</a:t>
            </a:r>
          </a:p>
          <a:p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Executive</a:t>
            </a: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Report</a:t>
            </a:r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2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– 21-12-2016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962" y="5114833"/>
            <a:ext cx="1554970" cy="16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91741545-E543-407F-AD8F-E735DEDE94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447991"/>
              </p:ext>
            </p:extLst>
          </p:nvPr>
        </p:nvGraphicFramePr>
        <p:xfrm>
          <a:off x="1098569" y="3540678"/>
          <a:ext cx="79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tângulo 14"/>
          <p:cNvSpPr/>
          <p:nvPr/>
        </p:nvSpPr>
        <p:spPr>
          <a:xfrm>
            <a:off x="283765" y="1044757"/>
            <a:ext cx="4241854" cy="18000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 algn="r"/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3.800 Chamados </a:t>
            </a:r>
          </a:p>
          <a:p>
            <a:pPr marL="180000" algn="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resolvidos (Acumulado YTD)</a:t>
            </a:r>
          </a:p>
        </p:txBody>
      </p:sp>
    </p:spTree>
    <p:extLst>
      <p:ext uri="{BB962C8B-B14F-4D97-AF65-F5344CB8AC3E}">
        <p14:creationId xmlns:p14="http://schemas.microsoft.com/office/powerpoint/2010/main" val="207055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877998FC-B484-4E65-BB07-C33CE15E4E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358714"/>
              </p:ext>
            </p:extLst>
          </p:nvPr>
        </p:nvGraphicFramePr>
        <p:xfrm>
          <a:off x="1098000" y="3542400"/>
          <a:ext cx="79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tângulo 15"/>
          <p:cNvSpPr/>
          <p:nvPr/>
        </p:nvSpPr>
        <p:spPr>
          <a:xfrm>
            <a:off x="283765" y="1044000"/>
            <a:ext cx="4241854" cy="18000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 algn="r"/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89,74% SLA </a:t>
            </a:r>
          </a:p>
          <a:p>
            <a:pPr marL="180000" algn="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resolução de chamados (Média YTD)</a:t>
            </a:r>
          </a:p>
        </p:txBody>
      </p:sp>
    </p:spTree>
    <p:extLst>
      <p:ext uri="{BB962C8B-B14F-4D97-AF65-F5344CB8AC3E}">
        <p14:creationId xmlns:p14="http://schemas.microsoft.com/office/powerpoint/2010/main" val="162664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7742862-A742-4B85-9B4C-DC0566D478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5793677"/>
              </p:ext>
            </p:extLst>
          </p:nvPr>
        </p:nvGraphicFramePr>
        <p:xfrm>
          <a:off x="1098569" y="3542400"/>
          <a:ext cx="79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tângulo 16"/>
          <p:cNvSpPr/>
          <p:nvPr/>
        </p:nvSpPr>
        <p:spPr>
          <a:xfrm>
            <a:off x="283765" y="1044000"/>
            <a:ext cx="4241854" cy="18000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 algn="r"/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58 Chamados </a:t>
            </a:r>
          </a:p>
          <a:p>
            <a:pPr marL="180000" algn="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Backlog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Líquido* (Média YTD)</a:t>
            </a:r>
          </a:p>
          <a:p>
            <a:pPr marL="180000" algn="r"/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80000" algn="r"/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pt-BR" sz="1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Backlog</a:t>
            </a: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Líquido não depende de desenvolvimento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806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284400" y="1044000"/>
            <a:ext cx="4241854" cy="18000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 algn="r"/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360 Bugs </a:t>
            </a:r>
          </a:p>
          <a:p>
            <a:pPr marL="180000" algn="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resolvidos (Acumulado YTD)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782C54F5-C066-4072-832D-6EC70C9DC1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209967"/>
              </p:ext>
            </p:extLst>
          </p:nvPr>
        </p:nvGraphicFramePr>
        <p:xfrm>
          <a:off x="1098000" y="3542400"/>
          <a:ext cx="79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824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8409</TotalTime>
  <Words>84</Words>
  <Application>Microsoft Office PowerPoint</Application>
  <PresentationFormat>Personalizar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79</cp:revision>
  <dcterms:created xsi:type="dcterms:W3CDTF">2014-01-24T21:35:00Z</dcterms:created>
  <dcterms:modified xsi:type="dcterms:W3CDTF">2016-12-21T14:35:33Z</dcterms:modified>
</cp:coreProperties>
</file>