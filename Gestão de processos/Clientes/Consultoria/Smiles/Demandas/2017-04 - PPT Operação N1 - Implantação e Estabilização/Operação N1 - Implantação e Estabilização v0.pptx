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40" r:id="rId3"/>
    <p:sldId id="341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9" autoAdjust="0"/>
    <p:restoredTop sz="94664" autoAdjust="0"/>
  </p:normalViewPr>
  <p:slideViewPr>
    <p:cSldViewPr snapToGrid="0" snapToObjects="1">
      <p:cViewPr varScale="1">
        <p:scale>
          <a:sx n="68" d="100"/>
          <a:sy n="68" d="100"/>
        </p:scale>
        <p:origin x="1224" y="72"/>
      </p:cViewPr>
      <p:guideLst>
        <p:guide orient="horz" pos="2137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mailto:adriano.barbosa@smiles.com.br" TargetMode="External"/><Relationship Id="rId2" Type="http://schemas.openxmlformats.org/officeDocument/2006/relationships/hyperlink" Target="mailto:nei.henckes@smiles.com.br" TargetMode="External"/><Relationship Id="rId1" Type="http://schemas.openxmlformats.org/officeDocument/2006/relationships/hyperlink" Target="mailto:tulio.oliveira@smiles.com.br" TargetMode="External"/><Relationship Id="rId4" Type="http://schemas.openxmlformats.org/officeDocument/2006/relationships/hyperlink" Target="mailto:gr-infraestrutura@smiles.com.br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mailto:nei.henckes@smiles.com.br" TargetMode="External"/><Relationship Id="rId2" Type="http://schemas.openxmlformats.org/officeDocument/2006/relationships/hyperlink" Target="mailto:adriano.barbosa@smiles.com.br" TargetMode="External"/><Relationship Id="rId1" Type="http://schemas.openxmlformats.org/officeDocument/2006/relationships/hyperlink" Target="mailto:tulio.oliveira@smiles.com.br" TargetMode="External"/><Relationship Id="rId4" Type="http://schemas.openxmlformats.org/officeDocument/2006/relationships/hyperlink" Target="mailto:gr-infraestrutura@smiles.com.br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60123D-7EA3-4D10-B076-5945D8C0D33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6490F9EB-19C3-46DC-88D3-4E9E6AA34958}">
      <dgm:prSet phldrT="[Texto]" custT="1"/>
      <dgm:spPr/>
      <dgm:t>
        <a:bodyPr/>
        <a:lstStyle/>
        <a:p>
          <a:r>
            <a:rPr lang="pt-BR" sz="1400" b="1" dirty="0">
              <a:latin typeface="Calibri (Corpo)"/>
            </a:rPr>
            <a:t>Túlio Oliveira</a:t>
          </a:r>
        </a:p>
      </dgm:t>
    </dgm:pt>
    <dgm:pt modelId="{FA70CFB2-D092-4533-9AA1-06D36CB83BD3}" type="parTrans" cxnId="{69EB25AA-5EB0-4F72-8829-509D4D72C36F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21339237-90F5-432E-BBC4-5C460C679AB6}" type="sibTrans" cxnId="{69EB25AA-5EB0-4F72-8829-509D4D72C36F}">
      <dgm:prSet custT="1"/>
      <dgm:spPr/>
      <dgm:t>
        <a:bodyPr/>
        <a:lstStyle/>
        <a:p>
          <a:pPr algn="r"/>
          <a:r>
            <a:rPr lang="pt-BR" sz="900" b="0" dirty="0">
              <a:latin typeface="Calibri (Corpo)"/>
            </a:rPr>
            <a:t>Diretor de TI</a:t>
          </a:r>
        </a:p>
      </dgm:t>
    </dgm:pt>
    <dgm:pt modelId="{24D933BF-C29A-4AAA-A5A9-1794D279FF2E}">
      <dgm:prSet phldrT="[Texto]" custT="1"/>
      <dgm:spPr/>
      <dgm:t>
        <a:bodyPr/>
        <a:lstStyle/>
        <a:p>
          <a:r>
            <a:rPr lang="pt-BR" sz="1400" dirty="0">
              <a:latin typeface="Calibri (Corpo)"/>
            </a:rPr>
            <a:t>Adriano Barbosa</a:t>
          </a:r>
        </a:p>
      </dgm:t>
    </dgm:pt>
    <dgm:pt modelId="{8869024C-561B-4235-8EF5-074938325F37}" type="parTrans" cxnId="{40073E80-3F92-452D-8819-F825C887F115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F09427C1-9F84-44E9-8749-9477E594152E}" type="sibTrans" cxnId="{40073E80-3F92-452D-8819-F825C887F115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Arquitetura, Infra e Operações de TI</a:t>
          </a:r>
        </a:p>
      </dgm:t>
    </dgm:pt>
    <dgm:pt modelId="{335FB8FF-149B-4A87-956C-F2C23213F4E1}">
      <dgm:prSet phldrT="[Texto]" custT="1"/>
      <dgm:spPr/>
      <dgm:t>
        <a:bodyPr/>
        <a:lstStyle/>
        <a:p>
          <a:r>
            <a:rPr lang="pt-BR" sz="1400" dirty="0">
              <a:latin typeface="Calibri (Corpo)"/>
            </a:rPr>
            <a:t>Luiz Borrego</a:t>
          </a:r>
        </a:p>
      </dgm:t>
    </dgm:pt>
    <dgm:pt modelId="{91F23DAC-A70A-47C7-BC32-94506C383491}" type="parTrans" cxnId="{E7D37928-7CF1-4C77-9F44-1ECA3BC4D91E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041469E5-444B-4C16-BD2B-A061F74B9A95}" type="sibTrans" cxnId="{E7D37928-7CF1-4C77-9F44-1ECA3BC4D91E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Projetos de TI</a:t>
          </a:r>
        </a:p>
      </dgm:t>
    </dgm:pt>
    <dgm:pt modelId="{8C10FA9C-F4C3-47CF-986D-8FED6BE8FDC3}">
      <dgm:prSet phldrT="[Texto]" custT="1"/>
      <dgm:spPr/>
      <dgm:t>
        <a:bodyPr/>
        <a:lstStyle/>
        <a:p>
          <a:r>
            <a:rPr lang="pt-BR" sz="1600" dirty="0" err="1">
              <a:latin typeface="Calibri (Corpo)"/>
            </a:rPr>
            <a:t>Nelton</a:t>
          </a:r>
          <a:r>
            <a:rPr lang="pt-BR" sz="1600" dirty="0">
              <a:latin typeface="Calibri (Corpo)"/>
            </a:rPr>
            <a:t> Lima</a:t>
          </a:r>
        </a:p>
      </dgm:t>
    </dgm:pt>
    <dgm:pt modelId="{6BF87130-A6D6-4A3C-97E6-863A90806819}" type="parTrans" cxnId="{3DD4E262-685C-4A50-95F5-BD2230CE1AF5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DE9DEE69-47D3-402F-9852-9E43C7191EBC}" type="sibTrans" cxnId="{3DD4E262-685C-4A50-95F5-BD2230CE1AF5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Tecnologia e Sistemas</a:t>
          </a:r>
        </a:p>
      </dgm:t>
    </dgm:pt>
    <dgm:pt modelId="{2034E719-7ADA-4D10-AD84-DDE49DDC286E}">
      <dgm:prSet phldrT="[Texto]" custT="1"/>
      <dgm:spPr/>
      <dgm:t>
        <a:bodyPr/>
        <a:lstStyle/>
        <a:p>
          <a:r>
            <a:rPr lang="pt-BR" sz="1600" dirty="0">
              <a:latin typeface="Calibri (Corpo)"/>
            </a:rPr>
            <a:t>Rodrigo </a:t>
          </a:r>
          <a:r>
            <a:rPr lang="pt-BR" sz="1600" dirty="0" err="1">
              <a:latin typeface="Calibri (Corpo)"/>
            </a:rPr>
            <a:t>Possato</a:t>
          </a:r>
          <a:endParaRPr lang="pt-BR" sz="1600" dirty="0">
            <a:latin typeface="Calibri (Corpo)"/>
          </a:endParaRPr>
        </a:p>
      </dgm:t>
    </dgm:pt>
    <dgm:pt modelId="{58641595-40BB-4D3C-B09F-11C1043C8480}" type="parTrans" cxnId="{286704D0-071F-454C-AFF9-248582144187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AA9D52F1-410B-44EB-A841-D8A15E5D8887}" type="sibTrans" cxnId="{286704D0-071F-454C-AFF9-248582144187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Governança, Segurança e Fraudes</a:t>
          </a:r>
        </a:p>
      </dgm:t>
    </dgm:pt>
    <dgm:pt modelId="{F41B7350-DB54-4C4A-B594-C2525CF6B509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Nei </a:t>
          </a:r>
          <a:r>
            <a:rPr lang="pt-BR" sz="1200" dirty="0" err="1">
              <a:latin typeface="Calibri (Corpo)"/>
            </a:rPr>
            <a:t>Henckes</a:t>
          </a:r>
          <a:endParaRPr lang="pt-BR" sz="1200" dirty="0">
            <a:latin typeface="Calibri (Corpo)"/>
          </a:endParaRPr>
        </a:p>
      </dgm:t>
    </dgm:pt>
    <dgm:pt modelId="{0A7CDE5F-F3E6-4853-83AF-A936C2D66263}" type="parTrans" cxnId="{68CB5E43-9DF2-445B-889A-601F6F30B114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77C2AD9A-3532-40E3-BB99-BBB28823DBC6}" type="sibTrans" cxnId="{68CB5E43-9DF2-445B-889A-601F6F30B114}">
      <dgm:prSet custT="1"/>
      <dgm:spPr/>
      <dgm:t>
        <a:bodyPr/>
        <a:lstStyle/>
        <a:p>
          <a:r>
            <a:rPr lang="pt-BR" sz="900" dirty="0">
              <a:latin typeface="Calibri (Corpo)"/>
            </a:rPr>
            <a:t>Coordenador de Operações de TI</a:t>
          </a:r>
        </a:p>
      </dgm:t>
    </dgm:pt>
    <dgm:pt modelId="{8020E0D4-E167-4FA8-9CEB-BA7E485219FE}">
      <dgm:prSet phldrT="[Texto]" custT="1"/>
      <dgm:spPr/>
      <dgm:t>
        <a:bodyPr/>
        <a:lstStyle/>
        <a:p>
          <a:r>
            <a:rPr lang="pt-BR" sz="1200" dirty="0" err="1">
              <a:latin typeface="Calibri (Corpo)"/>
            </a:rPr>
            <a:t>Luis</a:t>
          </a:r>
          <a:r>
            <a:rPr lang="pt-BR" sz="1200" dirty="0">
              <a:latin typeface="Calibri (Corpo)"/>
            </a:rPr>
            <a:t> Savioli</a:t>
          </a:r>
        </a:p>
      </dgm:t>
    </dgm:pt>
    <dgm:pt modelId="{9A8AD048-A931-4EF6-846D-41E1248FE8DF}" type="parTrans" cxnId="{9E6FAF04-6F0B-4512-9D20-0A6B5C637C18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F607A4B6-F57F-40C2-B87E-8DEB875C70E1}" type="sibTrans" cxnId="{9E6FAF04-6F0B-4512-9D20-0A6B5C637C18}">
      <dgm:prSet custT="1"/>
      <dgm:spPr/>
      <dgm:t>
        <a:bodyPr/>
        <a:lstStyle/>
        <a:p>
          <a:r>
            <a:rPr lang="pt-BR" sz="900" b="1" dirty="0">
              <a:latin typeface="Calibri (Corpo)"/>
            </a:rPr>
            <a:t>Responsável Projeto SAVIS</a:t>
          </a:r>
        </a:p>
      </dgm:t>
    </dgm:pt>
    <dgm:pt modelId="{E5039C62-5203-44EA-AD4D-3939A435D652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Daniel Borges e Cláudio Cunha</a:t>
          </a:r>
        </a:p>
      </dgm:t>
    </dgm:pt>
    <dgm:pt modelId="{F32F8DFA-A2BF-483A-B530-C8E79B246E4C}" type="parTrans" cxnId="{95D9B3DB-4F56-40F0-9965-F1F440A8A916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04D1A3D8-AE9B-4F28-A5A4-D2D82A8ABF4E}" type="sibTrans" cxnId="{95D9B3DB-4F56-40F0-9965-F1F440A8A916}">
      <dgm:prSet custT="1"/>
      <dgm:spPr/>
      <dgm:t>
        <a:bodyPr/>
        <a:lstStyle/>
        <a:p>
          <a:r>
            <a:rPr lang="pt-BR" sz="900" dirty="0">
              <a:latin typeface="Calibri (Corpo)"/>
            </a:rPr>
            <a:t>Especialistas de Infraestrutura</a:t>
          </a:r>
        </a:p>
      </dgm:t>
    </dgm:pt>
    <dgm:pt modelId="{0AEEBE72-6CE7-48E1-A894-D7F39DD7AFBD}">
      <dgm:prSet phldrT="[Texto]" custT="1"/>
      <dgm:spPr/>
      <dgm:t>
        <a:bodyPr/>
        <a:lstStyle/>
        <a:p>
          <a:pPr algn="ctr"/>
          <a:r>
            <a:rPr lang="pt-BR" sz="1200" dirty="0">
              <a:latin typeface="Calibri (Corpo)"/>
            </a:rPr>
            <a:t> Guilherme, Leonardo, Ricardo </a:t>
          </a:r>
        </a:p>
      </dgm:t>
    </dgm:pt>
    <dgm:pt modelId="{08B7AE01-A893-4595-BCC2-EBC65674A98F}" type="parTrans" cxnId="{1CABD0BB-DDE6-47BD-89C6-04948A499924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E089048B-9D48-4815-9CC3-8EC1D3244198}" type="sibTrans" cxnId="{1CABD0BB-DDE6-47BD-89C6-04948A499924}">
      <dgm:prSet phldrT="[Texto]" custT="1"/>
      <dgm:spPr/>
      <dgm:t>
        <a:bodyPr/>
        <a:lstStyle/>
        <a:p>
          <a:r>
            <a:rPr lang="pt-BR" sz="900" dirty="0">
              <a:latin typeface="Calibri (Corpo)"/>
            </a:rPr>
            <a:t>Arquitetos de TI</a:t>
          </a:r>
        </a:p>
      </dgm:t>
    </dgm:pt>
    <dgm:pt modelId="{1703AAC4-695D-4679-A477-3189112D1C63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Equipe </a:t>
          </a:r>
        </a:p>
        <a:p>
          <a:r>
            <a:rPr lang="pt-BR" sz="1200" dirty="0">
              <a:latin typeface="Calibri (Corpo)"/>
            </a:rPr>
            <a:t>Operações de TI</a:t>
          </a:r>
        </a:p>
      </dgm:t>
    </dgm:pt>
    <dgm:pt modelId="{431A5F8A-43AA-47E8-8DDD-82407824010D}" type="parTrans" cxnId="{B1D2FEC3-9C56-46D7-8B44-CA0E3AEE16D0}">
      <dgm:prSet/>
      <dgm:spPr/>
      <dgm:t>
        <a:bodyPr/>
        <a:lstStyle/>
        <a:p>
          <a:endParaRPr lang="pt-BR"/>
        </a:p>
      </dgm:t>
    </dgm:pt>
    <dgm:pt modelId="{DDAEC426-4113-4EDC-B08A-09B1C010607C}" type="sibTrans" cxnId="{B1D2FEC3-9C56-46D7-8B44-CA0E3AEE16D0}">
      <dgm:prSet custT="1"/>
      <dgm:spPr/>
      <dgm:t>
        <a:bodyPr/>
        <a:lstStyle/>
        <a:p>
          <a:r>
            <a:rPr lang="pt-BR" sz="900" dirty="0"/>
            <a:t>Operações de TI</a:t>
          </a:r>
          <a:endParaRPr lang="pt-BR" sz="1200" dirty="0"/>
        </a:p>
      </dgm:t>
    </dgm:pt>
    <dgm:pt modelId="{413418F6-B68F-479E-8F7A-D06692E626FB}" type="pres">
      <dgm:prSet presAssocID="{8C60123D-7EA3-4D10-B076-5945D8C0D3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13540AA-267F-413E-A4F4-045FF584A882}" type="pres">
      <dgm:prSet presAssocID="{6490F9EB-19C3-46DC-88D3-4E9E6AA34958}" presName="hierRoot1" presStyleCnt="0">
        <dgm:presLayoutVars>
          <dgm:hierBranch val="init"/>
        </dgm:presLayoutVars>
      </dgm:prSet>
      <dgm:spPr/>
    </dgm:pt>
    <dgm:pt modelId="{C4926AB8-783E-4B5A-B781-6C6689ACCBFC}" type="pres">
      <dgm:prSet presAssocID="{6490F9EB-19C3-46DC-88D3-4E9E6AA34958}" presName="rootComposite1" presStyleCnt="0"/>
      <dgm:spPr/>
    </dgm:pt>
    <dgm:pt modelId="{6797FC48-D89C-43FB-A501-634FA9B0EACA}" type="pres">
      <dgm:prSet presAssocID="{6490F9EB-19C3-46DC-88D3-4E9E6AA34958}" presName="rootText1" presStyleLbl="node0" presStyleIdx="0" presStyleCnt="1">
        <dgm:presLayoutVars>
          <dgm:chMax/>
          <dgm:chPref val="3"/>
        </dgm:presLayoutVars>
      </dgm:prSet>
      <dgm:spPr/>
    </dgm:pt>
    <dgm:pt modelId="{3DA57130-C46E-4C2D-ADCB-27666374CD9B}" type="pres">
      <dgm:prSet presAssocID="{6490F9EB-19C3-46DC-88D3-4E9E6AA34958}" presName="titleText1" presStyleLbl="fgAcc0" presStyleIdx="0" presStyleCnt="1">
        <dgm:presLayoutVars>
          <dgm:chMax val="0"/>
          <dgm:chPref val="0"/>
        </dgm:presLayoutVars>
      </dgm:prSet>
      <dgm:spPr/>
    </dgm:pt>
    <dgm:pt modelId="{4C54BC8E-EE36-4F9A-87F8-AC6B6370E390}" type="pres">
      <dgm:prSet presAssocID="{6490F9EB-19C3-46DC-88D3-4E9E6AA34958}" presName="rootConnector1" presStyleLbl="node1" presStyleIdx="0" presStyleCnt="9"/>
      <dgm:spPr/>
    </dgm:pt>
    <dgm:pt modelId="{843D8486-E29A-4242-87E9-CB3A1053A90F}" type="pres">
      <dgm:prSet presAssocID="{6490F9EB-19C3-46DC-88D3-4E9E6AA34958}" presName="hierChild2" presStyleCnt="0"/>
      <dgm:spPr/>
    </dgm:pt>
    <dgm:pt modelId="{BF84A147-B772-436C-9BB7-452A201D5D2E}" type="pres">
      <dgm:prSet presAssocID="{8869024C-561B-4235-8EF5-074938325F37}" presName="Name37" presStyleLbl="parChTrans1D2" presStyleIdx="0" presStyleCnt="4"/>
      <dgm:spPr/>
    </dgm:pt>
    <dgm:pt modelId="{CC48C9F0-F329-4F39-9886-F4CA3BF938E6}" type="pres">
      <dgm:prSet presAssocID="{24D933BF-C29A-4AAA-A5A9-1794D279FF2E}" presName="hierRoot2" presStyleCnt="0">
        <dgm:presLayoutVars>
          <dgm:hierBranch val="init"/>
        </dgm:presLayoutVars>
      </dgm:prSet>
      <dgm:spPr/>
    </dgm:pt>
    <dgm:pt modelId="{418EEB03-53C5-40DE-86E6-3950AADA3BA7}" type="pres">
      <dgm:prSet presAssocID="{24D933BF-C29A-4AAA-A5A9-1794D279FF2E}" presName="rootComposite" presStyleCnt="0"/>
      <dgm:spPr/>
    </dgm:pt>
    <dgm:pt modelId="{AAD3B1D0-DFE9-488B-8F53-56DA43501B2C}" type="pres">
      <dgm:prSet presAssocID="{24D933BF-C29A-4AAA-A5A9-1794D279FF2E}" presName="rootText" presStyleLbl="node1" presStyleIdx="0" presStyleCnt="9">
        <dgm:presLayoutVars>
          <dgm:chMax/>
          <dgm:chPref val="3"/>
        </dgm:presLayoutVars>
      </dgm:prSet>
      <dgm:spPr/>
    </dgm:pt>
    <dgm:pt modelId="{5A4EB5F4-E379-4425-8694-58FE280A228D}" type="pres">
      <dgm:prSet presAssocID="{24D933BF-C29A-4AAA-A5A9-1794D279FF2E}" presName="titleText2" presStyleLbl="fgAcc1" presStyleIdx="0" presStyleCnt="9">
        <dgm:presLayoutVars>
          <dgm:chMax val="0"/>
          <dgm:chPref val="0"/>
        </dgm:presLayoutVars>
      </dgm:prSet>
      <dgm:spPr/>
    </dgm:pt>
    <dgm:pt modelId="{EE697BD2-6355-433F-9D8D-BC737C50AA7C}" type="pres">
      <dgm:prSet presAssocID="{24D933BF-C29A-4AAA-A5A9-1794D279FF2E}" presName="rootConnector" presStyleLbl="node2" presStyleIdx="0" presStyleCnt="0"/>
      <dgm:spPr/>
    </dgm:pt>
    <dgm:pt modelId="{9060E5C6-915B-4DB3-88E4-1542FDC7FEF0}" type="pres">
      <dgm:prSet presAssocID="{24D933BF-C29A-4AAA-A5A9-1794D279FF2E}" presName="hierChild4" presStyleCnt="0"/>
      <dgm:spPr/>
    </dgm:pt>
    <dgm:pt modelId="{E383461B-D20A-4A78-8BCE-FE9AE5C51FF0}" type="pres">
      <dgm:prSet presAssocID="{0A7CDE5F-F3E6-4853-83AF-A936C2D66263}" presName="Name37" presStyleLbl="parChTrans1D3" presStyleIdx="0" presStyleCnt="3"/>
      <dgm:spPr/>
    </dgm:pt>
    <dgm:pt modelId="{31BEDA85-8017-4198-9CE4-F2D2965C3513}" type="pres">
      <dgm:prSet presAssocID="{F41B7350-DB54-4C4A-B594-C2525CF6B509}" presName="hierRoot2" presStyleCnt="0">
        <dgm:presLayoutVars>
          <dgm:hierBranch val="init"/>
        </dgm:presLayoutVars>
      </dgm:prSet>
      <dgm:spPr/>
    </dgm:pt>
    <dgm:pt modelId="{5F81B872-9627-49F7-9801-5AAD740E66BF}" type="pres">
      <dgm:prSet presAssocID="{F41B7350-DB54-4C4A-B594-C2525CF6B509}" presName="rootComposite" presStyleCnt="0"/>
      <dgm:spPr/>
    </dgm:pt>
    <dgm:pt modelId="{39CF4385-CBA8-424F-97F0-68ED4730227A}" type="pres">
      <dgm:prSet presAssocID="{F41B7350-DB54-4C4A-B594-C2525CF6B509}" presName="rootText" presStyleLbl="node1" presStyleIdx="1" presStyleCnt="9">
        <dgm:presLayoutVars>
          <dgm:chMax/>
          <dgm:chPref val="3"/>
        </dgm:presLayoutVars>
      </dgm:prSet>
      <dgm:spPr/>
    </dgm:pt>
    <dgm:pt modelId="{99F4FD00-0011-418B-A011-570E7E5CB7BF}" type="pres">
      <dgm:prSet presAssocID="{F41B7350-DB54-4C4A-B594-C2525CF6B509}" presName="titleText2" presStyleLbl="fgAcc1" presStyleIdx="1" presStyleCnt="9">
        <dgm:presLayoutVars>
          <dgm:chMax val="0"/>
          <dgm:chPref val="0"/>
        </dgm:presLayoutVars>
      </dgm:prSet>
      <dgm:spPr/>
    </dgm:pt>
    <dgm:pt modelId="{7276390A-ADFB-43EB-B4F4-56663E504C51}" type="pres">
      <dgm:prSet presAssocID="{F41B7350-DB54-4C4A-B594-C2525CF6B509}" presName="rootConnector" presStyleLbl="node3" presStyleIdx="0" presStyleCnt="0"/>
      <dgm:spPr/>
    </dgm:pt>
    <dgm:pt modelId="{3FAA994D-5489-40C9-B7FA-C0599E020DC8}" type="pres">
      <dgm:prSet presAssocID="{F41B7350-DB54-4C4A-B594-C2525CF6B509}" presName="hierChild4" presStyleCnt="0"/>
      <dgm:spPr/>
    </dgm:pt>
    <dgm:pt modelId="{70898885-0B61-4086-A543-715882F93F65}" type="pres">
      <dgm:prSet presAssocID="{9A8AD048-A931-4EF6-846D-41E1248FE8DF}" presName="Name37" presStyleLbl="parChTrans1D4" presStyleIdx="0" presStyleCnt="2"/>
      <dgm:spPr/>
    </dgm:pt>
    <dgm:pt modelId="{090C4789-948C-4773-935D-004946AF325A}" type="pres">
      <dgm:prSet presAssocID="{8020E0D4-E167-4FA8-9CEB-BA7E485219FE}" presName="hierRoot2" presStyleCnt="0">
        <dgm:presLayoutVars>
          <dgm:hierBranch val="init"/>
        </dgm:presLayoutVars>
      </dgm:prSet>
      <dgm:spPr/>
    </dgm:pt>
    <dgm:pt modelId="{8D461883-BA51-4EA4-BFAA-C3BC84964E18}" type="pres">
      <dgm:prSet presAssocID="{8020E0D4-E167-4FA8-9CEB-BA7E485219FE}" presName="rootComposite" presStyleCnt="0"/>
      <dgm:spPr/>
    </dgm:pt>
    <dgm:pt modelId="{3FF6753D-11F0-4145-9E86-F23AD7D1CBCD}" type="pres">
      <dgm:prSet presAssocID="{8020E0D4-E167-4FA8-9CEB-BA7E485219FE}" presName="rootText" presStyleLbl="node1" presStyleIdx="2" presStyleCnt="9">
        <dgm:presLayoutVars>
          <dgm:chMax/>
          <dgm:chPref val="3"/>
        </dgm:presLayoutVars>
      </dgm:prSet>
      <dgm:spPr/>
    </dgm:pt>
    <dgm:pt modelId="{261E5063-6A5D-4F2D-9594-4FFAF7D3C1B0}" type="pres">
      <dgm:prSet presAssocID="{8020E0D4-E167-4FA8-9CEB-BA7E485219FE}" presName="titleText2" presStyleLbl="fgAcc1" presStyleIdx="2" presStyleCnt="9">
        <dgm:presLayoutVars>
          <dgm:chMax val="0"/>
          <dgm:chPref val="0"/>
        </dgm:presLayoutVars>
      </dgm:prSet>
      <dgm:spPr/>
    </dgm:pt>
    <dgm:pt modelId="{DE3FE3C6-0271-40E3-ABD2-BFE32328F7B4}" type="pres">
      <dgm:prSet presAssocID="{8020E0D4-E167-4FA8-9CEB-BA7E485219FE}" presName="rootConnector" presStyleLbl="node4" presStyleIdx="0" presStyleCnt="0"/>
      <dgm:spPr/>
    </dgm:pt>
    <dgm:pt modelId="{2181EB51-A92A-467A-B6C0-3DBDEBE1564A}" type="pres">
      <dgm:prSet presAssocID="{8020E0D4-E167-4FA8-9CEB-BA7E485219FE}" presName="hierChild4" presStyleCnt="0"/>
      <dgm:spPr/>
    </dgm:pt>
    <dgm:pt modelId="{8DBA85F4-FC7E-48D5-A3D4-E0B55B3C70BE}" type="pres">
      <dgm:prSet presAssocID="{8020E0D4-E167-4FA8-9CEB-BA7E485219FE}" presName="hierChild5" presStyleCnt="0"/>
      <dgm:spPr/>
    </dgm:pt>
    <dgm:pt modelId="{E01486F8-2FA7-4C35-B1C9-9659A708E01B}" type="pres">
      <dgm:prSet presAssocID="{431A5F8A-43AA-47E8-8DDD-82407824010D}" presName="Name37" presStyleLbl="parChTrans1D4" presStyleIdx="1" presStyleCnt="2"/>
      <dgm:spPr/>
    </dgm:pt>
    <dgm:pt modelId="{8266B4B5-A6F1-42DD-B864-35B05A9EB68C}" type="pres">
      <dgm:prSet presAssocID="{1703AAC4-695D-4679-A477-3189112D1C63}" presName="hierRoot2" presStyleCnt="0">
        <dgm:presLayoutVars>
          <dgm:hierBranch val="init"/>
        </dgm:presLayoutVars>
      </dgm:prSet>
      <dgm:spPr/>
    </dgm:pt>
    <dgm:pt modelId="{B25A35CB-F914-475B-BA8E-8A690D882990}" type="pres">
      <dgm:prSet presAssocID="{1703AAC4-695D-4679-A477-3189112D1C63}" presName="rootComposite" presStyleCnt="0"/>
      <dgm:spPr/>
    </dgm:pt>
    <dgm:pt modelId="{61B145FC-0696-4998-9393-4C7856A65ECE}" type="pres">
      <dgm:prSet presAssocID="{1703AAC4-695D-4679-A477-3189112D1C63}" presName="rootText" presStyleLbl="node1" presStyleIdx="3" presStyleCnt="9">
        <dgm:presLayoutVars>
          <dgm:chMax/>
          <dgm:chPref val="3"/>
        </dgm:presLayoutVars>
      </dgm:prSet>
      <dgm:spPr/>
    </dgm:pt>
    <dgm:pt modelId="{9BF487E0-46EE-4DB8-9F18-1A4C90424A69}" type="pres">
      <dgm:prSet presAssocID="{1703AAC4-695D-4679-A477-3189112D1C63}" presName="titleText2" presStyleLbl="fgAcc1" presStyleIdx="3" presStyleCnt="9">
        <dgm:presLayoutVars>
          <dgm:chMax val="0"/>
          <dgm:chPref val="0"/>
        </dgm:presLayoutVars>
      </dgm:prSet>
      <dgm:spPr/>
    </dgm:pt>
    <dgm:pt modelId="{64DCD351-AB0C-4DF3-B700-BBE522C5B287}" type="pres">
      <dgm:prSet presAssocID="{1703AAC4-695D-4679-A477-3189112D1C63}" presName="rootConnector" presStyleLbl="node4" presStyleIdx="0" presStyleCnt="0"/>
      <dgm:spPr/>
    </dgm:pt>
    <dgm:pt modelId="{E45FEABB-F8D1-4588-B603-68A83E8D71FB}" type="pres">
      <dgm:prSet presAssocID="{1703AAC4-695D-4679-A477-3189112D1C63}" presName="hierChild4" presStyleCnt="0"/>
      <dgm:spPr/>
    </dgm:pt>
    <dgm:pt modelId="{EF9522D6-37B5-4E76-85CA-CC3CCEA427EC}" type="pres">
      <dgm:prSet presAssocID="{1703AAC4-695D-4679-A477-3189112D1C63}" presName="hierChild5" presStyleCnt="0"/>
      <dgm:spPr/>
    </dgm:pt>
    <dgm:pt modelId="{57CC6AFA-E78D-4819-A9B0-920EFE7A9BFB}" type="pres">
      <dgm:prSet presAssocID="{F41B7350-DB54-4C4A-B594-C2525CF6B509}" presName="hierChild5" presStyleCnt="0"/>
      <dgm:spPr/>
    </dgm:pt>
    <dgm:pt modelId="{65CCD0BB-6616-4B9A-A2E7-63351C59DDB4}" type="pres">
      <dgm:prSet presAssocID="{F32F8DFA-A2BF-483A-B530-C8E79B246E4C}" presName="Name37" presStyleLbl="parChTrans1D3" presStyleIdx="1" presStyleCnt="3"/>
      <dgm:spPr/>
    </dgm:pt>
    <dgm:pt modelId="{DCA525DA-2F6E-49B7-8205-E7BF474E468A}" type="pres">
      <dgm:prSet presAssocID="{E5039C62-5203-44EA-AD4D-3939A435D652}" presName="hierRoot2" presStyleCnt="0">
        <dgm:presLayoutVars>
          <dgm:hierBranch val="init"/>
        </dgm:presLayoutVars>
      </dgm:prSet>
      <dgm:spPr/>
    </dgm:pt>
    <dgm:pt modelId="{6B6F1353-3975-4497-982C-DA7091C6A51B}" type="pres">
      <dgm:prSet presAssocID="{E5039C62-5203-44EA-AD4D-3939A435D652}" presName="rootComposite" presStyleCnt="0"/>
      <dgm:spPr/>
    </dgm:pt>
    <dgm:pt modelId="{F31FB148-D8E6-4AA5-9B25-4FDFDF50CE75}" type="pres">
      <dgm:prSet presAssocID="{E5039C62-5203-44EA-AD4D-3939A435D652}" presName="rootText" presStyleLbl="node1" presStyleIdx="4" presStyleCnt="9">
        <dgm:presLayoutVars>
          <dgm:chMax/>
          <dgm:chPref val="3"/>
        </dgm:presLayoutVars>
      </dgm:prSet>
      <dgm:spPr/>
    </dgm:pt>
    <dgm:pt modelId="{3A6361E1-765F-4882-BA16-CF7EE705C6D2}" type="pres">
      <dgm:prSet presAssocID="{E5039C62-5203-44EA-AD4D-3939A435D652}" presName="titleText2" presStyleLbl="fgAcc1" presStyleIdx="4" presStyleCnt="9">
        <dgm:presLayoutVars>
          <dgm:chMax val="0"/>
          <dgm:chPref val="0"/>
        </dgm:presLayoutVars>
      </dgm:prSet>
      <dgm:spPr/>
    </dgm:pt>
    <dgm:pt modelId="{85EFA4E7-F705-43A9-BC0A-03F5F74B5C8A}" type="pres">
      <dgm:prSet presAssocID="{E5039C62-5203-44EA-AD4D-3939A435D652}" presName="rootConnector" presStyleLbl="node3" presStyleIdx="0" presStyleCnt="0"/>
      <dgm:spPr/>
    </dgm:pt>
    <dgm:pt modelId="{14610725-41D1-40AF-B59D-A5B7BC6631B7}" type="pres">
      <dgm:prSet presAssocID="{E5039C62-5203-44EA-AD4D-3939A435D652}" presName="hierChild4" presStyleCnt="0"/>
      <dgm:spPr/>
    </dgm:pt>
    <dgm:pt modelId="{41580FFF-BE30-4C02-A9BE-037088AE7D84}" type="pres">
      <dgm:prSet presAssocID="{E5039C62-5203-44EA-AD4D-3939A435D652}" presName="hierChild5" presStyleCnt="0"/>
      <dgm:spPr/>
    </dgm:pt>
    <dgm:pt modelId="{F1764580-8298-43BF-8E43-7BFC069E2DC4}" type="pres">
      <dgm:prSet presAssocID="{08B7AE01-A893-4595-BCC2-EBC65674A98F}" presName="Name37" presStyleLbl="parChTrans1D3" presStyleIdx="2" presStyleCnt="3"/>
      <dgm:spPr/>
    </dgm:pt>
    <dgm:pt modelId="{1E27E604-D867-4236-8CB8-581841C9F900}" type="pres">
      <dgm:prSet presAssocID="{0AEEBE72-6CE7-48E1-A894-D7F39DD7AFBD}" presName="hierRoot2" presStyleCnt="0">
        <dgm:presLayoutVars>
          <dgm:hierBranch val="init"/>
        </dgm:presLayoutVars>
      </dgm:prSet>
      <dgm:spPr/>
    </dgm:pt>
    <dgm:pt modelId="{70EE1270-3DBB-4BBF-9C69-64D42450FC2E}" type="pres">
      <dgm:prSet presAssocID="{0AEEBE72-6CE7-48E1-A894-D7F39DD7AFBD}" presName="rootComposite" presStyleCnt="0"/>
      <dgm:spPr/>
    </dgm:pt>
    <dgm:pt modelId="{325841A7-5824-4B3C-86EB-D78ADFD39C19}" type="pres">
      <dgm:prSet presAssocID="{0AEEBE72-6CE7-48E1-A894-D7F39DD7AFBD}" presName="rootText" presStyleLbl="node1" presStyleIdx="5" presStyleCnt="9">
        <dgm:presLayoutVars>
          <dgm:chMax/>
          <dgm:chPref val="3"/>
        </dgm:presLayoutVars>
      </dgm:prSet>
      <dgm:spPr/>
    </dgm:pt>
    <dgm:pt modelId="{B97C849C-6FB5-4529-A11F-BBF3AA71D0A5}" type="pres">
      <dgm:prSet presAssocID="{0AEEBE72-6CE7-48E1-A894-D7F39DD7AFBD}" presName="titleText2" presStyleLbl="fgAcc1" presStyleIdx="5" presStyleCnt="9">
        <dgm:presLayoutVars>
          <dgm:chMax val="0"/>
          <dgm:chPref val="0"/>
        </dgm:presLayoutVars>
      </dgm:prSet>
      <dgm:spPr/>
    </dgm:pt>
    <dgm:pt modelId="{8ACB0142-05E6-42B7-BF45-681578FA9E63}" type="pres">
      <dgm:prSet presAssocID="{0AEEBE72-6CE7-48E1-A894-D7F39DD7AFBD}" presName="rootConnector" presStyleLbl="node3" presStyleIdx="0" presStyleCnt="0"/>
      <dgm:spPr/>
    </dgm:pt>
    <dgm:pt modelId="{7A67BBCE-C99B-4540-8767-5848CB5A33DA}" type="pres">
      <dgm:prSet presAssocID="{0AEEBE72-6CE7-48E1-A894-D7F39DD7AFBD}" presName="hierChild4" presStyleCnt="0"/>
      <dgm:spPr/>
    </dgm:pt>
    <dgm:pt modelId="{485A1B1B-0F00-440C-8D90-0B32808DB3C1}" type="pres">
      <dgm:prSet presAssocID="{0AEEBE72-6CE7-48E1-A894-D7F39DD7AFBD}" presName="hierChild5" presStyleCnt="0"/>
      <dgm:spPr/>
    </dgm:pt>
    <dgm:pt modelId="{876F7CE2-2EAD-4B81-ADA1-05FB340FA8CB}" type="pres">
      <dgm:prSet presAssocID="{24D933BF-C29A-4AAA-A5A9-1794D279FF2E}" presName="hierChild5" presStyleCnt="0"/>
      <dgm:spPr/>
    </dgm:pt>
    <dgm:pt modelId="{9AA9B571-E777-42A8-AB4B-4D8544FFF8C8}" type="pres">
      <dgm:prSet presAssocID="{91F23DAC-A70A-47C7-BC32-94506C383491}" presName="Name37" presStyleLbl="parChTrans1D2" presStyleIdx="1" presStyleCnt="4"/>
      <dgm:spPr/>
    </dgm:pt>
    <dgm:pt modelId="{F90B5C2F-590E-49A7-B19D-B438A869C759}" type="pres">
      <dgm:prSet presAssocID="{335FB8FF-149B-4A87-956C-F2C23213F4E1}" presName="hierRoot2" presStyleCnt="0">
        <dgm:presLayoutVars>
          <dgm:hierBranch val="init"/>
        </dgm:presLayoutVars>
      </dgm:prSet>
      <dgm:spPr/>
    </dgm:pt>
    <dgm:pt modelId="{14CFAF94-ABC9-489F-8163-6111F196EFE3}" type="pres">
      <dgm:prSet presAssocID="{335FB8FF-149B-4A87-956C-F2C23213F4E1}" presName="rootComposite" presStyleCnt="0"/>
      <dgm:spPr/>
    </dgm:pt>
    <dgm:pt modelId="{8B30C3F3-247F-4E8C-BA3F-23EA62ADDBF4}" type="pres">
      <dgm:prSet presAssocID="{335FB8FF-149B-4A87-956C-F2C23213F4E1}" presName="rootText" presStyleLbl="node1" presStyleIdx="6" presStyleCnt="9">
        <dgm:presLayoutVars>
          <dgm:chMax/>
          <dgm:chPref val="3"/>
        </dgm:presLayoutVars>
      </dgm:prSet>
      <dgm:spPr/>
    </dgm:pt>
    <dgm:pt modelId="{51989679-329B-440B-8552-2025DE0FA281}" type="pres">
      <dgm:prSet presAssocID="{335FB8FF-149B-4A87-956C-F2C23213F4E1}" presName="titleText2" presStyleLbl="fgAcc1" presStyleIdx="6" presStyleCnt="9">
        <dgm:presLayoutVars>
          <dgm:chMax val="0"/>
          <dgm:chPref val="0"/>
        </dgm:presLayoutVars>
      </dgm:prSet>
      <dgm:spPr/>
    </dgm:pt>
    <dgm:pt modelId="{58FB60B0-907B-4069-A481-9712FB1DD076}" type="pres">
      <dgm:prSet presAssocID="{335FB8FF-149B-4A87-956C-F2C23213F4E1}" presName="rootConnector" presStyleLbl="node2" presStyleIdx="0" presStyleCnt="0"/>
      <dgm:spPr/>
    </dgm:pt>
    <dgm:pt modelId="{FDD30916-D846-4ADC-8A16-E69E8FF73120}" type="pres">
      <dgm:prSet presAssocID="{335FB8FF-149B-4A87-956C-F2C23213F4E1}" presName="hierChild4" presStyleCnt="0"/>
      <dgm:spPr/>
    </dgm:pt>
    <dgm:pt modelId="{0D9A0271-7BFD-4C12-912C-4F308BB37896}" type="pres">
      <dgm:prSet presAssocID="{335FB8FF-149B-4A87-956C-F2C23213F4E1}" presName="hierChild5" presStyleCnt="0"/>
      <dgm:spPr/>
    </dgm:pt>
    <dgm:pt modelId="{7A8401DE-24EA-4EF4-9769-3758FF300A45}" type="pres">
      <dgm:prSet presAssocID="{6BF87130-A6D6-4A3C-97E6-863A90806819}" presName="Name37" presStyleLbl="parChTrans1D2" presStyleIdx="2" presStyleCnt="4"/>
      <dgm:spPr/>
    </dgm:pt>
    <dgm:pt modelId="{F8A34AB2-E3DD-4E50-BAEF-DD06711670E7}" type="pres">
      <dgm:prSet presAssocID="{8C10FA9C-F4C3-47CF-986D-8FED6BE8FDC3}" presName="hierRoot2" presStyleCnt="0">
        <dgm:presLayoutVars>
          <dgm:hierBranch val="init"/>
        </dgm:presLayoutVars>
      </dgm:prSet>
      <dgm:spPr/>
    </dgm:pt>
    <dgm:pt modelId="{810ABBA3-0ED6-4BE6-9D6B-65AC15DCE4A1}" type="pres">
      <dgm:prSet presAssocID="{8C10FA9C-F4C3-47CF-986D-8FED6BE8FDC3}" presName="rootComposite" presStyleCnt="0"/>
      <dgm:spPr/>
    </dgm:pt>
    <dgm:pt modelId="{E416B5B6-DD34-48C6-83B7-9442A557DE30}" type="pres">
      <dgm:prSet presAssocID="{8C10FA9C-F4C3-47CF-986D-8FED6BE8FDC3}" presName="rootText" presStyleLbl="node1" presStyleIdx="7" presStyleCnt="9">
        <dgm:presLayoutVars>
          <dgm:chMax/>
          <dgm:chPref val="3"/>
        </dgm:presLayoutVars>
      </dgm:prSet>
      <dgm:spPr/>
    </dgm:pt>
    <dgm:pt modelId="{6E1A5C17-A40A-433E-9952-352A24C55AF6}" type="pres">
      <dgm:prSet presAssocID="{8C10FA9C-F4C3-47CF-986D-8FED6BE8FDC3}" presName="titleText2" presStyleLbl="fgAcc1" presStyleIdx="7" presStyleCnt="9">
        <dgm:presLayoutVars>
          <dgm:chMax val="0"/>
          <dgm:chPref val="0"/>
        </dgm:presLayoutVars>
      </dgm:prSet>
      <dgm:spPr/>
    </dgm:pt>
    <dgm:pt modelId="{72409ACA-C987-4FBD-B3FE-AE9C14BE4AB5}" type="pres">
      <dgm:prSet presAssocID="{8C10FA9C-F4C3-47CF-986D-8FED6BE8FDC3}" presName="rootConnector" presStyleLbl="node2" presStyleIdx="0" presStyleCnt="0"/>
      <dgm:spPr/>
    </dgm:pt>
    <dgm:pt modelId="{D6036F96-6168-43D0-8193-095D2EE5ECB8}" type="pres">
      <dgm:prSet presAssocID="{8C10FA9C-F4C3-47CF-986D-8FED6BE8FDC3}" presName="hierChild4" presStyleCnt="0"/>
      <dgm:spPr/>
    </dgm:pt>
    <dgm:pt modelId="{0D131E99-041C-41EF-8201-36FBEECFD31E}" type="pres">
      <dgm:prSet presAssocID="{8C10FA9C-F4C3-47CF-986D-8FED6BE8FDC3}" presName="hierChild5" presStyleCnt="0"/>
      <dgm:spPr/>
    </dgm:pt>
    <dgm:pt modelId="{3D6ACAD8-D2FE-4C4C-A376-869844031B6C}" type="pres">
      <dgm:prSet presAssocID="{58641595-40BB-4D3C-B09F-11C1043C8480}" presName="Name37" presStyleLbl="parChTrans1D2" presStyleIdx="3" presStyleCnt="4"/>
      <dgm:spPr/>
    </dgm:pt>
    <dgm:pt modelId="{6F581E6C-C2EA-4317-8C2F-0429F4A82A55}" type="pres">
      <dgm:prSet presAssocID="{2034E719-7ADA-4D10-AD84-DDE49DDC286E}" presName="hierRoot2" presStyleCnt="0">
        <dgm:presLayoutVars>
          <dgm:hierBranch val="init"/>
        </dgm:presLayoutVars>
      </dgm:prSet>
      <dgm:spPr/>
    </dgm:pt>
    <dgm:pt modelId="{85241EBF-E7E5-4CEB-B8CB-6ED7F3D44464}" type="pres">
      <dgm:prSet presAssocID="{2034E719-7ADA-4D10-AD84-DDE49DDC286E}" presName="rootComposite" presStyleCnt="0"/>
      <dgm:spPr/>
    </dgm:pt>
    <dgm:pt modelId="{23BDDC43-5666-4A3D-B28B-76B0103086E1}" type="pres">
      <dgm:prSet presAssocID="{2034E719-7ADA-4D10-AD84-DDE49DDC286E}" presName="rootText" presStyleLbl="node1" presStyleIdx="8" presStyleCnt="9">
        <dgm:presLayoutVars>
          <dgm:chMax/>
          <dgm:chPref val="3"/>
        </dgm:presLayoutVars>
      </dgm:prSet>
      <dgm:spPr/>
    </dgm:pt>
    <dgm:pt modelId="{FAD67BCD-0FC8-491E-BC71-1075020E57A3}" type="pres">
      <dgm:prSet presAssocID="{2034E719-7ADA-4D10-AD84-DDE49DDC286E}" presName="titleText2" presStyleLbl="fgAcc1" presStyleIdx="8" presStyleCnt="9">
        <dgm:presLayoutVars>
          <dgm:chMax val="0"/>
          <dgm:chPref val="0"/>
        </dgm:presLayoutVars>
      </dgm:prSet>
      <dgm:spPr/>
    </dgm:pt>
    <dgm:pt modelId="{3EF51826-1956-4595-AC33-BEF891024236}" type="pres">
      <dgm:prSet presAssocID="{2034E719-7ADA-4D10-AD84-DDE49DDC286E}" presName="rootConnector" presStyleLbl="node2" presStyleIdx="0" presStyleCnt="0"/>
      <dgm:spPr/>
    </dgm:pt>
    <dgm:pt modelId="{3CD3095B-CFC4-4917-8729-486635D9AD99}" type="pres">
      <dgm:prSet presAssocID="{2034E719-7ADA-4D10-AD84-DDE49DDC286E}" presName="hierChild4" presStyleCnt="0"/>
      <dgm:spPr/>
    </dgm:pt>
    <dgm:pt modelId="{29B58FA3-DB4E-44BA-9122-A8FF516A6C47}" type="pres">
      <dgm:prSet presAssocID="{2034E719-7ADA-4D10-AD84-DDE49DDC286E}" presName="hierChild5" presStyleCnt="0"/>
      <dgm:spPr/>
    </dgm:pt>
    <dgm:pt modelId="{46D4828D-4366-409F-AC57-2ED0C64C8014}" type="pres">
      <dgm:prSet presAssocID="{6490F9EB-19C3-46DC-88D3-4E9E6AA34958}" presName="hierChild3" presStyleCnt="0"/>
      <dgm:spPr/>
    </dgm:pt>
  </dgm:ptLst>
  <dgm:cxnLst>
    <dgm:cxn modelId="{B9F8F003-71DC-4237-9D4D-A8B6FDC49493}" type="presOf" srcId="{2034E719-7ADA-4D10-AD84-DDE49DDC286E}" destId="{23BDDC43-5666-4A3D-B28B-76B0103086E1}" srcOrd="0" destOrd="0" presId="urn:microsoft.com/office/officeart/2008/layout/NameandTitleOrganizationalChart"/>
    <dgm:cxn modelId="{9E6FAF04-6F0B-4512-9D20-0A6B5C637C18}" srcId="{F41B7350-DB54-4C4A-B594-C2525CF6B509}" destId="{8020E0D4-E167-4FA8-9CEB-BA7E485219FE}" srcOrd="0" destOrd="0" parTransId="{9A8AD048-A931-4EF6-846D-41E1248FE8DF}" sibTransId="{F607A4B6-F57F-40C2-B87E-8DEB875C70E1}"/>
    <dgm:cxn modelId="{BD9C780A-AF82-49FB-9CDE-260124C2E96C}" type="presOf" srcId="{335FB8FF-149B-4A87-956C-F2C23213F4E1}" destId="{58FB60B0-907B-4069-A481-9712FB1DD076}" srcOrd="1" destOrd="0" presId="urn:microsoft.com/office/officeart/2008/layout/NameandTitleOrganizationalChart"/>
    <dgm:cxn modelId="{0FE1800F-B234-4F06-8C76-8A1330A75CC1}" type="presOf" srcId="{8020E0D4-E167-4FA8-9CEB-BA7E485219FE}" destId="{DE3FE3C6-0271-40E3-ABD2-BFE32328F7B4}" srcOrd="1" destOrd="0" presId="urn:microsoft.com/office/officeart/2008/layout/NameandTitleOrganizationalChart"/>
    <dgm:cxn modelId="{66F2AD12-C06E-46BA-AE92-CC8B9C3FC26B}" type="presOf" srcId="{F41B7350-DB54-4C4A-B594-C2525CF6B509}" destId="{39CF4385-CBA8-424F-97F0-68ED4730227A}" srcOrd="0" destOrd="0" presId="urn:microsoft.com/office/officeart/2008/layout/NameandTitleOrganizationalChart"/>
    <dgm:cxn modelId="{91020017-C2FF-4536-812E-13BDDD132906}" type="presOf" srcId="{E5039C62-5203-44EA-AD4D-3939A435D652}" destId="{85EFA4E7-F705-43A9-BC0A-03F5F74B5C8A}" srcOrd="1" destOrd="0" presId="urn:microsoft.com/office/officeart/2008/layout/NameandTitleOrganizationalChart"/>
    <dgm:cxn modelId="{067B8F24-9BD5-45E9-BB33-ED625A76FDB2}" type="presOf" srcId="{1703AAC4-695D-4679-A477-3189112D1C63}" destId="{61B145FC-0696-4998-9393-4C7856A65ECE}" srcOrd="0" destOrd="0" presId="urn:microsoft.com/office/officeart/2008/layout/NameandTitleOrganizationalChart"/>
    <dgm:cxn modelId="{E7D37928-7CF1-4C77-9F44-1ECA3BC4D91E}" srcId="{6490F9EB-19C3-46DC-88D3-4E9E6AA34958}" destId="{335FB8FF-149B-4A87-956C-F2C23213F4E1}" srcOrd="1" destOrd="0" parTransId="{91F23DAC-A70A-47C7-BC32-94506C383491}" sibTransId="{041469E5-444B-4C16-BD2B-A061F74B9A95}"/>
    <dgm:cxn modelId="{66C40F2A-D8E5-47DD-9909-C60DF8850684}" type="presOf" srcId="{8C10FA9C-F4C3-47CF-986D-8FED6BE8FDC3}" destId="{72409ACA-C987-4FBD-B3FE-AE9C14BE4AB5}" srcOrd="1" destOrd="0" presId="urn:microsoft.com/office/officeart/2008/layout/NameandTitleOrganizationalChart"/>
    <dgm:cxn modelId="{2457582B-72A7-4189-92D2-0B53A6CC5199}" type="presOf" srcId="{77C2AD9A-3532-40E3-BB99-BBB28823DBC6}" destId="{99F4FD00-0011-418B-A011-570E7E5CB7BF}" srcOrd="0" destOrd="0" presId="urn:microsoft.com/office/officeart/2008/layout/NameandTitleOrganizationalChart"/>
    <dgm:cxn modelId="{DFEE7735-66C4-45BC-B40C-E585F7D3CEAD}" type="presOf" srcId="{F09427C1-9F84-44E9-8749-9477E594152E}" destId="{5A4EB5F4-E379-4425-8694-58FE280A228D}" srcOrd="0" destOrd="0" presId="urn:microsoft.com/office/officeart/2008/layout/NameandTitleOrganizationalChart"/>
    <dgm:cxn modelId="{C6E4863D-3005-4BB1-8123-C2DEB269F55C}" type="presOf" srcId="{9A8AD048-A931-4EF6-846D-41E1248FE8DF}" destId="{70898885-0B61-4086-A543-715882F93F65}" srcOrd="0" destOrd="0" presId="urn:microsoft.com/office/officeart/2008/layout/NameandTitleOrganizationalChart"/>
    <dgm:cxn modelId="{8E22AF3D-886B-40B9-A8B4-000D2B60ACFE}" type="presOf" srcId="{DDAEC426-4113-4EDC-B08A-09B1C010607C}" destId="{9BF487E0-46EE-4DB8-9F18-1A4C90424A69}" srcOrd="0" destOrd="0" presId="urn:microsoft.com/office/officeart/2008/layout/NameandTitleOrganizationalChart"/>
    <dgm:cxn modelId="{A2E3C75F-9A9B-497A-BC60-F4BC78E90BB8}" type="presOf" srcId="{8C10FA9C-F4C3-47CF-986D-8FED6BE8FDC3}" destId="{E416B5B6-DD34-48C6-83B7-9442A557DE30}" srcOrd="0" destOrd="0" presId="urn:microsoft.com/office/officeart/2008/layout/NameandTitleOrganizationalChart"/>
    <dgm:cxn modelId="{C5AA9F42-B79E-4172-9DC3-06A1AB2D1CAC}" type="presOf" srcId="{F32F8DFA-A2BF-483A-B530-C8E79B246E4C}" destId="{65CCD0BB-6616-4B9A-A2E7-63351C59DDB4}" srcOrd="0" destOrd="0" presId="urn:microsoft.com/office/officeart/2008/layout/NameandTitleOrganizationalChart"/>
    <dgm:cxn modelId="{B96AD962-3A38-427B-AC6F-6108B90BFF2C}" type="presOf" srcId="{AA9D52F1-410B-44EB-A841-D8A15E5D8887}" destId="{FAD67BCD-0FC8-491E-BC71-1075020E57A3}" srcOrd="0" destOrd="0" presId="urn:microsoft.com/office/officeart/2008/layout/NameandTitleOrganizationalChart"/>
    <dgm:cxn modelId="{3DD4E262-685C-4A50-95F5-BD2230CE1AF5}" srcId="{6490F9EB-19C3-46DC-88D3-4E9E6AA34958}" destId="{8C10FA9C-F4C3-47CF-986D-8FED6BE8FDC3}" srcOrd="2" destOrd="0" parTransId="{6BF87130-A6D6-4A3C-97E6-863A90806819}" sibTransId="{DE9DEE69-47D3-402F-9852-9E43C7191EBC}"/>
    <dgm:cxn modelId="{68CB5E43-9DF2-445B-889A-601F6F30B114}" srcId="{24D933BF-C29A-4AAA-A5A9-1794D279FF2E}" destId="{F41B7350-DB54-4C4A-B594-C2525CF6B509}" srcOrd="0" destOrd="0" parTransId="{0A7CDE5F-F3E6-4853-83AF-A936C2D66263}" sibTransId="{77C2AD9A-3532-40E3-BB99-BBB28823DBC6}"/>
    <dgm:cxn modelId="{06FC9265-A1C8-4E86-9A17-212085F48BF0}" type="presOf" srcId="{24D933BF-C29A-4AAA-A5A9-1794D279FF2E}" destId="{AAD3B1D0-DFE9-488B-8F53-56DA43501B2C}" srcOrd="0" destOrd="0" presId="urn:microsoft.com/office/officeart/2008/layout/NameandTitleOrganizationalChart"/>
    <dgm:cxn modelId="{C356196B-A64B-4D30-8335-A15CA61B02CF}" type="presOf" srcId="{335FB8FF-149B-4A87-956C-F2C23213F4E1}" destId="{8B30C3F3-247F-4E8C-BA3F-23EA62ADDBF4}" srcOrd="0" destOrd="0" presId="urn:microsoft.com/office/officeart/2008/layout/NameandTitleOrganizationalChart"/>
    <dgm:cxn modelId="{BD510678-7C99-4CE6-8B28-37545D0C9126}" type="presOf" srcId="{24D933BF-C29A-4AAA-A5A9-1794D279FF2E}" destId="{EE697BD2-6355-433F-9D8D-BC737C50AA7C}" srcOrd="1" destOrd="0" presId="urn:microsoft.com/office/officeart/2008/layout/NameandTitleOrganizationalChart"/>
    <dgm:cxn modelId="{BB6CB97C-1148-4CB2-9AAB-C725301A0B72}" type="presOf" srcId="{E089048B-9D48-4815-9CC3-8EC1D3244198}" destId="{B97C849C-6FB5-4529-A11F-BBF3AA71D0A5}" srcOrd="0" destOrd="0" presId="urn:microsoft.com/office/officeart/2008/layout/NameandTitleOrganizationalChart"/>
    <dgm:cxn modelId="{40073E80-3F92-452D-8819-F825C887F115}" srcId="{6490F9EB-19C3-46DC-88D3-4E9E6AA34958}" destId="{24D933BF-C29A-4AAA-A5A9-1794D279FF2E}" srcOrd="0" destOrd="0" parTransId="{8869024C-561B-4235-8EF5-074938325F37}" sibTransId="{F09427C1-9F84-44E9-8749-9477E594152E}"/>
    <dgm:cxn modelId="{BB0E3685-0A30-47F6-AA44-F7898E79613B}" type="presOf" srcId="{6490F9EB-19C3-46DC-88D3-4E9E6AA34958}" destId="{6797FC48-D89C-43FB-A501-634FA9B0EACA}" srcOrd="0" destOrd="0" presId="urn:microsoft.com/office/officeart/2008/layout/NameandTitleOrganizationalChart"/>
    <dgm:cxn modelId="{FB174093-4817-4885-8C09-CBADEBBC4315}" type="presOf" srcId="{0AEEBE72-6CE7-48E1-A894-D7F39DD7AFBD}" destId="{325841A7-5824-4B3C-86EB-D78ADFD39C19}" srcOrd="0" destOrd="0" presId="urn:microsoft.com/office/officeart/2008/layout/NameandTitleOrganizationalChart"/>
    <dgm:cxn modelId="{1493CC95-1B15-44B4-8202-81BE52253DAA}" type="presOf" srcId="{58641595-40BB-4D3C-B09F-11C1043C8480}" destId="{3D6ACAD8-D2FE-4C4C-A376-869844031B6C}" srcOrd="0" destOrd="0" presId="urn:microsoft.com/office/officeart/2008/layout/NameandTitleOrganizationalChart"/>
    <dgm:cxn modelId="{D9CBB697-E1BB-4B05-BCBA-3C83563D1C4D}" type="presOf" srcId="{F41B7350-DB54-4C4A-B594-C2525CF6B509}" destId="{7276390A-ADFB-43EB-B4F4-56663E504C51}" srcOrd="1" destOrd="0" presId="urn:microsoft.com/office/officeart/2008/layout/NameandTitleOrganizationalChart"/>
    <dgm:cxn modelId="{04FCE09E-5490-4514-99A6-78D20D289D42}" type="presOf" srcId="{6BF87130-A6D6-4A3C-97E6-863A90806819}" destId="{7A8401DE-24EA-4EF4-9769-3758FF300A45}" srcOrd="0" destOrd="0" presId="urn:microsoft.com/office/officeart/2008/layout/NameandTitleOrganizationalChart"/>
    <dgm:cxn modelId="{69EB25AA-5EB0-4F72-8829-509D4D72C36F}" srcId="{8C60123D-7EA3-4D10-B076-5945D8C0D336}" destId="{6490F9EB-19C3-46DC-88D3-4E9E6AA34958}" srcOrd="0" destOrd="0" parTransId="{FA70CFB2-D092-4533-9AA1-06D36CB83BD3}" sibTransId="{21339237-90F5-432E-BBC4-5C460C679AB6}"/>
    <dgm:cxn modelId="{FE2986B1-B7B3-49B1-9580-E65893FB22DC}" type="presOf" srcId="{91F23DAC-A70A-47C7-BC32-94506C383491}" destId="{9AA9B571-E777-42A8-AB4B-4D8544FFF8C8}" srcOrd="0" destOrd="0" presId="urn:microsoft.com/office/officeart/2008/layout/NameandTitleOrganizationalChart"/>
    <dgm:cxn modelId="{F1FD77B2-ABDE-4D7F-85DA-36D95C94FCE1}" type="presOf" srcId="{0AEEBE72-6CE7-48E1-A894-D7F39DD7AFBD}" destId="{8ACB0142-05E6-42B7-BF45-681578FA9E63}" srcOrd="1" destOrd="0" presId="urn:microsoft.com/office/officeart/2008/layout/NameandTitleOrganizationalChart"/>
    <dgm:cxn modelId="{363109B7-8106-459E-8719-DA7E35924750}" type="presOf" srcId="{6490F9EB-19C3-46DC-88D3-4E9E6AA34958}" destId="{4C54BC8E-EE36-4F9A-87F8-AC6B6370E390}" srcOrd="1" destOrd="0" presId="urn:microsoft.com/office/officeart/2008/layout/NameandTitleOrganizationalChart"/>
    <dgm:cxn modelId="{1CABD0BB-DDE6-47BD-89C6-04948A499924}" srcId="{24D933BF-C29A-4AAA-A5A9-1794D279FF2E}" destId="{0AEEBE72-6CE7-48E1-A894-D7F39DD7AFBD}" srcOrd="2" destOrd="0" parTransId="{08B7AE01-A893-4595-BCC2-EBC65674A98F}" sibTransId="{E089048B-9D48-4815-9CC3-8EC1D3244198}"/>
    <dgm:cxn modelId="{74F6CDBC-FF35-4A98-98F3-8A75CC07BC99}" type="presOf" srcId="{21339237-90F5-432E-BBC4-5C460C679AB6}" destId="{3DA57130-C46E-4C2D-ADCB-27666374CD9B}" srcOrd="0" destOrd="0" presId="urn:microsoft.com/office/officeart/2008/layout/NameandTitleOrganizationalChart"/>
    <dgm:cxn modelId="{078D6CBD-2342-4487-8F9E-7F125B4726FB}" type="presOf" srcId="{F607A4B6-F57F-40C2-B87E-8DEB875C70E1}" destId="{261E5063-6A5D-4F2D-9594-4FFAF7D3C1B0}" srcOrd="0" destOrd="0" presId="urn:microsoft.com/office/officeart/2008/layout/NameandTitleOrganizationalChart"/>
    <dgm:cxn modelId="{B1D2FEC3-9C56-46D7-8B44-CA0E3AEE16D0}" srcId="{F41B7350-DB54-4C4A-B594-C2525CF6B509}" destId="{1703AAC4-695D-4679-A477-3189112D1C63}" srcOrd="1" destOrd="0" parTransId="{431A5F8A-43AA-47E8-8DDD-82407824010D}" sibTransId="{DDAEC426-4113-4EDC-B08A-09B1C010607C}"/>
    <dgm:cxn modelId="{0D41BCC8-6D3F-42A8-BA0B-151A2CC72A9C}" type="presOf" srcId="{1703AAC4-695D-4679-A477-3189112D1C63}" destId="{64DCD351-AB0C-4DF3-B700-BBE522C5B287}" srcOrd="1" destOrd="0" presId="urn:microsoft.com/office/officeart/2008/layout/NameandTitleOrganizationalChart"/>
    <dgm:cxn modelId="{7463F7CB-8A1B-444C-897D-9A5455CC6574}" type="presOf" srcId="{2034E719-7ADA-4D10-AD84-DDE49DDC286E}" destId="{3EF51826-1956-4595-AC33-BEF891024236}" srcOrd="1" destOrd="0" presId="urn:microsoft.com/office/officeart/2008/layout/NameandTitleOrganizationalChart"/>
    <dgm:cxn modelId="{286704D0-071F-454C-AFF9-248582144187}" srcId="{6490F9EB-19C3-46DC-88D3-4E9E6AA34958}" destId="{2034E719-7ADA-4D10-AD84-DDE49DDC286E}" srcOrd="3" destOrd="0" parTransId="{58641595-40BB-4D3C-B09F-11C1043C8480}" sibTransId="{AA9D52F1-410B-44EB-A841-D8A15E5D8887}"/>
    <dgm:cxn modelId="{D2800CD1-D0A2-445E-89CF-F34793DA756E}" type="presOf" srcId="{08B7AE01-A893-4595-BCC2-EBC65674A98F}" destId="{F1764580-8298-43BF-8E43-7BFC069E2DC4}" srcOrd="0" destOrd="0" presId="urn:microsoft.com/office/officeart/2008/layout/NameandTitleOrganizationalChart"/>
    <dgm:cxn modelId="{95D9B3DB-4F56-40F0-9965-F1F440A8A916}" srcId="{24D933BF-C29A-4AAA-A5A9-1794D279FF2E}" destId="{E5039C62-5203-44EA-AD4D-3939A435D652}" srcOrd="1" destOrd="0" parTransId="{F32F8DFA-A2BF-483A-B530-C8E79B246E4C}" sibTransId="{04D1A3D8-AE9B-4F28-A5A4-D2D82A8ABF4E}"/>
    <dgm:cxn modelId="{596218E2-F0F9-41B6-8D01-D47095C2F567}" type="presOf" srcId="{DE9DEE69-47D3-402F-9852-9E43C7191EBC}" destId="{6E1A5C17-A40A-433E-9952-352A24C55AF6}" srcOrd="0" destOrd="0" presId="urn:microsoft.com/office/officeart/2008/layout/NameandTitleOrganizationalChart"/>
    <dgm:cxn modelId="{2481B9E5-5106-4E6C-A7BB-856127E4D492}" type="presOf" srcId="{E5039C62-5203-44EA-AD4D-3939A435D652}" destId="{F31FB148-D8E6-4AA5-9B25-4FDFDF50CE75}" srcOrd="0" destOrd="0" presId="urn:microsoft.com/office/officeart/2008/layout/NameandTitleOrganizationalChart"/>
    <dgm:cxn modelId="{251055E6-D1F1-49AB-9EB0-040045B53191}" type="presOf" srcId="{8020E0D4-E167-4FA8-9CEB-BA7E485219FE}" destId="{3FF6753D-11F0-4145-9E86-F23AD7D1CBCD}" srcOrd="0" destOrd="0" presId="urn:microsoft.com/office/officeart/2008/layout/NameandTitleOrganizationalChart"/>
    <dgm:cxn modelId="{34A580EF-C90A-4EDF-A078-061ACF2AE77E}" type="presOf" srcId="{8869024C-561B-4235-8EF5-074938325F37}" destId="{BF84A147-B772-436C-9BB7-452A201D5D2E}" srcOrd="0" destOrd="0" presId="urn:microsoft.com/office/officeart/2008/layout/NameandTitleOrganizationalChart"/>
    <dgm:cxn modelId="{41DE03F1-D9AF-4276-9820-D9EC0793E86B}" type="presOf" srcId="{8C60123D-7EA3-4D10-B076-5945D8C0D336}" destId="{413418F6-B68F-479E-8F7A-D06692E626FB}" srcOrd="0" destOrd="0" presId="urn:microsoft.com/office/officeart/2008/layout/NameandTitleOrganizationalChart"/>
    <dgm:cxn modelId="{B92F95F7-3A43-424E-9ACA-B61B2C22158D}" type="presOf" srcId="{041469E5-444B-4C16-BD2B-A061F74B9A95}" destId="{51989679-329B-440B-8552-2025DE0FA281}" srcOrd="0" destOrd="0" presId="urn:microsoft.com/office/officeart/2008/layout/NameandTitleOrganizationalChart"/>
    <dgm:cxn modelId="{6DBEA8F7-647C-4CFC-B40D-B97537603AA6}" type="presOf" srcId="{04D1A3D8-AE9B-4F28-A5A4-D2D82A8ABF4E}" destId="{3A6361E1-765F-4882-BA16-CF7EE705C6D2}" srcOrd="0" destOrd="0" presId="urn:microsoft.com/office/officeart/2008/layout/NameandTitleOrganizationalChart"/>
    <dgm:cxn modelId="{D9DF62FA-0914-49C6-B19F-C3F3991D1723}" type="presOf" srcId="{431A5F8A-43AA-47E8-8DDD-82407824010D}" destId="{E01486F8-2FA7-4C35-B1C9-9659A708E01B}" srcOrd="0" destOrd="0" presId="urn:microsoft.com/office/officeart/2008/layout/NameandTitleOrganizationalChart"/>
    <dgm:cxn modelId="{225853FF-15F9-44C4-849A-4427033B6DF6}" type="presOf" srcId="{0A7CDE5F-F3E6-4853-83AF-A936C2D66263}" destId="{E383461B-D20A-4A78-8BCE-FE9AE5C51FF0}" srcOrd="0" destOrd="0" presId="urn:microsoft.com/office/officeart/2008/layout/NameandTitleOrganizationalChart"/>
    <dgm:cxn modelId="{BD4EDD4F-7768-441E-9672-E01E0C6C03AE}" type="presParOf" srcId="{413418F6-B68F-479E-8F7A-D06692E626FB}" destId="{513540AA-267F-413E-A4F4-045FF584A882}" srcOrd="0" destOrd="0" presId="urn:microsoft.com/office/officeart/2008/layout/NameandTitleOrganizationalChart"/>
    <dgm:cxn modelId="{0AB9AA49-0FC1-4576-8BDC-5DE0C8120B76}" type="presParOf" srcId="{513540AA-267F-413E-A4F4-045FF584A882}" destId="{C4926AB8-783E-4B5A-B781-6C6689ACCBFC}" srcOrd="0" destOrd="0" presId="urn:microsoft.com/office/officeart/2008/layout/NameandTitleOrganizationalChart"/>
    <dgm:cxn modelId="{A958EE71-1359-47CA-9C49-052E312A1C3A}" type="presParOf" srcId="{C4926AB8-783E-4B5A-B781-6C6689ACCBFC}" destId="{6797FC48-D89C-43FB-A501-634FA9B0EACA}" srcOrd="0" destOrd="0" presId="urn:microsoft.com/office/officeart/2008/layout/NameandTitleOrganizationalChart"/>
    <dgm:cxn modelId="{997B8F7A-43E8-4AB4-AD95-AF4D6A280ABF}" type="presParOf" srcId="{C4926AB8-783E-4B5A-B781-6C6689ACCBFC}" destId="{3DA57130-C46E-4C2D-ADCB-27666374CD9B}" srcOrd="1" destOrd="0" presId="urn:microsoft.com/office/officeart/2008/layout/NameandTitleOrganizationalChart"/>
    <dgm:cxn modelId="{02DDFF25-3999-4995-800E-09441D8B31E2}" type="presParOf" srcId="{C4926AB8-783E-4B5A-B781-6C6689ACCBFC}" destId="{4C54BC8E-EE36-4F9A-87F8-AC6B6370E390}" srcOrd="2" destOrd="0" presId="urn:microsoft.com/office/officeart/2008/layout/NameandTitleOrganizationalChart"/>
    <dgm:cxn modelId="{DAF56B51-7FA7-4B87-BF23-8AC64E55904A}" type="presParOf" srcId="{513540AA-267F-413E-A4F4-045FF584A882}" destId="{843D8486-E29A-4242-87E9-CB3A1053A90F}" srcOrd="1" destOrd="0" presId="urn:microsoft.com/office/officeart/2008/layout/NameandTitleOrganizationalChart"/>
    <dgm:cxn modelId="{CFABBF8E-25AF-495F-BB1D-6D4A1FBC3C6D}" type="presParOf" srcId="{843D8486-E29A-4242-87E9-CB3A1053A90F}" destId="{BF84A147-B772-436C-9BB7-452A201D5D2E}" srcOrd="0" destOrd="0" presId="urn:microsoft.com/office/officeart/2008/layout/NameandTitleOrganizationalChart"/>
    <dgm:cxn modelId="{F485F7AD-C4C6-4AF6-AEAD-21DCC22D6009}" type="presParOf" srcId="{843D8486-E29A-4242-87E9-CB3A1053A90F}" destId="{CC48C9F0-F329-4F39-9886-F4CA3BF938E6}" srcOrd="1" destOrd="0" presId="urn:microsoft.com/office/officeart/2008/layout/NameandTitleOrganizationalChart"/>
    <dgm:cxn modelId="{9968F00B-C759-49FC-8530-0CB1E55EEE84}" type="presParOf" srcId="{CC48C9F0-F329-4F39-9886-F4CA3BF938E6}" destId="{418EEB03-53C5-40DE-86E6-3950AADA3BA7}" srcOrd="0" destOrd="0" presId="urn:microsoft.com/office/officeart/2008/layout/NameandTitleOrganizationalChart"/>
    <dgm:cxn modelId="{EE0B0E10-C249-44CE-85FA-E785E34DE9BF}" type="presParOf" srcId="{418EEB03-53C5-40DE-86E6-3950AADA3BA7}" destId="{AAD3B1D0-DFE9-488B-8F53-56DA43501B2C}" srcOrd="0" destOrd="0" presId="urn:microsoft.com/office/officeart/2008/layout/NameandTitleOrganizationalChart"/>
    <dgm:cxn modelId="{8945C574-B9C5-496F-B3D7-C4F77F8D00F0}" type="presParOf" srcId="{418EEB03-53C5-40DE-86E6-3950AADA3BA7}" destId="{5A4EB5F4-E379-4425-8694-58FE280A228D}" srcOrd="1" destOrd="0" presId="urn:microsoft.com/office/officeart/2008/layout/NameandTitleOrganizationalChart"/>
    <dgm:cxn modelId="{D7F71EE7-B007-4E03-BF6E-65049F02EB30}" type="presParOf" srcId="{418EEB03-53C5-40DE-86E6-3950AADA3BA7}" destId="{EE697BD2-6355-433F-9D8D-BC737C50AA7C}" srcOrd="2" destOrd="0" presId="urn:microsoft.com/office/officeart/2008/layout/NameandTitleOrganizationalChart"/>
    <dgm:cxn modelId="{E6256431-9BB8-433F-A968-E16E832B38C1}" type="presParOf" srcId="{CC48C9F0-F329-4F39-9886-F4CA3BF938E6}" destId="{9060E5C6-915B-4DB3-88E4-1542FDC7FEF0}" srcOrd="1" destOrd="0" presId="urn:microsoft.com/office/officeart/2008/layout/NameandTitleOrganizationalChart"/>
    <dgm:cxn modelId="{6ED75339-AD7F-46C1-A7DB-27A838DCE7A6}" type="presParOf" srcId="{9060E5C6-915B-4DB3-88E4-1542FDC7FEF0}" destId="{E383461B-D20A-4A78-8BCE-FE9AE5C51FF0}" srcOrd="0" destOrd="0" presId="urn:microsoft.com/office/officeart/2008/layout/NameandTitleOrganizationalChart"/>
    <dgm:cxn modelId="{B77DD56D-D377-4F2B-BA90-64DAFC91E679}" type="presParOf" srcId="{9060E5C6-915B-4DB3-88E4-1542FDC7FEF0}" destId="{31BEDA85-8017-4198-9CE4-F2D2965C3513}" srcOrd="1" destOrd="0" presId="urn:microsoft.com/office/officeart/2008/layout/NameandTitleOrganizationalChart"/>
    <dgm:cxn modelId="{F61B01E5-A61D-4A42-84E6-1AA6D83139C6}" type="presParOf" srcId="{31BEDA85-8017-4198-9CE4-F2D2965C3513}" destId="{5F81B872-9627-49F7-9801-5AAD740E66BF}" srcOrd="0" destOrd="0" presId="urn:microsoft.com/office/officeart/2008/layout/NameandTitleOrganizationalChart"/>
    <dgm:cxn modelId="{44DFCF5B-B0EC-40F3-B925-732AB4EE464D}" type="presParOf" srcId="{5F81B872-9627-49F7-9801-5AAD740E66BF}" destId="{39CF4385-CBA8-424F-97F0-68ED4730227A}" srcOrd="0" destOrd="0" presId="urn:microsoft.com/office/officeart/2008/layout/NameandTitleOrganizationalChart"/>
    <dgm:cxn modelId="{1C0BE9FE-0C1D-42A9-9D2F-15E74A6F5BEB}" type="presParOf" srcId="{5F81B872-9627-49F7-9801-5AAD740E66BF}" destId="{99F4FD00-0011-418B-A011-570E7E5CB7BF}" srcOrd="1" destOrd="0" presId="urn:microsoft.com/office/officeart/2008/layout/NameandTitleOrganizationalChart"/>
    <dgm:cxn modelId="{94979E5A-D52E-4095-9146-834496010D49}" type="presParOf" srcId="{5F81B872-9627-49F7-9801-5AAD740E66BF}" destId="{7276390A-ADFB-43EB-B4F4-56663E504C51}" srcOrd="2" destOrd="0" presId="urn:microsoft.com/office/officeart/2008/layout/NameandTitleOrganizationalChart"/>
    <dgm:cxn modelId="{6EAACB62-F319-48C3-BAE3-7C9E5301B2E8}" type="presParOf" srcId="{31BEDA85-8017-4198-9CE4-F2D2965C3513}" destId="{3FAA994D-5489-40C9-B7FA-C0599E020DC8}" srcOrd="1" destOrd="0" presId="urn:microsoft.com/office/officeart/2008/layout/NameandTitleOrganizationalChart"/>
    <dgm:cxn modelId="{815666EA-9295-4109-A4CB-38B397D4988D}" type="presParOf" srcId="{3FAA994D-5489-40C9-B7FA-C0599E020DC8}" destId="{70898885-0B61-4086-A543-715882F93F65}" srcOrd="0" destOrd="0" presId="urn:microsoft.com/office/officeart/2008/layout/NameandTitleOrganizationalChart"/>
    <dgm:cxn modelId="{E9B947EE-B6E2-4485-9249-1F0E40B3BEB2}" type="presParOf" srcId="{3FAA994D-5489-40C9-B7FA-C0599E020DC8}" destId="{090C4789-948C-4773-935D-004946AF325A}" srcOrd="1" destOrd="0" presId="urn:microsoft.com/office/officeart/2008/layout/NameandTitleOrganizationalChart"/>
    <dgm:cxn modelId="{EAC3D7FA-4870-4AF2-9AEF-34AD4268832B}" type="presParOf" srcId="{090C4789-948C-4773-935D-004946AF325A}" destId="{8D461883-BA51-4EA4-BFAA-C3BC84964E18}" srcOrd="0" destOrd="0" presId="urn:microsoft.com/office/officeart/2008/layout/NameandTitleOrganizationalChart"/>
    <dgm:cxn modelId="{A2E075CB-18DA-4D9F-BDCE-CE7A04686E78}" type="presParOf" srcId="{8D461883-BA51-4EA4-BFAA-C3BC84964E18}" destId="{3FF6753D-11F0-4145-9E86-F23AD7D1CBCD}" srcOrd="0" destOrd="0" presId="urn:microsoft.com/office/officeart/2008/layout/NameandTitleOrganizationalChart"/>
    <dgm:cxn modelId="{391F50C6-FDE1-4515-BC66-983A8A430D02}" type="presParOf" srcId="{8D461883-BA51-4EA4-BFAA-C3BC84964E18}" destId="{261E5063-6A5D-4F2D-9594-4FFAF7D3C1B0}" srcOrd="1" destOrd="0" presId="urn:microsoft.com/office/officeart/2008/layout/NameandTitleOrganizationalChart"/>
    <dgm:cxn modelId="{EE757890-301F-45F5-ACEA-AFD2696EC0E8}" type="presParOf" srcId="{8D461883-BA51-4EA4-BFAA-C3BC84964E18}" destId="{DE3FE3C6-0271-40E3-ABD2-BFE32328F7B4}" srcOrd="2" destOrd="0" presId="urn:microsoft.com/office/officeart/2008/layout/NameandTitleOrganizationalChart"/>
    <dgm:cxn modelId="{B5F8E85D-B2D9-4F60-9664-A9E0C0BDBB1C}" type="presParOf" srcId="{090C4789-948C-4773-935D-004946AF325A}" destId="{2181EB51-A92A-467A-B6C0-3DBDEBE1564A}" srcOrd="1" destOrd="0" presId="urn:microsoft.com/office/officeart/2008/layout/NameandTitleOrganizationalChart"/>
    <dgm:cxn modelId="{F025B8B7-6C5E-47C5-AAC3-0CA3D1B9CC64}" type="presParOf" srcId="{090C4789-948C-4773-935D-004946AF325A}" destId="{8DBA85F4-FC7E-48D5-A3D4-E0B55B3C70BE}" srcOrd="2" destOrd="0" presId="urn:microsoft.com/office/officeart/2008/layout/NameandTitleOrganizationalChart"/>
    <dgm:cxn modelId="{400E286B-3554-440C-A430-F1AEAD75949C}" type="presParOf" srcId="{3FAA994D-5489-40C9-B7FA-C0599E020DC8}" destId="{E01486F8-2FA7-4C35-B1C9-9659A708E01B}" srcOrd="2" destOrd="0" presId="urn:microsoft.com/office/officeart/2008/layout/NameandTitleOrganizationalChart"/>
    <dgm:cxn modelId="{AD58EF69-CD0F-456D-B0DF-285E60BD3B61}" type="presParOf" srcId="{3FAA994D-5489-40C9-B7FA-C0599E020DC8}" destId="{8266B4B5-A6F1-42DD-B864-35B05A9EB68C}" srcOrd="3" destOrd="0" presId="urn:microsoft.com/office/officeart/2008/layout/NameandTitleOrganizationalChart"/>
    <dgm:cxn modelId="{0EAC82E8-F3D1-494D-B845-A5001583A027}" type="presParOf" srcId="{8266B4B5-A6F1-42DD-B864-35B05A9EB68C}" destId="{B25A35CB-F914-475B-BA8E-8A690D882990}" srcOrd="0" destOrd="0" presId="urn:microsoft.com/office/officeart/2008/layout/NameandTitleOrganizationalChart"/>
    <dgm:cxn modelId="{076855C2-F0C2-4CA4-AAA7-FBB557AAE111}" type="presParOf" srcId="{B25A35CB-F914-475B-BA8E-8A690D882990}" destId="{61B145FC-0696-4998-9393-4C7856A65ECE}" srcOrd="0" destOrd="0" presId="urn:microsoft.com/office/officeart/2008/layout/NameandTitleOrganizationalChart"/>
    <dgm:cxn modelId="{64DB9DF9-6DD9-4B4A-B37A-E31A357DF4F9}" type="presParOf" srcId="{B25A35CB-F914-475B-BA8E-8A690D882990}" destId="{9BF487E0-46EE-4DB8-9F18-1A4C90424A69}" srcOrd="1" destOrd="0" presId="urn:microsoft.com/office/officeart/2008/layout/NameandTitleOrganizationalChart"/>
    <dgm:cxn modelId="{434E817B-77DD-423E-8640-AB6344F747C5}" type="presParOf" srcId="{B25A35CB-F914-475B-BA8E-8A690D882990}" destId="{64DCD351-AB0C-4DF3-B700-BBE522C5B287}" srcOrd="2" destOrd="0" presId="urn:microsoft.com/office/officeart/2008/layout/NameandTitleOrganizationalChart"/>
    <dgm:cxn modelId="{4DA538CF-9628-4688-A694-5FCDC481FBAC}" type="presParOf" srcId="{8266B4B5-A6F1-42DD-B864-35B05A9EB68C}" destId="{E45FEABB-F8D1-4588-B603-68A83E8D71FB}" srcOrd="1" destOrd="0" presId="urn:microsoft.com/office/officeart/2008/layout/NameandTitleOrganizationalChart"/>
    <dgm:cxn modelId="{A915113B-2ED4-402B-A210-1504D8EF5F21}" type="presParOf" srcId="{8266B4B5-A6F1-42DD-B864-35B05A9EB68C}" destId="{EF9522D6-37B5-4E76-85CA-CC3CCEA427EC}" srcOrd="2" destOrd="0" presId="urn:microsoft.com/office/officeart/2008/layout/NameandTitleOrganizationalChart"/>
    <dgm:cxn modelId="{06AF3621-FC6F-4EF7-964A-FB0AB4745DC2}" type="presParOf" srcId="{31BEDA85-8017-4198-9CE4-F2D2965C3513}" destId="{57CC6AFA-E78D-4819-A9B0-920EFE7A9BFB}" srcOrd="2" destOrd="0" presId="urn:microsoft.com/office/officeart/2008/layout/NameandTitleOrganizationalChart"/>
    <dgm:cxn modelId="{6C0BFE89-1838-45D1-94F4-6FF172C190AD}" type="presParOf" srcId="{9060E5C6-915B-4DB3-88E4-1542FDC7FEF0}" destId="{65CCD0BB-6616-4B9A-A2E7-63351C59DDB4}" srcOrd="2" destOrd="0" presId="urn:microsoft.com/office/officeart/2008/layout/NameandTitleOrganizationalChart"/>
    <dgm:cxn modelId="{AB3C153D-D54C-4A9D-BE3F-AE7A54C97EDB}" type="presParOf" srcId="{9060E5C6-915B-4DB3-88E4-1542FDC7FEF0}" destId="{DCA525DA-2F6E-49B7-8205-E7BF474E468A}" srcOrd="3" destOrd="0" presId="urn:microsoft.com/office/officeart/2008/layout/NameandTitleOrganizationalChart"/>
    <dgm:cxn modelId="{350E7739-C832-47AC-8BC3-D2090BD81E4C}" type="presParOf" srcId="{DCA525DA-2F6E-49B7-8205-E7BF474E468A}" destId="{6B6F1353-3975-4497-982C-DA7091C6A51B}" srcOrd="0" destOrd="0" presId="urn:microsoft.com/office/officeart/2008/layout/NameandTitleOrganizationalChart"/>
    <dgm:cxn modelId="{1EA24E23-3C3D-43E1-A328-ED0C61EA74F6}" type="presParOf" srcId="{6B6F1353-3975-4497-982C-DA7091C6A51B}" destId="{F31FB148-D8E6-4AA5-9B25-4FDFDF50CE75}" srcOrd="0" destOrd="0" presId="urn:microsoft.com/office/officeart/2008/layout/NameandTitleOrganizationalChart"/>
    <dgm:cxn modelId="{4B789686-618A-4154-9B20-DF6B32E1794E}" type="presParOf" srcId="{6B6F1353-3975-4497-982C-DA7091C6A51B}" destId="{3A6361E1-765F-4882-BA16-CF7EE705C6D2}" srcOrd="1" destOrd="0" presId="urn:microsoft.com/office/officeart/2008/layout/NameandTitleOrganizationalChart"/>
    <dgm:cxn modelId="{377921FD-D53E-44B4-9AAE-8D82C33EB8BB}" type="presParOf" srcId="{6B6F1353-3975-4497-982C-DA7091C6A51B}" destId="{85EFA4E7-F705-43A9-BC0A-03F5F74B5C8A}" srcOrd="2" destOrd="0" presId="urn:microsoft.com/office/officeart/2008/layout/NameandTitleOrganizationalChart"/>
    <dgm:cxn modelId="{10FEE57C-53CF-4C3C-9A93-9FB235DF61E3}" type="presParOf" srcId="{DCA525DA-2F6E-49B7-8205-E7BF474E468A}" destId="{14610725-41D1-40AF-B59D-A5B7BC6631B7}" srcOrd="1" destOrd="0" presId="urn:microsoft.com/office/officeart/2008/layout/NameandTitleOrganizationalChart"/>
    <dgm:cxn modelId="{F8E919DB-FCDB-45AF-9DC4-3E1076581F56}" type="presParOf" srcId="{DCA525DA-2F6E-49B7-8205-E7BF474E468A}" destId="{41580FFF-BE30-4C02-A9BE-037088AE7D84}" srcOrd="2" destOrd="0" presId="urn:microsoft.com/office/officeart/2008/layout/NameandTitleOrganizationalChart"/>
    <dgm:cxn modelId="{151A44DA-53DC-4235-9129-5105172240E8}" type="presParOf" srcId="{9060E5C6-915B-4DB3-88E4-1542FDC7FEF0}" destId="{F1764580-8298-43BF-8E43-7BFC069E2DC4}" srcOrd="4" destOrd="0" presId="urn:microsoft.com/office/officeart/2008/layout/NameandTitleOrganizationalChart"/>
    <dgm:cxn modelId="{70F5EADF-3B35-442A-BEE3-ED939D33AB6D}" type="presParOf" srcId="{9060E5C6-915B-4DB3-88E4-1542FDC7FEF0}" destId="{1E27E604-D867-4236-8CB8-581841C9F900}" srcOrd="5" destOrd="0" presId="urn:microsoft.com/office/officeart/2008/layout/NameandTitleOrganizationalChart"/>
    <dgm:cxn modelId="{D7B9D4FF-17CC-479C-A71B-BB66EF24682E}" type="presParOf" srcId="{1E27E604-D867-4236-8CB8-581841C9F900}" destId="{70EE1270-3DBB-4BBF-9C69-64D42450FC2E}" srcOrd="0" destOrd="0" presId="urn:microsoft.com/office/officeart/2008/layout/NameandTitleOrganizationalChart"/>
    <dgm:cxn modelId="{8C00D6C9-7C8F-4165-9C42-D6ED9559149C}" type="presParOf" srcId="{70EE1270-3DBB-4BBF-9C69-64D42450FC2E}" destId="{325841A7-5824-4B3C-86EB-D78ADFD39C19}" srcOrd="0" destOrd="0" presId="urn:microsoft.com/office/officeart/2008/layout/NameandTitleOrganizationalChart"/>
    <dgm:cxn modelId="{87F797B7-1BA1-4294-846C-CC29C40FB19C}" type="presParOf" srcId="{70EE1270-3DBB-4BBF-9C69-64D42450FC2E}" destId="{B97C849C-6FB5-4529-A11F-BBF3AA71D0A5}" srcOrd="1" destOrd="0" presId="urn:microsoft.com/office/officeart/2008/layout/NameandTitleOrganizationalChart"/>
    <dgm:cxn modelId="{9CFDD76B-763C-401E-9824-57643DE99A85}" type="presParOf" srcId="{70EE1270-3DBB-4BBF-9C69-64D42450FC2E}" destId="{8ACB0142-05E6-42B7-BF45-681578FA9E63}" srcOrd="2" destOrd="0" presId="urn:microsoft.com/office/officeart/2008/layout/NameandTitleOrganizationalChart"/>
    <dgm:cxn modelId="{702C61DD-26A3-4F1C-AA5E-FAC66D8F7C2F}" type="presParOf" srcId="{1E27E604-D867-4236-8CB8-581841C9F900}" destId="{7A67BBCE-C99B-4540-8767-5848CB5A33DA}" srcOrd="1" destOrd="0" presId="urn:microsoft.com/office/officeart/2008/layout/NameandTitleOrganizationalChart"/>
    <dgm:cxn modelId="{D0296039-6AD8-41CF-B44E-73DA903321E4}" type="presParOf" srcId="{1E27E604-D867-4236-8CB8-581841C9F900}" destId="{485A1B1B-0F00-440C-8D90-0B32808DB3C1}" srcOrd="2" destOrd="0" presId="urn:microsoft.com/office/officeart/2008/layout/NameandTitleOrganizationalChart"/>
    <dgm:cxn modelId="{99D9A94B-974B-4200-806C-8AE2D16FD39A}" type="presParOf" srcId="{CC48C9F0-F329-4F39-9886-F4CA3BF938E6}" destId="{876F7CE2-2EAD-4B81-ADA1-05FB340FA8CB}" srcOrd="2" destOrd="0" presId="urn:microsoft.com/office/officeart/2008/layout/NameandTitleOrganizationalChart"/>
    <dgm:cxn modelId="{71892CC8-E643-4DA4-AFBA-E81C1AFD37D8}" type="presParOf" srcId="{843D8486-E29A-4242-87E9-CB3A1053A90F}" destId="{9AA9B571-E777-42A8-AB4B-4D8544FFF8C8}" srcOrd="2" destOrd="0" presId="urn:microsoft.com/office/officeart/2008/layout/NameandTitleOrganizationalChart"/>
    <dgm:cxn modelId="{09B91D66-24A7-4EA0-9317-C5C8FCAABDA9}" type="presParOf" srcId="{843D8486-E29A-4242-87E9-CB3A1053A90F}" destId="{F90B5C2F-590E-49A7-B19D-B438A869C759}" srcOrd="3" destOrd="0" presId="urn:microsoft.com/office/officeart/2008/layout/NameandTitleOrganizationalChart"/>
    <dgm:cxn modelId="{D49DC49C-22FF-4307-83E4-D555E2062DF7}" type="presParOf" srcId="{F90B5C2F-590E-49A7-B19D-B438A869C759}" destId="{14CFAF94-ABC9-489F-8163-6111F196EFE3}" srcOrd="0" destOrd="0" presId="urn:microsoft.com/office/officeart/2008/layout/NameandTitleOrganizationalChart"/>
    <dgm:cxn modelId="{E1D57133-0128-4512-BE2F-9619F3A97F7B}" type="presParOf" srcId="{14CFAF94-ABC9-489F-8163-6111F196EFE3}" destId="{8B30C3F3-247F-4E8C-BA3F-23EA62ADDBF4}" srcOrd="0" destOrd="0" presId="urn:microsoft.com/office/officeart/2008/layout/NameandTitleOrganizationalChart"/>
    <dgm:cxn modelId="{521D2BCC-1BC0-418C-994A-1A4731BAC8A5}" type="presParOf" srcId="{14CFAF94-ABC9-489F-8163-6111F196EFE3}" destId="{51989679-329B-440B-8552-2025DE0FA281}" srcOrd="1" destOrd="0" presId="urn:microsoft.com/office/officeart/2008/layout/NameandTitleOrganizationalChart"/>
    <dgm:cxn modelId="{2A8D627C-986A-4FD5-A19C-A091DDC3E9BE}" type="presParOf" srcId="{14CFAF94-ABC9-489F-8163-6111F196EFE3}" destId="{58FB60B0-907B-4069-A481-9712FB1DD076}" srcOrd="2" destOrd="0" presId="urn:microsoft.com/office/officeart/2008/layout/NameandTitleOrganizationalChart"/>
    <dgm:cxn modelId="{9EA1EA8F-D698-4008-AB61-1CE2147D4350}" type="presParOf" srcId="{F90B5C2F-590E-49A7-B19D-B438A869C759}" destId="{FDD30916-D846-4ADC-8A16-E69E8FF73120}" srcOrd="1" destOrd="0" presId="urn:microsoft.com/office/officeart/2008/layout/NameandTitleOrganizationalChart"/>
    <dgm:cxn modelId="{57895004-67AB-413F-BFC4-D67F3B0D3F1C}" type="presParOf" srcId="{F90B5C2F-590E-49A7-B19D-B438A869C759}" destId="{0D9A0271-7BFD-4C12-912C-4F308BB37896}" srcOrd="2" destOrd="0" presId="urn:microsoft.com/office/officeart/2008/layout/NameandTitleOrganizationalChart"/>
    <dgm:cxn modelId="{1633B460-EC63-4CBD-A0E6-38051FF98CA1}" type="presParOf" srcId="{843D8486-E29A-4242-87E9-CB3A1053A90F}" destId="{7A8401DE-24EA-4EF4-9769-3758FF300A45}" srcOrd="4" destOrd="0" presId="urn:microsoft.com/office/officeart/2008/layout/NameandTitleOrganizationalChart"/>
    <dgm:cxn modelId="{E7272C15-CF30-41CA-B938-221746259010}" type="presParOf" srcId="{843D8486-E29A-4242-87E9-CB3A1053A90F}" destId="{F8A34AB2-E3DD-4E50-BAEF-DD06711670E7}" srcOrd="5" destOrd="0" presId="urn:microsoft.com/office/officeart/2008/layout/NameandTitleOrganizationalChart"/>
    <dgm:cxn modelId="{A8C06A3D-B91E-4F2E-9D18-D575FD866294}" type="presParOf" srcId="{F8A34AB2-E3DD-4E50-BAEF-DD06711670E7}" destId="{810ABBA3-0ED6-4BE6-9D6B-65AC15DCE4A1}" srcOrd="0" destOrd="0" presId="urn:microsoft.com/office/officeart/2008/layout/NameandTitleOrganizationalChart"/>
    <dgm:cxn modelId="{D7AB9258-0839-4515-8090-90ADCFE4D3D8}" type="presParOf" srcId="{810ABBA3-0ED6-4BE6-9D6B-65AC15DCE4A1}" destId="{E416B5B6-DD34-48C6-83B7-9442A557DE30}" srcOrd="0" destOrd="0" presId="urn:microsoft.com/office/officeart/2008/layout/NameandTitleOrganizationalChart"/>
    <dgm:cxn modelId="{0A96EAFE-061D-415E-93EF-767670C8D6DD}" type="presParOf" srcId="{810ABBA3-0ED6-4BE6-9D6B-65AC15DCE4A1}" destId="{6E1A5C17-A40A-433E-9952-352A24C55AF6}" srcOrd="1" destOrd="0" presId="urn:microsoft.com/office/officeart/2008/layout/NameandTitleOrganizationalChart"/>
    <dgm:cxn modelId="{A3C39297-0628-44CA-B12B-DC4F7F337264}" type="presParOf" srcId="{810ABBA3-0ED6-4BE6-9D6B-65AC15DCE4A1}" destId="{72409ACA-C987-4FBD-B3FE-AE9C14BE4AB5}" srcOrd="2" destOrd="0" presId="urn:microsoft.com/office/officeart/2008/layout/NameandTitleOrganizationalChart"/>
    <dgm:cxn modelId="{80159CF6-E2DC-464A-AC47-11FF5CC17437}" type="presParOf" srcId="{F8A34AB2-E3DD-4E50-BAEF-DD06711670E7}" destId="{D6036F96-6168-43D0-8193-095D2EE5ECB8}" srcOrd="1" destOrd="0" presId="urn:microsoft.com/office/officeart/2008/layout/NameandTitleOrganizationalChart"/>
    <dgm:cxn modelId="{7FCB8149-D8F8-4815-9F9C-1B8E82656EDC}" type="presParOf" srcId="{F8A34AB2-E3DD-4E50-BAEF-DD06711670E7}" destId="{0D131E99-041C-41EF-8201-36FBEECFD31E}" srcOrd="2" destOrd="0" presId="urn:microsoft.com/office/officeart/2008/layout/NameandTitleOrganizationalChart"/>
    <dgm:cxn modelId="{D79CF070-B0ED-4269-96FF-69049F5478C0}" type="presParOf" srcId="{843D8486-E29A-4242-87E9-CB3A1053A90F}" destId="{3D6ACAD8-D2FE-4C4C-A376-869844031B6C}" srcOrd="6" destOrd="0" presId="urn:microsoft.com/office/officeart/2008/layout/NameandTitleOrganizationalChart"/>
    <dgm:cxn modelId="{87C49908-5DA3-4084-9285-AAF937450C65}" type="presParOf" srcId="{843D8486-E29A-4242-87E9-CB3A1053A90F}" destId="{6F581E6C-C2EA-4317-8C2F-0429F4A82A55}" srcOrd="7" destOrd="0" presId="urn:microsoft.com/office/officeart/2008/layout/NameandTitleOrganizationalChart"/>
    <dgm:cxn modelId="{230AB7E3-A8A0-4BEC-AD72-F982E115100C}" type="presParOf" srcId="{6F581E6C-C2EA-4317-8C2F-0429F4A82A55}" destId="{85241EBF-E7E5-4CEB-B8CB-6ED7F3D44464}" srcOrd="0" destOrd="0" presId="urn:microsoft.com/office/officeart/2008/layout/NameandTitleOrganizationalChart"/>
    <dgm:cxn modelId="{890AAE5A-0409-4E0A-9EC3-D3F2AD7068D1}" type="presParOf" srcId="{85241EBF-E7E5-4CEB-B8CB-6ED7F3D44464}" destId="{23BDDC43-5666-4A3D-B28B-76B0103086E1}" srcOrd="0" destOrd="0" presId="urn:microsoft.com/office/officeart/2008/layout/NameandTitleOrganizationalChart"/>
    <dgm:cxn modelId="{380AD593-710B-4247-9EA8-EC55FC81BB52}" type="presParOf" srcId="{85241EBF-E7E5-4CEB-B8CB-6ED7F3D44464}" destId="{FAD67BCD-0FC8-491E-BC71-1075020E57A3}" srcOrd="1" destOrd="0" presId="urn:microsoft.com/office/officeart/2008/layout/NameandTitleOrganizationalChart"/>
    <dgm:cxn modelId="{FAE11FAE-3B62-4D33-AAA8-411D4885BBED}" type="presParOf" srcId="{85241EBF-E7E5-4CEB-B8CB-6ED7F3D44464}" destId="{3EF51826-1956-4595-AC33-BEF891024236}" srcOrd="2" destOrd="0" presId="urn:microsoft.com/office/officeart/2008/layout/NameandTitleOrganizationalChart"/>
    <dgm:cxn modelId="{46322890-A70C-4F44-9EB2-D6C69803A923}" type="presParOf" srcId="{6F581E6C-C2EA-4317-8C2F-0429F4A82A55}" destId="{3CD3095B-CFC4-4917-8729-486635D9AD99}" srcOrd="1" destOrd="0" presId="urn:microsoft.com/office/officeart/2008/layout/NameandTitleOrganizationalChart"/>
    <dgm:cxn modelId="{4CAB42BF-8188-4AEB-8833-41BC3D60BA4F}" type="presParOf" srcId="{6F581E6C-C2EA-4317-8C2F-0429F4A82A55}" destId="{29B58FA3-DB4E-44BA-9122-A8FF516A6C47}" srcOrd="2" destOrd="0" presId="urn:microsoft.com/office/officeart/2008/layout/NameandTitleOrganizationalChart"/>
    <dgm:cxn modelId="{41C1C4A1-6FA6-4E99-AE15-360ECA1D742A}" type="presParOf" srcId="{513540AA-267F-413E-A4F4-045FF584A882}" destId="{46D4828D-4366-409F-AC57-2ED0C64C8014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02EFC2-3924-4F71-A348-5E2A7D358C49}" type="doc">
      <dgm:prSet loTypeId="urn:microsoft.com/office/officeart/2005/8/layout/pyramid2" loCatId="pyramid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pt-BR"/>
        </a:p>
      </dgm:t>
    </dgm:pt>
    <dgm:pt modelId="{1CEBAFF2-3569-4E13-86E1-EC2F27CE91D7}">
      <dgm:prSet phldrT="[Texto]" custT="1"/>
      <dgm:spPr/>
      <dgm:t>
        <a:bodyPr/>
        <a:lstStyle/>
        <a:p>
          <a:pPr algn="ctr"/>
          <a:r>
            <a:rPr lang="pt-BR" sz="1400" kern="1200" dirty="0"/>
            <a:t>4º - </a:t>
          </a:r>
          <a:r>
            <a:rPr lang="pt-BR" sz="1400" b="1" kern="1200" dirty="0"/>
            <a:t>Túlio Oliveira</a:t>
          </a:r>
        </a:p>
        <a:p>
          <a:pPr algn="ctr"/>
          <a:r>
            <a:rPr lang="pt-BR" sz="1100" kern="1200" dirty="0"/>
            <a:t>Diretor de TI</a:t>
          </a:r>
        </a:p>
        <a:p>
          <a:pPr algn="ctr"/>
          <a:r>
            <a:rPr lang="pt-BR" sz="1100" kern="1200" dirty="0">
              <a:hlinkClick xmlns:r="http://schemas.openxmlformats.org/officeDocument/2006/relationships" r:id="rId1"/>
            </a:rPr>
            <a:t>tulio.oliveira@smiles.com.br</a:t>
          </a:r>
          <a:endParaRPr lang="pt-BR" sz="1100" kern="1200" dirty="0"/>
        </a:p>
        <a:p>
          <a:pPr algn="l"/>
          <a:endParaRPr lang="pt-BR" sz="1100" b="1" kern="1200" dirty="0"/>
        </a:p>
      </dgm:t>
    </dgm:pt>
    <dgm:pt modelId="{69EA8D6E-712A-404F-9798-FB23B7252A7A}" type="parTrans" cxnId="{C54C33C2-DC69-4EC3-9965-6B3DE18E8786}">
      <dgm:prSet/>
      <dgm:spPr/>
      <dgm:t>
        <a:bodyPr/>
        <a:lstStyle/>
        <a:p>
          <a:endParaRPr lang="pt-BR"/>
        </a:p>
      </dgm:t>
    </dgm:pt>
    <dgm:pt modelId="{09F24812-8F81-436B-A683-3A3FA9ED1460}" type="sibTrans" cxnId="{C54C33C2-DC69-4EC3-9965-6B3DE18E8786}">
      <dgm:prSet/>
      <dgm:spPr/>
      <dgm:t>
        <a:bodyPr/>
        <a:lstStyle/>
        <a:p>
          <a:endParaRPr lang="pt-BR"/>
        </a:p>
      </dgm:t>
    </dgm:pt>
    <dgm:pt modelId="{CC5F1725-92A6-4D6C-9567-B69F1B9A9BFB}">
      <dgm:prSet phldrT="[Texto]" custT="1"/>
      <dgm:spPr/>
      <dgm:t>
        <a:bodyPr/>
        <a:lstStyle/>
        <a:p>
          <a:pPr algn="ctr"/>
          <a:r>
            <a:rPr lang="pt-BR" sz="1400" dirty="0"/>
            <a:t>2º - </a:t>
          </a:r>
          <a:r>
            <a:rPr lang="pt-BR" sz="1400" b="1" dirty="0"/>
            <a:t>Nei </a:t>
          </a:r>
          <a:r>
            <a:rPr lang="pt-BR" sz="1400" b="1" dirty="0" err="1"/>
            <a:t>Henckes</a:t>
          </a:r>
          <a:endParaRPr lang="pt-BR" sz="1400" b="1" dirty="0"/>
        </a:p>
        <a:p>
          <a:pPr algn="ctr"/>
          <a:r>
            <a:rPr lang="pt-BR" sz="1100" dirty="0"/>
            <a:t>Coordenador Operações de TI</a:t>
          </a:r>
        </a:p>
        <a:p>
          <a:pPr algn="ctr"/>
          <a:r>
            <a:rPr lang="pt-BR" sz="1100" dirty="0">
              <a:hlinkClick xmlns:r="http://schemas.openxmlformats.org/officeDocument/2006/relationships" r:id="rId2"/>
            </a:rPr>
            <a:t>nei.henckes@smiles.com.br</a:t>
          </a:r>
          <a:endParaRPr lang="pt-BR" sz="1100" dirty="0"/>
        </a:p>
        <a:p>
          <a:pPr algn="ctr"/>
          <a:r>
            <a:rPr lang="pt-BR" sz="1100" dirty="0"/>
            <a:t>(11) 95497-7879</a:t>
          </a:r>
          <a:endParaRPr lang="pt-BR" sz="1100" b="1" dirty="0"/>
        </a:p>
      </dgm:t>
    </dgm:pt>
    <dgm:pt modelId="{1049DF5A-F1F1-4352-B6FB-7BF392262A70}" type="parTrans" cxnId="{9D875066-9385-409C-B217-ECC8D3F75BA3}">
      <dgm:prSet/>
      <dgm:spPr/>
      <dgm:t>
        <a:bodyPr/>
        <a:lstStyle/>
        <a:p>
          <a:endParaRPr lang="pt-BR"/>
        </a:p>
      </dgm:t>
    </dgm:pt>
    <dgm:pt modelId="{012EC32D-29F8-4E09-AE56-C5F5B9929902}" type="sibTrans" cxnId="{9D875066-9385-409C-B217-ECC8D3F75BA3}">
      <dgm:prSet/>
      <dgm:spPr/>
      <dgm:t>
        <a:bodyPr/>
        <a:lstStyle/>
        <a:p>
          <a:endParaRPr lang="pt-BR"/>
        </a:p>
      </dgm:t>
    </dgm:pt>
    <dgm:pt modelId="{7F8EDB44-E83F-40F5-BE69-020EA067A9EC}">
      <dgm:prSet phldrT="[Texto]" custT="1"/>
      <dgm:spPr/>
      <dgm:t>
        <a:bodyPr/>
        <a:lstStyle/>
        <a:p>
          <a:pPr algn="ctr"/>
          <a:r>
            <a:rPr lang="pt-BR" sz="1400" dirty="0"/>
            <a:t>3º - </a:t>
          </a:r>
          <a:r>
            <a:rPr lang="pt-BR" sz="1400" b="1" dirty="0"/>
            <a:t>Adriano Barbosa</a:t>
          </a:r>
          <a:endParaRPr lang="pt-BR" sz="1400" dirty="0"/>
        </a:p>
        <a:p>
          <a:pPr algn="ctr"/>
          <a:r>
            <a:rPr lang="pt-BR" sz="1100" dirty="0">
              <a:latin typeface="Calibri (Corpo)"/>
            </a:rPr>
            <a:t>Ger. Arquitetura, Infra e Operações de TI</a:t>
          </a:r>
        </a:p>
        <a:p>
          <a:pPr algn="ctr"/>
          <a:r>
            <a:rPr lang="pt-BR" sz="1100" dirty="0">
              <a:hlinkClick xmlns:r="http://schemas.openxmlformats.org/officeDocument/2006/relationships" r:id="rId3"/>
            </a:rPr>
            <a:t>adriano.barbosa@smiles.com.br</a:t>
          </a:r>
          <a:endParaRPr lang="pt-BR" sz="1100" dirty="0"/>
        </a:p>
        <a:p>
          <a:pPr algn="ctr"/>
          <a:r>
            <a:rPr lang="pt-BR" sz="1100" dirty="0"/>
            <a:t>(11) 98696-5557</a:t>
          </a:r>
        </a:p>
      </dgm:t>
    </dgm:pt>
    <dgm:pt modelId="{CC961C59-4A19-4AB7-ABFB-3129D9592287}" type="parTrans" cxnId="{3AD48F99-901F-400D-A87D-BB86960BEC76}">
      <dgm:prSet/>
      <dgm:spPr/>
      <dgm:t>
        <a:bodyPr/>
        <a:lstStyle/>
        <a:p>
          <a:endParaRPr lang="pt-BR"/>
        </a:p>
      </dgm:t>
    </dgm:pt>
    <dgm:pt modelId="{BE19A75A-28FB-4594-BADF-44CBB7277D57}" type="sibTrans" cxnId="{3AD48F99-901F-400D-A87D-BB86960BEC76}">
      <dgm:prSet/>
      <dgm:spPr/>
      <dgm:t>
        <a:bodyPr/>
        <a:lstStyle/>
        <a:p>
          <a:endParaRPr lang="pt-BR"/>
        </a:p>
      </dgm:t>
    </dgm:pt>
    <dgm:pt modelId="{8DC8C454-4539-43F8-9297-74B157CE3F02}">
      <dgm:prSet phldrT="[Texto]" custT="1"/>
      <dgm:spPr/>
      <dgm:t>
        <a:bodyPr/>
        <a:lstStyle/>
        <a:p>
          <a:pPr algn="ctr"/>
          <a:r>
            <a:rPr lang="pt-BR" sz="1400" dirty="0"/>
            <a:t>1º - </a:t>
          </a:r>
          <a:r>
            <a:rPr lang="pt-BR" sz="1400" b="1" dirty="0"/>
            <a:t>Plantão Infra</a:t>
          </a:r>
        </a:p>
        <a:p>
          <a:pPr algn="ctr"/>
          <a:r>
            <a:rPr lang="pt-BR" sz="1000" dirty="0">
              <a:hlinkClick xmlns:r="http://schemas.openxmlformats.org/officeDocument/2006/relationships" r:id="rId4"/>
            </a:rPr>
            <a:t>gr-infraestrutura@smiles.com.br</a:t>
          </a:r>
          <a:r>
            <a:rPr lang="pt-BR" sz="1000" dirty="0"/>
            <a:t> </a:t>
          </a:r>
          <a:endParaRPr lang="pt-BR" sz="1100" dirty="0"/>
        </a:p>
        <a:p>
          <a:pPr algn="ctr"/>
          <a:r>
            <a:rPr lang="pt-BR" sz="1100" dirty="0"/>
            <a:t>(11) 98136-2537</a:t>
          </a:r>
          <a:endParaRPr lang="pt-BR" sz="1100" b="1" dirty="0"/>
        </a:p>
      </dgm:t>
    </dgm:pt>
    <dgm:pt modelId="{775836B2-163E-4951-827E-EC63251756C0}" type="sibTrans" cxnId="{96E947FE-11B3-4F36-97A4-E7F335B87C4D}">
      <dgm:prSet/>
      <dgm:spPr/>
      <dgm:t>
        <a:bodyPr/>
        <a:lstStyle/>
        <a:p>
          <a:endParaRPr lang="pt-BR"/>
        </a:p>
      </dgm:t>
    </dgm:pt>
    <dgm:pt modelId="{813C0430-D09D-427E-B672-3A79B376CB57}" type="parTrans" cxnId="{96E947FE-11B3-4F36-97A4-E7F335B87C4D}">
      <dgm:prSet/>
      <dgm:spPr/>
      <dgm:t>
        <a:bodyPr/>
        <a:lstStyle/>
        <a:p>
          <a:endParaRPr lang="pt-BR"/>
        </a:p>
      </dgm:t>
    </dgm:pt>
    <dgm:pt modelId="{3F3D7033-A86D-46A1-B35B-DBD1B81FFA4A}" type="pres">
      <dgm:prSet presAssocID="{7602EFC2-3924-4F71-A348-5E2A7D358C49}" presName="compositeShape" presStyleCnt="0">
        <dgm:presLayoutVars>
          <dgm:dir/>
          <dgm:resizeHandles/>
        </dgm:presLayoutVars>
      </dgm:prSet>
      <dgm:spPr/>
    </dgm:pt>
    <dgm:pt modelId="{040CAAF5-6959-4DE8-A2AF-26FE61CA284C}" type="pres">
      <dgm:prSet presAssocID="{7602EFC2-3924-4F71-A348-5E2A7D358C49}" presName="pyramid" presStyleLbl="node1" presStyleIdx="0" presStyleCnt="1" custScaleX="119327" custLinFactNeighborX="1367" custLinFactNeighborY="-2467"/>
      <dgm:spPr/>
    </dgm:pt>
    <dgm:pt modelId="{5B52E4DC-538A-442C-AA1C-CDBA8CCE3E74}" type="pres">
      <dgm:prSet presAssocID="{7602EFC2-3924-4F71-A348-5E2A7D358C49}" presName="theList" presStyleCnt="0"/>
      <dgm:spPr/>
    </dgm:pt>
    <dgm:pt modelId="{396F3B36-FA50-44DF-A7A9-7CEF3A7A46B0}" type="pres">
      <dgm:prSet presAssocID="{1CEBAFF2-3569-4E13-86E1-EC2F27CE91D7}" presName="aNode" presStyleLbl="fgAcc1" presStyleIdx="0" presStyleCnt="4" custLinFactNeighborX="-47875" custLinFactNeighborY="-31693">
        <dgm:presLayoutVars>
          <dgm:bulletEnabled val="1"/>
        </dgm:presLayoutVars>
      </dgm:prSet>
      <dgm:spPr/>
    </dgm:pt>
    <dgm:pt modelId="{3D1F8C15-8842-4675-9CF6-F5B54D06C313}" type="pres">
      <dgm:prSet presAssocID="{1CEBAFF2-3569-4E13-86E1-EC2F27CE91D7}" presName="aSpace" presStyleCnt="0"/>
      <dgm:spPr/>
    </dgm:pt>
    <dgm:pt modelId="{F54959AB-2687-4D66-966E-B7BCFA747D15}" type="pres">
      <dgm:prSet presAssocID="{7F8EDB44-E83F-40F5-BE69-020EA067A9EC}" presName="aNode" presStyleLbl="fgAcc1" presStyleIdx="1" presStyleCnt="4" custLinFactNeighborX="-47875" custLinFactNeighborY="55931">
        <dgm:presLayoutVars>
          <dgm:bulletEnabled val="1"/>
        </dgm:presLayoutVars>
      </dgm:prSet>
      <dgm:spPr/>
    </dgm:pt>
    <dgm:pt modelId="{E1BBBCFF-756D-46D9-8D50-492ECC59C578}" type="pres">
      <dgm:prSet presAssocID="{7F8EDB44-E83F-40F5-BE69-020EA067A9EC}" presName="aSpace" presStyleCnt="0"/>
      <dgm:spPr/>
    </dgm:pt>
    <dgm:pt modelId="{51177F4D-6248-468A-AED0-7E85B899FB1B}" type="pres">
      <dgm:prSet presAssocID="{CC5F1725-92A6-4D6C-9567-B69F1B9A9BFB}" presName="aNode" presStyleLbl="fgAcc1" presStyleIdx="2" presStyleCnt="4" custScaleX="101479" custLinFactY="5541" custLinFactNeighborX="-48533" custLinFactNeighborY="100000">
        <dgm:presLayoutVars>
          <dgm:bulletEnabled val="1"/>
        </dgm:presLayoutVars>
      </dgm:prSet>
      <dgm:spPr/>
    </dgm:pt>
    <dgm:pt modelId="{A9C2E5FD-A706-4FF6-BEE0-B5F88E451E22}" type="pres">
      <dgm:prSet presAssocID="{CC5F1725-92A6-4D6C-9567-B69F1B9A9BFB}" presName="aSpace" presStyleCnt="0"/>
      <dgm:spPr/>
    </dgm:pt>
    <dgm:pt modelId="{E7DCB7B7-C283-485D-9A2B-6DECADABD15D}" type="pres">
      <dgm:prSet presAssocID="{8DC8C454-4539-43F8-9297-74B157CE3F02}" presName="aNode" presStyleLbl="fgAcc1" presStyleIdx="3" presStyleCnt="4" custScaleX="52309" custScaleY="102027" custLinFactX="-6361" custLinFactY="14722" custLinFactNeighborX="-100000" custLinFactNeighborY="100000">
        <dgm:presLayoutVars>
          <dgm:bulletEnabled val="1"/>
        </dgm:presLayoutVars>
      </dgm:prSet>
      <dgm:spPr/>
    </dgm:pt>
    <dgm:pt modelId="{C62A09A4-1B97-4630-BD91-5990348372D0}" type="pres">
      <dgm:prSet presAssocID="{8DC8C454-4539-43F8-9297-74B157CE3F02}" presName="aSpace" presStyleCnt="0"/>
      <dgm:spPr/>
    </dgm:pt>
  </dgm:ptLst>
  <dgm:cxnLst>
    <dgm:cxn modelId="{0529D800-683D-4677-AE94-E408AC3667A3}" type="presOf" srcId="{8DC8C454-4539-43F8-9297-74B157CE3F02}" destId="{E7DCB7B7-C283-485D-9A2B-6DECADABD15D}" srcOrd="0" destOrd="0" presId="urn:microsoft.com/office/officeart/2005/8/layout/pyramid2"/>
    <dgm:cxn modelId="{589F150F-C085-444F-90D5-9B925B1F5374}" type="presOf" srcId="{7F8EDB44-E83F-40F5-BE69-020EA067A9EC}" destId="{F54959AB-2687-4D66-966E-B7BCFA747D15}" srcOrd="0" destOrd="0" presId="urn:microsoft.com/office/officeart/2005/8/layout/pyramid2"/>
    <dgm:cxn modelId="{9D875066-9385-409C-B217-ECC8D3F75BA3}" srcId="{7602EFC2-3924-4F71-A348-5E2A7D358C49}" destId="{CC5F1725-92A6-4D6C-9567-B69F1B9A9BFB}" srcOrd="2" destOrd="0" parTransId="{1049DF5A-F1F1-4352-B6FB-7BF392262A70}" sibTransId="{012EC32D-29F8-4E09-AE56-C5F5B9929902}"/>
    <dgm:cxn modelId="{D8FB258D-C13E-4AD0-809D-7306DE7DA2A7}" type="presOf" srcId="{CC5F1725-92A6-4D6C-9567-B69F1B9A9BFB}" destId="{51177F4D-6248-468A-AED0-7E85B899FB1B}" srcOrd="0" destOrd="0" presId="urn:microsoft.com/office/officeart/2005/8/layout/pyramid2"/>
    <dgm:cxn modelId="{3AD48F99-901F-400D-A87D-BB86960BEC76}" srcId="{7602EFC2-3924-4F71-A348-5E2A7D358C49}" destId="{7F8EDB44-E83F-40F5-BE69-020EA067A9EC}" srcOrd="1" destOrd="0" parTransId="{CC961C59-4A19-4AB7-ABFB-3129D9592287}" sibTransId="{BE19A75A-28FB-4594-BADF-44CBB7277D57}"/>
    <dgm:cxn modelId="{BC272FAF-D84A-4F69-928D-90B17DA34CE4}" type="presOf" srcId="{7602EFC2-3924-4F71-A348-5E2A7D358C49}" destId="{3F3D7033-A86D-46A1-B35B-DBD1B81FFA4A}" srcOrd="0" destOrd="0" presId="urn:microsoft.com/office/officeart/2005/8/layout/pyramid2"/>
    <dgm:cxn modelId="{C54C33C2-DC69-4EC3-9965-6B3DE18E8786}" srcId="{7602EFC2-3924-4F71-A348-5E2A7D358C49}" destId="{1CEBAFF2-3569-4E13-86E1-EC2F27CE91D7}" srcOrd="0" destOrd="0" parTransId="{69EA8D6E-712A-404F-9798-FB23B7252A7A}" sibTransId="{09F24812-8F81-436B-A683-3A3FA9ED1460}"/>
    <dgm:cxn modelId="{7CA670E3-E2B7-4745-B892-F4A55C15ADA2}" type="presOf" srcId="{1CEBAFF2-3569-4E13-86E1-EC2F27CE91D7}" destId="{396F3B36-FA50-44DF-A7A9-7CEF3A7A46B0}" srcOrd="0" destOrd="0" presId="urn:microsoft.com/office/officeart/2005/8/layout/pyramid2"/>
    <dgm:cxn modelId="{96E947FE-11B3-4F36-97A4-E7F335B87C4D}" srcId="{7602EFC2-3924-4F71-A348-5E2A7D358C49}" destId="{8DC8C454-4539-43F8-9297-74B157CE3F02}" srcOrd="3" destOrd="0" parTransId="{813C0430-D09D-427E-B672-3A79B376CB57}" sibTransId="{775836B2-163E-4951-827E-EC63251756C0}"/>
    <dgm:cxn modelId="{424F8ECD-29E0-4740-A556-FF162BDB889E}" type="presParOf" srcId="{3F3D7033-A86D-46A1-B35B-DBD1B81FFA4A}" destId="{040CAAF5-6959-4DE8-A2AF-26FE61CA284C}" srcOrd="0" destOrd="0" presId="urn:microsoft.com/office/officeart/2005/8/layout/pyramid2"/>
    <dgm:cxn modelId="{9C28E367-0E23-403A-932F-A3068AA26015}" type="presParOf" srcId="{3F3D7033-A86D-46A1-B35B-DBD1B81FFA4A}" destId="{5B52E4DC-538A-442C-AA1C-CDBA8CCE3E74}" srcOrd="1" destOrd="0" presId="urn:microsoft.com/office/officeart/2005/8/layout/pyramid2"/>
    <dgm:cxn modelId="{264CB040-A564-4C4F-A717-80BD7359AF29}" type="presParOf" srcId="{5B52E4DC-538A-442C-AA1C-CDBA8CCE3E74}" destId="{396F3B36-FA50-44DF-A7A9-7CEF3A7A46B0}" srcOrd="0" destOrd="0" presId="urn:microsoft.com/office/officeart/2005/8/layout/pyramid2"/>
    <dgm:cxn modelId="{F0B86FAB-C66D-4B61-B119-917E5C5814AA}" type="presParOf" srcId="{5B52E4DC-538A-442C-AA1C-CDBA8CCE3E74}" destId="{3D1F8C15-8842-4675-9CF6-F5B54D06C313}" srcOrd="1" destOrd="0" presId="urn:microsoft.com/office/officeart/2005/8/layout/pyramid2"/>
    <dgm:cxn modelId="{16597755-996F-4511-8576-B8F60EC371D3}" type="presParOf" srcId="{5B52E4DC-538A-442C-AA1C-CDBA8CCE3E74}" destId="{F54959AB-2687-4D66-966E-B7BCFA747D15}" srcOrd="2" destOrd="0" presId="urn:microsoft.com/office/officeart/2005/8/layout/pyramid2"/>
    <dgm:cxn modelId="{3BA1776C-13CE-4E96-B537-9CFFC094A36E}" type="presParOf" srcId="{5B52E4DC-538A-442C-AA1C-CDBA8CCE3E74}" destId="{E1BBBCFF-756D-46D9-8D50-492ECC59C578}" srcOrd="3" destOrd="0" presId="urn:microsoft.com/office/officeart/2005/8/layout/pyramid2"/>
    <dgm:cxn modelId="{ED847DF0-1BF8-4BE2-9852-2566E21330E3}" type="presParOf" srcId="{5B52E4DC-538A-442C-AA1C-CDBA8CCE3E74}" destId="{51177F4D-6248-468A-AED0-7E85B899FB1B}" srcOrd="4" destOrd="0" presId="urn:microsoft.com/office/officeart/2005/8/layout/pyramid2"/>
    <dgm:cxn modelId="{1C07936F-646C-4253-A4B8-1C182BE3BC0F}" type="presParOf" srcId="{5B52E4DC-538A-442C-AA1C-CDBA8CCE3E74}" destId="{A9C2E5FD-A706-4FF6-BEE0-B5F88E451E22}" srcOrd="5" destOrd="0" presId="urn:microsoft.com/office/officeart/2005/8/layout/pyramid2"/>
    <dgm:cxn modelId="{A881613F-66EB-4792-8079-64741A8BF00A}" type="presParOf" srcId="{5B52E4DC-538A-442C-AA1C-CDBA8CCE3E74}" destId="{E7DCB7B7-C283-485D-9A2B-6DECADABD15D}" srcOrd="6" destOrd="0" presId="urn:microsoft.com/office/officeart/2005/8/layout/pyramid2"/>
    <dgm:cxn modelId="{F3ED1EE9-00AE-4949-825E-CB6E0B591F61}" type="presParOf" srcId="{5B52E4DC-538A-442C-AA1C-CDBA8CCE3E74}" destId="{C62A09A4-1B97-4630-BD91-5990348372D0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ACAD8-D2FE-4C4C-A376-869844031B6C}">
      <dsp:nvSpPr>
        <dsp:cNvPr id="0" name=""/>
        <dsp:cNvSpPr/>
      </dsp:nvSpPr>
      <dsp:spPr>
        <a:xfrm>
          <a:off x="6387737" y="1488698"/>
          <a:ext cx="2797342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2797342" y="247895"/>
              </a:lnTo>
              <a:lnTo>
                <a:pt x="2797342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8401DE-24EA-4EF4-9769-3758FF300A45}">
      <dsp:nvSpPr>
        <dsp:cNvPr id="0" name=""/>
        <dsp:cNvSpPr/>
      </dsp:nvSpPr>
      <dsp:spPr>
        <a:xfrm>
          <a:off x="6387737" y="1488698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932447" y="247895"/>
              </a:lnTo>
              <a:lnTo>
                <a:pt x="932447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A9B571-E777-42A8-AB4B-4D8544FFF8C8}">
      <dsp:nvSpPr>
        <dsp:cNvPr id="0" name=""/>
        <dsp:cNvSpPr/>
      </dsp:nvSpPr>
      <dsp:spPr>
        <a:xfrm>
          <a:off x="5455290" y="1488698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932447" y="0"/>
              </a:moveTo>
              <a:lnTo>
                <a:pt x="932447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764580-8298-43BF-8E43-7BFC069E2DC4}">
      <dsp:nvSpPr>
        <dsp:cNvPr id="0" name=""/>
        <dsp:cNvSpPr/>
      </dsp:nvSpPr>
      <dsp:spPr>
        <a:xfrm>
          <a:off x="3590395" y="2624221"/>
          <a:ext cx="1864894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1864894" y="247895"/>
              </a:lnTo>
              <a:lnTo>
                <a:pt x="1864894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CCD0BB-6616-4B9A-A2E7-63351C59DDB4}">
      <dsp:nvSpPr>
        <dsp:cNvPr id="0" name=""/>
        <dsp:cNvSpPr/>
      </dsp:nvSpPr>
      <dsp:spPr>
        <a:xfrm>
          <a:off x="3544675" y="2624221"/>
          <a:ext cx="91440" cy="4158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486F8-2FA7-4C35-B1C9-9659A708E01B}">
      <dsp:nvSpPr>
        <dsp:cNvPr id="0" name=""/>
        <dsp:cNvSpPr/>
      </dsp:nvSpPr>
      <dsp:spPr>
        <a:xfrm>
          <a:off x="1725500" y="3759743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932447" y="247895"/>
              </a:lnTo>
              <a:lnTo>
                <a:pt x="932447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898885-0B61-4086-A543-715882F93F65}">
      <dsp:nvSpPr>
        <dsp:cNvPr id="0" name=""/>
        <dsp:cNvSpPr/>
      </dsp:nvSpPr>
      <dsp:spPr>
        <a:xfrm>
          <a:off x="793052" y="3759743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932447" y="0"/>
              </a:moveTo>
              <a:lnTo>
                <a:pt x="932447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3461B-D20A-4A78-8BCE-FE9AE5C51FF0}">
      <dsp:nvSpPr>
        <dsp:cNvPr id="0" name=""/>
        <dsp:cNvSpPr/>
      </dsp:nvSpPr>
      <dsp:spPr>
        <a:xfrm>
          <a:off x="1725500" y="2624221"/>
          <a:ext cx="1864894" cy="415825"/>
        </a:xfrm>
        <a:custGeom>
          <a:avLst/>
          <a:gdLst/>
          <a:ahLst/>
          <a:cxnLst/>
          <a:rect l="0" t="0" r="0" b="0"/>
          <a:pathLst>
            <a:path>
              <a:moveTo>
                <a:pt x="1864894" y="0"/>
              </a:moveTo>
              <a:lnTo>
                <a:pt x="1864894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4A147-B772-436C-9BB7-452A201D5D2E}">
      <dsp:nvSpPr>
        <dsp:cNvPr id="0" name=""/>
        <dsp:cNvSpPr/>
      </dsp:nvSpPr>
      <dsp:spPr>
        <a:xfrm>
          <a:off x="3590395" y="1488698"/>
          <a:ext cx="2797342" cy="415825"/>
        </a:xfrm>
        <a:custGeom>
          <a:avLst/>
          <a:gdLst/>
          <a:ahLst/>
          <a:cxnLst/>
          <a:rect l="0" t="0" r="0" b="0"/>
          <a:pathLst>
            <a:path>
              <a:moveTo>
                <a:pt x="2797342" y="0"/>
              </a:moveTo>
              <a:lnTo>
                <a:pt x="2797342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97FC48-D89C-43FB-A501-634FA9B0EACA}">
      <dsp:nvSpPr>
        <dsp:cNvPr id="0" name=""/>
        <dsp:cNvSpPr/>
      </dsp:nvSpPr>
      <dsp:spPr>
        <a:xfrm>
          <a:off x="5692721" y="769001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latin typeface="Calibri (Corpo)"/>
            </a:rPr>
            <a:t>Túlio Oliveira</a:t>
          </a:r>
        </a:p>
      </dsp:txBody>
      <dsp:txXfrm>
        <a:off x="5692721" y="769001"/>
        <a:ext cx="1390032" cy="719697"/>
      </dsp:txXfrm>
    </dsp:sp>
    <dsp:sp modelId="{3DA57130-C46E-4C2D-ADCB-27666374CD9B}">
      <dsp:nvSpPr>
        <dsp:cNvPr id="0" name=""/>
        <dsp:cNvSpPr/>
      </dsp:nvSpPr>
      <dsp:spPr>
        <a:xfrm>
          <a:off x="5970727" y="1328765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0" kern="1200" dirty="0">
              <a:latin typeface="Calibri (Corpo)"/>
            </a:rPr>
            <a:t>Diretor de TI</a:t>
          </a:r>
        </a:p>
      </dsp:txBody>
      <dsp:txXfrm>
        <a:off x="5970727" y="1328765"/>
        <a:ext cx="1251029" cy="239899"/>
      </dsp:txXfrm>
    </dsp:sp>
    <dsp:sp modelId="{AAD3B1D0-DFE9-488B-8F53-56DA43501B2C}">
      <dsp:nvSpPr>
        <dsp:cNvPr id="0" name=""/>
        <dsp:cNvSpPr/>
      </dsp:nvSpPr>
      <dsp:spPr>
        <a:xfrm>
          <a:off x="2895378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Calibri (Corpo)"/>
            </a:rPr>
            <a:t>Adriano Barbosa</a:t>
          </a:r>
        </a:p>
      </dsp:txBody>
      <dsp:txXfrm>
        <a:off x="2895378" y="1904523"/>
        <a:ext cx="1390032" cy="719697"/>
      </dsp:txXfrm>
    </dsp:sp>
    <dsp:sp modelId="{5A4EB5F4-E379-4425-8694-58FE280A228D}">
      <dsp:nvSpPr>
        <dsp:cNvPr id="0" name=""/>
        <dsp:cNvSpPr/>
      </dsp:nvSpPr>
      <dsp:spPr>
        <a:xfrm>
          <a:off x="3173385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Arquitetura, Infra e Operações de TI</a:t>
          </a:r>
        </a:p>
      </dsp:txBody>
      <dsp:txXfrm>
        <a:off x="3173385" y="2464288"/>
        <a:ext cx="1251029" cy="239899"/>
      </dsp:txXfrm>
    </dsp:sp>
    <dsp:sp modelId="{39CF4385-CBA8-424F-97F0-68ED4730227A}">
      <dsp:nvSpPr>
        <dsp:cNvPr id="0" name=""/>
        <dsp:cNvSpPr/>
      </dsp:nvSpPr>
      <dsp:spPr>
        <a:xfrm>
          <a:off x="1030483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Nei </a:t>
          </a:r>
          <a:r>
            <a:rPr lang="pt-BR" sz="1200" kern="1200" dirty="0" err="1">
              <a:latin typeface="Calibri (Corpo)"/>
            </a:rPr>
            <a:t>Henckes</a:t>
          </a:r>
          <a:endParaRPr lang="pt-BR" sz="1200" kern="1200" dirty="0">
            <a:latin typeface="Calibri (Corpo)"/>
          </a:endParaRPr>
        </a:p>
      </dsp:txBody>
      <dsp:txXfrm>
        <a:off x="1030483" y="3040046"/>
        <a:ext cx="1390032" cy="719697"/>
      </dsp:txXfrm>
    </dsp:sp>
    <dsp:sp modelId="{99F4FD00-0011-418B-A011-570E7E5CB7BF}">
      <dsp:nvSpPr>
        <dsp:cNvPr id="0" name=""/>
        <dsp:cNvSpPr/>
      </dsp:nvSpPr>
      <dsp:spPr>
        <a:xfrm>
          <a:off x="1308490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Coordenador de Operações de TI</a:t>
          </a:r>
        </a:p>
      </dsp:txBody>
      <dsp:txXfrm>
        <a:off x="1308490" y="3599811"/>
        <a:ext cx="1251029" cy="239899"/>
      </dsp:txXfrm>
    </dsp:sp>
    <dsp:sp modelId="{3FF6753D-11F0-4145-9E86-F23AD7D1CBCD}">
      <dsp:nvSpPr>
        <dsp:cNvPr id="0" name=""/>
        <dsp:cNvSpPr/>
      </dsp:nvSpPr>
      <dsp:spPr>
        <a:xfrm>
          <a:off x="98036" y="4175568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 err="1">
              <a:latin typeface="Calibri (Corpo)"/>
            </a:rPr>
            <a:t>Luis</a:t>
          </a:r>
          <a:r>
            <a:rPr lang="pt-BR" sz="1200" kern="1200" dirty="0">
              <a:latin typeface="Calibri (Corpo)"/>
            </a:rPr>
            <a:t> Savioli</a:t>
          </a:r>
        </a:p>
      </dsp:txBody>
      <dsp:txXfrm>
        <a:off x="98036" y="4175568"/>
        <a:ext cx="1390032" cy="719697"/>
      </dsp:txXfrm>
    </dsp:sp>
    <dsp:sp modelId="{261E5063-6A5D-4F2D-9594-4FFAF7D3C1B0}">
      <dsp:nvSpPr>
        <dsp:cNvPr id="0" name=""/>
        <dsp:cNvSpPr/>
      </dsp:nvSpPr>
      <dsp:spPr>
        <a:xfrm>
          <a:off x="376043" y="4735333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latin typeface="Calibri (Corpo)"/>
            </a:rPr>
            <a:t>Responsável Projeto SAVIS</a:t>
          </a:r>
        </a:p>
      </dsp:txBody>
      <dsp:txXfrm>
        <a:off x="376043" y="4735333"/>
        <a:ext cx="1251029" cy="239899"/>
      </dsp:txXfrm>
    </dsp:sp>
    <dsp:sp modelId="{61B145FC-0696-4998-9393-4C7856A65ECE}">
      <dsp:nvSpPr>
        <dsp:cNvPr id="0" name=""/>
        <dsp:cNvSpPr/>
      </dsp:nvSpPr>
      <dsp:spPr>
        <a:xfrm>
          <a:off x="1962931" y="4175568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Equipe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Operações de TI</a:t>
          </a:r>
        </a:p>
      </dsp:txBody>
      <dsp:txXfrm>
        <a:off x="1962931" y="4175568"/>
        <a:ext cx="1390032" cy="719697"/>
      </dsp:txXfrm>
    </dsp:sp>
    <dsp:sp modelId="{9BF487E0-46EE-4DB8-9F18-1A4C90424A69}">
      <dsp:nvSpPr>
        <dsp:cNvPr id="0" name=""/>
        <dsp:cNvSpPr/>
      </dsp:nvSpPr>
      <dsp:spPr>
        <a:xfrm>
          <a:off x="2240937" y="4735333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Operações de TI</a:t>
          </a:r>
          <a:endParaRPr lang="pt-BR" sz="1200" kern="1200" dirty="0"/>
        </a:p>
      </dsp:txBody>
      <dsp:txXfrm>
        <a:off x="2240937" y="4735333"/>
        <a:ext cx="1251029" cy="239899"/>
      </dsp:txXfrm>
    </dsp:sp>
    <dsp:sp modelId="{F31FB148-D8E6-4AA5-9B25-4FDFDF50CE75}">
      <dsp:nvSpPr>
        <dsp:cNvPr id="0" name=""/>
        <dsp:cNvSpPr/>
      </dsp:nvSpPr>
      <dsp:spPr>
        <a:xfrm>
          <a:off x="2895378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Daniel Borges e Cláudio Cunha</a:t>
          </a:r>
        </a:p>
      </dsp:txBody>
      <dsp:txXfrm>
        <a:off x="2895378" y="3040046"/>
        <a:ext cx="1390032" cy="719697"/>
      </dsp:txXfrm>
    </dsp:sp>
    <dsp:sp modelId="{3A6361E1-765F-4882-BA16-CF7EE705C6D2}">
      <dsp:nvSpPr>
        <dsp:cNvPr id="0" name=""/>
        <dsp:cNvSpPr/>
      </dsp:nvSpPr>
      <dsp:spPr>
        <a:xfrm>
          <a:off x="3173385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Especialistas de Infraestrutura</a:t>
          </a:r>
        </a:p>
      </dsp:txBody>
      <dsp:txXfrm>
        <a:off x="3173385" y="3599811"/>
        <a:ext cx="1251029" cy="239899"/>
      </dsp:txXfrm>
    </dsp:sp>
    <dsp:sp modelId="{325841A7-5824-4B3C-86EB-D78ADFD39C19}">
      <dsp:nvSpPr>
        <dsp:cNvPr id="0" name=""/>
        <dsp:cNvSpPr/>
      </dsp:nvSpPr>
      <dsp:spPr>
        <a:xfrm>
          <a:off x="4760273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 Guilherme, Leonardo, Ricardo </a:t>
          </a:r>
        </a:p>
      </dsp:txBody>
      <dsp:txXfrm>
        <a:off x="4760273" y="3040046"/>
        <a:ext cx="1390032" cy="719697"/>
      </dsp:txXfrm>
    </dsp:sp>
    <dsp:sp modelId="{B97C849C-6FB5-4529-A11F-BBF3AA71D0A5}">
      <dsp:nvSpPr>
        <dsp:cNvPr id="0" name=""/>
        <dsp:cNvSpPr/>
      </dsp:nvSpPr>
      <dsp:spPr>
        <a:xfrm>
          <a:off x="5038280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Arquitetos de TI</a:t>
          </a:r>
        </a:p>
      </dsp:txBody>
      <dsp:txXfrm>
        <a:off x="5038280" y="3599811"/>
        <a:ext cx="1251029" cy="239899"/>
      </dsp:txXfrm>
    </dsp:sp>
    <dsp:sp modelId="{8B30C3F3-247F-4E8C-BA3F-23EA62ADDBF4}">
      <dsp:nvSpPr>
        <dsp:cNvPr id="0" name=""/>
        <dsp:cNvSpPr/>
      </dsp:nvSpPr>
      <dsp:spPr>
        <a:xfrm>
          <a:off x="4760273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Calibri (Corpo)"/>
            </a:rPr>
            <a:t>Luiz Borrego</a:t>
          </a:r>
        </a:p>
      </dsp:txBody>
      <dsp:txXfrm>
        <a:off x="4760273" y="1904523"/>
        <a:ext cx="1390032" cy="719697"/>
      </dsp:txXfrm>
    </dsp:sp>
    <dsp:sp modelId="{51989679-329B-440B-8552-2025DE0FA281}">
      <dsp:nvSpPr>
        <dsp:cNvPr id="0" name=""/>
        <dsp:cNvSpPr/>
      </dsp:nvSpPr>
      <dsp:spPr>
        <a:xfrm>
          <a:off x="5038280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Projetos de TI</a:t>
          </a:r>
        </a:p>
      </dsp:txBody>
      <dsp:txXfrm>
        <a:off x="5038280" y="2464288"/>
        <a:ext cx="1251029" cy="239899"/>
      </dsp:txXfrm>
    </dsp:sp>
    <dsp:sp modelId="{E416B5B6-DD34-48C6-83B7-9442A557DE30}">
      <dsp:nvSpPr>
        <dsp:cNvPr id="0" name=""/>
        <dsp:cNvSpPr/>
      </dsp:nvSpPr>
      <dsp:spPr>
        <a:xfrm>
          <a:off x="6625168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55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 err="1">
              <a:latin typeface="Calibri (Corpo)"/>
            </a:rPr>
            <a:t>Nelton</a:t>
          </a:r>
          <a:r>
            <a:rPr lang="pt-BR" sz="1600" kern="1200" dirty="0">
              <a:latin typeface="Calibri (Corpo)"/>
            </a:rPr>
            <a:t> Lima</a:t>
          </a:r>
        </a:p>
      </dsp:txBody>
      <dsp:txXfrm>
        <a:off x="6625168" y="1904523"/>
        <a:ext cx="1390032" cy="719697"/>
      </dsp:txXfrm>
    </dsp:sp>
    <dsp:sp modelId="{6E1A5C17-A40A-433E-9952-352A24C55AF6}">
      <dsp:nvSpPr>
        <dsp:cNvPr id="0" name=""/>
        <dsp:cNvSpPr/>
      </dsp:nvSpPr>
      <dsp:spPr>
        <a:xfrm>
          <a:off x="6903175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Tecnologia e Sistemas</a:t>
          </a:r>
        </a:p>
      </dsp:txBody>
      <dsp:txXfrm>
        <a:off x="6903175" y="2464288"/>
        <a:ext cx="1251029" cy="239899"/>
      </dsp:txXfrm>
    </dsp:sp>
    <dsp:sp modelId="{23BDDC43-5666-4A3D-B28B-76B0103086E1}">
      <dsp:nvSpPr>
        <dsp:cNvPr id="0" name=""/>
        <dsp:cNvSpPr/>
      </dsp:nvSpPr>
      <dsp:spPr>
        <a:xfrm>
          <a:off x="8490063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55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latin typeface="Calibri (Corpo)"/>
            </a:rPr>
            <a:t>Rodrigo </a:t>
          </a:r>
          <a:r>
            <a:rPr lang="pt-BR" sz="1600" kern="1200" dirty="0" err="1">
              <a:latin typeface="Calibri (Corpo)"/>
            </a:rPr>
            <a:t>Possato</a:t>
          </a:r>
          <a:endParaRPr lang="pt-BR" sz="1600" kern="1200" dirty="0">
            <a:latin typeface="Calibri (Corpo)"/>
          </a:endParaRPr>
        </a:p>
      </dsp:txBody>
      <dsp:txXfrm>
        <a:off x="8490063" y="1904523"/>
        <a:ext cx="1390032" cy="719697"/>
      </dsp:txXfrm>
    </dsp:sp>
    <dsp:sp modelId="{FAD67BCD-0FC8-491E-BC71-1075020E57A3}">
      <dsp:nvSpPr>
        <dsp:cNvPr id="0" name=""/>
        <dsp:cNvSpPr/>
      </dsp:nvSpPr>
      <dsp:spPr>
        <a:xfrm>
          <a:off x="8768069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Governança, Segurança e Fraudes</a:t>
          </a:r>
        </a:p>
      </dsp:txBody>
      <dsp:txXfrm>
        <a:off x="8768069" y="2464288"/>
        <a:ext cx="1251029" cy="239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CAAF5-6959-4DE8-A2AF-26FE61CA284C}">
      <dsp:nvSpPr>
        <dsp:cNvPr id="0" name=""/>
        <dsp:cNvSpPr/>
      </dsp:nvSpPr>
      <dsp:spPr>
        <a:xfrm>
          <a:off x="1038966" y="0"/>
          <a:ext cx="6699773" cy="5614633"/>
        </a:xfrm>
        <a:prstGeom prst="triangle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F3B36-FA50-44DF-A7A9-7CEF3A7A46B0}">
      <dsp:nvSpPr>
        <dsp:cNvPr id="0" name=""/>
        <dsp:cNvSpPr/>
      </dsp:nvSpPr>
      <dsp:spPr>
        <a:xfrm>
          <a:off x="2564897" y="522451"/>
          <a:ext cx="3649511" cy="99352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4º - </a:t>
          </a:r>
          <a:r>
            <a:rPr lang="pt-BR" sz="1400" b="1" kern="1200" dirty="0"/>
            <a:t>Túlio Oliveira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Diretor de TI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1"/>
            </a:rPr>
            <a:t>tulio.oliveira@smiles.com.br</a:t>
          </a:r>
          <a:endParaRPr lang="pt-BR" sz="11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b="1" kern="1200" dirty="0"/>
        </a:p>
      </dsp:txBody>
      <dsp:txXfrm>
        <a:off x="2613397" y="570951"/>
        <a:ext cx="3552511" cy="896526"/>
      </dsp:txXfrm>
    </dsp:sp>
    <dsp:sp modelId="{F54959AB-2687-4D66-966E-B7BCFA747D15}">
      <dsp:nvSpPr>
        <dsp:cNvPr id="0" name=""/>
        <dsp:cNvSpPr/>
      </dsp:nvSpPr>
      <dsp:spPr>
        <a:xfrm>
          <a:off x="2564897" y="1748990"/>
          <a:ext cx="3649511" cy="99352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104717"/>
              <a:satOff val="-3169"/>
              <a:lumOff val="20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3º - </a:t>
          </a:r>
          <a:r>
            <a:rPr lang="pt-BR" sz="1400" b="1" kern="1200" dirty="0"/>
            <a:t>Adriano Barbosa</a:t>
          </a:r>
          <a:endParaRPr lang="pt-BR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latin typeface="Calibri (Corpo)"/>
            </a:rPr>
            <a:t>Ger. Arquitetura, Infra e Operações de TI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2"/>
            </a:rPr>
            <a:t>adriano.barbosa@smiles.com.br</a:t>
          </a:r>
          <a:endParaRPr lang="pt-BR" sz="11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98696-5557</a:t>
          </a:r>
        </a:p>
      </dsp:txBody>
      <dsp:txXfrm>
        <a:off x="2613397" y="1797490"/>
        <a:ext cx="3552511" cy="896526"/>
      </dsp:txXfrm>
    </dsp:sp>
    <dsp:sp modelId="{51177F4D-6248-468A-AED0-7E85B899FB1B}">
      <dsp:nvSpPr>
        <dsp:cNvPr id="0" name=""/>
        <dsp:cNvSpPr/>
      </dsp:nvSpPr>
      <dsp:spPr>
        <a:xfrm>
          <a:off x="2513895" y="2976489"/>
          <a:ext cx="3703487" cy="99352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209434"/>
              <a:satOff val="-6337"/>
              <a:lumOff val="416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2º - </a:t>
          </a:r>
          <a:r>
            <a:rPr lang="pt-BR" sz="1400" b="1" kern="1200" dirty="0"/>
            <a:t>Nei </a:t>
          </a:r>
          <a:r>
            <a:rPr lang="pt-BR" sz="1400" b="1" kern="1200" dirty="0" err="1"/>
            <a:t>Henckes</a:t>
          </a:r>
          <a:endParaRPr lang="pt-BR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Coordenador Operações de TI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3"/>
            </a:rPr>
            <a:t>nei.henckes@smiles.com.br</a:t>
          </a:r>
          <a:endParaRPr lang="pt-BR" sz="11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95497-7879</a:t>
          </a:r>
          <a:endParaRPr lang="pt-BR" sz="1100" b="1" kern="1200" dirty="0"/>
        </a:p>
      </dsp:txBody>
      <dsp:txXfrm>
        <a:off x="2562395" y="3024989"/>
        <a:ext cx="3606487" cy="896526"/>
      </dsp:txXfrm>
    </dsp:sp>
    <dsp:sp modelId="{E7DCB7B7-C283-485D-9A2B-6DECADABD15D}">
      <dsp:nvSpPr>
        <dsp:cNvPr id="0" name=""/>
        <dsp:cNvSpPr/>
      </dsp:nvSpPr>
      <dsp:spPr>
        <a:xfrm>
          <a:off x="1300688" y="4185422"/>
          <a:ext cx="1909022" cy="101366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104717"/>
              <a:satOff val="-3169"/>
              <a:lumOff val="20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1º - </a:t>
          </a:r>
          <a:r>
            <a:rPr lang="pt-BR" sz="1400" b="1" kern="1200" dirty="0"/>
            <a:t>Plantão Infra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>
              <a:hlinkClick xmlns:r="http://schemas.openxmlformats.org/officeDocument/2006/relationships" r:id="rId4"/>
            </a:rPr>
            <a:t>gr-infraestrutura@smiles.com.br</a:t>
          </a:r>
          <a:r>
            <a:rPr lang="pt-BR" sz="1000" kern="1200" dirty="0"/>
            <a:t> </a:t>
          </a:r>
          <a:endParaRPr lang="pt-BR" sz="11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98136-2537</a:t>
          </a:r>
          <a:endParaRPr lang="pt-BR" sz="1100" b="1" kern="1200" dirty="0"/>
        </a:p>
      </dsp:txBody>
      <dsp:txXfrm>
        <a:off x="1350171" y="4234905"/>
        <a:ext cx="1810056" cy="914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04/04/2017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4/4/2017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hyperlink" Target="mailto:gr-ti-operacoes@smiles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783" y="5948596"/>
            <a:ext cx="1681478" cy="888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6715" y="2278314"/>
            <a:ext cx="477395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SAVIS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Organograma TI 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Competências x Responsáveis</a:t>
            </a:r>
          </a:p>
          <a:p>
            <a:pPr algn="r"/>
            <a:r>
              <a:rPr lang="pt-BR" sz="20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Escalation</a:t>
            </a:r>
            <a:r>
              <a:rPr lang="pt-BR" sz="20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</a:t>
            </a:r>
            <a:r>
              <a:rPr lang="pt-BR" sz="20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List</a:t>
            </a:r>
            <a:endParaRPr lang="pt-BR" sz="20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Fevereiro</a:t>
            </a:r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/2017</a:t>
            </a:r>
          </a:p>
          <a:p>
            <a:pPr algn="r"/>
            <a:r>
              <a:rPr lang="en-US" sz="12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2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iângulo isósceles 11"/>
          <p:cNvSpPr/>
          <p:nvPr/>
        </p:nvSpPr>
        <p:spPr>
          <a:xfrm rot="16200000">
            <a:off x="4056407" y="3526594"/>
            <a:ext cx="1828800" cy="3708240"/>
          </a:xfrm>
          <a:prstGeom prst="triangle">
            <a:avLst>
              <a:gd name="adj" fmla="val 5966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Organograma de TI</a:t>
            </a: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4149958972"/>
              </p:ext>
            </p:extLst>
          </p:nvPr>
        </p:nvGraphicFramePr>
        <p:xfrm>
          <a:off x="2" y="390015"/>
          <a:ext cx="10117136" cy="5744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146371"/>
              </p:ext>
            </p:extLst>
          </p:nvPr>
        </p:nvGraphicFramePr>
        <p:xfrm>
          <a:off x="6904330" y="4466314"/>
          <a:ext cx="2719830" cy="1828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9915">
                  <a:extLst>
                    <a:ext uri="{9D8B030D-6E8A-4147-A177-3AD203B41FA5}">
                      <a16:colId xmlns:a16="http://schemas.microsoft.com/office/drawing/2014/main" val="348561977"/>
                    </a:ext>
                  </a:extLst>
                </a:gridCol>
                <a:gridCol w="1359915">
                  <a:extLst>
                    <a:ext uri="{9D8B030D-6E8A-4147-A177-3AD203B41FA5}">
                      <a16:colId xmlns:a16="http://schemas.microsoft.com/office/drawing/2014/main" val="1143828798"/>
                    </a:ext>
                  </a:extLst>
                </a:gridCol>
              </a:tblGrid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Analista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Responsabilidade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99280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Adolfo Nunes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09976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/>
                        <a:t>André Morais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Promoções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985439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/>
                        <a:t>Bruno </a:t>
                      </a:r>
                      <a:r>
                        <a:rPr lang="pt-BR" sz="900" dirty="0" err="1"/>
                        <a:t>Serpeloni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Siebel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990428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Jonathas 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 (JAVA)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023329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Sandra </a:t>
                      </a:r>
                      <a:r>
                        <a:rPr lang="pt-BR" sz="900" dirty="0" err="1"/>
                        <a:t>Predolim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Promoções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342804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Raul 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EDI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6910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Raul Ferreira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 (JAVA)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85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64126"/>
              </p:ext>
            </p:extLst>
          </p:nvPr>
        </p:nvGraphicFramePr>
        <p:xfrm>
          <a:off x="1055603" y="1506524"/>
          <a:ext cx="8007520" cy="463400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3760">
                  <a:extLst>
                    <a:ext uri="{9D8B030D-6E8A-4147-A177-3AD203B41FA5}">
                      <a16:colId xmlns:a16="http://schemas.microsoft.com/office/drawing/2014/main" val="3957516015"/>
                    </a:ext>
                  </a:extLst>
                </a:gridCol>
                <a:gridCol w="4003760">
                  <a:extLst>
                    <a:ext uri="{9D8B030D-6E8A-4147-A177-3AD203B41FA5}">
                      <a16:colId xmlns:a16="http://schemas.microsoft.com/office/drawing/2014/main" val="2321534928"/>
                    </a:ext>
                  </a:extLst>
                </a:gridCol>
              </a:tblGrid>
              <a:tr h="60200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Competência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Analista Responsável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36398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0" dirty="0"/>
                        <a:t>Leandro </a:t>
                      </a:r>
                      <a:r>
                        <a:rPr lang="pt-BR" b="1" dirty="0" err="1"/>
                        <a:t>Micali</a:t>
                      </a:r>
                      <a:endParaRPr lang="pt-B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0689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1" dirty="0"/>
                        <a:t>Raul </a:t>
                      </a:r>
                      <a:r>
                        <a:rPr lang="pt-BR" b="0" dirty="0"/>
                        <a:t>Souza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27129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Infraestrutura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0" dirty="0"/>
                        <a:t>Daniel </a:t>
                      </a:r>
                      <a:r>
                        <a:rPr lang="pt-BR" b="1" dirty="0"/>
                        <a:t>Borges </a:t>
                      </a:r>
                      <a:r>
                        <a:rPr lang="pt-BR" b="0" dirty="0"/>
                        <a:t>e </a:t>
                      </a:r>
                      <a:r>
                        <a:rPr lang="pt-BR" b="1" dirty="0"/>
                        <a:t>Claudio</a:t>
                      </a:r>
                      <a:r>
                        <a:rPr lang="pt-BR" b="0" dirty="0"/>
                        <a:t> Cunha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42420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Nei</a:t>
                      </a:r>
                      <a:r>
                        <a:rPr lang="pt-BR" dirty="0"/>
                        <a:t> </a:t>
                      </a:r>
                      <a:r>
                        <a:rPr lang="pt-BR" b="0" dirty="0" err="1"/>
                        <a:t>Henckes</a:t>
                      </a:r>
                      <a:r>
                        <a:rPr lang="pt-BR" b="0" dirty="0"/>
                        <a:t> e </a:t>
                      </a:r>
                      <a:r>
                        <a:rPr lang="pt-BR" b="1" dirty="0"/>
                        <a:t>Raul</a:t>
                      </a:r>
                      <a:r>
                        <a:rPr lang="pt-BR" b="0" dirty="0"/>
                        <a:t> Ferreira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95525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Promoções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André </a:t>
                      </a:r>
                      <a:r>
                        <a:rPr lang="pt-BR" b="0" dirty="0"/>
                        <a:t>Morais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75769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Siebel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dirty="0" err="1"/>
                        <a:t>Luis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Savioli </a:t>
                      </a:r>
                      <a:r>
                        <a:rPr lang="pt-BR" b="0" dirty="0"/>
                        <a:t>e</a:t>
                      </a:r>
                      <a:r>
                        <a:rPr lang="pt-BR" b="1" dirty="0"/>
                        <a:t> </a:t>
                      </a:r>
                      <a:r>
                        <a:rPr lang="pt-BR" b="0" dirty="0"/>
                        <a:t>Bruno</a:t>
                      </a:r>
                      <a:r>
                        <a:rPr lang="pt-BR" b="1" dirty="0"/>
                        <a:t> </a:t>
                      </a:r>
                      <a:r>
                        <a:rPr lang="pt-BR" b="1" dirty="0" err="1"/>
                        <a:t>Serpeloni</a:t>
                      </a:r>
                      <a:endParaRPr lang="pt-B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1710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Site (Java)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Jonathas</a:t>
                      </a:r>
                      <a:r>
                        <a:rPr lang="pt-BR" dirty="0"/>
                        <a:t> </a:t>
                      </a:r>
                      <a:r>
                        <a:rPr lang="pt-BR" b="0" dirty="0"/>
                        <a:t>Souza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085901"/>
                  </a:ext>
                </a:extLst>
              </a:tr>
            </a:tbl>
          </a:graphicData>
        </a:graphic>
      </p:graphicFrame>
      <p:sp>
        <p:nvSpPr>
          <p:cNvPr id="12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Competências x Responsáveis</a:t>
            </a:r>
          </a:p>
        </p:txBody>
      </p:sp>
    </p:spTree>
    <p:extLst>
      <p:ext uri="{BB962C8B-B14F-4D97-AF65-F5344CB8AC3E}">
        <p14:creationId xmlns:p14="http://schemas.microsoft.com/office/powerpoint/2010/main" val="259416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847077146"/>
              </p:ext>
            </p:extLst>
          </p:nvPr>
        </p:nvGraphicFramePr>
        <p:xfrm>
          <a:off x="669702" y="880228"/>
          <a:ext cx="8950816" cy="5614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Escalation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List</a:t>
            </a:r>
            <a:endParaRPr lang="pt-BR" sz="24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18" name="Agrupar 17"/>
          <p:cNvGrpSpPr/>
          <p:nvPr/>
        </p:nvGrpSpPr>
        <p:grpSpPr>
          <a:xfrm>
            <a:off x="4065041" y="5046521"/>
            <a:ext cx="1940595" cy="1032799"/>
            <a:chOff x="1858674" y="3901664"/>
            <a:chExt cx="1940595" cy="1032799"/>
          </a:xfrm>
        </p:grpSpPr>
        <p:sp>
          <p:nvSpPr>
            <p:cNvPr id="19" name="Retângulo: Cantos Arredondados 18"/>
            <p:cNvSpPr/>
            <p:nvPr/>
          </p:nvSpPr>
          <p:spPr>
            <a:xfrm>
              <a:off x="1858674" y="3901664"/>
              <a:ext cx="1940595" cy="1032799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  <a:hueOff val="-104717"/>
                <a:satOff val="-3169"/>
                <a:lumOff val="2080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Retângulo: Cantos Arredondados 4"/>
            <p:cNvSpPr txBox="1"/>
            <p:nvPr/>
          </p:nvSpPr>
          <p:spPr>
            <a:xfrm>
              <a:off x="1909091" y="3952081"/>
              <a:ext cx="1839761" cy="9319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kern="1200" dirty="0"/>
                <a:t>1º - </a:t>
              </a:r>
              <a:r>
                <a:rPr lang="pt-BR" sz="1400" b="1" dirty="0"/>
                <a:t>Plantão</a:t>
              </a:r>
              <a:r>
                <a:rPr lang="pt-BR" sz="1400" b="1" kern="1200" dirty="0"/>
                <a:t> Siebel</a:t>
              </a:r>
              <a:endParaRPr lang="pt-BR" sz="1100" kern="1200" dirty="0"/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050" dirty="0">
                  <a:hlinkClick r:id="rId9"/>
                </a:rPr>
                <a:t>gr-ti-operacoes@smiles.com.br</a:t>
              </a:r>
              <a:r>
                <a:rPr lang="pt-BR" sz="1050" dirty="0"/>
                <a:t> </a:t>
              </a:r>
              <a:endParaRPr lang="pt-BR" sz="1050" kern="1200" dirty="0"/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100" kern="1200" dirty="0"/>
                <a:t>(11) 98685-2453</a:t>
              </a:r>
              <a:endParaRPr lang="pt-BR" sz="1100" b="1" kern="1200" dirty="0"/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204507" y="5053755"/>
            <a:ext cx="1940595" cy="1032799"/>
            <a:chOff x="1858674" y="3901664"/>
            <a:chExt cx="1940595" cy="1032799"/>
          </a:xfrm>
        </p:grpSpPr>
        <p:sp>
          <p:nvSpPr>
            <p:cNvPr id="25" name="Retângulo: Cantos Arredondados 24"/>
            <p:cNvSpPr/>
            <p:nvPr/>
          </p:nvSpPr>
          <p:spPr>
            <a:xfrm>
              <a:off x="1858674" y="3901664"/>
              <a:ext cx="1940595" cy="1032799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  <a:hueOff val="-104717"/>
                <a:satOff val="-3169"/>
                <a:lumOff val="2080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Retângulo: Cantos Arredondados 4"/>
            <p:cNvSpPr txBox="1"/>
            <p:nvPr/>
          </p:nvSpPr>
          <p:spPr>
            <a:xfrm>
              <a:off x="1909091" y="3939631"/>
              <a:ext cx="1839761" cy="9444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kern="1200" dirty="0"/>
                <a:t>1º - </a:t>
              </a:r>
              <a:r>
                <a:rPr lang="pt-BR" sz="1400" b="1" dirty="0"/>
                <a:t>Pla</a:t>
              </a:r>
              <a:r>
                <a:rPr lang="pt-BR" sz="1400" b="1" kern="1200" dirty="0"/>
                <a:t>ntão</a:t>
              </a:r>
              <a:r>
                <a:rPr lang="pt-BR" sz="1400" b="1" dirty="0"/>
                <a:t> Site </a:t>
              </a:r>
              <a:endParaRPr lang="pt-BR" sz="1100" kern="1200" dirty="0"/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050" dirty="0">
                  <a:hlinkClick r:id="rId9"/>
                </a:rPr>
                <a:t>gr-ti-operacoes@smiles.com.br</a:t>
              </a:r>
              <a:r>
                <a:rPr lang="pt-BR" sz="1050" dirty="0"/>
                <a:t> 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100" kern="1200" dirty="0"/>
                <a:t>(11) 98146-9275</a:t>
              </a:r>
              <a:endParaRPr lang="pt-BR" sz="1100" b="1" kern="1200" dirty="0"/>
            </a:p>
          </p:txBody>
        </p:sp>
      </p:grpSp>
      <p:sp>
        <p:nvSpPr>
          <p:cNvPr id="27" name="CaixaDeTexto 26"/>
          <p:cNvSpPr txBox="1"/>
          <p:nvPr/>
        </p:nvSpPr>
        <p:spPr>
          <a:xfrm>
            <a:off x="2278839" y="6152091"/>
            <a:ext cx="5512998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solidFill>
                  <a:schemeClr val="bg1"/>
                </a:solidFill>
              </a:rPr>
              <a:t>Plantão: Seg. a Sex. -  19:00 as 23:59 / </a:t>
            </a:r>
            <a:r>
              <a:rPr lang="pt-BR" sz="1500" b="1" dirty="0" err="1">
                <a:solidFill>
                  <a:schemeClr val="bg1"/>
                </a:solidFill>
              </a:rPr>
              <a:t>Sáb</a:t>
            </a:r>
            <a:r>
              <a:rPr lang="pt-BR" sz="1500" b="1" dirty="0">
                <a:solidFill>
                  <a:schemeClr val="bg1"/>
                </a:solidFill>
              </a:rPr>
              <a:t>. e Dom. - 00:00 as 23:59</a:t>
            </a:r>
            <a:r>
              <a:rPr lang="pt-BR" sz="1500" b="1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17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3397</TotalTime>
  <Words>302</Words>
  <Application>Microsoft Office PowerPoint</Application>
  <PresentationFormat>Personalizar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(Corpo)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329</cp:revision>
  <dcterms:created xsi:type="dcterms:W3CDTF">2014-01-24T21:35:00Z</dcterms:created>
  <dcterms:modified xsi:type="dcterms:W3CDTF">2017-04-04T19:29:57Z</dcterms:modified>
</cp:coreProperties>
</file>