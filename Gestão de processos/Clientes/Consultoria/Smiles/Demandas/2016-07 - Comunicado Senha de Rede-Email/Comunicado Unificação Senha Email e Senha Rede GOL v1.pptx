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339" r:id="rId2"/>
  </p:sldIdLst>
  <p:sldSz cx="9601200" cy="12801600" type="A3"/>
  <p:notesSz cx="6858000" cy="9144000"/>
  <p:defaultTextStyle>
    <a:defPPr>
      <a:defRPr lang="en-US"/>
    </a:defPPr>
    <a:lvl1pPr marL="0" algn="l" defTabSz="61084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10845" algn="l" defTabSz="61084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21692" algn="l" defTabSz="61084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32539" algn="l" defTabSz="61084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43384" algn="l" defTabSz="61084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54231" algn="l" defTabSz="61084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65077" algn="l" defTabSz="61084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75923" algn="l" defTabSz="61084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86769" algn="l" defTabSz="61084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  <p15:guide id="3" orient="horz" pos="4032">
          <p15:clr>
            <a:srgbClr val="A4A3A4"/>
          </p15:clr>
        </p15:guide>
        <p15:guide id="4" pos="302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7124"/>
    <a:srgbClr val="FF6600"/>
    <a:srgbClr val="FF9900"/>
    <a:srgbClr val="FF8E2D"/>
    <a:srgbClr val="F68E1E"/>
    <a:srgbClr val="99CCFF"/>
    <a:srgbClr val="000000"/>
    <a:srgbClr val="EE6829"/>
    <a:srgbClr val="E28734"/>
    <a:srgbClr val="F4BC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18" autoAdjust="0"/>
    <p:restoredTop sz="94660"/>
  </p:normalViewPr>
  <p:slideViewPr>
    <p:cSldViewPr snapToGrid="0" snapToObjects="1">
      <p:cViewPr>
        <p:scale>
          <a:sx n="50" d="100"/>
          <a:sy n="50" d="100"/>
        </p:scale>
        <p:origin x="1944" y="36"/>
      </p:cViewPr>
      <p:guideLst>
        <p:guide orient="horz" pos="3120"/>
        <p:guide pos="2160"/>
        <p:guide orient="horz" pos="4032"/>
        <p:guide pos="302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15/07/2016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21692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10845" algn="l" defTabSz="1221692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21692" algn="l" defTabSz="1221692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32539" algn="l" defTabSz="1221692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43384" algn="l" defTabSz="1221692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54231" algn="l" defTabSz="1221692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65077" algn="l" defTabSz="1221692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75923" algn="l" defTabSz="1221692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86769" algn="l" defTabSz="1221692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0091" y="3976801"/>
            <a:ext cx="8161020" cy="274404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0181" y="7254240"/>
            <a:ext cx="6720840" cy="327152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8823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7646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6469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5292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4115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2938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1761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0584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7/15/2016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7/15/2016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8429" y="8226220"/>
            <a:ext cx="8161020" cy="2542540"/>
          </a:xfrm>
        </p:spPr>
        <p:txBody>
          <a:bodyPr anchor="t"/>
          <a:lstStyle>
            <a:lvl1pPr algn="l">
              <a:defRPr sz="78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429" y="5425867"/>
            <a:ext cx="8161020" cy="2800349"/>
          </a:xfrm>
        </p:spPr>
        <p:txBody>
          <a:bodyPr anchor="b"/>
          <a:lstStyle>
            <a:lvl1pPr marL="0" indent="0">
              <a:buNone/>
              <a:defRPr sz="3900">
                <a:solidFill>
                  <a:schemeClr val="tx1">
                    <a:tint val="75000"/>
                  </a:schemeClr>
                </a:solidFill>
              </a:defRPr>
            </a:lvl1pPr>
            <a:lvl2pPr marL="882307" indent="0">
              <a:buNone/>
              <a:defRPr sz="3500">
                <a:solidFill>
                  <a:schemeClr val="tx1">
                    <a:tint val="75000"/>
                  </a:schemeClr>
                </a:solidFill>
              </a:defRPr>
            </a:lvl2pPr>
            <a:lvl3pPr marL="1764612" indent="0">
              <a:buNone/>
              <a:defRPr sz="3100">
                <a:solidFill>
                  <a:schemeClr val="tx1">
                    <a:tint val="75000"/>
                  </a:schemeClr>
                </a:solidFill>
              </a:defRPr>
            </a:lvl3pPr>
            <a:lvl4pPr marL="2646919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4pPr>
            <a:lvl5pPr marL="3529226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5pPr>
            <a:lvl6pPr marL="441153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6pPr>
            <a:lvl7pPr marL="5293837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7pPr>
            <a:lvl8pPr marL="6176143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8pPr>
            <a:lvl9pPr marL="7058449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7/15/2016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0061" y="2987047"/>
            <a:ext cx="4240530" cy="8448464"/>
          </a:xfrm>
        </p:spPr>
        <p:txBody>
          <a:bodyPr/>
          <a:lstStyle>
            <a:lvl1pPr>
              <a:defRPr sz="5300"/>
            </a:lvl1pPr>
            <a:lvl2pPr>
              <a:defRPr sz="4500"/>
            </a:lvl2pPr>
            <a:lvl3pPr>
              <a:defRPr sz="3900"/>
            </a:lvl3pPr>
            <a:lvl4pPr>
              <a:defRPr sz="3500"/>
            </a:lvl4pPr>
            <a:lvl5pPr>
              <a:defRPr sz="3500"/>
            </a:lvl5pPr>
            <a:lvl6pPr>
              <a:defRPr sz="3500"/>
            </a:lvl6pPr>
            <a:lvl7pPr>
              <a:defRPr sz="3500"/>
            </a:lvl7pPr>
            <a:lvl8pPr>
              <a:defRPr sz="3500"/>
            </a:lvl8pPr>
            <a:lvl9pPr>
              <a:defRPr sz="3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0610" y="2987047"/>
            <a:ext cx="4240530" cy="8448464"/>
          </a:xfrm>
        </p:spPr>
        <p:txBody>
          <a:bodyPr/>
          <a:lstStyle>
            <a:lvl1pPr>
              <a:defRPr sz="5300"/>
            </a:lvl1pPr>
            <a:lvl2pPr>
              <a:defRPr sz="4500"/>
            </a:lvl2pPr>
            <a:lvl3pPr>
              <a:defRPr sz="3900"/>
            </a:lvl3pPr>
            <a:lvl4pPr>
              <a:defRPr sz="3500"/>
            </a:lvl4pPr>
            <a:lvl5pPr>
              <a:defRPr sz="3500"/>
            </a:lvl5pPr>
            <a:lvl6pPr>
              <a:defRPr sz="3500"/>
            </a:lvl6pPr>
            <a:lvl7pPr>
              <a:defRPr sz="3500"/>
            </a:lvl7pPr>
            <a:lvl8pPr>
              <a:defRPr sz="3500"/>
            </a:lvl8pPr>
            <a:lvl9pPr>
              <a:defRPr sz="3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7/15/2016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0062" y="2865546"/>
            <a:ext cx="4242197" cy="1194223"/>
          </a:xfrm>
        </p:spPr>
        <p:txBody>
          <a:bodyPr anchor="b"/>
          <a:lstStyle>
            <a:lvl1pPr marL="0" indent="0">
              <a:buNone/>
              <a:defRPr sz="4500" b="1"/>
            </a:lvl1pPr>
            <a:lvl2pPr marL="882307" indent="0">
              <a:buNone/>
              <a:defRPr sz="3900" b="1"/>
            </a:lvl2pPr>
            <a:lvl3pPr marL="1764612" indent="0">
              <a:buNone/>
              <a:defRPr sz="3500" b="1"/>
            </a:lvl3pPr>
            <a:lvl4pPr marL="2646919" indent="0">
              <a:buNone/>
              <a:defRPr sz="3100" b="1"/>
            </a:lvl4pPr>
            <a:lvl5pPr marL="3529226" indent="0">
              <a:buNone/>
              <a:defRPr sz="3100" b="1"/>
            </a:lvl5pPr>
            <a:lvl6pPr marL="4411530" indent="0">
              <a:buNone/>
              <a:defRPr sz="3100" b="1"/>
            </a:lvl6pPr>
            <a:lvl7pPr marL="5293837" indent="0">
              <a:buNone/>
              <a:defRPr sz="3100" b="1"/>
            </a:lvl7pPr>
            <a:lvl8pPr marL="6176143" indent="0">
              <a:buNone/>
              <a:defRPr sz="3100" b="1"/>
            </a:lvl8pPr>
            <a:lvl9pPr marL="7058449" indent="0">
              <a:buNone/>
              <a:defRPr sz="3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2" y="4059766"/>
            <a:ext cx="4242197" cy="7375738"/>
          </a:xfrm>
        </p:spPr>
        <p:txBody>
          <a:bodyPr/>
          <a:lstStyle>
            <a:lvl1pPr>
              <a:defRPr sz="4500"/>
            </a:lvl1pPr>
            <a:lvl2pPr>
              <a:defRPr sz="3900"/>
            </a:lvl2pPr>
            <a:lvl3pPr>
              <a:defRPr sz="3500"/>
            </a:lvl3pPr>
            <a:lvl4pPr>
              <a:defRPr sz="3100"/>
            </a:lvl4pPr>
            <a:lvl5pPr>
              <a:defRPr sz="3100"/>
            </a:lvl5pPr>
            <a:lvl6pPr>
              <a:defRPr sz="3100"/>
            </a:lvl6pPr>
            <a:lvl7pPr>
              <a:defRPr sz="3100"/>
            </a:lvl7pPr>
            <a:lvl8pPr>
              <a:defRPr sz="3100"/>
            </a:lvl8pPr>
            <a:lvl9pPr>
              <a:defRPr sz="3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77278" y="2865546"/>
            <a:ext cx="4243865" cy="1194223"/>
          </a:xfrm>
        </p:spPr>
        <p:txBody>
          <a:bodyPr anchor="b"/>
          <a:lstStyle>
            <a:lvl1pPr marL="0" indent="0">
              <a:buNone/>
              <a:defRPr sz="4500" b="1"/>
            </a:lvl1pPr>
            <a:lvl2pPr marL="882307" indent="0">
              <a:buNone/>
              <a:defRPr sz="3900" b="1"/>
            </a:lvl2pPr>
            <a:lvl3pPr marL="1764612" indent="0">
              <a:buNone/>
              <a:defRPr sz="3500" b="1"/>
            </a:lvl3pPr>
            <a:lvl4pPr marL="2646919" indent="0">
              <a:buNone/>
              <a:defRPr sz="3100" b="1"/>
            </a:lvl4pPr>
            <a:lvl5pPr marL="3529226" indent="0">
              <a:buNone/>
              <a:defRPr sz="3100" b="1"/>
            </a:lvl5pPr>
            <a:lvl6pPr marL="4411530" indent="0">
              <a:buNone/>
              <a:defRPr sz="3100" b="1"/>
            </a:lvl6pPr>
            <a:lvl7pPr marL="5293837" indent="0">
              <a:buNone/>
              <a:defRPr sz="3100" b="1"/>
            </a:lvl7pPr>
            <a:lvl8pPr marL="6176143" indent="0">
              <a:buNone/>
              <a:defRPr sz="3100" b="1"/>
            </a:lvl8pPr>
            <a:lvl9pPr marL="7058449" indent="0">
              <a:buNone/>
              <a:defRPr sz="3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77278" y="4059766"/>
            <a:ext cx="4243865" cy="7375738"/>
          </a:xfrm>
        </p:spPr>
        <p:txBody>
          <a:bodyPr/>
          <a:lstStyle>
            <a:lvl1pPr>
              <a:defRPr sz="4500"/>
            </a:lvl1pPr>
            <a:lvl2pPr>
              <a:defRPr sz="3900"/>
            </a:lvl2pPr>
            <a:lvl3pPr>
              <a:defRPr sz="3500"/>
            </a:lvl3pPr>
            <a:lvl4pPr>
              <a:defRPr sz="3100"/>
            </a:lvl4pPr>
            <a:lvl5pPr>
              <a:defRPr sz="3100"/>
            </a:lvl5pPr>
            <a:lvl6pPr>
              <a:defRPr sz="3100"/>
            </a:lvl6pPr>
            <a:lvl7pPr>
              <a:defRPr sz="3100"/>
            </a:lvl7pPr>
            <a:lvl8pPr>
              <a:defRPr sz="3100"/>
            </a:lvl8pPr>
            <a:lvl9pPr>
              <a:defRPr sz="3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7/15/2016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7/15/2016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7/15/2016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2" y="509693"/>
            <a:ext cx="3158729" cy="2169160"/>
          </a:xfrm>
        </p:spPr>
        <p:txBody>
          <a:bodyPr anchor="b"/>
          <a:lstStyle>
            <a:lvl1pPr algn="l">
              <a:defRPr sz="39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53806" y="509699"/>
            <a:ext cx="5367337" cy="10925812"/>
          </a:xfrm>
        </p:spPr>
        <p:txBody>
          <a:bodyPr/>
          <a:lstStyle>
            <a:lvl1pPr>
              <a:defRPr sz="6100"/>
            </a:lvl1pPr>
            <a:lvl2pPr>
              <a:defRPr sz="5300"/>
            </a:lvl2pPr>
            <a:lvl3pPr>
              <a:defRPr sz="4500"/>
            </a:lvl3pPr>
            <a:lvl4pPr>
              <a:defRPr sz="3900"/>
            </a:lvl4pPr>
            <a:lvl5pPr>
              <a:defRPr sz="3900"/>
            </a:lvl5pPr>
            <a:lvl6pPr>
              <a:defRPr sz="3900"/>
            </a:lvl6pPr>
            <a:lvl7pPr>
              <a:defRPr sz="3900"/>
            </a:lvl7pPr>
            <a:lvl8pPr>
              <a:defRPr sz="3900"/>
            </a:lvl8pPr>
            <a:lvl9pPr>
              <a:defRPr sz="3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0062" y="2678861"/>
            <a:ext cx="3158729" cy="8756651"/>
          </a:xfrm>
        </p:spPr>
        <p:txBody>
          <a:bodyPr/>
          <a:lstStyle>
            <a:lvl1pPr marL="0" indent="0">
              <a:buNone/>
              <a:defRPr sz="2700"/>
            </a:lvl1pPr>
            <a:lvl2pPr marL="882307" indent="0">
              <a:buNone/>
              <a:defRPr sz="2300"/>
            </a:lvl2pPr>
            <a:lvl3pPr marL="1764612" indent="0">
              <a:buNone/>
              <a:defRPr sz="1900"/>
            </a:lvl3pPr>
            <a:lvl4pPr marL="2646919" indent="0">
              <a:buNone/>
              <a:defRPr sz="1700"/>
            </a:lvl4pPr>
            <a:lvl5pPr marL="3529226" indent="0">
              <a:buNone/>
              <a:defRPr sz="1700"/>
            </a:lvl5pPr>
            <a:lvl6pPr marL="4411530" indent="0">
              <a:buNone/>
              <a:defRPr sz="1700"/>
            </a:lvl6pPr>
            <a:lvl7pPr marL="5293837" indent="0">
              <a:buNone/>
              <a:defRPr sz="1700"/>
            </a:lvl7pPr>
            <a:lvl8pPr marL="6176143" indent="0">
              <a:buNone/>
              <a:defRPr sz="1700"/>
            </a:lvl8pPr>
            <a:lvl9pPr marL="7058449" indent="0">
              <a:buNone/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7/15/2016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1904" y="8961120"/>
            <a:ext cx="5760720" cy="1057912"/>
          </a:xfrm>
        </p:spPr>
        <p:txBody>
          <a:bodyPr anchor="b"/>
          <a:lstStyle>
            <a:lvl1pPr algn="l">
              <a:defRPr sz="39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81904" y="1143846"/>
            <a:ext cx="5760720" cy="7680960"/>
          </a:xfrm>
        </p:spPr>
        <p:txBody>
          <a:bodyPr/>
          <a:lstStyle>
            <a:lvl1pPr marL="0" indent="0">
              <a:buNone/>
              <a:defRPr sz="6100"/>
            </a:lvl1pPr>
            <a:lvl2pPr marL="882307" indent="0">
              <a:buNone/>
              <a:defRPr sz="5300"/>
            </a:lvl2pPr>
            <a:lvl3pPr marL="1764612" indent="0">
              <a:buNone/>
              <a:defRPr sz="4500"/>
            </a:lvl3pPr>
            <a:lvl4pPr marL="2646919" indent="0">
              <a:buNone/>
              <a:defRPr sz="3900"/>
            </a:lvl4pPr>
            <a:lvl5pPr marL="3529226" indent="0">
              <a:buNone/>
              <a:defRPr sz="3900"/>
            </a:lvl5pPr>
            <a:lvl6pPr marL="4411530" indent="0">
              <a:buNone/>
              <a:defRPr sz="3900"/>
            </a:lvl6pPr>
            <a:lvl7pPr marL="5293837" indent="0">
              <a:buNone/>
              <a:defRPr sz="3900"/>
            </a:lvl7pPr>
            <a:lvl8pPr marL="6176143" indent="0">
              <a:buNone/>
              <a:defRPr sz="3900"/>
            </a:lvl8pPr>
            <a:lvl9pPr marL="7058449" indent="0">
              <a:buNone/>
              <a:defRPr sz="39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81904" y="10019032"/>
            <a:ext cx="5760720" cy="1502408"/>
          </a:xfrm>
        </p:spPr>
        <p:txBody>
          <a:bodyPr/>
          <a:lstStyle>
            <a:lvl1pPr marL="0" indent="0">
              <a:buNone/>
              <a:defRPr sz="2700"/>
            </a:lvl1pPr>
            <a:lvl2pPr marL="882307" indent="0">
              <a:buNone/>
              <a:defRPr sz="2300"/>
            </a:lvl2pPr>
            <a:lvl3pPr marL="1764612" indent="0">
              <a:buNone/>
              <a:defRPr sz="1900"/>
            </a:lvl3pPr>
            <a:lvl4pPr marL="2646919" indent="0">
              <a:buNone/>
              <a:defRPr sz="1700"/>
            </a:lvl4pPr>
            <a:lvl5pPr marL="3529226" indent="0">
              <a:buNone/>
              <a:defRPr sz="1700"/>
            </a:lvl5pPr>
            <a:lvl6pPr marL="4411530" indent="0">
              <a:buNone/>
              <a:defRPr sz="1700"/>
            </a:lvl6pPr>
            <a:lvl7pPr marL="5293837" indent="0">
              <a:buNone/>
              <a:defRPr sz="1700"/>
            </a:lvl7pPr>
            <a:lvl8pPr marL="6176143" indent="0">
              <a:buNone/>
              <a:defRPr sz="1700"/>
            </a:lvl8pPr>
            <a:lvl9pPr marL="7058449" indent="0">
              <a:buNone/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7/15/2016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7/15/2016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60870" y="512666"/>
            <a:ext cx="2160270" cy="1092284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0060" y="512666"/>
            <a:ext cx="6320790" cy="1092284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7/15/2016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0060" y="512657"/>
            <a:ext cx="8641080" cy="2133600"/>
          </a:xfrm>
          <a:prstGeom prst="rect">
            <a:avLst/>
          </a:prstGeom>
        </p:spPr>
        <p:txBody>
          <a:bodyPr vert="horz" lIns="122169" tIns="61085" rIns="122169" bIns="61085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0060" y="2987047"/>
            <a:ext cx="8641080" cy="8448464"/>
          </a:xfrm>
          <a:prstGeom prst="rect">
            <a:avLst/>
          </a:prstGeom>
        </p:spPr>
        <p:txBody>
          <a:bodyPr vert="horz" lIns="122169" tIns="61085" rIns="122169" bIns="61085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80060" y="11865194"/>
            <a:ext cx="2240280" cy="681567"/>
          </a:xfrm>
          <a:prstGeom prst="rect">
            <a:avLst/>
          </a:prstGeom>
        </p:spPr>
        <p:txBody>
          <a:bodyPr vert="horz" lIns="122169" tIns="61085" rIns="122169" bIns="61085" rtlCol="0" anchor="ctr"/>
          <a:lstStyle>
            <a:lvl1pPr algn="l">
              <a:defRPr sz="2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7/15/2016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0410" y="11865194"/>
            <a:ext cx="3040380" cy="681567"/>
          </a:xfrm>
          <a:prstGeom prst="rect">
            <a:avLst/>
          </a:prstGeom>
        </p:spPr>
        <p:txBody>
          <a:bodyPr vert="horz" lIns="122169" tIns="61085" rIns="122169" bIns="61085" rtlCol="0" anchor="ctr"/>
          <a:lstStyle>
            <a:lvl1pPr algn="ctr">
              <a:defRPr sz="2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80860" y="11865194"/>
            <a:ext cx="2240280" cy="681567"/>
          </a:xfrm>
          <a:prstGeom prst="rect">
            <a:avLst/>
          </a:prstGeom>
        </p:spPr>
        <p:txBody>
          <a:bodyPr vert="horz" lIns="122169" tIns="61085" rIns="122169" bIns="61085" rtlCol="0" anchor="ctr"/>
          <a:lstStyle>
            <a:lvl1pPr algn="r">
              <a:defRPr sz="2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882307" rtl="0" eaLnBrk="1" latinLnBrk="0" hangingPunct="1">
        <a:spcBef>
          <a:spcPct val="0"/>
        </a:spcBef>
        <a:buNone/>
        <a:defRPr sz="8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61729" indent="-661729" algn="l" defTabSz="882307" rtl="0" eaLnBrk="1" latinLnBrk="0" hangingPunct="1">
        <a:spcBef>
          <a:spcPct val="20000"/>
        </a:spcBef>
        <a:buFont typeface="Arial"/>
        <a:buChar char="•"/>
        <a:defRPr sz="6100" kern="1200">
          <a:solidFill>
            <a:schemeClr val="tx1"/>
          </a:solidFill>
          <a:latin typeface="+mn-lt"/>
          <a:ea typeface="+mn-ea"/>
          <a:cs typeface="+mn-cs"/>
        </a:defRPr>
      </a:lvl1pPr>
      <a:lvl2pPr marL="1433747" indent="-551440" algn="l" defTabSz="882307" rtl="0" eaLnBrk="1" latinLnBrk="0" hangingPunct="1">
        <a:spcBef>
          <a:spcPct val="20000"/>
        </a:spcBef>
        <a:buFont typeface="Arial"/>
        <a:buChar char="–"/>
        <a:defRPr sz="5300" kern="1200">
          <a:solidFill>
            <a:schemeClr val="tx1"/>
          </a:solidFill>
          <a:latin typeface="+mn-lt"/>
          <a:ea typeface="+mn-ea"/>
          <a:cs typeface="+mn-cs"/>
        </a:defRPr>
      </a:lvl2pPr>
      <a:lvl3pPr marL="2205765" indent="-441154" algn="l" defTabSz="882307" rtl="0" eaLnBrk="1" latinLnBrk="0" hangingPunct="1">
        <a:spcBef>
          <a:spcPct val="20000"/>
        </a:spcBef>
        <a:buFont typeface="Arial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3pPr>
      <a:lvl4pPr marL="3088072" indent="-441154" algn="l" defTabSz="882307" rtl="0" eaLnBrk="1" latinLnBrk="0" hangingPunct="1">
        <a:spcBef>
          <a:spcPct val="20000"/>
        </a:spcBef>
        <a:buFont typeface="Arial"/>
        <a:buChar char="–"/>
        <a:defRPr sz="3900" kern="1200">
          <a:solidFill>
            <a:schemeClr val="tx1"/>
          </a:solidFill>
          <a:latin typeface="+mn-lt"/>
          <a:ea typeface="+mn-ea"/>
          <a:cs typeface="+mn-cs"/>
        </a:defRPr>
      </a:lvl4pPr>
      <a:lvl5pPr marL="3970378" indent="-441154" algn="l" defTabSz="882307" rtl="0" eaLnBrk="1" latinLnBrk="0" hangingPunct="1">
        <a:spcBef>
          <a:spcPct val="20000"/>
        </a:spcBef>
        <a:buFont typeface="Arial"/>
        <a:buChar char="»"/>
        <a:defRPr sz="3900" kern="1200">
          <a:solidFill>
            <a:schemeClr val="tx1"/>
          </a:solidFill>
          <a:latin typeface="+mn-lt"/>
          <a:ea typeface="+mn-ea"/>
          <a:cs typeface="+mn-cs"/>
        </a:defRPr>
      </a:lvl5pPr>
      <a:lvl6pPr marL="4852684" indent="-441154" algn="l" defTabSz="882307" rtl="0" eaLnBrk="1" latinLnBrk="0" hangingPunct="1">
        <a:spcBef>
          <a:spcPct val="20000"/>
        </a:spcBef>
        <a:buFont typeface="Arial"/>
        <a:buChar char="•"/>
        <a:defRPr sz="3900" kern="1200">
          <a:solidFill>
            <a:schemeClr val="tx1"/>
          </a:solidFill>
          <a:latin typeface="+mn-lt"/>
          <a:ea typeface="+mn-ea"/>
          <a:cs typeface="+mn-cs"/>
        </a:defRPr>
      </a:lvl6pPr>
      <a:lvl7pPr marL="5734991" indent="-441154" algn="l" defTabSz="882307" rtl="0" eaLnBrk="1" latinLnBrk="0" hangingPunct="1">
        <a:spcBef>
          <a:spcPct val="20000"/>
        </a:spcBef>
        <a:buFont typeface="Arial"/>
        <a:buChar char="•"/>
        <a:defRPr sz="3900" kern="1200">
          <a:solidFill>
            <a:schemeClr val="tx1"/>
          </a:solidFill>
          <a:latin typeface="+mn-lt"/>
          <a:ea typeface="+mn-ea"/>
          <a:cs typeface="+mn-cs"/>
        </a:defRPr>
      </a:lvl7pPr>
      <a:lvl8pPr marL="6617297" indent="-441154" algn="l" defTabSz="882307" rtl="0" eaLnBrk="1" latinLnBrk="0" hangingPunct="1">
        <a:spcBef>
          <a:spcPct val="20000"/>
        </a:spcBef>
        <a:buFont typeface="Arial"/>
        <a:buChar char="•"/>
        <a:defRPr sz="3900" kern="1200">
          <a:solidFill>
            <a:schemeClr val="tx1"/>
          </a:solidFill>
          <a:latin typeface="+mn-lt"/>
          <a:ea typeface="+mn-ea"/>
          <a:cs typeface="+mn-cs"/>
        </a:defRPr>
      </a:lvl8pPr>
      <a:lvl9pPr marL="7499603" indent="-441154" algn="l" defTabSz="882307" rtl="0" eaLnBrk="1" latinLnBrk="0" hangingPunct="1">
        <a:spcBef>
          <a:spcPct val="20000"/>
        </a:spcBef>
        <a:buFont typeface="Arial"/>
        <a:buChar char="•"/>
        <a:defRPr sz="3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82307" rtl="0" eaLnBrk="1" latinLnBrk="0" hangingPunct="1">
        <a:defRPr sz="3500" kern="1200">
          <a:solidFill>
            <a:schemeClr val="tx1"/>
          </a:solidFill>
          <a:latin typeface="+mn-lt"/>
          <a:ea typeface="+mn-ea"/>
          <a:cs typeface="+mn-cs"/>
        </a:defRPr>
      </a:lvl1pPr>
      <a:lvl2pPr marL="882307" algn="l" defTabSz="882307" rtl="0" eaLnBrk="1" latinLnBrk="0" hangingPunct="1">
        <a:defRPr sz="3500" kern="1200">
          <a:solidFill>
            <a:schemeClr val="tx1"/>
          </a:solidFill>
          <a:latin typeface="+mn-lt"/>
          <a:ea typeface="+mn-ea"/>
          <a:cs typeface="+mn-cs"/>
        </a:defRPr>
      </a:lvl2pPr>
      <a:lvl3pPr marL="1764612" algn="l" defTabSz="882307" rtl="0" eaLnBrk="1" latinLnBrk="0" hangingPunct="1">
        <a:defRPr sz="3500" kern="1200">
          <a:solidFill>
            <a:schemeClr val="tx1"/>
          </a:solidFill>
          <a:latin typeface="+mn-lt"/>
          <a:ea typeface="+mn-ea"/>
          <a:cs typeface="+mn-cs"/>
        </a:defRPr>
      </a:lvl3pPr>
      <a:lvl4pPr marL="2646919" algn="l" defTabSz="882307" rtl="0" eaLnBrk="1" latinLnBrk="0" hangingPunct="1">
        <a:defRPr sz="3500" kern="1200">
          <a:solidFill>
            <a:schemeClr val="tx1"/>
          </a:solidFill>
          <a:latin typeface="+mn-lt"/>
          <a:ea typeface="+mn-ea"/>
          <a:cs typeface="+mn-cs"/>
        </a:defRPr>
      </a:lvl4pPr>
      <a:lvl5pPr marL="3529226" algn="l" defTabSz="882307" rtl="0" eaLnBrk="1" latinLnBrk="0" hangingPunct="1">
        <a:defRPr sz="3500" kern="1200">
          <a:solidFill>
            <a:schemeClr val="tx1"/>
          </a:solidFill>
          <a:latin typeface="+mn-lt"/>
          <a:ea typeface="+mn-ea"/>
          <a:cs typeface="+mn-cs"/>
        </a:defRPr>
      </a:lvl5pPr>
      <a:lvl6pPr marL="4411530" algn="l" defTabSz="882307" rtl="0" eaLnBrk="1" latinLnBrk="0" hangingPunct="1">
        <a:defRPr sz="3500" kern="1200">
          <a:solidFill>
            <a:schemeClr val="tx1"/>
          </a:solidFill>
          <a:latin typeface="+mn-lt"/>
          <a:ea typeface="+mn-ea"/>
          <a:cs typeface="+mn-cs"/>
        </a:defRPr>
      </a:lvl6pPr>
      <a:lvl7pPr marL="5293837" algn="l" defTabSz="882307" rtl="0" eaLnBrk="1" latinLnBrk="0" hangingPunct="1">
        <a:defRPr sz="3500" kern="1200">
          <a:solidFill>
            <a:schemeClr val="tx1"/>
          </a:solidFill>
          <a:latin typeface="+mn-lt"/>
          <a:ea typeface="+mn-ea"/>
          <a:cs typeface="+mn-cs"/>
        </a:defRPr>
      </a:lvl7pPr>
      <a:lvl8pPr marL="6176143" algn="l" defTabSz="882307" rtl="0" eaLnBrk="1" latinLnBrk="0" hangingPunct="1">
        <a:defRPr sz="3500" kern="1200">
          <a:solidFill>
            <a:schemeClr val="tx1"/>
          </a:solidFill>
          <a:latin typeface="+mn-lt"/>
          <a:ea typeface="+mn-ea"/>
          <a:cs typeface="+mn-cs"/>
        </a:defRPr>
      </a:lvl8pPr>
      <a:lvl9pPr marL="7058449" algn="l" defTabSz="882307" rtl="0" eaLnBrk="1" latinLnBrk="0" hangingPunct="1">
        <a:defRPr sz="3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aixaDeTexto 22"/>
          <p:cNvSpPr txBox="1"/>
          <p:nvPr/>
        </p:nvSpPr>
        <p:spPr>
          <a:xfrm>
            <a:off x="5220209" y="6463808"/>
            <a:ext cx="3852000" cy="1305247"/>
          </a:xfrm>
          <a:prstGeom prst="roundRect">
            <a:avLst>
              <a:gd name="adj" fmla="val 17666"/>
            </a:avLst>
          </a:prstGeom>
          <a:noFill/>
          <a:ln>
            <a:solidFill>
              <a:srgbClr val="F57124"/>
            </a:solidFill>
          </a:ln>
        </p:spPr>
        <p:txBody>
          <a:bodyPr wrap="square" lIns="122169" tIns="61085" rIns="122169" bIns="61085" rtlCol="0">
            <a:spAutoFit/>
          </a:bodyPr>
          <a:lstStyle/>
          <a:p>
            <a:pPr marL="1080000">
              <a:lnSpc>
                <a:spcPts val="2100"/>
              </a:lnSpc>
            </a:pPr>
            <a:r>
              <a:rPr lang="pt-BR" sz="1600" u="sng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Atenção</a:t>
            </a:r>
            <a:r>
              <a:rPr lang="pt-BR" sz="16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  <a:r>
              <a:rPr lang="pt-BR" sz="1600" b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 serviço de e-mails estará indisponível das 22h00 do dia 22/07 até 04h00 do dia 23/07.</a:t>
            </a:r>
          </a:p>
        </p:txBody>
      </p:sp>
      <p:pic>
        <p:nvPicPr>
          <p:cNvPr id="15" name="Imagem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15" y="86165"/>
            <a:ext cx="9361170" cy="2043332"/>
          </a:xfrm>
          <a:prstGeom prst="rect">
            <a:avLst/>
          </a:prstGeom>
        </p:spPr>
      </p:pic>
      <p:sp>
        <p:nvSpPr>
          <p:cNvPr id="16" name="Retângulo 15"/>
          <p:cNvSpPr/>
          <p:nvPr/>
        </p:nvSpPr>
        <p:spPr>
          <a:xfrm>
            <a:off x="120015" y="86163"/>
            <a:ext cx="9359280" cy="12607754"/>
          </a:xfrm>
          <a:prstGeom prst="rect">
            <a:avLst/>
          </a:prstGeom>
          <a:noFill/>
          <a:ln>
            <a:solidFill>
              <a:srgbClr val="FF8E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2169" tIns="61085" rIns="122169" bIns="61085" rtlCol="0" anchor="ctr"/>
          <a:lstStyle/>
          <a:p>
            <a:pPr algn="ctr"/>
            <a:endParaRPr lang="en-US"/>
          </a:p>
        </p:txBody>
      </p:sp>
      <p:sp>
        <p:nvSpPr>
          <p:cNvPr id="20" name="CaixaDeTexto 19"/>
          <p:cNvSpPr txBox="1"/>
          <p:nvPr/>
        </p:nvSpPr>
        <p:spPr>
          <a:xfrm>
            <a:off x="265889" y="4304808"/>
            <a:ext cx="4547235" cy="3549942"/>
          </a:xfrm>
          <a:prstGeom prst="rect">
            <a:avLst/>
          </a:prstGeom>
          <a:noFill/>
        </p:spPr>
        <p:txBody>
          <a:bodyPr wrap="square" lIns="122169" tIns="61085" rIns="122169" bIns="61085" rtlCol="0">
            <a:spAutoFit/>
          </a:bodyPr>
          <a:lstStyle/>
          <a:p>
            <a:pPr>
              <a:spcAft>
                <a:spcPts val="1604"/>
              </a:spcAft>
            </a:pPr>
            <a:r>
              <a:rPr lang="pt-BR" sz="20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Objetivo</a:t>
            </a:r>
            <a:endParaRPr lang="pt-BR" b="1" dirty="0">
              <a:solidFill>
                <a:srgbClr val="7030A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720000" indent="-360000">
              <a:spcAft>
                <a:spcPts val="802"/>
              </a:spcAft>
              <a:buFont typeface="Wingdings" panose="05000000000000000000" pitchFamily="2" charset="2"/>
              <a:buChar char="q"/>
            </a:pPr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 </a:t>
            </a:r>
            <a:r>
              <a:rPr lang="pt-BR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GOL</a:t>
            </a:r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fará a unificação de todas as contas de Rede GOL com as contas de e-mail existentes.</a:t>
            </a:r>
          </a:p>
          <a:p>
            <a:pPr marL="720000" indent="-360000">
              <a:spcAft>
                <a:spcPts val="802"/>
              </a:spcAft>
              <a:buFont typeface="Wingdings" panose="05000000000000000000" pitchFamily="2" charset="2"/>
              <a:buChar char="q"/>
            </a:pPr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 objetivo desta unificação é proporcionar maior facilidade de acesso às contas de e-mail de seus colaboradores, em especial tripulantes e operacionais. </a:t>
            </a:r>
          </a:p>
          <a:p>
            <a:pPr marL="720000" indent="-360000">
              <a:spcAft>
                <a:spcPts val="802"/>
              </a:spcAft>
              <a:buFont typeface="Wingdings" panose="05000000000000000000" pitchFamily="2" charset="2"/>
              <a:buChar char="q"/>
            </a:pPr>
            <a:r>
              <a:rPr lang="pt-BR" sz="16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Como as contas de e-mail da Smiles estão hospedadas no ambiente GOL, seremos incluídos na atividade.</a:t>
            </a:r>
          </a:p>
        </p:txBody>
      </p:sp>
      <p:pic>
        <p:nvPicPr>
          <p:cNvPr id="25" name="Imagem 24"/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535920" y="4205952"/>
            <a:ext cx="554400" cy="511754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31" name="CaixaDeTexto 30"/>
          <p:cNvSpPr txBox="1"/>
          <p:nvPr/>
        </p:nvSpPr>
        <p:spPr>
          <a:xfrm>
            <a:off x="330839" y="8254800"/>
            <a:ext cx="8987331" cy="3144703"/>
          </a:xfrm>
          <a:prstGeom prst="rect">
            <a:avLst/>
          </a:prstGeom>
          <a:noFill/>
        </p:spPr>
        <p:txBody>
          <a:bodyPr wrap="square" lIns="122169" tIns="61085" rIns="122169" bIns="61085" rtlCol="0">
            <a:spAutoFit/>
          </a:bodyPr>
          <a:lstStyle/>
          <a:p>
            <a:pPr>
              <a:spcAft>
                <a:spcPts val="1604"/>
              </a:spcAft>
            </a:pPr>
            <a:r>
              <a:rPr lang="pt-BR" sz="20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 que muda para os colaboradores Smiles?</a:t>
            </a:r>
            <a:endParaRPr lang="pt-BR" b="1" dirty="0">
              <a:solidFill>
                <a:srgbClr val="7030A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>
              <a:spcAft>
                <a:spcPts val="1800"/>
              </a:spcAft>
            </a:pPr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 partir dessa alteração, os colaboradores Smiles passarão a utilizar a </a:t>
            </a:r>
            <a:r>
              <a:rPr lang="pt-BR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MESMA SENHA DE REDE GOL </a:t>
            </a:r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para acessar as suas contas de e-mail Smiles.</a:t>
            </a:r>
          </a:p>
          <a:p>
            <a:pPr>
              <a:spcAft>
                <a:spcPts val="802"/>
              </a:spcAft>
            </a:pPr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É importante ressaltar que os </a:t>
            </a:r>
            <a:r>
              <a:rPr lang="pt-BR" sz="16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usuários não serão alterados</a:t>
            </a:r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</a:p>
          <a:p>
            <a:pPr marL="720000" indent="-360000">
              <a:spcAft>
                <a:spcPts val="802"/>
              </a:spcAft>
              <a:buFont typeface="Wingdings" panose="05000000000000000000" pitchFamily="2" charset="2"/>
              <a:buChar char="q"/>
            </a:pPr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Para acessar a Rede da GOL, os usuários permanecem </a:t>
            </a:r>
            <a:r>
              <a:rPr lang="pt-BR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GOL_SBC\</a:t>
            </a:r>
            <a:r>
              <a:rPr lang="pt-BR" sz="16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smiles</a:t>
            </a:r>
            <a:r>
              <a:rPr lang="pt-BR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.&lt;</a:t>
            </a:r>
            <a:r>
              <a:rPr lang="pt-BR" sz="1600" b="1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seu_usuário</a:t>
            </a:r>
            <a:r>
              <a:rPr lang="pt-BR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&gt;</a:t>
            </a:r>
          </a:p>
          <a:p>
            <a:pPr marL="720000" indent="-360000">
              <a:spcAft>
                <a:spcPts val="802"/>
              </a:spcAft>
              <a:buFont typeface="Wingdings" panose="05000000000000000000" pitchFamily="2" charset="2"/>
              <a:buChar char="q"/>
            </a:pPr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Para acessar seus e-mails, continue utilizando seu endereço de e-mail completo, </a:t>
            </a:r>
            <a:r>
              <a:rPr lang="pt-BR" sz="16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exemplo</a:t>
            </a:r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t-BR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claudio.cunha@smiles.com.br</a:t>
            </a:r>
          </a:p>
          <a:p>
            <a:pPr marL="720000" indent="-360000">
              <a:spcAft>
                <a:spcPts val="802"/>
              </a:spcAft>
              <a:buFont typeface="Wingdings" panose="05000000000000000000" pitchFamily="2" charset="2"/>
              <a:buChar char="q"/>
            </a:pPr>
            <a:r>
              <a:rPr lang="pt-BR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Em ambos os casos a senha utilizada passará a ser a mesma da Rede GOL. </a:t>
            </a:r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Caso não lembre sua senha de Rede GOL, entre em contato com o número 0300-XXXXXXXXX.</a:t>
            </a:r>
          </a:p>
        </p:txBody>
      </p:sp>
      <p:pic>
        <p:nvPicPr>
          <p:cNvPr id="1024" name="Imagem 1023"/>
          <p:cNvPicPr>
            <a:picLocks noChangeAspect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2191" y="4717106"/>
            <a:ext cx="540000" cy="498461"/>
          </a:xfrm>
          <a:prstGeom prst="rect">
            <a:avLst/>
          </a:prstGeom>
        </p:spPr>
      </p:pic>
      <p:sp>
        <p:nvSpPr>
          <p:cNvPr id="34" name="CaixaDeTexto 33"/>
          <p:cNvSpPr txBox="1"/>
          <p:nvPr/>
        </p:nvSpPr>
        <p:spPr>
          <a:xfrm>
            <a:off x="409296" y="11564812"/>
            <a:ext cx="8749218" cy="938971"/>
          </a:xfrm>
          <a:prstGeom prst="rect">
            <a:avLst/>
          </a:prstGeom>
          <a:noFill/>
        </p:spPr>
        <p:txBody>
          <a:bodyPr wrap="square" lIns="122169" tIns="61085" rIns="122169" bIns="61085" rtlCol="0">
            <a:spAutoFit/>
          </a:bodyPr>
          <a:lstStyle/>
          <a:p>
            <a:pPr>
              <a:spcAft>
                <a:spcPts val="600"/>
              </a:spcAft>
            </a:pPr>
            <a:r>
              <a:rPr lang="pt-BR" sz="1600" b="1" dirty="0">
                <a:solidFill>
                  <a:srgbClr val="FF660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No dia 25 de Julho, após a unificação realizada pela GOL, estaremos prontos para auxiliá-lo em caso de necessidades de acesso. </a:t>
            </a:r>
          </a:p>
          <a:p>
            <a:pPr algn="r">
              <a:spcAft>
                <a:spcPts val="600"/>
              </a:spcAft>
            </a:pPr>
            <a:r>
              <a:rPr lang="pt-BR" sz="16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Obrigado! Central de Serviços de TI</a:t>
            </a:r>
            <a:endParaRPr lang="pt-BR" sz="16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5" name="CaixaDeTexto 34"/>
          <p:cNvSpPr txBox="1"/>
          <p:nvPr/>
        </p:nvSpPr>
        <p:spPr>
          <a:xfrm>
            <a:off x="8032202" y="158571"/>
            <a:ext cx="1447095" cy="492695"/>
          </a:xfrm>
          <a:prstGeom prst="rect">
            <a:avLst/>
          </a:prstGeom>
          <a:noFill/>
        </p:spPr>
        <p:txBody>
          <a:bodyPr wrap="square" lIns="122169" tIns="61085" rIns="122169" bIns="61085" rtlCol="0">
            <a:spAutoFit/>
          </a:bodyPr>
          <a:lstStyle/>
          <a:p>
            <a:pPr algn="ctr">
              <a:spcAft>
                <a:spcPts val="1604"/>
              </a:spcAft>
            </a:pPr>
            <a:r>
              <a:rPr lang="pt-BR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01.Jul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265890" y="2395103"/>
            <a:ext cx="5249540" cy="1600691"/>
          </a:xfrm>
          <a:prstGeom prst="rect">
            <a:avLst/>
          </a:prstGeom>
          <a:noFill/>
        </p:spPr>
        <p:txBody>
          <a:bodyPr wrap="square" lIns="122169" tIns="61085" rIns="122169" bIns="61085" rtlCol="0">
            <a:spAutoFit/>
          </a:bodyPr>
          <a:lstStyle/>
          <a:p>
            <a:pPr>
              <a:spcAft>
                <a:spcPts val="3000"/>
              </a:spcAft>
            </a:pPr>
            <a:r>
              <a:rPr lang="pt-BR" sz="3200" b="1" dirty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Unificação de Senhas de Acesso para a Rede GOL e E-mails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4813125" y="4863101"/>
            <a:ext cx="4240525" cy="1374988"/>
          </a:xfrm>
          <a:prstGeom prst="rect">
            <a:avLst/>
          </a:prstGeom>
          <a:noFill/>
        </p:spPr>
        <p:txBody>
          <a:bodyPr wrap="square" lIns="122169" tIns="61085" rIns="122169" bIns="61085" rtlCol="0">
            <a:spAutoFit/>
          </a:bodyPr>
          <a:lstStyle/>
          <a:p>
            <a:pPr>
              <a:spcAft>
                <a:spcPts val="1604"/>
              </a:spcAft>
            </a:pPr>
            <a:r>
              <a:rPr lang="pt-BR" sz="20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Programação da Unificação</a:t>
            </a:r>
            <a:endParaRPr lang="pt-BR" b="1" dirty="0">
              <a:solidFill>
                <a:srgbClr val="7030A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360000">
              <a:spcAft>
                <a:spcPts val="802"/>
              </a:spcAft>
            </a:pPr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 GOL realizará a unificação das contas de Rede GOL com as contas de e-mail em </a:t>
            </a:r>
            <a:r>
              <a:rPr lang="pt-BR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22 de Julho</a:t>
            </a:r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  <p:pic>
        <p:nvPicPr>
          <p:cNvPr id="1026" name="Picture 2" descr="http://noticias.universia.com.br/br/images/docentes/m/ma/man/maneiras-de-escrever-email-para-network-noticias.jpg"/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8455" y="2395103"/>
            <a:ext cx="3238500" cy="185737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rgbClr val="F5712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s://pixabay.com/static/uploads/photo/2014/04/02/16/21/attention-307030_960_720.pn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0811" y="6712315"/>
            <a:ext cx="896913" cy="808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3294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3452</TotalTime>
  <Words>253</Words>
  <Application>Microsoft Office PowerPoint</Application>
  <PresentationFormat>Papel A3 (297 x 420 mm)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Arial</vt:lpstr>
      <vt:lpstr>Calibri</vt:lpstr>
      <vt:lpstr>Segoe UI</vt:lpstr>
      <vt:lpstr>Segoe UI Semibold</vt:lpstr>
      <vt:lpstr>Wingdings</vt:lpstr>
      <vt:lpstr>Office Theme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fred</dc:creator>
  <cp:lastModifiedBy>Jorge Filho</cp:lastModifiedBy>
  <cp:revision>281</cp:revision>
  <dcterms:created xsi:type="dcterms:W3CDTF">2014-01-24T21:35:00Z</dcterms:created>
  <dcterms:modified xsi:type="dcterms:W3CDTF">2016-07-15T15:42:31Z</dcterms:modified>
</cp:coreProperties>
</file>