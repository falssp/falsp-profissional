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3FFB48"/>
    <a:srgbClr val="FF2525"/>
    <a:srgbClr val="000000"/>
    <a:srgbClr val="FF8E2D"/>
    <a:srgbClr val="FF6600"/>
    <a:srgbClr val="F57124"/>
    <a:srgbClr val="FF9900"/>
    <a:srgbClr val="F68E1E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140" y="-261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10/04/2017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4/10/2017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01789"/>
              </p:ext>
            </p:extLst>
          </p:nvPr>
        </p:nvGraphicFramePr>
        <p:xfrm>
          <a:off x="342901" y="4265604"/>
          <a:ext cx="6172197" cy="4320000"/>
        </p:xfrm>
        <a:graphic>
          <a:graphicData uri="http://schemas.openxmlformats.org/drawingml/2006/table">
            <a:tbl>
              <a:tblPr/>
              <a:tblGrid>
                <a:gridCol w="1141503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83844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</a:t>
                      </a:r>
                      <a:r>
                        <a:rPr lang="pt-BR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TIb</a:t>
                      </a:r>
                      <a:endParaRPr lang="pt-BR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68187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 Formalização Contratual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7576" marR="7576" marT="7576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1232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50897" y="1803401"/>
            <a:ext cx="59641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Ger. Fornecedores Críticos de TI</a:t>
            </a: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Quadro-Resumo Janeiro/2017</a:t>
            </a:r>
          </a:p>
          <a:p>
            <a:pPr>
              <a:spcAft>
                <a:spcPts val="600"/>
              </a:spcAft>
            </a:pP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SLAs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referentes a Dez/16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503366" y="8866646"/>
            <a:ext cx="50255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SLM TI Smiles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spcAft>
                <a:spcPts val="1200"/>
              </a:spcAft>
            </a:pPr>
            <a:r>
              <a:rPr lang="pt-BR" sz="1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Gerenciamento de Fornecedores Críticos de TI</a:t>
            </a:r>
          </a:p>
        </p:txBody>
      </p:sp>
      <p:pic>
        <p:nvPicPr>
          <p:cNvPr id="2052" name="Picture 4" descr="https://www.klipfolio.com/sites/all/themes/klipfolio_theme/img/icons/icon-klipstarts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11" y="8779020"/>
            <a:ext cx="1387789" cy="883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/>
          <p:cNvSpPr>
            <a:spLocks noChangeAspect="1"/>
          </p:cNvSpPr>
          <p:nvPr/>
        </p:nvSpPr>
        <p:spPr>
          <a:xfrm>
            <a:off x="4017320" y="2912537"/>
            <a:ext cx="2497778" cy="1069492"/>
          </a:xfrm>
          <a:prstGeom prst="roundRect">
            <a:avLst>
              <a:gd name="adj" fmla="val 15904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4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3825</TotalTime>
  <Words>101</Words>
  <Application>Microsoft Office PowerPoint</Application>
  <PresentationFormat>Papel A4 (210 x 297 mm)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292</cp:revision>
  <dcterms:created xsi:type="dcterms:W3CDTF">2014-01-24T21:35:00Z</dcterms:created>
  <dcterms:modified xsi:type="dcterms:W3CDTF">2017-04-10T18:10:47Z</dcterms:modified>
</cp:coreProperties>
</file>