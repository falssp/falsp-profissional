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25"/>
    <a:srgbClr val="000000"/>
    <a:srgbClr val="FF8E2D"/>
    <a:srgbClr val="FF6600"/>
    <a:srgbClr val="F57124"/>
    <a:srgbClr val="FF9900"/>
    <a:srgbClr val="F68E1E"/>
    <a:srgbClr val="99CCFF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70" d="100"/>
          <a:sy n="70" d="100"/>
        </p:scale>
        <p:origin x="1872" y="48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02/02/2017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53447"/>
              </p:ext>
            </p:extLst>
          </p:nvPr>
        </p:nvGraphicFramePr>
        <p:xfrm>
          <a:off x="342901" y="4265604"/>
          <a:ext cx="6172197" cy="4320000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das Faturas</a:t>
                      </a:r>
                    </a:p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(Em andamento)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</a:p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 de formalização contratual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Formalização Contratual </a:t>
                      </a:r>
                      <a:b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(Em Andamento)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Novembro/2016 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Out/16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3762</TotalTime>
  <Words>103</Words>
  <Application>Microsoft Office PowerPoint</Application>
  <PresentationFormat>Papel A4 (210 x 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284</cp:revision>
  <dcterms:created xsi:type="dcterms:W3CDTF">2014-01-24T21:35:00Z</dcterms:created>
  <dcterms:modified xsi:type="dcterms:W3CDTF">2017-02-02T08:27:58Z</dcterms:modified>
</cp:coreProperties>
</file>