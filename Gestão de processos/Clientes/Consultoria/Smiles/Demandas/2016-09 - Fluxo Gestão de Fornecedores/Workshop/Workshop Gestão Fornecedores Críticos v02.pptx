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7" r:id="rId2"/>
    <p:sldId id="339" r:id="rId3"/>
    <p:sldId id="340" r:id="rId4"/>
    <p:sldId id="356" r:id="rId5"/>
    <p:sldId id="349" r:id="rId6"/>
    <p:sldId id="357" r:id="rId7"/>
    <p:sldId id="358" r:id="rId8"/>
    <p:sldId id="359" r:id="rId9"/>
    <p:sldId id="360" r:id="rId10"/>
    <p:sldId id="361" r:id="rId11"/>
    <p:sldId id="362" r:id="rId12"/>
    <p:sldId id="363" r:id="rId13"/>
    <p:sldId id="351" r:id="rId14"/>
    <p:sldId id="364" r:id="rId15"/>
    <p:sldId id="348" r:id="rId16"/>
  </p:sldIdLst>
  <p:sldSz cx="10117138"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8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462D"/>
    <a:srgbClr val="EE6829"/>
    <a:srgbClr val="000000"/>
    <a:srgbClr val="F57124"/>
    <a:srgbClr val="F68E1E"/>
    <a:srgbClr val="99CCFF"/>
    <a:srgbClr val="FF9900"/>
    <a:srgbClr val="FF6600"/>
    <a:srgbClr val="E28734"/>
    <a:srgbClr val="F4BC7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Estilo Claro 2 - Ênfase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2DE63D5-997A-4646-A377-4702673A728D}" styleName="Estilo Claro 2 - Ênfase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Estilo Médio 2 - Ênfas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Estilo com Tema 1 - Ênfase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38B1855-1B75-4FBE-930C-398BA8C253C6}" styleName="Estilo com Tema 2 - Ênfase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0A1B5D5-9B99-4C35-A422-299274C87663}" styleName="Estilo Médio 1 - Ênfas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8FB837D-C827-4EFA-A057-4D05807E0F7C}" styleName="Estilo com Tema 1 - Ênfase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8D230F3-CF80-4859-8CE7-A43EE81993B5}" styleName="Estilo Claro 1 - Ênfas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A488322-F2BA-4B5B-9748-0D474271808F}" styleName="Estilo Médio 3 - Ênfase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6D9F66E-5EB9-4882-86FB-DCBF35E3C3E4}" styleName="Estilo Médio 4 - Ênfas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Estilo com Tema 1 - Ênfas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Estilo com Tema 1 - Ênfase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Estilo com Tema 1 - Ênfase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Estilo com Tema 1 - Ênfase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29" autoAdjust="0"/>
    <p:restoredTop sz="94660"/>
  </p:normalViewPr>
  <p:slideViewPr>
    <p:cSldViewPr snapToGrid="0" snapToObjects="1">
      <p:cViewPr varScale="1">
        <p:scale>
          <a:sx n="72" d="100"/>
          <a:sy n="72" d="100"/>
        </p:scale>
        <p:origin x="372" y="72"/>
      </p:cViewPr>
      <p:guideLst>
        <p:guide orient="horz" pos="2160"/>
        <p:guide pos="3187"/>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BC9910-7855-4942-9912-8EE222772D2E}" type="doc">
      <dgm:prSet loTypeId="urn:microsoft.com/office/officeart/2005/8/layout/hList6" loCatId="list" qsTypeId="urn:microsoft.com/office/officeart/2005/8/quickstyle/simple1" qsCatId="simple" csTypeId="urn:microsoft.com/office/officeart/2005/8/colors/accent6_2" csCatId="accent6" phldr="1"/>
      <dgm:spPr/>
      <dgm:t>
        <a:bodyPr/>
        <a:lstStyle/>
        <a:p>
          <a:endParaRPr lang="pt-BR"/>
        </a:p>
      </dgm:t>
    </dgm:pt>
    <dgm:pt modelId="{5D8ECB08-DEBF-4D92-BE50-FEB0F15C492B}">
      <dgm:prSet phldrT="[Texto]"/>
      <dgm:spPr>
        <a:solidFill>
          <a:srgbClr val="7030A0"/>
        </a:solidFill>
      </dgm:spPr>
      <dgm:t>
        <a:bodyPr/>
        <a:lstStyle/>
        <a:p>
          <a:r>
            <a:rPr lang="pt-BR" b="1" dirty="0">
              <a:effectLst>
                <a:outerShdw blurRad="38100" dist="38100" dir="2700000" algn="tl">
                  <a:srgbClr val="000000">
                    <a:alpha val="43137"/>
                  </a:srgbClr>
                </a:outerShdw>
              </a:effectLst>
            </a:rPr>
            <a:t>Comunicado aos Fornecedores sobre o novo processo</a:t>
          </a:r>
        </a:p>
      </dgm:t>
    </dgm:pt>
    <dgm:pt modelId="{41986327-F8A2-446A-B2CD-6733252674E5}" type="parTrans" cxnId="{5F949627-6D95-4211-9959-EBA86F4950D8}">
      <dgm:prSet/>
      <dgm:spPr/>
      <dgm:t>
        <a:bodyPr/>
        <a:lstStyle/>
        <a:p>
          <a:endParaRPr lang="pt-BR"/>
        </a:p>
      </dgm:t>
    </dgm:pt>
    <dgm:pt modelId="{72EC94E6-2D05-48EF-BD56-3C4F735ED5E6}" type="sibTrans" cxnId="{5F949627-6D95-4211-9959-EBA86F4950D8}">
      <dgm:prSet/>
      <dgm:spPr/>
      <dgm:t>
        <a:bodyPr/>
        <a:lstStyle/>
        <a:p>
          <a:endParaRPr lang="pt-BR"/>
        </a:p>
      </dgm:t>
    </dgm:pt>
    <dgm:pt modelId="{6179FD0C-8E22-4827-9E1F-830EB7018C5C}">
      <dgm:prSet phldrT="[Texto]"/>
      <dgm:spPr>
        <a:solidFill>
          <a:srgbClr val="7030A0"/>
        </a:solidFill>
      </dgm:spPr>
      <dgm:t>
        <a:bodyPr/>
        <a:lstStyle/>
        <a:p>
          <a:r>
            <a:rPr lang="pt-BR" sz="1800" b="1" kern="1200" dirty="0">
              <a:effectLst>
                <a:outerShdw blurRad="38100" dist="38100" dir="2700000" algn="tl">
                  <a:srgbClr val="000000">
                    <a:alpha val="43137"/>
                  </a:srgbClr>
                </a:outerShdw>
              </a:effectLst>
            </a:rPr>
            <a:t>Elaboração do Calendário de Reuniões</a:t>
          </a:r>
        </a:p>
      </dgm:t>
    </dgm:pt>
    <dgm:pt modelId="{1C8B84DC-D491-488A-82FD-A69EEE3AD1E9}" type="parTrans" cxnId="{1B0819AB-6533-494C-B7DC-F5916C4D4B69}">
      <dgm:prSet/>
      <dgm:spPr/>
      <dgm:t>
        <a:bodyPr/>
        <a:lstStyle/>
        <a:p>
          <a:endParaRPr lang="pt-BR"/>
        </a:p>
      </dgm:t>
    </dgm:pt>
    <dgm:pt modelId="{C7F463F9-0811-4447-8AD4-A3892947CDAD}" type="sibTrans" cxnId="{1B0819AB-6533-494C-B7DC-F5916C4D4B69}">
      <dgm:prSet/>
      <dgm:spPr/>
      <dgm:t>
        <a:bodyPr/>
        <a:lstStyle/>
        <a:p>
          <a:endParaRPr lang="pt-BR"/>
        </a:p>
      </dgm:t>
    </dgm:pt>
    <dgm:pt modelId="{C6F0750B-CA28-4F77-BAB1-5519A48D057E}">
      <dgm:prSet phldrT="[Texto]" custT="1"/>
      <dgm:spPr>
        <a:solidFill>
          <a:srgbClr val="7030A0"/>
        </a:solidFill>
      </dgm:spPr>
      <dgm:t>
        <a:bodyPr/>
        <a:lstStyle/>
        <a:p>
          <a:r>
            <a:rPr lang="pt-BR" sz="1400" kern="1200" dirty="0"/>
            <a:t>Quando: </a:t>
          </a:r>
          <a:r>
            <a:rPr lang="pt-BR" sz="1400" b="1" kern="1200" dirty="0">
              <a:solidFill>
                <a:prstClr val="white"/>
              </a:solidFill>
              <a:effectLst>
                <a:outerShdw blurRad="38100" dist="38100" dir="2700000" algn="tl">
                  <a:srgbClr val="000000">
                    <a:alpha val="43137"/>
                  </a:srgbClr>
                </a:outerShdw>
              </a:effectLst>
              <a:latin typeface="Calibri"/>
              <a:ea typeface="+mn-ea"/>
              <a:cs typeface="+mn-cs"/>
            </a:rPr>
            <a:t>06/10</a:t>
          </a:r>
        </a:p>
      </dgm:t>
    </dgm:pt>
    <dgm:pt modelId="{43CBC47B-38F8-477E-8941-79D6DE04B3F9}" type="parTrans" cxnId="{61B1199A-CA27-4DAE-9053-8BB84CCD9AA6}">
      <dgm:prSet/>
      <dgm:spPr/>
      <dgm:t>
        <a:bodyPr/>
        <a:lstStyle/>
        <a:p>
          <a:endParaRPr lang="pt-BR"/>
        </a:p>
      </dgm:t>
    </dgm:pt>
    <dgm:pt modelId="{BBD05215-1391-43F0-BC95-6A42018DC437}" type="sibTrans" cxnId="{61B1199A-CA27-4DAE-9053-8BB84CCD9AA6}">
      <dgm:prSet/>
      <dgm:spPr/>
      <dgm:t>
        <a:bodyPr/>
        <a:lstStyle/>
        <a:p>
          <a:endParaRPr lang="pt-BR"/>
        </a:p>
      </dgm:t>
    </dgm:pt>
    <dgm:pt modelId="{AB737E9D-7BCB-4844-A14D-DFE5265CD078}">
      <dgm:prSet phldrT="[Texto]" custT="1"/>
      <dgm:spPr>
        <a:solidFill>
          <a:srgbClr val="7030A0"/>
        </a:solidFill>
      </dgm:spPr>
      <dgm:t>
        <a:bodyPr/>
        <a:lstStyle/>
        <a:p>
          <a:r>
            <a:rPr lang="pt-BR" sz="1400" kern="1200" dirty="0"/>
            <a:t>Quando: </a:t>
          </a:r>
          <a:r>
            <a:rPr lang="pt-BR" sz="1400" b="1" kern="1200" dirty="0">
              <a:solidFill>
                <a:prstClr val="white"/>
              </a:solidFill>
              <a:effectLst>
                <a:outerShdw blurRad="38100" dist="38100" dir="2700000" algn="tl">
                  <a:srgbClr val="000000">
                    <a:alpha val="43137"/>
                  </a:srgbClr>
                </a:outerShdw>
              </a:effectLst>
              <a:latin typeface="Calibri"/>
              <a:ea typeface="+mn-ea"/>
              <a:cs typeface="+mn-cs"/>
            </a:rPr>
            <a:t>07/10</a:t>
          </a:r>
        </a:p>
      </dgm:t>
    </dgm:pt>
    <dgm:pt modelId="{AAA97D8E-EAB0-46BD-AC44-616D6F977D53}" type="parTrans" cxnId="{0EBD8E9A-B187-4EFA-883B-99D36F883CF5}">
      <dgm:prSet/>
      <dgm:spPr/>
      <dgm:t>
        <a:bodyPr/>
        <a:lstStyle/>
        <a:p>
          <a:endParaRPr lang="pt-BR"/>
        </a:p>
      </dgm:t>
    </dgm:pt>
    <dgm:pt modelId="{C0D19EC2-3C48-44D7-A6EA-1319F3E8DAE8}" type="sibTrans" cxnId="{0EBD8E9A-B187-4EFA-883B-99D36F883CF5}">
      <dgm:prSet/>
      <dgm:spPr/>
      <dgm:t>
        <a:bodyPr/>
        <a:lstStyle/>
        <a:p>
          <a:endParaRPr lang="pt-BR"/>
        </a:p>
      </dgm:t>
    </dgm:pt>
    <dgm:pt modelId="{20DE568D-2D02-4727-8FA7-FADADF4672D3}">
      <dgm:prSet phldrT="[Texto]"/>
      <dgm:spPr>
        <a:solidFill>
          <a:srgbClr val="7030A0"/>
        </a:solidFill>
      </dgm:spPr>
      <dgm:t>
        <a:bodyPr/>
        <a:lstStyle/>
        <a:p>
          <a:r>
            <a:rPr lang="pt-BR" dirty="0"/>
            <a:t>Quando: </a:t>
          </a:r>
          <a:r>
            <a:rPr lang="pt-BR" b="1" dirty="0">
              <a:effectLst>
                <a:outerShdw blurRad="38100" dist="38100" dir="2700000" algn="tl">
                  <a:srgbClr val="000000">
                    <a:alpha val="43137"/>
                  </a:srgbClr>
                </a:outerShdw>
              </a:effectLst>
            </a:rPr>
            <a:t>05/10</a:t>
          </a:r>
        </a:p>
      </dgm:t>
    </dgm:pt>
    <dgm:pt modelId="{4541EA0A-43AC-4376-A50C-38DFDE77202C}" type="parTrans" cxnId="{F5AB753D-AB8B-40B9-A65E-5C5537A2A901}">
      <dgm:prSet/>
      <dgm:spPr/>
      <dgm:t>
        <a:bodyPr/>
        <a:lstStyle/>
        <a:p>
          <a:endParaRPr lang="pt-BR"/>
        </a:p>
      </dgm:t>
    </dgm:pt>
    <dgm:pt modelId="{08DCCAAB-A274-4C2A-8D71-772A4A0A6C66}" type="sibTrans" cxnId="{F5AB753D-AB8B-40B9-A65E-5C5537A2A901}">
      <dgm:prSet/>
      <dgm:spPr/>
      <dgm:t>
        <a:bodyPr/>
        <a:lstStyle/>
        <a:p>
          <a:endParaRPr lang="pt-BR"/>
        </a:p>
      </dgm:t>
    </dgm:pt>
    <dgm:pt modelId="{6D4FD96C-D6A7-4052-9EC1-96B42707CE54}">
      <dgm:prSet phldrT="[Texto]"/>
      <dgm:spPr>
        <a:solidFill>
          <a:srgbClr val="7030A0"/>
        </a:solidFill>
      </dgm:spPr>
      <dgm:t>
        <a:bodyPr/>
        <a:lstStyle/>
        <a:p>
          <a:r>
            <a:rPr lang="pt-BR" dirty="0"/>
            <a:t>Quem: Maluf (elaboração e validação); Nei, Cláudio e Daniel (divulgação).</a:t>
          </a:r>
        </a:p>
      </dgm:t>
    </dgm:pt>
    <dgm:pt modelId="{8FF37198-25B2-4791-8AF5-82EB78537AAF}" type="parTrans" cxnId="{A9B75D00-CB1A-47D4-96E1-B38C31EFC18C}">
      <dgm:prSet/>
      <dgm:spPr/>
      <dgm:t>
        <a:bodyPr/>
        <a:lstStyle/>
        <a:p>
          <a:endParaRPr lang="pt-BR"/>
        </a:p>
      </dgm:t>
    </dgm:pt>
    <dgm:pt modelId="{5055D729-6EA3-4EF2-8097-027928589FB7}" type="sibTrans" cxnId="{A9B75D00-CB1A-47D4-96E1-B38C31EFC18C}">
      <dgm:prSet/>
      <dgm:spPr/>
      <dgm:t>
        <a:bodyPr/>
        <a:lstStyle/>
        <a:p>
          <a:endParaRPr lang="pt-BR"/>
        </a:p>
      </dgm:t>
    </dgm:pt>
    <dgm:pt modelId="{92F9891B-0566-444D-B686-6355CA6937CE}">
      <dgm:prSet phldrT="[Texto]"/>
      <dgm:spPr>
        <a:solidFill>
          <a:srgbClr val="7030A0"/>
        </a:solidFill>
      </dgm:spPr>
      <dgm:t>
        <a:bodyPr/>
        <a:lstStyle/>
        <a:p>
          <a:r>
            <a:rPr lang="pt-BR" sz="1400" kern="1200" dirty="0"/>
            <a:t>Quem: Maluf (elaboração), Nei, Cláudio e Daniel (validação das datas)</a:t>
          </a:r>
        </a:p>
      </dgm:t>
    </dgm:pt>
    <dgm:pt modelId="{5C4C0214-09E9-4F51-8BB3-023DF9714632}" type="parTrans" cxnId="{DFCE0365-4B63-42DE-B24C-39150EB3ACBE}">
      <dgm:prSet/>
      <dgm:spPr/>
      <dgm:t>
        <a:bodyPr/>
        <a:lstStyle/>
        <a:p>
          <a:endParaRPr lang="pt-BR"/>
        </a:p>
      </dgm:t>
    </dgm:pt>
    <dgm:pt modelId="{91A815AB-5A24-4B57-9B8A-4CE4C2C5E968}" type="sibTrans" cxnId="{DFCE0365-4B63-42DE-B24C-39150EB3ACBE}">
      <dgm:prSet/>
      <dgm:spPr/>
      <dgm:t>
        <a:bodyPr/>
        <a:lstStyle/>
        <a:p>
          <a:endParaRPr lang="pt-BR"/>
        </a:p>
      </dgm:t>
    </dgm:pt>
    <dgm:pt modelId="{DDAC86A5-6432-4C0C-B3F9-21A3116B33E0}">
      <dgm:prSet phldrT="[Texto]"/>
      <dgm:spPr>
        <a:solidFill>
          <a:srgbClr val="7030A0"/>
        </a:solidFill>
      </dgm:spPr>
      <dgm:t>
        <a:bodyPr/>
        <a:lstStyle/>
        <a:p>
          <a:r>
            <a:rPr lang="pt-BR" sz="1800" b="1" kern="1200" dirty="0">
              <a:effectLst>
                <a:outerShdw blurRad="38100" dist="38100" dir="2700000" algn="tl">
                  <a:srgbClr val="000000">
                    <a:alpha val="43137"/>
                  </a:srgbClr>
                </a:outerShdw>
              </a:effectLst>
            </a:rPr>
            <a:t>Convocações para Reuniões</a:t>
          </a:r>
        </a:p>
      </dgm:t>
    </dgm:pt>
    <dgm:pt modelId="{4D0B8990-FDF7-47ED-B7B7-05DA1A7D856B}" type="parTrans" cxnId="{58797F2D-9E23-45B6-9DCB-7FF7E55531A6}">
      <dgm:prSet/>
      <dgm:spPr/>
      <dgm:t>
        <a:bodyPr/>
        <a:lstStyle/>
        <a:p>
          <a:endParaRPr lang="pt-BR"/>
        </a:p>
      </dgm:t>
    </dgm:pt>
    <dgm:pt modelId="{7A44BE68-C8F6-405D-A959-1D9D1527F974}" type="sibTrans" cxnId="{58797F2D-9E23-45B6-9DCB-7FF7E55531A6}">
      <dgm:prSet/>
      <dgm:spPr/>
      <dgm:t>
        <a:bodyPr/>
        <a:lstStyle/>
        <a:p>
          <a:endParaRPr lang="pt-BR"/>
        </a:p>
      </dgm:t>
    </dgm:pt>
    <dgm:pt modelId="{D44D5211-5563-43CE-96F7-B878090100C7}">
      <dgm:prSet phldrT="[Texto]"/>
      <dgm:spPr>
        <a:solidFill>
          <a:srgbClr val="7030A0"/>
        </a:solidFill>
      </dgm:spPr>
      <dgm:t>
        <a:bodyPr/>
        <a:lstStyle/>
        <a:p>
          <a:r>
            <a:rPr lang="pt-BR" sz="1400" kern="1200" dirty="0"/>
            <a:t>Quem: Maluf (elaboração e divulgação)</a:t>
          </a:r>
        </a:p>
      </dgm:t>
    </dgm:pt>
    <dgm:pt modelId="{055BE3FD-963B-4F2F-918B-6DFEC8BC5590}" type="parTrans" cxnId="{C500DE01-D0F8-47EB-A853-DB7344C5507C}">
      <dgm:prSet/>
      <dgm:spPr/>
      <dgm:t>
        <a:bodyPr/>
        <a:lstStyle/>
        <a:p>
          <a:endParaRPr lang="pt-BR"/>
        </a:p>
      </dgm:t>
    </dgm:pt>
    <dgm:pt modelId="{2F9124E9-F677-462F-82F4-2D23D43F823E}" type="sibTrans" cxnId="{C500DE01-D0F8-47EB-A853-DB7344C5507C}">
      <dgm:prSet/>
      <dgm:spPr/>
      <dgm:t>
        <a:bodyPr/>
        <a:lstStyle/>
        <a:p>
          <a:endParaRPr lang="pt-BR"/>
        </a:p>
      </dgm:t>
    </dgm:pt>
    <dgm:pt modelId="{8C14EEB8-34AE-4EC8-94F7-47967B3EB995}">
      <dgm:prSet phldrT="[Texto]"/>
      <dgm:spPr>
        <a:solidFill>
          <a:srgbClr val="7030A0"/>
        </a:solidFill>
      </dgm:spPr>
      <dgm:t>
        <a:bodyPr/>
        <a:lstStyle/>
        <a:p>
          <a:r>
            <a:rPr lang="pt-BR" sz="1800" b="1" kern="1200" dirty="0">
              <a:effectLst>
                <a:outerShdw blurRad="38100" dist="38100" dir="2700000" algn="tl">
                  <a:srgbClr val="000000">
                    <a:alpha val="43137"/>
                  </a:srgbClr>
                </a:outerShdw>
              </a:effectLst>
            </a:rPr>
            <a:t>Reuniões de Prestação de Contas + Atas</a:t>
          </a:r>
        </a:p>
      </dgm:t>
    </dgm:pt>
    <dgm:pt modelId="{50FE90E8-8CA7-424A-BB3F-2D7BFE964B16}" type="parTrans" cxnId="{3164CA08-9C6C-4D6E-BDF6-82615B753E6D}">
      <dgm:prSet/>
      <dgm:spPr/>
      <dgm:t>
        <a:bodyPr/>
        <a:lstStyle/>
        <a:p>
          <a:endParaRPr lang="pt-BR"/>
        </a:p>
      </dgm:t>
    </dgm:pt>
    <dgm:pt modelId="{1023FA64-3A73-43A9-B81F-2AA647C62FC1}" type="sibTrans" cxnId="{3164CA08-9C6C-4D6E-BDF6-82615B753E6D}">
      <dgm:prSet/>
      <dgm:spPr/>
      <dgm:t>
        <a:bodyPr/>
        <a:lstStyle/>
        <a:p>
          <a:endParaRPr lang="pt-BR"/>
        </a:p>
      </dgm:t>
    </dgm:pt>
    <dgm:pt modelId="{06E30875-DFC4-4C48-AC47-3485737CB956}">
      <dgm:prSet phldrT="[Texto]"/>
      <dgm:spPr>
        <a:solidFill>
          <a:srgbClr val="7030A0"/>
        </a:solidFill>
      </dgm:spPr>
      <dgm:t>
        <a:bodyPr/>
        <a:lstStyle/>
        <a:p>
          <a:r>
            <a:rPr lang="pt-BR" sz="1400" kern="1200" dirty="0"/>
            <a:t>Quem: Fornecedores, Nei, Cláudio, Daniel e Maluf (Adriano, Marcela e Rodrigo opcionais).</a:t>
          </a:r>
        </a:p>
      </dgm:t>
    </dgm:pt>
    <dgm:pt modelId="{18B695F6-A5A5-4D06-B801-C30993F4E320}" type="parTrans" cxnId="{EA209F5F-F717-4B44-AE74-CB84F3C1CF03}">
      <dgm:prSet/>
      <dgm:spPr/>
      <dgm:t>
        <a:bodyPr/>
        <a:lstStyle/>
        <a:p>
          <a:endParaRPr lang="pt-BR"/>
        </a:p>
      </dgm:t>
    </dgm:pt>
    <dgm:pt modelId="{34AA9DE0-1E81-4054-B2B0-CEC053E3982F}" type="sibTrans" cxnId="{EA209F5F-F717-4B44-AE74-CB84F3C1CF03}">
      <dgm:prSet/>
      <dgm:spPr/>
      <dgm:t>
        <a:bodyPr/>
        <a:lstStyle/>
        <a:p>
          <a:endParaRPr lang="pt-BR"/>
        </a:p>
      </dgm:t>
    </dgm:pt>
    <dgm:pt modelId="{FD1BDD64-28F1-4A3F-A4E8-54EF93F14BAA}">
      <dgm:prSet phldrT="[Texto]" custT="1"/>
      <dgm:spPr>
        <a:solidFill>
          <a:srgbClr val="7030A0"/>
        </a:solidFill>
      </dgm:spPr>
      <dgm:t>
        <a:bodyPr/>
        <a:lstStyle/>
        <a:p>
          <a:r>
            <a:rPr lang="pt-BR" sz="1400" kern="1200" dirty="0"/>
            <a:t>Quando: </a:t>
          </a:r>
          <a:r>
            <a:rPr lang="pt-BR" sz="1400" b="1" kern="1200" dirty="0">
              <a:solidFill>
                <a:prstClr val="white"/>
              </a:solidFill>
              <a:effectLst>
                <a:outerShdw blurRad="38100" dist="38100" dir="2700000" algn="tl">
                  <a:srgbClr val="000000">
                    <a:alpha val="43137"/>
                  </a:srgbClr>
                </a:outerShdw>
              </a:effectLst>
              <a:latin typeface="Calibri"/>
              <a:ea typeface="+mn-ea"/>
              <a:cs typeface="+mn-cs"/>
            </a:rPr>
            <a:t>17 a 28/10</a:t>
          </a:r>
        </a:p>
      </dgm:t>
    </dgm:pt>
    <dgm:pt modelId="{D97378E1-AFA0-4C8F-9CF7-5651E6DC8DB5}" type="parTrans" cxnId="{26A507EA-F479-4ED5-90BF-D6401518AB8C}">
      <dgm:prSet/>
      <dgm:spPr/>
      <dgm:t>
        <a:bodyPr/>
        <a:lstStyle/>
        <a:p>
          <a:endParaRPr lang="pt-BR"/>
        </a:p>
      </dgm:t>
    </dgm:pt>
    <dgm:pt modelId="{6010934F-5F3B-4EA3-9BDD-18A265862DF6}" type="sibTrans" cxnId="{26A507EA-F479-4ED5-90BF-D6401518AB8C}">
      <dgm:prSet/>
      <dgm:spPr/>
      <dgm:t>
        <a:bodyPr/>
        <a:lstStyle/>
        <a:p>
          <a:endParaRPr lang="pt-BR"/>
        </a:p>
      </dgm:t>
    </dgm:pt>
    <dgm:pt modelId="{87112644-387C-48BC-9C8C-99AC304A80D7}">
      <dgm:prSet phldrT="[Texto]"/>
      <dgm:spPr>
        <a:solidFill>
          <a:srgbClr val="7030A0"/>
        </a:solidFill>
      </dgm:spPr>
      <dgm:t>
        <a:bodyPr/>
        <a:lstStyle/>
        <a:p>
          <a:r>
            <a:rPr lang="pt-BR" sz="1800" b="1" kern="1200" dirty="0">
              <a:effectLst>
                <a:outerShdw blurRad="38100" dist="38100" dir="2700000" algn="tl">
                  <a:srgbClr val="000000">
                    <a:alpha val="43137"/>
                  </a:srgbClr>
                </a:outerShdw>
              </a:effectLst>
            </a:rPr>
            <a:t>Revisão Mensal</a:t>
          </a:r>
        </a:p>
      </dgm:t>
    </dgm:pt>
    <dgm:pt modelId="{45F93922-0852-4C22-9698-196FC16E0C50}" type="parTrans" cxnId="{9BDF686A-BAAA-44B7-BC6D-B885C38ECF25}">
      <dgm:prSet/>
      <dgm:spPr/>
      <dgm:t>
        <a:bodyPr/>
        <a:lstStyle/>
        <a:p>
          <a:endParaRPr lang="pt-BR"/>
        </a:p>
      </dgm:t>
    </dgm:pt>
    <dgm:pt modelId="{4F3F8F82-EDD3-4482-BC13-25CD22E45F7B}" type="sibTrans" cxnId="{9BDF686A-BAAA-44B7-BC6D-B885C38ECF25}">
      <dgm:prSet/>
      <dgm:spPr/>
      <dgm:t>
        <a:bodyPr/>
        <a:lstStyle/>
        <a:p>
          <a:endParaRPr lang="pt-BR"/>
        </a:p>
      </dgm:t>
    </dgm:pt>
    <dgm:pt modelId="{757DF87B-A238-4B02-B7BC-040C392DB94F}">
      <dgm:prSet phldrT="[Texto]" custT="1"/>
      <dgm:spPr>
        <a:solidFill>
          <a:srgbClr val="7030A0"/>
        </a:solidFill>
      </dgm:spPr>
      <dgm:t>
        <a:bodyPr/>
        <a:lstStyle/>
        <a:p>
          <a:r>
            <a:rPr lang="pt-BR" sz="1400" kern="1200" dirty="0"/>
            <a:t>Quando: </a:t>
          </a:r>
          <a:r>
            <a:rPr lang="pt-BR" sz="1400" b="1" kern="1200" dirty="0">
              <a:solidFill>
                <a:prstClr val="white"/>
              </a:solidFill>
              <a:effectLst>
                <a:outerShdw blurRad="38100" dist="38100" dir="2700000" algn="tl">
                  <a:srgbClr val="000000">
                    <a:alpha val="43137"/>
                  </a:srgbClr>
                </a:outerShdw>
              </a:effectLst>
              <a:latin typeface="Calibri"/>
              <a:ea typeface="+mn-ea"/>
              <a:cs typeface="+mn-cs"/>
            </a:rPr>
            <a:t>31/10</a:t>
          </a:r>
        </a:p>
      </dgm:t>
    </dgm:pt>
    <dgm:pt modelId="{1C16E7EC-3C88-4026-AAA5-283ECDF25547}" type="parTrans" cxnId="{CABCF11C-8C8E-4FE2-BB56-C61F34B36CE7}">
      <dgm:prSet/>
      <dgm:spPr/>
      <dgm:t>
        <a:bodyPr/>
        <a:lstStyle/>
        <a:p>
          <a:endParaRPr lang="pt-BR"/>
        </a:p>
      </dgm:t>
    </dgm:pt>
    <dgm:pt modelId="{A8B9A7C2-DB70-43D2-BC37-5C902B99F721}" type="sibTrans" cxnId="{CABCF11C-8C8E-4FE2-BB56-C61F34B36CE7}">
      <dgm:prSet/>
      <dgm:spPr/>
      <dgm:t>
        <a:bodyPr/>
        <a:lstStyle/>
        <a:p>
          <a:endParaRPr lang="pt-BR"/>
        </a:p>
      </dgm:t>
    </dgm:pt>
    <dgm:pt modelId="{4A8F1B93-97A5-4F92-8718-9A7C63CA3885}">
      <dgm:prSet phldrT="[Texto]"/>
      <dgm:spPr>
        <a:solidFill>
          <a:srgbClr val="7030A0"/>
        </a:solidFill>
      </dgm:spPr>
      <dgm:t>
        <a:bodyPr/>
        <a:lstStyle/>
        <a:p>
          <a:r>
            <a:rPr lang="pt-BR" sz="1400" kern="1200" dirty="0"/>
            <a:t>Quem: todos os presentes nesta reunião (Nei, Cláudio, Daniel, Maluf, Adriano, Marcela e Rodrigo)</a:t>
          </a:r>
        </a:p>
      </dgm:t>
    </dgm:pt>
    <dgm:pt modelId="{CDCB67D9-20EB-4A3C-93C9-180C15CE1108}" type="parTrans" cxnId="{842A6585-4527-4553-90B4-206D78917BD4}">
      <dgm:prSet/>
      <dgm:spPr/>
      <dgm:t>
        <a:bodyPr/>
        <a:lstStyle/>
        <a:p>
          <a:endParaRPr lang="pt-BR"/>
        </a:p>
      </dgm:t>
    </dgm:pt>
    <dgm:pt modelId="{C012ADC8-252C-4533-A097-2B77C4F443D3}" type="sibTrans" cxnId="{842A6585-4527-4553-90B4-206D78917BD4}">
      <dgm:prSet/>
      <dgm:spPr/>
      <dgm:t>
        <a:bodyPr/>
        <a:lstStyle/>
        <a:p>
          <a:endParaRPr lang="pt-BR"/>
        </a:p>
      </dgm:t>
    </dgm:pt>
    <dgm:pt modelId="{4038A191-C20C-4039-9B6D-DD2B9D926DCF}" type="pres">
      <dgm:prSet presAssocID="{CBBC9910-7855-4942-9912-8EE222772D2E}" presName="Name0" presStyleCnt="0">
        <dgm:presLayoutVars>
          <dgm:dir/>
          <dgm:resizeHandles val="exact"/>
        </dgm:presLayoutVars>
      </dgm:prSet>
      <dgm:spPr/>
    </dgm:pt>
    <dgm:pt modelId="{36323F63-DE87-4CBD-8F47-F1AFDBA3BDB8}" type="pres">
      <dgm:prSet presAssocID="{5D8ECB08-DEBF-4D92-BE50-FEB0F15C492B}" presName="node" presStyleLbl="node1" presStyleIdx="0" presStyleCnt="5">
        <dgm:presLayoutVars>
          <dgm:bulletEnabled val="1"/>
        </dgm:presLayoutVars>
      </dgm:prSet>
      <dgm:spPr/>
    </dgm:pt>
    <dgm:pt modelId="{67BEB817-F3CE-4E8F-88E9-0722AA6FE943}" type="pres">
      <dgm:prSet presAssocID="{72EC94E6-2D05-48EF-BD56-3C4F735ED5E6}" presName="sibTrans" presStyleCnt="0"/>
      <dgm:spPr/>
    </dgm:pt>
    <dgm:pt modelId="{5AFA41F5-839C-43B1-B945-7E9AE96D1EC0}" type="pres">
      <dgm:prSet presAssocID="{6179FD0C-8E22-4827-9E1F-830EB7018C5C}" presName="node" presStyleLbl="node1" presStyleIdx="1" presStyleCnt="5">
        <dgm:presLayoutVars>
          <dgm:bulletEnabled val="1"/>
        </dgm:presLayoutVars>
      </dgm:prSet>
      <dgm:spPr/>
    </dgm:pt>
    <dgm:pt modelId="{E4F393EC-C9A2-4A9D-84D3-26706F42BA89}" type="pres">
      <dgm:prSet presAssocID="{C7F463F9-0811-4447-8AD4-A3892947CDAD}" presName="sibTrans" presStyleCnt="0"/>
      <dgm:spPr/>
    </dgm:pt>
    <dgm:pt modelId="{23D1D477-0277-43DC-92FB-E34DA0D59FD1}" type="pres">
      <dgm:prSet presAssocID="{DDAC86A5-6432-4C0C-B3F9-21A3116B33E0}" presName="node" presStyleLbl="node1" presStyleIdx="2" presStyleCnt="5">
        <dgm:presLayoutVars>
          <dgm:bulletEnabled val="1"/>
        </dgm:presLayoutVars>
      </dgm:prSet>
      <dgm:spPr/>
    </dgm:pt>
    <dgm:pt modelId="{43E14F8C-CD12-4866-ADC4-E82FA1147064}" type="pres">
      <dgm:prSet presAssocID="{7A44BE68-C8F6-405D-A959-1D9D1527F974}" presName="sibTrans" presStyleCnt="0"/>
      <dgm:spPr/>
    </dgm:pt>
    <dgm:pt modelId="{3A5CBB95-DC36-4BB7-B6A3-0FDCC5D21A16}" type="pres">
      <dgm:prSet presAssocID="{8C14EEB8-34AE-4EC8-94F7-47967B3EB995}" presName="node" presStyleLbl="node1" presStyleIdx="3" presStyleCnt="5">
        <dgm:presLayoutVars>
          <dgm:bulletEnabled val="1"/>
        </dgm:presLayoutVars>
      </dgm:prSet>
      <dgm:spPr/>
    </dgm:pt>
    <dgm:pt modelId="{891FE8D1-6F08-4BAB-8A24-BF7467BF8419}" type="pres">
      <dgm:prSet presAssocID="{1023FA64-3A73-43A9-B81F-2AA647C62FC1}" presName="sibTrans" presStyleCnt="0"/>
      <dgm:spPr/>
    </dgm:pt>
    <dgm:pt modelId="{92184C95-BDBA-4ED5-ACD2-EDECE1D578BF}" type="pres">
      <dgm:prSet presAssocID="{87112644-387C-48BC-9C8C-99AC304A80D7}" presName="node" presStyleLbl="node1" presStyleIdx="4" presStyleCnt="5">
        <dgm:presLayoutVars>
          <dgm:bulletEnabled val="1"/>
        </dgm:presLayoutVars>
      </dgm:prSet>
      <dgm:spPr/>
    </dgm:pt>
  </dgm:ptLst>
  <dgm:cxnLst>
    <dgm:cxn modelId="{7D18654A-1801-4A9F-A8B7-330B94C89097}" type="presOf" srcId="{92F9891B-0566-444D-B686-6355CA6937CE}" destId="{5AFA41F5-839C-43B1-B945-7E9AE96D1EC0}" srcOrd="0" destOrd="2" presId="urn:microsoft.com/office/officeart/2005/8/layout/hList6"/>
    <dgm:cxn modelId="{58797F2D-9E23-45B6-9DCB-7FF7E55531A6}" srcId="{CBBC9910-7855-4942-9912-8EE222772D2E}" destId="{DDAC86A5-6432-4C0C-B3F9-21A3116B33E0}" srcOrd="2" destOrd="0" parTransId="{4D0B8990-FDF7-47ED-B7B7-05DA1A7D856B}" sibTransId="{7A44BE68-C8F6-405D-A959-1D9D1527F974}"/>
    <dgm:cxn modelId="{5F949627-6D95-4211-9959-EBA86F4950D8}" srcId="{CBBC9910-7855-4942-9912-8EE222772D2E}" destId="{5D8ECB08-DEBF-4D92-BE50-FEB0F15C492B}" srcOrd="0" destOrd="0" parTransId="{41986327-F8A2-446A-B2CD-6733252674E5}" sibTransId="{72EC94E6-2D05-48EF-BD56-3C4F735ED5E6}"/>
    <dgm:cxn modelId="{B7516A96-46DF-4EA4-9B8D-B42FD07B9C11}" type="presOf" srcId="{06E30875-DFC4-4C48-AC47-3485737CB956}" destId="{3A5CBB95-DC36-4BB7-B6A3-0FDCC5D21A16}" srcOrd="0" destOrd="2" presId="urn:microsoft.com/office/officeart/2005/8/layout/hList6"/>
    <dgm:cxn modelId="{C500DE01-D0F8-47EB-A853-DB7344C5507C}" srcId="{DDAC86A5-6432-4C0C-B3F9-21A3116B33E0}" destId="{D44D5211-5563-43CE-96F7-B878090100C7}" srcOrd="1" destOrd="0" parTransId="{055BE3FD-963B-4F2F-918B-6DFEC8BC5590}" sibTransId="{2F9124E9-F677-462F-82F4-2D23D43F823E}"/>
    <dgm:cxn modelId="{084C31A2-FBF1-4193-A8F7-A42C88BF6DB1}" type="presOf" srcId="{5D8ECB08-DEBF-4D92-BE50-FEB0F15C492B}" destId="{36323F63-DE87-4CBD-8F47-F1AFDBA3BDB8}" srcOrd="0" destOrd="0" presId="urn:microsoft.com/office/officeart/2005/8/layout/hList6"/>
    <dgm:cxn modelId="{079D85D6-F009-42AA-9C7A-69AD179E5481}" type="presOf" srcId="{FD1BDD64-28F1-4A3F-A4E8-54EF93F14BAA}" destId="{3A5CBB95-DC36-4BB7-B6A3-0FDCC5D21A16}" srcOrd="0" destOrd="1" presId="urn:microsoft.com/office/officeart/2005/8/layout/hList6"/>
    <dgm:cxn modelId="{6DE67D28-7FE7-4C42-9AD5-65C4F4A64E49}" type="presOf" srcId="{AB737E9D-7BCB-4844-A14D-DFE5265CD078}" destId="{23D1D477-0277-43DC-92FB-E34DA0D59FD1}" srcOrd="0" destOrd="1" presId="urn:microsoft.com/office/officeart/2005/8/layout/hList6"/>
    <dgm:cxn modelId="{639AF096-E22D-4758-BCBE-54CC557C0EF2}" type="presOf" srcId="{87112644-387C-48BC-9C8C-99AC304A80D7}" destId="{92184C95-BDBA-4ED5-ACD2-EDECE1D578BF}" srcOrd="0" destOrd="0" presId="urn:microsoft.com/office/officeart/2005/8/layout/hList6"/>
    <dgm:cxn modelId="{A9B75D00-CB1A-47D4-96E1-B38C31EFC18C}" srcId="{5D8ECB08-DEBF-4D92-BE50-FEB0F15C492B}" destId="{6D4FD96C-D6A7-4052-9EC1-96B42707CE54}" srcOrd="1" destOrd="0" parTransId="{8FF37198-25B2-4791-8AF5-82EB78537AAF}" sibTransId="{5055D729-6EA3-4EF2-8097-027928589FB7}"/>
    <dgm:cxn modelId="{EA209F5F-F717-4B44-AE74-CB84F3C1CF03}" srcId="{8C14EEB8-34AE-4EC8-94F7-47967B3EB995}" destId="{06E30875-DFC4-4C48-AC47-3485737CB956}" srcOrd="1" destOrd="0" parTransId="{18B695F6-A5A5-4D06-B801-C30993F4E320}" sibTransId="{34AA9DE0-1E81-4054-B2B0-CEC053E3982F}"/>
    <dgm:cxn modelId="{F5AB753D-AB8B-40B9-A65E-5C5537A2A901}" srcId="{5D8ECB08-DEBF-4D92-BE50-FEB0F15C492B}" destId="{20DE568D-2D02-4727-8FA7-FADADF4672D3}" srcOrd="0" destOrd="0" parTransId="{4541EA0A-43AC-4376-A50C-38DFDE77202C}" sibTransId="{08DCCAAB-A274-4C2A-8D71-772A4A0A6C66}"/>
    <dgm:cxn modelId="{597FB89B-F51C-4B91-80D1-B93635C8A217}" type="presOf" srcId="{6179FD0C-8E22-4827-9E1F-830EB7018C5C}" destId="{5AFA41F5-839C-43B1-B945-7E9AE96D1EC0}" srcOrd="0" destOrd="0" presId="urn:microsoft.com/office/officeart/2005/8/layout/hList6"/>
    <dgm:cxn modelId="{C23AC8E5-7F08-4C7B-9B09-F59F7582DC0C}" type="presOf" srcId="{C6F0750B-CA28-4F77-BAB1-5519A48D057E}" destId="{5AFA41F5-839C-43B1-B945-7E9AE96D1EC0}" srcOrd="0" destOrd="1" presId="urn:microsoft.com/office/officeart/2005/8/layout/hList6"/>
    <dgm:cxn modelId="{CABCF11C-8C8E-4FE2-BB56-C61F34B36CE7}" srcId="{87112644-387C-48BC-9C8C-99AC304A80D7}" destId="{757DF87B-A238-4B02-B7BC-040C392DB94F}" srcOrd="0" destOrd="0" parTransId="{1C16E7EC-3C88-4026-AAA5-283ECDF25547}" sibTransId="{A8B9A7C2-DB70-43D2-BC37-5C902B99F721}"/>
    <dgm:cxn modelId="{26A507EA-F479-4ED5-90BF-D6401518AB8C}" srcId="{8C14EEB8-34AE-4EC8-94F7-47967B3EB995}" destId="{FD1BDD64-28F1-4A3F-A4E8-54EF93F14BAA}" srcOrd="0" destOrd="0" parTransId="{D97378E1-AFA0-4C8F-9CF7-5651E6DC8DB5}" sibTransId="{6010934F-5F3B-4EA3-9BDD-18A265862DF6}"/>
    <dgm:cxn modelId="{FB816E8C-73B0-4411-817A-1EF3D8D7FE61}" type="presOf" srcId="{DDAC86A5-6432-4C0C-B3F9-21A3116B33E0}" destId="{23D1D477-0277-43DC-92FB-E34DA0D59FD1}" srcOrd="0" destOrd="0" presId="urn:microsoft.com/office/officeart/2005/8/layout/hList6"/>
    <dgm:cxn modelId="{90DA3C4D-7CF4-43FD-BFC3-227D8EB71988}" type="presOf" srcId="{8C14EEB8-34AE-4EC8-94F7-47967B3EB995}" destId="{3A5CBB95-DC36-4BB7-B6A3-0FDCC5D21A16}" srcOrd="0" destOrd="0" presId="urn:microsoft.com/office/officeart/2005/8/layout/hList6"/>
    <dgm:cxn modelId="{1B0819AB-6533-494C-B7DC-F5916C4D4B69}" srcId="{CBBC9910-7855-4942-9912-8EE222772D2E}" destId="{6179FD0C-8E22-4827-9E1F-830EB7018C5C}" srcOrd="1" destOrd="0" parTransId="{1C8B84DC-D491-488A-82FD-A69EEE3AD1E9}" sibTransId="{C7F463F9-0811-4447-8AD4-A3892947CDAD}"/>
    <dgm:cxn modelId="{9BDF686A-BAAA-44B7-BC6D-B885C38ECF25}" srcId="{CBBC9910-7855-4942-9912-8EE222772D2E}" destId="{87112644-387C-48BC-9C8C-99AC304A80D7}" srcOrd="4" destOrd="0" parTransId="{45F93922-0852-4C22-9698-196FC16E0C50}" sibTransId="{4F3F8F82-EDD3-4482-BC13-25CD22E45F7B}"/>
    <dgm:cxn modelId="{0266176F-53A1-440D-AAE0-8E0BF1398895}" type="presOf" srcId="{757DF87B-A238-4B02-B7BC-040C392DB94F}" destId="{92184C95-BDBA-4ED5-ACD2-EDECE1D578BF}" srcOrd="0" destOrd="1" presId="urn:microsoft.com/office/officeart/2005/8/layout/hList6"/>
    <dgm:cxn modelId="{F0D0226D-B606-4DF4-BFB9-A3FB29BB2F7B}" type="presOf" srcId="{6D4FD96C-D6A7-4052-9EC1-96B42707CE54}" destId="{36323F63-DE87-4CBD-8F47-F1AFDBA3BDB8}" srcOrd="0" destOrd="2" presId="urn:microsoft.com/office/officeart/2005/8/layout/hList6"/>
    <dgm:cxn modelId="{DFEA9EA0-D715-46A2-AA77-012D9DF47E66}" type="presOf" srcId="{CBBC9910-7855-4942-9912-8EE222772D2E}" destId="{4038A191-C20C-4039-9B6D-DD2B9D926DCF}" srcOrd="0" destOrd="0" presId="urn:microsoft.com/office/officeart/2005/8/layout/hList6"/>
    <dgm:cxn modelId="{B1D413A4-6B90-4929-92A6-0F2A473788F4}" type="presOf" srcId="{4A8F1B93-97A5-4F92-8718-9A7C63CA3885}" destId="{92184C95-BDBA-4ED5-ACD2-EDECE1D578BF}" srcOrd="0" destOrd="2" presId="urn:microsoft.com/office/officeart/2005/8/layout/hList6"/>
    <dgm:cxn modelId="{842A6585-4527-4553-90B4-206D78917BD4}" srcId="{87112644-387C-48BC-9C8C-99AC304A80D7}" destId="{4A8F1B93-97A5-4F92-8718-9A7C63CA3885}" srcOrd="1" destOrd="0" parTransId="{CDCB67D9-20EB-4A3C-93C9-180C15CE1108}" sibTransId="{C012ADC8-252C-4533-A097-2B77C4F443D3}"/>
    <dgm:cxn modelId="{61B1199A-CA27-4DAE-9053-8BB84CCD9AA6}" srcId="{6179FD0C-8E22-4827-9E1F-830EB7018C5C}" destId="{C6F0750B-CA28-4F77-BAB1-5519A48D057E}" srcOrd="0" destOrd="0" parTransId="{43CBC47B-38F8-477E-8941-79D6DE04B3F9}" sibTransId="{BBD05215-1391-43F0-BC95-6A42018DC437}"/>
    <dgm:cxn modelId="{DFCE0365-4B63-42DE-B24C-39150EB3ACBE}" srcId="{6179FD0C-8E22-4827-9E1F-830EB7018C5C}" destId="{92F9891B-0566-444D-B686-6355CA6937CE}" srcOrd="1" destOrd="0" parTransId="{5C4C0214-09E9-4F51-8BB3-023DF9714632}" sibTransId="{91A815AB-5A24-4B57-9B8A-4CE4C2C5E968}"/>
    <dgm:cxn modelId="{F8EA3F60-204D-4522-81B6-5490F948C004}" type="presOf" srcId="{20DE568D-2D02-4727-8FA7-FADADF4672D3}" destId="{36323F63-DE87-4CBD-8F47-F1AFDBA3BDB8}" srcOrd="0" destOrd="1" presId="urn:microsoft.com/office/officeart/2005/8/layout/hList6"/>
    <dgm:cxn modelId="{98C7A05C-17D4-4121-95D3-B878B6245201}" type="presOf" srcId="{D44D5211-5563-43CE-96F7-B878090100C7}" destId="{23D1D477-0277-43DC-92FB-E34DA0D59FD1}" srcOrd="0" destOrd="2" presId="urn:microsoft.com/office/officeart/2005/8/layout/hList6"/>
    <dgm:cxn modelId="{0EBD8E9A-B187-4EFA-883B-99D36F883CF5}" srcId="{DDAC86A5-6432-4C0C-B3F9-21A3116B33E0}" destId="{AB737E9D-7BCB-4844-A14D-DFE5265CD078}" srcOrd="0" destOrd="0" parTransId="{AAA97D8E-EAB0-46BD-AC44-616D6F977D53}" sibTransId="{C0D19EC2-3C48-44D7-A6EA-1319F3E8DAE8}"/>
    <dgm:cxn modelId="{3164CA08-9C6C-4D6E-BDF6-82615B753E6D}" srcId="{CBBC9910-7855-4942-9912-8EE222772D2E}" destId="{8C14EEB8-34AE-4EC8-94F7-47967B3EB995}" srcOrd="3" destOrd="0" parTransId="{50FE90E8-8CA7-424A-BB3F-2D7BFE964B16}" sibTransId="{1023FA64-3A73-43A9-B81F-2AA647C62FC1}"/>
    <dgm:cxn modelId="{A94F9825-FB96-4E8A-98B8-F42EA76C9BB9}" type="presParOf" srcId="{4038A191-C20C-4039-9B6D-DD2B9D926DCF}" destId="{36323F63-DE87-4CBD-8F47-F1AFDBA3BDB8}" srcOrd="0" destOrd="0" presId="urn:microsoft.com/office/officeart/2005/8/layout/hList6"/>
    <dgm:cxn modelId="{2B67AB10-6229-4842-B9B5-2631345C8879}" type="presParOf" srcId="{4038A191-C20C-4039-9B6D-DD2B9D926DCF}" destId="{67BEB817-F3CE-4E8F-88E9-0722AA6FE943}" srcOrd="1" destOrd="0" presId="urn:microsoft.com/office/officeart/2005/8/layout/hList6"/>
    <dgm:cxn modelId="{64BC0804-D59E-4E8A-8052-E567B25043DA}" type="presParOf" srcId="{4038A191-C20C-4039-9B6D-DD2B9D926DCF}" destId="{5AFA41F5-839C-43B1-B945-7E9AE96D1EC0}" srcOrd="2" destOrd="0" presId="urn:microsoft.com/office/officeart/2005/8/layout/hList6"/>
    <dgm:cxn modelId="{32659E0B-FF9E-4ECE-9D59-8EA8A5E3BD26}" type="presParOf" srcId="{4038A191-C20C-4039-9B6D-DD2B9D926DCF}" destId="{E4F393EC-C9A2-4A9D-84D3-26706F42BA89}" srcOrd="3" destOrd="0" presId="urn:microsoft.com/office/officeart/2005/8/layout/hList6"/>
    <dgm:cxn modelId="{423E5516-26AB-4DA6-9EA0-B2A7F3F8563A}" type="presParOf" srcId="{4038A191-C20C-4039-9B6D-DD2B9D926DCF}" destId="{23D1D477-0277-43DC-92FB-E34DA0D59FD1}" srcOrd="4" destOrd="0" presId="urn:microsoft.com/office/officeart/2005/8/layout/hList6"/>
    <dgm:cxn modelId="{DFA5C672-74CF-4311-A71B-8B603F18A720}" type="presParOf" srcId="{4038A191-C20C-4039-9B6D-DD2B9D926DCF}" destId="{43E14F8C-CD12-4866-ADC4-E82FA1147064}" srcOrd="5" destOrd="0" presId="urn:microsoft.com/office/officeart/2005/8/layout/hList6"/>
    <dgm:cxn modelId="{FB768BD2-A29E-44B1-848B-905FF7CE987C}" type="presParOf" srcId="{4038A191-C20C-4039-9B6D-DD2B9D926DCF}" destId="{3A5CBB95-DC36-4BB7-B6A3-0FDCC5D21A16}" srcOrd="6" destOrd="0" presId="urn:microsoft.com/office/officeart/2005/8/layout/hList6"/>
    <dgm:cxn modelId="{462704C0-0D56-4C0F-9155-2C7D6FCE5F89}" type="presParOf" srcId="{4038A191-C20C-4039-9B6D-DD2B9D926DCF}" destId="{891FE8D1-6F08-4BAB-8A24-BF7467BF8419}" srcOrd="7" destOrd="0" presId="urn:microsoft.com/office/officeart/2005/8/layout/hList6"/>
    <dgm:cxn modelId="{4E8278B8-BA5F-4125-9926-05D5A75404F0}" type="presParOf" srcId="{4038A191-C20C-4039-9B6D-DD2B9D926DCF}" destId="{92184C95-BDBA-4ED5-ACD2-EDECE1D578BF}" srcOrd="8" destOrd="0" presId="urn:microsoft.com/office/officeart/2005/8/layout/h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23F63-DE87-4CBD-8F47-F1AFDBA3BDB8}">
      <dsp:nvSpPr>
        <dsp:cNvPr id="0" name=""/>
        <dsp:cNvSpPr/>
      </dsp:nvSpPr>
      <dsp:spPr>
        <a:xfrm rot="16200000">
          <a:off x="-1117190" y="1122300"/>
          <a:ext cx="4037699" cy="1793097"/>
        </a:xfrm>
        <a:prstGeom prst="flowChartManualOperation">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5094" bIns="0" numCol="1" spcCol="1270" anchor="t" anchorCtr="0">
          <a:noAutofit/>
        </a:bodyPr>
        <a:lstStyle/>
        <a:p>
          <a:pPr marL="0" lvl="0" indent="0" algn="l" defTabSz="800100">
            <a:lnSpc>
              <a:spcPct val="90000"/>
            </a:lnSpc>
            <a:spcBef>
              <a:spcPct val="0"/>
            </a:spcBef>
            <a:spcAft>
              <a:spcPct val="35000"/>
            </a:spcAft>
            <a:buNone/>
          </a:pPr>
          <a:r>
            <a:rPr lang="pt-BR" sz="1800" b="1" kern="1200" dirty="0">
              <a:effectLst>
                <a:outerShdw blurRad="38100" dist="38100" dir="2700000" algn="tl">
                  <a:srgbClr val="000000">
                    <a:alpha val="43137"/>
                  </a:srgbClr>
                </a:outerShdw>
              </a:effectLst>
            </a:rPr>
            <a:t>Comunicado aos Fornecedores sobre o novo processo</a:t>
          </a:r>
        </a:p>
        <a:p>
          <a:pPr marL="114300" lvl="1" indent="-114300" algn="l" defTabSz="622300">
            <a:lnSpc>
              <a:spcPct val="90000"/>
            </a:lnSpc>
            <a:spcBef>
              <a:spcPct val="0"/>
            </a:spcBef>
            <a:spcAft>
              <a:spcPct val="15000"/>
            </a:spcAft>
            <a:buChar char="•"/>
          </a:pPr>
          <a:r>
            <a:rPr lang="pt-BR" sz="1400" kern="1200" dirty="0"/>
            <a:t>Quando: </a:t>
          </a:r>
          <a:r>
            <a:rPr lang="pt-BR" sz="1400" b="1" kern="1200" dirty="0">
              <a:effectLst>
                <a:outerShdw blurRad="38100" dist="38100" dir="2700000" algn="tl">
                  <a:srgbClr val="000000">
                    <a:alpha val="43137"/>
                  </a:srgbClr>
                </a:outerShdw>
              </a:effectLst>
            </a:rPr>
            <a:t>05/10</a:t>
          </a:r>
        </a:p>
        <a:p>
          <a:pPr marL="114300" lvl="1" indent="-114300" algn="l" defTabSz="622300">
            <a:lnSpc>
              <a:spcPct val="90000"/>
            </a:lnSpc>
            <a:spcBef>
              <a:spcPct val="0"/>
            </a:spcBef>
            <a:spcAft>
              <a:spcPct val="15000"/>
            </a:spcAft>
            <a:buChar char="•"/>
          </a:pPr>
          <a:r>
            <a:rPr lang="pt-BR" sz="1400" kern="1200" dirty="0"/>
            <a:t>Quem: Maluf (elaboração e validação); Nei, Cláudio e Daniel (divulgação).</a:t>
          </a:r>
        </a:p>
      </dsp:txBody>
      <dsp:txXfrm rot="5400000">
        <a:off x="5111" y="807539"/>
        <a:ext cx="1793097" cy="2422619"/>
      </dsp:txXfrm>
    </dsp:sp>
    <dsp:sp modelId="{5AFA41F5-839C-43B1-B945-7E9AE96D1EC0}">
      <dsp:nvSpPr>
        <dsp:cNvPr id="0" name=""/>
        <dsp:cNvSpPr/>
      </dsp:nvSpPr>
      <dsp:spPr>
        <a:xfrm rot="16200000">
          <a:off x="810389" y="1122300"/>
          <a:ext cx="4037699" cy="1793097"/>
        </a:xfrm>
        <a:prstGeom prst="flowChartManualOperation">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8900" bIns="0" numCol="1" spcCol="1270" anchor="t" anchorCtr="0">
          <a:noAutofit/>
        </a:bodyPr>
        <a:lstStyle/>
        <a:p>
          <a:pPr marL="0" lvl="0" indent="0" algn="l" defTabSz="800100">
            <a:lnSpc>
              <a:spcPct val="90000"/>
            </a:lnSpc>
            <a:spcBef>
              <a:spcPct val="0"/>
            </a:spcBef>
            <a:spcAft>
              <a:spcPct val="35000"/>
            </a:spcAft>
            <a:buNone/>
          </a:pPr>
          <a:r>
            <a:rPr lang="pt-BR" sz="1800" b="1" kern="1200" dirty="0">
              <a:effectLst>
                <a:outerShdw blurRad="38100" dist="38100" dir="2700000" algn="tl">
                  <a:srgbClr val="000000">
                    <a:alpha val="43137"/>
                  </a:srgbClr>
                </a:outerShdw>
              </a:effectLst>
            </a:rPr>
            <a:t>Elaboração do Calendário de Reuniões</a:t>
          </a:r>
        </a:p>
        <a:p>
          <a:pPr marL="114300" lvl="1" indent="-114300" algn="l" defTabSz="622300">
            <a:lnSpc>
              <a:spcPct val="90000"/>
            </a:lnSpc>
            <a:spcBef>
              <a:spcPct val="0"/>
            </a:spcBef>
            <a:spcAft>
              <a:spcPct val="15000"/>
            </a:spcAft>
            <a:buChar char="•"/>
          </a:pPr>
          <a:r>
            <a:rPr lang="pt-BR" sz="1400" kern="1200" dirty="0"/>
            <a:t>Quando: </a:t>
          </a:r>
          <a:r>
            <a:rPr lang="pt-BR" sz="1400" b="1" kern="1200" dirty="0">
              <a:solidFill>
                <a:prstClr val="white"/>
              </a:solidFill>
              <a:effectLst>
                <a:outerShdw blurRad="38100" dist="38100" dir="2700000" algn="tl">
                  <a:srgbClr val="000000">
                    <a:alpha val="43137"/>
                  </a:srgbClr>
                </a:outerShdw>
              </a:effectLst>
              <a:latin typeface="Calibri"/>
              <a:ea typeface="+mn-ea"/>
              <a:cs typeface="+mn-cs"/>
            </a:rPr>
            <a:t>06/10</a:t>
          </a:r>
        </a:p>
        <a:p>
          <a:pPr marL="114300" lvl="1" indent="-114300" algn="l" defTabSz="622300">
            <a:lnSpc>
              <a:spcPct val="90000"/>
            </a:lnSpc>
            <a:spcBef>
              <a:spcPct val="0"/>
            </a:spcBef>
            <a:spcAft>
              <a:spcPct val="15000"/>
            </a:spcAft>
            <a:buChar char="•"/>
          </a:pPr>
          <a:r>
            <a:rPr lang="pt-BR" sz="1400" kern="1200" dirty="0"/>
            <a:t>Quem: Maluf (elaboração), Nei, Cláudio e Daniel (validação das datas)</a:t>
          </a:r>
        </a:p>
      </dsp:txBody>
      <dsp:txXfrm rot="5400000">
        <a:off x="1932690" y="807539"/>
        <a:ext cx="1793097" cy="2422619"/>
      </dsp:txXfrm>
    </dsp:sp>
    <dsp:sp modelId="{23D1D477-0277-43DC-92FB-E34DA0D59FD1}">
      <dsp:nvSpPr>
        <dsp:cNvPr id="0" name=""/>
        <dsp:cNvSpPr/>
      </dsp:nvSpPr>
      <dsp:spPr>
        <a:xfrm rot="16200000">
          <a:off x="2737969" y="1122300"/>
          <a:ext cx="4037699" cy="1793097"/>
        </a:xfrm>
        <a:prstGeom prst="flowChartManualOperation">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8900" bIns="0" numCol="1" spcCol="1270" anchor="t" anchorCtr="0">
          <a:noAutofit/>
        </a:bodyPr>
        <a:lstStyle/>
        <a:p>
          <a:pPr marL="0" lvl="0" indent="0" algn="l" defTabSz="800100">
            <a:lnSpc>
              <a:spcPct val="90000"/>
            </a:lnSpc>
            <a:spcBef>
              <a:spcPct val="0"/>
            </a:spcBef>
            <a:spcAft>
              <a:spcPct val="35000"/>
            </a:spcAft>
            <a:buNone/>
          </a:pPr>
          <a:r>
            <a:rPr lang="pt-BR" sz="1800" b="1" kern="1200" dirty="0">
              <a:effectLst>
                <a:outerShdw blurRad="38100" dist="38100" dir="2700000" algn="tl">
                  <a:srgbClr val="000000">
                    <a:alpha val="43137"/>
                  </a:srgbClr>
                </a:outerShdw>
              </a:effectLst>
            </a:rPr>
            <a:t>Convocações para Reuniões</a:t>
          </a:r>
        </a:p>
        <a:p>
          <a:pPr marL="114300" lvl="1" indent="-114300" algn="l" defTabSz="622300">
            <a:lnSpc>
              <a:spcPct val="90000"/>
            </a:lnSpc>
            <a:spcBef>
              <a:spcPct val="0"/>
            </a:spcBef>
            <a:spcAft>
              <a:spcPct val="15000"/>
            </a:spcAft>
            <a:buChar char="•"/>
          </a:pPr>
          <a:r>
            <a:rPr lang="pt-BR" sz="1400" kern="1200" dirty="0"/>
            <a:t>Quando: </a:t>
          </a:r>
          <a:r>
            <a:rPr lang="pt-BR" sz="1400" b="1" kern="1200" dirty="0">
              <a:solidFill>
                <a:prstClr val="white"/>
              </a:solidFill>
              <a:effectLst>
                <a:outerShdw blurRad="38100" dist="38100" dir="2700000" algn="tl">
                  <a:srgbClr val="000000">
                    <a:alpha val="43137"/>
                  </a:srgbClr>
                </a:outerShdw>
              </a:effectLst>
              <a:latin typeface="Calibri"/>
              <a:ea typeface="+mn-ea"/>
              <a:cs typeface="+mn-cs"/>
            </a:rPr>
            <a:t>07/10</a:t>
          </a:r>
        </a:p>
        <a:p>
          <a:pPr marL="114300" lvl="1" indent="-114300" algn="l" defTabSz="622300">
            <a:lnSpc>
              <a:spcPct val="90000"/>
            </a:lnSpc>
            <a:spcBef>
              <a:spcPct val="0"/>
            </a:spcBef>
            <a:spcAft>
              <a:spcPct val="15000"/>
            </a:spcAft>
            <a:buChar char="•"/>
          </a:pPr>
          <a:r>
            <a:rPr lang="pt-BR" sz="1400" kern="1200" dirty="0"/>
            <a:t>Quem: Maluf (elaboração e divulgação)</a:t>
          </a:r>
        </a:p>
      </dsp:txBody>
      <dsp:txXfrm rot="5400000">
        <a:off x="3860270" y="807539"/>
        <a:ext cx="1793097" cy="2422619"/>
      </dsp:txXfrm>
    </dsp:sp>
    <dsp:sp modelId="{3A5CBB95-DC36-4BB7-B6A3-0FDCC5D21A16}">
      <dsp:nvSpPr>
        <dsp:cNvPr id="0" name=""/>
        <dsp:cNvSpPr/>
      </dsp:nvSpPr>
      <dsp:spPr>
        <a:xfrm rot="16200000">
          <a:off x="4665549" y="1122300"/>
          <a:ext cx="4037699" cy="1793097"/>
        </a:xfrm>
        <a:prstGeom prst="flowChartManualOperation">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8900" bIns="0" numCol="1" spcCol="1270" anchor="t" anchorCtr="0">
          <a:noAutofit/>
        </a:bodyPr>
        <a:lstStyle/>
        <a:p>
          <a:pPr marL="0" lvl="0" indent="0" algn="l" defTabSz="800100">
            <a:lnSpc>
              <a:spcPct val="90000"/>
            </a:lnSpc>
            <a:spcBef>
              <a:spcPct val="0"/>
            </a:spcBef>
            <a:spcAft>
              <a:spcPct val="35000"/>
            </a:spcAft>
            <a:buNone/>
          </a:pPr>
          <a:r>
            <a:rPr lang="pt-BR" sz="1800" b="1" kern="1200" dirty="0">
              <a:effectLst>
                <a:outerShdw blurRad="38100" dist="38100" dir="2700000" algn="tl">
                  <a:srgbClr val="000000">
                    <a:alpha val="43137"/>
                  </a:srgbClr>
                </a:outerShdw>
              </a:effectLst>
            </a:rPr>
            <a:t>Reuniões de Prestação de Contas + Atas</a:t>
          </a:r>
        </a:p>
        <a:p>
          <a:pPr marL="114300" lvl="1" indent="-114300" algn="l" defTabSz="622300">
            <a:lnSpc>
              <a:spcPct val="90000"/>
            </a:lnSpc>
            <a:spcBef>
              <a:spcPct val="0"/>
            </a:spcBef>
            <a:spcAft>
              <a:spcPct val="15000"/>
            </a:spcAft>
            <a:buChar char="•"/>
          </a:pPr>
          <a:r>
            <a:rPr lang="pt-BR" sz="1400" kern="1200" dirty="0"/>
            <a:t>Quando: </a:t>
          </a:r>
          <a:r>
            <a:rPr lang="pt-BR" sz="1400" b="1" kern="1200" dirty="0">
              <a:solidFill>
                <a:prstClr val="white"/>
              </a:solidFill>
              <a:effectLst>
                <a:outerShdw blurRad="38100" dist="38100" dir="2700000" algn="tl">
                  <a:srgbClr val="000000">
                    <a:alpha val="43137"/>
                  </a:srgbClr>
                </a:outerShdw>
              </a:effectLst>
              <a:latin typeface="Calibri"/>
              <a:ea typeface="+mn-ea"/>
              <a:cs typeface="+mn-cs"/>
            </a:rPr>
            <a:t>17 a 28/10</a:t>
          </a:r>
        </a:p>
        <a:p>
          <a:pPr marL="114300" lvl="1" indent="-114300" algn="l" defTabSz="622300">
            <a:lnSpc>
              <a:spcPct val="90000"/>
            </a:lnSpc>
            <a:spcBef>
              <a:spcPct val="0"/>
            </a:spcBef>
            <a:spcAft>
              <a:spcPct val="15000"/>
            </a:spcAft>
            <a:buChar char="•"/>
          </a:pPr>
          <a:r>
            <a:rPr lang="pt-BR" sz="1400" kern="1200" dirty="0"/>
            <a:t>Quem: Fornecedores, Nei, Cláudio, Daniel e Maluf (Adriano, Marcela e Rodrigo opcionais).</a:t>
          </a:r>
        </a:p>
      </dsp:txBody>
      <dsp:txXfrm rot="5400000">
        <a:off x="5787850" y="807539"/>
        <a:ext cx="1793097" cy="2422619"/>
      </dsp:txXfrm>
    </dsp:sp>
    <dsp:sp modelId="{92184C95-BDBA-4ED5-ACD2-EDECE1D578BF}">
      <dsp:nvSpPr>
        <dsp:cNvPr id="0" name=""/>
        <dsp:cNvSpPr/>
      </dsp:nvSpPr>
      <dsp:spPr>
        <a:xfrm rot="16200000">
          <a:off x="6593129" y="1122300"/>
          <a:ext cx="4037699" cy="1793097"/>
        </a:xfrm>
        <a:prstGeom prst="flowChartManualOperation">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8900" bIns="0" numCol="1" spcCol="1270" anchor="t" anchorCtr="0">
          <a:noAutofit/>
        </a:bodyPr>
        <a:lstStyle/>
        <a:p>
          <a:pPr marL="0" lvl="0" indent="0" algn="l" defTabSz="800100">
            <a:lnSpc>
              <a:spcPct val="90000"/>
            </a:lnSpc>
            <a:spcBef>
              <a:spcPct val="0"/>
            </a:spcBef>
            <a:spcAft>
              <a:spcPct val="35000"/>
            </a:spcAft>
            <a:buNone/>
          </a:pPr>
          <a:r>
            <a:rPr lang="pt-BR" sz="1800" b="1" kern="1200" dirty="0">
              <a:effectLst>
                <a:outerShdw blurRad="38100" dist="38100" dir="2700000" algn="tl">
                  <a:srgbClr val="000000">
                    <a:alpha val="43137"/>
                  </a:srgbClr>
                </a:outerShdw>
              </a:effectLst>
            </a:rPr>
            <a:t>Revisão Mensal</a:t>
          </a:r>
        </a:p>
        <a:p>
          <a:pPr marL="114300" lvl="1" indent="-114300" algn="l" defTabSz="622300">
            <a:lnSpc>
              <a:spcPct val="90000"/>
            </a:lnSpc>
            <a:spcBef>
              <a:spcPct val="0"/>
            </a:spcBef>
            <a:spcAft>
              <a:spcPct val="15000"/>
            </a:spcAft>
            <a:buChar char="•"/>
          </a:pPr>
          <a:r>
            <a:rPr lang="pt-BR" sz="1400" kern="1200" dirty="0"/>
            <a:t>Quando: </a:t>
          </a:r>
          <a:r>
            <a:rPr lang="pt-BR" sz="1400" b="1" kern="1200" dirty="0">
              <a:solidFill>
                <a:prstClr val="white"/>
              </a:solidFill>
              <a:effectLst>
                <a:outerShdw blurRad="38100" dist="38100" dir="2700000" algn="tl">
                  <a:srgbClr val="000000">
                    <a:alpha val="43137"/>
                  </a:srgbClr>
                </a:outerShdw>
              </a:effectLst>
              <a:latin typeface="Calibri"/>
              <a:ea typeface="+mn-ea"/>
              <a:cs typeface="+mn-cs"/>
            </a:rPr>
            <a:t>31/10</a:t>
          </a:r>
        </a:p>
        <a:p>
          <a:pPr marL="114300" lvl="1" indent="-114300" algn="l" defTabSz="622300">
            <a:lnSpc>
              <a:spcPct val="90000"/>
            </a:lnSpc>
            <a:spcBef>
              <a:spcPct val="0"/>
            </a:spcBef>
            <a:spcAft>
              <a:spcPct val="15000"/>
            </a:spcAft>
            <a:buChar char="•"/>
          </a:pPr>
          <a:r>
            <a:rPr lang="pt-BR" sz="1400" kern="1200" dirty="0"/>
            <a:t>Quem: todos os presentes nesta reunião (Nei, Cláudio, Daniel, Maluf, Adriano, Marcela e Rodrigo)</a:t>
          </a:r>
        </a:p>
      </dsp:txBody>
      <dsp:txXfrm rot="5400000">
        <a:off x="7715430" y="807539"/>
        <a:ext cx="1793097" cy="2422619"/>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B2CD1B9-1777-43A0-8DF4-B945C46147BD}" type="datetimeFigureOut">
              <a:rPr lang="pt-BR" smtClean="0"/>
              <a:t>04/10/2016</a:t>
            </a:fld>
            <a:endParaRPr lang="pt-BR"/>
          </a:p>
        </p:txBody>
      </p:sp>
      <p:sp>
        <p:nvSpPr>
          <p:cNvPr id="4" name="Espaço Reservado para Imagem de Slide 3"/>
          <p:cNvSpPr>
            <a:spLocks noGrp="1" noRot="1" noChangeAspect="1"/>
          </p:cNvSpPr>
          <p:nvPr>
            <p:ph type="sldImg" idx="2"/>
          </p:nvPr>
        </p:nvSpPr>
        <p:spPr>
          <a:xfrm>
            <a:off x="900113" y="685800"/>
            <a:ext cx="5057775"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245040-EFBE-493F-96A2-B5DCAE3ADE4E}" type="slidenum">
              <a:rPr lang="pt-BR" smtClean="0"/>
              <a:t>‹nº›</a:t>
            </a:fld>
            <a:endParaRPr lang="pt-BR"/>
          </a:p>
        </p:txBody>
      </p:sp>
    </p:spTree>
    <p:extLst>
      <p:ext uri="{BB962C8B-B14F-4D97-AF65-F5344CB8AC3E}">
        <p14:creationId xmlns:p14="http://schemas.microsoft.com/office/powerpoint/2010/main" val="2186681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8786" y="2130428"/>
            <a:ext cx="8599567" cy="1470025"/>
          </a:xfrm>
        </p:spPr>
        <p:txBody>
          <a:bodyPr/>
          <a:lstStyle/>
          <a:p>
            <a:r>
              <a:rPr lang="en-US"/>
              <a:t>Click to edit Master title style</a:t>
            </a:r>
          </a:p>
        </p:txBody>
      </p:sp>
      <p:sp>
        <p:nvSpPr>
          <p:cNvPr id="3" name="Subtitle 2"/>
          <p:cNvSpPr>
            <a:spLocks noGrp="1"/>
          </p:cNvSpPr>
          <p:nvPr>
            <p:ph type="subTitle" idx="1"/>
          </p:nvPr>
        </p:nvSpPr>
        <p:spPr>
          <a:xfrm>
            <a:off x="1517571" y="3886200"/>
            <a:ext cx="7081997"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5F959D4-6A11-486D-B749-87BCA07FF591}" type="datetime1">
              <a:rPr lang="en-US" smtClean="0"/>
              <a:t>10/4/2016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1241989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474088-60D5-4C27-8C26-4C55B0AE93BE}" type="datetime1">
              <a:rPr lang="en-US" smtClean="0"/>
              <a:t>10/4/2016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843307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9184" y="4406903"/>
            <a:ext cx="8599567"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99184" y="2906713"/>
            <a:ext cx="8599567"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5A53C5-BA6F-42EE-B848-F3D0057EDAD5}" type="datetime1">
              <a:rPr lang="en-US" smtClean="0"/>
              <a:t>10/4/2016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408574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5857" y="1600203"/>
            <a:ext cx="446840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2878" y="1600203"/>
            <a:ext cx="446840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958837-4952-4B11-B021-471393E3D5C6}" type="datetime1">
              <a:rPr lang="en-US" smtClean="0"/>
              <a:t>10/4/2016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753154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5857" y="1535113"/>
            <a:ext cx="447016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5857" y="2174875"/>
            <a:ext cx="44701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39367" y="1535113"/>
            <a:ext cx="447191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39367" y="2174875"/>
            <a:ext cx="447191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FF5B09A-A573-467A-B71C-8123B5A168C3}" type="datetime1">
              <a:rPr lang="en-US" smtClean="0"/>
              <a:t>10/4/2016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45974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956A762-4D7A-4A60-B361-0561C4BAA8C1}" type="datetime1">
              <a:rPr lang="en-US" smtClean="0"/>
              <a:t>10/4/2016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563801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4E7812-A9AF-4509-8267-EE36D97F6170}" type="datetime1">
              <a:rPr lang="en-US" smtClean="0"/>
              <a:t>10/4/2016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293948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5857" y="273050"/>
            <a:ext cx="3328469"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55521" y="273053"/>
            <a:ext cx="565576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5857" y="1435103"/>
            <a:ext cx="332846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3C3899E-D0AF-4934-8DE7-BA875A98DCEA}" type="datetime1">
              <a:rPr lang="en-US" smtClean="0"/>
              <a:t>10/4/2016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088056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030" y="4800600"/>
            <a:ext cx="6070283"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83030" y="612775"/>
            <a:ext cx="6070283"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983030" y="5367338"/>
            <a:ext cx="6070283"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452944-44B7-41D7-AD1A-FD6903581FEF}" type="datetime1">
              <a:rPr lang="en-US" smtClean="0"/>
              <a:t>10/4/2016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067010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5AA64C-69FA-480F-B7E3-FE744768567F}" type="datetime1">
              <a:rPr lang="en-US" smtClean="0"/>
              <a:t>10/4/2016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1833005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34925" y="274641"/>
            <a:ext cx="2276356"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5857" y="274641"/>
            <a:ext cx="6660449"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18FE86-EFE7-4175-8137-78DEB5E572A3}" type="datetime1">
              <a:rPr lang="en-US" smtClean="0"/>
              <a:t>10/4/2016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768642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5857" y="274638"/>
            <a:ext cx="9105424"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05857" y="1600203"/>
            <a:ext cx="9105424"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05857" y="6356353"/>
            <a:ext cx="236066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D29DC0-6BD0-4B46-B6AE-0379CA6F938C}" type="datetime1">
              <a:rPr lang="en-US" smtClean="0"/>
              <a:t>10/4/2016</a:t>
            </a:fld>
            <a:endParaRPr lang="en-US" dirty="0"/>
          </a:p>
        </p:txBody>
      </p:sp>
      <p:sp>
        <p:nvSpPr>
          <p:cNvPr id="5" name="Footer Placeholder 4"/>
          <p:cNvSpPr>
            <a:spLocks noGrp="1"/>
          </p:cNvSpPr>
          <p:nvPr>
            <p:ph type="ftr" sz="quarter" idx="3"/>
          </p:nvPr>
        </p:nvSpPr>
        <p:spPr>
          <a:xfrm>
            <a:off x="3456689" y="6356353"/>
            <a:ext cx="320376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250615" y="6356353"/>
            <a:ext cx="236066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455292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10.xml"/><Relationship Id="rId2" Type="http://schemas.openxmlformats.org/officeDocument/2006/relationships/image" Target="../media/image4.emf"/><Relationship Id="rId1" Type="http://schemas.openxmlformats.org/officeDocument/2006/relationships/slideLayout" Target="../slideLayouts/slideLayout1.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slide" Target="slide7.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slide" Target="slide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6.jpeg"/><Relationship Id="rId2" Type="http://schemas.openxmlformats.org/officeDocument/2006/relationships/image" Target="../media/image4.emf"/><Relationship Id="rId1" Type="http://schemas.openxmlformats.org/officeDocument/2006/relationships/slideLayout" Target="../slideLayouts/slideLayout1.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2.emf"/><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image" Target="../media/image4.emf"/><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https://www.techsoup.net.nz/sites/default/files/techhelp.jpg"/>
          <p:cNvPicPr>
            <a:picLocks noChangeAspect="1" noChangeArrowheads="1"/>
          </p:cNvPicPr>
          <p:nvPr/>
        </p:nvPicPr>
        <p:blipFill rotWithShape="1">
          <a:blip r:embed="rId2">
            <a:extLst>
              <a:ext uri="{28A0092B-C50C-407E-A947-70E740481C1C}">
                <a14:useLocalDpi xmlns:a14="http://schemas.microsoft.com/office/drawing/2010/main" val="0"/>
              </a:ext>
            </a:extLst>
          </a:blip>
          <a:srcRect b="4817"/>
          <a:stretch/>
        </p:blipFill>
        <p:spPr bwMode="auto">
          <a:xfrm>
            <a:off x="5088834" y="4464954"/>
            <a:ext cx="5028303" cy="239304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2"/>
          <p:cNvSpPr/>
          <p:nvPr/>
        </p:nvSpPr>
        <p:spPr>
          <a:xfrm>
            <a:off x="-26504" y="-27000"/>
            <a:ext cx="6408000" cy="6912000"/>
          </a:xfrm>
          <a:custGeom>
            <a:avLst/>
            <a:gdLst/>
            <a:ahLst/>
            <a:cxnLst/>
            <a:rect l="l" t="t" r="r" b="b"/>
            <a:pathLst>
              <a:path w="5762090" h="6857999">
                <a:moveTo>
                  <a:pt x="0" y="0"/>
                </a:moveTo>
                <a:lnTo>
                  <a:pt x="1920697" y="0"/>
                </a:lnTo>
                <a:lnTo>
                  <a:pt x="3279881" y="0"/>
                </a:lnTo>
                <a:lnTo>
                  <a:pt x="5200578" y="0"/>
                </a:lnTo>
                <a:lnTo>
                  <a:pt x="5255041" y="148787"/>
                </a:lnTo>
                <a:cubicBezTo>
                  <a:pt x="5571805" y="1057108"/>
                  <a:pt x="5762090" y="2221597"/>
                  <a:pt x="5762090" y="3491260"/>
                </a:cubicBezTo>
                <a:cubicBezTo>
                  <a:pt x="5762090" y="4760923"/>
                  <a:pt x="5571805" y="5925412"/>
                  <a:pt x="5255041" y="6833733"/>
                </a:cubicBezTo>
                <a:lnTo>
                  <a:pt x="5246158" y="6857999"/>
                </a:lnTo>
                <a:lnTo>
                  <a:pt x="3325461" y="6857999"/>
                </a:lnTo>
                <a:lnTo>
                  <a:pt x="1920697" y="6857999"/>
                </a:lnTo>
                <a:lnTo>
                  <a:pt x="0" y="6857999"/>
                </a:lnTo>
                <a:close/>
              </a:path>
            </a:pathLst>
          </a:custGeom>
          <a:solidFill>
            <a:srgbClr val="FF8E2D"/>
          </a:solid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3"/>
          <a:stretch>
            <a:fillRect/>
          </a:stretch>
        </p:blipFill>
        <p:spPr>
          <a:xfrm>
            <a:off x="7063322" y="2910000"/>
            <a:ext cx="2412841" cy="861241"/>
          </a:xfrm>
          <a:prstGeom prst="rect">
            <a:avLst/>
          </a:prstGeom>
        </p:spPr>
      </p:pic>
      <p:sp>
        <p:nvSpPr>
          <p:cNvPr id="7" name="TextBox 6"/>
          <p:cNvSpPr txBox="1"/>
          <p:nvPr/>
        </p:nvSpPr>
        <p:spPr>
          <a:xfrm>
            <a:off x="168449" y="2560832"/>
            <a:ext cx="5959283" cy="4054956"/>
          </a:xfrm>
          <a:prstGeom prst="rect">
            <a:avLst/>
          </a:prstGeom>
          <a:noFill/>
        </p:spPr>
        <p:txBody>
          <a:bodyPr wrap="square" rtlCol="0">
            <a:spAutoFit/>
          </a:bodyPr>
          <a:lstStyle/>
          <a:p>
            <a:pPr marL="72000"/>
            <a:r>
              <a:rPr lang="pt-BR" sz="4000" b="1" dirty="0">
                <a:solidFill>
                  <a:schemeClr val="bg1"/>
                </a:solidFill>
                <a:effectLst>
                  <a:outerShdw blurRad="50800" dist="38100" dir="5400000" algn="t" rotWithShape="0">
                    <a:srgbClr val="C00000"/>
                  </a:outerShdw>
                </a:effectLst>
                <a:cs typeface="Gotham Rounded Book"/>
              </a:rPr>
              <a:t>Gerenciamento de Fornecedores Críticos de TI</a:t>
            </a:r>
          </a:p>
          <a:p>
            <a:pPr marL="72000"/>
            <a:endParaRPr lang="pt-BR" sz="2000" dirty="0">
              <a:solidFill>
                <a:schemeClr val="bg1"/>
              </a:solidFill>
              <a:effectLst>
                <a:outerShdw blurRad="50800" dist="38100" dir="5400000" algn="t" rotWithShape="0">
                  <a:srgbClr val="C00000"/>
                </a:outerShdw>
              </a:effectLst>
              <a:cs typeface="Gotham Rounded Book"/>
            </a:endParaRPr>
          </a:p>
          <a:p>
            <a:pPr marL="72000"/>
            <a:r>
              <a:rPr lang="pt-BR" sz="2400" dirty="0">
                <a:solidFill>
                  <a:schemeClr val="bg1"/>
                </a:solidFill>
                <a:effectLst>
                  <a:outerShdw blurRad="50800" dist="38100" dir="5400000" algn="t" rotWithShape="0">
                    <a:srgbClr val="C00000"/>
                  </a:outerShdw>
                </a:effectLst>
                <a:cs typeface="Gotham Rounded Book"/>
              </a:rPr>
              <a:t>Workshop para implantação do Processo</a:t>
            </a:r>
          </a:p>
          <a:p>
            <a:pPr marL="72000"/>
            <a:endParaRPr lang="en-US" sz="1100" dirty="0">
              <a:solidFill>
                <a:schemeClr val="bg1"/>
              </a:solidFill>
              <a:effectLst>
                <a:outerShdw blurRad="38100" dist="38100" dir="2700000" algn="tl">
                  <a:srgbClr val="000000">
                    <a:alpha val="43137"/>
                  </a:srgbClr>
                </a:outerShdw>
              </a:effectLst>
              <a:latin typeface="Gotham Rounded Book"/>
              <a:cs typeface="Gotham Rounded Book"/>
            </a:endParaRPr>
          </a:p>
          <a:p>
            <a:pPr marL="72000"/>
            <a:endParaRPr lang="en-US" sz="1600" dirty="0">
              <a:solidFill>
                <a:schemeClr val="bg1"/>
              </a:solidFill>
              <a:effectLst>
                <a:outerShdw blurRad="38100" dist="38100" dir="2700000" algn="tl">
                  <a:srgbClr val="000000">
                    <a:alpha val="43137"/>
                  </a:srgbClr>
                </a:outerShdw>
              </a:effectLst>
              <a:latin typeface="Gotham Rounded Book"/>
              <a:cs typeface="Gotham Rounded Book"/>
            </a:endParaRPr>
          </a:p>
          <a:p>
            <a:pPr marL="72000"/>
            <a:endParaRPr lang="en-US" sz="1600" dirty="0">
              <a:solidFill>
                <a:schemeClr val="bg1"/>
              </a:solidFill>
              <a:effectLst>
                <a:outerShdw blurRad="50800" dist="38100" dir="5400000" algn="t" rotWithShape="0">
                  <a:srgbClr val="C00000"/>
                </a:outerShdw>
              </a:effectLst>
              <a:latin typeface="Gotham Rounded Book"/>
              <a:cs typeface="Gotham Rounded Book"/>
            </a:endParaRPr>
          </a:p>
          <a:p>
            <a:pPr marL="72000"/>
            <a:endParaRPr lang="en-US" sz="1600" dirty="0">
              <a:solidFill>
                <a:schemeClr val="bg1"/>
              </a:solidFill>
              <a:effectLst>
                <a:outerShdw blurRad="50800" dist="38100" dir="5400000" algn="t" rotWithShape="0">
                  <a:srgbClr val="C00000"/>
                </a:outerShdw>
              </a:effectLst>
              <a:latin typeface="Gotham Rounded Book"/>
              <a:cs typeface="Gotham Rounded Book"/>
            </a:endParaRPr>
          </a:p>
          <a:p>
            <a:pPr marL="72000"/>
            <a:endParaRPr lang="en-US" sz="1600" dirty="0">
              <a:solidFill>
                <a:schemeClr val="bg1"/>
              </a:solidFill>
              <a:effectLst>
                <a:outerShdw blurRad="50800" dist="38100" dir="5400000" algn="t" rotWithShape="0">
                  <a:srgbClr val="C00000"/>
                </a:outerShdw>
              </a:effectLst>
              <a:latin typeface="Gotham Rounded Book"/>
              <a:cs typeface="Gotham Rounded Book"/>
            </a:endParaRPr>
          </a:p>
          <a:p>
            <a:pPr marL="72000"/>
            <a:endParaRPr lang="en-US" sz="1600" dirty="0">
              <a:solidFill>
                <a:schemeClr val="bg1"/>
              </a:solidFill>
              <a:effectLst>
                <a:outerShdw blurRad="50800" dist="38100" dir="5400000" algn="t" rotWithShape="0">
                  <a:srgbClr val="C00000"/>
                </a:outerShdw>
              </a:effectLst>
              <a:latin typeface="Gotham Rounded Book"/>
              <a:cs typeface="Gotham Rounded Book"/>
            </a:endParaRPr>
          </a:p>
          <a:p>
            <a:pPr marL="72000"/>
            <a:endParaRPr lang="en-US" sz="1600" dirty="0">
              <a:solidFill>
                <a:schemeClr val="bg1"/>
              </a:solidFill>
              <a:effectLst>
                <a:outerShdw blurRad="50800" dist="38100" dir="5400000" algn="t" rotWithShape="0">
                  <a:srgbClr val="C00000"/>
                </a:outerShdw>
              </a:effectLst>
              <a:latin typeface="Gotham Rounded Book"/>
              <a:cs typeface="Gotham Rounded Book"/>
            </a:endParaRPr>
          </a:p>
          <a:p>
            <a:pPr marL="72000"/>
            <a:r>
              <a:rPr lang="en-US" sz="1600" dirty="0">
                <a:solidFill>
                  <a:schemeClr val="bg1"/>
                </a:solidFill>
                <a:effectLst>
                  <a:outerShdw blurRad="50800" dist="38100" dir="5400000" algn="t" rotWithShape="0">
                    <a:srgbClr val="C00000"/>
                  </a:outerShdw>
                </a:effectLst>
                <a:latin typeface="Gotham Rounded Book"/>
                <a:cs typeface="Gotham Rounded Book"/>
              </a:rPr>
              <a:t>04.Out.2016</a:t>
            </a:r>
          </a:p>
          <a:p>
            <a:pPr marL="72000"/>
            <a:r>
              <a:rPr lang="en-US" sz="1050" dirty="0" err="1">
                <a:solidFill>
                  <a:schemeClr val="bg1"/>
                </a:solidFill>
                <a:effectLst>
                  <a:outerShdw blurRad="50800" dist="38100" dir="5400000" algn="t" rotWithShape="0">
                    <a:srgbClr val="C00000"/>
                  </a:outerShdw>
                </a:effectLst>
                <a:latin typeface="Gotham Rounded Book"/>
                <a:cs typeface="Gotham Rounded Book"/>
              </a:rPr>
              <a:t>Versão</a:t>
            </a:r>
            <a:r>
              <a:rPr lang="en-US" sz="1050" dirty="0">
                <a:solidFill>
                  <a:schemeClr val="bg1"/>
                </a:solidFill>
                <a:effectLst>
                  <a:outerShdw blurRad="50800" dist="38100" dir="5400000" algn="t" rotWithShape="0">
                    <a:srgbClr val="C00000"/>
                  </a:outerShdw>
                </a:effectLst>
                <a:latin typeface="Gotham Rounded Book"/>
                <a:cs typeface="Gotham Rounded Book"/>
              </a:rPr>
              <a:t> 1.0</a:t>
            </a:r>
          </a:p>
        </p:txBody>
      </p:sp>
      <p:pic>
        <p:nvPicPr>
          <p:cNvPr id="12" name="Imagem 11"/>
          <p:cNvPicPr>
            <a:picLocks noChangeAspect="1"/>
          </p:cNvPicPr>
          <p:nvPr/>
        </p:nvPicPr>
        <p:blipFill>
          <a:blip r:embed="rId4"/>
          <a:stretch>
            <a:fillRect/>
          </a:stretch>
        </p:blipFill>
        <p:spPr>
          <a:xfrm>
            <a:off x="8375759" y="140070"/>
            <a:ext cx="1591323" cy="840699"/>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3375359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9"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pic>
        <p:nvPicPr>
          <p:cNvPr id="12" name="Imagem 11"/>
          <p:cNvPicPr>
            <a:picLocks noChangeAspect="1"/>
          </p:cNvPicPr>
          <p:nvPr/>
        </p:nvPicPr>
        <p:blipFill>
          <a:blip r:embed="rId3"/>
          <a:stretch>
            <a:fillRect/>
          </a:stretch>
        </p:blipFill>
        <p:spPr>
          <a:xfrm>
            <a:off x="304103" y="6494861"/>
            <a:ext cx="1390844" cy="114316"/>
          </a:xfrm>
          <a:prstGeom prst="rect">
            <a:avLst/>
          </a:prstGeom>
        </p:spPr>
      </p:pic>
      <p:sp>
        <p:nvSpPr>
          <p:cNvPr id="8" name="Espaço Reservado para Número de Slide 10"/>
          <p:cNvSpPr>
            <a:spLocks noGrp="1"/>
          </p:cNvSpPr>
          <p:nvPr>
            <p:ph type="sldNum" sz="quarter" idx="12"/>
          </p:nvPr>
        </p:nvSpPr>
        <p:spPr>
          <a:xfrm>
            <a:off x="7250615" y="6356353"/>
            <a:ext cx="2360666" cy="365125"/>
          </a:xfrm>
        </p:spPr>
        <p:txBody>
          <a:bodyPr/>
          <a:lstStyle/>
          <a:p>
            <a:r>
              <a:rPr lang="en-US" dirty="0"/>
              <a:t>2</a:t>
            </a:r>
          </a:p>
        </p:txBody>
      </p:sp>
      <p:sp>
        <p:nvSpPr>
          <p:cNvPr id="10" name="Retângulo de cantos arredondados 6"/>
          <p:cNvSpPr/>
          <p:nvPr/>
        </p:nvSpPr>
        <p:spPr>
          <a:xfrm>
            <a:off x="4372093" y="1157735"/>
            <a:ext cx="6120000" cy="720000"/>
          </a:xfrm>
          <a:prstGeom prst="roundRect">
            <a:avLst>
              <a:gd name="adj" fmla="val 21097"/>
            </a:avLst>
          </a:prstGeom>
          <a:solidFill>
            <a:srgbClr val="F68E1E"/>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Objetivo e Escopo</a:t>
            </a:r>
          </a:p>
        </p:txBody>
      </p:sp>
      <p:sp>
        <p:nvSpPr>
          <p:cNvPr id="11" name="Retângulo de cantos arredondados 8"/>
          <p:cNvSpPr/>
          <p:nvPr/>
        </p:nvSpPr>
        <p:spPr>
          <a:xfrm>
            <a:off x="4372093" y="2190852"/>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Dinâmica e Papéis</a:t>
            </a:r>
          </a:p>
        </p:txBody>
      </p:sp>
      <p:sp>
        <p:nvSpPr>
          <p:cNvPr id="13" name="Retângulo de cantos arredondados 9"/>
          <p:cNvSpPr/>
          <p:nvPr/>
        </p:nvSpPr>
        <p:spPr>
          <a:xfrm>
            <a:off x="4372093" y="3223969"/>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Processo e Artefatos</a:t>
            </a:r>
          </a:p>
        </p:txBody>
      </p:sp>
      <p:pic>
        <p:nvPicPr>
          <p:cNvPr id="14" name="Picture 2" descr="http://intranet.reynosa.gob.mx/directorio/images/agenda.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9525" y="2637852"/>
            <a:ext cx="2601578" cy="2339234"/>
          </a:xfrm>
          <a:prstGeom prst="rect">
            <a:avLst/>
          </a:prstGeom>
          <a:noFill/>
          <a:extLst>
            <a:ext uri="{909E8E84-426E-40DD-AFC4-6F175D3DCCD1}">
              <a14:hiddenFill xmlns:a14="http://schemas.microsoft.com/office/drawing/2010/main">
                <a:solidFill>
                  <a:srgbClr val="FFFFFF"/>
                </a:solidFill>
              </a14:hiddenFill>
            </a:ext>
          </a:extLst>
        </p:spPr>
      </p:pic>
      <p:sp>
        <p:nvSpPr>
          <p:cNvPr id="3" name="Retângulo 2"/>
          <p:cNvSpPr/>
          <p:nvPr/>
        </p:nvSpPr>
        <p:spPr>
          <a:xfrm>
            <a:off x="412125" y="2530093"/>
            <a:ext cx="1470659" cy="584775"/>
          </a:xfrm>
          <a:prstGeom prst="rect">
            <a:avLst/>
          </a:prstGeom>
        </p:spPr>
        <p:txBody>
          <a:bodyPr wrap="none">
            <a:spAutoFit/>
          </a:bodyPr>
          <a:lstStyle/>
          <a:p>
            <a:r>
              <a:rPr lang="pt-BR" sz="3200" b="1" dirty="0">
                <a:solidFill>
                  <a:schemeClr val="tx1">
                    <a:lumMod val="95000"/>
                    <a:lumOff val="5000"/>
                  </a:schemeClr>
                </a:solidFill>
              </a:rPr>
              <a:t>Agenda</a:t>
            </a:r>
            <a:endParaRPr lang="pt-BR" sz="3200" dirty="0"/>
          </a:p>
        </p:txBody>
      </p:sp>
      <p:sp>
        <p:nvSpPr>
          <p:cNvPr id="15" name="Retângulo de cantos arredondados 9"/>
          <p:cNvSpPr/>
          <p:nvPr/>
        </p:nvSpPr>
        <p:spPr>
          <a:xfrm>
            <a:off x="4372093" y="4257086"/>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Envolvidos</a:t>
            </a:r>
          </a:p>
        </p:txBody>
      </p:sp>
      <p:sp>
        <p:nvSpPr>
          <p:cNvPr id="16" name="Retângulo de cantos arredondados 9"/>
          <p:cNvSpPr/>
          <p:nvPr/>
        </p:nvSpPr>
        <p:spPr>
          <a:xfrm>
            <a:off x="4372093" y="5290202"/>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Próximos Passos</a:t>
            </a:r>
          </a:p>
        </p:txBody>
      </p:sp>
    </p:spTree>
    <p:extLst>
      <p:ext uri="{BB962C8B-B14F-4D97-AF65-F5344CB8AC3E}">
        <p14:creationId xmlns:p14="http://schemas.microsoft.com/office/powerpoint/2010/main" val="1092602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8" name="Espaço Reservado para Número de Slide 7"/>
          <p:cNvSpPr>
            <a:spLocks noGrp="1"/>
          </p:cNvSpPr>
          <p:nvPr>
            <p:ph type="sldNum" sz="quarter" idx="12"/>
          </p:nvPr>
        </p:nvSpPr>
        <p:spPr/>
        <p:txBody>
          <a:bodyPr/>
          <a:lstStyle/>
          <a:p>
            <a:fld id="{34FCF5E2-CCF2-BF49-B901-1F681CA77025}" type="slidenum">
              <a:rPr lang="en-US" smtClean="0"/>
              <a:pPr/>
              <a:t>3</a:t>
            </a:fld>
            <a:endParaRPr lang="en-US" dirty="0"/>
          </a:p>
        </p:txBody>
      </p:sp>
      <p:pic>
        <p:nvPicPr>
          <p:cNvPr id="11" name="Imagem 10"/>
          <p:cNvPicPr>
            <a:picLocks noChangeAspect="1"/>
          </p:cNvPicPr>
          <p:nvPr/>
        </p:nvPicPr>
        <p:blipFill>
          <a:blip r:embed="rId3"/>
          <a:stretch>
            <a:fillRect/>
          </a:stretch>
        </p:blipFill>
        <p:spPr>
          <a:xfrm>
            <a:off x="1653997" y="6664320"/>
            <a:ext cx="1390844" cy="114316"/>
          </a:xfrm>
          <a:prstGeom prst="rect">
            <a:avLst/>
          </a:prstGeom>
        </p:spPr>
      </p:pic>
      <p:sp>
        <p:nvSpPr>
          <p:cNvPr id="10"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grpSp>
        <p:nvGrpSpPr>
          <p:cNvPr id="5" name="Agrupar 4"/>
          <p:cNvGrpSpPr/>
          <p:nvPr/>
        </p:nvGrpSpPr>
        <p:grpSpPr>
          <a:xfrm>
            <a:off x="412741" y="1165964"/>
            <a:ext cx="9231937" cy="1080000"/>
            <a:chOff x="372984" y="1165964"/>
            <a:chExt cx="9231937" cy="1080000"/>
          </a:xfrm>
        </p:grpSpPr>
        <p:sp>
          <p:nvSpPr>
            <p:cNvPr id="14" name="Retângulo 13"/>
            <p:cNvSpPr/>
            <p:nvPr/>
          </p:nvSpPr>
          <p:spPr>
            <a:xfrm>
              <a:off x="1653996" y="1165964"/>
              <a:ext cx="7950925" cy="10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marL="288000" lvl="1" indent="-288000">
                <a:buFont typeface="Wingdings" panose="05000000000000000000" pitchFamily="2" charset="2"/>
                <a:buChar char="q"/>
              </a:pPr>
              <a:r>
                <a:rPr lang="pt-BR" sz="1400" b="1" dirty="0">
                  <a:solidFill>
                    <a:schemeClr val="tx1">
                      <a:lumMod val="95000"/>
                      <a:lumOff val="5000"/>
                    </a:schemeClr>
                  </a:solidFill>
                </a:rPr>
                <a:t>Gerenciar os serviços prestados pelos Fornecedores Críticos de TI da Smiles</a:t>
              </a:r>
              <a:r>
                <a:rPr lang="pt-BR" sz="1400" dirty="0">
                  <a:solidFill>
                    <a:schemeClr val="tx1">
                      <a:lumMod val="95000"/>
                      <a:lumOff val="5000"/>
                    </a:schemeClr>
                  </a:solidFill>
                </a:rPr>
                <a:t>, através da(o): </a:t>
              </a:r>
              <a:r>
                <a:rPr lang="pt-BR" sz="1400" b="1" dirty="0">
                  <a:solidFill>
                    <a:schemeClr val="tx1">
                      <a:lumMod val="95000"/>
                      <a:lumOff val="5000"/>
                    </a:schemeClr>
                  </a:solidFill>
                </a:rPr>
                <a:t>identificação e mapeamento</a:t>
              </a:r>
              <a:r>
                <a:rPr lang="pt-BR" sz="1400" dirty="0">
                  <a:solidFill>
                    <a:schemeClr val="tx1">
                      <a:lumMod val="95000"/>
                      <a:lumOff val="5000"/>
                    </a:schemeClr>
                  </a:solidFill>
                </a:rPr>
                <a:t> das características dos serviços contratados, bem como de seus respectivos </a:t>
              </a:r>
              <a:r>
                <a:rPr lang="pt-BR" sz="1400" dirty="0" err="1">
                  <a:solidFill>
                    <a:schemeClr val="tx1">
                      <a:lumMod val="95000"/>
                      <a:lumOff val="5000"/>
                    </a:schemeClr>
                  </a:solidFill>
                </a:rPr>
                <a:t>SLAs</a:t>
              </a:r>
              <a:r>
                <a:rPr lang="pt-BR" sz="1400" dirty="0">
                  <a:solidFill>
                    <a:schemeClr val="tx1">
                      <a:lumMod val="95000"/>
                      <a:lumOff val="5000"/>
                    </a:schemeClr>
                  </a:solidFill>
                </a:rPr>
                <a:t> (níveis de serviço); </a:t>
              </a:r>
              <a:r>
                <a:rPr lang="pt-BR" sz="1400" b="1" dirty="0">
                  <a:solidFill>
                    <a:schemeClr val="tx1">
                      <a:lumMod val="95000"/>
                      <a:lumOff val="5000"/>
                    </a:schemeClr>
                  </a:solidFill>
                </a:rPr>
                <a:t>acompanhamento e análise periódica do desempenho </a:t>
              </a:r>
              <a:r>
                <a:rPr lang="pt-BR" sz="1400" dirty="0">
                  <a:solidFill>
                    <a:schemeClr val="tx1">
                      <a:lumMod val="95000"/>
                      <a:lumOff val="5000"/>
                    </a:schemeClr>
                  </a:solidFill>
                </a:rPr>
                <a:t>dos Serviços contratados (</a:t>
              </a:r>
              <a:r>
                <a:rPr lang="pt-BR" sz="1400" dirty="0" err="1">
                  <a:solidFill>
                    <a:schemeClr val="tx1">
                      <a:lumMod val="95000"/>
                      <a:lumOff val="5000"/>
                    </a:schemeClr>
                  </a:solidFill>
                </a:rPr>
                <a:t>SLAs</a:t>
              </a:r>
              <a:r>
                <a:rPr lang="pt-BR" sz="1400" dirty="0">
                  <a:solidFill>
                    <a:schemeClr val="tx1">
                      <a:lumMod val="95000"/>
                      <a:lumOff val="5000"/>
                    </a:schemeClr>
                  </a:solidFill>
                </a:rPr>
                <a:t>); </a:t>
              </a:r>
              <a:r>
                <a:rPr lang="pt-BR" sz="1400" b="1" dirty="0">
                  <a:solidFill>
                    <a:schemeClr val="tx1">
                      <a:lumMod val="95000"/>
                      <a:lumOff val="5000"/>
                    </a:schemeClr>
                  </a:solidFill>
                </a:rPr>
                <a:t>atualização periódica dos contratos </a:t>
              </a:r>
              <a:r>
                <a:rPr lang="pt-BR" sz="1400" dirty="0">
                  <a:solidFill>
                    <a:schemeClr val="tx1">
                      <a:lumMod val="95000"/>
                      <a:lumOff val="5000"/>
                    </a:schemeClr>
                  </a:solidFill>
                </a:rPr>
                <a:t>alinhado à sua vigência, escopo e </a:t>
              </a:r>
              <a:r>
                <a:rPr lang="pt-BR" sz="1400" dirty="0" err="1">
                  <a:solidFill>
                    <a:schemeClr val="tx1">
                      <a:lumMod val="95000"/>
                      <a:lumOff val="5000"/>
                    </a:schemeClr>
                  </a:solidFill>
                </a:rPr>
                <a:t>SLAs</a:t>
              </a:r>
              <a:r>
                <a:rPr lang="pt-BR" sz="1400" dirty="0">
                  <a:solidFill>
                    <a:schemeClr val="tx1">
                      <a:lumMod val="95000"/>
                      <a:lumOff val="5000"/>
                    </a:schemeClr>
                  </a:solidFill>
                </a:rPr>
                <a:t> que atendam efetivamente as necessidades da Smiles.</a:t>
              </a:r>
            </a:p>
          </p:txBody>
        </p:sp>
        <p:sp>
          <p:nvSpPr>
            <p:cNvPr id="15" name="Retângulo de cantos arredondados 14"/>
            <p:cNvSpPr/>
            <p:nvPr/>
          </p:nvSpPr>
          <p:spPr>
            <a:xfrm>
              <a:off x="372984" y="1165964"/>
              <a:ext cx="1281013" cy="1080000"/>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Objetivo</a:t>
              </a:r>
              <a:endParaRPr lang="pt-BR" sz="1600" i="1" dirty="0"/>
            </a:p>
          </p:txBody>
        </p:sp>
      </p:grpSp>
      <p:sp>
        <p:nvSpPr>
          <p:cNvPr id="16" name="Seta: para a Direita 15"/>
          <p:cNvSpPr/>
          <p:nvPr/>
        </p:nvSpPr>
        <p:spPr>
          <a:xfrm rot="5400000">
            <a:off x="9197416" y="2309189"/>
            <a:ext cx="404194" cy="490330"/>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pt-BR"/>
          </a:p>
        </p:txBody>
      </p:sp>
      <p:pic>
        <p:nvPicPr>
          <p:cNvPr id="2050" name="Picture 2" descr="http://lanuevaeconomia.com/wp-content/uploads/2012/05/Objetivos-de-una-empresa.jpg"/>
          <p:cNvPicPr>
            <a:picLocks noChangeAspect="1" noChangeArrowheads="1"/>
          </p:cNvPicPr>
          <p:nvPr/>
        </p:nvPicPr>
        <p:blipFill>
          <a:blip r:embed="rId4">
            <a:clrChange>
              <a:clrFrom>
                <a:srgbClr val="FEFFFF"/>
              </a:clrFrom>
              <a:clrTo>
                <a:srgbClr val="FEFFFF">
                  <a:alpha val="0"/>
                </a:srgbClr>
              </a:clrTo>
            </a:clrChange>
            <a:extLst>
              <a:ext uri="{28A0092B-C50C-407E-A947-70E740481C1C}">
                <a14:useLocalDpi xmlns:a14="http://schemas.microsoft.com/office/drawing/2010/main" val="0"/>
              </a:ext>
            </a:extLst>
          </a:blip>
          <a:srcRect/>
          <a:stretch>
            <a:fillRect/>
          </a:stretch>
        </p:blipFill>
        <p:spPr bwMode="auto">
          <a:xfrm>
            <a:off x="-12878" y="4964430"/>
            <a:ext cx="3111500" cy="1893570"/>
          </a:xfrm>
          <a:prstGeom prst="rect">
            <a:avLst/>
          </a:prstGeom>
          <a:noFill/>
          <a:extLst>
            <a:ext uri="{909E8E84-426E-40DD-AFC4-6F175D3DCCD1}">
              <a14:hiddenFill xmlns:a14="http://schemas.microsoft.com/office/drawing/2010/main">
                <a:solidFill>
                  <a:srgbClr val="FFFFFF"/>
                </a:solidFill>
              </a14:hiddenFill>
            </a:ext>
          </a:extLst>
        </p:spPr>
      </p:pic>
      <p:grpSp>
        <p:nvGrpSpPr>
          <p:cNvPr id="4" name="Agrupar 3"/>
          <p:cNvGrpSpPr/>
          <p:nvPr/>
        </p:nvGrpSpPr>
        <p:grpSpPr>
          <a:xfrm>
            <a:off x="1693753" y="2862744"/>
            <a:ext cx="7950925" cy="1080000"/>
            <a:chOff x="1653996" y="2480605"/>
            <a:chExt cx="7950925" cy="1080000"/>
          </a:xfrm>
        </p:grpSpPr>
        <p:sp>
          <p:nvSpPr>
            <p:cNvPr id="18" name="Retângulo 17"/>
            <p:cNvSpPr/>
            <p:nvPr/>
          </p:nvSpPr>
          <p:spPr>
            <a:xfrm>
              <a:off x="2935008" y="2480605"/>
              <a:ext cx="6669913" cy="10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marL="288000" lvl="1" indent="-288000">
                <a:lnSpc>
                  <a:spcPts val="2100"/>
                </a:lnSpc>
                <a:spcBef>
                  <a:spcPts val="600"/>
                </a:spcBef>
                <a:spcAft>
                  <a:spcPts val="600"/>
                </a:spcAft>
                <a:buFont typeface="Wingdings" panose="05000000000000000000" pitchFamily="2" charset="2"/>
                <a:buChar char="q"/>
              </a:pPr>
              <a:r>
                <a:rPr lang="pt-BR" sz="1400" b="1" dirty="0">
                  <a:solidFill>
                    <a:schemeClr val="tx1">
                      <a:lumMod val="95000"/>
                      <a:lumOff val="5000"/>
                    </a:schemeClr>
                  </a:solidFill>
                </a:rPr>
                <a:t>Serviços contratados junto a Fornecedores Críticos de TI</a:t>
              </a:r>
              <a:r>
                <a:rPr lang="pt-BR" sz="1400" dirty="0">
                  <a:solidFill>
                    <a:schemeClr val="tx1">
                      <a:lumMod val="95000"/>
                      <a:lumOff val="5000"/>
                    </a:schemeClr>
                  </a:solidFill>
                </a:rPr>
                <a:t>.</a:t>
              </a:r>
            </a:p>
          </p:txBody>
        </p:sp>
        <p:sp>
          <p:nvSpPr>
            <p:cNvPr id="19" name="Retângulo de cantos arredondados 14"/>
            <p:cNvSpPr/>
            <p:nvPr/>
          </p:nvSpPr>
          <p:spPr>
            <a:xfrm>
              <a:off x="1653996" y="2480605"/>
              <a:ext cx="1281013" cy="1080000"/>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Escopo</a:t>
              </a:r>
              <a:endParaRPr lang="pt-BR" sz="1600" i="1" dirty="0"/>
            </a:p>
          </p:txBody>
        </p:sp>
      </p:grpSp>
      <p:grpSp>
        <p:nvGrpSpPr>
          <p:cNvPr id="3" name="Agrupar 2"/>
          <p:cNvGrpSpPr/>
          <p:nvPr/>
        </p:nvGrpSpPr>
        <p:grpSpPr>
          <a:xfrm>
            <a:off x="2974765" y="4559524"/>
            <a:ext cx="6669913" cy="1080000"/>
            <a:chOff x="2935009" y="3795246"/>
            <a:chExt cx="6669913" cy="1080000"/>
          </a:xfrm>
        </p:grpSpPr>
        <p:sp>
          <p:nvSpPr>
            <p:cNvPr id="20" name="Retângulo 19"/>
            <p:cNvSpPr/>
            <p:nvPr/>
          </p:nvSpPr>
          <p:spPr>
            <a:xfrm>
              <a:off x="4216022" y="3795246"/>
              <a:ext cx="5388900" cy="10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marL="288000" lvl="1" indent="-288000">
                <a:buFont typeface="Wingdings" panose="05000000000000000000" pitchFamily="2" charset="2"/>
                <a:buChar char="q"/>
              </a:pPr>
              <a:r>
                <a:rPr lang="pt-BR" sz="1400" dirty="0">
                  <a:solidFill>
                    <a:schemeClr val="tx1">
                      <a:lumMod val="95000"/>
                      <a:lumOff val="5000"/>
                    </a:schemeClr>
                  </a:solidFill>
                </a:rPr>
                <a:t>Todo fornecedor que realize </a:t>
              </a:r>
              <a:r>
                <a:rPr lang="pt-BR" sz="1400" b="1" dirty="0">
                  <a:solidFill>
                    <a:schemeClr val="tx1">
                      <a:lumMod val="95000"/>
                      <a:lumOff val="5000"/>
                    </a:schemeClr>
                  </a:solidFill>
                </a:rPr>
                <a:t>prestação de serviços de TI </a:t>
              </a:r>
              <a:r>
                <a:rPr lang="pt-BR" sz="1400" dirty="0">
                  <a:solidFill>
                    <a:schemeClr val="tx1">
                      <a:lumMod val="95000"/>
                      <a:lumOff val="5000"/>
                    </a:schemeClr>
                  </a:solidFill>
                </a:rPr>
                <a:t>para a Smiles, </a:t>
              </a:r>
              <a:r>
                <a:rPr lang="pt-BR" sz="1400" b="1" dirty="0">
                  <a:solidFill>
                    <a:schemeClr val="tx1">
                      <a:lumMod val="95000"/>
                      <a:lumOff val="5000"/>
                    </a:schemeClr>
                  </a:solidFill>
                </a:rPr>
                <a:t>diretamente relacionados à operação dos ambientes tecnológicos</a:t>
              </a:r>
              <a:r>
                <a:rPr lang="pt-BR" sz="1400" dirty="0">
                  <a:solidFill>
                    <a:schemeClr val="tx1">
                      <a:lumMod val="95000"/>
                      <a:lumOff val="5000"/>
                    </a:schemeClr>
                  </a:solidFill>
                </a:rPr>
                <a:t> que suportam as operações de negócios.</a:t>
              </a:r>
            </a:p>
            <a:p>
              <a:pPr marL="288000" lvl="1" indent="-288000">
                <a:buFont typeface="Wingdings" panose="05000000000000000000" pitchFamily="2" charset="2"/>
                <a:buChar char="q"/>
              </a:pPr>
              <a:r>
                <a:rPr lang="pt-BR" sz="1400" dirty="0">
                  <a:solidFill>
                    <a:schemeClr val="tx1">
                      <a:lumMod val="95000"/>
                      <a:lumOff val="5000"/>
                    </a:schemeClr>
                  </a:solidFill>
                </a:rPr>
                <a:t>Fornecedores </a:t>
              </a:r>
              <a:r>
                <a:rPr lang="pt-BR" sz="1400" b="1" dirty="0">
                  <a:solidFill>
                    <a:schemeClr val="tx1">
                      <a:lumMod val="95000"/>
                      <a:lumOff val="5000"/>
                    </a:schemeClr>
                  </a:solidFill>
                </a:rPr>
                <a:t>eleitos pela Diretoria de TI.</a:t>
              </a:r>
            </a:p>
          </p:txBody>
        </p:sp>
        <p:sp>
          <p:nvSpPr>
            <p:cNvPr id="21" name="Retângulo de cantos arredondados 14"/>
            <p:cNvSpPr/>
            <p:nvPr/>
          </p:nvSpPr>
          <p:spPr>
            <a:xfrm>
              <a:off x="2935009" y="3795246"/>
              <a:ext cx="1281013" cy="1080000"/>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Fornecedor Crítico</a:t>
              </a:r>
            </a:p>
            <a:p>
              <a:pPr algn="ctr"/>
              <a:r>
                <a:rPr lang="pt-BR" sz="1600" b="1" i="1" dirty="0">
                  <a:effectLst>
                    <a:outerShdw blurRad="38100" dist="38100" dir="2700000" algn="tl">
                      <a:srgbClr val="000000">
                        <a:alpha val="43137"/>
                      </a:srgbClr>
                    </a:outerShdw>
                  </a:effectLst>
                </a:rPr>
                <a:t>(Conceito)</a:t>
              </a:r>
              <a:endParaRPr lang="pt-BR" sz="1600" i="1" dirty="0"/>
            </a:p>
          </p:txBody>
        </p:sp>
      </p:grpSp>
      <p:sp>
        <p:nvSpPr>
          <p:cNvPr id="22" name="Seta: para a Direita 21"/>
          <p:cNvSpPr/>
          <p:nvPr/>
        </p:nvSpPr>
        <p:spPr>
          <a:xfrm rot="5400000">
            <a:off x="9197416" y="4005969"/>
            <a:ext cx="404194" cy="490330"/>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800080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9"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pic>
        <p:nvPicPr>
          <p:cNvPr id="12" name="Imagem 11"/>
          <p:cNvPicPr>
            <a:picLocks noChangeAspect="1"/>
          </p:cNvPicPr>
          <p:nvPr/>
        </p:nvPicPr>
        <p:blipFill>
          <a:blip r:embed="rId3"/>
          <a:stretch>
            <a:fillRect/>
          </a:stretch>
        </p:blipFill>
        <p:spPr>
          <a:xfrm>
            <a:off x="304103" y="6494861"/>
            <a:ext cx="1390844" cy="114316"/>
          </a:xfrm>
          <a:prstGeom prst="rect">
            <a:avLst/>
          </a:prstGeom>
        </p:spPr>
      </p:pic>
      <p:sp>
        <p:nvSpPr>
          <p:cNvPr id="8" name="Espaço Reservado para Número de Slide 10"/>
          <p:cNvSpPr>
            <a:spLocks noGrp="1"/>
          </p:cNvSpPr>
          <p:nvPr>
            <p:ph type="sldNum" sz="quarter" idx="12"/>
          </p:nvPr>
        </p:nvSpPr>
        <p:spPr>
          <a:xfrm>
            <a:off x="7250615" y="6356353"/>
            <a:ext cx="2360666" cy="365125"/>
          </a:xfrm>
        </p:spPr>
        <p:txBody>
          <a:bodyPr/>
          <a:lstStyle/>
          <a:p>
            <a:r>
              <a:rPr lang="en-US" dirty="0"/>
              <a:t>2</a:t>
            </a:r>
          </a:p>
        </p:txBody>
      </p:sp>
      <p:sp>
        <p:nvSpPr>
          <p:cNvPr id="10" name="Retângulo de cantos arredondados 6"/>
          <p:cNvSpPr/>
          <p:nvPr/>
        </p:nvSpPr>
        <p:spPr>
          <a:xfrm>
            <a:off x="4372093" y="1157735"/>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Objetivo e Escopo</a:t>
            </a:r>
          </a:p>
        </p:txBody>
      </p:sp>
      <p:sp>
        <p:nvSpPr>
          <p:cNvPr id="11" name="Retângulo de cantos arredondados 8"/>
          <p:cNvSpPr/>
          <p:nvPr/>
        </p:nvSpPr>
        <p:spPr>
          <a:xfrm>
            <a:off x="4372093" y="2190852"/>
            <a:ext cx="6120000" cy="720000"/>
          </a:xfrm>
          <a:prstGeom prst="roundRect">
            <a:avLst>
              <a:gd name="adj" fmla="val 21097"/>
            </a:avLst>
          </a:prstGeom>
          <a:solidFill>
            <a:srgbClr val="F68E1E"/>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Dinâmica e Papéis</a:t>
            </a:r>
          </a:p>
        </p:txBody>
      </p:sp>
      <p:sp>
        <p:nvSpPr>
          <p:cNvPr id="13" name="Retângulo de cantos arredondados 9"/>
          <p:cNvSpPr/>
          <p:nvPr/>
        </p:nvSpPr>
        <p:spPr>
          <a:xfrm>
            <a:off x="4372093" y="3223969"/>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Processo e Artefatos</a:t>
            </a:r>
          </a:p>
        </p:txBody>
      </p:sp>
      <p:pic>
        <p:nvPicPr>
          <p:cNvPr id="14" name="Picture 2" descr="http://intranet.reynosa.gob.mx/directorio/images/agenda.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9525" y="2637852"/>
            <a:ext cx="2601578" cy="2339234"/>
          </a:xfrm>
          <a:prstGeom prst="rect">
            <a:avLst/>
          </a:prstGeom>
          <a:noFill/>
          <a:extLst>
            <a:ext uri="{909E8E84-426E-40DD-AFC4-6F175D3DCCD1}">
              <a14:hiddenFill xmlns:a14="http://schemas.microsoft.com/office/drawing/2010/main">
                <a:solidFill>
                  <a:srgbClr val="FFFFFF"/>
                </a:solidFill>
              </a14:hiddenFill>
            </a:ext>
          </a:extLst>
        </p:spPr>
      </p:pic>
      <p:sp>
        <p:nvSpPr>
          <p:cNvPr id="3" name="Retângulo 2"/>
          <p:cNvSpPr/>
          <p:nvPr/>
        </p:nvSpPr>
        <p:spPr>
          <a:xfrm>
            <a:off x="412125" y="2530093"/>
            <a:ext cx="1470659" cy="584775"/>
          </a:xfrm>
          <a:prstGeom prst="rect">
            <a:avLst/>
          </a:prstGeom>
        </p:spPr>
        <p:txBody>
          <a:bodyPr wrap="none">
            <a:spAutoFit/>
          </a:bodyPr>
          <a:lstStyle/>
          <a:p>
            <a:r>
              <a:rPr lang="pt-BR" sz="3200" b="1" dirty="0">
                <a:solidFill>
                  <a:schemeClr val="tx1">
                    <a:lumMod val="95000"/>
                    <a:lumOff val="5000"/>
                  </a:schemeClr>
                </a:solidFill>
              </a:rPr>
              <a:t>Agenda</a:t>
            </a:r>
            <a:endParaRPr lang="pt-BR" sz="3200" dirty="0"/>
          </a:p>
        </p:txBody>
      </p:sp>
      <p:sp>
        <p:nvSpPr>
          <p:cNvPr id="15" name="Retângulo de cantos arredondados 9"/>
          <p:cNvSpPr/>
          <p:nvPr/>
        </p:nvSpPr>
        <p:spPr>
          <a:xfrm>
            <a:off x="4372093" y="4257086"/>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Envolvidos</a:t>
            </a:r>
          </a:p>
        </p:txBody>
      </p:sp>
      <p:sp>
        <p:nvSpPr>
          <p:cNvPr id="16" name="Retângulo de cantos arredondados 9"/>
          <p:cNvSpPr/>
          <p:nvPr/>
        </p:nvSpPr>
        <p:spPr>
          <a:xfrm>
            <a:off x="4372093" y="5290202"/>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Próximos Passos</a:t>
            </a:r>
          </a:p>
        </p:txBody>
      </p:sp>
    </p:spTree>
    <p:extLst>
      <p:ext uri="{BB962C8B-B14F-4D97-AF65-F5344CB8AC3E}">
        <p14:creationId xmlns:p14="http://schemas.microsoft.com/office/powerpoint/2010/main" val="3304663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tângulo 16"/>
          <p:cNvSpPr/>
          <p:nvPr/>
        </p:nvSpPr>
        <p:spPr>
          <a:xfrm>
            <a:off x="4191196" y="1658199"/>
            <a:ext cx="5413726" cy="4543818"/>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t"/>
          <a:lstStyle/>
          <a:p>
            <a:pPr marL="972000" lvl="1">
              <a:lnSpc>
                <a:spcPts val="2100"/>
              </a:lnSpc>
            </a:pPr>
            <a:endParaRPr lang="pt-BR" sz="1600" b="1" dirty="0">
              <a:solidFill>
                <a:schemeClr val="tx1">
                  <a:lumMod val="95000"/>
                  <a:lumOff val="5000"/>
                </a:schemeClr>
              </a:solidFill>
            </a:endParaRPr>
          </a:p>
        </p:txBody>
      </p:sp>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8" name="Espaço Reservado para Número de Slide 7"/>
          <p:cNvSpPr>
            <a:spLocks noGrp="1"/>
          </p:cNvSpPr>
          <p:nvPr>
            <p:ph type="sldNum" sz="quarter" idx="12"/>
          </p:nvPr>
        </p:nvSpPr>
        <p:spPr/>
        <p:txBody>
          <a:bodyPr/>
          <a:lstStyle/>
          <a:p>
            <a:fld id="{34FCF5E2-CCF2-BF49-B901-1F681CA77025}" type="slidenum">
              <a:rPr lang="en-US" smtClean="0"/>
              <a:pPr/>
              <a:t>5</a:t>
            </a:fld>
            <a:endParaRPr lang="en-US" dirty="0"/>
          </a:p>
        </p:txBody>
      </p:sp>
      <p:sp>
        <p:nvSpPr>
          <p:cNvPr id="10"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sp>
        <p:nvSpPr>
          <p:cNvPr id="14" name="Retângulo 13"/>
          <p:cNvSpPr/>
          <p:nvPr/>
        </p:nvSpPr>
        <p:spPr>
          <a:xfrm>
            <a:off x="394541" y="1658199"/>
            <a:ext cx="3240000" cy="4543818"/>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marL="288000" lvl="1" indent="-288000">
              <a:lnSpc>
                <a:spcPts val="1700"/>
              </a:lnSpc>
              <a:spcBef>
                <a:spcPts val="600"/>
              </a:spcBef>
              <a:spcAft>
                <a:spcPts val="600"/>
              </a:spcAft>
              <a:buFont typeface="Wingdings" panose="05000000000000000000" pitchFamily="2" charset="2"/>
              <a:buChar char="q"/>
            </a:pPr>
            <a:r>
              <a:rPr lang="pt-BR" sz="1300" b="1" dirty="0">
                <a:solidFill>
                  <a:schemeClr val="tx1">
                    <a:lumMod val="95000"/>
                    <a:lumOff val="5000"/>
                  </a:schemeClr>
                </a:solidFill>
              </a:rPr>
              <a:t>Mapeamento do Serviço/Fornecedor: </a:t>
            </a:r>
            <a:r>
              <a:rPr lang="pt-BR" sz="1300" dirty="0">
                <a:solidFill>
                  <a:schemeClr val="tx1">
                    <a:lumMod val="95000"/>
                    <a:lumOff val="5000"/>
                  </a:schemeClr>
                </a:solidFill>
              </a:rPr>
              <a:t>identificação do serviço, escopo, vigência, níveis de serviço contratados, renovação, pontos de contato, escalada em caso de necessidade, entre outros.</a:t>
            </a:r>
            <a:endParaRPr lang="pt-BR" sz="1300" b="1" dirty="0">
              <a:solidFill>
                <a:schemeClr val="tx1">
                  <a:lumMod val="95000"/>
                  <a:lumOff val="5000"/>
                </a:schemeClr>
              </a:solidFill>
            </a:endParaRPr>
          </a:p>
          <a:p>
            <a:pPr marL="288000" lvl="1" indent="-288000">
              <a:lnSpc>
                <a:spcPts val="1700"/>
              </a:lnSpc>
              <a:spcBef>
                <a:spcPts val="600"/>
              </a:spcBef>
              <a:spcAft>
                <a:spcPts val="600"/>
              </a:spcAft>
              <a:buFont typeface="Wingdings" panose="05000000000000000000" pitchFamily="2" charset="2"/>
              <a:buChar char="q"/>
            </a:pPr>
            <a:r>
              <a:rPr lang="pt-BR" sz="1300" b="1" dirty="0">
                <a:solidFill>
                  <a:schemeClr val="tx1">
                    <a:lumMod val="95000"/>
                    <a:lumOff val="5000"/>
                  </a:schemeClr>
                </a:solidFill>
              </a:rPr>
              <a:t>Reunião de Prestação de Contas: </a:t>
            </a:r>
            <a:r>
              <a:rPr lang="pt-BR" sz="1300" dirty="0">
                <a:solidFill>
                  <a:schemeClr val="tx1">
                    <a:lumMod val="95000"/>
                    <a:lumOff val="5000"/>
                  </a:schemeClr>
                </a:solidFill>
              </a:rPr>
              <a:t>apresentação dos indicadores de nível de serviço do mês, esclarecimento de eventuais desvios, sugestões de melhorias, esclarecimento de dúvidas em geral, solicitações relacionadas ao serviço, feedback positivo ou negativo ao fornecedor; formalização em Ata, penalização se aplicável.</a:t>
            </a:r>
          </a:p>
          <a:p>
            <a:pPr marL="288000" lvl="1" indent="-288000">
              <a:lnSpc>
                <a:spcPts val="1700"/>
              </a:lnSpc>
              <a:spcBef>
                <a:spcPts val="600"/>
              </a:spcBef>
              <a:spcAft>
                <a:spcPts val="600"/>
              </a:spcAft>
              <a:buFont typeface="Wingdings" panose="05000000000000000000" pitchFamily="2" charset="2"/>
              <a:buChar char="q"/>
            </a:pPr>
            <a:r>
              <a:rPr lang="pt-BR" sz="1300" b="1" dirty="0">
                <a:solidFill>
                  <a:schemeClr val="tx1">
                    <a:lumMod val="95000"/>
                    <a:lumOff val="5000"/>
                  </a:schemeClr>
                </a:solidFill>
              </a:rPr>
              <a:t>Renovação Contratual: </a:t>
            </a:r>
            <a:r>
              <a:rPr lang="pt-BR" sz="1300" dirty="0">
                <a:solidFill>
                  <a:schemeClr val="tx1">
                    <a:lumMod val="95000"/>
                    <a:lumOff val="5000"/>
                  </a:schemeClr>
                </a:solidFill>
              </a:rPr>
              <a:t>considerar o resultado das reuniões, pontos negativos e sugestões de melhorias durante o processo de renovação contratual.</a:t>
            </a:r>
            <a:endParaRPr lang="pt-BR" sz="1300" b="1" dirty="0">
              <a:solidFill>
                <a:schemeClr val="tx1">
                  <a:lumMod val="95000"/>
                  <a:lumOff val="5000"/>
                </a:schemeClr>
              </a:solidFill>
            </a:endParaRPr>
          </a:p>
        </p:txBody>
      </p:sp>
      <p:sp>
        <p:nvSpPr>
          <p:cNvPr id="15" name="Retângulo de cantos arredondados 14"/>
          <p:cNvSpPr/>
          <p:nvPr/>
        </p:nvSpPr>
        <p:spPr>
          <a:xfrm>
            <a:off x="394541" y="1035537"/>
            <a:ext cx="3240000" cy="624278"/>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Dinâmicas a serem implantadas</a:t>
            </a:r>
          </a:p>
        </p:txBody>
      </p:sp>
      <p:pic>
        <p:nvPicPr>
          <p:cNvPr id="18" name="Imagem 17"/>
          <p:cNvPicPr>
            <a:picLocks noChangeAspect="1"/>
          </p:cNvPicPr>
          <p:nvPr/>
        </p:nvPicPr>
        <p:blipFill>
          <a:blip r:embed="rId3"/>
          <a:stretch>
            <a:fillRect/>
          </a:stretch>
        </p:blipFill>
        <p:spPr>
          <a:xfrm>
            <a:off x="304103" y="6494861"/>
            <a:ext cx="1390844" cy="114316"/>
          </a:xfrm>
          <a:prstGeom prst="rect">
            <a:avLst/>
          </a:prstGeom>
        </p:spPr>
      </p:pic>
      <p:pic>
        <p:nvPicPr>
          <p:cNvPr id="2050" name="Picture 2" descr="http://www.atsconline.com/images/icon-employee.png"/>
          <p:cNvPicPr>
            <a:picLocks noChangeAspect="1" noChangeArrowheads="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b="24032"/>
          <a:stretch/>
        </p:blipFill>
        <p:spPr bwMode="auto">
          <a:xfrm>
            <a:off x="4336300" y="2001229"/>
            <a:ext cx="845458" cy="768626"/>
          </a:xfrm>
          <a:prstGeom prst="rect">
            <a:avLst/>
          </a:prstGeom>
          <a:noFill/>
          <a:extLst>
            <a:ext uri="{909E8E84-426E-40DD-AFC4-6F175D3DCCD1}">
              <a14:hiddenFill xmlns:a14="http://schemas.microsoft.com/office/drawing/2010/main">
                <a:solidFill>
                  <a:srgbClr val="FFFFFF"/>
                </a:solidFill>
              </a14:hiddenFill>
            </a:ext>
          </a:extLst>
        </p:spPr>
      </p:pic>
      <p:sp>
        <p:nvSpPr>
          <p:cNvPr id="16" name="Retângulo de cantos arredondados 14"/>
          <p:cNvSpPr/>
          <p:nvPr/>
        </p:nvSpPr>
        <p:spPr>
          <a:xfrm>
            <a:off x="4191196" y="1035537"/>
            <a:ext cx="5420085" cy="624278"/>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Papéis e Responsabilidades</a:t>
            </a:r>
          </a:p>
        </p:txBody>
      </p:sp>
      <p:pic>
        <p:nvPicPr>
          <p:cNvPr id="19" name="Picture 2" descr="http://www.atsconline.com/images/icon-employee.png"/>
          <p:cNvPicPr>
            <a:picLocks noChangeAspect="1" noChangeArrowheads="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b="24032"/>
          <a:stretch/>
        </p:blipFill>
        <p:spPr bwMode="auto">
          <a:xfrm>
            <a:off x="4336300" y="3163140"/>
            <a:ext cx="845458" cy="76862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http://www.atsconline.com/images/icon-employee.png"/>
          <p:cNvPicPr>
            <a:picLocks noChangeAspect="1" noChangeArrowheads="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b="24032"/>
          <a:stretch/>
        </p:blipFill>
        <p:spPr bwMode="auto">
          <a:xfrm>
            <a:off x="4336300" y="4225900"/>
            <a:ext cx="845458" cy="76862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http://www.atsconline.com/images/icon-employee.png"/>
          <p:cNvPicPr>
            <a:picLocks noChangeAspect="1" noChangeArrowheads="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b="24032"/>
          <a:stretch/>
        </p:blipFill>
        <p:spPr bwMode="auto">
          <a:xfrm>
            <a:off x="4336300" y="5275361"/>
            <a:ext cx="845458" cy="768626"/>
          </a:xfrm>
          <a:prstGeom prst="rect">
            <a:avLst/>
          </a:prstGeom>
          <a:noFill/>
          <a:extLst>
            <a:ext uri="{909E8E84-426E-40DD-AFC4-6F175D3DCCD1}">
              <a14:hiddenFill xmlns:a14="http://schemas.microsoft.com/office/drawing/2010/main">
                <a:solidFill>
                  <a:srgbClr val="FFFFFF"/>
                </a:solidFill>
              </a14:hiddenFill>
            </a:ext>
          </a:extLst>
        </p:spPr>
      </p:pic>
      <p:sp>
        <p:nvSpPr>
          <p:cNvPr id="9" name="CaixaDeTexto 8"/>
          <p:cNvSpPr txBox="1"/>
          <p:nvPr/>
        </p:nvSpPr>
        <p:spPr>
          <a:xfrm>
            <a:off x="5254762" y="1862322"/>
            <a:ext cx="4350159" cy="1046440"/>
          </a:xfrm>
          <a:prstGeom prst="rect">
            <a:avLst/>
          </a:prstGeom>
          <a:noFill/>
        </p:spPr>
        <p:txBody>
          <a:bodyPr wrap="square" rtlCol="0">
            <a:spAutoFit/>
          </a:bodyPr>
          <a:lstStyle/>
          <a:p>
            <a:r>
              <a:rPr lang="pt-BR" sz="1400" b="1" dirty="0"/>
              <a:t>SLM (Smiles)</a:t>
            </a:r>
            <a:r>
              <a:rPr lang="pt-BR" sz="1400" dirty="0"/>
              <a:t> </a:t>
            </a:r>
          </a:p>
          <a:p>
            <a:r>
              <a:rPr lang="pt-BR" sz="1200" dirty="0"/>
              <a:t>Controlar a vigência dos contratos, controlar o repositório de dados, elaborar e divulgar o calendário e as convocações para as reuniões de Prestação de Contas, prover orientações em geral, apoiar os Gestores nas reuniões.</a:t>
            </a:r>
          </a:p>
        </p:txBody>
      </p:sp>
      <p:sp>
        <p:nvSpPr>
          <p:cNvPr id="22" name="CaixaDeTexto 21"/>
          <p:cNvSpPr txBox="1"/>
          <p:nvPr/>
        </p:nvSpPr>
        <p:spPr>
          <a:xfrm>
            <a:off x="5254762" y="3024233"/>
            <a:ext cx="4350159" cy="1046440"/>
          </a:xfrm>
          <a:prstGeom prst="rect">
            <a:avLst/>
          </a:prstGeom>
          <a:noFill/>
        </p:spPr>
        <p:txBody>
          <a:bodyPr wrap="square" rtlCol="0">
            <a:spAutoFit/>
          </a:bodyPr>
          <a:lstStyle/>
          <a:p>
            <a:r>
              <a:rPr lang="pt-BR" sz="1400" b="1" dirty="0"/>
              <a:t>Gestor do Fornecedor (Smiles)</a:t>
            </a:r>
          </a:p>
          <a:p>
            <a:r>
              <a:rPr lang="pt-BR" sz="1200" dirty="0"/>
              <a:t>Prover informações ao SLM, conduzir as reuniões de Prestação de Contas, analisar o desempenho do fornecedor, elaborar e divulgar a Ata da Reunião, notificar eventuais penalizações ao fornecedor, promover negociação para renovação de contrato.</a:t>
            </a:r>
            <a:endParaRPr lang="pt-BR" sz="1400" dirty="0"/>
          </a:p>
        </p:txBody>
      </p:sp>
      <p:sp>
        <p:nvSpPr>
          <p:cNvPr id="23" name="CaixaDeTexto 22"/>
          <p:cNvSpPr txBox="1"/>
          <p:nvPr/>
        </p:nvSpPr>
        <p:spPr>
          <a:xfrm>
            <a:off x="5254762" y="5228787"/>
            <a:ext cx="4350159" cy="861774"/>
          </a:xfrm>
          <a:prstGeom prst="rect">
            <a:avLst/>
          </a:prstGeom>
          <a:noFill/>
        </p:spPr>
        <p:txBody>
          <a:bodyPr wrap="square" rtlCol="0">
            <a:spAutoFit/>
          </a:bodyPr>
          <a:lstStyle/>
          <a:p>
            <a:r>
              <a:rPr lang="pt-BR" sz="1400" b="1" dirty="0"/>
              <a:t>Fornecedor</a:t>
            </a:r>
          </a:p>
          <a:p>
            <a:r>
              <a:rPr lang="pt-BR" sz="1200" dirty="0"/>
              <a:t>Comparecer às reuniões de Prestação de Contas, elaborar e divulgar os resultados dos </a:t>
            </a:r>
            <a:r>
              <a:rPr lang="pt-BR" sz="1200" dirty="0" err="1"/>
              <a:t>SLAs</a:t>
            </a:r>
            <a:r>
              <a:rPr lang="pt-BR" sz="1200" dirty="0"/>
              <a:t> (níveis de serviços), esclarecer desvios nos </a:t>
            </a:r>
            <a:r>
              <a:rPr lang="pt-BR" sz="1200" dirty="0" err="1"/>
              <a:t>SLAs</a:t>
            </a:r>
            <a:r>
              <a:rPr lang="pt-BR" sz="1200" dirty="0"/>
              <a:t> ou dúvidas em geral sobre o serviço contratado.</a:t>
            </a:r>
            <a:endParaRPr lang="pt-BR" sz="1400" dirty="0"/>
          </a:p>
        </p:txBody>
      </p:sp>
      <p:sp>
        <p:nvSpPr>
          <p:cNvPr id="24" name="CaixaDeTexto 23"/>
          <p:cNvSpPr txBox="1"/>
          <p:nvPr/>
        </p:nvSpPr>
        <p:spPr>
          <a:xfrm>
            <a:off x="5254762" y="4271659"/>
            <a:ext cx="4350159" cy="677108"/>
          </a:xfrm>
          <a:prstGeom prst="rect">
            <a:avLst/>
          </a:prstGeom>
          <a:noFill/>
        </p:spPr>
        <p:txBody>
          <a:bodyPr wrap="square" rtlCol="0">
            <a:spAutoFit/>
          </a:bodyPr>
          <a:lstStyle/>
          <a:p>
            <a:r>
              <a:rPr lang="pt-BR" sz="1400" b="1" dirty="0"/>
              <a:t>Jurídico (Smiles)</a:t>
            </a:r>
          </a:p>
          <a:p>
            <a:r>
              <a:rPr lang="pt-BR" sz="1200" dirty="0"/>
              <a:t>Apoiar os Gestores dos Fornecedores de TI durante as renovações contratuais.</a:t>
            </a:r>
            <a:endParaRPr lang="pt-BR" sz="1400" dirty="0"/>
          </a:p>
        </p:txBody>
      </p:sp>
    </p:spTree>
    <p:extLst>
      <p:ext uri="{BB962C8B-B14F-4D97-AF65-F5344CB8AC3E}">
        <p14:creationId xmlns:p14="http://schemas.microsoft.com/office/powerpoint/2010/main" val="2835179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9"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pic>
        <p:nvPicPr>
          <p:cNvPr id="12" name="Imagem 11"/>
          <p:cNvPicPr>
            <a:picLocks noChangeAspect="1"/>
          </p:cNvPicPr>
          <p:nvPr/>
        </p:nvPicPr>
        <p:blipFill>
          <a:blip r:embed="rId3"/>
          <a:stretch>
            <a:fillRect/>
          </a:stretch>
        </p:blipFill>
        <p:spPr>
          <a:xfrm>
            <a:off x="304103" y="6494861"/>
            <a:ext cx="1390844" cy="114316"/>
          </a:xfrm>
          <a:prstGeom prst="rect">
            <a:avLst/>
          </a:prstGeom>
        </p:spPr>
      </p:pic>
      <p:sp>
        <p:nvSpPr>
          <p:cNvPr id="8" name="Espaço Reservado para Número de Slide 10"/>
          <p:cNvSpPr>
            <a:spLocks noGrp="1"/>
          </p:cNvSpPr>
          <p:nvPr>
            <p:ph type="sldNum" sz="quarter" idx="12"/>
          </p:nvPr>
        </p:nvSpPr>
        <p:spPr>
          <a:xfrm>
            <a:off x="7250615" y="6356353"/>
            <a:ext cx="2360666" cy="365125"/>
          </a:xfrm>
        </p:spPr>
        <p:txBody>
          <a:bodyPr/>
          <a:lstStyle/>
          <a:p>
            <a:r>
              <a:rPr lang="en-US" dirty="0"/>
              <a:t>2</a:t>
            </a:r>
          </a:p>
        </p:txBody>
      </p:sp>
      <p:sp>
        <p:nvSpPr>
          <p:cNvPr id="10" name="Retângulo de cantos arredondados 6"/>
          <p:cNvSpPr/>
          <p:nvPr/>
        </p:nvSpPr>
        <p:spPr>
          <a:xfrm>
            <a:off x="4372093" y="1157735"/>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Objetivo e Escopo</a:t>
            </a:r>
          </a:p>
        </p:txBody>
      </p:sp>
      <p:sp>
        <p:nvSpPr>
          <p:cNvPr id="11" name="Retângulo de cantos arredondados 8"/>
          <p:cNvSpPr/>
          <p:nvPr/>
        </p:nvSpPr>
        <p:spPr>
          <a:xfrm>
            <a:off x="4372093" y="2190852"/>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Dinâmica e Papéis</a:t>
            </a:r>
          </a:p>
        </p:txBody>
      </p:sp>
      <p:sp>
        <p:nvSpPr>
          <p:cNvPr id="13" name="Retângulo de cantos arredondados 9"/>
          <p:cNvSpPr/>
          <p:nvPr/>
        </p:nvSpPr>
        <p:spPr>
          <a:xfrm>
            <a:off x="4372093" y="3223969"/>
            <a:ext cx="6120000" cy="720000"/>
          </a:xfrm>
          <a:prstGeom prst="roundRect">
            <a:avLst>
              <a:gd name="adj" fmla="val 21097"/>
            </a:avLst>
          </a:prstGeom>
          <a:solidFill>
            <a:srgbClr val="F68E1E"/>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Processo e Artefatos</a:t>
            </a:r>
          </a:p>
        </p:txBody>
      </p:sp>
      <p:pic>
        <p:nvPicPr>
          <p:cNvPr id="14" name="Picture 2" descr="http://intranet.reynosa.gob.mx/directorio/images/agenda.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9525" y="2637852"/>
            <a:ext cx="2601578" cy="2339234"/>
          </a:xfrm>
          <a:prstGeom prst="rect">
            <a:avLst/>
          </a:prstGeom>
          <a:noFill/>
          <a:extLst>
            <a:ext uri="{909E8E84-426E-40DD-AFC4-6F175D3DCCD1}">
              <a14:hiddenFill xmlns:a14="http://schemas.microsoft.com/office/drawing/2010/main">
                <a:solidFill>
                  <a:srgbClr val="FFFFFF"/>
                </a:solidFill>
              </a14:hiddenFill>
            </a:ext>
          </a:extLst>
        </p:spPr>
      </p:pic>
      <p:sp>
        <p:nvSpPr>
          <p:cNvPr id="3" name="Retângulo 2"/>
          <p:cNvSpPr/>
          <p:nvPr/>
        </p:nvSpPr>
        <p:spPr>
          <a:xfrm>
            <a:off x="412125" y="2530093"/>
            <a:ext cx="1470659" cy="584775"/>
          </a:xfrm>
          <a:prstGeom prst="rect">
            <a:avLst/>
          </a:prstGeom>
        </p:spPr>
        <p:txBody>
          <a:bodyPr wrap="none">
            <a:spAutoFit/>
          </a:bodyPr>
          <a:lstStyle/>
          <a:p>
            <a:r>
              <a:rPr lang="pt-BR" sz="3200" b="1" dirty="0">
                <a:solidFill>
                  <a:schemeClr val="tx1">
                    <a:lumMod val="95000"/>
                    <a:lumOff val="5000"/>
                  </a:schemeClr>
                </a:solidFill>
              </a:rPr>
              <a:t>Agenda</a:t>
            </a:r>
            <a:endParaRPr lang="pt-BR" sz="3200" dirty="0"/>
          </a:p>
        </p:txBody>
      </p:sp>
      <p:sp>
        <p:nvSpPr>
          <p:cNvPr id="15" name="Retângulo de cantos arredondados 9"/>
          <p:cNvSpPr/>
          <p:nvPr/>
        </p:nvSpPr>
        <p:spPr>
          <a:xfrm>
            <a:off x="4372093" y="4257086"/>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Envolvidos</a:t>
            </a:r>
          </a:p>
        </p:txBody>
      </p:sp>
      <p:sp>
        <p:nvSpPr>
          <p:cNvPr id="16" name="Retângulo de cantos arredondados 9"/>
          <p:cNvSpPr/>
          <p:nvPr/>
        </p:nvSpPr>
        <p:spPr>
          <a:xfrm>
            <a:off x="4372093" y="5290202"/>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Próximos Passos</a:t>
            </a:r>
          </a:p>
        </p:txBody>
      </p:sp>
    </p:spTree>
    <p:extLst>
      <p:ext uri="{BB962C8B-B14F-4D97-AF65-F5344CB8AC3E}">
        <p14:creationId xmlns:p14="http://schemas.microsoft.com/office/powerpoint/2010/main" val="189168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8" name="Espaço Reservado para Número de Slide 7"/>
          <p:cNvSpPr>
            <a:spLocks noGrp="1"/>
          </p:cNvSpPr>
          <p:nvPr>
            <p:ph type="sldNum" sz="quarter" idx="12"/>
          </p:nvPr>
        </p:nvSpPr>
        <p:spPr/>
        <p:txBody>
          <a:bodyPr/>
          <a:lstStyle/>
          <a:p>
            <a:fld id="{34FCF5E2-CCF2-BF49-B901-1F681CA77025}" type="slidenum">
              <a:rPr lang="en-US" smtClean="0"/>
              <a:pPr/>
              <a:t>7</a:t>
            </a:fld>
            <a:endParaRPr lang="en-US" dirty="0"/>
          </a:p>
        </p:txBody>
      </p:sp>
      <p:sp>
        <p:nvSpPr>
          <p:cNvPr id="10"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sp>
        <p:nvSpPr>
          <p:cNvPr id="15" name="Retângulo de cantos arredondados 14"/>
          <p:cNvSpPr/>
          <p:nvPr/>
        </p:nvSpPr>
        <p:spPr>
          <a:xfrm>
            <a:off x="304103" y="1035537"/>
            <a:ext cx="1300406" cy="382446"/>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Processo</a:t>
            </a:r>
          </a:p>
        </p:txBody>
      </p:sp>
      <p:pic>
        <p:nvPicPr>
          <p:cNvPr id="18" name="Imagem 17"/>
          <p:cNvPicPr>
            <a:picLocks noChangeAspect="1"/>
          </p:cNvPicPr>
          <p:nvPr/>
        </p:nvPicPr>
        <p:blipFill>
          <a:blip r:embed="rId3"/>
          <a:stretch>
            <a:fillRect/>
          </a:stretch>
        </p:blipFill>
        <p:spPr>
          <a:xfrm>
            <a:off x="304103" y="6494861"/>
            <a:ext cx="1390844" cy="114316"/>
          </a:xfrm>
          <a:prstGeom prst="rect">
            <a:avLst/>
          </a:prstGeom>
        </p:spPr>
      </p:pic>
      <p:pic>
        <p:nvPicPr>
          <p:cNvPr id="3" name="Imagem 2"/>
          <p:cNvPicPr>
            <a:picLocks noChangeAspect="1"/>
          </p:cNvPicPr>
          <p:nvPr/>
        </p:nvPicPr>
        <p:blipFill>
          <a:blip r:embed="rId4"/>
          <a:stretch>
            <a:fillRect/>
          </a:stretch>
        </p:blipFill>
        <p:spPr>
          <a:xfrm>
            <a:off x="1533827" y="2025895"/>
            <a:ext cx="7049484" cy="3362794"/>
          </a:xfrm>
          <a:prstGeom prst="rect">
            <a:avLst/>
          </a:prstGeom>
        </p:spPr>
      </p:pic>
      <p:sp>
        <p:nvSpPr>
          <p:cNvPr id="4" name="Retângulo 3">
            <a:hlinkClick r:id="rId5" action="ppaction://hlinksldjump"/>
          </p:cNvPr>
          <p:cNvSpPr/>
          <p:nvPr/>
        </p:nvSpPr>
        <p:spPr>
          <a:xfrm>
            <a:off x="2796209" y="2851119"/>
            <a:ext cx="1351722" cy="98066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5" name="Retângulo 24">
            <a:hlinkClick r:id="rId6" action="ppaction://hlinksldjump"/>
          </p:cNvPr>
          <p:cNvSpPr/>
          <p:nvPr/>
        </p:nvSpPr>
        <p:spPr>
          <a:xfrm>
            <a:off x="4525618" y="2851119"/>
            <a:ext cx="1351722" cy="98066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6" name="Retângulo 25">
            <a:hlinkClick r:id="rId7" action="ppaction://hlinksldjump"/>
          </p:cNvPr>
          <p:cNvSpPr/>
          <p:nvPr/>
        </p:nvSpPr>
        <p:spPr>
          <a:xfrm>
            <a:off x="6255027" y="2851119"/>
            <a:ext cx="1351722" cy="98066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499444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8" name="Espaço Reservado para Número de Slide 7"/>
          <p:cNvSpPr>
            <a:spLocks noGrp="1"/>
          </p:cNvSpPr>
          <p:nvPr>
            <p:ph type="sldNum" sz="quarter" idx="12"/>
          </p:nvPr>
        </p:nvSpPr>
        <p:spPr/>
        <p:txBody>
          <a:bodyPr/>
          <a:lstStyle/>
          <a:p>
            <a:fld id="{34FCF5E2-CCF2-BF49-B901-1F681CA77025}" type="slidenum">
              <a:rPr lang="en-US" smtClean="0"/>
              <a:pPr/>
              <a:t>8</a:t>
            </a:fld>
            <a:endParaRPr lang="en-US" dirty="0"/>
          </a:p>
        </p:txBody>
      </p:sp>
      <p:sp>
        <p:nvSpPr>
          <p:cNvPr id="10"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sp>
        <p:nvSpPr>
          <p:cNvPr id="15" name="Retângulo de cantos arredondados 14"/>
          <p:cNvSpPr/>
          <p:nvPr/>
        </p:nvSpPr>
        <p:spPr>
          <a:xfrm>
            <a:off x="304103" y="1035537"/>
            <a:ext cx="1300406" cy="382446"/>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Processo</a:t>
            </a:r>
          </a:p>
        </p:txBody>
      </p:sp>
      <p:pic>
        <p:nvPicPr>
          <p:cNvPr id="18" name="Imagem 17"/>
          <p:cNvPicPr>
            <a:picLocks noChangeAspect="1"/>
          </p:cNvPicPr>
          <p:nvPr/>
        </p:nvPicPr>
        <p:blipFill>
          <a:blip r:embed="rId3"/>
          <a:stretch>
            <a:fillRect/>
          </a:stretch>
        </p:blipFill>
        <p:spPr>
          <a:xfrm>
            <a:off x="304103" y="6494861"/>
            <a:ext cx="1390844" cy="114316"/>
          </a:xfrm>
          <a:prstGeom prst="rect">
            <a:avLst/>
          </a:prstGeom>
        </p:spPr>
      </p:pic>
      <p:sp>
        <p:nvSpPr>
          <p:cNvPr id="4" name="Seta: para a Esquerda 3">
            <a:hlinkClick r:id="rId4" action="ppaction://hlinksldjump"/>
          </p:cNvPr>
          <p:cNvSpPr/>
          <p:nvPr/>
        </p:nvSpPr>
        <p:spPr>
          <a:xfrm>
            <a:off x="8973437" y="996676"/>
            <a:ext cx="780163" cy="460168"/>
          </a:xfrm>
          <a:prstGeom prst="leftArrow">
            <a:avLst>
              <a:gd name="adj1" fmla="val 61519"/>
              <a:gd name="adj2" fmla="val 67279"/>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pt-BR" sz="1100" b="1" dirty="0">
                <a:effectLst>
                  <a:outerShdw blurRad="38100" dist="38100" dir="2700000" algn="tl">
                    <a:srgbClr val="000000">
                      <a:alpha val="43137"/>
                    </a:srgbClr>
                  </a:outerShdw>
                </a:effectLst>
              </a:rPr>
              <a:t>Voltar</a:t>
            </a:r>
            <a:endParaRPr lang="pt-BR" b="1" dirty="0">
              <a:effectLst>
                <a:outerShdw blurRad="38100" dist="38100" dir="2700000" algn="tl">
                  <a:srgbClr val="000000">
                    <a:alpha val="43137"/>
                  </a:srgbClr>
                </a:outerShdw>
              </a:effectLst>
            </a:endParaRPr>
          </a:p>
        </p:txBody>
      </p:sp>
      <p:pic>
        <p:nvPicPr>
          <p:cNvPr id="5" name="Imagem 4"/>
          <p:cNvPicPr>
            <a:picLocks noChangeAspect="1"/>
          </p:cNvPicPr>
          <p:nvPr/>
        </p:nvPicPr>
        <p:blipFill>
          <a:blip r:embed="rId5"/>
          <a:stretch>
            <a:fillRect/>
          </a:stretch>
        </p:blipFill>
        <p:spPr>
          <a:xfrm>
            <a:off x="0" y="1773756"/>
            <a:ext cx="10117138" cy="4365332"/>
          </a:xfrm>
          <a:prstGeom prst="rect">
            <a:avLst/>
          </a:prstGeom>
        </p:spPr>
      </p:pic>
    </p:spTree>
    <p:extLst>
      <p:ext uri="{BB962C8B-B14F-4D97-AF65-F5344CB8AC3E}">
        <p14:creationId xmlns:p14="http://schemas.microsoft.com/office/powerpoint/2010/main" val="21121099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8" name="Espaço Reservado para Número de Slide 7"/>
          <p:cNvSpPr>
            <a:spLocks noGrp="1"/>
          </p:cNvSpPr>
          <p:nvPr>
            <p:ph type="sldNum" sz="quarter" idx="12"/>
          </p:nvPr>
        </p:nvSpPr>
        <p:spPr/>
        <p:txBody>
          <a:bodyPr/>
          <a:lstStyle/>
          <a:p>
            <a:fld id="{34FCF5E2-CCF2-BF49-B901-1F681CA77025}" type="slidenum">
              <a:rPr lang="en-US" smtClean="0"/>
              <a:pPr/>
              <a:t>9</a:t>
            </a:fld>
            <a:endParaRPr lang="en-US" dirty="0"/>
          </a:p>
        </p:txBody>
      </p:sp>
      <p:sp>
        <p:nvSpPr>
          <p:cNvPr id="10"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sp>
        <p:nvSpPr>
          <p:cNvPr id="15" name="Retângulo de cantos arredondados 14"/>
          <p:cNvSpPr/>
          <p:nvPr/>
        </p:nvSpPr>
        <p:spPr>
          <a:xfrm>
            <a:off x="304103" y="1035537"/>
            <a:ext cx="1300406" cy="382446"/>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Processo</a:t>
            </a:r>
          </a:p>
        </p:txBody>
      </p:sp>
      <p:pic>
        <p:nvPicPr>
          <p:cNvPr id="18" name="Imagem 17"/>
          <p:cNvPicPr>
            <a:picLocks noChangeAspect="1"/>
          </p:cNvPicPr>
          <p:nvPr/>
        </p:nvPicPr>
        <p:blipFill>
          <a:blip r:embed="rId3"/>
          <a:stretch>
            <a:fillRect/>
          </a:stretch>
        </p:blipFill>
        <p:spPr>
          <a:xfrm>
            <a:off x="304103" y="6494861"/>
            <a:ext cx="1390844" cy="114316"/>
          </a:xfrm>
          <a:prstGeom prst="rect">
            <a:avLst/>
          </a:prstGeom>
        </p:spPr>
      </p:pic>
      <p:sp>
        <p:nvSpPr>
          <p:cNvPr id="11" name="Seta: para a Esquerda 10">
            <a:hlinkClick r:id="rId4" action="ppaction://hlinksldjump"/>
          </p:cNvPr>
          <p:cNvSpPr/>
          <p:nvPr/>
        </p:nvSpPr>
        <p:spPr>
          <a:xfrm>
            <a:off x="8973437" y="996676"/>
            <a:ext cx="780163" cy="460168"/>
          </a:xfrm>
          <a:prstGeom prst="leftArrow">
            <a:avLst>
              <a:gd name="adj1" fmla="val 61519"/>
              <a:gd name="adj2" fmla="val 67279"/>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pt-BR" sz="1100" b="1" dirty="0">
                <a:effectLst>
                  <a:outerShdw blurRad="38100" dist="38100" dir="2700000" algn="tl">
                    <a:srgbClr val="000000">
                      <a:alpha val="43137"/>
                    </a:srgbClr>
                  </a:outerShdw>
                </a:effectLst>
              </a:rPr>
              <a:t>Voltar</a:t>
            </a:r>
            <a:endParaRPr lang="pt-BR" b="1" dirty="0">
              <a:effectLst>
                <a:outerShdw blurRad="38100" dist="38100" dir="2700000" algn="tl">
                  <a:srgbClr val="000000">
                    <a:alpha val="43137"/>
                  </a:srgbClr>
                </a:outerShdw>
              </a:effectLst>
            </a:endParaRPr>
          </a:p>
        </p:txBody>
      </p:sp>
      <p:pic>
        <p:nvPicPr>
          <p:cNvPr id="4" name="Imagem 3"/>
          <p:cNvPicPr>
            <a:picLocks noChangeAspect="1"/>
          </p:cNvPicPr>
          <p:nvPr/>
        </p:nvPicPr>
        <p:blipFill>
          <a:blip r:embed="rId5"/>
          <a:stretch>
            <a:fillRect/>
          </a:stretch>
        </p:blipFill>
        <p:spPr>
          <a:xfrm>
            <a:off x="1" y="1868715"/>
            <a:ext cx="10117138" cy="4175413"/>
          </a:xfrm>
          <a:prstGeom prst="rect">
            <a:avLst/>
          </a:prstGeom>
        </p:spPr>
      </p:pic>
    </p:spTree>
    <p:extLst>
      <p:ext uri="{BB962C8B-B14F-4D97-AF65-F5344CB8AC3E}">
        <p14:creationId xmlns:p14="http://schemas.microsoft.com/office/powerpoint/2010/main" val="3974105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p:cNvPicPr>
            <a:picLocks noChangeAspect="1"/>
          </p:cNvPicPr>
          <p:nvPr/>
        </p:nvPicPr>
        <p:blipFill rotWithShape="1">
          <a:blip r:embed="rId2"/>
          <a:srcRect b="12581"/>
          <a:stretch/>
        </p:blipFill>
        <p:spPr>
          <a:xfrm>
            <a:off x="450569" y="1456844"/>
            <a:ext cx="9216000" cy="5152333"/>
          </a:xfrm>
          <a:prstGeom prst="rect">
            <a:avLst/>
          </a:prstGeom>
        </p:spPr>
      </p:pic>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3"/>
            <a:stretch>
              <a:fillRect/>
            </a:stretch>
          </p:blipFill>
          <p:spPr>
            <a:xfrm>
              <a:off x="8218106" y="129598"/>
              <a:ext cx="843390" cy="334448"/>
            </a:xfrm>
            <a:prstGeom prst="rect">
              <a:avLst/>
            </a:prstGeom>
          </p:spPr>
        </p:pic>
      </p:grpSp>
      <p:sp>
        <p:nvSpPr>
          <p:cNvPr id="8" name="Espaço Reservado para Número de Slide 7"/>
          <p:cNvSpPr>
            <a:spLocks noGrp="1"/>
          </p:cNvSpPr>
          <p:nvPr>
            <p:ph type="sldNum" sz="quarter" idx="12"/>
          </p:nvPr>
        </p:nvSpPr>
        <p:spPr/>
        <p:txBody>
          <a:bodyPr/>
          <a:lstStyle/>
          <a:p>
            <a:fld id="{34FCF5E2-CCF2-BF49-B901-1F681CA77025}" type="slidenum">
              <a:rPr lang="en-US" smtClean="0"/>
              <a:pPr/>
              <a:t>10</a:t>
            </a:fld>
            <a:endParaRPr lang="en-US" dirty="0"/>
          </a:p>
        </p:txBody>
      </p:sp>
      <p:sp>
        <p:nvSpPr>
          <p:cNvPr id="10"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sp>
        <p:nvSpPr>
          <p:cNvPr id="15" name="Retângulo de cantos arredondados 14"/>
          <p:cNvSpPr/>
          <p:nvPr/>
        </p:nvSpPr>
        <p:spPr>
          <a:xfrm>
            <a:off x="304103" y="1035537"/>
            <a:ext cx="1300406" cy="382446"/>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Processo</a:t>
            </a:r>
          </a:p>
        </p:txBody>
      </p:sp>
      <p:pic>
        <p:nvPicPr>
          <p:cNvPr id="18" name="Imagem 17"/>
          <p:cNvPicPr>
            <a:picLocks noChangeAspect="1"/>
          </p:cNvPicPr>
          <p:nvPr/>
        </p:nvPicPr>
        <p:blipFill>
          <a:blip r:embed="rId4"/>
          <a:stretch>
            <a:fillRect/>
          </a:stretch>
        </p:blipFill>
        <p:spPr>
          <a:xfrm>
            <a:off x="304103" y="6494861"/>
            <a:ext cx="1390844" cy="114316"/>
          </a:xfrm>
          <a:prstGeom prst="rect">
            <a:avLst/>
          </a:prstGeom>
        </p:spPr>
      </p:pic>
      <p:sp>
        <p:nvSpPr>
          <p:cNvPr id="11" name="Seta: para a Esquerda 10">
            <a:hlinkClick r:id="rId5" action="ppaction://hlinksldjump"/>
          </p:cNvPr>
          <p:cNvSpPr/>
          <p:nvPr/>
        </p:nvSpPr>
        <p:spPr>
          <a:xfrm>
            <a:off x="8973437" y="996676"/>
            <a:ext cx="780163" cy="460168"/>
          </a:xfrm>
          <a:prstGeom prst="leftArrow">
            <a:avLst>
              <a:gd name="adj1" fmla="val 61519"/>
              <a:gd name="adj2" fmla="val 67279"/>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pt-BR" sz="1100" b="1" dirty="0">
                <a:effectLst>
                  <a:outerShdw blurRad="38100" dist="38100" dir="2700000" algn="tl">
                    <a:srgbClr val="000000">
                      <a:alpha val="43137"/>
                    </a:srgbClr>
                  </a:outerShdw>
                </a:effectLst>
              </a:rPr>
              <a:t>Voltar</a:t>
            </a:r>
            <a:endParaRPr lang="pt-BR"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466721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8" name="Espaço Reservado para Número de Slide 7"/>
          <p:cNvSpPr>
            <a:spLocks noGrp="1"/>
          </p:cNvSpPr>
          <p:nvPr>
            <p:ph type="sldNum" sz="quarter" idx="12"/>
          </p:nvPr>
        </p:nvSpPr>
        <p:spPr/>
        <p:txBody>
          <a:bodyPr/>
          <a:lstStyle/>
          <a:p>
            <a:fld id="{34FCF5E2-CCF2-BF49-B901-1F681CA77025}" type="slidenum">
              <a:rPr lang="en-US" smtClean="0"/>
              <a:pPr/>
              <a:t>11</a:t>
            </a:fld>
            <a:endParaRPr lang="en-US" dirty="0"/>
          </a:p>
        </p:txBody>
      </p:sp>
      <p:sp>
        <p:nvSpPr>
          <p:cNvPr id="10"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sp>
        <p:nvSpPr>
          <p:cNvPr id="15" name="Retângulo de cantos arredondados 14"/>
          <p:cNvSpPr/>
          <p:nvPr/>
        </p:nvSpPr>
        <p:spPr>
          <a:xfrm>
            <a:off x="304103" y="1035537"/>
            <a:ext cx="1300406" cy="382446"/>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Artefatos</a:t>
            </a:r>
          </a:p>
        </p:txBody>
      </p:sp>
      <p:pic>
        <p:nvPicPr>
          <p:cNvPr id="18" name="Imagem 17"/>
          <p:cNvPicPr>
            <a:picLocks noChangeAspect="1"/>
          </p:cNvPicPr>
          <p:nvPr/>
        </p:nvPicPr>
        <p:blipFill>
          <a:blip r:embed="rId3"/>
          <a:stretch>
            <a:fillRect/>
          </a:stretch>
        </p:blipFill>
        <p:spPr>
          <a:xfrm>
            <a:off x="304103" y="6494861"/>
            <a:ext cx="1390844" cy="114316"/>
          </a:xfrm>
          <a:prstGeom prst="rect">
            <a:avLst/>
          </a:prstGeom>
        </p:spPr>
      </p:pic>
      <p:grpSp>
        <p:nvGrpSpPr>
          <p:cNvPr id="11" name="Agrupar 10"/>
          <p:cNvGrpSpPr/>
          <p:nvPr/>
        </p:nvGrpSpPr>
        <p:grpSpPr>
          <a:xfrm>
            <a:off x="3257192" y="1525356"/>
            <a:ext cx="2880341" cy="1854858"/>
            <a:chOff x="379765" y="1667008"/>
            <a:chExt cx="2880341" cy="1854858"/>
          </a:xfrm>
        </p:grpSpPr>
        <p:grpSp>
          <p:nvGrpSpPr>
            <p:cNvPr id="9" name="Agrupar 8"/>
            <p:cNvGrpSpPr/>
            <p:nvPr/>
          </p:nvGrpSpPr>
          <p:grpSpPr>
            <a:xfrm>
              <a:off x="769459" y="2174990"/>
              <a:ext cx="1939047" cy="1346876"/>
              <a:chOff x="634985" y="2301149"/>
              <a:chExt cx="1939047" cy="1346876"/>
            </a:xfrm>
          </p:grpSpPr>
          <p:pic>
            <p:nvPicPr>
              <p:cNvPr id="3078" name="Picture 6" descr="https://img1.123freevectors.com/wp-content/uploads/new/celebrations-holidays/2016-calendar-march-free-vector.png"/>
              <p:cNvPicPr>
                <a:picLocks noChangeAspect="1" noChangeArrowheads="1"/>
              </p:cNvPicPr>
              <p:nvPr/>
            </p:nvPicPr>
            <p:blipFill rotWithShape="1">
              <a:blip r:embed="rId4">
                <a:extLst>
                  <a:ext uri="{28A0092B-C50C-407E-A947-70E740481C1C}">
                    <a14:useLocalDpi xmlns:a14="http://schemas.microsoft.com/office/drawing/2010/main" val="0"/>
                  </a:ext>
                </a:extLst>
              </a:blip>
              <a:srcRect l="14121" t="23199" r="14536" b="17185"/>
              <a:stretch/>
            </p:blipFill>
            <p:spPr bwMode="auto">
              <a:xfrm>
                <a:off x="634985" y="2301149"/>
                <a:ext cx="1939047" cy="13468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Retângulo 4"/>
              <p:cNvSpPr/>
              <p:nvPr/>
            </p:nvSpPr>
            <p:spPr>
              <a:xfrm>
                <a:off x="1749495" y="2847513"/>
                <a:ext cx="252000" cy="252000"/>
              </a:xfrm>
              <a:prstGeom prst="rect">
                <a:avLst/>
              </a:prstGeom>
              <a:solidFill>
                <a:srgbClr val="FF0000">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9" name="Retângulo 18"/>
              <p:cNvSpPr/>
              <p:nvPr/>
            </p:nvSpPr>
            <p:spPr>
              <a:xfrm>
                <a:off x="1190371" y="3037066"/>
                <a:ext cx="252000" cy="252000"/>
              </a:xfrm>
              <a:prstGeom prst="rect">
                <a:avLst/>
              </a:prstGeom>
              <a:solidFill>
                <a:srgbClr val="FF0000">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grpSp>
        <p:sp>
          <p:nvSpPr>
            <p:cNvPr id="20" name="Retângulo de cantos arredondados 14"/>
            <p:cNvSpPr/>
            <p:nvPr/>
          </p:nvSpPr>
          <p:spPr>
            <a:xfrm>
              <a:off x="379765" y="1667008"/>
              <a:ext cx="2880341" cy="382446"/>
            </a:xfrm>
            <a:prstGeom prst="roundRect">
              <a:avLst>
                <a:gd name="adj" fmla="val 0"/>
              </a:avLst>
            </a:prstGeom>
            <a:no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sz="1400" b="1" dirty="0">
                  <a:solidFill>
                    <a:schemeClr val="tx1">
                      <a:lumMod val="75000"/>
                      <a:lumOff val="25000"/>
                    </a:schemeClr>
                  </a:solidFill>
                </a:rPr>
                <a:t>Calendário de </a:t>
              </a:r>
            </a:p>
            <a:p>
              <a:pPr algn="ctr"/>
              <a:r>
                <a:rPr lang="pt-BR" sz="1400" b="1" dirty="0">
                  <a:solidFill>
                    <a:schemeClr val="tx1">
                      <a:lumMod val="75000"/>
                      <a:lumOff val="25000"/>
                    </a:schemeClr>
                  </a:solidFill>
                </a:rPr>
                <a:t>Prestação de Contas</a:t>
              </a:r>
            </a:p>
          </p:txBody>
        </p:sp>
        <p:sp>
          <p:nvSpPr>
            <p:cNvPr id="24" name="Retângulo de cantos arredondados 14"/>
            <p:cNvSpPr/>
            <p:nvPr/>
          </p:nvSpPr>
          <p:spPr>
            <a:xfrm rot="20258899">
              <a:off x="1944421" y="3111405"/>
              <a:ext cx="890285" cy="382446"/>
            </a:xfrm>
            <a:prstGeom prst="roundRect">
              <a:avLst>
                <a:gd name="adj" fmla="val 0"/>
              </a:avLst>
            </a:prstGeom>
            <a:no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sz="1100" dirty="0">
                  <a:solidFill>
                    <a:srgbClr val="FF0000"/>
                  </a:solidFill>
                </a:rPr>
                <a:t>Exemplo</a:t>
              </a:r>
            </a:p>
          </p:txBody>
        </p:sp>
      </p:grpSp>
      <p:grpSp>
        <p:nvGrpSpPr>
          <p:cNvPr id="13" name="Agrupar 12"/>
          <p:cNvGrpSpPr/>
          <p:nvPr/>
        </p:nvGrpSpPr>
        <p:grpSpPr>
          <a:xfrm>
            <a:off x="176063" y="2185244"/>
            <a:ext cx="2880341" cy="2839284"/>
            <a:chOff x="3618398" y="910362"/>
            <a:chExt cx="2880341" cy="2839284"/>
          </a:xfrm>
        </p:grpSpPr>
        <p:pic>
          <p:nvPicPr>
            <p:cNvPr id="3080" name="Picture 8" descr="https://accounting.sageone.co.zw/Help_310/Content/Resources/Images/NB0201.png"/>
            <p:cNvPicPr>
              <a:picLocks noChangeAspect="1" noChangeArrowheads="1"/>
            </p:cNvPicPr>
            <p:nvPr/>
          </p:nvPicPr>
          <p:blipFill rotWithShape="1">
            <a:blip r:embed="rId5">
              <a:extLst>
                <a:ext uri="{28A0092B-C50C-407E-A947-70E740481C1C}">
                  <a14:useLocalDpi xmlns:a14="http://schemas.microsoft.com/office/drawing/2010/main" val="0"/>
                </a:ext>
              </a:extLst>
            </a:blip>
            <a:srcRect l="1480" t="3018" r="54215"/>
            <a:stretch/>
          </p:blipFill>
          <p:spPr bwMode="auto">
            <a:xfrm>
              <a:off x="3854648" y="1297867"/>
              <a:ext cx="2407842" cy="245177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1" name="Retângulo de cantos arredondados 14"/>
            <p:cNvSpPr/>
            <p:nvPr/>
          </p:nvSpPr>
          <p:spPr>
            <a:xfrm>
              <a:off x="3618398" y="910362"/>
              <a:ext cx="2880341" cy="382446"/>
            </a:xfrm>
            <a:prstGeom prst="roundRect">
              <a:avLst>
                <a:gd name="adj" fmla="val 0"/>
              </a:avLst>
            </a:prstGeom>
            <a:no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sz="1400" b="1" dirty="0">
                  <a:solidFill>
                    <a:schemeClr val="tx1">
                      <a:lumMod val="75000"/>
                      <a:lumOff val="25000"/>
                    </a:schemeClr>
                  </a:solidFill>
                </a:rPr>
                <a:t>Listagem de Fornecedores Críticos</a:t>
              </a:r>
            </a:p>
          </p:txBody>
        </p:sp>
        <p:sp>
          <p:nvSpPr>
            <p:cNvPr id="27" name="Retângulo de cantos arredondados 14"/>
            <p:cNvSpPr/>
            <p:nvPr/>
          </p:nvSpPr>
          <p:spPr>
            <a:xfrm rot="20258899">
              <a:off x="5451054" y="3258688"/>
              <a:ext cx="890285" cy="382446"/>
            </a:xfrm>
            <a:prstGeom prst="roundRect">
              <a:avLst>
                <a:gd name="adj" fmla="val 0"/>
              </a:avLst>
            </a:prstGeom>
            <a:no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sz="1100" dirty="0">
                  <a:solidFill>
                    <a:srgbClr val="FF0000"/>
                  </a:solidFill>
                </a:rPr>
                <a:t>Exemplo</a:t>
              </a:r>
            </a:p>
          </p:txBody>
        </p:sp>
      </p:grpSp>
      <p:grpSp>
        <p:nvGrpSpPr>
          <p:cNvPr id="12" name="Agrupar 11"/>
          <p:cNvGrpSpPr/>
          <p:nvPr/>
        </p:nvGrpSpPr>
        <p:grpSpPr>
          <a:xfrm>
            <a:off x="2950372" y="3996967"/>
            <a:ext cx="4149954" cy="2251784"/>
            <a:chOff x="1195641" y="3998864"/>
            <a:chExt cx="4149954" cy="2251784"/>
          </a:xfrm>
        </p:grpSpPr>
        <p:pic>
          <p:nvPicPr>
            <p:cNvPr id="3076" name="Picture 4" descr="http://uits.arizona.edu/sites/default/files/4-5-2012%202-55-19%20PM.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98087" y="4504116"/>
              <a:ext cx="2345062" cy="174653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2" name="Retângulo de cantos arredondados 14"/>
            <p:cNvSpPr/>
            <p:nvPr/>
          </p:nvSpPr>
          <p:spPr>
            <a:xfrm>
              <a:off x="1195641" y="3998864"/>
              <a:ext cx="4149954" cy="382446"/>
            </a:xfrm>
            <a:prstGeom prst="roundRect">
              <a:avLst>
                <a:gd name="adj" fmla="val 0"/>
              </a:avLst>
            </a:prstGeom>
            <a:no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sz="1400" b="1" dirty="0">
                  <a:solidFill>
                    <a:schemeClr val="tx1">
                      <a:lumMod val="75000"/>
                      <a:lumOff val="25000"/>
                    </a:schemeClr>
                  </a:solidFill>
                </a:rPr>
                <a:t>Convocações para Reunião </a:t>
              </a:r>
            </a:p>
            <a:p>
              <a:pPr algn="ctr"/>
              <a:r>
                <a:rPr lang="pt-BR" sz="1400" b="1" dirty="0">
                  <a:solidFill>
                    <a:schemeClr val="tx1">
                      <a:lumMod val="75000"/>
                      <a:lumOff val="25000"/>
                    </a:schemeClr>
                  </a:solidFill>
                </a:rPr>
                <a:t>de Prestação de Contas</a:t>
              </a:r>
            </a:p>
          </p:txBody>
        </p:sp>
        <p:sp>
          <p:nvSpPr>
            <p:cNvPr id="28" name="Retângulo de cantos arredondados 14"/>
            <p:cNvSpPr/>
            <p:nvPr/>
          </p:nvSpPr>
          <p:spPr>
            <a:xfrm rot="20258899">
              <a:off x="3513589" y="5769733"/>
              <a:ext cx="890285" cy="382446"/>
            </a:xfrm>
            <a:prstGeom prst="roundRect">
              <a:avLst>
                <a:gd name="adj" fmla="val 0"/>
              </a:avLst>
            </a:prstGeom>
            <a:no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sz="1100" dirty="0">
                  <a:solidFill>
                    <a:srgbClr val="FF0000"/>
                  </a:solidFill>
                </a:rPr>
                <a:t>Exemplo</a:t>
              </a:r>
            </a:p>
          </p:txBody>
        </p:sp>
      </p:grpSp>
      <p:grpSp>
        <p:nvGrpSpPr>
          <p:cNvPr id="14" name="Agrupar 13"/>
          <p:cNvGrpSpPr/>
          <p:nvPr/>
        </p:nvGrpSpPr>
        <p:grpSpPr>
          <a:xfrm>
            <a:off x="6653475" y="1506550"/>
            <a:ext cx="3372379" cy="4106369"/>
            <a:chOff x="6616523" y="2200726"/>
            <a:chExt cx="3372379" cy="4106369"/>
          </a:xfrm>
        </p:grpSpPr>
        <p:pic>
          <p:nvPicPr>
            <p:cNvPr id="3074" name="Picture 2" descr="http://image.slidesharecdn.com/ad55e8c5-e66e-4198-afa9-826e5a42ddb0-150517210330-lva1-app6891/95/conference-call-minutes-nmc-saudi-arabia-14jun04-1-638.jpg?cb=143189788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00502" y="2620629"/>
              <a:ext cx="2604420" cy="368646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3" name="Retângulo de cantos arredondados 14"/>
            <p:cNvSpPr/>
            <p:nvPr/>
          </p:nvSpPr>
          <p:spPr>
            <a:xfrm>
              <a:off x="6616523" y="2200726"/>
              <a:ext cx="3372379" cy="382446"/>
            </a:xfrm>
            <a:prstGeom prst="roundRect">
              <a:avLst>
                <a:gd name="adj" fmla="val 0"/>
              </a:avLst>
            </a:prstGeom>
            <a:no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sz="1400" b="1" dirty="0">
                  <a:solidFill>
                    <a:schemeClr val="tx1">
                      <a:lumMod val="75000"/>
                      <a:lumOff val="25000"/>
                    </a:schemeClr>
                  </a:solidFill>
                </a:rPr>
                <a:t>Atas das Reuniões de Prestação de Contas</a:t>
              </a:r>
            </a:p>
          </p:txBody>
        </p:sp>
        <p:sp>
          <p:nvSpPr>
            <p:cNvPr id="29" name="Retângulo de cantos arredondados 14"/>
            <p:cNvSpPr/>
            <p:nvPr/>
          </p:nvSpPr>
          <p:spPr>
            <a:xfrm rot="20258899">
              <a:off x="8727852" y="5713286"/>
              <a:ext cx="890285" cy="382446"/>
            </a:xfrm>
            <a:prstGeom prst="roundRect">
              <a:avLst>
                <a:gd name="adj" fmla="val 0"/>
              </a:avLst>
            </a:prstGeom>
            <a:no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sz="1100" dirty="0">
                  <a:solidFill>
                    <a:srgbClr val="FF0000"/>
                  </a:solidFill>
                </a:rPr>
                <a:t>Exemplo</a:t>
              </a:r>
            </a:p>
          </p:txBody>
        </p:sp>
      </p:grpSp>
    </p:spTree>
    <p:extLst>
      <p:ext uri="{BB962C8B-B14F-4D97-AF65-F5344CB8AC3E}">
        <p14:creationId xmlns:p14="http://schemas.microsoft.com/office/powerpoint/2010/main" val="2776744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9"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pic>
        <p:nvPicPr>
          <p:cNvPr id="12" name="Imagem 11"/>
          <p:cNvPicPr>
            <a:picLocks noChangeAspect="1"/>
          </p:cNvPicPr>
          <p:nvPr/>
        </p:nvPicPr>
        <p:blipFill>
          <a:blip r:embed="rId3"/>
          <a:stretch>
            <a:fillRect/>
          </a:stretch>
        </p:blipFill>
        <p:spPr>
          <a:xfrm>
            <a:off x="304103" y="6494861"/>
            <a:ext cx="1390844" cy="114316"/>
          </a:xfrm>
          <a:prstGeom prst="rect">
            <a:avLst/>
          </a:prstGeom>
        </p:spPr>
      </p:pic>
      <p:sp>
        <p:nvSpPr>
          <p:cNvPr id="8" name="Espaço Reservado para Número de Slide 10"/>
          <p:cNvSpPr>
            <a:spLocks noGrp="1"/>
          </p:cNvSpPr>
          <p:nvPr>
            <p:ph type="sldNum" sz="quarter" idx="12"/>
          </p:nvPr>
        </p:nvSpPr>
        <p:spPr>
          <a:xfrm>
            <a:off x="7250615" y="6356353"/>
            <a:ext cx="2360666" cy="365125"/>
          </a:xfrm>
        </p:spPr>
        <p:txBody>
          <a:bodyPr/>
          <a:lstStyle/>
          <a:p>
            <a:r>
              <a:rPr lang="en-US" dirty="0"/>
              <a:t>2</a:t>
            </a:r>
          </a:p>
        </p:txBody>
      </p:sp>
      <p:sp>
        <p:nvSpPr>
          <p:cNvPr id="10" name="Retângulo de cantos arredondados 6"/>
          <p:cNvSpPr/>
          <p:nvPr/>
        </p:nvSpPr>
        <p:spPr>
          <a:xfrm>
            <a:off x="4372093" y="1157735"/>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Objetivo e Escopo</a:t>
            </a:r>
          </a:p>
        </p:txBody>
      </p:sp>
      <p:sp>
        <p:nvSpPr>
          <p:cNvPr id="11" name="Retângulo de cantos arredondados 8"/>
          <p:cNvSpPr/>
          <p:nvPr/>
        </p:nvSpPr>
        <p:spPr>
          <a:xfrm>
            <a:off x="4372093" y="2190852"/>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Dinâmica e Papéis</a:t>
            </a:r>
          </a:p>
        </p:txBody>
      </p:sp>
      <p:sp>
        <p:nvSpPr>
          <p:cNvPr id="13" name="Retângulo de cantos arredondados 9"/>
          <p:cNvSpPr/>
          <p:nvPr/>
        </p:nvSpPr>
        <p:spPr>
          <a:xfrm>
            <a:off x="4372093" y="3223969"/>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Processo e Artefatos</a:t>
            </a:r>
          </a:p>
        </p:txBody>
      </p:sp>
      <p:pic>
        <p:nvPicPr>
          <p:cNvPr id="14" name="Picture 2" descr="http://intranet.reynosa.gob.mx/directorio/images/agenda.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9525" y="2637852"/>
            <a:ext cx="2601578" cy="2339234"/>
          </a:xfrm>
          <a:prstGeom prst="rect">
            <a:avLst/>
          </a:prstGeom>
          <a:noFill/>
          <a:extLst>
            <a:ext uri="{909E8E84-426E-40DD-AFC4-6F175D3DCCD1}">
              <a14:hiddenFill xmlns:a14="http://schemas.microsoft.com/office/drawing/2010/main">
                <a:solidFill>
                  <a:srgbClr val="FFFFFF"/>
                </a:solidFill>
              </a14:hiddenFill>
            </a:ext>
          </a:extLst>
        </p:spPr>
      </p:pic>
      <p:sp>
        <p:nvSpPr>
          <p:cNvPr id="3" name="Retângulo 2"/>
          <p:cNvSpPr/>
          <p:nvPr/>
        </p:nvSpPr>
        <p:spPr>
          <a:xfrm>
            <a:off x="412125" y="2530093"/>
            <a:ext cx="1470659" cy="584775"/>
          </a:xfrm>
          <a:prstGeom prst="rect">
            <a:avLst/>
          </a:prstGeom>
        </p:spPr>
        <p:txBody>
          <a:bodyPr wrap="none">
            <a:spAutoFit/>
          </a:bodyPr>
          <a:lstStyle/>
          <a:p>
            <a:r>
              <a:rPr lang="pt-BR" sz="3200" b="1" dirty="0">
                <a:solidFill>
                  <a:schemeClr val="tx1">
                    <a:lumMod val="95000"/>
                    <a:lumOff val="5000"/>
                  </a:schemeClr>
                </a:solidFill>
              </a:rPr>
              <a:t>Agenda</a:t>
            </a:r>
            <a:endParaRPr lang="pt-BR" sz="3200" dirty="0"/>
          </a:p>
        </p:txBody>
      </p:sp>
      <p:sp>
        <p:nvSpPr>
          <p:cNvPr id="15" name="Retângulo de cantos arredondados 9"/>
          <p:cNvSpPr/>
          <p:nvPr/>
        </p:nvSpPr>
        <p:spPr>
          <a:xfrm>
            <a:off x="4372093" y="4257086"/>
            <a:ext cx="6120000" cy="720000"/>
          </a:xfrm>
          <a:prstGeom prst="roundRect">
            <a:avLst>
              <a:gd name="adj" fmla="val 21097"/>
            </a:avLst>
          </a:prstGeom>
          <a:solidFill>
            <a:srgbClr val="F68E1E"/>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Envolvidos</a:t>
            </a:r>
          </a:p>
        </p:txBody>
      </p:sp>
      <p:sp>
        <p:nvSpPr>
          <p:cNvPr id="16" name="Retângulo de cantos arredondados 9"/>
          <p:cNvSpPr/>
          <p:nvPr/>
        </p:nvSpPr>
        <p:spPr>
          <a:xfrm>
            <a:off x="4372093" y="5290202"/>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Próximos Passos</a:t>
            </a:r>
          </a:p>
        </p:txBody>
      </p:sp>
    </p:spTree>
    <p:extLst>
      <p:ext uri="{BB962C8B-B14F-4D97-AF65-F5344CB8AC3E}">
        <p14:creationId xmlns:p14="http://schemas.microsoft.com/office/powerpoint/2010/main" val="3533621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8" name="Espaço Reservado para Número de Slide 7"/>
          <p:cNvSpPr>
            <a:spLocks noGrp="1"/>
          </p:cNvSpPr>
          <p:nvPr>
            <p:ph type="sldNum" sz="quarter" idx="12"/>
          </p:nvPr>
        </p:nvSpPr>
        <p:spPr/>
        <p:txBody>
          <a:bodyPr/>
          <a:lstStyle/>
          <a:p>
            <a:fld id="{34FCF5E2-CCF2-BF49-B901-1F681CA77025}" type="slidenum">
              <a:rPr lang="en-US" smtClean="0"/>
              <a:pPr/>
              <a:t>13</a:t>
            </a:fld>
            <a:endParaRPr lang="en-US" dirty="0"/>
          </a:p>
        </p:txBody>
      </p:sp>
      <p:sp>
        <p:nvSpPr>
          <p:cNvPr id="10"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pic>
        <p:nvPicPr>
          <p:cNvPr id="18" name="Imagem 17"/>
          <p:cNvPicPr>
            <a:picLocks noChangeAspect="1"/>
          </p:cNvPicPr>
          <p:nvPr/>
        </p:nvPicPr>
        <p:blipFill>
          <a:blip r:embed="rId3"/>
          <a:stretch>
            <a:fillRect/>
          </a:stretch>
        </p:blipFill>
        <p:spPr>
          <a:xfrm>
            <a:off x="304103" y="6494861"/>
            <a:ext cx="1390844" cy="114316"/>
          </a:xfrm>
          <a:prstGeom prst="rect">
            <a:avLst/>
          </a:prstGeom>
        </p:spPr>
      </p:pic>
      <p:grpSp>
        <p:nvGrpSpPr>
          <p:cNvPr id="4" name="Agrupar 3"/>
          <p:cNvGrpSpPr/>
          <p:nvPr/>
        </p:nvGrpSpPr>
        <p:grpSpPr>
          <a:xfrm>
            <a:off x="5074387" y="1837420"/>
            <a:ext cx="4584404" cy="4336731"/>
            <a:chOff x="304103" y="1786891"/>
            <a:chExt cx="4584404" cy="4336731"/>
          </a:xfrm>
        </p:grpSpPr>
        <p:sp>
          <p:nvSpPr>
            <p:cNvPr id="14" name="Retângulo 13"/>
            <p:cNvSpPr/>
            <p:nvPr/>
          </p:nvSpPr>
          <p:spPr>
            <a:xfrm>
              <a:off x="1856710" y="1786891"/>
              <a:ext cx="3031797" cy="1311439"/>
            </a:xfrm>
            <a:prstGeom prst="rect">
              <a:avLst/>
            </a:prstGeom>
            <a:solidFill>
              <a:schemeClr val="accent1">
                <a:lumMod val="20000"/>
                <a:lumOff val="80000"/>
              </a:schemeClr>
            </a:solidFill>
            <a:ln>
              <a:noFill/>
            </a:ln>
            <a:effectLst/>
          </p:spPr>
          <p:style>
            <a:lnRef idx="3">
              <a:schemeClr val="lt1"/>
            </a:lnRef>
            <a:fillRef idx="1">
              <a:schemeClr val="accent1"/>
            </a:fillRef>
            <a:effectRef idx="1">
              <a:schemeClr val="accent1"/>
            </a:effectRef>
            <a:fontRef idx="minor">
              <a:schemeClr val="lt1"/>
            </a:fontRef>
          </p:style>
          <p:txBody>
            <a:bodyPr rtlCol="0" anchor="t"/>
            <a:lstStyle/>
            <a:p>
              <a:pPr marL="288000" lvl="1" indent="-288000">
                <a:lnSpc>
                  <a:spcPts val="2100"/>
                </a:lnSpc>
                <a:spcBef>
                  <a:spcPts val="600"/>
                </a:spcBef>
                <a:spcAft>
                  <a:spcPts val="600"/>
                </a:spcAft>
                <a:buFont typeface="Wingdings" panose="05000000000000000000" pitchFamily="2" charset="2"/>
                <a:buChar char="q"/>
              </a:pPr>
              <a:r>
                <a:rPr lang="pt-BR" sz="1600" dirty="0">
                  <a:solidFill>
                    <a:schemeClr val="tx1">
                      <a:lumMod val="95000"/>
                      <a:lumOff val="5000"/>
                    </a:schemeClr>
                  </a:solidFill>
                </a:rPr>
                <a:t>Execução: </a:t>
              </a:r>
              <a:r>
                <a:rPr lang="pt-BR" sz="1600" b="1" dirty="0">
                  <a:solidFill>
                    <a:schemeClr val="tx1">
                      <a:lumMod val="95000"/>
                      <a:lumOff val="5000"/>
                    </a:schemeClr>
                  </a:solidFill>
                </a:rPr>
                <a:t>Jorge Maluf</a:t>
              </a:r>
            </a:p>
            <a:p>
              <a:pPr marL="288000" lvl="1" indent="-288000">
                <a:lnSpc>
                  <a:spcPts val="2100"/>
                </a:lnSpc>
                <a:spcBef>
                  <a:spcPts val="600"/>
                </a:spcBef>
                <a:spcAft>
                  <a:spcPts val="600"/>
                </a:spcAft>
                <a:buFont typeface="Wingdings" panose="05000000000000000000" pitchFamily="2" charset="2"/>
                <a:buChar char="q"/>
              </a:pPr>
              <a:r>
                <a:rPr lang="pt-BR" sz="1600" dirty="0">
                  <a:solidFill>
                    <a:schemeClr val="tx1">
                      <a:lumMod val="95000"/>
                      <a:lumOff val="5000"/>
                    </a:schemeClr>
                  </a:solidFill>
                </a:rPr>
                <a:t>Publicação: </a:t>
              </a:r>
              <a:r>
                <a:rPr lang="pt-BR" sz="1600" b="1" dirty="0">
                  <a:solidFill>
                    <a:schemeClr val="tx1">
                      <a:lumMod val="95000"/>
                      <a:lumOff val="5000"/>
                    </a:schemeClr>
                  </a:solidFill>
                </a:rPr>
                <a:t>André Santos</a:t>
              </a:r>
            </a:p>
            <a:p>
              <a:pPr marL="288000" lvl="1" indent="-288000">
                <a:lnSpc>
                  <a:spcPts val="2100"/>
                </a:lnSpc>
                <a:spcBef>
                  <a:spcPts val="600"/>
                </a:spcBef>
                <a:spcAft>
                  <a:spcPts val="600"/>
                </a:spcAft>
                <a:buFont typeface="Wingdings" panose="05000000000000000000" pitchFamily="2" charset="2"/>
                <a:buChar char="q"/>
              </a:pPr>
              <a:r>
                <a:rPr lang="pt-BR" sz="1600" dirty="0">
                  <a:solidFill>
                    <a:schemeClr val="tx1">
                      <a:lumMod val="95000"/>
                      <a:lumOff val="5000"/>
                    </a:schemeClr>
                  </a:solidFill>
                </a:rPr>
                <a:t>Apoio: </a:t>
              </a:r>
              <a:r>
                <a:rPr lang="pt-BR" sz="1600" b="1" dirty="0">
                  <a:solidFill>
                    <a:schemeClr val="tx1">
                      <a:lumMod val="95000"/>
                      <a:lumOff val="5000"/>
                    </a:schemeClr>
                  </a:solidFill>
                </a:rPr>
                <a:t>Tânia Ferro</a:t>
              </a:r>
            </a:p>
            <a:p>
              <a:pPr marL="288000" lvl="1" indent="-288000">
                <a:lnSpc>
                  <a:spcPts val="2100"/>
                </a:lnSpc>
                <a:spcBef>
                  <a:spcPts val="600"/>
                </a:spcBef>
                <a:spcAft>
                  <a:spcPts val="600"/>
                </a:spcAft>
                <a:buFont typeface="Wingdings" panose="05000000000000000000" pitchFamily="2" charset="2"/>
                <a:buChar char="q"/>
              </a:pPr>
              <a:endParaRPr lang="pt-BR" sz="1600" b="1" dirty="0">
                <a:solidFill>
                  <a:schemeClr val="tx1">
                    <a:lumMod val="95000"/>
                    <a:lumOff val="5000"/>
                  </a:schemeClr>
                </a:solidFill>
              </a:endParaRPr>
            </a:p>
          </p:txBody>
        </p:sp>
        <p:pic>
          <p:nvPicPr>
            <p:cNvPr id="17" name="Imagem 16"/>
            <p:cNvPicPr>
              <a:picLocks noChangeAspect="1"/>
            </p:cNvPicPr>
            <p:nvPr/>
          </p:nvPicPr>
          <p:blipFill rotWithShape="1">
            <a:blip r:embed="rId4"/>
            <a:srcRect b="20107"/>
            <a:stretch/>
          </p:blipFill>
          <p:spPr>
            <a:xfrm>
              <a:off x="304103" y="2136647"/>
              <a:ext cx="1449811" cy="611926"/>
            </a:xfrm>
            <a:prstGeom prst="roundRect">
              <a:avLst>
                <a:gd name="adj" fmla="val 8594"/>
              </a:avLst>
            </a:prstGeom>
            <a:solidFill>
              <a:srgbClr val="FFFFFF">
                <a:shade val="85000"/>
              </a:srgbClr>
            </a:solidFill>
            <a:ln>
              <a:noFill/>
            </a:ln>
            <a:effectLst/>
          </p:spPr>
        </p:pic>
        <p:sp>
          <p:nvSpPr>
            <p:cNvPr id="19" name="Retângulo 18"/>
            <p:cNvSpPr/>
            <p:nvPr/>
          </p:nvSpPr>
          <p:spPr>
            <a:xfrm>
              <a:off x="1856710" y="3424040"/>
              <a:ext cx="3031797" cy="2699582"/>
            </a:xfrm>
            <a:prstGeom prst="rect">
              <a:avLst/>
            </a:prstGeom>
            <a:solidFill>
              <a:schemeClr val="accent6">
                <a:lumMod val="40000"/>
                <a:lumOff val="60000"/>
              </a:schemeClr>
            </a:solidFill>
            <a:ln>
              <a:noFill/>
            </a:ln>
            <a:effectLst/>
          </p:spPr>
          <p:style>
            <a:lnRef idx="3">
              <a:schemeClr val="lt1"/>
            </a:lnRef>
            <a:fillRef idx="1">
              <a:schemeClr val="accent1"/>
            </a:fillRef>
            <a:effectRef idx="1">
              <a:schemeClr val="accent1"/>
            </a:effectRef>
            <a:fontRef idx="minor">
              <a:schemeClr val="lt1"/>
            </a:fontRef>
          </p:style>
          <p:txBody>
            <a:bodyPr rtlCol="0" anchor="t"/>
            <a:lstStyle/>
            <a:p>
              <a:pPr marL="288000" lvl="1" indent="-288000">
                <a:lnSpc>
                  <a:spcPts val="2100"/>
                </a:lnSpc>
                <a:spcBef>
                  <a:spcPts val="600"/>
                </a:spcBef>
                <a:spcAft>
                  <a:spcPts val="600"/>
                </a:spcAft>
                <a:buFont typeface="Wingdings" panose="05000000000000000000" pitchFamily="2" charset="2"/>
                <a:buChar char="q"/>
              </a:pPr>
              <a:r>
                <a:rPr lang="pt-BR" sz="1600" i="1" dirty="0" err="1">
                  <a:solidFill>
                    <a:schemeClr val="tx1">
                      <a:lumMod val="95000"/>
                      <a:lumOff val="5000"/>
                    </a:schemeClr>
                  </a:solidFill>
                </a:rPr>
                <a:t>Sponsors</a:t>
              </a:r>
              <a:r>
                <a:rPr lang="pt-BR" sz="1600" dirty="0">
                  <a:solidFill>
                    <a:schemeClr val="tx1">
                      <a:lumMod val="95000"/>
                      <a:lumOff val="5000"/>
                    </a:schemeClr>
                  </a:solidFill>
                </a:rPr>
                <a:t>: </a:t>
              </a:r>
              <a:r>
                <a:rPr lang="pt-BR" sz="1600" b="1" dirty="0">
                  <a:solidFill>
                    <a:schemeClr val="tx1">
                      <a:lumMod val="95000"/>
                      <a:lumOff val="5000"/>
                    </a:schemeClr>
                  </a:solidFill>
                </a:rPr>
                <a:t>Rodrigo </a:t>
              </a:r>
              <a:r>
                <a:rPr lang="pt-BR" sz="1600" b="1" dirty="0" err="1">
                  <a:solidFill>
                    <a:schemeClr val="tx1">
                      <a:lumMod val="95000"/>
                      <a:lumOff val="5000"/>
                    </a:schemeClr>
                  </a:solidFill>
                </a:rPr>
                <a:t>Rothstein</a:t>
              </a:r>
              <a:r>
                <a:rPr lang="pt-BR" sz="1600" b="1" dirty="0">
                  <a:solidFill>
                    <a:schemeClr val="tx1">
                      <a:lumMod val="95000"/>
                      <a:lumOff val="5000"/>
                    </a:schemeClr>
                  </a:solidFill>
                </a:rPr>
                <a:t> e Adriano Barbosa</a:t>
              </a:r>
            </a:p>
            <a:p>
              <a:pPr marL="288000" lvl="1" indent="-288000">
                <a:lnSpc>
                  <a:spcPts val="2100"/>
                </a:lnSpc>
                <a:spcBef>
                  <a:spcPts val="600"/>
                </a:spcBef>
                <a:spcAft>
                  <a:spcPts val="600"/>
                </a:spcAft>
                <a:buFont typeface="Wingdings" panose="05000000000000000000" pitchFamily="2" charset="2"/>
                <a:buChar char="q"/>
              </a:pPr>
              <a:r>
                <a:rPr lang="pt-BR" sz="1600" dirty="0">
                  <a:solidFill>
                    <a:schemeClr val="tx1">
                      <a:lumMod val="95000"/>
                      <a:lumOff val="5000"/>
                    </a:schemeClr>
                  </a:solidFill>
                </a:rPr>
                <a:t>Ponto Focal Auditoria: </a:t>
              </a:r>
              <a:r>
                <a:rPr lang="pt-BR" sz="1600" b="1" dirty="0">
                  <a:solidFill>
                    <a:schemeClr val="tx1">
                      <a:lumMod val="95000"/>
                      <a:lumOff val="5000"/>
                    </a:schemeClr>
                  </a:solidFill>
                </a:rPr>
                <a:t>Marcela Dias</a:t>
              </a:r>
            </a:p>
            <a:p>
              <a:pPr marL="288000" lvl="1" indent="-288000">
                <a:lnSpc>
                  <a:spcPts val="2100"/>
                </a:lnSpc>
                <a:spcBef>
                  <a:spcPts val="600"/>
                </a:spcBef>
                <a:spcAft>
                  <a:spcPts val="600"/>
                </a:spcAft>
                <a:buFont typeface="Wingdings" panose="05000000000000000000" pitchFamily="2" charset="2"/>
                <a:buChar char="q"/>
              </a:pPr>
              <a:r>
                <a:rPr lang="pt-BR" sz="1600" dirty="0">
                  <a:solidFill>
                    <a:schemeClr val="tx1">
                      <a:lumMod val="95000"/>
                      <a:lumOff val="5000"/>
                    </a:schemeClr>
                  </a:solidFill>
                </a:rPr>
                <a:t>Gestores de Fornecedores: </a:t>
              </a:r>
            </a:p>
            <a:p>
              <a:pPr marL="745200" lvl="2" indent="-288000">
                <a:lnSpc>
                  <a:spcPts val="2100"/>
                </a:lnSpc>
                <a:buFont typeface="Arial" panose="020B0604020202020204" pitchFamily="34" charset="0"/>
                <a:buChar char="•"/>
              </a:pPr>
              <a:r>
                <a:rPr lang="pt-BR" sz="1600" b="1" dirty="0">
                  <a:solidFill>
                    <a:schemeClr val="tx1">
                      <a:lumMod val="95000"/>
                      <a:lumOff val="5000"/>
                    </a:schemeClr>
                  </a:solidFill>
                </a:rPr>
                <a:t>Nei </a:t>
              </a:r>
              <a:r>
                <a:rPr lang="pt-BR" sz="1600" b="1" dirty="0" err="1">
                  <a:solidFill>
                    <a:schemeClr val="tx1">
                      <a:lumMod val="95000"/>
                      <a:lumOff val="5000"/>
                    </a:schemeClr>
                  </a:solidFill>
                </a:rPr>
                <a:t>Henckes</a:t>
              </a:r>
              <a:endParaRPr lang="pt-BR" sz="1600" b="1" dirty="0">
                <a:solidFill>
                  <a:schemeClr val="tx1">
                    <a:lumMod val="95000"/>
                    <a:lumOff val="5000"/>
                  </a:schemeClr>
                </a:solidFill>
              </a:endParaRPr>
            </a:p>
            <a:p>
              <a:pPr marL="745200" lvl="2" indent="-288000">
                <a:lnSpc>
                  <a:spcPts val="2100"/>
                </a:lnSpc>
                <a:buFont typeface="Arial" panose="020B0604020202020204" pitchFamily="34" charset="0"/>
                <a:buChar char="•"/>
              </a:pPr>
              <a:r>
                <a:rPr lang="pt-BR" sz="1600" b="1" dirty="0">
                  <a:solidFill>
                    <a:schemeClr val="tx1">
                      <a:lumMod val="95000"/>
                      <a:lumOff val="5000"/>
                    </a:schemeClr>
                  </a:solidFill>
                </a:rPr>
                <a:t>Cláudio Cunha</a:t>
              </a:r>
            </a:p>
            <a:p>
              <a:pPr marL="745200" lvl="2" indent="-288000">
                <a:lnSpc>
                  <a:spcPts val="2100"/>
                </a:lnSpc>
                <a:buFont typeface="Arial" panose="020B0604020202020204" pitchFamily="34" charset="0"/>
                <a:buChar char="•"/>
              </a:pPr>
              <a:r>
                <a:rPr lang="pt-BR" sz="1600" b="1" dirty="0">
                  <a:solidFill>
                    <a:schemeClr val="tx1">
                      <a:lumMod val="95000"/>
                      <a:lumOff val="5000"/>
                    </a:schemeClr>
                  </a:solidFill>
                </a:rPr>
                <a:t>Daniel Borges</a:t>
              </a:r>
            </a:p>
          </p:txBody>
        </p:sp>
        <p:pic>
          <p:nvPicPr>
            <p:cNvPr id="16" name="Picture 3"/>
            <p:cNvPicPr>
              <a:picLocks noChangeAspect="1"/>
            </p:cNvPicPr>
            <p:nvPr/>
          </p:nvPicPr>
          <p:blipFill>
            <a:blip r:embed="rId5"/>
            <a:stretch>
              <a:fillRect/>
            </a:stretch>
          </p:blipFill>
          <p:spPr>
            <a:xfrm>
              <a:off x="334084" y="4435005"/>
              <a:ext cx="1389848" cy="548224"/>
            </a:xfrm>
            <a:prstGeom prst="rect">
              <a:avLst/>
            </a:prstGeom>
          </p:spPr>
        </p:pic>
      </p:grpSp>
      <p:sp>
        <p:nvSpPr>
          <p:cNvPr id="13" name="Retângulo 12"/>
          <p:cNvSpPr/>
          <p:nvPr/>
        </p:nvSpPr>
        <p:spPr>
          <a:xfrm>
            <a:off x="304103" y="1067389"/>
            <a:ext cx="1779270" cy="523220"/>
          </a:xfrm>
          <a:prstGeom prst="rect">
            <a:avLst/>
          </a:prstGeom>
        </p:spPr>
        <p:txBody>
          <a:bodyPr wrap="none">
            <a:spAutoFit/>
          </a:bodyPr>
          <a:lstStyle/>
          <a:p>
            <a:pPr algn="just">
              <a:spcBef>
                <a:spcPts val="200"/>
              </a:spcBef>
              <a:spcAft>
                <a:spcPts val="200"/>
              </a:spcAft>
            </a:pPr>
            <a:r>
              <a:rPr lang="pt-BR" sz="2800" b="1" dirty="0">
                <a:solidFill>
                  <a:schemeClr val="tx1">
                    <a:lumMod val="95000"/>
                    <a:lumOff val="5000"/>
                  </a:schemeClr>
                </a:solidFill>
              </a:rPr>
              <a:t>Envolvidos</a:t>
            </a:r>
          </a:p>
        </p:txBody>
      </p:sp>
      <p:grpSp>
        <p:nvGrpSpPr>
          <p:cNvPr id="3" name="Agrupar 2"/>
          <p:cNvGrpSpPr/>
          <p:nvPr/>
        </p:nvGrpSpPr>
        <p:grpSpPr>
          <a:xfrm>
            <a:off x="643007" y="1837420"/>
            <a:ext cx="3834369" cy="4336730"/>
            <a:chOff x="5665580" y="1786891"/>
            <a:chExt cx="3834369" cy="4336730"/>
          </a:xfrm>
        </p:grpSpPr>
        <p:sp>
          <p:nvSpPr>
            <p:cNvPr id="15" name="Retângulo 14"/>
            <p:cNvSpPr/>
            <p:nvPr/>
          </p:nvSpPr>
          <p:spPr>
            <a:xfrm>
              <a:off x="5665580" y="2409552"/>
              <a:ext cx="3829870" cy="371406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t"/>
            <a:lstStyle/>
            <a:p>
              <a:pPr marL="972000" lvl="1">
                <a:lnSpc>
                  <a:spcPts val="2100"/>
                </a:lnSpc>
              </a:pPr>
              <a:endParaRPr lang="pt-BR" sz="1600" b="1" dirty="0">
                <a:solidFill>
                  <a:schemeClr val="tx1">
                    <a:lumMod val="95000"/>
                    <a:lumOff val="5000"/>
                  </a:schemeClr>
                </a:solidFill>
              </a:endParaRPr>
            </a:p>
          </p:txBody>
        </p:sp>
        <p:pic>
          <p:nvPicPr>
            <p:cNvPr id="20" name="Picture 2" descr="http://www.atsconline.com/images/icon-employee.png"/>
            <p:cNvPicPr>
              <a:picLocks noChangeAspect="1" noChangeArrowheads="1"/>
            </p:cNvPicPr>
            <p:nvPr/>
          </p:nvPicPr>
          <p:blipFill rotWithShape="1">
            <a:blip r:embed="rId6">
              <a:duotone>
                <a:schemeClr val="accent4">
                  <a:shade val="45000"/>
                  <a:satMod val="135000"/>
                </a:schemeClr>
                <a:prstClr val="white"/>
              </a:duotone>
              <a:extLst>
                <a:ext uri="{28A0092B-C50C-407E-A947-70E740481C1C}">
                  <a14:useLocalDpi xmlns:a14="http://schemas.microsoft.com/office/drawing/2010/main" val="0"/>
                </a:ext>
              </a:extLst>
            </a:blip>
            <a:srcRect b="24032"/>
            <a:stretch/>
          </p:blipFill>
          <p:spPr bwMode="auto">
            <a:xfrm>
              <a:off x="5810684" y="2613676"/>
              <a:ext cx="845458" cy="768626"/>
            </a:xfrm>
            <a:prstGeom prst="rect">
              <a:avLst/>
            </a:prstGeom>
            <a:noFill/>
            <a:extLst>
              <a:ext uri="{909E8E84-426E-40DD-AFC4-6F175D3DCCD1}">
                <a14:hiddenFill xmlns:a14="http://schemas.microsoft.com/office/drawing/2010/main">
                  <a:solidFill>
                    <a:srgbClr val="FFFFFF"/>
                  </a:solidFill>
                </a14:hiddenFill>
              </a:ext>
            </a:extLst>
          </p:spPr>
        </p:pic>
        <p:sp>
          <p:nvSpPr>
            <p:cNvPr id="21" name="Retângulo de cantos arredondados 14"/>
            <p:cNvSpPr/>
            <p:nvPr/>
          </p:nvSpPr>
          <p:spPr>
            <a:xfrm>
              <a:off x="5665581" y="1786891"/>
              <a:ext cx="3834368" cy="624278"/>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Papéis x Pessoas/Empresas</a:t>
              </a:r>
            </a:p>
          </p:txBody>
        </p:sp>
        <p:pic>
          <p:nvPicPr>
            <p:cNvPr id="22" name="Picture 2" descr="http://www.atsconline.com/images/icon-employee.png"/>
            <p:cNvPicPr>
              <a:picLocks noChangeAspect="1" noChangeArrowheads="1"/>
            </p:cNvPicPr>
            <p:nvPr/>
          </p:nvPicPr>
          <p:blipFill rotWithShape="1">
            <a:blip r:embed="rId6">
              <a:duotone>
                <a:schemeClr val="accent4">
                  <a:shade val="45000"/>
                  <a:satMod val="135000"/>
                </a:schemeClr>
                <a:prstClr val="white"/>
              </a:duotone>
              <a:extLst>
                <a:ext uri="{28A0092B-C50C-407E-A947-70E740481C1C}">
                  <a14:useLocalDpi xmlns:a14="http://schemas.microsoft.com/office/drawing/2010/main" val="0"/>
                </a:ext>
              </a:extLst>
            </a:blip>
            <a:srcRect b="24032"/>
            <a:stretch/>
          </p:blipFill>
          <p:spPr bwMode="auto">
            <a:xfrm>
              <a:off x="5810684" y="3848473"/>
              <a:ext cx="845458" cy="768626"/>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http://www.atsconline.com/images/icon-employee.png"/>
            <p:cNvPicPr>
              <a:picLocks noChangeAspect="1" noChangeArrowheads="1"/>
            </p:cNvPicPr>
            <p:nvPr/>
          </p:nvPicPr>
          <p:blipFill rotWithShape="1">
            <a:blip r:embed="rId6">
              <a:duotone>
                <a:schemeClr val="accent4">
                  <a:shade val="45000"/>
                  <a:satMod val="135000"/>
                </a:schemeClr>
                <a:prstClr val="white"/>
              </a:duotone>
              <a:extLst>
                <a:ext uri="{28A0092B-C50C-407E-A947-70E740481C1C}">
                  <a14:useLocalDpi xmlns:a14="http://schemas.microsoft.com/office/drawing/2010/main" val="0"/>
                </a:ext>
              </a:extLst>
            </a:blip>
            <a:srcRect b="24032"/>
            <a:stretch/>
          </p:blipFill>
          <p:spPr bwMode="auto">
            <a:xfrm>
              <a:off x="5810684" y="5083270"/>
              <a:ext cx="845458" cy="768626"/>
            </a:xfrm>
            <a:prstGeom prst="rect">
              <a:avLst/>
            </a:prstGeom>
            <a:noFill/>
            <a:extLst>
              <a:ext uri="{909E8E84-426E-40DD-AFC4-6F175D3DCCD1}">
                <a14:hiddenFill xmlns:a14="http://schemas.microsoft.com/office/drawing/2010/main">
                  <a:solidFill>
                    <a:srgbClr val="FFFFFF"/>
                  </a:solidFill>
                </a14:hiddenFill>
              </a:ext>
            </a:extLst>
          </p:spPr>
        </p:pic>
        <p:sp>
          <p:nvSpPr>
            <p:cNvPr id="25" name="CaixaDeTexto 24"/>
            <p:cNvSpPr txBox="1"/>
            <p:nvPr/>
          </p:nvSpPr>
          <p:spPr>
            <a:xfrm>
              <a:off x="6729147" y="2628657"/>
              <a:ext cx="2666646" cy="738664"/>
            </a:xfrm>
            <a:prstGeom prst="rect">
              <a:avLst/>
            </a:prstGeom>
            <a:noFill/>
          </p:spPr>
          <p:txBody>
            <a:bodyPr wrap="square" rtlCol="0">
              <a:spAutoFit/>
            </a:bodyPr>
            <a:lstStyle/>
            <a:p>
              <a:r>
                <a:rPr lang="pt-BR" sz="1400" b="1" dirty="0"/>
                <a:t>SLM (Smiles)</a:t>
              </a:r>
              <a:r>
                <a:rPr lang="pt-BR" sz="1400" dirty="0"/>
                <a:t> </a:t>
              </a:r>
            </a:p>
            <a:p>
              <a:r>
                <a:rPr lang="pt-BR" sz="1400" dirty="0"/>
                <a:t>Jorge Maluf (de 1 a 2 meses, depois faz transição para Smiles)</a:t>
              </a:r>
            </a:p>
          </p:txBody>
        </p:sp>
        <p:sp>
          <p:nvSpPr>
            <p:cNvPr id="26" name="CaixaDeTexto 25"/>
            <p:cNvSpPr txBox="1"/>
            <p:nvPr/>
          </p:nvSpPr>
          <p:spPr>
            <a:xfrm>
              <a:off x="6742473" y="4005785"/>
              <a:ext cx="2666646" cy="523220"/>
            </a:xfrm>
            <a:prstGeom prst="rect">
              <a:avLst/>
            </a:prstGeom>
            <a:noFill/>
          </p:spPr>
          <p:txBody>
            <a:bodyPr wrap="square" rtlCol="0">
              <a:spAutoFit/>
            </a:bodyPr>
            <a:lstStyle/>
            <a:p>
              <a:r>
                <a:rPr lang="pt-BR" sz="1400" b="1" dirty="0"/>
                <a:t>Gestor do Fornecedor (Smiles)</a:t>
              </a:r>
            </a:p>
            <a:p>
              <a:r>
                <a:rPr lang="pt-BR" sz="1400" dirty="0"/>
                <a:t>Nei, Cláudio e Daniel</a:t>
              </a:r>
            </a:p>
          </p:txBody>
        </p:sp>
        <p:sp>
          <p:nvSpPr>
            <p:cNvPr id="28" name="CaixaDeTexto 27"/>
            <p:cNvSpPr txBox="1"/>
            <p:nvPr/>
          </p:nvSpPr>
          <p:spPr>
            <a:xfrm>
              <a:off x="6729147" y="5098251"/>
              <a:ext cx="2666646" cy="738664"/>
            </a:xfrm>
            <a:prstGeom prst="rect">
              <a:avLst/>
            </a:prstGeom>
            <a:noFill/>
          </p:spPr>
          <p:txBody>
            <a:bodyPr wrap="square" rtlCol="0">
              <a:spAutoFit/>
            </a:bodyPr>
            <a:lstStyle/>
            <a:p>
              <a:r>
                <a:rPr lang="pt-BR" sz="1400" b="1" dirty="0"/>
                <a:t>Fornecedores</a:t>
              </a:r>
            </a:p>
            <a:p>
              <a:r>
                <a:rPr lang="pt-BR" sz="1400" dirty="0"/>
                <a:t>Oracle, </a:t>
              </a:r>
              <a:r>
                <a:rPr lang="pt-BR" sz="1400" dirty="0" err="1"/>
                <a:t>Credibility</a:t>
              </a:r>
              <a:r>
                <a:rPr lang="pt-BR" sz="1400" dirty="0"/>
                <a:t>/AWS, Level3, TIVIT,  Algar, Vivo/</a:t>
              </a:r>
              <a:r>
                <a:rPr lang="pt-BR" sz="1400" dirty="0" err="1"/>
                <a:t>Telefonica</a:t>
              </a:r>
              <a:endParaRPr lang="pt-BR" sz="1400" dirty="0"/>
            </a:p>
          </p:txBody>
        </p:sp>
      </p:grpSp>
    </p:spTree>
    <p:extLst>
      <p:ext uri="{BB962C8B-B14F-4D97-AF65-F5344CB8AC3E}">
        <p14:creationId xmlns:p14="http://schemas.microsoft.com/office/powerpoint/2010/main" val="3901343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9"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pic>
        <p:nvPicPr>
          <p:cNvPr id="12" name="Imagem 11"/>
          <p:cNvPicPr>
            <a:picLocks noChangeAspect="1"/>
          </p:cNvPicPr>
          <p:nvPr/>
        </p:nvPicPr>
        <p:blipFill>
          <a:blip r:embed="rId3"/>
          <a:stretch>
            <a:fillRect/>
          </a:stretch>
        </p:blipFill>
        <p:spPr>
          <a:xfrm>
            <a:off x="304103" y="6494861"/>
            <a:ext cx="1390844" cy="114316"/>
          </a:xfrm>
          <a:prstGeom prst="rect">
            <a:avLst/>
          </a:prstGeom>
        </p:spPr>
      </p:pic>
      <p:sp>
        <p:nvSpPr>
          <p:cNvPr id="8" name="Espaço Reservado para Número de Slide 10"/>
          <p:cNvSpPr>
            <a:spLocks noGrp="1"/>
          </p:cNvSpPr>
          <p:nvPr>
            <p:ph type="sldNum" sz="quarter" idx="12"/>
          </p:nvPr>
        </p:nvSpPr>
        <p:spPr>
          <a:xfrm>
            <a:off x="7250615" y="6356353"/>
            <a:ext cx="2360666" cy="365125"/>
          </a:xfrm>
        </p:spPr>
        <p:txBody>
          <a:bodyPr/>
          <a:lstStyle/>
          <a:p>
            <a:r>
              <a:rPr lang="en-US" dirty="0"/>
              <a:t>2</a:t>
            </a:r>
          </a:p>
        </p:txBody>
      </p:sp>
      <p:sp>
        <p:nvSpPr>
          <p:cNvPr id="10" name="Retângulo de cantos arredondados 6"/>
          <p:cNvSpPr/>
          <p:nvPr/>
        </p:nvSpPr>
        <p:spPr>
          <a:xfrm>
            <a:off x="4372093" y="1157735"/>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Objetivo e Escopo</a:t>
            </a:r>
          </a:p>
        </p:txBody>
      </p:sp>
      <p:sp>
        <p:nvSpPr>
          <p:cNvPr id="11" name="Retângulo de cantos arredondados 8"/>
          <p:cNvSpPr/>
          <p:nvPr/>
        </p:nvSpPr>
        <p:spPr>
          <a:xfrm>
            <a:off x="4372093" y="2190852"/>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Dinâmica e Papéis</a:t>
            </a:r>
          </a:p>
        </p:txBody>
      </p:sp>
      <p:sp>
        <p:nvSpPr>
          <p:cNvPr id="13" name="Retângulo de cantos arredondados 9"/>
          <p:cNvSpPr/>
          <p:nvPr/>
        </p:nvSpPr>
        <p:spPr>
          <a:xfrm>
            <a:off x="4372093" y="3223969"/>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Processo e Artefatos</a:t>
            </a:r>
          </a:p>
        </p:txBody>
      </p:sp>
      <p:pic>
        <p:nvPicPr>
          <p:cNvPr id="14" name="Picture 2" descr="http://intranet.reynosa.gob.mx/directorio/images/agenda.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9525" y="2637852"/>
            <a:ext cx="2601578" cy="2339234"/>
          </a:xfrm>
          <a:prstGeom prst="rect">
            <a:avLst/>
          </a:prstGeom>
          <a:noFill/>
          <a:extLst>
            <a:ext uri="{909E8E84-426E-40DD-AFC4-6F175D3DCCD1}">
              <a14:hiddenFill xmlns:a14="http://schemas.microsoft.com/office/drawing/2010/main">
                <a:solidFill>
                  <a:srgbClr val="FFFFFF"/>
                </a:solidFill>
              </a14:hiddenFill>
            </a:ext>
          </a:extLst>
        </p:spPr>
      </p:pic>
      <p:sp>
        <p:nvSpPr>
          <p:cNvPr id="3" name="Retângulo 2"/>
          <p:cNvSpPr/>
          <p:nvPr/>
        </p:nvSpPr>
        <p:spPr>
          <a:xfrm>
            <a:off x="412125" y="2530093"/>
            <a:ext cx="1470659" cy="584775"/>
          </a:xfrm>
          <a:prstGeom prst="rect">
            <a:avLst/>
          </a:prstGeom>
        </p:spPr>
        <p:txBody>
          <a:bodyPr wrap="none">
            <a:spAutoFit/>
          </a:bodyPr>
          <a:lstStyle/>
          <a:p>
            <a:r>
              <a:rPr lang="pt-BR" sz="3200" b="1" dirty="0">
                <a:solidFill>
                  <a:schemeClr val="tx1">
                    <a:lumMod val="95000"/>
                    <a:lumOff val="5000"/>
                  </a:schemeClr>
                </a:solidFill>
              </a:rPr>
              <a:t>Agenda</a:t>
            </a:r>
            <a:endParaRPr lang="pt-BR" sz="3200" dirty="0"/>
          </a:p>
        </p:txBody>
      </p:sp>
      <p:sp>
        <p:nvSpPr>
          <p:cNvPr id="15" name="Retângulo de cantos arredondados 9"/>
          <p:cNvSpPr/>
          <p:nvPr/>
        </p:nvSpPr>
        <p:spPr>
          <a:xfrm>
            <a:off x="4372093" y="4257086"/>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Envolvidos</a:t>
            </a:r>
          </a:p>
        </p:txBody>
      </p:sp>
      <p:sp>
        <p:nvSpPr>
          <p:cNvPr id="16" name="Retângulo de cantos arredondados 9"/>
          <p:cNvSpPr/>
          <p:nvPr/>
        </p:nvSpPr>
        <p:spPr>
          <a:xfrm>
            <a:off x="4372093" y="5290202"/>
            <a:ext cx="6120000" cy="720000"/>
          </a:xfrm>
          <a:prstGeom prst="roundRect">
            <a:avLst>
              <a:gd name="adj" fmla="val 21097"/>
            </a:avLst>
          </a:prstGeom>
          <a:solidFill>
            <a:srgbClr val="F68E1E"/>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Próximos Passos</a:t>
            </a:r>
          </a:p>
        </p:txBody>
      </p:sp>
    </p:spTree>
    <p:extLst>
      <p:ext uri="{BB962C8B-B14F-4D97-AF65-F5344CB8AC3E}">
        <p14:creationId xmlns:p14="http://schemas.microsoft.com/office/powerpoint/2010/main" val="3189406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19" name="Espaço Reservado para Número de Slide 18"/>
          <p:cNvSpPr>
            <a:spLocks noGrp="1"/>
          </p:cNvSpPr>
          <p:nvPr>
            <p:ph type="sldNum" sz="quarter" idx="12"/>
          </p:nvPr>
        </p:nvSpPr>
        <p:spPr/>
        <p:txBody>
          <a:bodyPr/>
          <a:lstStyle/>
          <a:p>
            <a:fld id="{34FCF5E2-CCF2-BF49-B901-1F681CA77025}" type="slidenum">
              <a:rPr lang="en-US" smtClean="0"/>
              <a:pPr/>
              <a:t>15</a:t>
            </a:fld>
            <a:endParaRPr lang="en-US" dirty="0"/>
          </a:p>
        </p:txBody>
      </p:sp>
      <p:pic>
        <p:nvPicPr>
          <p:cNvPr id="29" name="Imagem 28"/>
          <p:cNvPicPr>
            <a:picLocks noChangeAspect="1"/>
          </p:cNvPicPr>
          <p:nvPr/>
        </p:nvPicPr>
        <p:blipFill>
          <a:blip r:embed="rId3"/>
          <a:stretch>
            <a:fillRect/>
          </a:stretch>
        </p:blipFill>
        <p:spPr>
          <a:xfrm>
            <a:off x="304103" y="6494861"/>
            <a:ext cx="1390844" cy="114316"/>
          </a:xfrm>
          <a:prstGeom prst="rect">
            <a:avLst/>
          </a:prstGeom>
        </p:spPr>
      </p:pic>
      <p:sp>
        <p:nvSpPr>
          <p:cNvPr id="10"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sp>
        <p:nvSpPr>
          <p:cNvPr id="3" name="Retângulo 2"/>
          <p:cNvSpPr/>
          <p:nvPr/>
        </p:nvSpPr>
        <p:spPr>
          <a:xfrm>
            <a:off x="329238" y="1168264"/>
            <a:ext cx="3262101" cy="523220"/>
          </a:xfrm>
          <a:prstGeom prst="rect">
            <a:avLst/>
          </a:prstGeom>
        </p:spPr>
        <p:txBody>
          <a:bodyPr wrap="square">
            <a:spAutoFit/>
          </a:bodyPr>
          <a:lstStyle/>
          <a:p>
            <a:pPr algn="just">
              <a:spcBef>
                <a:spcPts val="200"/>
              </a:spcBef>
              <a:spcAft>
                <a:spcPts val="200"/>
              </a:spcAft>
            </a:pPr>
            <a:r>
              <a:rPr lang="pt-BR" sz="2800" b="1" dirty="0">
                <a:solidFill>
                  <a:schemeClr val="tx1">
                    <a:lumMod val="95000"/>
                    <a:lumOff val="5000"/>
                  </a:schemeClr>
                </a:solidFill>
              </a:rPr>
              <a:t>PRÓXIMOS PASSOS</a:t>
            </a:r>
          </a:p>
        </p:txBody>
      </p:sp>
      <p:graphicFrame>
        <p:nvGraphicFramePr>
          <p:cNvPr id="4" name="Diagrama 3"/>
          <p:cNvGraphicFramePr/>
          <p:nvPr>
            <p:extLst>
              <p:ext uri="{D42A27DB-BD31-4B8C-83A1-F6EECF244321}">
                <p14:modId xmlns:p14="http://schemas.microsoft.com/office/powerpoint/2010/main" val="61945171"/>
              </p:ext>
            </p:extLst>
          </p:nvPr>
        </p:nvGraphicFramePr>
        <p:xfrm>
          <a:off x="301750" y="1898083"/>
          <a:ext cx="9513638" cy="40376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37119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TM04033917[[fn=Berlim]]</Template>
  <TotalTime>3703</TotalTime>
  <Words>785</Words>
  <Application>Microsoft Office PowerPoint</Application>
  <PresentationFormat>Personalizar</PresentationFormat>
  <Paragraphs>142</Paragraphs>
  <Slides>15</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15</vt:i4>
      </vt:variant>
    </vt:vector>
  </HeadingPairs>
  <TitlesOfParts>
    <vt:vector size="20" baseType="lpstr">
      <vt:lpstr>Arial</vt:lpstr>
      <vt:lpstr>Calibri</vt:lpstr>
      <vt:lpstr>Gotham Rounded Book</vt:lpstr>
      <vt:lpstr>Wingdings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Jorge Filho</dc:creator>
  <cp:lastModifiedBy>Jorge Filho</cp:lastModifiedBy>
  <cp:revision>41</cp:revision>
  <dcterms:created xsi:type="dcterms:W3CDTF">2014-01-24T21:35:00Z</dcterms:created>
  <dcterms:modified xsi:type="dcterms:W3CDTF">2016-10-04T12:10:09Z</dcterms:modified>
</cp:coreProperties>
</file>