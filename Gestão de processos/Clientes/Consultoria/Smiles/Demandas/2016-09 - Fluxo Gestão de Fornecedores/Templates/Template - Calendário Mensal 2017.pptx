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2094" y="-58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57" y="3439579"/>
            <a:ext cx="6517535" cy="4009499"/>
          </a:xfrm>
          <a:prstGeom prst="rect">
            <a:avLst/>
          </a:prstGeom>
        </p:spPr>
      </p:pic>
      <p:sp>
        <p:nvSpPr>
          <p:cNvPr id="17" name="Retângulo 16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43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70" y="3437066"/>
            <a:ext cx="6531418" cy="4018039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57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8" y="3405480"/>
            <a:ext cx="6669991" cy="4129452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37066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80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18" y="3455691"/>
            <a:ext cx="6573571" cy="422470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44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28" y="3437066"/>
            <a:ext cx="6644126" cy="4018039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37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70" y="3453108"/>
            <a:ext cx="6531420" cy="4018040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27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" y="3413856"/>
            <a:ext cx="6714652" cy="431537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7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28" y="3452159"/>
            <a:ext cx="6645693" cy="401898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61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62" y="3428325"/>
            <a:ext cx="6625465" cy="4075896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04982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99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0" y="3413326"/>
            <a:ext cx="6674315" cy="4105948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62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70" y="3449054"/>
            <a:ext cx="6564085" cy="40381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8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74880" y="3190591"/>
            <a:ext cx="2218225" cy="62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1" y="3421024"/>
            <a:ext cx="6672033" cy="4287986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5582653" y="3421024"/>
            <a:ext cx="1153907" cy="5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44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3691</TotalTime>
  <Words>240</Words>
  <PresentationFormat>Papel A4 (210 x 297 mm)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2017-01-05T10:57:52Z</dcterms:modified>
</cp:coreProperties>
</file>