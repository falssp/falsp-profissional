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44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600" y="-312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/>
          <p:cNvPicPr>
            <a:picLocks noChangeAspect="1"/>
          </p:cNvPicPr>
          <p:nvPr/>
        </p:nvPicPr>
        <p:blipFill rotWithShape="1">
          <a:blip r:embed="rId2"/>
          <a:srcRect b="7063"/>
          <a:stretch/>
        </p:blipFill>
        <p:spPr>
          <a:xfrm>
            <a:off x="10086" y="3233035"/>
            <a:ext cx="6858000" cy="4503949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3"/>
            <a:ext cx="6685200" cy="9000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993901"/>
            <a:ext cx="59641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Fev-17 </a:t>
            </a:r>
          </a:p>
          <a:p>
            <a:pPr marL="540000" algn="just"/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80792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916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91538" y="6504800"/>
            <a:ext cx="1030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Oracle</a:t>
            </a:r>
          </a:p>
        </p:txBody>
      </p:sp>
      <p:sp>
        <p:nvSpPr>
          <p:cNvPr id="3" name="Retângulo 2"/>
          <p:cNvSpPr/>
          <p:nvPr/>
        </p:nvSpPr>
        <p:spPr>
          <a:xfrm>
            <a:off x="3609514" y="4297801"/>
            <a:ext cx="15348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 err="1">
                <a:solidFill>
                  <a:srgbClr val="7030A0"/>
                </a:solidFill>
              </a:rPr>
              <a:t>CredibiliT</a:t>
            </a:r>
            <a:endParaRPr lang="pt-BR" sz="1400" b="1" dirty="0">
              <a:solidFill>
                <a:srgbClr val="7030A0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968673" y="5729061"/>
            <a:ext cx="7251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Level3</a:t>
            </a:r>
          </a:p>
        </p:txBody>
      </p:sp>
      <p:sp>
        <p:nvSpPr>
          <p:cNvPr id="5" name="Retângulo 4"/>
          <p:cNvSpPr/>
          <p:nvPr/>
        </p:nvSpPr>
        <p:spPr>
          <a:xfrm>
            <a:off x="1270420" y="5729061"/>
            <a:ext cx="6174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TIVIT</a:t>
            </a:r>
          </a:p>
        </p:txBody>
      </p:sp>
      <p:sp>
        <p:nvSpPr>
          <p:cNvPr id="6" name="Retângulo 5"/>
          <p:cNvSpPr/>
          <p:nvPr/>
        </p:nvSpPr>
        <p:spPr>
          <a:xfrm>
            <a:off x="2230755" y="5729061"/>
            <a:ext cx="6283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Algar</a:t>
            </a:r>
          </a:p>
        </p:txBody>
      </p:sp>
      <p:sp>
        <p:nvSpPr>
          <p:cNvPr id="8" name="Retângulo 7"/>
          <p:cNvSpPr/>
          <p:nvPr/>
        </p:nvSpPr>
        <p:spPr>
          <a:xfrm>
            <a:off x="2674657" y="6520189"/>
            <a:ext cx="15073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VIVO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376937" y="2487286"/>
            <a:ext cx="2164643" cy="926851"/>
          </a:xfrm>
          <a:prstGeom prst="roundRect">
            <a:avLst>
              <a:gd name="adj" fmla="val 1590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216AC2A93ED34EA147D7CF78DE765F" ma:contentTypeVersion="9" ma:contentTypeDescription="Crie um novo documento." ma:contentTypeScope="" ma:versionID="746616de6bbe415079e6c6f856a17545">
  <xsd:schema xmlns:xsd="http://www.w3.org/2001/XMLSchema" xmlns:xs="http://www.w3.org/2001/XMLSchema" xmlns:p="http://schemas.microsoft.com/office/2006/metadata/properties" xmlns:ns1="http://schemas.microsoft.com/sharepoint/v3" xmlns:ns2="e82749e7-7b0e-4498-9ead-94b1bb5c5f13" xmlns:ns3="6741f19a-b8bb-438e-b0f7-cfbdb56f3f1f" targetNamespace="http://schemas.microsoft.com/office/2006/metadata/properties" ma:root="true" ma:fieldsID="30085155a7887595f807524119d6a3cd" ns1:_="" ns2:_="" ns3:_="">
    <xsd:import namespace="http://schemas.microsoft.com/sharepoint/v3"/>
    <xsd:import namespace="e82749e7-7b0e-4498-9ead-94b1bb5c5f13"/>
    <xsd:import namespace="6741f19a-b8bb-438e-b0f7-cfbdb56f3f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r8y9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11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12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13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4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15" nillable="true" ma:displayName="Número de Ocorrências de Curtir" ma:internalName="LikesCount">
      <xsd:simpleType>
        <xsd:restriction base="dms:Unknown"/>
      </xsd:simpleType>
    </xsd:element>
    <xsd:element name="LikedBy" ma:index="16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2749e7-7b0e-4498-9ead-94b1bb5c5f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1f19a-b8bb-438e-b0f7-cfbdb56f3f1f" elementFormDefault="qualified">
    <xsd:import namespace="http://schemas.microsoft.com/office/2006/documentManagement/types"/>
    <xsd:import namespace="http://schemas.microsoft.com/office/infopath/2007/PartnerControls"/>
    <xsd:element name="r8y9" ma:index="10" nillable="true" ma:displayName="Pessoa ou Grupo" ma:list="UserInfo" ma:internalName="r8y9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r8y9 xmlns="6741f19a-b8bb-438e-b0f7-cfbdb56f3f1f">
      <UserInfo>
        <DisplayName/>
        <AccountId xsi:nil="true"/>
        <AccountType/>
      </UserInfo>
    </r8y9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BAA820-C438-4B32-BD93-E4551D2AAB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82749e7-7b0e-4498-9ead-94b1bb5c5f13"/>
    <ds:schemaRef ds:uri="6741f19a-b8bb-438e-b0f7-cfbdb56f3f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2DFF9F-D01F-4A6E-A535-A1E595086C3C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elements/1.1/"/>
    <ds:schemaRef ds:uri="6741f19a-b8bb-438e-b0f7-cfbdb56f3f1f"/>
    <ds:schemaRef ds:uri="e82749e7-7b0e-4498-9ead-94b1bb5c5f13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5100E6B-032F-4AC5-9306-819C3BE9F0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3850</TotalTime>
  <Words>25</Words>
  <Application>Microsoft Office PowerPoint</Application>
  <PresentationFormat>Papel A4 (210 x 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288</cp:revision>
  <dcterms:created xsi:type="dcterms:W3CDTF">2014-01-24T21:35:00Z</dcterms:created>
  <dcterms:modified xsi:type="dcterms:W3CDTF">2017-03-31T19:32:07Z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0x01010010216AC2A93ED34EA147D7CF78DE765F</vt:lpwstr>
  </property>
</Properties>
</file>