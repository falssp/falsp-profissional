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357" r:id="rId3"/>
    <p:sldId id="356" r:id="rId4"/>
    <p:sldId id="358" r:id="rId5"/>
    <p:sldId id="354" r:id="rId6"/>
    <p:sldId id="359" r:id="rId7"/>
    <p:sldId id="360" r:id="rId8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E1E"/>
    <a:srgbClr val="FF6600"/>
    <a:srgbClr val="00CC00"/>
    <a:srgbClr val="D0462D"/>
    <a:srgbClr val="F57124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37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26/09/2016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Plano de Ação Q4</a:t>
            </a:r>
          </a:p>
          <a:p>
            <a:endParaRPr lang="pt-BR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Nei </a:t>
            </a:r>
            <a:r>
              <a:rPr lang="pt-BR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Henckes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26-09-2016</a:t>
            </a:r>
          </a:p>
        </p:txBody>
      </p:sp>
      <p:pic>
        <p:nvPicPr>
          <p:cNvPr id="2" name="Picture 2" descr="http://www.dynamicbusiness.com.au/wp-content/uploads/2016/01/iStock_000029542540_Larg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438" y="4466208"/>
            <a:ext cx="4996017" cy="239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Contexto e Objetivo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45798" y="2081342"/>
            <a:ext cx="4112341" cy="37761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Após a implantação e consolidação da Central de Serviços de TI, o atingimento dos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acordados passou a ser exigido com maior rigor, fato que motiva a ampliação das práticas de gestão dos chamados e dos controles relacionados aos mesmos.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 está considerado o foco da área no cumprimento de seus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melhoria contínua na prestação de serviços para as áreas de negócios da Smiles.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486164" y="1498436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endParaRPr lang="pt-BR" sz="1600" i="1" dirty="0"/>
          </a:p>
        </p:txBody>
      </p:sp>
      <p:sp>
        <p:nvSpPr>
          <p:cNvPr id="16" name="Retângulo 15"/>
          <p:cNvSpPr/>
          <p:nvPr/>
        </p:nvSpPr>
        <p:spPr>
          <a:xfrm>
            <a:off x="5488858" y="2705620"/>
            <a:ext cx="4112341" cy="315184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Indicadores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acompanhamento mais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focado na redução do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Backlog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e, consequentemente,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nos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 CSTI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um Plano de Ação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eleve o patamar da prestação de serviços da CSTI, o qual resulte no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atingimento das metas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indicadores propostos.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5429224" y="2122714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871401" y="3876261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532981"/>
              </p:ext>
            </p:extLst>
          </p:nvPr>
        </p:nvGraphicFramePr>
        <p:xfrm>
          <a:off x="378569" y="2105540"/>
          <a:ext cx="9360000" cy="3813096"/>
        </p:xfrm>
        <a:graphic>
          <a:graphicData uri="http://schemas.openxmlformats.org/drawingml/2006/table">
            <a:tbl>
              <a:tblPr/>
              <a:tblGrid>
                <a:gridCol w="32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 gridSpan="2"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marL="180000" indent="0" algn="l" rtl="0" fontAlgn="ctr"/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Quantidade de</a:t>
                      </a:r>
                      <a:r>
                        <a:rPr lang="pt-BR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chamados em </a:t>
                      </a:r>
                      <a:r>
                        <a:rPr lang="pt-BR" sz="14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Backlog</a:t>
                      </a:r>
                      <a:r>
                        <a:rPr lang="pt-BR" sz="1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na Central de Serviços de TI (CSM e NGC)</a:t>
                      </a:r>
                      <a:endParaRPr lang="pt-BR" sz="14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Meta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40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0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de Tempo de Resposta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Central de Serviços de TI (CSM e NGC)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Meta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91%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92%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93%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0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de Tempo de Resolução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Central de Serviços de TI (CSM e NGC)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Meta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40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0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378569" y="1284035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11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353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4505"/>
              </p:ext>
            </p:extLst>
          </p:nvPr>
        </p:nvGraphicFramePr>
        <p:xfrm>
          <a:off x="198569" y="982626"/>
          <a:ext cx="9720000" cy="567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Ação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Fato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Causa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O Que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Quando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Status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Falta de alinhamento / proximidade com os </a:t>
                      </a:r>
                      <a:r>
                        <a:rPr lang="pt-B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key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</a:t>
                      </a:r>
                      <a:r>
                        <a:rPr lang="pt-B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users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e donos das áreas de negócios.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Falta de padrão de comunicação e cadência de acompanhamento dos projetos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Definir padrão / formato para comunicação dos projetos e serviços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Maluf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08/11/2013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Indefinição dos Key Users de área de negócio.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Não existe formalização de Key </a:t>
                      </a:r>
                      <a:r>
                        <a:rPr lang="pt-B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Users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em negócio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Definição de uma lista com os Key Users de Negócio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Maluf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08/11/2013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Indefinição dos Key Users de área de TI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Não existe formalização de Key </a:t>
                      </a:r>
                      <a:r>
                        <a:rPr lang="pt-B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Users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em TI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Elaboração de uma lista com os Key </a:t>
                      </a:r>
                      <a:r>
                        <a:rPr lang="pt-BR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Users</a:t>
                      </a:r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 de TI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Maluf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08/11/2013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000"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Não realização de pesquisas.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Inexistência de metodologia para avaliação / pontuação de pesquisa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Definir metodologia  para realização de pesquisa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Maluf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08/11/2013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0000"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93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403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5836</TotalTime>
  <Words>375</Words>
  <Application>Microsoft Office PowerPoint</Application>
  <PresentationFormat>Personalizar</PresentationFormat>
  <Paragraphs>111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Filho</dc:creator>
  <cp:lastModifiedBy>Jorge Filho</cp:lastModifiedBy>
  <cp:revision>11</cp:revision>
  <dcterms:created xsi:type="dcterms:W3CDTF">2014-01-24T21:35:00Z</dcterms:created>
  <dcterms:modified xsi:type="dcterms:W3CDTF">2016-09-26T18:56:40Z</dcterms:modified>
</cp:coreProperties>
</file>