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50" r:id="rId3"/>
    <p:sldId id="357" r:id="rId4"/>
    <p:sldId id="356" r:id="rId5"/>
    <p:sldId id="358" r:id="rId6"/>
    <p:sldId id="354" r:id="rId7"/>
    <p:sldId id="347" r:id="rId8"/>
    <p:sldId id="352" r:id="rId9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FF6600"/>
    <a:srgbClr val="00CC00"/>
    <a:srgbClr val="D0462D"/>
    <a:srgbClr val="F57124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7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Henckes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26-09-2016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78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1306639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473970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Reprovado</a:t>
            </a:r>
          </a:p>
          <a:p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Demandas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527496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89494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890996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778452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976655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482369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74294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82465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90636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906369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825609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140717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4017669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da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87589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Negócio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14773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3374243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462772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6204155" y="2089080"/>
            <a:ext cx="750120" cy="1041692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99215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742941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1065716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698419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Validação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14373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866477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3293896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cxnSp>
        <p:nvCxnSpPr>
          <p:cNvPr id="78" name="Conector de Seta Reta 88"/>
          <p:cNvCxnSpPr/>
          <p:nvPr/>
        </p:nvCxnSpPr>
        <p:spPr>
          <a:xfrm flipH="1">
            <a:off x="9185913" y="3514998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68"/>
          <p:cNvCxnSpPr>
            <a:stCxn id="61" idx="0"/>
            <a:endCxn id="60" idx="1"/>
          </p:cNvCxnSpPr>
          <p:nvPr/>
        </p:nvCxnSpPr>
        <p:spPr>
          <a:xfrm rot="16200000" flipH="1" flipV="1">
            <a:off x="4930238" y="415380"/>
            <a:ext cx="1681931" cy="6821142"/>
          </a:xfrm>
          <a:prstGeom prst="bentConnector4">
            <a:avLst>
              <a:gd name="adj1" fmla="val -89867"/>
              <a:gd name="adj2" fmla="val 128962"/>
            </a:avLst>
          </a:prstGeom>
          <a:ln>
            <a:solidFill>
              <a:srgbClr val="FF6600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tângulo 89"/>
          <p:cNvSpPr/>
          <p:nvPr/>
        </p:nvSpPr>
        <p:spPr>
          <a:xfrm>
            <a:off x="1456442" y="6092393"/>
            <a:ext cx="91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81" name="Conector de Seta Reta 102"/>
          <p:cNvCxnSpPr>
            <a:stCxn id="85" idx="1"/>
            <a:endCxn id="86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108"/>
          <p:cNvCxnSpPr>
            <a:stCxn id="86" idx="0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uxograma: Processo 84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REVISÃO DO PMO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Fluxograma: Processo 85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Retângulo 91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26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tângulo Arredondado 87"/>
          <p:cNvSpPr/>
          <p:nvPr/>
        </p:nvSpPr>
        <p:spPr>
          <a:xfrm>
            <a:off x="2269828" y="5438054"/>
            <a:ext cx="3400467" cy="1191044"/>
          </a:xfrm>
          <a:prstGeom prst="roundRect">
            <a:avLst>
              <a:gd name="adj" fmla="val 5688"/>
            </a:avLst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6" name="Agrupar 86"/>
          <p:cNvGrpSpPr/>
          <p:nvPr/>
        </p:nvGrpSpPr>
        <p:grpSpPr>
          <a:xfrm>
            <a:off x="4312781" y="5699081"/>
            <a:ext cx="3445178" cy="1080000"/>
            <a:chOff x="2227184" y="2881012"/>
            <a:chExt cx="3445178" cy="1142538"/>
          </a:xfrm>
        </p:grpSpPr>
        <p:sp>
          <p:nvSpPr>
            <p:cNvPr id="97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Retângulo 97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88" name="Agrupar 77"/>
          <p:cNvGrpSpPr/>
          <p:nvPr/>
        </p:nvGrpSpPr>
        <p:grpSpPr>
          <a:xfrm>
            <a:off x="2737445" y="2909036"/>
            <a:ext cx="3413279" cy="1057388"/>
            <a:chOff x="2259083" y="2953917"/>
            <a:chExt cx="3413279" cy="1129667"/>
          </a:xfrm>
        </p:grpSpPr>
        <p:sp>
          <p:nvSpPr>
            <p:cNvPr id="91" name="Retângulo Arredondado 78"/>
            <p:cNvSpPr/>
            <p:nvPr/>
          </p:nvSpPr>
          <p:spPr>
            <a:xfrm>
              <a:off x="2271895" y="2953917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Retângulo 91"/>
            <p:cNvSpPr/>
            <p:nvPr/>
          </p:nvSpPr>
          <p:spPr>
            <a:xfrm>
              <a:off x="2259083" y="3803107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1306639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473970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89494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890996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778452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976655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482369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74294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82465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90636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906369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825609" y="3270144"/>
            <a:ext cx="986167" cy="5078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140717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4017669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da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87589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Negócio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14773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3374243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462772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6204155" y="2089080"/>
            <a:ext cx="750120" cy="104169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99215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742941" y="3452081"/>
            <a:ext cx="612000" cy="216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1065716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698419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Validação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14373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866477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3293896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cxnSp>
        <p:nvCxnSpPr>
          <p:cNvPr id="78" name="Conector de Seta Reta 88"/>
          <p:cNvCxnSpPr/>
          <p:nvPr/>
        </p:nvCxnSpPr>
        <p:spPr>
          <a:xfrm flipH="1">
            <a:off x="9185913" y="3514998"/>
            <a:ext cx="12299" cy="8743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68"/>
          <p:cNvCxnSpPr>
            <a:stCxn id="61" idx="0"/>
            <a:endCxn id="60" idx="1"/>
          </p:cNvCxnSpPr>
          <p:nvPr/>
        </p:nvCxnSpPr>
        <p:spPr>
          <a:xfrm rot="16200000" flipH="1" flipV="1">
            <a:off x="4930238" y="415380"/>
            <a:ext cx="1681931" cy="6821142"/>
          </a:xfrm>
          <a:prstGeom prst="bentConnector4">
            <a:avLst>
              <a:gd name="adj1" fmla="val -89867"/>
              <a:gd name="adj2" fmla="val 128962"/>
            </a:avLst>
          </a:prstGeom>
          <a:ln>
            <a:solidFill>
              <a:schemeClr val="bg1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tângulo 89"/>
          <p:cNvSpPr/>
          <p:nvPr/>
        </p:nvSpPr>
        <p:spPr>
          <a:xfrm>
            <a:off x="1456442" y="6092393"/>
            <a:ext cx="915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81" name="Conector de Seta Reta 102"/>
          <p:cNvCxnSpPr>
            <a:stCxn id="85" idx="1"/>
            <a:endCxn id="86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108"/>
          <p:cNvCxnSpPr>
            <a:stCxn id="86" idx="0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uxograma: Processo 84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REVISÃO DO PMO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Fluxograma: Processo 85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3" name="Agrupar 129"/>
          <p:cNvGrpSpPr/>
          <p:nvPr/>
        </p:nvGrpSpPr>
        <p:grpSpPr>
          <a:xfrm>
            <a:off x="513854" y="2246388"/>
            <a:ext cx="716274" cy="682180"/>
            <a:chOff x="256478" y="2393574"/>
            <a:chExt cx="716274" cy="682180"/>
          </a:xfrm>
        </p:grpSpPr>
        <p:pic>
          <p:nvPicPr>
            <p:cNvPr id="75" name="Imagem 74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87" name="Retângulo 86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100" name="Retângulo 99"/>
          <p:cNvSpPr/>
          <p:nvPr/>
        </p:nvSpPr>
        <p:spPr>
          <a:xfrm>
            <a:off x="2314328" y="5471702"/>
            <a:ext cx="3367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SLA: Tempo de Elaboração Desenho da Solução (10 dias úteis)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Demandas de TI</a:t>
            </a:r>
          </a:p>
        </p:txBody>
      </p:sp>
      <p:sp>
        <p:nvSpPr>
          <p:cNvPr id="102" name="Retângulo 101"/>
          <p:cNvSpPr/>
          <p:nvPr/>
        </p:nvSpPr>
        <p:spPr>
          <a:xfrm>
            <a:off x="51282" y="651755"/>
            <a:ext cx="33493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  <a:endParaRPr lang="pt-B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55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5791</TotalTime>
  <Words>447</Words>
  <Application>Microsoft Office PowerPoint</Application>
  <PresentationFormat>Personalizar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6</cp:revision>
  <dcterms:created xsi:type="dcterms:W3CDTF">2014-01-24T21:35:00Z</dcterms:created>
  <dcterms:modified xsi:type="dcterms:W3CDTF">2016-09-26T18:11:50Z</dcterms:modified>
</cp:coreProperties>
</file>