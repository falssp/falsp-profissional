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344" r:id="rId5"/>
    <p:sldId id="345" r:id="rId6"/>
  </p:sldIdLst>
  <p:sldSz cx="9601200" cy="16200438"/>
  <p:notesSz cx="6858000" cy="9144000"/>
  <p:defaultTextStyle>
    <a:defPPr>
      <a:defRPr lang="en-US"/>
    </a:defPPr>
    <a:lvl1pPr marL="0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610845" rtl="0" eaLnBrk="1" latinLnBrk="0" hangingPunct="1">
      <a:defRPr sz="2404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03" userDrawn="1">
          <p15:clr>
            <a:srgbClr val="A4A3A4"/>
          </p15:clr>
        </p15:guide>
        <p15:guide id="2" pos="30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68E1E"/>
    <a:srgbClr val="A20000"/>
    <a:srgbClr val="F57124"/>
    <a:srgbClr val="FF9900"/>
    <a:srgbClr val="FF8E2D"/>
    <a:srgbClr val="99CCFF"/>
    <a:srgbClr val="000000"/>
    <a:srgbClr val="EE6829"/>
    <a:srgbClr val="E287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 snapToObjects="1">
      <p:cViewPr>
        <p:scale>
          <a:sx n="107" d="100"/>
          <a:sy n="107" d="100"/>
        </p:scale>
        <p:origin x="538" y="62"/>
      </p:cViewPr>
      <p:guideLst>
        <p:guide orient="horz" pos="5103"/>
        <p:guide pos="302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09/03/2017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413000" y="685800"/>
            <a:ext cx="203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1pPr>
    <a:lvl2pPr marL="610845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2pPr>
    <a:lvl3pPr marL="1221692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3pPr>
    <a:lvl4pPr marL="183253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4pPr>
    <a:lvl5pPr marL="2443384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5pPr>
    <a:lvl6pPr marL="3054231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6pPr>
    <a:lvl7pPr marL="3665077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7pPr>
    <a:lvl8pPr marL="4275923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8pPr>
    <a:lvl9pPr marL="4886769" algn="l" defTabSz="1221692" rtl="0" eaLnBrk="1" latinLnBrk="0" hangingPunct="1">
      <a:defRPr sz="160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1" y="5032646"/>
            <a:ext cx="8161020" cy="347259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0181" y="9180248"/>
            <a:ext cx="6720840" cy="41401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4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0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29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8429" y="10410290"/>
            <a:ext cx="8161020" cy="3217587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429" y="6866441"/>
            <a:ext cx="8161020" cy="3543845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68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35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03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47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3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06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574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2941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0061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0610" y="3780111"/>
            <a:ext cx="4240530" cy="10691540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3" y="3626352"/>
            <a:ext cx="4242197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3" y="5137638"/>
            <a:ext cx="4242197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7279" y="3626352"/>
            <a:ext cx="4243865" cy="1511290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68" indent="0">
              <a:buNone/>
              <a:defRPr sz="2889" b="1"/>
            </a:lvl2pPr>
            <a:lvl3pPr marL="1320735" indent="0">
              <a:buNone/>
              <a:defRPr sz="2600" b="1"/>
            </a:lvl3pPr>
            <a:lvl4pPr marL="1981103" indent="0">
              <a:buNone/>
              <a:defRPr sz="2311" b="1"/>
            </a:lvl4pPr>
            <a:lvl5pPr marL="2641471" indent="0">
              <a:buNone/>
              <a:defRPr sz="2311" b="1"/>
            </a:lvl5pPr>
            <a:lvl6pPr marL="3301838" indent="0">
              <a:buNone/>
              <a:defRPr sz="2311" b="1"/>
            </a:lvl6pPr>
            <a:lvl7pPr marL="3962206" indent="0">
              <a:buNone/>
              <a:defRPr sz="2311" b="1"/>
            </a:lvl7pPr>
            <a:lvl8pPr marL="4622574" indent="0">
              <a:buNone/>
              <a:defRPr sz="2311" b="1"/>
            </a:lvl8pPr>
            <a:lvl9pPr marL="5282941" indent="0">
              <a:buNone/>
              <a:defRPr sz="231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7279" y="5137638"/>
            <a:ext cx="4243865" cy="9334004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2" y="645017"/>
            <a:ext cx="3158729" cy="2745074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3807" y="645025"/>
            <a:ext cx="5367337" cy="13826626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0062" y="3390102"/>
            <a:ext cx="3158729" cy="11081551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1904" y="11340306"/>
            <a:ext cx="5760720" cy="1338789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81904" y="1447538"/>
            <a:ext cx="5760720" cy="9720263"/>
          </a:xfrm>
        </p:spPr>
        <p:txBody>
          <a:bodyPr/>
          <a:lstStyle>
            <a:lvl1pPr marL="0" indent="0">
              <a:buNone/>
              <a:defRPr sz="4622"/>
            </a:lvl1pPr>
            <a:lvl2pPr marL="660368" indent="0">
              <a:buNone/>
              <a:defRPr sz="4044"/>
            </a:lvl2pPr>
            <a:lvl3pPr marL="1320735" indent="0">
              <a:buNone/>
              <a:defRPr sz="3467"/>
            </a:lvl3pPr>
            <a:lvl4pPr marL="1981103" indent="0">
              <a:buNone/>
              <a:defRPr sz="2889"/>
            </a:lvl4pPr>
            <a:lvl5pPr marL="2641471" indent="0">
              <a:buNone/>
              <a:defRPr sz="2889"/>
            </a:lvl5pPr>
            <a:lvl6pPr marL="3301838" indent="0">
              <a:buNone/>
              <a:defRPr sz="2889"/>
            </a:lvl6pPr>
            <a:lvl7pPr marL="3962206" indent="0">
              <a:buNone/>
              <a:defRPr sz="2889"/>
            </a:lvl7pPr>
            <a:lvl8pPr marL="4622574" indent="0">
              <a:buNone/>
              <a:defRPr sz="2889"/>
            </a:lvl8pPr>
            <a:lvl9pPr marL="5282941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81904" y="12679095"/>
            <a:ext cx="5760720" cy="1901299"/>
          </a:xfrm>
        </p:spPr>
        <p:txBody>
          <a:bodyPr/>
          <a:lstStyle>
            <a:lvl1pPr marL="0" indent="0">
              <a:buNone/>
              <a:defRPr sz="2022"/>
            </a:lvl1pPr>
            <a:lvl2pPr marL="660368" indent="0">
              <a:buNone/>
              <a:defRPr sz="1733"/>
            </a:lvl2pPr>
            <a:lvl3pPr marL="1320735" indent="0">
              <a:buNone/>
              <a:defRPr sz="1444"/>
            </a:lvl3pPr>
            <a:lvl4pPr marL="1981103" indent="0">
              <a:buNone/>
              <a:defRPr sz="1300"/>
            </a:lvl4pPr>
            <a:lvl5pPr marL="2641471" indent="0">
              <a:buNone/>
              <a:defRPr sz="1300"/>
            </a:lvl5pPr>
            <a:lvl6pPr marL="3301838" indent="0">
              <a:buNone/>
              <a:defRPr sz="1300"/>
            </a:lvl6pPr>
            <a:lvl7pPr marL="3962206" indent="0">
              <a:buNone/>
              <a:defRPr sz="1300"/>
            </a:lvl7pPr>
            <a:lvl8pPr marL="4622574" indent="0">
              <a:buNone/>
              <a:defRPr sz="1300"/>
            </a:lvl8pPr>
            <a:lvl9pPr marL="5282941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60870" y="648780"/>
            <a:ext cx="2160270" cy="1382287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0060" y="648780"/>
            <a:ext cx="6320790" cy="1382287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0060" y="648768"/>
            <a:ext cx="8641080" cy="27000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0060" y="3780111"/>
            <a:ext cx="8641080" cy="106915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00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3/9/2017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0410" y="15015416"/>
            <a:ext cx="30403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80860" y="15015416"/>
            <a:ext cx="2240280" cy="8625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68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76" indent="-495276" algn="l" defTabSz="660368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097" indent="-412729" algn="l" defTabSz="660368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19" indent="-330184" algn="l" defTabSz="660368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286" indent="-330184" algn="l" defTabSz="660368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655" indent="-330184" algn="l" defTabSz="660368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21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389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757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124" indent="-330184" algn="l" defTabSz="660368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6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35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03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47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38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6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574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2941" algn="l" defTabSz="660368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grupar 3"/>
          <p:cNvGrpSpPr/>
          <p:nvPr/>
        </p:nvGrpSpPr>
        <p:grpSpPr>
          <a:xfrm>
            <a:off x="170793" y="232239"/>
            <a:ext cx="9287180" cy="1581150"/>
            <a:chOff x="139262" y="109370"/>
            <a:chExt cx="9287180" cy="1581150"/>
          </a:xfrm>
        </p:grpSpPr>
        <p:pic>
          <p:nvPicPr>
            <p:cNvPr id="26" name="Imagem 2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9262" y="109370"/>
              <a:ext cx="9287180" cy="1581150"/>
            </a:xfrm>
            <a:prstGeom prst="rect">
              <a:avLst/>
            </a:prstGeom>
          </p:spPr>
        </p:pic>
        <p:pic>
          <p:nvPicPr>
            <p:cNvPr id="27" name="Imagem 26"/>
            <p:cNvPicPr>
              <a:picLocks noChangeAspect="1"/>
            </p:cNvPicPr>
            <p:nvPr/>
          </p:nvPicPr>
          <p:blipFill rotWithShape="1">
            <a:blip r:embed="rId2"/>
            <a:srcRect l="28752" t="13835" r="28782" b="16159"/>
            <a:stretch/>
          </p:blipFill>
          <p:spPr>
            <a:xfrm>
              <a:off x="3074418" y="251945"/>
              <a:ext cx="3416868" cy="1332000"/>
            </a:xfrm>
            <a:prstGeom prst="rect">
              <a:avLst/>
            </a:prstGeom>
          </p:spPr>
        </p:pic>
      </p:grpSp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 dirty="0"/>
          </a:p>
        </p:txBody>
      </p:sp>
      <p:sp>
        <p:nvSpPr>
          <p:cNvPr id="18" name="CaixaDeTexto 17"/>
          <p:cNvSpPr txBox="1"/>
          <p:nvPr/>
        </p:nvSpPr>
        <p:spPr>
          <a:xfrm>
            <a:off x="2400214" y="2443074"/>
            <a:ext cx="4578158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3200" b="1" dirty="0">
                <a:solidFill>
                  <a:srgbClr val="7030A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EDI Daily Report</a:t>
            </a:r>
          </a:p>
          <a:p>
            <a:r>
              <a:rPr lang="pt-BR" sz="1800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Informativo diário sobre a transmissão de dados entre a Smiles e os parceiros críticos</a:t>
            </a:r>
            <a:endParaRPr lang="en-US" sz="1800" b="1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4" name="CaixaDeTexto 33"/>
          <p:cNvSpPr txBox="1"/>
          <p:nvPr/>
        </p:nvSpPr>
        <p:spPr>
          <a:xfrm>
            <a:off x="3540600" y="15357376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2400" b="1" dirty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Diretoria de TI</a:t>
            </a:r>
            <a:endParaRPr lang="pt-BR" sz="2000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9" name="Tabela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413678"/>
              </p:ext>
            </p:extLst>
          </p:nvPr>
        </p:nvGraphicFramePr>
        <p:xfrm>
          <a:off x="7178320" y="2475736"/>
          <a:ext cx="1891829" cy="12600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891829">
                  <a:extLst>
                    <a:ext uri="{9D8B030D-6E8A-4147-A177-3AD203B41FA5}">
                      <a16:colId xmlns:a16="http://schemas.microsoft.com/office/drawing/2014/main" val="12600644"/>
                    </a:ext>
                  </a:extLst>
                </a:gridCol>
              </a:tblGrid>
              <a:tr h="410764">
                <a:tc>
                  <a:txBody>
                    <a:bodyPr/>
                    <a:lstStyle/>
                    <a:p>
                      <a:pPr algn="ctr"/>
                      <a:r>
                        <a:rPr lang="pt-BR" sz="1600" b="1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Data</a:t>
                      </a:r>
                      <a:endParaRPr lang="pt-BR" sz="18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Segoe UI" panose="020B0502040204020203" pitchFamily="34" charset="0"/>
                        <a:ea typeface="Segoe UI" panose="020B0502040204020203" pitchFamily="34" charset="0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849236">
                <a:tc>
                  <a:txBody>
                    <a:bodyPr/>
                    <a:lstStyle/>
                    <a:p>
                      <a:pPr algn="ctr"/>
                      <a:r>
                        <a:rPr lang="pt-BR" sz="2400" b="1" kern="1200" dirty="0">
                          <a:solidFill>
                            <a:srgbClr val="7030A0"/>
                          </a:solidFill>
                          <a:latin typeface="Segoe UI" panose="020B0502040204020203" pitchFamily="34" charset="0"/>
                          <a:ea typeface="Segoe UI" panose="020B0502040204020203" pitchFamily="34" charset="0"/>
                          <a:cs typeface="Segoe UI" panose="020B0502040204020203" pitchFamily="34" charset="0"/>
                        </a:rPr>
                        <a:t>02/03/17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8040599"/>
                  </a:ext>
                </a:extLst>
              </a:tr>
            </a:tbl>
          </a:graphicData>
        </a:graphic>
      </p:graphicFrame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962291"/>
              </p:ext>
            </p:extLst>
          </p:nvPr>
        </p:nvGraphicFramePr>
        <p:xfrm>
          <a:off x="404383" y="4477254"/>
          <a:ext cx="8829000" cy="493476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3739481724"/>
                    </a:ext>
                  </a:extLst>
                </a:gridCol>
                <a:gridCol w="1617000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147000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882000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765"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Alias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Frequência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Farol EDI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Comentários</a:t>
                      </a:r>
                      <a:r>
                        <a:rPr lang="pt-BR" sz="14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 / Observações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AMEX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 a Domingo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BBR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Bradesco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612629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BDB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Banco do Brasil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CEC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Caixa Econômica Federal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u="sng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Delta Airlines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GOL Transportes Aéreos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ISP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Itaú Sempre Presente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Domingo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SAB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Santander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r>
                        <a:rPr lang="pt-BR" sz="12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Segunda</a:t>
                      </a:r>
                      <a:r>
                        <a:rPr lang="pt-BR" sz="1200" b="0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a Sexta</a:t>
                      </a: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01364949"/>
                  </a:ext>
                </a:extLst>
              </a:tr>
            </a:tbl>
          </a:graphicData>
        </a:graphic>
      </p:graphicFrame>
      <p:pic>
        <p:nvPicPr>
          <p:cNvPr id="1026" name="Picture 2" descr="http://icons.iconarchive.com/icons/ampeross/qetto-2/256/move-ic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130" y="1935736"/>
            <a:ext cx="180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CaixaDeTexto 22"/>
          <p:cNvSpPr txBox="1"/>
          <p:nvPr/>
        </p:nvSpPr>
        <p:spPr>
          <a:xfrm>
            <a:off x="329952" y="4057008"/>
            <a:ext cx="457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FF66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Status EDI</a:t>
            </a:r>
            <a:endParaRPr lang="en-US" sz="1800" b="1" dirty="0">
              <a:solidFill>
                <a:srgbClr val="FF66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25" name="Tabela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5943952"/>
              </p:ext>
            </p:extLst>
          </p:nvPr>
        </p:nvGraphicFramePr>
        <p:xfrm>
          <a:off x="404383" y="10080720"/>
          <a:ext cx="8820000" cy="51261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3584532359"/>
                    </a:ext>
                  </a:extLst>
                </a:gridCol>
                <a:gridCol w="111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6765"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Data da Ocorrência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Parceiro(s)</a:t>
                      </a:r>
                      <a:r>
                        <a:rPr lang="pt-BR" sz="14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Envolvido(s)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Chamado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Responsável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Comentários</a:t>
                      </a:r>
                      <a:r>
                        <a:rPr lang="pt-BR" sz="14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/ Observações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u="none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528852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618988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0490621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4526754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6552738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0630281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ctr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marR="0" lvl="1" indent="0" algn="l" defTabSz="66036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9808788"/>
                  </a:ext>
                </a:extLst>
              </a:tr>
            </a:tbl>
          </a:graphicData>
        </a:graphic>
      </p:graphicFrame>
      <p:sp>
        <p:nvSpPr>
          <p:cNvPr id="28" name="CaixaDeTexto 27"/>
          <p:cNvSpPr txBox="1"/>
          <p:nvPr/>
        </p:nvSpPr>
        <p:spPr>
          <a:xfrm>
            <a:off x="329952" y="9660474"/>
            <a:ext cx="4578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BR" sz="2000" b="1" dirty="0">
                <a:solidFill>
                  <a:srgbClr val="C00000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Últimas Ocorrências</a:t>
            </a:r>
            <a:endParaRPr lang="en-US" sz="18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tângulo 15"/>
          <p:cNvSpPr/>
          <p:nvPr/>
        </p:nvSpPr>
        <p:spPr>
          <a:xfrm>
            <a:off x="170793" y="232239"/>
            <a:ext cx="9287180" cy="15732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5" dirty="0"/>
          </a:p>
        </p:txBody>
      </p:sp>
      <p:graphicFrame>
        <p:nvGraphicFramePr>
          <p:cNvPr id="17" name="Tabela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045963"/>
              </p:ext>
            </p:extLst>
          </p:nvPr>
        </p:nvGraphicFramePr>
        <p:xfrm>
          <a:off x="319322" y="3349259"/>
          <a:ext cx="8820000" cy="1881245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164953930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95451211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633739320"/>
                    </a:ext>
                  </a:extLst>
                </a:gridCol>
                <a:gridCol w="396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6765">
                <a:tc>
                  <a:txBody>
                    <a:bodyPr/>
                    <a:lstStyle/>
                    <a:p>
                      <a:pPr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Parceiro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Frequência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Farol EDI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1400" u="none" strike="noStrike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Comentários</a:t>
                      </a:r>
                      <a:r>
                        <a:rPr lang="pt-BR" sz="1400" u="none" strike="noStrike" baseline="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  <a:cs typeface="Segoe UI" panose="020B0502040204020203" pitchFamily="34" charset="0"/>
                        </a:rPr>
                        <a:t> / Observações</a:t>
                      </a:r>
                      <a:endParaRPr lang="pt-BR" sz="1400" u="none" strike="noStrike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1455750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/>
                      <a:r>
                        <a:rPr lang="pt-BR" sz="2800" b="1" dirty="0">
                          <a:solidFill>
                            <a:srgbClr val="FF000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L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14738605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dirty="0">
                          <a:solidFill>
                            <a:srgbClr val="00B050"/>
                          </a:solidFill>
                          <a:latin typeface="Wingdings" panose="05000000000000000000" pitchFamily="2" charset="2"/>
                          <a:cs typeface="Segoe UI" panose="020B0502040204020203" pitchFamily="34" charset="0"/>
                        </a:rPr>
                        <a:t>J</a:t>
                      </a: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10"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66036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800" b="1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Wingdings" panose="05000000000000000000" pitchFamily="2" charset="2"/>
                        <a:cs typeface="Segoe UI" panose="020B0502040204020203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08000" lvl="1" algn="l" defTabSz="660368" rtl="0" eaLnBrk="1" fontAlgn="ctr" latinLnBrk="0" hangingPunct="1"/>
                      <a:endParaRPr lang="pt-BR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4" name="Imagem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693" y="6281033"/>
            <a:ext cx="810838" cy="597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323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ikesCount xmlns="http://schemas.microsoft.com/sharepoint/v3" xsi:nil="true"/>
    <Ratings xmlns="http://schemas.microsoft.com/sharepoint/v3" xsi:nil="true"/>
    <r8y9 xmlns="6741f19a-b8bb-438e-b0f7-cfbdb56f3f1f">
      <UserInfo>
        <DisplayName/>
        <AccountId xsi:nil="true"/>
        <AccountType/>
      </UserInfo>
    </r8y9>
    <LikedBy xmlns="http://schemas.microsoft.com/sharepoint/v3">
      <UserInfo>
        <DisplayName/>
        <AccountId xsi:nil="true"/>
        <AccountType/>
      </UserInfo>
    </LikedBy>
    <RatedBy xmlns="http://schemas.microsoft.com/sharepoint/v3">
      <UserInfo>
        <DisplayName/>
        <AccountId xsi:nil="true"/>
        <AccountType/>
      </UserInfo>
    </RatedBy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0216AC2A93ED34EA147D7CF78DE765F" ma:contentTypeVersion="9" ma:contentTypeDescription="Crie um novo documento." ma:contentTypeScope="" ma:versionID="746616de6bbe415079e6c6f856a17545">
  <xsd:schema xmlns:xsd="http://www.w3.org/2001/XMLSchema" xmlns:xs="http://www.w3.org/2001/XMLSchema" xmlns:p="http://schemas.microsoft.com/office/2006/metadata/properties" xmlns:ns1="http://schemas.microsoft.com/sharepoint/v3" xmlns:ns2="e82749e7-7b0e-4498-9ead-94b1bb5c5f13" xmlns:ns3="6741f19a-b8bb-438e-b0f7-cfbdb56f3f1f" targetNamespace="http://schemas.microsoft.com/office/2006/metadata/properties" ma:root="true" ma:fieldsID="30085155a7887595f807524119d6a3cd" ns1:_="" ns2:_="" ns3:_="">
    <xsd:import namespace="http://schemas.microsoft.com/sharepoint/v3"/>
    <xsd:import namespace="e82749e7-7b0e-4498-9ead-94b1bb5c5f13"/>
    <xsd:import namespace="6741f19a-b8bb-438e-b0f7-cfbdb56f3f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r8y9" minOccurs="0"/>
                <xsd:element ref="ns1:AverageRating" minOccurs="0"/>
                <xsd:element ref="ns1:RatingCount" minOccurs="0"/>
                <xsd:element ref="ns1:RatedBy" minOccurs="0"/>
                <xsd:element ref="ns1:Ratings" minOccurs="0"/>
                <xsd:element ref="ns1:LikesCount" minOccurs="0"/>
                <xsd:element ref="ns1:LikedB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AverageRating" ma:index="11" nillable="true" ma:displayName="Classificação (0-5)" ma:decimals="2" ma:description="Valor médio de todas as classificações enviadas" ma:internalName="AverageRating" ma:readOnly="true">
      <xsd:simpleType>
        <xsd:restriction base="dms:Number"/>
      </xsd:simpleType>
    </xsd:element>
    <xsd:element name="RatingCount" ma:index="12" nillable="true" ma:displayName="Número de Classificações" ma:decimals="0" ma:description="Número de classificações enviadas" ma:internalName="RatingCount" ma:readOnly="true">
      <xsd:simpleType>
        <xsd:restriction base="dms:Number"/>
      </xsd:simpleType>
    </xsd:element>
    <xsd:element name="RatedBy" ma:index="13" nillable="true" ma:displayName="Classificado por" ma:description="Usuários classificaram o item." ma:hidden="true" ma:list="UserInfo" ma:internalName="Rat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Ratings" ma:index="14" nillable="true" ma:displayName="Classificações de usuários" ma:description="Classificações de usuários para o item" ma:hidden="true" ma:internalName="Ratings">
      <xsd:simpleType>
        <xsd:restriction base="dms:Note"/>
      </xsd:simpleType>
    </xsd:element>
    <xsd:element name="LikesCount" ma:index="15" nillable="true" ma:displayName="Número de Ocorrências de Curtir" ma:internalName="LikesCount">
      <xsd:simpleType>
        <xsd:restriction base="dms:Unknown"/>
      </xsd:simpleType>
    </xsd:element>
    <xsd:element name="LikedBy" ma:index="16" nillable="true" ma:displayName="Curtido por" ma:hidden="true" ma:list="UserInfo" ma:internalName="LikedBy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2749e7-7b0e-4498-9ead-94b1bb5c5f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lhado com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hes de Compartilhado Com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41f19a-b8bb-438e-b0f7-cfbdb56f3f1f" elementFormDefault="qualified">
    <xsd:import namespace="http://schemas.microsoft.com/office/2006/documentManagement/types"/>
    <xsd:import namespace="http://schemas.microsoft.com/office/infopath/2007/PartnerControls"/>
    <xsd:element name="r8y9" ma:index="10" nillable="true" ma:displayName="Pessoa ou Grupo" ma:list="UserInfo" ma:internalName="r8y9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CB16B0-1F3C-4CF5-BDDF-63C802289676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6741f19a-b8bb-438e-b0f7-cfbdb56f3f1f"/>
    <ds:schemaRef ds:uri="e82749e7-7b0e-4498-9ead-94b1bb5c5f13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2D8ACAD-0FA0-4087-97B5-7F20DE0C42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e82749e7-7b0e-4498-9ead-94b1bb5c5f13"/>
    <ds:schemaRef ds:uri="6741f19a-b8bb-438e-b0f7-cfbdb56f3f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969CF95-D94D-483E-9F0E-0885ED3B0C9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17507</TotalTime>
  <Words>117</Words>
  <Application>Microsoft Office PowerPoint</Application>
  <PresentationFormat>Personalizar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398</cp:revision>
  <dcterms:created xsi:type="dcterms:W3CDTF">2014-01-24T21:35:00Z</dcterms:created>
  <dcterms:modified xsi:type="dcterms:W3CDTF">2017-03-09T20:04:36Z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0x01010010216AC2A93ED34EA147D7CF78DE765F</vt:lpwstr>
  </property>
</Properties>
</file>