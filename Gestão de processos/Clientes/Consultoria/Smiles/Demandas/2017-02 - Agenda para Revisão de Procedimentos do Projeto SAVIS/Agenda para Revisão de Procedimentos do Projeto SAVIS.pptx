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340" r:id="rId3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25" userDrawn="1">
          <p15:clr>
            <a:srgbClr val="A4A3A4"/>
          </p15:clr>
        </p15:guide>
        <p15:guide id="2" pos="32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DDCF"/>
    <a:srgbClr val="D0462D"/>
    <a:srgbClr val="EE6829"/>
    <a:srgbClr val="000000"/>
    <a:srgbClr val="F57124"/>
    <a:srgbClr val="F68E1E"/>
    <a:srgbClr val="99CCFF"/>
    <a:srgbClr val="FF9900"/>
    <a:srgbClr val="FF6600"/>
    <a:srgbClr val="E287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8B1032C-EA38-4F05-BA0D-38AFFFC7BED3}" styleName="Estilo Claro 3 - Ênfase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24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924" y="66"/>
      </p:cViewPr>
      <p:guideLst>
        <p:guide orient="horz" pos="3725"/>
        <p:guide pos="320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17/02/2017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59D4-6A11-486D-B749-87BCA07FF591}" type="datetime1">
              <a:rPr lang="en-US" smtClean="0"/>
              <a:t>2/17/2017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4088-60D5-4C27-8C26-4C55B0AE93BE}" type="datetime1">
              <a:rPr lang="en-US" smtClean="0"/>
              <a:t>2/17/2017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53C5-BA6F-42EE-B848-F3D0057EDAD5}" type="datetime1">
              <a:rPr lang="en-US" smtClean="0"/>
              <a:t>2/17/2017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58837-4952-4B11-B021-471393E3D5C6}" type="datetime1">
              <a:rPr lang="en-US" smtClean="0"/>
              <a:t>2/17/2017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09A-A573-467A-B71C-8123B5A168C3}" type="datetime1">
              <a:rPr lang="en-US" smtClean="0"/>
              <a:t>2/17/2017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A762-4D7A-4A60-B361-0561C4BAA8C1}" type="datetime1">
              <a:rPr lang="en-US" smtClean="0"/>
              <a:t>2/17/2017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E7812-A9AF-4509-8267-EE36D97F6170}" type="datetime1">
              <a:rPr lang="en-US" smtClean="0"/>
              <a:t>2/17/2017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899E-D0AF-4934-8DE7-BA875A98DCEA}" type="datetime1">
              <a:rPr lang="en-US" smtClean="0"/>
              <a:t>2/17/2017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2944-44B7-41D7-AD1A-FD6903581FEF}" type="datetime1">
              <a:rPr lang="en-US" smtClean="0"/>
              <a:t>2/17/2017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AA64C-69FA-480F-B7E3-FE744768567F}" type="datetime1">
              <a:rPr lang="en-US" smtClean="0"/>
              <a:t>2/17/2017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FE86-EFE7-4175-8137-78DEB5E572A3}" type="datetime1">
              <a:rPr lang="en-US" smtClean="0"/>
              <a:t>2/17/2017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29DC0-6BD0-4B46-B6AE-0379CA6F938C}" type="datetime1">
              <a:rPr lang="en-US" smtClean="0"/>
              <a:t>2/17/2017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26504" y="-27000"/>
            <a:ext cx="6408000" cy="6912000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322" y="2910000"/>
            <a:ext cx="2412841" cy="8612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7855" y="2438000"/>
            <a:ext cx="5959283" cy="4178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/>
            <a:r>
              <a:rPr lang="pt-BR" sz="4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Projeto SAVIS</a:t>
            </a:r>
          </a:p>
          <a:p>
            <a:pPr marL="72000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marL="72000"/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Agenda para revisão dos Procedimentos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marL="72000"/>
            <a:endParaRPr lang="en-US" sz="1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r>
              <a:rPr lang="en-US" sz="16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16.Fev.2017</a:t>
            </a:r>
          </a:p>
          <a:p>
            <a:pPr marL="72000"/>
            <a:r>
              <a:rPr lang="en-US" sz="105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Versão</a:t>
            </a:r>
            <a:r>
              <a:rPr lang="en-US" sz="105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1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759" y="140070"/>
            <a:ext cx="1591323" cy="8406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81496" y="4066758"/>
            <a:ext cx="3406447" cy="3062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 – Revisão dos Procedimentos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716936"/>
              </p:ext>
            </p:extLst>
          </p:nvPr>
        </p:nvGraphicFramePr>
        <p:xfrm>
          <a:off x="462169" y="1296966"/>
          <a:ext cx="9192800" cy="500161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9637">
                  <a:extLst>
                    <a:ext uri="{9D8B030D-6E8A-4147-A177-3AD203B41FA5}">
                      <a16:colId xmlns:a16="http://schemas.microsoft.com/office/drawing/2014/main" val="731705708"/>
                    </a:ext>
                  </a:extLst>
                </a:gridCol>
                <a:gridCol w="3546763">
                  <a:extLst>
                    <a:ext uri="{9D8B030D-6E8A-4147-A177-3AD203B41FA5}">
                      <a16:colId xmlns:a16="http://schemas.microsoft.com/office/drawing/2014/main" val="2019592844"/>
                    </a:ext>
                  </a:extLst>
                </a:gridCol>
                <a:gridCol w="2298200">
                  <a:extLst>
                    <a:ext uri="{9D8B030D-6E8A-4147-A177-3AD203B41FA5}">
                      <a16:colId xmlns:a16="http://schemas.microsoft.com/office/drawing/2014/main" val="2916939328"/>
                    </a:ext>
                  </a:extLst>
                </a:gridCol>
                <a:gridCol w="2298200">
                  <a:extLst>
                    <a:ext uri="{9D8B030D-6E8A-4147-A177-3AD203B41FA5}">
                      <a16:colId xmlns:a16="http://schemas.microsoft.com/office/drawing/2014/main" val="588267257"/>
                    </a:ext>
                  </a:extLst>
                </a:gridCol>
              </a:tblGrid>
              <a:tr h="393844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Data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Analista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Horário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N° de Procedimentos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3899754"/>
                  </a:ext>
                </a:extLst>
              </a:tr>
              <a:tr h="460777">
                <a:tc rowSpan="4"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SEGUNDA </a:t>
                      </a:r>
                    </a:p>
                    <a:p>
                      <a:pPr algn="ctr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20-FEV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8000" algn="l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Jonathas Souza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08:00 às 10:00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3068155"/>
                  </a:ext>
                </a:extLst>
              </a:tr>
              <a:tr h="460777">
                <a:tc vMerge="1"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algn="l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André Morais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10:00 às 12:00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9916772"/>
                  </a:ext>
                </a:extLst>
              </a:tr>
              <a:tr h="460777">
                <a:tc vMerge="1"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algn="l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Raul Ferreira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14:00 às 16:00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36941"/>
                  </a:ext>
                </a:extLst>
              </a:tr>
              <a:tr h="460777">
                <a:tc vMerge="1"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8000" algn="l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Bruno </a:t>
                      </a:r>
                      <a:r>
                        <a:rPr lang="pt-BR" sz="16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Serpeloni</a:t>
                      </a:r>
                      <a:endParaRPr lang="pt-B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16:00 às 18:00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1710643"/>
                  </a:ext>
                </a:extLst>
              </a:tr>
              <a:tr h="460777">
                <a:tc rowSpan="3">
                  <a:txBody>
                    <a:bodyPr/>
                    <a:lstStyle/>
                    <a:p>
                      <a:pPr algn="ctr"/>
                      <a:r>
                        <a:rPr lang="pt-BR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TERÇA</a:t>
                      </a:r>
                    </a:p>
                    <a:p>
                      <a:pPr algn="ctr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21-FEV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8000" algn="l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Daniel Borges e Marcelo Caio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10:00 às 12:00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6779382"/>
                  </a:ext>
                </a:extLst>
              </a:tr>
              <a:tr h="460777">
                <a:tc vMerge="1"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8000" algn="l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Claudio Cunha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14:30 às 15:30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115073"/>
                  </a:ext>
                </a:extLst>
              </a:tr>
              <a:tr h="460777">
                <a:tc vMerge="1">
                  <a:txBody>
                    <a:bodyPr/>
                    <a:lstStyle/>
                    <a:p>
                      <a:pPr algn="ctr"/>
                      <a:endParaRPr lang="pt-B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8000" algn="l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Raul Souza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15:30 às 16:30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597011"/>
                  </a:ext>
                </a:extLst>
              </a:tr>
              <a:tr h="460777">
                <a:tc rowSpan="3">
                  <a:txBody>
                    <a:bodyPr/>
                    <a:lstStyle/>
                    <a:p>
                      <a:pPr algn="ctr"/>
                      <a:r>
                        <a:rPr lang="pt-BR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QUARTA</a:t>
                      </a:r>
                    </a:p>
                    <a:p>
                      <a:pPr algn="ctr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22-FEV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CF"/>
                    </a:solidFill>
                  </a:tcPr>
                </a:tc>
                <a:tc>
                  <a:txBody>
                    <a:bodyPr/>
                    <a:lstStyle/>
                    <a:p>
                      <a:pPr marL="108000" algn="l"/>
                      <a:r>
                        <a:rPr lang="pt-BR" sz="16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Luis</a:t>
                      </a:r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Savioli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8:00 às 10:00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0211419"/>
                  </a:ext>
                </a:extLst>
              </a:tr>
              <a:tr h="460777">
                <a:tc vMerge="1"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08000" algn="l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Raul Souza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15:00 às 16:00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319727"/>
                  </a:ext>
                </a:extLst>
              </a:tr>
              <a:tr h="460777">
                <a:tc vMerge="1">
                  <a:txBody>
                    <a:bodyPr/>
                    <a:lstStyle/>
                    <a:p>
                      <a:pPr algn="ctr"/>
                      <a:endParaRPr lang="pt-B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CF"/>
                    </a:solidFill>
                  </a:tcPr>
                </a:tc>
                <a:tc>
                  <a:txBody>
                    <a:bodyPr/>
                    <a:lstStyle/>
                    <a:p>
                      <a:pPr marL="108000" algn="l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Leandro </a:t>
                      </a:r>
                      <a:r>
                        <a:rPr lang="pt-BR" sz="16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Micali</a:t>
                      </a:r>
                      <a:endParaRPr lang="pt-BR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 Definir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5857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6223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TM04033917[[fn=Berlim]]</Template>
  <TotalTime>5664</TotalTime>
  <Words>96</Words>
  <Application>Microsoft Office PowerPoint</Application>
  <PresentationFormat>Personalizar</PresentationFormat>
  <Paragraphs>57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Gotham Rounded Book</vt:lpstr>
      <vt:lpstr>Office Theme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Andre Santos</cp:lastModifiedBy>
  <cp:revision>32</cp:revision>
  <dcterms:created xsi:type="dcterms:W3CDTF">2014-01-24T21:35:00Z</dcterms:created>
  <dcterms:modified xsi:type="dcterms:W3CDTF">2017-02-17T16:12:05Z</dcterms:modified>
</cp:coreProperties>
</file>