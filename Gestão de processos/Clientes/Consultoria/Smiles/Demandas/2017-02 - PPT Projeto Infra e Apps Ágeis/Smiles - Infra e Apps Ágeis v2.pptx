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375" r:id="rId3"/>
    <p:sldId id="376" r:id="rId4"/>
    <p:sldId id="377" r:id="rId5"/>
    <p:sldId id="378" r:id="rId6"/>
    <p:sldId id="379" r:id="rId7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4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688550"/>
            <a:ext cx="56886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Projeto 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 &amp;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Apps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Ágeis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Visão, Princípios e Road-</a:t>
            </a:r>
            <a:r>
              <a:rPr lang="pt-BR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21-02-2017</a:t>
            </a:r>
          </a:p>
        </p:txBody>
      </p:sp>
      <p:pic>
        <p:nvPicPr>
          <p:cNvPr id="1026" name="Picture 2" descr="https://media.licdn.com/mpr/mpr/shrinknp_800_800/AAEAAQAAAAAAAAaSAAAAJGM1OGMzMzA5LTkxYWItNDcyZi04MWI2LTA5ZmIzY2ZkNzFhO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92"/>
          <a:stretch/>
        </p:blipFill>
        <p:spPr bwMode="auto">
          <a:xfrm>
            <a:off x="972346" y="3429002"/>
            <a:ext cx="4427832" cy="21446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0"/>
            <a:ext cx="10181492" cy="69283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07" y="129598"/>
            <a:ext cx="933147" cy="33444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97316" y="2010439"/>
            <a:ext cx="7922507" cy="2837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“In software,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something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painful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way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more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frequently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pt-BR" sz="3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less</a:t>
            </a:r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.” </a:t>
            </a:r>
          </a:p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Farley</a:t>
            </a:r>
            <a:r>
              <a:rPr lang="pt-BR" sz="14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Delivery: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Reliable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Releases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Build, Test, </a:t>
            </a:r>
            <a:r>
              <a:rPr lang="pt-BR" sz="1400" b="1" dirty="0" err="1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1400" b="1" dirty="0">
                <a:solidFill>
                  <a:schemeClr val="bg1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Deployment Automation</a:t>
            </a:r>
            <a:endParaRPr lang="pt-BR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Projeto Infra &amp;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Apps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Ágeis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1365233"/>
            <a:ext cx="648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485" y="2443898"/>
            <a:ext cx="2611245" cy="23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de cantos arredondados 6"/>
          <p:cNvSpPr/>
          <p:nvPr/>
        </p:nvSpPr>
        <p:spPr>
          <a:xfrm>
            <a:off x="-367338" y="3402187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2018 e Princípios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-367338" y="4420664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Road-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-367338" y="5439141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Cenário Atual vs. Entregas Q1-2017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-367338" y="2383710"/>
            <a:ext cx="648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507880"/>
            <a:ext cx="1800000" cy="4387361"/>
            <a:chOff x="90350" y="1507880"/>
            <a:chExt cx="1800000" cy="4387361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Prepararação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507880"/>
            <a:ext cx="1800000" cy="4387361"/>
            <a:chOff x="1724765" y="1507880"/>
            <a:chExt cx="1800000" cy="4387361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507880"/>
            <a:ext cx="1800000" cy="4387361"/>
            <a:chOff x="3359180" y="1507880"/>
            <a:chExt cx="1800000" cy="4387361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507880"/>
            <a:ext cx="1800000" cy="4412271"/>
            <a:chOff x="4993595" y="1507880"/>
            <a:chExt cx="1800000" cy="4412271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507880"/>
            <a:ext cx="1800000" cy="4387361"/>
            <a:chOff x="6628010" y="1507880"/>
            <a:chExt cx="1800000" cy="4387361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6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507880"/>
            <a:ext cx="1800000" cy="4387360"/>
            <a:chOff x="8262425" y="1507880"/>
            <a:chExt cx="1800000" cy="4387360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5"/>
              <a:ext cx="1527441" cy="367518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Entende desenho 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Tecnologia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precisa “montar” ambiente de DEV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Definir apontamentos (Ambiente)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ChangeAspect="1"/>
          </p:cNvSpPr>
          <p:nvPr/>
        </p:nvSpPr>
        <p:spPr>
          <a:xfrm flipH="1">
            <a:off x="415269" y="1341059"/>
            <a:ext cx="3437794" cy="4752010"/>
          </a:xfrm>
          <a:prstGeom prst="rect">
            <a:avLst/>
          </a:prstGeom>
          <a:blipFill dpi="0" rotWithShape="1">
            <a:blip r:embed="rId2"/>
            <a:srcRect/>
            <a:stretch>
              <a:fillRect l="-38617" r="-52323" b="-1850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341059"/>
            <a:ext cx="5497275" cy="47520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P1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P2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P3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P4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P5</a:t>
            </a:r>
          </a:p>
          <a:p>
            <a:pPr marL="465750" indent="-285750"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48198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 flipH="1">
            <a:off x="0" y="464046"/>
            <a:ext cx="10117138" cy="6393954"/>
          </a:xfrm>
          <a:prstGeom prst="rect">
            <a:avLst/>
          </a:prstGeom>
          <a:blipFill dpi="0" rotWithShape="1">
            <a:blip r:embed="rId2"/>
            <a:srcRect/>
            <a:stretch>
              <a:fillRect t="-1" b="-1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Principais Problemas Identificados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595120" y="2138756"/>
            <a:ext cx="7071360" cy="3044534"/>
          </a:xfrm>
          <a:prstGeom prst="rect">
            <a:avLst/>
          </a:prstGeom>
          <a:solidFill>
            <a:schemeClr val="tx1">
              <a:lumMod val="75000"/>
              <a:lumOff val="25000"/>
              <a:alpha val="88000"/>
            </a:schemeClr>
          </a:solidFill>
        </p:spPr>
        <p:txBody>
          <a:bodyPr wrap="square" rtlCol="0" anchor="ctr">
            <a:noAutofit/>
          </a:bodyPr>
          <a:lstStyle/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Alta Dependência Operacional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Ambientes </a:t>
            </a:r>
            <a:r>
              <a:rPr lang="pt-BR" b="1" dirty="0" err="1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Inconsitentes</a:t>
            </a:r>
            <a:endParaRPr lang="pt-BR" b="1" dirty="0">
              <a:solidFill>
                <a:schemeClr val="bg1"/>
              </a:solidFill>
              <a:effectLst>
                <a:outerShdw blurRad="50800" dist="63500" dir="2700000" algn="tl" rotWithShape="0">
                  <a:schemeClr val="tx1">
                    <a:alpha val="85000"/>
                  </a:schemeClr>
                </a:outerShdw>
              </a:effectLst>
            </a:endParaRP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Muita coisa errada</a:t>
            </a:r>
          </a:p>
          <a:p>
            <a:pPr marL="360000" indent="-32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 err="1">
                <a:solidFill>
                  <a:schemeClr val="bg1"/>
                </a:solidFill>
                <a:effectLst>
                  <a:outerShdw blurRad="50800" dist="63500" dir="2700000" algn="tl" rotWithShape="0">
                    <a:schemeClr val="tx1">
                      <a:alpha val="85000"/>
                    </a:schemeClr>
                  </a:outerShdw>
                </a:effectLst>
              </a:rPr>
              <a:t>etc</a:t>
            </a:r>
            <a:endParaRPr lang="pt-BR" b="1" dirty="0">
              <a:solidFill>
                <a:schemeClr val="bg1"/>
              </a:solidFill>
              <a:effectLst>
                <a:outerShdw blurRad="50800" dist="63500" dir="2700000" algn="tl" rotWithShape="0">
                  <a:schemeClr val="tx1">
                    <a:alpha val="8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41617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8562</TotalTime>
  <Words>283</Words>
  <Application>Microsoft Office PowerPoint</Application>
  <PresentationFormat>Personalizar</PresentationFormat>
  <Paragraphs>83</Paragraphs>
  <Slides>6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Candara</vt:lpstr>
      <vt:lpstr>Georgia</vt:lpstr>
      <vt:lpstr>Gotham Rounded Book</vt:lpstr>
      <vt:lpstr>Helvetica</vt:lpstr>
      <vt:lpstr>Segoe UI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94</cp:revision>
  <dcterms:created xsi:type="dcterms:W3CDTF">2014-01-24T21:35:00Z</dcterms:created>
  <dcterms:modified xsi:type="dcterms:W3CDTF">2017-02-21T11:17:38Z</dcterms:modified>
</cp:coreProperties>
</file>