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38" r:id="rId3"/>
    <p:sldId id="339" r:id="rId4"/>
    <p:sldId id="343" r:id="rId5"/>
    <p:sldId id="341" r:id="rId6"/>
    <p:sldId id="342" r:id="rId7"/>
    <p:sldId id="340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58" y="9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311471"/>
            <a:ext cx="568862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x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Review</a:t>
            </a: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3.0 </a:t>
            </a: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417784" y="1197820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2076866" y="619505"/>
            <a:ext cx="1143535" cy="3587428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rot="5400000" flipH="1" flipV="1">
            <a:off x="3540321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816294" y="619505"/>
            <a:ext cx="1143535" cy="3587428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56" idx="1"/>
          </p:cNvCxnSpPr>
          <p:nvPr/>
        </p:nvCxnSpPr>
        <p:spPr>
          <a:xfrm>
            <a:off x="5594347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572253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71407" y="928623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59243" y="920821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61346" y="997765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923407" y="1197820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36633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5693629" y="1581027"/>
            <a:ext cx="347584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820792" y="1570850"/>
            <a:ext cx="342846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580615" y="3270144"/>
            <a:ext cx="85629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2"/>
          </p:cNvCxnSpPr>
          <p:nvPr/>
        </p:nvCxnSpPr>
        <p:spPr>
          <a:xfrm rot="16200000" flipV="1">
            <a:off x="5622035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5109726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</p:spTree>
    <p:extLst>
      <p:ext uri="{BB962C8B-B14F-4D97-AF65-F5344CB8AC3E}">
        <p14:creationId xmlns:p14="http://schemas.microsoft.com/office/powerpoint/2010/main" val="163448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Agrupar 80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4" name="Retângulo Arredondado 83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Retângulo 84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77" name="Agrupar 76"/>
          <p:cNvGrpSpPr/>
          <p:nvPr/>
        </p:nvGrpSpPr>
        <p:grpSpPr>
          <a:xfrm>
            <a:off x="6400187" y="5681146"/>
            <a:ext cx="3445178" cy="1142538"/>
            <a:chOff x="2227184" y="2881012"/>
            <a:chExt cx="3445178" cy="1142538"/>
          </a:xfrm>
        </p:grpSpPr>
        <p:sp>
          <p:nvSpPr>
            <p:cNvPr id="78" name="Retângulo Arredondado 7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248450" y="2881012"/>
            <a:ext cx="3423912" cy="1131905"/>
            <a:chOff x="2248450" y="2881012"/>
            <a:chExt cx="3423912" cy="1131905"/>
          </a:xfrm>
        </p:grpSpPr>
        <p:sp>
          <p:nvSpPr>
            <p:cNvPr id="71" name="Retângulo Arredondado 70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tângulo 74"/>
            <p:cNvSpPr/>
            <p:nvPr/>
          </p:nvSpPr>
          <p:spPr>
            <a:xfrm>
              <a:off x="2248450" y="378208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da Arquitetura Corporativa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417784" y="1197820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2076866" y="619505"/>
            <a:ext cx="1143535" cy="358742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rot="5400000" flipH="1" flipV="1">
            <a:off x="3540321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816294" y="619505"/>
            <a:ext cx="1143535" cy="358742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56" idx="1"/>
          </p:cNvCxnSpPr>
          <p:nvPr/>
        </p:nvCxnSpPr>
        <p:spPr>
          <a:xfrm>
            <a:off x="5594347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572253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71407" y="928623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59243" y="920821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61346" y="997765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923407" y="1197820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36633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5693629" y="1581027"/>
            <a:ext cx="347584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820792" y="1570850"/>
            <a:ext cx="342846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580615" y="3270144"/>
            <a:ext cx="85629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2"/>
          </p:cNvCxnSpPr>
          <p:nvPr/>
        </p:nvCxnSpPr>
        <p:spPr>
          <a:xfrm rot="16200000" flipV="1">
            <a:off x="5622035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5109726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</p:spTree>
    <p:extLst>
      <p:ext uri="{BB962C8B-B14F-4D97-AF65-F5344CB8AC3E}">
        <p14:creationId xmlns:p14="http://schemas.microsoft.com/office/powerpoint/2010/main" val="360240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167271" y="2040835"/>
            <a:ext cx="4102070" cy="1258957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Arquitetura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5057436" y="1750756"/>
            <a:ext cx="2579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66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DE ESTIMATIVA (5d.)</a:t>
            </a:r>
            <a:endParaRPr lang="pt-BR" sz="11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PMO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Filas de Projetos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</p:spTree>
    <p:extLst>
      <p:ext uri="{BB962C8B-B14F-4D97-AF65-F5344CB8AC3E}">
        <p14:creationId xmlns:p14="http://schemas.microsoft.com/office/powerpoint/2010/main" val="181622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4976</TotalTime>
  <Words>681</Words>
  <Application>Microsoft Office PowerPoint</Application>
  <PresentationFormat>Personalizar</PresentationFormat>
  <Paragraphs>306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305</cp:revision>
  <dcterms:created xsi:type="dcterms:W3CDTF">2014-01-24T21:35:00Z</dcterms:created>
  <dcterms:modified xsi:type="dcterms:W3CDTF">2016-03-30T13:44:14Z</dcterms:modified>
</cp:coreProperties>
</file>