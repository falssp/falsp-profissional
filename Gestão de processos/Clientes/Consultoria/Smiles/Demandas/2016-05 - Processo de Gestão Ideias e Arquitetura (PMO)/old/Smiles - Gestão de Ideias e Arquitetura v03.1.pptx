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338" r:id="rId3"/>
    <p:sldId id="339" r:id="rId4"/>
    <p:sldId id="343" r:id="rId5"/>
    <p:sldId id="341" r:id="rId6"/>
    <p:sldId id="342" r:id="rId7"/>
    <p:sldId id="340" r:id="rId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116" y="90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30/03/2016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3/30/2016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1875530"/>
            <a:ext cx="5688627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x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Review</a:t>
            </a:r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3.0 </a:t>
            </a: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(pós reunião de alinhamento com Luiz Borrego)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417784" y="1197820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2076866" y="619505"/>
            <a:ext cx="1143535" cy="3587428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rot="5400000" flipH="1" flipV="1">
            <a:off x="3540321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816294" y="619505"/>
            <a:ext cx="1143535" cy="3587428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56" idx="1"/>
          </p:cNvCxnSpPr>
          <p:nvPr/>
        </p:nvCxnSpPr>
        <p:spPr>
          <a:xfrm>
            <a:off x="5594347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572253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71407" y="928623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59243" y="920821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61346" y="997765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923407" y="1197820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36633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5693629" y="1581027"/>
            <a:ext cx="347584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820792" y="1570850"/>
            <a:ext cx="342846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580615" y="3270144"/>
            <a:ext cx="85629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2"/>
          </p:cNvCxnSpPr>
          <p:nvPr/>
        </p:nvCxnSpPr>
        <p:spPr>
          <a:xfrm rot="16200000" flipV="1">
            <a:off x="5622035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5109726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</p:spTree>
    <p:extLst>
      <p:ext uri="{BB962C8B-B14F-4D97-AF65-F5344CB8AC3E}">
        <p14:creationId xmlns:p14="http://schemas.microsoft.com/office/powerpoint/2010/main" val="1634488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Agrupar 80"/>
          <p:cNvGrpSpPr/>
          <p:nvPr/>
        </p:nvGrpSpPr>
        <p:grpSpPr>
          <a:xfrm>
            <a:off x="4326072" y="5361882"/>
            <a:ext cx="3412844" cy="1296638"/>
            <a:chOff x="2259518" y="2881012"/>
            <a:chExt cx="3412844" cy="1296638"/>
          </a:xfrm>
        </p:grpSpPr>
        <p:sp>
          <p:nvSpPr>
            <p:cNvPr id="84" name="Retângulo Arredondado 83"/>
            <p:cNvSpPr/>
            <p:nvPr/>
          </p:nvSpPr>
          <p:spPr>
            <a:xfrm>
              <a:off x="2271895" y="2881012"/>
              <a:ext cx="3400467" cy="1296638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Retângulo 84"/>
            <p:cNvSpPr/>
            <p:nvPr/>
          </p:nvSpPr>
          <p:spPr>
            <a:xfrm>
              <a:off x="2259518" y="2933076"/>
              <a:ext cx="3367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Elaboração Desenho da Solução </a:t>
              </a:r>
            </a:p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 dias úteis)</a:t>
              </a:r>
            </a:p>
          </p:txBody>
        </p:sp>
      </p:grpSp>
      <p:grpSp>
        <p:nvGrpSpPr>
          <p:cNvPr id="77" name="Agrupar 76"/>
          <p:cNvGrpSpPr/>
          <p:nvPr/>
        </p:nvGrpSpPr>
        <p:grpSpPr>
          <a:xfrm>
            <a:off x="6400187" y="5681146"/>
            <a:ext cx="3445178" cy="1142538"/>
            <a:chOff x="2227184" y="2881012"/>
            <a:chExt cx="3445178" cy="1142538"/>
          </a:xfrm>
        </p:grpSpPr>
        <p:sp>
          <p:nvSpPr>
            <p:cNvPr id="78" name="Retângulo Arredondado 7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3" name="Agrupar 2"/>
          <p:cNvGrpSpPr/>
          <p:nvPr/>
        </p:nvGrpSpPr>
        <p:grpSpPr>
          <a:xfrm>
            <a:off x="2248450" y="2881012"/>
            <a:ext cx="3423912" cy="1131905"/>
            <a:chOff x="2248450" y="2881012"/>
            <a:chExt cx="3423912" cy="1131905"/>
          </a:xfrm>
        </p:grpSpPr>
        <p:sp>
          <p:nvSpPr>
            <p:cNvPr id="71" name="Retângulo Arredondado 70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Retângulo 74"/>
            <p:cNvSpPr/>
            <p:nvPr/>
          </p:nvSpPr>
          <p:spPr>
            <a:xfrm>
              <a:off x="2248450" y="3782085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417784" y="1197820"/>
            <a:ext cx="353623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2076866" y="619505"/>
            <a:ext cx="1143535" cy="358742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rot="5400000" flipH="1" flipV="1">
            <a:off x="3540321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816294" y="619505"/>
            <a:ext cx="1143535" cy="358742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56" idx="1"/>
          </p:cNvCxnSpPr>
          <p:nvPr/>
        </p:nvCxnSpPr>
        <p:spPr>
          <a:xfrm>
            <a:off x="5594347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572253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71407" y="928623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59243" y="920821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61346" y="997765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923407" y="1197820"/>
            <a:ext cx="337939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36633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5693629" y="1581027"/>
            <a:ext cx="347584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820792" y="1570850"/>
            <a:ext cx="342846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5580615" y="3270144"/>
            <a:ext cx="85629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2"/>
          </p:cNvCxnSpPr>
          <p:nvPr/>
        </p:nvCxnSpPr>
        <p:spPr>
          <a:xfrm rot="16200000" flipV="1">
            <a:off x="5622035" y="1506960"/>
            <a:ext cx="874338" cy="208171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5109726" y="2166784"/>
            <a:ext cx="198624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</p:spTree>
    <p:extLst>
      <p:ext uri="{BB962C8B-B14F-4D97-AF65-F5344CB8AC3E}">
        <p14:creationId xmlns:p14="http://schemas.microsoft.com/office/powerpoint/2010/main" val="360240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Arredondado 2"/>
          <p:cNvSpPr/>
          <p:nvPr/>
        </p:nvSpPr>
        <p:spPr>
          <a:xfrm>
            <a:off x="3167271" y="2040835"/>
            <a:ext cx="4102070" cy="1258957"/>
          </a:xfrm>
          <a:prstGeom prst="roundRect">
            <a:avLst/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Atuação Arquitetura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projeto 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  <p:sp>
        <p:nvSpPr>
          <p:cNvPr id="51" name="Retângulo 50"/>
          <p:cNvSpPr/>
          <p:nvPr/>
        </p:nvSpPr>
        <p:spPr>
          <a:xfrm>
            <a:off x="5057436" y="1750756"/>
            <a:ext cx="257953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FF66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 DE ESTIMATIVA (5d.)</a:t>
            </a:r>
            <a:endParaRPr lang="pt-BR" sz="1100" b="1" dirty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92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Atuação PMO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172098" y="2252153"/>
            <a:ext cx="800654" cy="831296"/>
            <a:chOff x="172098" y="2252153"/>
            <a:chExt cx="800654" cy="8312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172098" y="2252153"/>
              <a:ext cx="462183" cy="586756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06450"/>
              <a:ext cx="67481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/>
          <p:nvPr/>
        </p:nvCxnSpPr>
        <p:spPr>
          <a:xfrm flipH="1">
            <a:off x="1513259" y="4711504"/>
            <a:ext cx="1" cy="42776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2063627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1"/>
          </p:cNvCxnSpPr>
          <p:nvPr/>
        </p:nvCxnSpPr>
        <p:spPr>
          <a:xfrm rot="5400000" flipH="1" flipV="1">
            <a:off x="1905455" y="828792"/>
            <a:ext cx="1118085" cy="1953741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2"/>
            <a:endCxn id="60" idx="0"/>
          </p:cNvCxnSpPr>
          <p:nvPr/>
        </p:nvCxnSpPr>
        <p:spPr>
          <a:xfrm rot="5400000">
            <a:off x="3592925" y="4714826"/>
            <a:ext cx="848889" cy="1"/>
          </a:xfrm>
          <a:prstGeom prst="bentConnector3">
            <a:avLst>
              <a:gd name="adj1" fmla="val 50000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2"/>
          </p:cNvCxnSpPr>
          <p:nvPr/>
        </p:nvCxnSpPr>
        <p:spPr>
          <a:xfrm flipH="1" flipV="1">
            <a:off x="4017368" y="1515816"/>
            <a:ext cx="1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3"/>
          </p:cNvCxnSpPr>
          <p:nvPr/>
        </p:nvCxnSpPr>
        <p:spPr>
          <a:xfrm rot="16200000" flipV="1">
            <a:off x="6276069" y="-436081"/>
            <a:ext cx="1118085" cy="4483485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4593369" y="2633902"/>
            <a:ext cx="1377742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8" idx="2"/>
            <a:endCxn id="59" idx="3"/>
          </p:cNvCxnSpPr>
          <p:nvPr/>
        </p:nvCxnSpPr>
        <p:spPr>
          <a:xfrm rot="5400000">
            <a:off x="5011197" y="2485271"/>
            <a:ext cx="1118086" cy="1953742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3"/>
            <a:endCxn id="61" idx="1"/>
          </p:cNvCxnSpPr>
          <p:nvPr/>
        </p:nvCxnSpPr>
        <p:spPr>
          <a:xfrm>
            <a:off x="7123111" y="2633902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>
            <a:stCxn id="61" idx="2"/>
            <a:endCxn id="63" idx="0"/>
          </p:cNvCxnSpPr>
          <p:nvPr/>
        </p:nvCxnSpPr>
        <p:spPr>
          <a:xfrm>
            <a:off x="9076853" y="2903099"/>
            <a:ext cx="0" cy="84888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64" idx="0"/>
          </p:cNvCxnSpPr>
          <p:nvPr/>
        </p:nvCxnSpPr>
        <p:spPr>
          <a:xfrm>
            <a:off x="9076853" y="4290382"/>
            <a:ext cx="0" cy="848889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7123111" y="5408469"/>
            <a:ext cx="1377742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1"/>
            <a:endCxn id="60" idx="3"/>
          </p:cNvCxnSpPr>
          <p:nvPr/>
        </p:nvCxnSpPr>
        <p:spPr>
          <a:xfrm flipH="1">
            <a:off x="4593368" y="5408469"/>
            <a:ext cx="137774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911627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3441369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5971111" y="2364704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3441368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500853" y="2364704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500853" y="375198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8500853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VALIDADA PARA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5971111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3441368" y="97742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3441369" y="375198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2"/>
            <a:endCxn id="60" idx="2"/>
          </p:cNvCxnSpPr>
          <p:nvPr/>
        </p:nvCxnSpPr>
        <p:spPr>
          <a:xfrm rot="5400000">
            <a:off x="6547111" y="3147924"/>
            <a:ext cx="12700" cy="5059485"/>
          </a:xfrm>
          <a:prstGeom prst="bentConnector3">
            <a:avLst>
              <a:gd name="adj1" fmla="val 4408701"/>
            </a:avLst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937259" y="513927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554215" y="4434505"/>
            <a:ext cx="19180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465184" y="6049587"/>
            <a:ext cx="2096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Volta para qualquer Status</a:t>
            </a:r>
            <a:endParaRPr lang="pt-BR" sz="1200" i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/>
          <p:nvPr/>
        </p:nvCxnSpPr>
        <p:spPr>
          <a:xfrm>
            <a:off x="1513259" y="5677666"/>
            <a:ext cx="1" cy="37192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2069958" y="2712999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4593369" y="2709397"/>
            <a:ext cx="74411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123111" y="2706996"/>
            <a:ext cx="12538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Elaboração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9059137" y="2966639"/>
            <a:ext cx="80237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EF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092707" y="4341388"/>
            <a:ext cx="802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 COMEX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7348853" y="5025651"/>
            <a:ext cx="11199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Aprovado pelo COMEX</a:t>
            </a:r>
          </a:p>
          <a:p>
            <a:pPr algn="r"/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Filas de Projetos 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Retângulo 136"/>
          <p:cNvSpPr/>
          <p:nvPr/>
        </p:nvSpPr>
        <p:spPr>
          <a:xfrm>
            <a:off x="7636974" y="6281412"/>
            <a:ext cx="1922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 pelo 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5568150" y="2995959"/>
            <a:ext cx="97896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“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linkar</a:t>
            </a:r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</a:t>
            </a:r>
            <a:r>
              <a:rPr lang="pt-BR" sz="9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9" name="Retângulo 138"/>
          <p:cNvSpPr/>
          <p:nvPr/>
        </p:nvSpPr>
        <p:spPr>
          <a:xfrm>
            <a:off x="4033223" y="436857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0" name="Retângulo 139"/>
          <p:cNvSpPr/>
          <p:nvPr/>
        </p:nvSpPr>
        <p:spPr>
          <a:xfrm>
            <a:off x="4643708" y="4985895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4033222" y="1524852"/>
            <a:ext cx="218204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Arquitetura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4635196" y="974254"/>
            <a:ext cx="442394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endParaRPr lang="pt-BR" sz="900" b="1" dirty="0">
              <a:solidFill>
                <a:schemeClr val="bg1">
                  <a:lumMod val="7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Negócios</a:t>
            </a:r>
          </a:p>
        </p:txBody>
      </p:sp>
      <p:sp>
        <p:nvSpPr>
          <p:cNvPr id="143" name="Retângulo 142"/>
          <p:cNvSpPr/>
          <p:nvPr/>
        </p:nvSpPr>
        <p:spPr>
          <a:xfrm>
            <a:off x="1531096" y="994025"/>
            <a:ext cx="189255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</a:t>
            </a: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900" b="1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PMO</a:t>
            </a:r>
          </a:p>
        </p:txBody>
      </p:sp>
    </p:spTree>
    <p:extLst>
      <p:ext uri="{BB962C8B-B14F-4D97-AF65-F5344CB8AC3E}">
        <p14:creationId xmlns:p14="http://schemas.microsoft.com/office/powerpoint/2010/main" val="181622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5446643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Para as Ideias já estimadas e “em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alinhar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já tombar para as filas de Melhorias / Projetos.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Arquitetura</a:t>
            </a:r>
            <a:endParaRPr lang="pt-BR" i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E-core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(Rodolfo) para alterar o fluxo de Gestão de Ideias após aprovação dos envolvidos.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4972</TotalTime>
  <Words>680</Words>
  <Application>Microsoft Office PowerPoint</Application>
  <PresentationFormat>Personalizar</PresentationFormat>
  <Paragraphs>307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303</cp:revision>
  <dcterms:created xsi:type="dcterms:W3CDTF">2014-01-24T21:35:00Z</dcterms:created>
  <dcterms:modified xsi:type="dcterms:W3CDTF">2016-03-30T13:39:41Z</dcterms:modified>
</cp:coreProperties>
</file>