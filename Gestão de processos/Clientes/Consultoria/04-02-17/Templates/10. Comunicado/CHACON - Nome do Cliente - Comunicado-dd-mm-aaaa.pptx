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9900"/>
    <a:srgbClr val="FF8E2D"/>
    <a:srgbClr val="F68E1E"/>
    <a:srgbClr val="99CCFF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2322" y="6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7/12/2016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95928"/>
            <a:ext cx="4769757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Título</a:t>
            </a:r>
          </a:p>
          <a:p>
            <a:pPr algn="ctr"/>
            <a:r>
              <a:rPr lang="pt-BR" dirty="0" err="1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pt-BR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pt-BR" dirty="0" smtClean="0">
                <a:latin typeface="Segoe UI" panose="020B0502040204020203" pitchFamily="34" charset="0"/>
                <a:cs typeface="Segoe UI" panose="020B0502040204020203" pitchFamily="34" charset="0"/>
              </a:rPr>
              <a:t>/mm/</a:t>
            </a:r>
            <a:r>
              <a:rPr lang="pt-BR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aaaa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6" name="Picture 2" descr="http://milldesk.com/wp-content/uploads/2012/10/helpdesk1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21652" y="1691822"/>
            <a:ext cx="2031902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236314" y="3722908"/>
            <a:ext cx="306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xx</a:t>
            </a: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3478218" y="3722908"/>
            <a:ext cx="3161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O que estamos fazendo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xx</a:t>
            </a:r>
            <a:endParaRPr 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0314" y="3675720"/>
            <a:ext cx="396000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410">
            <a:off x="6111290" y="3618256"/>
            <a:ext cx="504000" cy="504000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236313" y="6775295"/>
            <a:ext cx="6403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Principais Benefícios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xx</a:t>
            </a:r>
            <a:endParaRPr lang="pt-BR" sz="16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36313" y="7955506"/>
            <a:ext cx="6403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200"/>
              </a:spcAft>
            </a:pPr>
            <a:r>
              <a:rPr lang="pt-BR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 algn="r">
              <a:spcAft>
                <a:spcPts val="600"/>
              </a:spcAft>
            </a:pPr>
            <a:r>
              <a:rPr lang="pt-BR" sz="16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xx</a:t>
            </a:r>
            <a:endParaRPr lang="pt-BR" sz="16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48" y="6639756"/>
            <a:ext cx="504000" cy="504000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7415141"/>
            <a:ext cx="553682" cy="5536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156215" y="9437712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</a:t>
            </a:r>
            <a:r>
              <a:rPr lang="pt-BR" sz="140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x</a:t>
            </a:r>
            <a:r>
              <a:rPr lang="pt-BR" sz="1400" b="1" dirty="0" err="1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x</a:t>
            </a:r>
            <a:r>
              <a:rPr lang="pt-BR" sz="1400" b="1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 (área)</a:t>
            </a:r>
            <a:endParaRPr lang="pt-BR" sz="12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10.Dez</a:t>
            </a:r>
          </a:p>
        </p:txBody>
      </p:sp>
      <p:sp>
        <p:nvSpPr>
          <p:cNvPr id="2" name="Retângulo 1"/>
          <p:cNvSpPr/>
          <p:nvPr/>
        </p:nvSpPr>
        <p:spPr>
          <a:xfrm>
            <a:off x="105537" y="39549"/>
            <a:ext cx="6665387" cy="11418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>
                <a:solidFill>
                  <a:srgbClr val="FF0000"/>
                </a:solidFill>
              </a:rPr>
              <a:t>Logo do cliente</a:t>
            </a:r>
            <a:endParaRPr lang="pt-BR" sz="2800" b="1" dirty="0">
              <a:solidFill>
                <a:srgbClr val="FF0000"/>
              </a:solidFill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5824" y="9213158"/>
            <a:ext cx="1293563" cy="60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</TotalTime>
  <Words>28</Words>
  <PresentationFormat>Papel A4 (210 x 297 mm)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2016-07-12T13:29:27Z</dcterms:modified>
</cp:coreProperties>
</file>