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4" r:id="rId2"/>
  </p:sldIdLst>
  <p:sldSz cx="9601200" cy="16200438"/>
  <p:notesSz cx="6858000" cy="9144000"/>
  <p:defaultTextStyle>
    <a:defPPr>
      <a:defRPr lang="en-US"/>
    </a:defPPr>
    <a:lvl1pPr marL="0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5103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68E1E"/>
    <a:srgbClr val="A20000"/>
    <a:srgbClr val="F57124"/>
    <a:srgbClr val="FF9900"/>
    <a:srgbClr val="FF8E2D"/>
    <a:srgbClr val="99CCFF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 snapToObjects="1">
      <p:cViewPr>
        <p:scale>
          <a:sx n="90" d="100"/>
          <a:sy n="90" d="100"/>
        </p:scale>
        <p:origin x="-546" y="1542"/>
      </p:cViewPr>
      <p:guideLst>
        <p:guide orient="horz" pos="5103"/>
        <p:guide pos="30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09/06/2016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413000" y="685800"/>
            <a:ext cx="203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1" y="5032646"/>
            <a:ext cx="8161020" cy="347259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181" y="9180248"/>
            <a:ext cx="6720840" cy="414011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5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29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429" y="10410290"/>
            <a:ext cx="8161020" cy="3217587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429" y="6866441"/>
            <a:ext cx="8161020" cy="3543845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68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35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03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47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3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06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574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294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61" y="3780111"/>
            <a:ext cx="4240530" cy="10691540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0610" y="3780111"/>
            <a:ext cx="4240530" cy="10691540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3" y="3626352"/>
            <a:ext cx="4242197" cy="1511290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68" indent="0">
              <a:buNone/>
              <a:defRPr sz="2889" b="1"/>
            </a:lvl2pPr>
            <a:lvl3pPr marL="1320735" indent="0">
              <a:buNone/>
              <a:defRPr sz="2600" b="1"/>
            </a:lvl3pPr>
            <a:lvl4pPr marL="1981103" indent="0">
              <a:buNone/>
              <a:defRPr sz="2311" b="1"/>
            </a:lvl4pPr>
            <a:lvl5pPr marL="2641471" indent="0">
              <a:buNone/>
              <a:defRPr sz="2311" b="1"/>
            </a:lvl5pPr>
            <a:lvl6pPr marL="3301838" indent="0">
              <a:buNone/>
              <a:defRPr sz="2311" b="1"/>
            </a:lvl6pPr>
            <a:lvl7pPr marL="3962206" indent="0">
              <a:buNone/>
              <a:defRPr sz="2311" b="1"/>
            </a:lvl7pPr>
            <a:lvl8pPr marL="4622574" indent="0">
              <a:buNone/>
              <a:defRPr sz="2311" b="1"/>
            </a:lvl8pPr>
            <a:lvl9pPr marL="5282941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3" y="5137638"/>
            <a:ext cx="4242197" cy="9334004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7279" y="3626352"/>
            <a:ext cx="4243865" cy="1511290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68" indent="0">
              <a:buNone/>
              <a:defRPr sz="2889" b="1"/>
            </a:lvl2pPr>
            <a:lvl3pPr marL="1320735" indent="0">
              <a:buNone/>
              <a:defRPr sz="2600" b="1"/>
            </a:lvl3pPr>
            <a:lvl4pPr marL="1981103" indent="0">
              <a:buNone/>
              <a:defRPr sz="2311" b="1"/>
            </a:lvl4pPr>
            <a:lvl5pPr marL="2641471" indent="0">
              <a:buNone/>
              <a:defRPr sz="2311" b="1"/>
            </a:lvl5pPr>
            <a:lvl6pPr marL="3301838" indent="0">
              <a:buNone/>
              <a:defRPr sz="2311" b="1"/>
            </a:lvl6pPr>
            <a:lvl7pPr marL="3962206" indent="0">
              <a:buNone/>
              <a:defRPr sz="2311" b="1"/>
            </a:lvl7pPr>
            <a:lvl8pPr marL="4622574" indent="0">
              <a:buNone/>
              <a:defRPr sz="2311" b="1"/>
            </a:lvl8pPr>
            <a:lvl9pPr marL="5282941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7279" y="5137638"/>
            <a:ext cx="4243865" cy="9334004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6/9/2016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6/9/2016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2" y="645017"/>
            <a:ext cx="3158729" cy="2745074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3807" y="645025"/>
            <a:ext cx="5367337" cy="13826626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62" y="3390102"/>
            <a:ext cx="3158729" cy="11081551"/>
          </a:xfrm>
        </p:spPr>
        <p:txBody>
          <a:bodyPr/>
          <a:lstStyle>
            <a:lvl1pPr marL="0" indent="0">
              <a:buNone/>
              <a:defRPr sz="2022"/>
            </a:lvl1pPr>
            <a:lvl2pPr marL="660368" indent="0">
              <a:buNone/>
              <a:defRPr sz="1733"/>
            </a:lvl2pPr>
            <a:lvl3pPr marL="1320735" indent="0">
              <a:buNone/>
              <a:defRPr sz="1444"/>
            </a:lvl3pPr>
            <a:lvl4pPr marL="1981103" indent="0">
              <a:buNone/>
              <a:defRPr sz="1300"/>
            </a:lvl4pPr>
            <a:lvl5pPr marL="2641471" indent="0">
              <a:buNone/>
              <a:defRPr sz="1300"/>
            </a:lvl5pPr>
            <a:lvl6pPr marL="3301838" indent="0">
              <a:buNone/>
              <a:defRPr sz="1300"/>
            </a:lvl6pPr>
            <a:lvl7pPr marL="3962206" indent="0">
              <a:buNone/>
              <a:defRPr sz="1300"/>
            </a:lvl7pPr>
            <a:lvl8pPr marL="4622574" indent="0">
              <a:buNone/>
              <a:defRPr sz="1300"/>
            </a:lvl8pPr>
            <a:lvl9pPr marL="5282941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904" y="11340306"/>
            <a:ext cx="5760720" cy="1338789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81904" y="1447538"/>
            <a:ext cx="5760720" cy="9720263"/>
          </a:xfrm>
        </p:spPr>
        <p:txBody>
          <a:bodyPr/>
          <a:lstStyle>
            <a:lvl1pPr marL="0" indent="0">
              <a:buNone/>
              <a:defRPr sz="4622"/>
            </a:lvl1pPr>
            <a:lvl2pPr marL="660368" indent="0">
              <a:buNone/>
              <a:defRPr sz="4044"/>
            </a:lvl2pPr>
            <a:lvl3pPr marL="1320735" indent="0">
              <a:buNone/>
              <a:defRPr sz="3467"/>
            </a:lvl3pPr>
            <a:lvl4pPr marL="1981103" indent="0">
              <a:buNone/>
              <a:defRPr sz="2889"/>
            </a:lvl4pPr>
            <a:lvl5pPr marL="2641471" indent="0">
              <a:buNone/>
              <a:defRPr sz="2889"/>
            </a:lvl5pPr>
            <a:lvl6pPr marL="3301838" indent="0">
              <a:buNone/>
              <a:defRPr sz="2889"/>
            </a:lvl6pPr>
            <a:lvl7pPr marL="3962206" indent="0">
              <a:buNone/>
              <a:defRPr sz="2889"/>
            </a:lvl7pPr>
            <a:lvl8pPr marL="4622574" indent="0">
              <a:buNone/>
              <a:defRPr sz="2889"/>
            </a:lvl8pPr>
            <a:lvl9pPr marL="5282941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1904" y="12679095"/>
            <a:ext cx="5760720" cy="1901299"/>
          </a:xfrm>
        </p:spPr>
        <p:txBody>
          <a:bodyPr/>
          <a:lstStyle>
            <a:lvl1pPr marL="0" indent="0">
              <a:buNone/>
              <a:defRPr sz="2022"/>
            </a:lvl1pPr>
            <a:lvl2pPr marL="660368" indent="0">
              <a:buNone/>
              <a:defRPr sz="1733"/>
            </a:lvl2pPr>
            <a:lvl3pPr marL="1320735" indent="0">
              <a:buNone/>
              <a:defRPr sz="1444"/>
            </a:lvl3pPr>
            <a:lvl4pPr marL="1981103" indent="0">
              <a:buNone/>
              <a:defRPr sz="1300"/>
            </a:lvl4pPr>
            <a:lvl5pPr marL="2641471" indent="0">
              <a:buNone/>
              <a:defRPr sz="1300"/>
            </a:lvl5pPr>
            <a:lvl6pPr marL="3301838" indent="0">
              <a:buNone/>
              <a:defRPr sz="1300"/>
            </a:lvl6pPr>
            <a:lvl7pPr marL="3962206" indent="0">
              <a:buNone/>
              <a:defRPr sz="1300"/>
            </a:lvl7pPr>
            <a:lvl8pPr marL="4622574" indent="0">
              <a:buNone/>
              <a:defRPr sz="1300"/>
            </a:lvl8pPr>
            <a:lvl9pPr marL="5282941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0870" y="648780"/>
            <a:ext cx="2160270" cy="1382287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0060" y="648780"/>
            <a:ext cx="6320790" cy="1382287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6/9/2016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60" y="648768"/>
            <a:ext cx="8641080" cy="2700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0" y="3780111"/>
            <a:ext cx="8641080" cy="10691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60" y="15015416"/>
            <a:ext cx="2240280" cy="862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6/9/2016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0410" y="15015416"/>
            <a:ext cx="3040380" cy="862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0860" y="15015416"/>
            <a:ext cx="2240280" cy="862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68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76" indent="-495276" algn="l" defTabSz="660368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097" indent="-412729" algn="l" defTabSz="660368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19" indent="-330184" algn="l" defTabSz="660368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286" indent="-330184" algn="l" defTabSz="660368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655" indent="-330184" algn="l" defTabSz="660368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21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389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757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124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68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35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03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471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38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6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574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2941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/>
          <p:cNvGrpSpPr/>
          <p:nvPr/>
        </p:nvGrpSpPr>
        <p:grpSpPr>
          <a:xfrm>
            <a:off x="170793" y="232239"/>
            <a:ext cx="9287180" cy="1581150"/>
            <a:chOff x="139262" y="109370"/>
            <a:chExt cx="9287180" cy="1581150"/>
          </a:xfrm>
        </p:grpSpPr>
        <p:pic>
          <p:nvPicPr>
            <p:cNvPr id="26" name="Imagem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262" y="109370"/>
              <a:ext cx="9287180" cy="1581150"/>
            </a:xfrm>
            <a:prstGeom prst="rect">
              <a:avLst/>
            </a:prstGeom>
          </p:spPr>
        </p:pic>
        <p:pic>
          <p:nvPicPr>
            <p:cNvPr id="27" name="Imagem 26"/>
            <p:cNvPicPr>
              <a:picLocks noChangeAspect="1"/>
            </p:cNvPicPr>
            <p:nvPr/>
          </p:nvPicPr>
          <p:blipFill rotWithShape="1">
            <a:blip r:embed="rId2"/>
            <a:srcRect l="28752" t="13835" r="28782" b="16159"/>
            <a:stretch/>
          </p:blipFill>
          <p:spPr>
            <a:xfrm>
              <a:off x="3074418" y="251945"/>
              <a:ext cx="3416868" cy="1332000"/>
            </a:xfrm>
            <a:prstGeom prst="rect">
              <a:avLst/>
            </a:prstGeom>
          </p:spPr>
        </p:pic>
      </p:grpSp>
      <p:sp>
        <p:nvSpPr>
          <p:cNvPr id="16" name="Retângulo 15"/>
          <p:cNvSpPr/>
          <p:nvPr/>
        </p:nvSpPr>
        <p:spPr>
          <a:xfrm>
            <a:off x="170793" y="232239"/>
            <a:ext cx="9287180" cy="15732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5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2400214" y="2443074"/>
            <a:ext cx="457815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3200" b="1" dirty="0" smtClean="0">
                <a:solidFill>
                  <a:srgbClr val="7030A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EDI Daily Report</a:t>
            </a:r>
            <a:endParaRPr lang="pt-BR" sz="3200" b="1" dirty="0">
              <a:solidFill>
                <a:srgbClr val="7030A0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Informativo diário sobre a transmissão de dados entre a Smiles e os Parceiros Críticos</a:t>
            </a:r>
            <a:endParaRPr lang="en-US" sz="18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3540600" y="15142176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2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Diretoria de TI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9" name="Tabel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454099"/>
              </p:ext>
            </p:extLst>
          </p:nvPr>
        </p:nvGraphicFramePr>
        <p:xfrm>
          <a:off x="7178320" y="2475736"/>
          <a:ext cx="1891829" cy="1260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91829">
                  <a:extLst>
                    <a:ext uri="{9D8B030D-6E8A-4147-A177-3AD203B41FA5}">
                      <a16:colId xmlns="" xmlns:a16="http://schemas.microsoft.com/office/drawing/2014/main" val="12600644"/>
                    </a:ext>
                  </a:extLst>
                </a:gridCol>
              </a:tblGrid>
              <a:tr h="410764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Data</a:t>
                      </a:r>
                      <a:endParaRPr lang="pt-BR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911455750"/>
                  </a:ext>
                </a:extLst>
              </a:tr>
              <a:tr h="849236">
                <a:tc>
                  <a:txBody>
                    <a:bodyPr/>
                    <a:lstStyle/>
                    <a:p>
                      <a:pPr algn="ctr"/>
                      <a:r>
                        <a:rPr lang="pt-BR" sz="2400" b="1" kern="1200" dirty="0" smtClean="0">
                          <a:solidFill>
                            <a:srgbClr val="7030A0"/>
                          </a:solidFill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09/06/16</a:t>
                      </a:r>
                      <a:endParaRPr lang="pt-BR" sz="2400" b="1" kern="1200" dirty="0">
                        <a:solidFill>
                          <a:srgbClr val="7030A0"/>
                        </a:solidFill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148040599"/>
                  </a:ext>
                </a:extLst>
              </a:tr>
            </a:tbl>
          </a:graphicData>
        </a:graphic>
      </p:graphicFrame>
      <p:graphicFrame>
        <p:nvGraphicFramePr>
          <p:cNvPr id="17" name="Tabe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635965"/>
              </p:ext>
            </p:extLst>
          </p:nvPr>
        </p:nvGraphicFramePr>
        <p:xfrm>
          <a:off x="404383" y="4518840"/>
          <a:ext cx="8820000" cy="447204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80000">
                  <a:extLst>
                    <a:ext uri="{9D8B030D-6E8A-4147-A177-3AD203B41FA5}">
                      <a16:colId xmlns="" xmlns:a16="http://schemas.microsoft.com/office/drawing/2014/main" val="1649539305"/>
                    </a:ext>
                  </a:extLst>
                </a:gridCol>
                <a:gridCol w="1800000">
                  <a:extLst>
                    <a:ext uri="{9D8B030D-6E8A-4147-A177-3AD203B41FA5}">
                      <a16:colId xmlns="" xmlns:a16="http://schemas.microsoft.com/office/drawing/2014/main" val="954512111"/>
                    </a:ext>
                  </a:extLst>
                </a:gridCol>
                <a:gridCol w="1080000">
                  <a:extLst>
                    <a:ext uri="{9D8B030D-6E8A-4147-A177-3AD203B41FA5}">
                      <a16:colId xmlns="" xmlns:a16="http://schemas.microsoft.com/office/drawing/2014/main" val="1633739320"/>
                    </a:ext>
                  </a:extLst>
                </a:gridCol>
                <a:gridCol w="3960000"/>
              </a:tblGrid>
              <a:tr h="326765">
                <a:tc>
                  <a:txBody>
                    <a:bodyPr/>
                    <a:lstStyle/>
                    <a:p>
                      <a:pPr algn="ctr"/>
                      <a:r>
                        <a:rPr lang="pt-BR" sz="1400" u="none" strike="noStrike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Parceiro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400" u="none" strike="noStrike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Frequência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400" u="none" strike="noStrike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Farol EDI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400" u="none" strike="noStrike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" panose="020B0502040204020203" pitchFamily="34" charset="0"/>
                        </a:rPr>
                        <a:t>Comentários</a:t>
                      </a:r>
                      <a:r>
                        <a:rPr lang="pt-BR" sz="1400" u="none" strike="noStrike" baseline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" panose="020B0502040204020203" pitchFamily="34" charset="0"/>
                        </a:rPr>
                        <a:t> / Observações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911455750"/>
                  </a:ext>
                </a:extLst>
              </a:tr>
              <a:tr h="32891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Bradesco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Segunda</a:t>
                      </a:r>
                      <a:r>
                        <a:rPr lang="pt-BR" sz="1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 Sexta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2800" b="1" dirty="0" smtClean="0">
                          <a:solidFill>
                            <a:srgbClr val="00B05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J</a:t>
                      </a:r>
                      <a:endParaRPr lang="pt-BR" sz="2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3814738605"/>
                  </a:ext>
                </a:extLst>
              </a:tr>
              <a:tr h="32891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Banco do Brasil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Segunda</a:t>
                      </a:r>
                      <a:r>
                        <a:rPr lang="pt-BR" sz="1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 Sexta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dirty="0" smtClean="0">
                          <a:solidFill>
                            <a:srgbClr val="00B05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J</a:t>
                      </a:r>
                      <a:endParaRPr lang="pt-BR" sz="2800" b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2891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Caixa </a:t>
                      </a:r>
                      <a:r>
                        <a:rPr lang="pt-BR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Econômica </a:t>
                      </a:r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Federal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Segunda</a:t>
                      </a:r>
                      <a:r>
                        <a:rPr lang="pt-BR" sz="1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 Sexta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dirty="0" smtClean="0">
                          <a:solidFill>
                            <a:srgbClr val="00B05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J</a:t>
                      </a:r>
                      <a:endParaRPr lang="pt-BR" sz="2800" b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796126295"/>
                  </a:ext>
                </a:extLst>
              </a:tr>
              <a:tr h="32891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Delta Airlines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Segunda</a:t>
                      </a:r>
                      <a:r>
                        <a:rPr lang="pt-BR" sz="1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 Domingo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dirty="0" smtClean="0">
                          <a:solidFill>
                            <a:srgbClr val="00B05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J</a:t>
                      </a:r>
                      <a:endParaRPr lang="pt-BR" sz="2800" b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2891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GOL Transportes Aéreos</a:t>
                      </a:r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Segunda</a:t>
                      </a:r>
                      <a:r>
                        <a:rPr lang="pt-BR" sz="1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 Domingo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dirty="0" smtClean="0">
                          <a:solidFill>
                            <a:srgbClr val="00B05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J</a:t>
                      </a:r>
                      <a:endParaRPr lang="pt-BR" sz="2800" b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2891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HSBC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Segunda</a:t>
                      </a:r>
                      <a:r>
                        <a:rPr lang="pt-BR" sz="1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 Sexta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dirty="0" smtClean="0">
                          <a:solidFill>
                            <a:srgbClr val="00B05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J</a:t>
                      </a:r>
                      <a:endParaRPr lang="pt-BR" sz="2800" b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2891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Itaú </a:t>
                      </a:r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Sempre Presente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Segunda</a:t>
                      </a:r>
                      <a:r>
                        <a:rPr lang="pt-BR" sz="1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 Domingo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dirty="0" smtClean="0">
                          <a:solidFill>
                            <a:srgbClr val="00B05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J</a:t>
                      </a:r>
                      <a:endParaRPr lang="pt-BR" sz="2800" b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2891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Santander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Segunda</a:t>
                      </a:r>
                      <a:r>
                        <a:rPr lang="pt-BR" sz="1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 Sexta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dirty="0" smtClean="0">
                          <a:solidFill>
                            <a:srgbClr val="FF000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Formato do arquivo</a:t>
                      </a:r>
                      <a:r>
                        <a:rPr lang="pt-BR" sz="12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alterado pelo parceiro sem o conhecimento da Smiles. Chamado aberto NGC-001.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026" name="Picture 2" descr="http://icons.iconarchive.com/icons/ampeross/qetto-2/256/move-ic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30" y="1935736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CaixaDeTexto 22"/>
          <p:cNvSpPr txBox="1"/>
          <p:nvPr/>
        </p:nvSpPr>
        <p:spPr>
          <a:xfrm>
            <a:off x="329952" y="4098594"/>
            <a:ext cx="4578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b="1" dirty="0" smtClean="0">
                <a:solidFill>
                  <a:srgbClr val="FF66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Status EDI</a:t>
            </a:r>
            <a:endParaRPr lang="en-US" sz="1800" b="1" dirty="0">
              <a:solidFill>
                <a:srgbClr val="FF66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5" name="Tabela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122961"/>
              </p:ext>
            </p:extLst>
          </p:nvPr>
        </p:nvGraphicFramePr>
        <p:xfrm>
          <a:off x="404383" y="9737224"/>
          <a:ext cx="8820000" cy="5018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80000">
                  <a:extLst>
                    <a:ext uri="{9D8B030D-6E8A-4147-A177-3AD203B41FA5}">
                      <a16:colId xmlns="" xmlns:a16="http://schemas.microsoft.com/office/drawing/2014/main" val="1649539305"/>
                    </a:ext>
                  </a:extLst>
                </a:gridCol>
                <a:gridCol w="1440000">
                  <a:extLst>
                    <a:ext uri="{9D8B030D-6E8A-4147-A177-3AD203B41FA5}">
                      <a16:colId xmlns="" xmlns:a16="http://schemas.microsoft.com/office/drawing/2014/main" val="954512111"/>
                    </a:ext>
                  </a:extLst>
                </a:gridCol>
                <a:gridCol w="1080000">
                  <a:extLst>
                    <a:ext uri="{9D8B030D-6E8A-4147-A177-3AD203B41FA5}">
                      <a16:colId xmlns="" xmlns:a16="http://schemas.microsoft.com/office/drawing/2014/main" val="1633739320"/>
                    </a:ext>
                  </a:extLst>
                </a:gridCol>
                <a:gridCol w="1080000"/>
                <a:gridCol w="4140000"/>
              </a:tblGrid>
              <a:tr h="326765">
                <a:tc>
                  <a:txBody>
                    <a:bodyPr/>
                    <a:lstStyle/>
                    <a:p>
                      <a:pPr algn="ctr"/>
                      <a:r>
                        <a:rPr lang="pt-BR" sz="1400" u="none" strike="noStrike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Data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400" u="none" strike="noStrike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Parceiro(s)</a:t>
                      </a:r>
                      <a:r>
                        <a:rPr lang="pt-BR" sz="1400" u="none" strike="noStrike" baseline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Envolvido(s)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400" u="none" strike="noStrike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Situação Atual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400" u="none" strike="noStrike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" panose="020B0502040204020203" pitchFamily="34" charset="0"/>
                        </a:rPr>
                        <a:t>Ofensor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400" u="none" strike="noStrike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Comentários</a:t>
                      </a:r>
                      <a:r>
                        <a:rPr lang="pt-BR" sz="1400" u="none" strike="noStrike" baseline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/ Observações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91145575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09/06/2016</a:t>
                      </a:r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kern="1200" dirty="0" smtClean="0"/>
                        <a:t>Santander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 smtClean="0"/>
                        <a:t>Pendente</a:t>
                      </a:r>
                      <a:r>
                        <a:rPr lang="pt-BR" sz="1200" b="1" baseline="0" dirty="0" smtClean="0"/>
                        <a:t> com Parceiro</a:t>
                      </a:r>
                      <a:endParaRPr lang="pt-BR" sz="1200" b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Parceiro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kern="1200" dirty="0" smtClean="0"/>
                        <a:t>Chamad</a:t>
                      </a:r>
                      <a:r>
                        <a:rPr lang="pt-BR" sz="1200" kern="1200" baseline="0" dirty="0" smtClean="0"/>
                        <a:t>o NGC-001 e em acompanhamento pelo analista Raul. Parceiro desenvolvendo uma correção emergencial no formato do arquivo. Retransmissão ocorrerá às 21h00.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900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02/06/2016</a:t>
                      </a:r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Bradesco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cs typeface="Segoe UI" panose="020B0502040204020203" pitchFamily="34" charset="0"/>
                        </a:rPr>
                        <a:t>Resolvido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Smiles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 smtClean="0"/>
                        <a:t>Chamad</a:t>
                      </a:r>
                      <a:r>
                        <a:rPr lang="pt-BR" sz="1200" kern="1200" baseline="0" dirty="0" smtClean="0"/>
                        <a:t>o NGC-342 já resolvido, após correção aplicada em nosso sistema.</a:t>
                      </a:r>
                      <a:endParaRPr lang="pt-BR" sz="12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900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900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900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28" name="CaixaDeTexto 27"/>
          <p:cNvSpPr txBox="1"/>
          <p:nvPr/>
        </p:nvSpPr>
        <p:spPr>
          <a:xfrm>
            <a:off x="329952" y="9316978"/>
            <a:ext cx="4578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b="1" dirty="0" smtClean="0">
                <a:solidFill>
                  <a:srgbClr val="C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Últimas Ocorrências</a:t>
            </a:r>
            <a:endParaRPr lang="en-US" sz="1800" b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09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3679</TotalTime>
  <Words>177</Words>
  <Application>Microsoft Office PowerPoint</Application>
  <PresentationFormat>Personalizar</PresentationFormat>
  <Paragraphs>73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Office Theme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usr</cp:lastModifiedBy>
  <cp:revision>308</cp:revision>
  <dcterms:created xsi:type="dcterms:W3CDTF">2014-01-24T21:35:00Z</dcterms:created>
  <dcterms:modified xsi:type="dcterms:W3CDTF">2016-06-09T22:14:44Z</dcterms:modified>
</cp:coreProperties>
</file>