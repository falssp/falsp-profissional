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4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8E2D"/>
    <a:srgbClr val="FF6600"/>
    <a:srgbClr val="F57124"/>
    <a:srgbClr val="FF9900"/>
    <a:srgbClr val="F68E1E"/>
    <a:srgbClr val="99CCFF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2322" y="60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04/01/2017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1/4/2017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1/4/2017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1/4/2017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896613"/>
              </p:ext>
            </p:extLst>
          </p:nvPr>
        </p:nvGraphicFramePr>
        <p:xfrm>
          <a:off x="342901" y="4265604"/>
          <a:ext cx="6172197" cy="4320000"/>
        </p:xfrm>
        <a:graphic>
          <a:graphicData uri="http://schemas.openxmlformats.org/drawingml/2006/table">
            <a:tbl>
              <a:tblPr/>
              <a:tblGrid>
                <a:gridCol w="1141503">
                  <a:extLst>
                    <a:ext uri="{9D8B030D-6E8A-4147-A177-3AD203B41FA5}">
                      <a16:colId xmlns:a16="http://schemas.microsoft.com/office/drawing/2014/main" xmlns="" val="654045636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xmlns="" val="193877993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xmlns="" val="3190376036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xmlns="" val="3492091434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xmlns="" val="2731739232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xmlns="" val="3711035699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xmlns="" val="28803119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Fornecedor </a:t>
                      </a:r>
                      <a:b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Crítico de TI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Serviço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Principal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Reunião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Realizada?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SLA </a:t>
                      </a:r>
                      <a:b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Atingido?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Elaborada?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Enviada?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Algum Ponto de Atenção?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43037996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ALGAR TELECOM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 Internet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3580364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ORACLE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Managed Cloud 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46868869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LEVEL3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98770375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VIVO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Revisão da Planta de Links e Faturamento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91057867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CREDIBILIT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Suporte Ambiente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AWS Amazon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493147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SLA não </a:t>
                      </a:r>
                      <a:b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formalizado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Formalização Contratual </a:t>
                      </a:r>
                      <a:b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(Smiles x TIVIT)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08154491"/>
                  </a:ext>
                </a:extLst>
              </a:tr>
            </a:tbl>
          </a:graphicData>
        </a:graphic>
      </p:graphicFrame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123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897" y="1803401"/>
            <a:ext cx="596415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Ger. Fornecedores Críticos de TI</a:t>
            </a:r>
          </a:p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Quadro-Resumo Outubro/2016 </a:t>
            </a:r>
          </a:p>
          <a:p>
            <a:pPr>
              <a:spcAft>
                <a:spcPts val="600"/>
              </a:spcAft>
            </a:pPr>
            <a:r>
              <a:rPr lang="pt-BR" b="1" dirty="0" err="1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SLAs</a:t>
            </a:r>
            <a:r>
              <a:rPr lang="pt-BR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referentes a Set/16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1503366" y="8866646"/>
            <a:ext cx="502551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11" y="8779020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017320" y="2912537"/>
            <a:ext cx="2497778" cy="1069492"/>
          </a:xfrm>
          <a:prstGeom prst="roundRect">
            <a:avLst>
              <a:gd name="adj" fmla="val 15904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04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3754</TotalTime>
  <Words>90</Words>
  <Application>Microsoft Office PowerPoint</Application>
  <PresentationFormat>Papel A4 (210 x 297 mm)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Luiz Rabello</cp:lastModifiedBy>
  <cp:revision>282</cp:revision>
  <dcterms:created xsi:type="dcterms:W3CDTF">2014-01-24T21:35:00Z</dcterms:created>
  <dcterms:modified xsi:type="dcterms:W3CDTF">2017-01-04T16:39:01Z</dcterms:modified>
</cp:coreProperties>
</file>