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57" r:id="rId3"/>
    <p:sldId id="356" r:id="rId4"/>
    <p:sldId id="358" r:id="rId5"/>
    <p:sldId id="354" r:id="rId6"/>
    <p:sldId id="362" r:id="rId7"/>
    <p:sldId id="359" r:id="rId8"/>
    <p:sldId id="360" r:id="rId9"/>
    <p:sldId id="364" r:id="rId10"/>
    <p:sldId id="363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FF99"/>
    <a:srgbClr val="FFFF66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Henckes</a:t>
            </a:r>
          </a:p>
          <a:p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Fechamento Nov-2016</a:t>
            </a: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06-12-2016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SLAs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SLAs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SLAs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83810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em Backlog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BUGs “A Fazer” </a:t>
                      </a: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24455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96,76%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96,90%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97,90%</a:t>
                      </a:r>
                      <a:r>
                        <a:rPr lang="pt-BR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(superou)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95,74%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95,06%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6548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0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0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2124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88,65%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89,41%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90,04%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0150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88,47%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18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89,40%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0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815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6540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95,83%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18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95,97%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18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93400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01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651763"/>
              </p:ext>
            </p:extLst>
          </p:nvPr>
        </p:nvGraphicFramePr>
        <p:xfrm>
          <a:off x="198569" y="982626"/>
          <a:ext cx="9757779" cy="5688000"/>
        </p:xfrm>
        <a:graphic>
          <a:graphicData uri="http://schemas.openxmlformats.org/drawingml/2006/table">
            <a:tbl>
              <a:tblPr/>
              <a:tblGrid>
                <a:gridCol w="3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Motivador/Necessidade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Implantar método de acompanhamento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diário do Backlog junto aos analistas (GEROT – Gestão da Rotina).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30/09/16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um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treinamento de reciclagem aos analistas (importância de usar corretamente o JIRA).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04/10/16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10/11/16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10/12/16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 de chamados.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Documentar e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publicar uma regra de fechamento de chamados “Pendente Usuário” sem retorno há 5 dias úteis.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10/11/16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10/12/16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Melhorar os 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da CSTI (aumentar o atingimento mensal).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Analisar </a:t>
                      </a: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mensalmente 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todos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chamados que violaram os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do mês anterior, um a um, identificando o desvio / ofensor.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Raul Ferreira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a quantidade de 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 (pendentes de análise de causa-raiz).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</a:t>
                      </a: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semanalmente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sessões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análise de causa-raiz, com a finalidade de diminuir a quantidade de BUGs pendentes.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Jonathas Souza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Rotina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Revisar a 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lista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Realizar uma revisão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toda a lista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 garantindo que todos realmente necessitem RCA (</a:t>
                      </a:r>
                      <a:r>
                        <a:rPr lang="pt-BR" sz="13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Root Cause </a:t>
                      </a:r>
                      <a:r>
                        <a:rPr lang="pt-BR" sz="1300" b="0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Analysis</a:t>
                      </a:r>
                      <a:r>
                        <a:rPr lang="pt-BR" sz="13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)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11/11/16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10/12/16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tângulo: Canto Dobrado 2"/>
          <p:cNvSpPr/>
          <p:nvPr/>
        </p:nvSpPr>
        <p:spPr>
          <a:xfrm>
            <a:off x="198570" y="214337"/>
            <a:ext cx="2306092" cy="861391"/>
          </a:xfrm>
          <a:prstGeom prst="foldedCorner">
            <a:avLst>
              <a:gd name="adj" fmla="val 15129"/>
            </a:avLst>
          </a:prstGeom>
          <a:solidFill>
            <a:srgbClr val="FFFF9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Obs.: O Plano de ação é “vivo”, novas ações serão incluídas no dia-a-dia conforme necessidade ou por influência dos resultados dos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305005"/>
              </p:ext>
            </p:extLst>
          </p:nvPr>
        </p:nvGraphicFramePr>
        <p:xfrm>
          <a:off x="198569" y="982626"/>
          <a:ext cx="9757779" cy="4860000"/>
        </p:xfrm>
        <a:graphic>
          <a:graphicData uri="http://schemas.openxmlformats.org/drawingml/2006/table">
            <a:tbl>
              <a:tblPr/>
              <a:tblGrid>
                <a:gridCol w="3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Motivador/Necessidade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Disseminar a cultura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 ampliar importância do GEROT (Gerenciamento da Rotina) realizado para reduzir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Convidar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Adriano (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Gerente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Operações de TI) para participar uma vez por semana do GEROT.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Publicação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do Catálogo de Serviços revisado/ampliado.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Necessário publicar no JIRA as novas categorias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 e readequações de níveis de prioridade (ex.: categoria Outros com SLA de Resolução de 40h úteis)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sng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15/12/16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Liberar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acesso de todos os Analistas de Operações de TI aos </a:t>
                      </a:r>
                      <a:r>
                        <a:rPr lang="pt-BR" sz="1300" b="0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dashboards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Gestão.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Aumentar a conscientização sobre o direcionamento da área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 METAS.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31/10/16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Reforçar a importância (e obrigatoriedade) de preenchimento do campo “Justificativa do SLA Estourado”.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Conscientizar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Analistas de Operações de TI sobre a importância desta informação para a gestão dos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Incluir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análise do Campo “Justificativa do SLA Estourado” na GEROT diária.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Conscientizar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Analistas de Operações de TI sobre a importância desta informação para a gestão dos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</a:tbl>
          </a:graphicData>
        </a:graphic>
      </p:graphicFrame>
      <p:sp>
        <p:nvSpPr>
          <p:cNvPr id="3" name="Retângulo: Canto Dobrado 2"/>
          <p:cNvSpPr/>
          <p:nvPr/>
        </p:nvSpPr>
        <p:spPr>
          <a:xfrm>
            <a:off x="198570" y="214337"/>
            <a:ext cx="2306092" cy="861391"/>
          </a:xfrm>
          <a:prstGeom prst="foldedCorner">
            <a:avLst>
              <a:gd name="adj" fmla="val 15129"/>
            </a:avLst>
          </a:prstGeom>
          <a:solidFill>
            <a:srgbClr val="FFFF9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Obs.: O Plano de ação é “vivo”, novas ações serão incluídas no dia-a-dia conforme necessidade ou por influência dos resultados dos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184545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28884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em 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BUGs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8000</TotalTime>
  <Words>1053</Words>
  <Application>Microsoft Office PowerPoint</Application>
  <PresentationFormat>Personalizar</PresentationFormat>
  <Paragraphs>296</Paragraphs>
  <Slides>10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47</cp:revision>
  <dcterms:created xsi:type="dcterms:W3CDTF">2014-01-24T21:35:00Z</dcterms:created>
  <dcterms:modified xsi:type="dcterms:W3CDTF">2016-12-06T14:27:13Z</dcterms:modified>
</cp:coreProperties>
</file>