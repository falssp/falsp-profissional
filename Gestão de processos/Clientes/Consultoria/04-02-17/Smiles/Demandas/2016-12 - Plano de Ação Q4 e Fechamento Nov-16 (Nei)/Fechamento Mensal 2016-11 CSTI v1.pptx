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57" r:id="rId3"/>
    <p:sldId id="356" r:id="rId4"/>
    <p:sldId id="364" r:id="rId5"/>
    <p:sldId id="370" r:id="rId6"/>
    <p:sldId id="371" r:id="rId7"/>
    <p:sldId id="369" r:id="rId8"/>
    <p:sldId id="365" r:id="rId9"/>
    <p:sldId id="366" r:id="rId10"/>
    <p:sldId id="367" r:id="rId11"/>
    <p:sldId id="368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Fechamento Nov-16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Henckes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06-12-2016</a:t>
            </a:r>
          </a:p>
        </p:txBody>
      </p:sp>
      <p:pic>
        <p:nvPicPr>
          <p:cNvPr id="2050" name="Picture 2" descr="http://aliraza.co/wp-content/uploads/2015/11/monthly-report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789" y="4508498"/>
            <a:ext cx="3534649" cy="234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" y="3464293"/>
            <a:ext cx="10001250" cy="3400425"/>
          </a:xfrm>
          <a:prstGeom prst="rect">
            <a:avLst/>
          </a:prstGeom>
        </p:spPr>
      </p:pic>
      <p:sp>
        <p:nvSpPr>
          <p:cNvPr id="8" name="Retângulo de cantos arredondados 7"/>
          <p:cNvSpPr/>
          <p:nvPr/>
        </p:nvSpPr>
        <p:spPr>
          <a:xfrm>
            <a:off x="6961559" y="914401"/>
            <a:ext cx="2880941" cy="2387649"/>
          </a:xfrm>
          <a:prstGeom prst="roundRect">
            <a:avLst>
              <a:gd name="adj" fmla="val 7164"/>
            </a:avLst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Visão Macro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7531216" y="2742863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101</a:t>
            </a:r>
          </a:p>
        </p:txBody>
      </p:sp>
      <p:sp>
        <p:nvSpPr>
          <p:cNvPr id="19" name="Retângulo de cantos arredondados 14"/>
          <p:cNvSpPr/>
          <p:nvPr/>
        </p:nvSpPr>
        <p:spPr>
          <a:xfrm>
            <a:off x="7531216" y="2161045"/>
            <a:ext cx="792000" cy="432000"/>
          </a:xfrm>
          <a:prstGeom prst="roundRect">
            <a:avLst/>
          </a:prstGeom>
          <a:solidFill>
            <a:srgbClr val="00B05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345</a:t>
            </a:r>
            <a:endParaRPr lang="pt-BR" sz="2400" i="1" dirty="0"/>
          </a:p>
        </p:txBody>
      </p:sp>
      <p:sp>
        <p:nvSpPr>
          <p:cNvPr id="20" name="Retângulo de cantos arredondados 14"/>
          <p:cNvSpPr/>
          <p:nvPr/>
        </p:nvSpPr>
        <p:spPr>
          <a:xfrm>
            <a:off x="7531216" y="1584860"/>
            <a:ext cx="792000" cy="432000"/>
          </a:xfrm>
          <a:prstGeom prst="roundRect">
            <a:avLst/>
          </a:prstGeom>
          <a:solidFill>
            <a:srgbClr val="FF000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344</a:t>
            </a:r>
            <a:endParaRPr lang="pt-BR" sz="2400" i="1" dirty="0"/>
          </a:p>
        </p:txBody>
      </p:sp>
      <p:sp>
        <p:nvSpPr>
          <p:cNvPr id="21" name="Retângulo de cantos arredondados 14"/>
          <p:cNvSpPr/>
          <p:nvPr/>
        </p:nvSpPr>
        <p:spPr>
          <a:xfrm>
            <a:off x="7531216" y="1005859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102</a:t>
            </a:r>
            <a:endParaRPr lang="pt-BR" sz="1050" i="1" dirty="0"/>
          </a:p>
        </p:txBody>
      </p:sp>
      <p:sp>
        <p:nvSpPr>
          <p:cNvPr id="22" name="Retângulo 21"/>
          <p:cNvSpPr/>
          <p:nvPr/>
        </p:nvSpPr>
        <p:spPr>
          <a:xfrm>
            <a:off x="8359867" y="105258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Anterior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8359867" y="2804975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Atual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8359867" y="2207768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Fechados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359867" y="16315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Abertos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088029" y="2667954"/>
            <a:ext cx="262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6961560" y="1493083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+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6961560" y="2018468"/>
            <a:ext cx="569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-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6961560" y="2666475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=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579756" y="1069359"/>
            <a:ext cx="5615366" cy="2094789"/>
          </a:xfrm>
          <a:prstGeom prst="roundRect">
            <a:avLst>
              <a:gd name="adj" fmla="val 7164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539723" y="1176893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Resposta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3069422" y="1192282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Resolução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5923194" y="4795302"/>
            <a:ext cx="2436673" cy="600821"/>
            <a:chOff x="5400275" y="4980830"/>
            <a:chExt cx="2990462" cy="600821"/>
          </a:xfrm>
        </p:grpSpPr>
        <p:sp>
          <p:nvSpPr>
            <p:cNvPr id="30" name="Texto explicativo retangular com cantos arredondados 29"/>
            <p:cNvSpPr/>
            <p:nvPr/>
          </p:nvSpPr>
          <p:spPr>
            <a:xfrm>
              <a:off x="5400275" y="4980830"/>
              <a:ext cx="2990462" cy="275272"/>
            </a:xfrm>
            <a:prstGeom prst="wedgeRoundRectCallout">
              <a:avLst>
                <a:gd name="adj1" fmla="val -23320"/>
                <a:gd name="adj2" fmla="val 46156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b="1" dirty="0"/>
                <a:t>Jonathas atendendo time de Projetos</a:t>
              </a:r>
            </a:p>
          </p:txBody>
        </p:sp>
        <p:sp>
          <p:nvSpPr>
            <p:cNvPr id="13" name="Chave direita 12"/>
            <p:cNvSpPr/>
            <p:nvPr/>
          </p:nvSpPr>
          <p:spPr>
            <a:xfrm rot="16200000">
              <a:off x="6786347" y="4018876"/>
              <a:ext cx="209551" cy="2916000"/>
            </a:xfrm>
            <a:prstGeom prst="rightBrace">
              <a:avLst>
                <a:gd name="adj1" fmla="val 34091"/>
                <a:gd name="adj2" fmla="val 50000"/>
              </a:avLst>
            </a:prstGeom>
            <a:effectLst>
              <a:glow rad="101600">
                <a:schemeClr val="bg1"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</p:grp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25" y="1567323"/>
            <a:ext cx="2238375" cy="14478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546" y="1542409"/>
            <a:ext cx="2276475" cy="1466850"/>
          </a:xfrm>
          <a:prstGeom prst="rect">
            <a:avLst/>
          </a:prstGeom>
        </p:spPr>
      </p:pic>
      <p:grpSp>
        <p:nvGrpSpPr>
          <p:cNvPr id="33" name="Grupo 15"/>
          <p:cNvGrpSpPr/>
          <p:nvPr/>
        </p:nvGrpSpPr>
        <p:grpSpPr>
          <a:xfrm>
            <a:off x="2393911" y="4980830"/>
            <a:ext cx="1436503" cy="664586"/>
            <a:chOff x="5433123" y="4917065"/>
            <a:chExt cx="2916000" cy="664586"/>
          </a:xfrm>
        </p:grpSpPr>
        <p:sp>
          <p:nvSpPr>
            <p:cNvPr id="34" name="Texto explicativo retangular com cantos arredondados 29"/>
            <p:cNvSpPr/>
            <p:nvPr/>
          </p:nvSpPr>
          <p:spPr>
            <a:xfrm>
              <a:off x="5907227" y="4917065"/>
              <a:ext cx="1967789" cy="363009"/>
            </a:xfrm>
            <a:prstGeom prst="wedgeRoundRectCallout">
              <a:avLst>
                <a:gd name="adj1" fmla="val -23320"/>
                <a:gd name="adj2" fmla="val 46156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pt-BR" sz="1000" b="1" dirty="0"/>
                <a:t>Treinamento de BI</a:t>
              </a:r>
            </a:p>
          </p:txBody>
        </p:sp>
        <p:sp>
          <p:nvSpPr>
            <p:cNvPr id="36" name="Chave direita 12"/>
            <p:cNvSpPr/>
            <p:nvPr/>
          </p:nvSpPr>
          <p:spPr>
            <a:xfrm rot="16200000">
              <a:off x="6786347" y="4018876"/>
              <a:ext cx="209551" cy="2916000"/>
            </a:xfrm>
            <a:prstGeom prst="rightBrace">
              <a:avLst>
                <a:gd name="adj1" fmla="val 34091"/>
                <a:gd name="adj2" fmla="val 50000"/>
              </a:avLst>
            </a:prstGeom>
            <a:effectLst>
              <a:glow rad="101600">
                <a:schemeClr val="bg1"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</p:grpSp>
      <p:sp>
        <p:nvSpPr>
          <p:cNvPr id="38" name="Texto explicativo retangular com cantos arredondados 29"/>
          <p:cNvSpPr/>
          <p:nvPr/>
        </p:nvSpPr>
        <p:spPr>
          <a:xfrm>
            <a:off x="6863503" y="6218457"/>
            <a:ext cx="3077052" cy="183126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Férias Nei</a:t>
            </a:r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94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546" y="2281277"/>
            <a:ext cx="6134100" cy="3267075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35393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por Status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írculo Parcial 4"/>
          <p:cNvSpPr/>
          <p:nvPr/>
        </p:nvSpPr>
        <p:spPr>
          <a:xfrm>
            <a:off x="3983316" y="2997782"/>
            <a:ext cx="2124000" cy="2124000"/>
          </a:xfrm>
          <a:prstGeom prst="pie">
            <a:avLst>
              <a:gd name="adj1" fmla="val 584779"/>
              <a:gd name="adj2" fmla="val 13782017"/>
            </a:avLst>
          </a:prstGeom>
          <a:solidFill>
            <a:srgbClr val="C00000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Texto explicativo retangular com cantos arredondados 3"/>
          <p:cNvSpPr/>
          <p:nvPr/>
        </p:nvSpPr>
        <p:spPr>
          <a:xfrm>
            <a:off x="1201130" y="5391799"/>
            <a:ext cx="2782186" cy="813591"/>
          </a:xfrm>
          <a:prstGeom prst="wedgeRoundRectCallout">
            <a:avLst>
              <a:gd name="adj1" fmla="val 58317"/>
              <a:gd name="adj2" fmla="val -14045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b="1" dirty="0"/>
              <a:t>61,4% </a:t>
            </a:r>
            <a:r>
              <a:rPr lang="pt-BR" sz="1100" b="1" dirty="0"/>
              <a:t>do </a:t>
            </a:r>
            <a:r>
              <a:rPr lang="pt-BR" sz="1100" b="1" i="1" dirty="0" err="1"/>
              <a:t>Backlog</a:t>
            </a:r>
            <a:r>
              <a:rPr lang="pt-BR" sz="1100" b="1" i="1" dirty="0"/>
              <a:t> </a:t>
            </a:r>
            <a:r>
              <a:rPr lang="pt-BR" sz="1100" b="1" dirty="0"/>
              <a:t>é referente aos status “Pendente Desenvolvimento” e “Operação Assistida” (em Outubro eram </a:t>
            </a:r>
            <a:r>
              <a:rPr lang="pt-BR" sz="1100" b="1" dirty="0"/>
              <a:t>57,9%) </a:t>
            </a:r>
            <a:endParaRPr lang="pt-BR" sz="1100" b="1" dirty="0"/>
          </a:p>
        </p:txBody>
      </p:sp>
      <p:sp>
        <p:nvSpPr>
          <p:cNvPr id="13" name="Texto explicativo retangular com cantos arredondados 3"/>
          <p:cNvSpPr/>
          <p:nvPr/>
        </p:nvSpPr>
        <p:spPr>
          <a:xfrm>
            <a:off x="8150088" y="918113"/>
            <a:ext cx="1656521" cy="1088138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06.Dez já demonstra chamados resolvidos e fechados. Fechamento ocorreu depois de 30.Nov</a:t>
            </a:r>
          </a:p>
        </p:txBody>
      </p:sp>
    </p:spTree>
    <p:extLst>
      <p:ext uri="{BB962C8B-B14F-4D97-AF65-F5344CB8AC3E}">
        <p14:creationId xmlns:p14="http://schemas.microsoft.com/office/powerpoint/2010/main" val="35576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46" y="2424319"/>
            <a:ext cx="6381750" cy="3314700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3329674" y="1543536"/>
            <a:ext cx="34577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Pendente Desenvolvimento por Projeto Ofensor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o explicativo retangular com cantos arredondados 3"/>
          <p:cNvSpPr/>
          <p:nvPr/>
        </p:nvSpPr>
        <p:spPr>
          <a:xfrm>
            <a:off x="8150088" y="1040853"/>
            <a:ext cx="1656521" cy="462715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06.Dez</a:t>
            </a:r>
          </a:p>
        </p:txBody>
      </p:sp>
      <p:sp>
        <p:nvSpPr>
          <p:cNvPr id="11" name="Texto explicativo retangular com cantos arredondados 3"/>
          <p:cNvSpPr/>
          <p:nvPr/>
        </p:nvSpPr>
        <p:spPr>
          <a:xfrm>
            <a:off x="5745588" y="5121016"/>
            <a:ext cx="2782186" cy="618003"/>
          </a:xfrm>
          <a:prstGeom prst="wedgeRoundRectCallout">
            <a:avLst>
              <a:gd name="adj1" fmla="val -46474"/>
              <a:gd name="adj2" fmla="val -1026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/>
              <a:t>Chamados em que não é possível realizar associação específica a nenhum projeto ou melhoria.</a:t>
            </a:r>
          </a:p>
        </p:txBody>
      </p:sp>
    </p:spTree>
    <p:extLst>
      <p:ext uri="{BB962C8B-B14F-4D97-AF65-F5344CB8AC3E}">
        <p14:creationId xmlns:p14="http://schemas.microsoft.com/office/powerpoint/2010/main" val="327272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Detalhamento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3438569" y="1543536"/>
            <a:ext cx="324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Operação Assistida </a:t>
            </a:r>
          </a:p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Projeto Ofensor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o explicativo retangular com cantos arredondados 3"/>
          <p:cNvSpPr/>
          <p:nvPr/>
        </p:nvSpPr>
        <p:spPr>
          <a:xfrm>
            <a:off x="8150088" y="1040853"/>
            <a:ext cx="1656521" cy="462715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06.Dez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56" y="2541518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7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87190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84916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o explicativo retangular com cantos arredondados 3"/>
          <p:cNvSpPr/>
          <p:nvPr/>
        </p:nvSpPr>
        <p:spPr>
          <a:xfrm>
            <a:off x="305570" y="4329289"/>
            <a:ext cx="1109325" cy="590550"/>
          </a:xfrm>
          <a:prstGeom prst="wedgeRoundRectCallout">
            <a:avLst>
              <a:gd name="adj1" fmla="val 30513"/>
              <a:gd name="adj2" fmla="val -10910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Aguardando aprovação do  Catálogo de Serviços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8425" t="15654"/>
          <a:stretch/>
        </p:blipFill>
        <p:spPr>
          <a:xfrm>
            <a:off x="0" y="2440548"/>
            <a:ext cx="5442882" cy="347869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10110" t="15171" r="2648"/>
          <a:stretch/>
        </p:blipFill>
        <p:spPr>
          <a:xfrm>
            <a:off x="5314122" y="2372139"/>
            <a:ext cx="4803016" cy="3547103"/>
          </a:xfrm>
          <a:prstGeom prst="rect">
            <a:avLst/>
          </a:prstGeom>
        </p:spPr>
      </p:pic>
      <p:sp>
        <p:nvSpPr>
          <p:cNvPr id="13" name="Texto explicativo retangular com cantos arredondados 3"/>
          <p:cNvSpPr/>
          <p:nvPr/>
        </p:nvSpPr>
        <p:spPr>
          <a:xfrm>
            <a:off x="149390" y="3418730"/>
            <a:ext cx="1051740" cy="704201"/>
          </a:xfrm>
          <a:prstGeom prst="wedgeRoundRectCallout">
            <a:avLst>
              <a:gd name="adj1" fmla="val 95151"/>
              <a:gd name="adj2" fmla="val -1012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/>
              <a:t>Aguardando publicação do Catálogo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3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Detalhamento Ofensores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374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52375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r="12572"/>
          <a:stretch/>
        </p:blipFill>
        <p:spPr>
          <a:xfrm>
            <a:off x="2" y="2240653"/>
            <a:ext cx="5221356" cy="378142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r="22301"/>
          <a:stretch/>
        </p:blipFill>
        <p:spPr>
          <a:xfrm>
            <a:off x="5385525" y="2240652"/>
            <a:ext cx="4640329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1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86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Nov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/16 – Ações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263333" y="1638300"/>
            <a:ext cx="5883467" cy="5715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Pontuais de Melhoria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63333" y="2209800"/>
            <a:ext cx="5883467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Publicar no JIRA o Catálogo  revisado</a:t>
            </a:r>
          </a:p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124" name="Picture 4" descr="http://www.promapp.com/Time%20to%20Impro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314825"/>
            <a:ext cx="3970338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0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</TotalTime>
  <Words>248</Words>
  <Application>Microsoft Office PowerPoint</Application>
  <PresentationFormat>Personalizar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69</cp:revision>
  <dcterms:created xsi:type="dcterms:W3CDTF">2014-01-24T21:35:00Z</dcterms:created>
  <dcterms:modified xsi:type="dcterms:W3CDTF">2016-12-06T14:12:49Z</dcterms:modified>
</cp:coreProperties>
</file>