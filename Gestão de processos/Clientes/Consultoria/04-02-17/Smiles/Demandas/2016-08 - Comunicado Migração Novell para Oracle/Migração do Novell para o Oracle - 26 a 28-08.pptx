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2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57124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2322" y="60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22/08/2016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839498" y="1767592"/>
            <a:ext cx="49314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pt-BR" sz="22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Boletim - Central de Serviços de TI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292567" y="7667949"/>
            <a:ext cx="48659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 dirty="0" smtClean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Benefícios com a migração: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Plataforma mais robusta;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Plataforma com suporte.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1206800" y="9447237"/>
            <a:ext cx="444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Central de Serviços de TI  |  Diretoria de TI</a:t>
            </a:r>
            <a:endParaRPr lang="pt-B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26.Ago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67" y="1564715"/>
            <a:ext cx="1546930" cy="1546930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1840848" y="2142417"/>
            <a:ext cx="4931427" cy="1354469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 algn="ctr">
              <a:spcAft>
                <a:spcPts val="3000"/>
              </a:spcAft>
            </a:pPr>
            <a:r>
              <a:rPr lang="pt-BR" sz="2000" dirty="0" smtClean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Manutenção no Portal </a:t>
            </a:r>
            <a:r>
              <a:rPr lang="pt-BR" sz="2000" dirty="0" err="1" smtClean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Smiles</a:t>
            </a:r>
            <a:r>
              <a:rPr lang="pt-BR" sz="2000" dirty="0" smtClean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 APP </a:t>
            </a:r>
            <a:r>
              <a:rPr lang="pt-BR" sz="2000" dirty="0" err="1" smtClean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Smiles</a:t>
            </a:r>
            <a:r>
              <a:rPr lang="pt-BR" sz="2000" dirty="0" smtClean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gerando </a:t>
            </a:r>
            <a:r>
              <a:rPr lang="pt-BR" sz="2000" b="1" dirty="0" smtClean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indisponibilidade no serviço de Reset de Senha                </a:t>
            </a:r>
            <a:r>
              <a:rPr lang="pt-BR" sz="2000" dirty="0" smtClean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Central de Atendimento</a:t>
            </a:r>
            <a:endParaRPr lang="pt-BR" sz="2000" dirty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" name="Agrupar 10"/>
          <p:cNvGrpSpPr/>
          <p:nvPr/>
        </p:nvGrpSpPr>
        <p:grpSpPr>
          <a:xfrm>
            <a:off x="3372157" y="7573604"/>
            <a:ext cx="1260000" cy="1667198"/>
            <a:chOff x="11679747" y="3327136"/>
            <a:chExt cx="1260000" cy="1667198"/>
          </a:xfrm>
        </p:grpSpPr>
        <p:pic>
          <p:nvPicPr>
            <p:cNvPr id="11" name="Imagem 10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1679747" y="3327136"/>
              <a:ext cx="1260000" cy="1260000"/>
            </a:xfrm>
            <a:prstGeom prst="rect">
              <a:avLst/>
            </a:prstGeom>
          </p:spPr>
        </p:pic>
        <p:sp>
          <p:nvSpPr>
            <p:cNvPr id="12" name="Retângulo 11"/>
            <p:cNvSpPr/>
            <p:nvPr/>
          </p:nvSpPr>
          <p:spPr>
            <a:xfrm>
              <a:off x="11746131" y="4625002"/>
              <a:ext cx="112723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sz="1800" dirty="0">
                  <a:solidFill>
                    <a:schemeClr val="accent3">
                      <a:lumMod val="50000"/>
                    </a:schemeClr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Melhorias</a:t>
              </a:r>
            </a:p>
          </p:txBody>
        </p:sp>
      </p:grpSp>
      <p:sp>
        <p:nvSpPr>
          <p:cNvPr id="14" name="CaixaDeTexto 13"/>
          <p:cNvSpPr txBox="1"/>
          <p:nvPr/>
        </p:nvSpPr>
        <p:spPr>
          <a:xfrm>
            <a:off x="700553" y="3833576"/>
            <a:ext cx="587534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Dando continuidade as ações de </a:t>
            </a:r>
            <a:r>
              <a:rPr lang="pt-BR" sz="1600" dirty="0" smtClean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melhoria contínua </a:t>
            </a:r>
            <a:r>
              <a:rPr lang="pt-BR" sz="1600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</a:t>
            </a:r>
            <a:r>
              <a:rPr lang="pt-BR" sz="1600" dirty="0" smtClean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TI, informamos que haverá uma migração da plataforma Novell para Oracle (OUD) no período do dia </a:t>
            </a:r>
            <a:r>
              <a:rPr lang="pt-BR" sz="1600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26/08/2016 à partir das 20:00 horas até o dia 28/08/2016 às 22:00 horas </a:t>
            </a:r>
            <a:r>
              <a:rPr lang="pt-BR" sz="160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gerando </a:t>
            </a:r>
            <a:r>
              <a:rPr lang="pt-BR" sz="160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indisponibilidade </a:t>
            </a:r>
            <a:r>
              <a:rPr lang="pt-BR" sz="1600" dirty="0" smtClean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nos serviços:</a:t>
            </a:r>
          </a:p>
          <a:p>
            <a:pPr algn="just"/>
            <a:endParaRPr lang="pt-BR" sz="1600" dirty="0" smtClean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Reset </a:t>
            </a:r>
            <a:r>
              <a:rPr lang="pt-BR" sz="1600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</a:t>
            </a:r>
            <a:r>
              <a:rPr lang="pt-BR" sz="1600" dirty="0" smtClean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senha;</a:t>
            </a:r>
            <a:endParaRPr lang="pt-BR" sz="1600" dirty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Alteração </a:t>
            </a:r>
            <a:r>
              <a:rPr lang="pt-BR" sz="1600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</a:t>
            </a:r>
            <a:r>
              <a:rPr lang="pt-BR" sz="1600" dirty="0" smtClean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usuário.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pt-BR" sz="1600" dirty="0" smtClean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pt-BR" sz="1600" dirty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pt-BR" sz="1600" dirty="0" smtClean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serviço de </a:t>
            </a:r>
            <a:r>
              <a:rPr lang="pt-BR" sz="1600" b="1" dirty="0" smtClean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“Criação de usuário” estará funcionando normalmente </a:t>
            </a:r>
            <a:r>
              <a:rPr lang="pt-BR" sz="1600" dirty="0" smtClean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durante o período de migração, onde os dados de cadastro do usuário serão sincronizados ao término da manutenção.</a:t>
            </a:r>
          </a:p>
        </p:txBody>
      </p:sp>
      <p:pic>
        <p:nvPicPr>
          <p:cNvPr id="19" name="Picture 4" descr="https://pixabay.com/static/uploads/photo/2014/04/02/16/21/attention-307030_960_720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20" y="3895887"/>
            <a:ext cx="448038" cy="40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826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3380</TotalTime>
  <Words>134</Words>
  <PresentationFormat>Papel A4 (210 x 297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Arial</vt:lpstr>
      <vt:lpstr>Calibri</vt:lpstr>
      <vt:lpstr>Segoe UI</vt:lpstr>
      <vt:lpstr>Segoe UI Semibold</vt:lpstr>
      <vt:lpstr>Tahoma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2014-01-24T21:35:00Z</dcterms:created>
  <dcterms:modified xsi:type="dcterms:W3CDTF">2016-08-22T18:24:29Z</dcterms:modified>
</cp:coreProperties>
</file>