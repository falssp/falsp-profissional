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38" r:id="rId3"/>
    <p:sldId id="344" r:id="rId4"/>
    <p:sldId id="345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074" y="-9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09/05/2016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5/9/2016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</a:t>
            </a:r>
            <a:r>
              <a:rPr lang="pt-B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Ideias</a:t>
            </a:r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Novo Fluxo e </a:t>
            </a:r>
            <a:r>
              <a:rPr lang="pt-BR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SLAs</a:t>
            </a: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da Arquitetura </a:t>
            </a:r>
            <a:r>
              <a:rPr lang="pt-BR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</a:t>
            </a:r>
            <a:r>
              <a:rPr lang="pt-B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5 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(pós reunião de alinhamento com Luiz Borrego)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Maio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29586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Agrupar 83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5" name="Retângulo Arredondado 84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Retângulo 85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87" name="Agrupar 86"/>
          <p:cNvGrpSpPr/>
          <p:nvPr/>
        </p:nvGrpSpPr>
        <p:grpSpPr>
          <a:xfrm>
            <a:off x="6400187" y="5713045"/>
            <a:ext cx="3445178" cy="1080000"/>
            <a:chOff x="2227184" y="2881012"/>
            <a:chExt cx="3445178" cy="1142538"/>
          </a:xfrm>
        </p:grpSpPr>
        <p:sp>
          <p:nvSpPr>
            <p:cNvPr id="88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78" name="Agrupar 77"/>
          <p:cNvGrpSpPr/>
          <p:nvPr/>
        </p:nvGrpSpPr>
        <p:grpSpPr>
          <a:xfrm>
            <a:off x="2259083" y="2934177"/>
            <a:ext cx="3413279" cy="1057388"/>
            <a:chOff x="2259083" y="2881012"/>
            <a:chExt cx="3413279" cy="1129667"/>
          </a:xfrm>
        </p:grpSpPr>
        <p:sp>
          <p:nvSpPr>
            <p:cNvPr id="79" name="Retângulo Arredondado 78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/>
            <p:cNvSpPr/>
            <p:nvPr/>
          </p:nvSpPr>
          <p:spPr>
            <a:xfrm>
              <a:off x="2259083" y="375936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da Arquitetura Corporativa de TI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16453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5366</TotalTime>
  <Words>345</Words>
  <Application>Microsoft Office PowerPoint</Application>
  <PresentationFormat>Personalizar</PresentationFormat>
  <Paragraphs>149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usr</cp:lastModifiedBy>
  <cp:revision>314</cp:revision>
  <dcterms:created xsi:type="dcterms:W3CDTF">2014-01-24T21:35:00Z</dcterms:created>
  <dcterms:modified xsi:type="dcterms:W3CDTF">2016-05-09T23:30:46Z</dcterms:modified>
</cp:coreProperties>
</file>