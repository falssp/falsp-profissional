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39" r:id="rId4"/>
    <p:sldId id="341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194505"/>
            <a:ext cx="56886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x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Review</a:t>
            </a: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1.0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projeto 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</p:spTree>
    <p:extLst>
      <p:ext uri="{BB962C8B-B14F-4D97-AF65-F5344CB8AC3E}">
        <p14:creationId xmlns:p14="http://schemas.microsoft.com/office/powerpoint/2010/main" val="163448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3167271" y="2040835"/>
            <a:ext cx="4102070" cy="1258957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projeto 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5057436" y="1750756"/>
            <a:ext cx="2579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66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 DE ESTIMATIVA (5d.)</a:t>
            </a:r>
            <a:endParaRPr lang="pt-BR" sz="11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4863547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b="1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b="1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b="1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b="1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3372</TotalTime>
  <Words>334</Words>
  <Application>Microsoft Office PowerPoint</Application>
  <PresentationFormat>Personalizar</PresentationFormat>
  <Paragraphs>138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284</cp:revision>
  <dcterms:created xsi:type="dcterms:W3CDTF">2014-01-24T21:35:00Z</dcterms:created>
  <dcterms:modified xsi:type="dcterms:W3CDTF">2016-03-22T18:15:46Z</dcterms:modified>
</cp:coreProperties>
</file>