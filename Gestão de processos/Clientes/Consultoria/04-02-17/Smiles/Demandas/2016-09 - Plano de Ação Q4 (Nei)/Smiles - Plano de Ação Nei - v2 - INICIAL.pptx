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357" r:id="rId3"/>
    <p:sldId id="356" r:id="rId4"/>
    <p:sldId id="358" r:id="rId5"/>
    <p:sldId id="354" r:id="rId6"/>
    <p:sldId id="362" r:id="rId7"/>
    <p:sldId id="363" r:id="rId8"/>
    <p:sldId id="359" r:id="rId9"/>
    <p:sldId id="360" r:id="rId10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00"/>
    <a:srgbClr val="F68E1E"/>
    <a:srgbClr val="FF6600"/>
    <a:srgbClr val="D0462D"/>
    <a:srgbClr val="F57124"/>
    <a:srgbClr val="99CCFF"/>
    <a:srgbClr val="FF9900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092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26/09/2016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9/26/2016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1256786"/>
            <a:ext cx="5688627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Plano de Ação Q4</a:t>
            </a:r>
          </a:p>
          <a:p>
            <a:endParaRPr lang="pt-BR" sz="4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</a:p>
          <a:p>
            <a:r>
              <a:rPr lang="pt-BR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Nei </a:t>
            </a:r>
            <a:r>
              <a:rPr lang="pt-BR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Henckes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26-09-2016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705620"/>
            <a:ext cx="4112341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Indicadores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acompanhamento mais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focado na 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Proposição de um Plano de 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eleve o patamar da prestação de serviços da CSTI, o qual resulte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 propostos.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12271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393684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4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510138"/>
              </p:ext>
            </p:extLst>
          </p:nvPr>
        </p:nvGraphicFramePr>
        <p:xfrm>
          <a:off x="378569" y="1230902"/>
          <a:ext cx="9360000" cy="486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96,76%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96,90%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97,90%</a:t>
                      </a:r>
                      <a:r>
                        <a:rPr lang="pt-BR" sz="1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 (superou)</a:t>
                      </a:r>
                      <a:endParaRPr lang="pt-BR" sz="1400" b="1" i="0" u="none" strike="noStrike" dirty="0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 de BLOCKERS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95,00%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865488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542124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(% YTD)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88,65%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89,41%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90,04% YTD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80150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4815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SLA Tempo de Resolução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da CSTI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(Mensal)</a:t>
                      </a:r>
                      <a:endParaRPr lang="pt-BR" sz="14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Calculada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96,00%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97,00%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66540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293400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2433363" y="799612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014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Plano de Ação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Plano de Ação</a:t>
            </a:r>
          </a:p>
        </p:txBody>
      </p:sp>
      <p:graphicFrame>
        <p:nvGraphicFramePr>
          <p:cNvPr id="10" name="Tabela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5881664"/>
              </p:ext>
            </p:extLst>
          </p:nvPr>
        </p:nvGraphicFramePr>
        <p:xfrm>
          <a:off x="198569" y="982626"/>
          <a:ext cx="9720000" cy="567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Ação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Fato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Causa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O Que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Quem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Quando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Status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Concluído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000"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08000" indent="0" algn="l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pt-BR" sz="13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3939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6111</TotalTime>
  <Words>537</Words>
  <Application>Microsoft Office PowerPoint</Application>
  <PresentationFormat>Personalizar</PresentationFormat>
  <Paragraphs>182</Paragraphs>
  <Slides>9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6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Jorge Filho</cp:lastModifiedBy>
  <cp:revision>26</cp:revision>
  <dcterms:created xsi:type="dcterms:W3CDTF">2014-01-24T21:35:00Z</dcterms:created>
  <dcterms:modified xsi:type="dcterms:W3CDTF">2016-09-27T01:52:45Z</dcterms:modified>
</cp:coreProperties>
</file>