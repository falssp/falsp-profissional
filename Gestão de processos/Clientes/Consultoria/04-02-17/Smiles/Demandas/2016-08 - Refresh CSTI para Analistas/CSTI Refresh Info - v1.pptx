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43" r:id="rId2"/>
    <p:sldId id="344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1446" y="-48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27/07/2016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8683921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50962" y="1876006"/>
            <a:ext cx="3185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</a:t>
            </a:r>
          </a:p>
          <a:p>
            <a:pPr>
              <a:spcAft>
                <a:spcPts val="1800"/>
              </a:spcAft>
            </a:pPr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14591" y="3540178"/>
            <a:ext cx="6390506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Relembrando nossa Iniciativa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implantamos a Central de Serviços de TI, uma iniciativa relacionada à melhoria do atendimento aos colaboradores da Smiles e Central de Atendimento.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Desde o lançamento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passamos a acompanhar e tratar apenas os chamados abertos através do JIRA Service Desk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nossa ferramenta de gestão.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Recentemente fomos notificados da abertura de chamados em </a:t>
            </a:r>
            <a:r>
              <a:rPr lang="pt-BR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outras ferramentas antigas, as quais não são acompanhadas pelo nosso time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 ou sugestões, estamos à disposição para auxiliá-los.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Atenciosamente, </a:t>
            </a:r>
          </a:p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Central de Serviços de TI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 Diretoria de TI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28.Jul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37" y="1845847"/>
            <a:ext cx="1440000" cy="1440000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535739" y="6420574"/>
            <a:ext cx="578652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Pedimos a gentileza de efetuarem a abertura de chamados </a:t>
            </a:r>
            <a:r>
              <a:rPr lang="pt-BR" sz="1600" b="1" u="sng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apenas</a:t>
            </a: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no JIRA Service Desk. Com isso, garantimos o atendimento baseado nos </a:t>
            </a:r>
            <a:r>
              <a:rPr lang="pt-BR" sz="1600" b="1" dirty="0" err="1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estabelecidos.</a:t>
            </a:r>
          </a:p>
        </p:txBody>
      </p:sp>
      <p:grpSp>
        <p:nvGrpSpPr>
          <p:cNvPr id="12" name="Agrupar 11"/>
          <p:cNvGrpSpPr>
            <a:grpSpLocks noChangeAspect="1"/>
          </p:cNvGrpSpPr>
          <p:nvPr/>
        </p:nvGrpSpPr>
        <p:grpSpPr>
          <a:xfrm rot="853078">
            <a:off x="4579178" y="1855643"/>
            <a:ext cx="1908000" cy="1908000"/>
            <a:chOff x="-4743968" y="795076"/>
            <a:chExt cx="6858000" cy="6858000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14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8001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3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50962" y="1876006"/>
            <a:ext cx="3185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</a:t>
            </a:r>
          </a:p>
          <a:p>
            <a:pPr>
              <a:spcAft>
                <a:spcPts val="1800"/>
              </a:spcAft>
            </a:pPr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14591" y="3540178"/>
            <a:ext cx="6390506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Relembrando nossa Iniciativa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implantamos a Central de Serviços de TI, uma iniciativa relacionada à melhoria do atendimento aos colaboradores da Smiles e Central de Atendimento.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Desde o lançamento </a:t>
            </a:r>
            <a:r>
              <a:rPr lang="pt-BR" sz="1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passamos a acompanhar e tratar apenas os chamados abertos através do JIRA Service Desk</a:t>
            </a:r>
            <a:r>
              <a:rPr lang="pt-B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nossa ferramenta de gestão.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Recentemente fomos notificados da abertura de chamados em </a:t>
            </a:r>
            <a:r>
              <a:rPr lang="pt-BR" sz="1400" u="sng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outras ferramentas antigas, as quais não são acompanhadas pelo nosso time</a:t>
            </a:r>
            <a:r>
              <a:rPr lang="pt-B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pt-B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 ou sugestões, estamos à disposição para auxiliá-los.</a:t>
            </a: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pt-B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Obrigado, </a:t>
            </a:r>
          </a:p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Nei </a:t>
            </a:r>
            <a:r>
              <a:rPr lang="pt-B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Henckes</a:t>
            </a: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069601" y="8356881"/>
            <a:ext cx="3692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28.Jul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37" y="1845847"/>
            <a:ext cx="1440000" cy="1440000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535739" y="6420574"/>
            <a:ext cx="578652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600" b="1" dirty="0">
                <a:solidFill>
                  <a:srgbClr val="FF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Pedimos a gentileza de efetuarem a abertura de chamados </a:t>
            </a:r>
            <a:r>
              <a:rPr lang="pt-BR" sz="1600" b="1" u="sng" dirty="0">
                <a:solidFill>
                  <a:srgbClr val="FF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apenas</a:t>
            </a:r>
            <a:r>
              <a:rPr lang="pt-BR" sz="1600" b="1" dirty="0">
                <a:solidFill>
                  <a:srgbClr val="FF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no JIRA Service Desk. Com isso, garantimos o atendimento baseado nos </a:t>
            </a:r>
            <a:r>
              <a:rPr lang="pt-BR" sz="1600" b="1" dirty="0" err="1">
                <a:solidFill>
                  <a:srgbClr val="FF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sz="1600" b="1" dirty="0">
                <a:solidFill>
                  <a:srgbClr val="FF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estabelecidos.</a:t>
            </a:r>
          </a:p>
        </p:txBody>
      </p:sp>
      <p:grpSp>
        <p:nvGrpSpPr>
          <p:cNvPr id="12" name="Agrupar 11"/>
          <p:cNvGrpSpPr>
            <a:grpSpLocks noChangeAspect="1"/>
          </p:cNvGrpSpPr>
          <p:nvPr/>
        </p:nvGrpSpPr>
        <p:grpSpPr>
          <a:xfrm rot="853078">
            <a:off x="4579178" y="1855643"/>
            <a:ext cx="1908000" cy="1908000"/>
            <a:chOff x="-4743968" y="795076"/>
            <a:chExt cx="6858000" cy="6858000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14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3470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3463</TotalTime>
  <Words>266</Words>
  <Application>Microsoft Office PowerPoint</Application>
  <PresentationFormat>Papel A4 (210 x 297 mm)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279</cp:revision>
  <dcterms:created xsi:type="dcterms:W3CDTF">2014-01-24T21:35:00Z</dcterms:created>
  <dcterms:modified xsi:type="dcterms:W3CDTF">2016-07-27T20:04:55Z</dcterms:modified>
</cp:coreProperties>
</file>