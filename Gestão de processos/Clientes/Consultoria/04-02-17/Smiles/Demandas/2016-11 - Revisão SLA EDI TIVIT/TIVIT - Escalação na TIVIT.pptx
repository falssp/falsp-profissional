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8"/>
  </p:notesMasterIdLst>
  <p:handoutMasterIdLst>
    <p:handoutMasterId r:id="rId9"/>
  </p:handoutMasterIdLst>
  <p:sldIdLst>
    <p:sldId id="257" r:id="rId2"/>
    <p:sldId id="286" r:id="rId3"/>
    <p:sldId id="283" r:id="rId4"/>
    <p:sldId id="284" r:id="rId5"/>
    <p:sldId id="285" r:id="rId6"/>
    <p:sldId id="281" r:id="rId7"/>
  </p:sldIdLst>
  <p:sldSz cx="9144000" cy="6858000" type="screen4x3"/>
  <p:notesSz cx="6797675" cy="9856788"/>
  <p:custDataLst>
    <p:tags r:id="rId10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1219"/>
    <a:srgbClr val="AE1912"/>
    <a:srgbClr val="FFD7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6" autoAdjust="0"/>
    <p:restoredTop sz="94188" autoAdjust="0"/>
  </p:normalViewPr>
  <p:slideViewPr>
    <p:cSldViewPr showGuides="1">
      <p:cViewPr>
        <p:scale>
          <a:sx n="100" d="100"/>
          <a:sy n="100" d="100"/>
        </p:scale>
        <p:origin x="-786" y="474"/>
      </p:cViewPr>
      <p:guideLst>
        <p:guide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5136" y="-104"/>
      </p:cViewPr>
      <p:guideLst>
        <p:guide orient="horz" pos="3104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B23400-C541-4A04-83D2-62B3BFD431A2}" type="doc">
      <dgm:prSet loTypeId="urn:microsoft.com/office/officeart/2005/8/layout/vList6" loCatId="process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pt-BR"/>
        </a:p>
      </dgm:t>
    </dgm:pt>
    <dgm:pt modelId="{F0378AFC-5383-4DF4-9045-E4B19DA99DB6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pt-BR" b="1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Clientes</a:t>
          </a:r>
        </a:p>
        <a:p>
          <a:r>
            <a:rPr lang="pt-BR" b="1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e </a:t>
          </a:r>
        </a:p>
        <a:p>
          <a:r>
            <a:rPr lang="pt-BR" b="1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Parceiros</a:t>
          </a:r>
          <a:endParaRPr lang="pt-BR" b="1" baseline="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52CF025-42BE-49F2-A23D-F406148E4964}" type="parTrans" cxnId="{1ABA5D0F-1E77-4FA7-AADF-77CEE5BDC064}">
      <dgm:prSet/>
      <dgm:spPr/>
      <dgm:t>
        <a:bodyPr/>
        <a:lstStyle/>
        <a:p>
          <a:endParaRPr lang="pt-BR"/>
        </a:p>
      </dgm:t>
    </dgm:pt>
    <dgm:pt modelId="{965D3561-BC02-4C74-BF9A-6F32C4B06339}" type="sibTrans" cxnId="{1ABA5D0F-1E77-4FA7-AADF-77CEE5BDC064}">
      <dgm:prSet/>
      <dgm:spPr/>
      <dgm:t>
        <a:bodyPr/>
        <a:lstStyle/>
        <a:p>
          <a:endParaRPr lang="pt-BR"/>
        </a:p>
      </dgm:t>
    </dgm:pt>
    <dgm:pt modelId="{8CD5FE60-A1B7-4CAD-A7D4-55450E00CE8A}">
      <dgm:prSet phldrT="[Texto]" custT="1"/>
      <dgm:spPr>
        <a:solidFill>
          <a:schemeClr val="bg2">
            <a:lumMod val="75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 anchor="ctr" anchorCtr="0"/>
        <a:lstStyle/>
        <a:p>
          <a:r>
            <a:rPr lang="pt-BR" sz="155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Solicitações</a:t>
          </a:r>
          <a:endParaRPr lang="pt-BR" sz="1550" b="1" i="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221AACC-37ED-4BDA-95D5-884D8FB9A53A}" type="parTrans" cxnId="{9ABE51F9-F9E7-4027-98D7-932E1617E23A}">
      <dgm:prSet/>
      <dgm:spPr/>
      <dgm:t>
        <a:bodyPr/>
        <a:lstStyle/>
        <a:p>
          <a:endParaRPr lang="pt-BR"/>
        </a:p>
      </dgm:t>
    </dgm:pt>
    <dgm:pt modelId="{0FBE887F-6F4E-40B7-9FFD-7008B8A755C8}" type="sibTrans" cxnId="{9ABE51F9-F9E7-4027-98D7-932E1617E23A}">
      <dgm:prSet/>
      <dgm:spPr/>
      <dgm:t>
        <a:bodyPr/>
        <a:lstStyle/>
        <a:p>
          <a:endParaRPr lang="pt-BR"/>
        </a:p>
      </dgm:t>
    </dgm:pt>
    <dgm:pt modelId="{D5D56463-2400-4BF2-A658-841F7EAE0964}">
      <dgm:prSet custT="1"/>
      <dgm:spPr>
        <a:solidFill>
          <a:schemeClr val="bg2">
            <a:lumMod val="75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 anchor="ctr" anchorCtr="0"/>
        <a:lstStyle/>
        <a:p>
          <a:r>
            <a:rPr lang="pt-BR" sz="155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Incidentes</a:t>
          </a:r>
          <a:endParaRPr lang="pt-BR" sz="1550" b="1" i="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689151-2B85-4379-8A9D-6C85D3C28751}" type="parTrans" cxnId="{CA19398F-4078-4EC0-B40E-7EB8C27C02C6}">
      <dgm:prSet/>
      <dgm:spPr/>
      <dgm:t>
        <a:bodyPr/>
        <a:lstStyle/>
        <a:p>
          <a:endParaRPr lang="pt-BR"/>
        </a:p>
      </dgm:t>
    </dgm:pt>
    <dgm:pt modelId="{81211044-1BB1-472C-B7CB-C3E4925DF79C}" type="sibTrans" cxnId="{CA19398F-4078-4EC0-B40E-7EB8C27C02C6}">
      <dgm:prSet/>
      <dgm:spPr/>
      <dgm:t>
        <a:bodyPr/>
        <a:lstStyle/>
        <a:p>
          <a:endParaRPr lang="pt-BR"/>
        </a:p>
      </dgm:t>
    </dgm:pt>
    <dgm:pt modelId="{BEBE2720-5188-41D1-A73E-71649DAD4F6D}">
      <dgm:prSet custT="1"/>
      <dgm:spPr>
        <a:solidFill>
          <a:schemeClr val="bg2">
            <a:lumMod val="75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 anchor="ctr" anchorCtr="0"/>
        <a:lstStyle/>
        <a:p>
          <a:r>
            <a:rPr lang="pt-BR" sz="155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Problemas</a:t>
          </a:r>
          <a:endParaRPr lang="pt-BR" sz="1550" b="1" i="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B5255B1-7BCC-4242-AD57-01DB79E63D7D}" type="parTrans" cxnId="{9B8AE448-26E1-49B6-9EE2-4CFF6F0F0864}">
      <dgm:prSet/>
      <dgm:spPr/>
      <dgm:t>
        <a:bodyPr/>
        <a:lstStyle/>
        <a:p>
          <a:endParaRPr lang="pt-BR"/>
        </a:p>
      </dgm:t>
    </dgm:pt>
    <dgm:pt modelId="{001BE148-4F39-4094-BB10-FA69D0F0B2D2}" type="sibTrans" cxnId="{9B8AE448-26E1-49B6-9EE2-4CFF6F0F0864}">
      <dgm:prSet/>
      <dgm:spPr/>
      <dgm:t>
        <a:bodyPr/>
        <a:lstStyle/>
        <a:p>
          <a:endParaRPr lang="pt-BR"/>
        </a:p>
      </dgm:t>
    </dgm:pt>
    <dgm:pt modelId="{17574ECB-0BFA-41C6-8428-915FD0376EE1}">
      <dgm:prSet custT="1"/>
      <dgm:spPr>
        <a:solidFill>
          <a:schemeClr val="bg2">
            <a:lumMod val="75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 anchor="ctr" anchorCtr="0"/>
        <a:lstStyle/>
        <a:p>
          <a:r>
            <a:rPr lang="pt-BR" sz="155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Mudanças</a:t>
          </a:r>
          <a:endParaRPr lang="pt-BR" sz="1550" b="1" i="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149F8E-0B33-45B6-84E7-3E2C2E730807}" type="parTrans" cxnId="{287BABA2-F670-49C7-8EA5-CEBAB25D4E84}">
      <dgm:prSet/>
      <dgm:spPr/>
      <dgm:t>
        <a:bodyPr/>
        <a:lstStyle/>
        <a:p>
          <a:endParaRPr lang="pt-BR"/>
        </a:p>
      </dgm:t>
    </dgm:pt>
    <dgm:pt modelId="{1145637A-9D1D-4E43-96A0-32AF76E47CDB}" type="sibTrans" cxnId="{287BABA2-F670-49C7-8EA5-CEBAB25D4E84}">
      <dgm:prSet/>
      <dgm:spPr/>
      <dgm:t>
        <a:bodyPr/>
        <a:lstStyle/>
        <a:p>
          <a:endParaRPr lang="pt-BR"/>
        </a:p>
      </dgm:t>
    </dgm:pt>
    <dgm:pt modelId="{C15E1B92-9946-42ED-BBEC-D72EAB9FA419}" type="pres">
      <dgm:prSet presAssocID="{33B23400-C541-4A04-83D2-62B3BFD431A2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C1619CBA-E8B8-46C9-8E3D-72C393EC7221}" type="pres">
      <dgm:prSet presAssocID="{F0378AFC-5383-4DF4-9045-E4B19DA99DB6}" presName="linNode" presStyleCnt="0"/>
      <dgm:spPr/>
    </dgm:pt>
    <dgm:pt modelId="{8698FECD-4F72-4608-B64B-B317300C9607}" type="pres">
      <dgm:prSet presAssocID="{F0378AFC-5383-4DF4-9045-E4B19DA99DB6}" presName="parentShp" presStyleLbl="node1" presStyleIdx="0" presStyleCnt="1" custLinFactNeighborY="20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982485-625B-4695-A861-AA0FA8030783}" type="pres">
      <dgm:prSet presAssocID="{F0378AFC-5383-4DF4-9045-E4B19DA99DB6}" presName="childShp" presStyleLbl="bgAccFollowNode1" presStyleIdx="0" presStyleCnt="1" custLinFactNeighborX="87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B8AE448-26E1-49B6-9EE2-4CFF6F0F0864}" srcId="{F0378AFC-5383-4DF4-9045-E4B19DA99DB6}" destId="{BEBE2720-5188-41D1-A73E-71649DAD4F6D}" srcOrd="2" destOrd="0" parTransId="{5B5255B1-7BCC-4242-AD57-01DB79E63D7D}" sibTransId="{001BE148-4F39-4094-BB10-FA69D0F0B2D2}"/>
    <dgm:cxn modelId="{93263526-2BBF-46AE-8652-9FC8318E4162}" type="presOf" srcId="{33B23400-C541-4A04-83D2-62B3BFD431A2}" destId="{C15E1B92-9946-42ED-BBEC-D72EAB9FA419}" srcOrd="0" destOrd="0" presId="urn:microsoft.com/office/officeart/2005/8/layout/vList6"/>
    <dgm:cxn modelId="{DBCE8F2A-CBA0-4EEE-93F7-70D5A53E6D79}" type="presOf" srcId="{17574ECB-0BFA-41C6-8428-915FD0376EE1}" destId="{00982485-625B-4695-A861-AA0FA8030783}" srcOrd="0" destOrd="3" presId="urn:microsoft.com/office/officeart/2005/8/layout/vList6"/>
    <dgm:cxn modelId="{42C400AD-5DAC-45C1-945E-4577F2BFFCD8}" type="presOf" srcId="{8CD5FE60-A1B7-4CAD-A7D4-55450E00CE8A}" destId="{00982485-625B-4695-A861-AA0FA8030783}" srcOrd="0" destOrd="0" presId="urn:microsoft.com/office/officeart/2005/8/layout/vList6"/>
    <dgm:cxn modelId="{06F13B8C-BF47-4316-B1A7-B454D23D0D2A}" type="presOf" srcId="{D5D56463-2400-4BF2-A658-841F7EAE0964}" destId="{00982485-625B-4695-A861-AA0FA8030783}" srcOrd="0" destOrd="1" presId="urn:microsoft.com/office/officeart/2005/8/layout/vList6"/>
    <dgm:cxn modelId="{9ABE51F9-F9E7-4027-98D7-932E1617E23A}" srcId="{F0378AFC-5383-4DF4-9045-E4B19DA99DB6}" destId="{8CD5FE60-A1B7-4CAD-A7D4-55450E00CE8A}" srcOrd="0" destOrd="0" parTransId="{1221AACC-37ED-4BDA-95D5-884D8FB9A53A}" sibTransId="{0FBE887F-6F4E-40B7-9FFD-7008B8A755C8}"/>
    <dgm:cxn modelId="{484EAFE5-7AA5-44CA-9AD4-6146C5E8EE5A}" type="presOf" srcId="{F0378AFC-5383-4DF4-9045-E4B19DA99DB6}" destId="{8698FECD-4F72-4608-B64B-B317300C9607}" srcOrd="0" destOrd="0" presId="urn:microsoft.com/office/officeart/2005/8/layout/vList6"/>
    <dgm:cxn modelId="{84F215A5-0E3F-40E9-A8F4-5514ED3901DB}" type="presOf" srcId="{BEBE2720-5188-41D1-A73E-71649DAD4F6D}" destId="{00982485-625B-4695-A861-AA0FA8030783}" srcOrd="0" destOrd="2" presId="urn:microsoft.com/office/officeart/2005/8/layout/vList6"/>
    <dgm:cxn modelId="{287BABA2-F670-49C7-8EA5-CEBAB25D4E84}" srcId="{F0378AFC-5383-4DF4-9045-E4B19DA99DB6}" destId="{17574ECB-0BFA-41C6-8428-915FD0376EE1}" srcOrd="3" destOrd="0" parTransId="{92149F8E-0B33-45B6-84E7-3E2C2E730807}" sibTransId="{1145637A-9D1D-4E43-96A0-32AF76E47CDB}"/>
    <dgm:cxn modelId="{1ABA5D0F-1E77-4FA7-AADF-77CEE5BDC064}" srcId="{33B23400-C541-4A04-83D2-62B3BFD431A2}" destId="{F0378AFC-5383-4DF4-9045-E4B19DA99DB6}" srcOrd="0" destOrd="0" parTransId="{B52CF025-42BE-49F2-A23D-F406148E4964}" sibTransId="{965D3561-BC02-4C74-BF9A-6F32C4B06339}"/>
    <dgm:cxn modelId="{CA19398F-4078-4EC0-B40E-7EB8C27C02C6}" srcId="{F0378AFC-5383-4DF4-9045-E4B19DA99DB6}" destId="{D5D56463-2400-4BF2-A658-841F7EAE0964}" srcOrd="1" destOrd="0" parTransId="{92689151-2B85-4379-8A9D-6C85D3C28751}" sibTransId="{81211044-1BB1-472C-B7CB-C3E4925DF79C}"/>
    <dgm:cxn modelId="{68C16048-D295-4B87-835F-113BB15AF8B4}" type="presParOf" srcId="{C15E1B92-9946-42ED-BBEC-D72EAB9FA419}" destId="{C1619CBA-E8B8-46C9-8E3D-72C393EC7221}" srcOrd="0" destOrd="0" presId="urn:microsoft.com/office/officeart/2005/8/layout/vList6"/>
    <dgm:cxn modelId="{A7416B61-866E-4A64-A5E3-92106E41354D}" type="presParOf" srcId="{C1619CBA-E8B8-46C9-8E3D-72C393EC7221}" destId="{8698FECD-4F72-4608-B64B-B317300C9607}" srcOrd="0" destOrd="0" presId="urn:microsoft.com/office/officeart/2005/8/layout/vList6"/>
    <dgm:cxn modelId="{BE515654-88DA-4AA0-9FAF-BFF94BC9A738}" type="presParOf" srcId="{C1619CBA-E8B8-46C9-8E3D-72C393EC7221}" destId="{00982485-625B-4695-A861-AA0FA8030783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C04D7F-7A98-452F-9601-C2568502C2F2}" type="doc">
      <dgm:prSet loTypeId="urn:microsoft.com/office/officeart/2005/8/layout/vList6" loCatId="list" qsTypeId="urn:microsoft.com/office/officeart/2005/8/quickstyle/simple1" qsCatId="simple" csTypeId="urn:microsoft.com/office/officeart/2005/8/colors/accent1_2#3" csCatId="accent1" phldr="1"/>
      <dgm:spPr/>
      <dgm:t>
        <a:bodyPr/>
        <a:lstStyle/>
        <a:p>
          <a:endParaRPr lang="pt-BR"/>
        </a:p>
      </dgm:t>
    </dgm:pt>
    <dgm:pt modelId="{A4F3EC1C-2616-4841-9893-83ED3D737FA0}">
      <dgm:prSet phldrT="[Texto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pt-BR" sz="1550" b="1" i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SERVICE DESK</a:t>
          </a:r>
          <a:r>
            <a:rPr lang="pt-BR" sz="1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8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r>
            <a:rPr lang="pt-BR" sz="30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endParaRPr lang="pt-BR" sz="3000" dirty="0"/>
        </a:p>
      </dgm:t>
    </dgm:pt>
    <dgm:pt modelId="{EC7AA846-B8DA-43DC-83E3-11126C7BCCD5}" type="parTrans" cxnId="{3BC7BB94-3B8E-441A-A20C-0CFB5E60E5AD}">
      <dgm:prSet/>
      <dgm:spPr/>
      <dgm:t>
        <a:bodyPr/>
        <a:lstStyle/>
        <a:p>
          <a:endParaRPr lang="pt-BR"/>
        </a:p>
      </dgm:t>
    </dgm:pt>
    <dgm:pt modelId="{CEDA3DDE-DA07-42B4-B172-57F632C74E6F}" type="sibTrans" cxnId="{3BC7BB94-3B8E-441A-A20C-0CFB5E60E5AD}">
      <dgm:prSet/>
      <dgm:spPr/>
      <dgm:t>
        <a:bodyPr/>
        <a:lstStyle/>
        <a:p>
          <a:endParaRPr lang="pt-BR"/>
        </a:p>
      </dgm:t>
    </dgm:pt>
    <dgm:pt modelId="{B8F15732-F8D9-4B1A-933C-FC6EAC360F36}">
      <dgm:prSet phldrT="[Texto]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endParaRPr lang="pt-BR" sz="2200" dirty="0"/>
        </a:p>
      </dgm:t>
    </dgm:pt>
    <dgm:pt modelId="{0F3F42A6-8FB9-42FE-B554-3A1D52C8F008}" type="sibTrans" cxnId="{AC20C12D-5528-4DB6-97F7-DF1FB0FB6474}">
      <dgm:prSet/>
      <dgm:spPr/>
      <dgm:t>
        <a:bodyPr/>
        <a:lstStyle/>
        <a:p>
          <a:endParaRPr lang="pt-BR"/>
        </a:p>
      </dgm:t>
    </dgm:pt>
    <dgm:pt modelId="{8064EC64-624C-44FF-8E90-E48BF1498FC2}" type="parTrans" cxnId="{AC20C12D-5528-4DB6-97F7-DF1FB0FB6474}">
      <dgm:prSet/>
      <dgm:spPr/>
      <dgm:t>
        <a:bodyPr/>
        <a:lstStyle/>
        <a:p>
          <a:endParaRPr lang="pt-BR"/>
        </a:p>
      </dgm:t>
    </dgm:pt>
    <dgm:pt modelId="{A4AF9F31-ED49-47E1-8A70-C3E7E161972E}">
      <dgm:prSet phldrT="[Texto]" custT="1"/>
      <dgm:spPr>
        <a:solidFill>
          <a:schemeClr val="bg2">
            <a:lumMod val="75000"/>
          </a:schemeClr>
        </a:solidFill>
      </dgm:spPr>
      <dgm:t>
        <a:bodyPr anchor="t" anchorCtr="0"/>
        <a:lstStyle/>
        <a:p>
          <a:endParaRPr lang="pt-BR" sz="1550" b="1" i="0" dirty="0" smtClean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pt-BR" sz="1550" b="1" i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INTEGRAÇÃO DE CLIENTES</a:t>
          </a:r>
        </a:p>
        <a:p>
          <a:endParaRPr lang="pt-BR" sz="1550" b="1" i="0" dirty="0" smtClean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pt-BR" sz="1550" b="1" i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AO NEGÓCIO</a:t>
          </a:r>
          <a:endParaRPr lang="pt-BR" sz="1550" b="1" i="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3CC288E-F3FF-4DCE-A8F9-E762C3B79429}" type="sibTrans" cxnId="{64DA4CBF-A264-4560-8A31-8473DCA151C3}">
      <dgm:prSet/>
      <dgm:spPr/>
      <dgm:t>
        <a:bodyPr/>
        <a:lstStyle/>
        <a:p>
          <a:endParaRPr lang="pt-BR"/>
        </a:p>
      </dgm:t>
    </dgm:pt>
    <dgm:pt modelId="{957210A7-4365-47AD-AD6E-3EB55D1073E9}" type="parTrans" cxnId="{64DA4CBF-A264-4560-8A31-8473DCA151C3}">
      <dgm:prSet/>
      <dgm:spPr/>
      <dgm:t>
        <a:bodyPr/>
        <a:lstStyle/>
        <a:p>
          <a:endParaRPr lang="pt-BR"/>
        </a:p>
      </dgm:t>
    </dgm:pt>
    <dgm:pt modelId="{D06ED243-22A1-4E64-BA78-09D7C3918EC0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r>
            <a:rPr lang="pt-BR" sz="1400" b="1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0800-550-769</a:t>
          </a:r>
        </a:p>
      </dgm:t>
    </dgm:pt>
    <dgm:pt modelId="{7FF2DD55-72E5-42E1-AC31-7E249F845A59}" type="parTrans" cxnId="{74F01562-B62F-489B-A9E5-FB97FFCEB4FE}">
      <dgm:prSet/>
      <dgm:spPr/>
      <dgm:t>
        <a:bodyPr/>
        <a:lstStyle/>
        <a:p>
          <a:endParaRPr lang="pt-BR"/>
        </a:p>
      </dgm:t>
    </dgm:pt>
    <dgm:pt modelId="{ABFD7E51-CB29-4B13-82AB-F09C5744B862}" type="sibTrans" cxnId="{74F01562-B62F-489B-A9E5-FB97FFCEB4FE}">
      <dgm:prSet/>
      <dgm:spPr/>
      <dgm:t>
        <a:bodyPr/>
        <a:lstStyle/>
        <a:p>
          <a:endParaRPr lang="pt-BR"/>
        </a:p>
      </dgm:t>
    </dgm:pt>
    <dgm:pt modelId="{94560952-91D8-45D8-9F9E-BD23BFE785B0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r>
            <a:rPr lang="pt-BR" sz="1400" b="1" u="none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Atendimento 24 x 7</a:t>
          </a:r>
          <a:endParaRPr lang="pt-BR" sz="1400" u="none" dirty="0">
            <a:solidFill>
              <a:schemeClr val="tx1"/>
            </a:solidFill>
            <a:effectLst/>
            <a:latin typeface="Calibri" panose="020F0502020204030204" pitchFamily="34" charset="0"/>
          </a:endParaRPr>
        </a:p>
      </dgm:t>
    </dgm:pt>
    <dgm:pt modelId="{B404946B-751A-4660-849A-B353F42D9C0B}" type="parTrans" cxnId="{2EB5E64F-012B-406B-8D8E-141667C411E9}">
      <dgm:prSet/>
      <dgm:spPr/>
      <dgm:t>
        <a:bodyPr/>
        <a:lstStyle/>
        <a:p>
          <a:endParaRPr lang="pt-BR"/>
        </a:p>
      </dgm:t>
    </dgm:pt>
    <dgm:pt modelId="{4AF16AF6-6052-4CD8-9E04-932D647084BA}" type="sibTrans" cxnId="{2EB5E64F-012B-406B-8D8E-141667C411E9}">
      <dgm:prSet/>
      <dgm:spPr/>
      <dgm:t>
        <a:bodyPr/>
        <a:lstStyle/>
        <a:p>
          <a:endParaRPr lang="pt-BR"/>
        </a:p>
      </dgm:t>
    </dgm:pt>
    <dgm:pt modelId="{C0A07346-DE8E-4CFB-A9D5-39E41FEC2751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r>
            <a:rPr lang="pt-BR" sz="1400" b="1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 (11) 3246-8511</a:t>
          </a:r>
        </a:p>
      </dgm:t>
    </dgm:pt>
    <dgm:pt modelId="{8FBB478D-6F4D-4F65-ADEF-EFCBB43EEE1D}" type="parTrans" cxnId="{E6A8B4D9-78D3-4782-A69F-F173BCBCCC90}">
      <dgm:prSet/>
      <dgm:spPr/>
      <dgm:t>
        <a:bodyPr/>
        <a:lstStyle/>
        <a:p>
          <a:endParaRPr lang="pt-BR"/>
        </a:p>
      </dgm:t>
    </dgm:pt>
    <dgm:pt modelId="{1EE036B0-54BD-4349-914D-9D97BF76575E}" type="sibTrans" cxnId="{E6A8B4D9-78D3-4782-A69F-F173BCBCCC90}">
      <dgm:prSet/>
      <dgm:spPr/>
      <dgm:t>
        <a:bodyPr/>
        <a:lstStyle/>
        <a:p>
          <a:endParaRPr lang="pt-BR"/>
        </a:p>
      </dgm:t>
    </dgm:pt>
    <dgm:pt modelId="{9CF6426E-66EB-4160-9286-8E0AEB02B26E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endParaRPr lang="pt-BR" sz="1200" b="1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EDDF8D83-AF28-48BF-8C8D-30E61C502DBC}" type="parTrans" cxnId="{F65F485D-7178-46D5-9D5A-DD3F5F710A89}">
      <dgm:prSet/>
      <dgm:spPr/>
      <dgm:t>
        <a:bodyPr/>
        <a:lstStyle/>
        <a:p>
          <a:endParaRPr lang="pt-BR"/>
        </a:p>
      </dgm:t>
    </dgm:pt>
    <dgm:pt modelId="{9A417EB6-ACD8-4F9B-88F9-FFE6E2B9CA67}" type="sibTrans" cxnId="{F65F485D-7178-46D5-9D5A-DD3F5F710A89}">
      <dgm:prSet/>
      <dgm:spPr/>
      <dgm:t>
        <a:bodyPr/>
        <a:lstStyle/>
        <a:p>
          <a:endParaRPr lang="pt-BR"/>
        </a:p>
      </dgm:t>
    </dgm:pt>
    <dgm:pt modelId="{321CE99F-6691-4A7C-8C9E-B6C5ABB5536E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endParaRPr lang="pt-BR" sz="1200" b="1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A3F76FB2-D0E6-4015-B738-0F1C8265D658}" type="parTrans" cxnId="{501C56A3-9F0D-4F4C-A9B1-01C6872CAD8C}">
      <dgm:prSet/>
      <dgm:spPr/>
      <dgm:t>
        <a:bodyPr/>
        <a:lstStyle/>
        <a:p>
          <a:endParaRPr lang="pt-BR"/>
        </a:p>
      </dgm:t>
    </dgm:pt>
    <dgm:pt modelId="{FD0EC9BA-FB6B-4E3F-AB3D-9708AD7A720F}" type="sibTrans" cxnId="{501C56A3-9F0D-4F4C-A9B1-01C6872CAD8C}">
      <dgm:prSet/>
      <dgm:spPr/>
      <dgm:t>
        <a:bodyPr/>
        <a:lstStyle/>
        <a:p>
          <a:endParaRPr lang="pt-BR"/>
        </a:p>
      </dgm:t>
    </dgm:pt>
    <dgm:pt modelId="{95D845DF-AB67-44F8-BD89-27B1D8E6F21F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200" b="1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Gustavo Torres  - </a:t>
          </a:r>
          <a:r>
            <a:rPr lang="pt-BR" sz="1200" b="1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3626-2015</a:t>
          </a:r>
        </a:p>
      </dgm:t>
    </dgm:pt>
    <dgm:pt modelId="{5CC03955-978D-4C97-BDFF-8A495C7D3547}" type="parTrans" cxnId="{2DEED638-428A-45CE-B4FF-DD31EE7F593D}">
      <dgm:prSet/>
      <dgm:spPr/>
      <dgm:t>
        <a:bodyPr/>
        <a:lstStyle/>
        <a:p>
          <a:endParaRPr lang="pt-BR"/>
        </a:p>
      </dgm:t>
    </dgm:pt>
    <dgm:pt modelId="{9643666F-6BC8-4202-848C-276AB8AADC60}" type="sibTrans" cxnId="{2DEED638-428A-45CE-B4FF-DD31EE7F593D}">
      <dgm:prSet/>
      <dgm:spPr/>
      <dgm:t>
        <a:bodyPr/>
        <a:lstStyle/>
        <a:p>
          <a:endParaRPr lang="pt-BR"/>
        </a:p>
      </dgm:t>
    </dgm:pt>
    <dgm:pt modelId="{F27C1B13-130E-4C5C-B94E-C894D536CF99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rPr>
            <a:t>Larissa Natashi  - </a:t>
          </a:r>
          <a:r>
            <a:rPr lang="pt-BR" sz="1200" b="1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(11) 3626-9197</a:t>
          </a:r>
          <a:endParaRPr lang="pt-BR" sz="1200" dirty="0">
            <a:latin typeface="Calibri" panose="020F0502020204030204" pitchFamily="34" charset="0"/>
          </a:endParaRPr>
        </a:p>
      </dgm:t>
    </dgm:pt>
    <dgm:pt modelId="{9C7A661E-CEFB-4CE2-8CD2-FA252FF4CCC1}" type="parTrans" cxnId="{BA2F513A-2B02-4565-996F-9C8630FC9FE2}">
      <dgm:prSet/>
      <dgm:spPr/>
      <dgm:t>
        <a:bodyPr/>
        <a:lstStyle/>
        <a:p>
          <a:endParaRPr lang="pt-BR"/>
        </a:p>
      </dgm:t>
    </dgm:pt>
    <dgm:pt modelId="{76B6DB5C-E9AC-461A-8AB7-1EF5B10EDE6F}" type="sibTrans" cxnId="{BA2F513A-2B02-4565-996F-9C8630FC9FE2}">
      <dgm:prSet/>
      <dgm:spPr/>
      <dgm:t>
        <a:bodyPr/>
        <a:lstStyle/>
        <a:p>
          <a:endParaRPr lang="pt-BR"/>
        </a:p>
      </dgm:t>
    </dgm:pt>
    <dgm:pt modelId="{A347A662-694B-4160-ADDE-029388334206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endParaRPr lang="pt-BR" sz="1200" dirty="0"/>
        </a:p>
      </dgm:t>
    </dgm:pt>
    <dgm:pt modelId="{5DED4597-1883-484F-BB6F-868F7C0299D2}" type="parTrans" cxnId="{B5EE1BB6-65C3-4FF3-B945-AE7846B12879}">
      <dgm:prSet/>
      <dgm:spPr/>
      <dgm:t>
        <a:bodyPr/>
        <a:lstStyle/>
        <a:p>
          <a:endParaRPr lang="pt-BR"/>
        </a:p>
      </dgm:t>
    </dgm:pt>
    <dgm:pt modelId="{D5215880-5856-45E0-A346-9A734261EF8B}" type="sibTrans" cxnId="{B5EE1BB6-65C3-4FF3-B945-AE7846B12879}">
      <dgm:prSet/>
      <dgm:spPr/>
      <dgm:t>
        <a:bodyPr/>
        <a:lstStyle/>
        <a:p>
          <a:endParaRPr lang="pt-BR"/>
        </a:p>
      </dgm:t>
    </dgm:pt>
    <dgm:pt modelId="{51DAFDE8-C720-42F3-B793-9E8672C8C47B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endParaRPr lang="pt-BR" sz="1400" b="1" dirty="0" smtClean="0">
            <a:solidFill>
              <a:schemeClr val="tx1"/>
            </a:solidFill>
            <a:effectLst/>
          </a:endParaRPr>
        </a:p>
      </dgm:t>
    </dgm:pt>
    <dgm:pt modelId="{FB147CCE-215B-475E-90E4-6E59E678811D}" type="parTrans" cxnId="{749DE3F4-407D-4562-B44F-A17856868F54}">
      <dgm:prSet/>
      <dgm:spPr/>
      <dgm:t>
        <a:bodyPr/>
        <a:lstStyle/>
        <a:p>
          <a:endParaRPr lang="pt-BR"/>
        </a:p>
      </dgm:t>
    </dgm:pt>
    <dgm:pt modelId="{97111B35-D6C1-4CCE-987A-A6AE2C80DD17}" type="sibTrans" cxnId="{749DE3F4-407D-4562-B44F-A17856868F54}">
      <dgm:prSet/>
      <dgm:spPr/>
      <dgm:t>
        <a:bodyPr/>
        <a:lstStyle/>
        <a:p>
          <a:endParaRPr lang="pt-BR"/>
        </a:p>
      </dgm:t>
    </dgm:pt>
    <dgm:pt modelId="{9ADF83ED-4F49-4C44-9D74-E1A6DF59002C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200" b="1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Adriano Paiva    - </a:t>
          </a:r>
          <a:r>
            <a:rPr lang="pt-BR" sz="1200" b="1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3626-9293</a:t>
          </a:r>
          <a:endParaRPr lang="pt-BR" sz="1200" b="1" dirty="0" smtClean="0">
            <a:solidFill>
              <a:schemeClr val="tx1"/>
            </a:solidFill>
            <a:effectLst/>
            <a:latin typeface="Calibri" panose="020F0502020204030204" pitchFamily="34" charset="0"/>
          </a:endParaRPr>
        </a:p>
      </dgm:t>
    </dgm:pt>
    <dgm:pt modelId="{C3B414E2-4586-4FD2-9921-416464DFFEAC}" type="parTrans" cxnId="{6485621E-A42F-4CB5-950D-BB86A2A67CB5}">
      <dgm:prSet/>
      <dgm:spPr/>
      <dgm:t>
        <a:bodyPr/>
        <a:lstStyle/>
        <a:p>
          <a:endParaRPr lang="pt-BR"/>
        </a:p>
      </dgm:t>
    </dgm:pt>
    <dgm:pt modelId="{E1F7DA1A-FE4E-478E-88A0-589FBB3DD6D9}" type="sibTrans" cxnId="{6485621E-A42F-4CB5-950D-BB86A2A67CB5}">
      <dgm:prSet/>
      <dgm:spPr/>
      <dgm:t>
        <a:bodyPr/>
        <a:lstStyle/>
        <a:p>
          <a:endParaRPr lang="pt-BR"/>
        </a:p>
      </dgm:t>
    </dgm:pt>
    <dgm:pt modelId="{E3F6463B-3C6B-495A-A3AA-F2D9FAB3B238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ctr"/>
          <a:r>
            <a:rPr lang="pt-BR" sz="1200" b="1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sup.neg.aereo@tivit.com.br </a:t>
          </a:r>
          <a:r>
            <a:rPr lang="pt-BR" sz="1200" b="1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Atendimento: Dias Úteis                            Das 8 às 18hs</a:t>
          </a:r>
          <a:endParaRPr lang="pt-BR" sz="1200" b="1" spc="0" baseline="0" dirty="0" smtClean="0">
            <a:solidFill>
              <a:schemeClr val="tx1"/>
            </a:solidFill>
            <a:effectLst/>
            <a:latin typeface="Calibri" panose="020F0502020204030204" pitchFamily="34" charset="0"/>
            <a:cs typeface="Calibri" pitchFamily="34" charset="0"/>
          </a:endParaRPr>
        </a:p>
      </dgm:t>
    </dgm:pt>
    <dgm:pt modelId="{BF99FDF0-07D6-4F57-A12A-12C8DB07129B}" type="parTrans" cxnId="{3AE99993-5F32-4067-9716-AA6920FEE832}">
      <dgm:prSet/>
      <dgm:spPr/>
      <dgm:t>
        <a:bodyPr/>
        <a:lstStyle/>
        <a:p>
          <a:endParaRPr lang="pt-BR"/>
        </a:p>
      </dgm:t>
    </dgm:pt>
    <dgm:pt modelId="{8EC3E7DD-8CCD-433A-ACFF-C7A67AE76605}" type="sibTrans" cxnId="{3AE99993-5F32-4067-9716-AA6920FEE832}">
      <dgm:prSet/>
      <dgm:spPr/>
      <dgm:t>
        <a:bodyPr/>
        <a:lstStyle/>
        <a:p>
          <a:endParaRPr lang="pt-BR"/>
        </a:p>
      </dgm:t>
    </dgm:pt>
    <dgm:pt modelId="{C76DF3E0-35B6-4243-A319-4F059ED68EAE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tx1">
              <a:lumMod val="65000"/>
              <a:lumOff val="35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200" b="1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Gilvan Oliveira   - </a:t>
          </a:r>
          <a:r>
            <a:rPr lang="pt-BR" sz="1200" b="1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3626-7412</a:t>
          </a:r>
        </a:p>
      </dgm:t>
    </dgm:pt>
    <dgm:pt modelId="{516419F5-FBBF-4EA4-B2FE-B2A572CA4A60}" type="parTrans" cxnId="{56D12F3D-8C44-4B53-80A3-40D77224D67A}">
      <dgm:prSet/>
      <dgm:spPr/>
      <dgm:t>
        <a:bodyPr/>
        <a:lstStyle/>
        <a:p>
          <a:endParaRPr lang="pt-BR"/>
        </a:p>
      </dgm:t>
    </dgm:pt>
    <dgm:pt modelId="{5F38EDBF-397B-42DD-A84C-6AEDCE998006}" type="sibTrans" cxnId="{56D12F3D-8C44-4B53-80A3-40D77224D67A}">
      <dgm:prSet/>
      <dgm:spPr/>
      <dgm:t>
        <a:bodyPr/>
        <a:lstStyle/>
        <a:p>
          <a:endParaRPr lang="pt-BR"/>
        </a:p>
      </dgm:t>
    </dgm:pt>
    <dgm:pt modelId="{1040E5EA-C93B-4A93-9457-C9B206AD816F}" type="pres">
      <dgm:prSet presAssocID="{B1C04D7F-7A98-452F-9601-C2568502C2F2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5AC48607-33E0-4595-B178-BFECBBBB5E50}" type="pres">
      <dgm:prSet presAssocID="{A4F3EC1C-2616-4841-9893-83ED3D737FA0}" presName="linNode" presStyleCnt="0"/>
      <dgm:spPr/>
    </dgm:pt>
    <dgm:pt modelId="{2D3C11D7-B08A-41E8-BD32-776EF5360569}" type="pres">
      <dgm:prSet presAssocID="{A4F3EC1C-2616-4841-9893-83ED3D737FA0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B499EE5-2384-4FBF-8682-CDED9874F393}" type="pres">
      <dgm:prSet presAssocID="{A4F3EC1C-2616-4841-9893-83ED3D737FA0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3437CF5-8ED4-4F01-9CE0-B1AF100F37B7}" type="pres">
      <dgm:prSet presAssocID="{CEDA3DDE-DA07-42B4-B172-57F632C74E6F}" presName="spacing" presStyleCnt="0"/>
      <dgm:spPr/>
    </dgm:pt>
    <dgm:pt modelId="{6419A9A4-AC5B-4DA1-A4AC-209A046ACB4F}" type="pres">
      <dgm:prSet presAssocID="{A4AF9F31-ED49-47E1-8A70-C3E7E161972E}" presName="linNode" presStyleCnt="0"/>
      <dgm:spPr/>
    </dgm:pt>
    <dgm:pt modelId="{4C15FBCA-798E-4F20-BEEC-B7D3F5EEC030}" type="pres">
      <dgm:prSet presAssocID="{A4AF9F31-ED49-47E1-8A70-C3E7E161972E}" presName="parentShp" presStyleLbl="node1" presStyleIdx="1" presStyleCnt="2" custLinFactNeighborX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B498B3-DBB7-447F-9833-43AF082F5CD3}" type="pres">
      <dgm:prSet presAssocID="{A4AF9F31-ED49-47E1-8A70-C3E7E161972E}" presName="childShp" presStyleLbl="bgAccFollowNode1" presStyleIdx="1" presStyleCnt="2" custScaleX="10487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65F485D-7178-46D5-9D5A-DD3F5F710A89}" srcId="{A4AF9F31-ED49-47E1-8A70-C3E7E161972E}" destId="{9CF6426E-66EB-4160-9286-8E0AEB02B26E}" srcOrd="7" destOrd="0" parTransId="{EDDF8D83-AF28-48BF-8C8D-30E61C502DBC}" sibTransId="{9A417EB6-ACD8-4F9B-88F9-FFE6E2B9CA67}"/>
    <dgm:cxn modelId="{3AE99993-5F32-4067-9716-AA6920FEE832}" srcId="{A4AF9F31-ED49-47E1-8A70-C3E7E161972E}" destId="{E3F6463B-3C6B-495A-A3AA-F2D9FAB3B238}" srcOrd="5" destOrd="0" parTransId="{BF99FDF0-07D6-4F57-A12A-12C8DB07129B}" sibTransId="{8EC3E7DD-8CCD-433A-ACFF-C7A67AE76605}"/>
    <dgm:cxn modelId="{7A64BEC1-8939-4761-9C74-EA78C5EA87EC}" type="presOf" srcId="{D06ED243-22A1-4E64-BA78-09D7C3918EC0}" destId="{7B499EE5-2384-4FBF-8682-CDED9874F393}" srcOrd="0" destOrd="2" presId="urn:microsoft.com/office/officeart/2005/8/layout/vList6"/>
    <dgm:cxn modelId="{662F173F-DC32-421F-AD73-15AE4EFDB12B}" type="presOf" srcId="{9ADF83ED-4F49-4C44-9D74-E1A6DF59002C}" destId="{E2B498B3-DBB7-447F-9833-43AF082F5CD3}" srcOrd="0" destOrd="2" presId="urn:microsoft.com/office/officeart/2005/8/layout/vList6"/>
    <dgm:cxn modelId="{1FDD744F-BFFE-4BC4-A53E-5A28948F0A0D}" type="presOf" srcId="{B1C04D7F-7A98-452F-9601-C2568502C2F2}" destId="{1040E5EA-C93B-4A93-9457-C9B206AD816F}" srcOrd="0" destOrd="0" presId="urn:microsoft.com/office/officeart/2005/8/layout/vList6"/>
    <dgm:cxn modelId="{AC20C12D-5528-4DB6-97F7-DF1FB0FB6474}" srcId="{A4F3EC1C-2616-4841-9893-83ED3D737FA0}" destId="{B8F15732-F8D9-4B1A-933C-FC6EAC360F36}" srcOrd="0" destOrd="0" parTransId="{8064EC64-624C-44FF-8E90-E48BF1498FC2}" sibTransId="{0F3F42A6-8FB9-42FE-B554-3A1D52C8F008}"/>
    <dgm:cxn modelId="{2EB5E64F-012B-406B-8D8E-141667C411E9}" srcId="{A4F3EC1C-2616-4841-9893-83ED3D737FA0}" destId="{94560952-91D8-45D8-9F9E-BD23BFE785B0}" srcOrd="4" destOrd="0" parTransId="{B404946B-751A-4660-849A-B353F42D9C0B}" sibTransId="{4AF16AF6-6052-4CD8-9E04-932D647084BA}"/>
    <dgm:cxn modelId="{4E8EE254-CDC0-4D9F-A698-D58C74A027C2}" type="presOf" srcId="{E3F6463B-3C6B-495A-A3AA-F2D9FAB3B238}" destId="{E2B498B3-DBB7-447F-9833-43AF082F5CD3}" srcOrd="0" destOrd="5" presId="urn:microsoft.com/office/officeart/2005/8/layout/vList6"/>
    <dgm:cxn modelId="{89F5DF40-EA2D-4B32-BF0B-0C02C3FFD92F}" type="presOf" srcId="{B8F15732-F8D9-4B1A-933C-FC6EAC360F36}" destId="{7B499EE5-2384-4FBF-8682-CDED9874F393}" srcOrd="0" destOrd="0" presId="urn:microsoft.com/office/officeart/2005/8/layout/vList6"/>
    <dgm:cxn modelId="{64DA4CBF-A264-4560-8A31-8473DCA151C3}" srcId="{B1C04D7F-7A98-452F-9601-C2568502C2F2}" destId="{A4AF9F31-ED49-47E1-8A70-C3E7E161972E}" srcOrd="1" destOrd="0" parTransId="{957210A7-4365-47AD-AD6E-3EB55D1073E9}" sibTransId="{53CC288E-F3FF-4DCE-A8F9-E762C3B79429}"/>
    <dgm:cxn modelId="{8446335C-E550-4EE9-84F0-3C1182B9C104}" type="presOf" srcId="{9CF6426E-66EB-4160-9286-8E0AEB02B26E}" destId="{E2B498B3-DBB7-447F-9833-43AF082F5CD3}" srcOrd="0" destOrd="7" presId="urn:microsoft.com/office/officeart/2005/8/layout/vList6"/>
    <dgm:cxn modelId="{749DE3F4-407D-4562-B44F-A17856868F54}" srcId="{A4F3EC1C-2616-4841-9893-83ED3D737FA0}" destId="{51DAFDE8-C720-42F3-B793-9E8672C8C47B}" srcOrd="1" destOrd="0" parTransId="{FB147CCE-215B-475E-90E4-6E59E678811D}" sibTransId="{97111B35-D6C1-4CCE-987A-A6AE2C80DD17}"/>
    <dgm:cxn modelId="{F6C2A2DC-444B-47B3-8D6E-D14D592D722A}" type="presOf" srcId="{321CE99F-6691-4A7C-8C9E-B6C5ABB5536E}" destId="{E2B498B3-DBB7-447F-9833-43AF082F5CD3}" srcOrd="0" destOrd="6" presId="urn:microsoft.com/office/officeart/2005/8/layout/vList6"/>
    <dgm:cxn modelId="{2DEED638-428A-45CE-B4FF-DD31EE7F593D}" srcId="{A4AF9F31-ED49-47E1-8A70-C3E7E161972E}" destId="{95D845DF-AB67-44F8-BD89-27B1D8E6F21F}" srcOrd="3" destOrd="0" parTransId="{5CC03955-978D-4C97-BDFF-8A495C7D3547}" sibTransId="{9643666F-6BC8-4202-848C-276AB8AADC60}"/>
    <dgm:cxn modelId="{A62E082C-0DFE-4992-8F19-B2303AFEE70D}" type="presOf" srcId="{F27C1B13-130E-4C5C-B94E-C894D536CF99}" destId="{E2B498B3-DBB7-447F-9833-43AF082F5CD3}" srcOrd="0" destOrd="1" presId="urn:microsoft.com/office/officeart/2005/8/layout/vList6"/>
    <dgm:cxn modelId="{74F01562-B62F-489B-A9E5-FB97FFCEB4FE}" srcId="{A4F3EC1C-2616-4841-9893-83ED3D737FA0}" destId="{D06ED243-22A1-4E64-BA78-09D7C3918EC0}" srcOrd="2" destOrd="0" parTransId="{7FF2DD55-72E5-42E1-AC31-7E249F845A59}" sibTransId="{ABFD7E51-CB29-4B13-82AB-F09C5744B862}"/>
    <dgm:cxn modelId="{7CD3A664-F8F5-4CEF-B93E-4FEA51EB2AA2}" type="presOf" srcId="{C76DF3E0-35B6-4243-A319-4F059ED68EAE}" destId="{E2B498B3-DBB7-447F-9833-43AF082F5CD3}" srcOrd="0" destOrd="4" presId="urn:microsoft.com/office/officeart/2005/8/layout/vList6"/>
    <dgm:cxn modelId="{0F876065-4C70-4EC8-95FF-2F7F0D43F55D}" type="presOf" srcId="{51DAFDE8-C720-42F3-B793-9E8672C8C47B}" destId="{7B499EE5-2384-4FBF-8682-CDED9874F393}" srcOrd="0" destOrd="1" presId="urn:microsoft.com/office/officeart/2005/8/layout/vList6"/>
    <dgm:cxn modelId="{3BC7BB94-3B8E-441A-A20C-0CFB5E60E5AD}" srcId="{B1C04D7F-7A98-452F-9601-C2568502C2F2}" destId="{A4F3EC1C-2616-4841-9893-83ED3D737FA0}" srcOrd="0" destOrd="0" parTransId="{EC7AA846-B8DA-43DC-83E3-11126C7BCCD5}" sibTransId="{CEDA3DDE-DA07-42B4-B172-57F632C74E6F}"/>
    <dgm:cxn modelId="{A48DB7D5-D1EC-4EDB-BB26-1B90A64B2A29}" type="presOf" srcId="{95D845DF-AB67-44F8-BD89-27B1D8E6F21F}" destId="{E2B498B3-DBB7-447F-9833-43AF082F5CD3}" srcOrd="0" destOrd="3" presId="urn:microsoft.com/office/officeart/2005/8/layout/vList6"/>
    <dgm:cxn modelId="{56D12F3D-8C44-4B53-80A3-40D77224D67A}" srcId="{A4AF9F31-ED49-47E1-8A70-C3E7E161972E}" destId="{C76DF3E0-35B6-4243-A319-4F059ED68EAE}" srcOrd="4" destOrd="0" parTransId="{516419F5-FBBF-4EA4-B2FE-B2A572CA4A60}" sibTransId="{5F38EDBF-397B-42DD-A84C-6AEDCE998006}"/>
    <dgm:cxn modelId="{E6A8B4D9-78D3-4782-A69F-F173BCBCCC90}" srcId="{A4F3EC1C-2616-4841-9893-83ED3D737FA0}" destId="{C0A07346-DE8E-4CFB-A9D5-39E41FEC2751}" srcOrd="3" destOrd="0" parTransId="{8FBB478D-6F4D-4F65-ADEF-EFCBB43EEE1D}" sibTransId="{1EE036B0-54BD-4349-914D-9D97BF76575E}"/>
    <dgm:cxn modelId="{536E44FE-DDA8-4B41-944F-B11BB6404202}" type="presOf" srcId="{A347A662-694B-4160-ADDE-029388334206}" destId="{E2B498B3-DBB7-447F-9833-43AF082F5CD3}" srcOrd="0" destOrd="0" presId="urn:microsoft.com/office/officeart/2005/8/layout/vList6"/>
    <dgm:cxn modelId="{6485621E-A42F-4CB5-950D-BB86A2A67CB5}" srcId="{A4AF9F31-ED49-47E1-8A70-C3E7E161972E}" destId="{9ADF83ED-4F49-4C44-9D74-E1A6DF59002C}" srcOrd="2" destOrd="0" parTransId="{C3B414E2-4586-4FD2-9921-416464DFFEAC}" sibTransId="{E1F7DA1A-FE4E-478E-88A0-589FBB3DD6D9}"/>
    <dgm:cxn modelId="{5245C83C-2E48-4125-8B4F-5F3D2A98958A}" type="presOf" srcId="{C0A07346-DE8E-4CFB-A9D5-39E41FEC2751}" destId="{7B499EE5-2384-4FBF-8682-CDED9874F393}" srcOrd="0" destOrd="3" presId="urn:microsoft.com/office/officeart/2005/8/layout/vList6"/>
    <dgm:cxn modelId="{BEAC4D49-2112-4422-BF8A-022298E314FB}" type="presOf" srcId="{94560952-91D8-45D8-9F9E-BD23BFE785B0}" destId="{7B499EE5-2384-4FBF-8682-CDED9874F393}" srcOrd="0" destOrd="4" presId="urn:microsoft.com/office/officeart/2005/8/layout/vList6"/>
    <dgm:cxn modelId="{BA2F513A-2B02-4565-996F-9C8630FC9FE2}" srcId="{A4AF9F31-ED49-47E1-8A70-C3E7E161972E}" destId="{F27C1B13-130E-4C5C-B94E-C894D536CF99}" srcOrd="1" destOrd="0" parTransId="{9C7A661E-CEFB-4CE2-8CD2-FA252FF4CCC1}" sibTransId="{76B6DB5C-E9AC-461A-8AB7-1EF5B10EDE6F}"/>
    <dgm:cxn modelId="{6D2666B1-706D-4830-B808-A611BFBF6706}" type="presOf" srcId="{A4F3EC1C-2616-4841-9893-83ED3D737FA0}" destId="{2D3C11D7-B08A-41E8-BD32-776EF5360569}" srcOrd="0" destOrd="0" presId="urn:microsoft.com/office/officeart/2005/8/layout/vList6"/>
    <dgm:cxn modelId="{9780C0FD-5911-438F-B942-D7E14D94C36D}" type="presOf" srcId="{A4AF9F31-ED49-47E1-8A70-C3E7E161972E}" destId="{4C15FBCA-798E-4F20-BEEC-B7D3F5EEC030}" srcOrd="0" destOrd="0" presId="urn:microsoft.com/office/officeart/2005/8/layout/vList6"/>
    <dgm:cxn modelId="{501C56A3-9F0D-4F4C-A9B1-01C6872CAD8C}" srcId="{A4AF9F31-ED49-47E1-8A70-C3E7E161972E}" destId="{321CE99F-6691-4A7C-8C9E-B6C5ABB5536E}" srcOrd="6" destOrd="0" parTransId="{A3F76FB2-D0E6-4015-B738-0F1C8265D658}" sibTransId="{FD0EC9BA-FB6B-4E3F-AB3D-9708AD7A720F}"/>
    <dgm:cxn modelId="{B5EE1BB6-65C3-4FF3-B945-AE7846B12879}" srcId="{A4AF9F31-ED49-47E1-8A70-C3E7E161972E}" destId="{A347A662-694B-4160-ADDE-029388334206}" srcOrd="0" destOrd="0" parTransId="{5DED4597-1883-484F-BB6F-868F7C0299D2}" sibTransId="{D5215880-5856-45E0-A346-9A734261EF8B}"/>
    <dgm:cxn modelId="{2DC65AF2-CF1A-4586-AF12-9A7C08F86172}" type="presParOf" srcId="{1040E5EA-C93B-4A93-9457-C9B206AD816F}" destId="{5AC48607-33E0-4595-B178-BFECBBBB5E50}" srcOrd="0" destOrd="0" presId="urn:microsoft.com/office/officeart/2005/8/layout/vList6"/>
    <dgm:cxn modelId="{6FFF550A-B89B-48D5-8A90-9F3DA66F04B4}" type="presParOf" srcId="{5AC48607-33E0-4595-B178-BFECBBBB5E50}" destId="{2D3C11D7-B08A-41E8-BD32-776EF5360569}" srcOrd="0" destOrd="0" presId="urn:microsoft.com/office/officeart/2005/8/layout/vList6"/>
    <dgm:cxn modelId="{210E2763-6A3F-4FB7-A688-1218F01CE0A2}" type="presParOf" srcId="{5AC48607-33E0-4595-B178-BFECBBBB5E50}" destId="{7B499EE5-2384-4FBF-8682-CDED9874F393}" srcOrd="1" destOrd="0" presId="urn:microsoft.com/office/officeart/2005/8/layout/vList6"/>
    <dgm:cxn modelId="{694C314C-0FB6-4411-B0AD-46A02A28E0BC}" type="presParOf" srcId="{1040E5EA-C93B-4A93-9457-C9B206AD816F}" destId="{13437CF5-8ED4-4F01-9CE0-B1AF100F37B7}" srcOrd="1" destOrd="0" presId="urn:microsoft.com/office/officeart/2005/8/layout/vList6"/>
    <dgm:cxn modelId="{E0192938-E592-4E7C-BAE0-5790D5295919}" type="presParOf" srcId="{1040E5EA-C93B-4A93-9457-C9B206AD816F}" destId="{6419A9A4-AC5B-4DA1-A4AC-209A046ACB4F}" srcOrd="2" destOrd="0" presId="urn:microsoft.com/office/officeart/2005/8/layout/vList6"/>
    <dgm:cxn modelId="{61C05B82-8CF7-467A-B069-018489F33E1D}" type="presParOf" srcId="{6419A9A4-AC5B-4DA1-A4AC-209A046ACB4F}" destId="{4C15FBCA-798E-4F20-BEEC-B7D3F5EEC030}" srcOrd="0" destOrd="0" presId="urn:microsoft.com/office/officeart/2005/8/layout/vList6"/>
    <dgm:cxn modelId="{B5BA3B5B-3F36-40AF-8690-5FC7155BE89C}" type="presParOf" srcId="{6419A9A4-AC5B-4DA1-A4AC-209A046ACB4F}" destId="{E2B498B3-DBB7-447F-9833-43AF082F5CD3}" srcOrd="1" destOrd="0" presId="urn:microsoft.com/office/officeart/2005/8/layout/vList6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6CFF08-4E9E-4D7A-B1E2-EA11A9DDA94C}" type="doc">
      <dgm:prSet loTypeId="urn:microsoft.com/office/officeart/2005/8/layout/chevron2" loCatId="list" qsTypeId="urn:microsoft.com/office/officeart/2005/8/quickstyle/simple1#3" qsCatId="simple" csTypeId="urn:microsoft.com/office/officeart/2005/8/colors/accent1_2#4" csCatId="accent1" phldr="1"/>
      <dgm:spPr/>
      <dgm:t>
        <a:bodyPr/>
        <a:lstStyle/>
        <a:p>
          <a:endParaRPr lang="pt-BR"/>
        </a:p>
      </dgm:t>
    </dgm:pt>
    <dgm:pt modelId="{E44FB6C1-2434-4B6F-B23B-0C7AC125246D}">
      <dgm:prSet phldrT="[Texto]" custT="1"/>
      <dgm:spPr>
        <a:solidFill>
          <a:schemeClr val="tx1">
            <a:lumMod val="65000"/>
            <a:lumOff val="35000"/>
          </a:schemeClr>
        </a:solidFill>
        <a:ln>
          <a:solidFill>
            <a:srgbClr val="C00000"/>
          </a:solidFill>
        </a:ln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Service</a:t>
          </a:r>
          <a:r>
            <a:rPr lang="pt-B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 Desk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 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1º nível</a:t>
          </a:r>
        </a:p>
        <a:p>
          <a:pPr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dirty="0"/>
        </a:p>
      </dgm:t>
    </dgm:pt>
    <dgm:pt modelId="{38766498-5535-4AC0-9160-061A59385690}" type="parTrans" cxnId="{9E9C6AA9-440C-4714-AC57-B369233B9C2A}">
      <dgm:prSet/>
      <dgm:spPr/>
      <dgm:t>
        <a:bodyPr/>
        <a:lstStyle/>
        <a:p>
          <a:endParaRPr lang="pt-BR" sz="1400"/>
        </a:p>
      </dgm:t>
    </dgm:pt>
    <dgm:pt modelId="{31BD9C3A-F8B6-4ABD-A090-33C0A25BB9B9}" type="sibTrans" cxnId="{9E9C6AA9-440C-4714-AC57-B369233B9C2A}">
      <dgm:prSet/>
      <dgm:spPr/>
      <dgm:t>
        <a:bodyPr/>
        <a:lstStyle/>
        <a:p>
          <a:endParaRPr lang="pt-BR" sz="1400"/>
        </a:p>
      </dgm:t>
    </dgm:pt>
    <dgm:pt modelId="{BD274C8B-9CF0-4568-A628-549F8D0C79D2}">
      <dgm:prSet phldrT="[Texto]" custT="1"/>
      <dgm:spPr>
        <a:solidFill>
          <a:schemeClr val="bg1">
            <a:lumMod val="85000"/>
            <a:alpha val="90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pt-BR" sz="1200" b="1" dirty="0" smtClean="0">
              <a:latin typeface="Calibri" pitchFamily="34" charset="0"/>
              <a:cs typeface="Calibri" pitchFamily="34" charset="0"/>
            </a:rPr>
            <a:t>1º escalonamento 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– </a:t>
          </a:r>
          <a:r>
            <a:rPr lang="pt-BR" sz="1200" b="0" dirty="0" smtClean="0">
              <a:latin typeface="Calibri" panose="020F0502020204030204" pitchFamily="34" charset="0"/>
              <a:cs typeface="Calibri" panose="020F0502020204030204" pitchFamily="34" charset="0"/>
            </a:rPr>
            <a:t>Luiz Rodolfo Gerhard                                                               </a:t>
          </a:r>
          <a:r>
            <a:rPr lang="pt-BR" sz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luiz.gerhard@tivit.com.br            </a:t>
          </a:r>
          <a:r>
            <a:rPr lang="pt-BR" sz="1200" dirty="0" smtClean="0">
              <a:latin typeface="Calibri" panose="020F0502020204030204" pitchFamily="34" charset="0"/>
              <a:cs typeface="Calibri" panose="020F0502020204030204" pitchFamily="34" charset="0"/>
            </a:rPr>
            <a:t>(11) 3246-8618  </a:t>
          </a:r>
          <a:r>
            <a:rPr lang="pt-BR" sz="1200" dirty="0" smtClean="0">
              <a:latin typeface="Calibri" pitchFamily="34" charset="0"/>
            </a:rPr>
            <a:t>| </a:t>
          </a:r>
          <a:r>
            <a:rPr lang="pt-BR" sz="1200" dirty="0" smtClean="0">
              <a:latin typeface="Calibri" panose="020F0502020204030204" pitchFamily="34" charset="0"/>
              <a:cs typeface="Calibri" panose="020F0502020204030204" pitchFamily="34" charset="0"/>
            </a:rPr>
            <a:t>(12) 99186-7576</a:t>
          </a:r>
          <a:endParaRPr lang="pt-BR" sz="1200" b="0" dirty="0" smtClean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95D985A-B9D6-448F-B3EE-21B59A9BD71B}" type="parTrans" cxnId="{25276A89-EB38-489F-9CBB-65CD00E002A7}">
      <dgm:prSet/>
      <dgm:spPr/>
      <dgm:t>
        <a:bodyPr/>
        <a:lstStyle/>
        <a:p>
          <a:endParaRPr lang="pt-BR" sz="1400"/>
        </a:p>
      </dgm:t>
    </dgm:pt>
    <dgm:pt modelId="{FD3DE481-B2D2-4746-BEDF-722C65D1B974}" type="sibTrans" cxnId="{25276A89-EB38-489F-9CBB-65CD00E002A7}">
      <dgm:prSet/>
      <dgm:spPr/>
      <dgm:t>
        <a:bodyPr/>
        <a:lstStyle/>
        <a:p>
          <a:endParaRPr lang="pt-BR" sz="1400"/>
        </a:p>
      </dgm:t>
    </dgm:pt>
    <dgm:pt modelId="{8952C11C-36B3-4028-BF3C-855DADC78B74}">
      <dgm:prSet phldrT="[Texto]" custT="1"/>
      <dgm:spPr>
        <a:solidFill>
          <a:schemeClr val="tx1">
            <a:lumMod val="65000"/>
            <a:lumOff val="35000"/>
          </a:schemeClr>
        </a:solidFill>
        <a:ln>
          <a:solidFill>
            <a:srgbClr val="C00000"/>
          </a:solidFill>
        </a:ln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Integração e Suporte ao Negócio</a:t>
          </a:r>
        </a:p>
        <a:p>
          <a:pPr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dirty="0"/>
        </a:p>
      </dgm:t>
    </dgm:pt>
    <dgm:pt modelId="{3565BD0E-D3DC-4F0C-887C-638F468C6431}" type="parTrans" cxnId="{07A09BA3-6EDB-4AF1-B1D5-3CF4B1B0512B}">
      <dgm:prSet/>
      <dgm:spPr/>
      <dgm:t>
        <a:bodyPr/>
        <a:lstStyle/>
        <a:p>
          <a:endParaRPr lang="pt-BR" sz="1400"/>
        </a:p>
      </dgm:t>
    </dgm:pt>
    <dgm:pt modelId="{4C1A8883-54A9-4122-BB56-736C5953B766}" type="sibTrans" cxnId="{07A09BA3-6EDB-4AF1-B1D5-3CF4B1B0512B}">
      <dgm:prSet/>
      <dgm:spPr/>
      <dgm:t>
        <a:bodyPr/>
        <a:lstStyle/>
        <a:p>
          <a:endParaRPr lang="pt-BR" sz="1400"/>
        </a:p>
      </dgm:t>
    </dgm:pt>
    <dgm:pt modelId="{B05ABBE6-7B0C-43B6-9877-A1FC569DCFA5}">
      <dgm:prSet phldrT="[Texto]" custT="1"/>
      <dgm:spPr>
        <a:solidFill>
          <a:schemeClr val="bg1">
            <a:lumMod val="85000"/>
            <a:alpha val="90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pPr lvl="1"/>
          <a:r>
            <a:rPr lang="pt-BR" sz="1200" b="1" dirty="0" smtClean="0">
              <a:latin typeface="Calibri" pitchFamily="34" charset="0"/>
              <a:cs typeface="Calibri" pitchFamily="34" charset="0"/>
            </a:rPr>
            <a:t>1º escalonamento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 – Priscila Lima Oliveira</a:t>
          </a:r>
          <a:r>
            <a:rPr lang="pt-BR" sz="1200" b="0" dirty="0" smtClean="0">
              <a:latin typeface="Calibri" pitchFamily="34" charset="0"/>
              <a:cs typeface="Calibri" pitchFamily="34" charset="0"/>
            </a:rPr>
            <a:t>                                                                       </a:t>
          </a:r>
          <a:r>
            <a:rPr lang="pt-BR" sz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priscila.oliveira@tivit.com.br</a:t>
          </a:r>
          <a:r>
            <a:rPr lang="pt-BR" sz="1200" dirty="0" smtClean="0"/>
            <a:t>      </a:t>
          </a:r>
          <a:r>
            <a:rPr lang="pt-BR" sz="1200" dirty="0" smtClean="0"/>
            <a:t>(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11) 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3626-9004  </a:t>
          </a:r>
          <a:r>
            <a:rPr lang="pt-BR" sz="1200" dirty="0" smtClean="0">
              <a:latin typeface="Calibri" pitchFamily="34" charset="0"/>
            </a:rPr>
            <a:t>| (11) 97654-2839</a:t>
          </a:r>
          <a:endParaRPr lang="pt-BR" sz="1200" dirty="0" smtClean="0">
            <a:latin typeface="Calibri" pitchFamily="34" charset="0"/>
            <a:cs typeface="Calibri" pitchFamily="34" charset="0"/>
          </a:endParaRPr>
        </a:p>
      </dgm:t>
    </dgm:pt>
    <dgm:pt modelId="{00D4777B-1DD4-4CD4-9113-065048A2C495}" type="parTrans" cxnId="{E3564A54-1A7F-43CF-B516-37072D9DB032}">
      <dgm:prSet/>
      <dgm:spPr/>
      <dgm:t>
        <a:bodyPr/>
        <a:lstStyle/>
        <a:p>
          <a:endParaRPr lang="pt-BR" sz="1400"/>
        </a:p>
      </dgm:t>
    </dgm:pt>
    <dgm:pt modelId="{3407B700-61B4-4041-8470-A4AAFA9A3530}" type="sibTrans" cxnId="{E3564A54-1A7F-43CF-B516-37072D9DB032}">
      <dgm:prSet/>
      <dgm:spPr/>
      <dgm:t>
        <a:bodyPr/>
        <a:lstStyle/>
        <a:p>
          <a:endParaRPr lang="pt-BR" sz="1400"/>
        </a:p>
      </dgm:t>
    </dgm:pt>
    <dgm:pt modelId="{311699D2-1816-41FE-8968-B8E3E5A7F454}">
      <dgm:prSet phldrT="[Texto]" custT="1"/>
      <dgm:spPr>
        <a:solidFill>
          <a:schemeClr val="bg1">
            <a:lumMod val="85000"/>
            <a:alpha val="90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pt-BR" sz="1200" b="1" dirty="0" smtClean="0">
              <a:latin typeface="Calibri" pitchFamily="34" charset="0"/>
              <a:cs typeface="Calibri" pitchFamily="34" charset="0"/>
            </a:rPr>
            <a:t>2º escalonamento 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–  </a:t>
          </a:r>
          <a:r>
            <a:rPr lang="pt-BR" sz="1200" b="0" dirty="0" smtClean="0">
              <a:latin typeface="Calibri" panose="020F0502020204030204" pitchFamily="34" charset="0"/>
              <a:cs typeface="Calibri" panose="020F0502020204030204" pitchFamily="34" charset="0"/>
            </a:rPr>
            <a:t>Anderson Moreto                                                                                                       </a:t>
          </a:r>
          <a:r>
            <a:rPr lang="pt-BR" sz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anderson.moreto@tivit.com.br</a:t>
          </a:r>
          <a:r>
            <a:rPr lang="pt-BR" sz="1200" dirty="0" smtClean="0">
              <a:latin typeface="Calibri" pitchFamily="34" charset="0"/>
            </a:rPr>
            <a:t>	</a:t>
          </a:r>
          <a:r>
            <a:rPr lang="pt-BR" sz="1200" dirty="0" smtClean="0">
              <a:latin typeface="Calibri" pitchFamily="34" charset="0"/>
              <a:cs typeface="Calibri" pitchFamily="34" charset="0"/>
            </a:rPr>
            <a:t>(11) </a:t>
          </a:r>
          <a:r>
            <a:rPr lang="pt-BR" sz="1200" dirty="0" smtClean="0">
              <a:latin typeface="Calibri" pitchFamily="34" charset="0"/>
            </a:rPr>
            <a:t>3246-8619 | (12) 99176-8275</a:t>
          </a:r>
          <a:endParaRPr lang="pt-BR" sz="1200" b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19B562F-A5D6-44CC-BCDE-D755CA39BF56}" type="parTrans" cxnId="{DDABC835-1B6A-4A16-839D-DAEA4F720EF6}">
      <dgm:prSet/>
      <dgm:spPr/>
      <dgm:t>
        <a:bodyPr/>
        <a:lstStyle/>
        <a:p>
          <a:endParaRPr lang="pt-BR"/>
        </a:p>
      </dgm:t>
    </dgm:pt>
    <dgm:pt modelId="{75A501E5-5F92-4D3D-A4FF-B35943679FA8}" type="sibTrans" cxnId="{DDABC835-1B6A-4A16-839D-DAEA4F720EF6}">
      <dgm:prSet/>
      <dgm:spPr/>
      <dgm:t>
        <a:bodyPr/>
        <a:lstStyle/>
        <a:p>
          <a:endParaRPr lang="pt-BR"/>
        </a:p>
      </dgm:t>
    </dgm:pt>
    <dgm:pt modelId="{2CDE8516-0FC1-440E-B340-F39528B334F6}">
      <dgm:prSet custT="1"/>
      <dgm:spPr>
        <a:solidFill>
          <a:schemeClr val="tx1">
            <a:lumMod val="65000"/>
            <a:lumOff val="35000"/>
          </a:schemeClr>
        </a:solidFill>
        <a:ln>
          <a:solidFill>
            <a:srgbClr val="C00000"/>
          </a:solidFill>
        </a:ln>
      </dgm:spPr>
      <dgm:t>
        <a:bodyPr/>
        <a:lstStyle/>
        <a:p>
          <a:endParaRPr lang="pt-BR" sz="12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r>
            <a:rPr lang="pt-BR" sz="12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Gerência</a:t>
          </a:r>
          <a:endParaRPr lang="pt-BR" sz="1200" b="1" dirty="0">
            <a:effectLst/>
            <a:latin typeface="Calibri" pitchFamily="34" charset="0"/>
          </a:endParaRPr>
        </a:p>
      </dgm:t>
    </dgm:pt>
    <dgm:pt modelId="{F57AAC7F-A3D0-4CC3-9298-96BB6BDEAA85}" type="parTrans" cxnId="{F7D8C1D6-53F3-491A-B8B4-E16E4500A38B}">
      <dgm:prSet/>
      <dgm:spPr/>
      <dgm:t>
        <a:bodyPr/>
        <a:lstStyle/>
        <a:p>
          <a:endParaRPr lang="pt-BR"/>
        </a:p>
      </dgm:t>
    </dgm:pt>
    <dgm:pt modelId="{9C86DDD9-5628-4293-8D43-9A952F9D7902}" type="sibTrans" cxnId="{F7D8C1D6-53F3-491A-B8B4-E16E4500A38B}">
      <dgm:prSet/>
      <dgm:spPr/>
      <dgm:t>
        <a:bodyPr/>
        <a:lstStyle/>
        <a:p>
          <a:endParaRPr lang="pt-BR"/>
        </a:p>
      </dgm:t>
    </dgm:pt>
    <dgm:pt modelId="{070E0C5A-B63C-4275-994E-8FEE8D9D3200}">
      <dgm:prSet custT="1"/>
      <dgm:spPr>
        <a:solidFill>
          <a:schemeClr val="bg1">
            <a:lumMod val="85000"/>
            <a:alpha val="90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pPr marL="115200">
            <a:spcBef>
              <a:spcPts val="18"/>
            </a:spcBef>
            <a:spcAft>
              <a:spcPts val="0"/>
            </a:spcAft>
          </a:pPr>
          <a:r>
            <a:rPr lang="pt-BR" sz="1200" b="1" dirty="0" smtClean="0">
              <a:latin typeface="Calibri" pitchFamily="34" charset="0"/>
            </a:rPr>
            <a:t>1º escalonamento </a:t>
          </a:r>
          <a:r>
            <a:rPr lang="it-IT" sz="1200" dirty="0" smtClean="0">
              <a:latin typeface="Calibri" pitchFamily="34" charset="0"/>
            </a:rPr>
            <a:t>– </a:t>
          </a:r>
          <a:r>
            <a:rPr lang="pt-BR" sz="1200" dirty="0" smtClean="0">
              <a:latin typeface="Calibri" pitchFamily="34" charset="0"/>
            </a:rPr>
            <a:t>Sueli Lopes da Silva                                                                             </a:t>
          </a:r>
          <a:r>
            <a:rPr lang="pt-BR" sz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sueli.silva@tivit.com.br</a:t>
          </a:r>
          <a:r>
            <a:rPr lang="pt-BR" sz="1200" dirty="0" smtClean="0">
              <a:latin typeface="Calibri" pitchFamily="34" charset="0"/>
            </a:rPr>
            <a:t>                 (11) 3626-9341  | (11) 97654-2183</a:t>
          </a:r>
        </a:p>
      </dgm:t>
    </dgm:pt>
    <dgm:pt modelId="{045B95A1-8F54-41B3-8D31-BD7D780FD9E1}" type="parTrans" cxnId="{B417723F-EBCF-4929-BDCA-2A63C1E8E75D}">
      <dgm:prSet/>
      <dgm:spPr/>
      <dgm:t>
        <a:bodyPr/>
        <a:lstStyle/>
        <a:p>
          <a:endParaRPr lang="pt-BR"/>
        </a:p>
      </dgm:t>
    </dgm:pt>
    <dgm:pt modelId="{89EC458B-02EB-4F7E-AAD5-F97239266FEC}" type="sibTrans" cxnId="{B417723F-EBCF-4929-BDCA-2A63C1E8E75D}">
      <dgm:prSet/>
      <dgm:spPr/>
      <dgm:t>
        <a:bodyPr/>
        <a:lstStyle/>
        <a:p>
          <a:endParaRPr lang="pt-BR"/>
        </a:p>
      </dgm:t>
    </dgm:pt>
    <dgm:pt modelId="{A9A0A1AB-3C73-4869-9771-50BAAA741CB2}">
      <dgm:prSet custT="1"/>
      <dgm:spPr>
        <a:solidFill>
          <a:schemeClr val="bg1">
            <a:lumMod val="85000"/>
            <a:alpha val="90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pPr marL="115200">
            <a:spcBef>
              <a:spcPts val="18"/>
            </a:spcBef>
            <a:spcAft>
              <a:spcPts val="0"/>
            </a:spcAft>
          </a:pPr>
          <a:r>
            <a:rPr lang="pt-BR" sz="1200" b="1" dirty="0" smtClean="0">
              <a:latin typeface="Calibri" pitchFamily="34" charset="0"/>
              <a:cs typeface="Calibri" pitchFamily="34" charset="0"/>
            </a:rPr>
            <a:t>2º escalonamento </a:t>
          </a:r>
          <a:r>
            <a:rPr lang="it-IT" sz="1200" dirty="0" smtClean="0">
              <a:latin typeface="Calibri" panose="020F0502020204030204" pitchFamily="34" charset="0"/>
            </a:rPr>
            <a:t>–</a:t>
          </a:r>
          <a:r>
            <a:rPr lang="pt-BR" sz="1200" dirty="0" smtClean="0">
              <a:latin typeface="Calibri" panose="020F0502020204030204" pitchFamily="34" charset="0"/>
            </a:rPr>
            <a:t> Leandro  de Souza Leão                                                                             </a:t>
          </a:r>
          <a:r>
            <a:rPr lang="pt-BR" sz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leandro.leao@tivit.com.br           </a:t>
          </a:r>
          <a:r>
            <a:rPr lang="pt-BR" sz="1200" dirty="0" smtClean="0">
              <a:latin typeface="Calibri" pitchFamily="34" charset="0"/>
            </a:rPr>
            <a:t>(11) 3626-9305  </a:t>
          </a:r>
          <a:r>
            <a:rPr lang="pt-BR" sz="1200" dirty="0" smtClean="0">
              <a:latin typeface="Calibri" pitchFamily="34" charset="0"/>
            </a:rPr>
            <a:t> | </a:t>
          </a:r>
          <a:r>
            <a:rPr lang="pt-BR" sz="1200" dirty="0" smtClean="0">
              <a:latin typeface="Calibri" pitchFamily="34" charset="0"/>
            </a:rPr>
            <a:t>(11) 99391 9446</a:t>
          </a:r>
        </a:p>
      </dgm:t>
    </dgm:pt>
    <dgm:pt modelId="{4EA63301-63B2-43D4-A283-6E7FD2E95C92}" type="parTrans" cxnId="{2C3EBD22-6D6C-4418-BE39-565C390FDB4E}">
      <dgm:prSet/>
      <dgm:spPr/>
      <dgm:t>
        <a:bodyPr/>
        <a:lstStyle/>
        <a:p>
          <a:endParaRPr lang="pt-BR"/>
        </a:p>
      </dgm:t>
    </dgm:pt>
    <dgm:pt modelId="{D58B3504-B11B-4622-B43E-4989470DA0D4}" type="sibTrans" cxnId="{2C3EBD22-6D6C-4418-BE39-565C390FDB4E}">
      <dgm:prSet/>
      <dgm:spPr/>
      <dgm:t>
        <a:bodyPr/>
        <a:lstStyle/>
        <a:p>
          <a:endParaRPr lang="pt-BR"/>
        </a:p>
      </dgm:t>
    </dgm:pt>
    <dgm:pt modelId="{E1996624-FB93-4A32-93C1-FE85BEDA72B0}" type="pres">
      <dgm:prSet presAssocID="{0A6CFF08-4E9E-4D7A-B1E2-EA11A9DDA94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9B2A66C-7DCA-48D0-B721-D18AE9AE543E}" type="pres">
      <dgm:prSet presAssocID="{E44FB6C1-2434-4B6F-B23B-0C7AC125246D}" presName="composite" presStyleCnt="0"/>
      <dgm:spPr/>
    </dgm:pt>
    <dgm:pt modelId="{846D9FE6-BE63-4783-B4CB-2D702D5B744C}" type="pres">
      <dgm:prSet presAssocID="{E44FB6C1-2434-4B6F-B23B-0C7AC125246D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32B8B3D-A15A-4EC9-8098-C14FCBC16995}" type="pres">
      <dgm:prSet presAssocID="{E44FB6C1-2434-4B6F-B23B-0C7AC125246D}" presName="descendantText" presStyleLbl="alignAcc1" presStyleIdx="0" presStyleCnt="3" custScaleY="128491" custLinFactNeighborX="-9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89C7E60-CAA8-4B1B-B1A6-DFBBC83C8BF7}" type="pres">
      <dgm:prSet presAssocID="{31BD9C3A-F8B6-4ABD-A090-33C0A25BB9B9}" presName="sp" presStyleCnt="0"/>
      <dgm:spPr/>
    </dgm:pt>
    <dgm:pt modelId="{61BE0F10-146C-42B7-ACD5-BC262B25EFDF}" type="pres">
      <dgm:prSet presAssocID="{8952C11C-36B3-4028-BF3C-855DADC78B74}" presName="composite" presStyleCnt="0"/>
      <dgm:spPr/>
    </dgm:pt>
    <dgm:pt modelId="{76ED4FBA-605A-49D1-A063-D2B1FC68FCB9}" type="pres">
      <dgm:prSet presAssocID="{8952C11C-36B3-4028-BF3C-855DADC78B74}" presName="parentText" presStyleLbl="alignNode1" presStyleIdx="1" presStyleCnt="3" custLinFactNeighborX="-75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7ADC170-67F8-49AA-B640-64C0374E17A4}" type="pres">
      <dgm:prSet presAssocID="{8952C11C-36B3-4028-BF3C-855DADC78B74}" presName="descendantText" presStyleLbl="alignAcc1" presStyleIdx="1" presStyleCnt="3" custScaleX="100616" custScaleY="126831" custLinFactNeighborX="85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999DA0A-C09C-43F9-8AC8-9B00FF389D74}" type="pres">
      <dgm:prSet presAssocID="{4C1A8883-54A9-4122-BB56-736C5953B766}" presName="sp" presStyleCnt="0"/>
      <dgm:spPr/>
    </dgm:pt>
    <dgm:pt modelId="{C47298DF-E74E-4188-BF2A-350CC042D5BE}" type="pres">
      <dgm:prSet presAssocID="{2CDE8516-0FC1-440E-B340-F39528B334F6}" presName="composite" presStyleCnt="0"/>
      <dgm:spPr/>
    </dgm:pt>
    <dgm:pt modelId="{BD36A676-DC86-46B8-82CB-B37706EEB502}" type="pres">
      <dgm:prSet presAssocID="{2CDE8516-0FC1-440E-B340-F39528B334F6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8E57EB9-AE23-41C8-91FC-C67E6AEBBCE7}" type="pres">
      <dgm:prSet presAssocID="{2CDE8516-0FC1-440E-B340-F39528B334F6}" presName="descendantText" presStyleLbl="alignAcc1" presStyleIdx="2" presStyleCnt="3" custScaleY="12703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5276A89-EB38-489F-9CBB-65CD00E002A7}" srcId="{E44FB6C1-2434-4B6F-B23B-0C7AC125246D}" destId="{BD274C8B-9CF0-4568-A628-549F8D0C79D2}" srcOrd="0" destOrd="0" parTransId="{A95D985A-B9D6-448F-B3EE-21B59A9BD71B}" sibTransId="{FD3DE481-B2D2-4746-BEDF-722C65D1B974}"/>
    <dgm:cxn modelId="{AF7B91D4-135A-4606-9CB0-6F3767C13D8B}" type="presOf" srcId="{0A6CFF08-4E9E-4D7A-B1E2-EA11A9DDA94C}" destId="{E1996624-FB93-4A32-93C1-FE85BEDA72B0}" srcOrd="0" destOrd="0" presId="urn:microsoft.com/office/officeart/2005/8/layout/chevron2"/>
    <dgm:cxn modelId="{9E9C6AA9-440C-4714-AC57-B369233B9C2A}" srcId="{0A6CFF08-4E9E-4D7A-B1E2-EA11A9DDA94C}" destId="{E44FB6C1-2434-4B6F-B23B-0C7AC125246D}" srcOrd="0" destOrd="0" parTransId="{38766498-5535-4AC0-9160-061A59385690}" sibTransId="{31BD9C3A-F8B6-4ABD-A090-33C0A25BB9B9}"/>
    <dgm:cxn modelId="{3B242D25-D91C-44B0-AF57-95A6473F5008}" type="presOf" srcId="{311699D2-1816-41FE-8968-B8E3E5A7F454}" destId="{C32B8B3D-A15A-4EC9-8098-C14FCBC16995}" srcOrd="0" destOrd="1" presId="urn:microsoft.com/office/officeart/2005/8/layout/chevron2"/>
    <dgm:cxn modelId="{F7D8C1D6-53F3-491A-B8B4-E16E4500A38B}" srcId="{0A6CFF08-4E9E-4D7A-B1E2-EA11A9DDA94C}" destId="{2CDE8516-0FC1-440E-B340-F39528B334F6}" srcOrd="2" destOrd="0" parTransId="{F57AAC7F-A3D0-4CC3-9298-96BB6BDEAA85}" sibTransId="{9C86DDD9-5628-4293-8D43-9A952F9D7902}"/>
    <dgm:cxn modelId="{07A09BA3-6EDB-4AF1-B1D5-3CF4B1B0512B}" srcId="{0A6CFF08-4E9E-4D7A-B1E2-EA11A9DDA94C}" destId="{8952C11C-36B3-4028-BF3C-855DADC78B74}" srcOrd="1" destOrd="0" parTransId="{3565BD0E-D3DC-4F0C-887C-638F468C6431}" sibTransId="{4C1A8883-54A9-4122-BB56-736C5953B766}"/>
    <dgm:cxn modelId="{E0D43214-C81E-4988-B203-F602773EA977}" type="presOf" srcId="{E44FB6C1-2434-4B6F-B23B-0C7AC125246D}" destId="{846D9FE6-BE63-4783-B4CB-2D702D5B744C}" srcOrd="0" destOrd="0" presId="urn:microsoft.com/office/officeart/2005/8/layout/chevron2"/>
    <dgm:cxn modelId="{E3564A54-1A7F-43CF-B516-37072D9DB032}" srcId="{8952C11C-36B3-4028-BF3C-855DADC78B74}" destId="{B05ABBE6-7B0C-43B6-9877-A1FC569DCFA5}" srcOrd="0" destOrd="0" parTransId="{00D4777B-1DD4-4CD4-9113-065048A2C495}" sibTransId="{3407B700-61B4-4041-8470-A4AAFA9A3530}"/>
    <dgm:cxn modelId="{8AAAF217-ECC3-414B-9FCA-2DDC9254A620}" type="presOf" srcId="{8952C11C-36B3-4028-BF3C-855DADC78B74}" destId="{76ED4FBA-605A-49D1-A063-D2B1FC68FCB9}" srcOrd="0" destOrd="0" presId="urn:microsoft.com/office/officeart/2005/8/layout/chevron2"/>
    <dgm:cxn modelId="{9720F885-3399-4A7F-90DE-DAADEF7B8564}" type="presOf" srcId="{070E0C5A-B63C-4275-994E-8FEE8D9D3200}" destId="{78E57EB9-AE23-41C8-91FC-C67E6AEBBCE7}" srcOrd="0" destOrd="0" presId="urn:microsoft.com/office/officeart/2005/8/layout/chevron2"/>
    <dgm:cxn modelId="{40B055D7-58BD-4D15-9965-7D898F676791}" type="presOf" srcId="{2CDE8516-0FC1-440E-B340-F39528B334F6}" destId="{BD36A676-DC86-46B8-82CB-B37706EEB502}" srcOrd="0" destOrd="0" presId="urn:microsoft.com/office/officeart/2005/8/layout/chevron2"/>
    <dgm:cxn modelId="{E9BF117C-D644-4A15-AF2D-29E1F1E8BC39}" type="presOf" srcId="{BD274C8B-9CF0-4568-A628-549F8D0C79D2}" destId="{C32B8B3D-A15A-4EC9-8098-C14FCBC16995}" srcOrd="0" destOrd="0" presId="urn:microsoft.com/office/officeart/2005/8/layout/chevron2"/>
    <dgm:cxn modelId="{2C3EBD22-6D6C-4418-BE39-565C390FDB4E}" srcId="{2CDE8516-0FC1-440E-B340-F39528B334F6}" destId="{A9A0A1AB-3C73-4869-9771-50BAAA741CB2}" srcOrd="1" destOrd="0" parTransId="{4EA63301-63B2-43D4-A283-6E7FD2E95C92}" sibTransId="{D58B3504-B11B-4622-B43E-4989470DA0D4}"/>
    <dgm:cxn modelId="{8E9206CB-46FF-4D0A-9092-9E7A7B692038}" type="presOf" srcId="{A9A0A1AB-3C73-4869-9771-50BAAA741CB2}" destId="{78E57EB9-AE23-41C8-91FC-C67E6AEBBCE7}" srcOrd="0" destOrd="1" presId="urn:microsoft.com/office/officeart/2005/8/layout/chevron2"/>
    <dgm:cxn modelId="{7E6BEEE0-93D5-49AE-BEE7-B3CFD4C43474}" type="presOf" srcId="{B05ABBE6-7B0C-43B6-9877-A1FC569DCFA5}" destId="{C7ADC170-67F8-49AA-B640-64C0374E17A4}" srcOrd="0" destOrd="0" presId="urn:microsoft.com/office/officeart/2005/8/layout/chevron2"/>
    <dgm:cxn modelId="{DDABC835-1B6A-4A16-839D-DAEA4F720EF6}" srcId="{E44FB6C1-2434-4B6F-B23B-0C7AC125246D}" destId="{311699D2-1816-41FE-8968-B8E3E5A7F454}" srcOrd="1" destOrd="0" parTransId="{919B562F-A5D6-44CC-BCDE-D755CA39BF56}" sibTransId="{75A501E5-5F92-4D3D-A4FF-B35943679FA8}"/>
    <dgm:cxn modelId="{B417723F-EBCF-4929-BDCA-2A63C1E8E75D}" srcId="{2CDE8516-0FC1-440E-B340-F39528B334F6}" destId="{070E0C5A-B63C-4275-994E-8FEE8D9D3200}" srcOrd="0" destOrd="0" parTransId="{045B95A1-8F54-41B3-8D31-BD7D780FD9E1}" sibTransId="{89EC458B-02EB-4F7E-AAD5-F97239266FEC}"/>
    <dgm:cxn modelId="{8852769C-6EDF-4466-8005-DD4FA19E2745}" type="presParOf" srcId="{E1996624-FB93-4A32-93C1-FE85BEDA72B0}" destId="{B9B2A66C-7DCA-48D0-B721-D18AE9AE543E}" srcOrd="0" destOrd="0" presId="urn:microsoft.com/office/officeart/2005/8/layout/chevron2"/>
    <dgm:cxn modelId="{25A86726-2BBC-46E7-B386-EBB6012F152D}" type="presParOf" srcId="{B9B2A66C-7DCA-48D0-B721-D18AE9AE543E}" destId="{846D9FE6-BE63-4783-B4CB-2D702D5B744C}" srcOrd="0" destOrd="0" presId="urn:microsoft.com/office/officeart/2005/8/layout/chevron2"/>
    <dgm:cxn modelId="{5BB22983-7850-43C1-9DE4-B695288E4AF3}" type="presParOf" srcId="{B9B2A66C-7DCA-48D0-B721-D18AE9AE543E}" destId="{C32B8B3D-A15A-4EC9-8098-C14FCBC16995}" srcOrd="1" destOrd="0" presId="urn:microsoft.com/office/officeart/2005/8/layout/chevron2"/>
    <dgm:cxn modelId="{FE1502F1-C79A-44FD-A2CE-5C18E6E64EE1}" type="presParOf" srcId="{E1996624-FB93-4A32-93C1-FE85BEDA72B0}" destId="{B89C7E60-CAA8-4B1B-B1A6-DFBBC83C8BF7}" srcOrd="1" destOrd="0" presId="urn:microsoft.com/office/officeart/2005/8/layout/chevron2"/>
    <dgm:cxn modelId="{9F793E34-F8F9-48AA-A63B-3817B25B5DAC}" type="presParOf" srcId="{E1996624-FB93-4A32-93C1-FE85BEDA72B0}" destId="{61BE0F10-146C-42B7-ACD5-BC262B25EFDF}" srcOrd="2" destOrd="0" presId="urn:microsoft.com/office/officeart/2005/8/layout/chevron2"/>
    <dgm:cxn modelId="{6BC5F20A-FA0A-4A47-8486-B401660B2B05}" type="presParOf" srcId="{61BE0F10-146C-42B7-ACD5-BC262B25EFDF}" destId="{76ED4FBA-605A-49D1-A063-D2B1FC68FCB9}" srcOrd="0" destOrd="0" presId="urn:microsoft.com/office/officeart/2005/8/layout/chevron2"/>
    <dgm:cxn modelId="{7D7B9702-754F-4727-B07B-E64F9BCB33CF}" type="presParOf" srcId="{61BE0F10-146C-42B7-ACD5-BC262B25EFDF}" destId="{C7ADC170-67F8-49AA-B640-64C0374E17A4}" srcOrd="1" destOrd="0" presId="urn:microsoft.com/office/officeart/2005/8/layout/chevron2"/>
    <dgm:cxn modelId="{113618D2-7C3C-4E2D-BC8E-FBFACFB69795}" type="presParOf" srcId="{E1996624-FB93-4A32-93C1-FE85BEDA72B0}" destId="{B999DA0A-C09C-43F9-8AC8-9B00FF389D74}" srcOrd="3" destOrd="0" presId="urn:microsoft.com/office/officeart/2005/8/layout/chevron2"/>
    <dgm:cxn modelId="{2A2DF938-1BAF-41A4-A85D-90074CDE1973}" type="presParOf" srcId="{E1996624-FB93-4A32-93C1-FE85BEDA72B0}" destId="{C47298DF-E74E-4188-BF2A-350CC042D5BE}" srcOrd="4" destOrd="0" presId="urn:microsoft.com/office/officeart/2005/8/layout/chevron2"/>
    <dgm:cxn modelId="{A04025AC-8D23-4FFF-9C41-9958BFF13328}" type="presParOf" srcId="{C47298DF-E74E-4188-BF2A-350CC042D5BE}" destId="{BD36A676-DC86-46B8-82CB-B37706EEB502}" srcOrd="0" destOrd="0" presId="urn:microsoft.com/office/officeart/2005/8/layout/chevron2"/>
    <dgm:cxn modelId="{22FA0705-C9C1-4011-ADC7-B006A18F9AC3}" type="presParOf" srcId="{C47298DF-E74E-4188-BF2A-350CC042D5BE}" destId="{78E57EB9-AE23-41C8-91FC-C67E6AEBBCE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82485-625B-4695-A861-AA0FA8030783}">
      <dsp:nvSpPr>
        <dsp:cNvPr id="0" name=""/>
        <dsp:cNvSpPr/>
      </dsp:nvSpPr>
      <dsp:spPr>
        <a:xfrm>
          <a:off x="1382553" y="0"/>
          <a:ext cx="2073830" cy="3600000"/>
        </a:xfrm>
        <a:prstGeom prst="rightArrow">
          <a:avLst>
            <a:gd name="adj1" fmla="val 75000"/>
            <a:gd name="adj2" fmla="val 50000"/>
          </a:avLst>
        </a:prstGeom>
        <a:solidFill>
          <a:schemeClr val="bg2">
            <a:lumMod val="75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550" b="1" i="0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Solicitações</a:t>
          </a:r>
          <a:endParaRPr lang="pt-BR" sz="1550" b="1" i="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550" b="1" i="0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Incidentes</a:t>
          </a:r>
          <a:endParaRPr lang="pt-BR" sz="1550" b="1" i="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550" b="1" i="0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Problemas</a:t>
          </a:r>
          <a:endParaRPr lang="pt-BR" sz="1550" b="1" i="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550" b="1" i="0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Mudanças</a:t>
          </a:r>
          <a:endParaRPr lang="pt-BR" sz="1550" b="1" i="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382553" y="450000"/>
        <a:ext cx="1296144" cy="2700000"/>
      </dsp:txXfrm>
    </dsp:sp>
    <dsp:sp modelId="{8698FECD-4F72-4608-B64B-B317300C9607}">
      <dsp:nvSpPr>
        <dsp:cNvPr id="0" name=""/>
        <dsp:cNvSpPr/>
      </dsp:nvSpPr>
      <dsp:spPr>
        <a:xfrm>
          <a:off x="0" y="0"/>
          <a:ext cx="1382553" cy="3600000"/>
        </a:xfrm>
        <a:prstGeom prst="round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Clientes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e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baseline="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Parceiros</a:t>
          </a:r>
          <a:endParaRPr lang="pt-BR" sz="1900" b="1" kern="1200" baseline="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7491" y="67491"/>
        <a:ext cx="1247571" cy="3465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99EE5-2384-4FBF-8682-CDED9874F393}">
      <dsp:nvSpPr>
        <dsp:cNvPr id="0" name=""/>
        <dsp:cNvSpPr/>
      </dsp:nvSpPr>
      <dsp:spPr>
        <a:xfrm>
          <a:off x="2129105" y="543"/>
          <a:ext cx="3193659" cy="2118339"/>
        </a:xfrm>
        <a:prstGeom prst="rightArrow">
          <a:avLst>
            <a:gd name="adj1" fmla="val 75000"/>
            <a:gd name="adj2" fmla="val 50000"/>
          </a:avLst>
        </a:prstGeom>
        <a:solidFill>
          <a:schemeClr val="bg2">
            <a:lumMod val="60000"/>
            <a:lumOff val="40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2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400" b="1" kern="1200" dirty="0" smtClean="0">
            <a:solidFill>
              <a:schemeClr val="tx1"/>
            </a:solidFill>
            <a:effectLst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0800-550-769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 (11) 3246-8511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u="none" kern="120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Atendimento 24 x 7</a:t>
          </a:r>
          <a:endParaRPr lang="pt-BR" sz="1400" u="none" kern="1200" dirty="0">
            <a:solidFill>
              <a:schemeClr val="tx1"/>
            </a:solidFill>
            <a:effectLst/>
            <a:latin typeface="Calibri" panose="020F0502020204030204" pitchFamily="34" charset="0"/>
          </a:endParaRPr>
        </a:p>
      </dsp:txBody>
      <dsp:txXfrm>
        <a:off x="2129105" y="265335"/>
        <a:ext cx="2399282" cy="1588755"/>
      </dsp:txXfrm>
    </dsp:sp>
    <dsp:sp modelId="{2D3C11D7-B08A-41E8-BD32-776EF5360569}">
      <dsp:nvSpPr>
        <dsp:cNvPr id="0" name=""/>
        <dsp:cNvSpPr/>
      </dsp:nvSpPr>
      <dsp:spPr>
        <a:xfrm>
          <a:off x="0" y="543"/>
          <a:ext cx="2129106" cy="2118339"/>
        </a:xfrm>
        <a:prstGeom prst="round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50" b="1" i="0" kern="12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SERVICE DESK</a:t>
          </a:r>
          <a:r>
            <a:rPr lang="pt-BR" sz="1400" b="1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800" b="1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r>
            <a:rPr lang="pt-BR" sz="3000" b="1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endParaRPr lang="pt-BR" sz="3000" kern="1200" dirty="0"/>
        </a:p>
      </dsp:txBody>
      <dsp:txXfrm>
        <a:off x="103409" y="103952"/>
        <a:ext cx="1922288" cy="1911521"/>
      </dsp:txXfrm>
    </dsp:sp>
    <dsp:sp modelId="{E2B498B3-DBB7-447F-9833-43AF082F5CD3}">
      <dsp:nvSpPr>
        <dsp:cNvPr id="0" name=""/>
        <dsp:cNvSpPr/>
      </dsp:nvSpPr>
      <dsp:spPr>
        <a:xfrm>
          <a:off x="2069150" y="2330716"/>
          <a:ext cx="3251193" cy="2118339"/>
        </a:xfrm>
        <a:prstGeom prst="rightArrow">
          <a:avLst>
            <a:gd name="adj1" fmla="val 75000"/>
            <a:gd name="adj2" fmla="val 50000"/>
          </a:avLst>
        </a:prstGeom>
        <a:solidFill>
          <a:schemeClr val="bg2">
            <a:lumMod val="60000"/>
            <a:lumOff val="40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rPr>
            <a:t>Larissa Natashi  - </a:t>
          </a:r>
          <a:r>
            <a:rPr lang="pt-BR" sz="1200" b="1" kern="120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(11) 3626-9197</a:t>
          </a:r>
          <a:endParaRPr lang="pt-BR" sz="1200" kern="1200" dirty="0"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Adriano Paiva    - </a:t>
          </a:r>
          <a:r>
            <a:rPr lang="pt-BR" sz="1200" b="1" kern="1200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3626-9293</a:t>
          </a:r>
          <a:endParaRPr lang="pt-BR" sz="1200" b="1" kern="1200" dirty="0" smtClean="0">
            <a:solidFill>
              <a:schemeClr val="tx1"/>
            </a:solidFill>
            <a:effectLst/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Gustavo Torres  - </a:t>
          </a:r>
          <a:r>
            <a:rPr lang="pt-BR" sz="1200" b="1" kern="1200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3626-2015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spc="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itchFamily="34" charset="0"/>
            </a:rPr>
            <a:t>Gilvan Oliveira   - </a:t>
          </a:r>
          <a:r>
            <a:rPr lang="pt-BR" sz="1200" b="1" kern="1200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(11) 3626-7412</a:t>
          </a: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spc="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  <a:cs typeface="Calibri" pitchFamily="34" charset="0"/>
            </a:rPr>
            <a:t>sup.neg.aereo@tivit.com.br </a:t>
          </a:r>
          <a:r>
            <a:rPr lang="pt-BR" sz="1200" b="1" kern="1200" baseline="0" dirty="0" smtClean="0">
              <a:solidFill>
                <a:schemeClr val="tx1"/>
              </a:solidFill>
              <a:effectLst/>
              <a:latin typeface="Calibri" panose="020F0502020204030204" pitchFamily="34" charset="0"/>
            </a:rPr>
            <a:t>Atendimento: Dias Úteis                            Das 8 às 18hs</a:t>
          </a:r>
          <a:endParaRPr lang="pt-BR" sz="1200" b="1" kern="1200" spc="0" baseline="0" dirty="0" smtClean="0">
            <a:solidFill>
              <a:schemeClr val="tx1"/>
            </a:solidFill>
            <a:effectLst/>
            <a:latin typeface="Calibri" panose="020F0502020204030204" pitchFamily="34" charset="0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200" b="1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200" b="1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2069150" y="2595508"/>
        <a:ext cx="2456816" cy="1588755"/>
      </dsp:txXfrm>
    </dsp:sp>
    <dsp:sp modelId="{4C15FBCA-798E-4F20-BEEC-B7D3F5EEC030}">
      <dsp:nvSpPr>
        <dsp:cNvPr id="0" name=""/>
        <dsp:cNvSpPr/>
      </dsp:nvSpPr>
      <dsp:spPr>
        <a:xfrm>
          <a:off x="2420" y="2330716"/>
          <a:ext cx="2066729" cy="2118339"/>
        </a:xfrm>
        <a:prstGeom prst="round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t" anchorCtr="0">
          <a:noAutofit/>
        </a:bodyPr>
        <a:lstStyle/>
        <a:p>
          <a:pPr lvl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550" b="1" i="0" kern="1200" dirty="0" smtClean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50" b="1" i="0" kern="12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INTEGRAÇÃO DE CLIENTES</a:t>
          </a:r>
        </a:p>
        <a:p>
          <a:pPr lvl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550" b="1" i="0" kern="1200" dirty="0" smtClean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50" b="1" i="0" kern="12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AO NEGÓCIO</a:t>
          </a:r>
          <a:endParaRPr lang="pt-BR" sz="1550" b="1" i="0" kern="120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3309" y="2431605"/>
        <a:ext cx="1864951" cy="19165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D9FE6-BE63-4783-B4CB-2D702D5B744C}">
      <dsp:nvSpPr>
        <dsp:cNvPr id="0" name=""/>
        <dsp:cNvSpPr/>
      </dsp:nvSpPr>
      <dsp:spPr>
        <a:xfrm rot="5400000">
          <a:off x="-246270" y="404007"/>
          <a:ext cx="1578478" cy="1104934"/>
        </a:xfrm>
        <a:prstGeom prst="chevron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Service</a:t>
          </a:r>
          <a:r>
            <a:rPr lang="pt-BR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 Desk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 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1º nível</a:t>
          </a:r>
        </a:p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-9498" y="719702"/>
        <a:ext cx="1104934" cy="473544"/>
      </dsp:txXfrm>
    </dsp:sp>
    <dsp:sp modelId="{C32B8B3D-A15A-4EC9-8098-C14FCBC16995}">
      <dsp:nvSpPr>
        <dsp:cNvPr id="0" name=""/>
        <dsp:cNvSpPr/>
      </dsp:nvSpPr>
      <dsp:spPr>
        <a:xfrm rot="5400000">
          <a:off x="3514062" y="-2403425"/>
          <a:ext cx="1319024" cy="6167873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>
              <a:latin typeface="Calibri" pitchFamily="34" charset="0"/>
              <a:cs typeface="Calibri" pitchFamily="34" charset="0"/>
            </a:rPr>
            <a:t>1º escalonamento 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– </a:t>
          </a:r>
          <a:r>
            <a:rPr lang="pt-BR" sz="1200" b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Luiz Rodolfo Gerhard                                                               </a:t>
          </a:r>
          <a:r>
            <a:rPr lang="pt-BR" sz="1200" kern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luiz.gerhard@tivit.com.br            </a:t>
          </a:r>
          <a:r>
            <a:rPr lang="pt-BR" sz="12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(11) 3246-8618  </a:t>
          </a:r>
          <a:r>
            <a:rPr lang="pt-BR" sz="1200" kern="1200" dirty="0" smtClean="0">
              <a:latin typeface="Calibri" pitchFamily="34" charset="0"/>
            </a:rPr>
            <a:t>| </a:t>
          </a:r>
          <a:r>
            <a:rPr lang="pt-BR" sz="12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(12) 99186-7576</a:t>
          </a:r>
          <a:endParaRPr lang="pt-BR" sz="1200" b="0" kern="1200" dirty="0" smtClean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>
              <a:latin typeface="Calibri" pitchFamily="34" charset="0"/>
              <a:cs typeface="Calibri" pitchFamily="34" charset="0"/>
            </a:rPr>
            <a:t>2º escalonamento 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–  </a:t>
          </a:r>
          <a:r>
            <a:rPr lang="pt-BR" sz="1200" b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Anderson Moreto                                                                                                       </a:t>
          </a:r>
          <a:r>
            <a:rPr lang="pt-BR" sz="1200" kern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anderson.moreto@tivit.com.br</a:t>
          </a:r>
          <a:r>
            <a:rPr lang="pt-BR" sz="1200" kern="1200" dirty="0" smtClean="0">
              <a:latin typeface="Calibri" pitchFamily="34" charset="0"/>
            </a:rPr>
            <a:t>	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(11) </a:t>
          </a:r>
          <a:r>
            <a:rPr lang="pt-BR" sz="1200" kern="1200" dirty="0" smtClean="0">
              <a:latin typeface="Calibri" pitchFamily="34" charset="0"/>
            </a:rPr>
            <a:t>3246-8619 | (12) 99176-8275</a:t>
          </a:r>
          <a:endParaRPr lang="pt-BR" sz="1200" b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089638" y="85388"/>
        <a:ext cx="6103484" cy="1190246"/>
      </dsp:txXfrm>
    </dsp:sp>
    <dsp:sp modelId="{76ED4FBA-605A-49D1-A063-D2B1FC68FCB9}">
      <dsp:nvSpPr>
        <dsp:cNvPr id="0" name=""/>
        <dsp:cNvSpPr/>
      </dsp:nvSpPr>
      <dsp:spPr>
        <a:xfrm rot="5400000">
          <a:off x="-246270" y="1945838"/>
          <a:ext cx="1578478" cy="1104934"/>
        </a:xfrm>
        <a:prstGeom prst="chevron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pt-BR" sz="14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Integração e Suporte ao Negócio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-9498" y="2261533"/>
        <a:ext cx="1104934" cy="473544"/>
      </dsp:txXfrm>
    </dsp:sp>
    <dsp:sp modelId="{C7ADC170-67F8-49AA-B640-64C0374E17A4}">
      <dsp:nvSpPr>
        <dsp:cNvPr id="0" name=""/>
        <dsp:cNvSpPr/>
      </dsp:nvSpPr>
      <dsp:spPr>
        <a:xfrm rot="5400000">
          <a:off x="3528722" y="-880861"/>
          <a:ext cx="1301299" cy="620586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>
              <a:latin typeface="Calibri" pitchFamily="34" charset="0"/>
              <a:cs typeface="Calibri" pitchFamily="34" charset="0"/>
            </a:rPr>
            <a:t>1º escalonamento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 – Priscila Lima Oliveira</a:t>
          </a:r>
          <a:r>
            <a:rPr lang="pt-BR" sz="1200" b="0" kern="1200" dirty="0" smtClean="0">
              <a:latin typeface="Calibri" pitchFamily="34" charset="0"/>
              <a:cs typeface="Calibri" pitchFamily="34" charset="0"/>
            </a:rPr>
            <a:t>                                                                       </a:t>
          </a:r>
          <a:r>
            <a:rPr lang="pt-BR" sz="1200" kern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priscila.oliveira@tivit.com.br</a:t>
          </a:r>
          <a:r>
            <a:rPr lang="pt-BR" sz="1200" kern="1200" dirty="0" smtClean="0"/>
            <a:t>      </a:t>
          </a:r>
          <a:r>
            <a:rPr lang="pt-BR" sz="1200" kern="1200" dirty="0" smtClean="0"/>
            <a:t>(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11) </a:t>
          </a:r>
          <a:r>
            <a:rPr lang="pt-BR" sz="1200" kern="1200" dirty="0" smtClean="0">
              <a:latin typeface="Calibri" pitchFamily="34" charset="0"/>
              <a:cs typeface="Calibri" pitchFamily="34" charset="0"/>
            </a:rPr>
            <a:t>3626-9004  </a:t>
          </a:r>
          <a:r>
            <a:rPr lang="pt-BR" sz="1200" kern="1200" dirty="0" smtClean="0">
              <a:latin typeface="Calibri" pitchFamily="34" charset="0"/>
            </a:rPr>
            <a:t>| (11) 97654-2839</a:t>
          </a:r>
          <a:endParaRPr lang="pt-BR" sz="1200" kern="1200" dirty="0" smtClean="0">
            <a:latin typeface="Calibri" pitchFamily="34" charset="0"/>
            <a:cs typeface="Calibri" pitchFamily="34" charset="0"/>
          </a:endParaRPr>
        </a:p>
      </dsp:txBody>
      <dsp:txXfrm rot="-5400000">
        <a:off x="1076438" y="1634947"/>
        <a:ext cx="6142343" cy="1174251"/>
      </dsp:txXfrm>
    </dsp:sp>
    <dsp:sp modelId="{BD36A676-DC86-46B8-82CB-B37706EEB502}">
      <dsp:nvSpPr>
        <dsp:cNvPr id="0" name=""/>
        <dsp:cNvSpPr/>
      </dsp:nvSpPr>
      <dsp:spPr>
        <a:xfrm rot="5400000">
          <a:off x="-246270" y="3488695"/>
          <a:ext cx="1578478" cy="1104934"/>
        </a:xfrm>
        <a:prstGeom prst="chevron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2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itchFamily="34" charset="0"/>
            <a:cs typeface="Calibri" pitchFamily="34" charset="0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rPr>
            <a:t>Gerência</a:t>
          </a:r>
          <a:endParaRPr lang="pt-BR" sz="1200" b="1" kern="1200" dirty="0">
            <a:effectLst/>
            <a:latin typeface="Calibri" pitchFamily="34" charset="0"/>
          </a:endParaRPr>
        </a:p>
      </dsp:txBody>
      <dsp:txXfrm rot="-5400000">
        <a:off x="-9498" y="3804390"/>
        <a:ext cx="1104934" cy="473544"/>
      </dsp:txXfrm>
    </dsp:sp>
    <dsp:sp modelId="{78E57EB9-AE23-41C8-91FC-C67E6AEBBCE7}">
      <dsp:nvSpPr>
        <dsp:cNvPr id="0" name=""/>
        <dsp:cNvSpPr/>
      </dsp:nvSpPr>
      <dsp:spPr>
        <a:xfrm rot="5400000">
          <a:off x="3527696" y="680992"/>
          <a:ext cx="1303351" cy="6167873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5200" lvl="1" indent="-11430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pt-BR" sz="1200" b="1" kern="1200" dirty="0" smtClean="0">
              <a:latin typeface="Calibri" pitchFamily="34" charset="0"/>
            </a:rPr>
            <a:t>1º escalonamento </a:t>
          </a:r>
          <a:r>
            <a:rPr lang="it-IT" sz="1200" kern="1200" dirty="0" smtClean="0">
              <a:latin typeface="Calibri" pitchFamily="34" charset="0"/>
            </a:rPr>
            <a:t>– </a:t>
          </a:r>
          <a:r>
            <a:rPr lang="pt-BR" sz="1200" kern="1200" dirty="0" smtClean="0">
              <a:latin typeface="Calibri" pitchFamily="34" charset="0"/>
            </a:rPr>
            <a:t>Sueli Lopes da Silva                                                                             </a:t>
          </a:r>
          <a:r>
            <a:rPr lang="pt-BR" sz="1200" kern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sueli.silva@tivit.com.br</a:t>
          </a:r>
          <a:r>
            <a:rPr lang="pt-BR" sz="1200" kern="1200" dirty="0" smtClean="0">
              <a:latin typeface="Calibri" pitchFamily="34" charset="0"/>
            </a:rPr>
            <a:t>                 (11) 3626-9341  | (11) 97654-2183</a:t>
          </a:r>
        </a:p>
        <a:p>
          <a:pPr marL="115200" lvl="1" indent="-11430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pt-BR" sz="1200" b="1" kern="1200" dirty="0" smtClean="0">
              <a:latin typeface="Calibri" pitchFamily="34" charset="0"/>
              <a:cs typeface="Calibri" pitchFamily="34" charset="0"/>
            </a:rPr>
            <a:t>2º escalonamento </a:t>
          </a:r>
          <a:r>
            <a:rPr lang="it-IT" sz="1200" kern="1200" dirty="0" smtClean="0">
              <a:latin typeface="Calibri" panose="020F0502020204030204" pitchFamily="34" charset="0"/>
            </a:rPr>
            <a:t>–</a:t>
          </a:r>
          <a:r>
            <a:rPr lang="pt-BR" sz="1200" kern="1200" dirty="0" smtClean="0">
              <a:latin typeface="Calibri" panose="020F0502020204030204" pitchFamily="34" charset="0"/>
            </a:rPr>
            <a:t> Leandro  de Souza Leão                                                                             </a:t>
          </a:r>
          <a:r>
            <a:rPr lang="pt-BR" sz="1200" kern="1200" dirty="0" smtClean="0">
              <a:solidFill>
                <a:srgbClr val="1732F9"/>
              </a:solidFill>
              <a:effectLst/>
              <a:latin typeface="Calibri"/>
              <a:ea typeface="Times New Roman"/>
              <a:cs typeface="Arial"/>
            </a:rPr>
            <a:t>leandro.leao@tivit.com.br           </a:t>
          </a:r>
          <a:r>
            <a:rPr lang="pt-BR" sz="1200" kern="1200" dirty="0" smtClean="0">
              <a:latin typeface="Calibri" pitchFamily="34" charset="0"/>
            </a:rPr>
            <a:t>(11) 3626-9305  </a:t>
          </a:r>
          <a:r>
            <a:rPr lang="pt-BR" sz="1200" kern="1200" dirty="0" smtClean="0">
              <a:latin typeface="Calibri" pitchFamily="34" charset="0"/>
            </a:rPr>
            <a:t> | </a:t>
          </a:r>
          <a:r>
            <a:rPr lang="pt-BR" sz="1200" kern="1200" dirty="0" smtClean="0">
              <a:latin typeface="Calibri" pitchFamily="34" charset="0"/>
            </a:rPr>
            <a:t>(11) 99391 9446</a:t>
          </a:r>
        </a:p>
      </dsp:txBody>
      <dsp:txXfrm rot="-5400000">
        <a:off x="1095435" y="3176877"/>
        <a:ext cx="6104249" cy="1176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D256F-AE49-324D-8CCA-C544D473D9C8}" type="datetime1">
              <a:rPr lang="pt-BR" smtClean="0"/>
              <a:t>28/04/2015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61488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6DB58-634C-234B-819D-6E87A391AD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54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0EF5-1415-6B41-B874-44773AA05BEE}" type="datetime1">
              <a:rPr lang="pt-BR" smtClean="0"/>
              <a:t>28/04/2015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62239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362239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A147D-E8F8-4229-8D46-D353E860253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06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27F863-489B-4336-8884-8906D860AB93}" type="slidenum">
              <a:rPr lang="pt-BR" smtClean="0">
                <a:solidFill>
                  <a:prstClr val="white"/>
                </a:solidFill>
              </a:rPr>
              <a:pPr/>
              <a:t>1</a:t>
            </a:fld>
            <a:endParaRPr lang="pt-BR" smtClean="0">
              <a:solidFill>
                <a:prstClr val="white"/>
              </a:solidFill>
            </a:endParaRPr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739775"/>
            <a:ext cx="4927600" cy="3695700"/>
          </a:xfrm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A147D-E8F8-4229-8D46-D353E8602533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1de1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A147D-E8F8-4229-8D46-D353E8602533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A147D-E8F8-4229-8D46-D353E8602533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A147D-E8F8-4229-8D46-D353E8602533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A147D-E8F8-4229-8D46-D353E8602533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733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5"/>
          <p:cNvSpPr>
            <a:spLocks noChangeArrowheads="1"/>
          </p:cNvSpPr>
          <p:nvPr userDrawn="1"/>
        </p:nvSpPr>
        <p:spPr bwMode="auto">
          <a:xfrm>
            <a:off x="-684584" y="-99392"/>
            <a:ext cx="10441160" cy="69573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pic>
        <p:nvPicPr>
          <p:cNvPr id="35" name="Picture 1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-704705" y="-99392"/>
            <a:ext cx="10469212" cy="697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1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-684584" y="-110779"/>
            <a:ext cx="10469212" cy="697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tangle 5"/>
          <p:cNvSpPr>
            <a:spLocks noChangeArrowheads="1"/>
          </p:cNvSpPr>
          <p:nvPr userDrawn="1"/>
        </p:nvSpPr>
        <p:spPr bwMode="auto">
          <a:xfrm>
            <a:off x="6228184" y="5157192"/>
            <a:ext cx="1232003" cy="12410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38" name="Rectangle 5"/>
          <p:cNvSpPr>
            <a:spLocks noChangeArrowheads="1"/>
          </p:cNvSpPr>
          <p:nvPr userDrawn="1"/>
        </p:nvSpPr>
        <p:spPr bwMode="auto">
          <a:xfrm>
            <a:off x="7452320" y="5157192"/>
            <a:ext cx="1232003" cy="12410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39" name="Rectangle 5"/>
          <p:cNvSpPr>
            <a:spLocks noChangeArrowheads="1"/>
          </p:cNvSpPr>
          <p:nvPr userDrawn="1"/>
        </p:nvSpPr>
        <p:spPr bwMode="auto">
          <a:xfrm>
            <a:off x="6228184" y="3933056"/>
            <a:ext cx="1232003" cy="12410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0" name="Rectangle 5"/>
          <p:cNvSpPr>
            <a:spLocks noChangeArrowheads="1"/>
          </p:cNvSpPr>
          <p:nvPr userDrawn="1"/>
        </p:nvSpPr>
        <p:spPr bwMode="auto">
          <a:xfrm>
            <a:off x="7452320" y="3933056"/>
            <a:ext cx="1232003" cy="12410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1" name="Rectangle 5"/>
          <p:cNvSpPr>
            <a:spLocks noChangeArrowheads="1"/>
          </p:cNvSpPr>
          <p:nvPr userDrawn="1"/>
        </p:nvSpPr>
        <p:spPr bwMode="auto">
          <a:xfrm>
            <a:off x="5292080" y="393305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2" name="Rectangle 5"/>
          <p:cNvSpPr>
            <a:spLocks noChangeArrowheads="1"/>
          </p:cNvSpPr>
          <p:nvPr userDrawn="1"/>
        </p:nvSpPr>
        <p:spPr bwMode="auto">
          <a:xfrm>
            <a:off x="5292080" y="5661248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3" name="Rectangle 5"/>
          <p:cNvSpPr>
            <a:spLocks noChangeArrowheads="1"/>
          </p:cNvSpPr>
          <p:nvPr userDrawn="1"/>
        </p:nvSpPr>
        <p:spPr bwMode="auto">
          <a:xfrm>
            <a:off x="4427984" y="4797152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4" name="Rectangle 5"/>
          <p:cNvSpPr>
            <a:spLocks noChangeArrowheads="1"/>
          </p:cNvSpPr>
          <p:nvPr userDrawn="1"/>
        </p:nvSpPr>
        <p:spPr bwMode="auto">
          <a:xfrm>
            <a:off x="4427984" y="5661248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5" name="Rectangle 5"/>
          <p:cNvSpPr>
            <a:spLocks noChangeArrowheads="1"/>
          </p:cNvSpPr>
          <p:nvPr userDrawn="1"/>
        </p:nvSpPr>
        <p:spPr bwMode="auto">
          <a:xfrm>
            <a:off x="3563888" y="393305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6" name="Rectangle 5"/>
          <p:cNvSpPr>
            <a:spLocks noChangeArrowheads="1"/>
          </p:cNvSpPr>
          <p:nvPr userDrawn="1"/>
        </p:nvSpPr>
        <p:spPr bwMode="auto">
          <a:xfrm>
            <a:off x="3563888" y="4797152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7" name="Rectangle 5"/>
          <p:cNvSpPr>
            <a:spLocks noChangeArrowheads="1"/>
          </p:cNvSpPr>
          <p:nvPr userDrawn="1"/>
        </p:nvSpPr>
        <p:spPr bwMode="auto">
          <a:xfrm>
            <a:off x="2699792" y="4797152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8" name="Rectangle 5"/>
          <p:cNvSpPr>
            <a:spLocks noChangeArrowheads="1"/>
          </p:cNvSpPr>
          <p:nvPr userDrawn="1"/>
        </p:nvSpPr>
        <p:spPr bwMode="auto">
          <a:xfrm>
            <a:off x="2699792" y="5661248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9" name="Rectangle 5"/>
          <p:cNvSpPr>
            <a:spLocks noChangeArrowheads="1"/>
          </p:cNvSpPr>
          <p:nvPr userDrawn="1"/>
        </p:nvSpPr>
        <p:spPr bwMode="auto">
          <a:xfrm>
            <a:off x="7956376" y="1268760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0" name="Rectangle 5"/>
          <p:cNvSpPr>
            <a:spLocks noChangeArrowheads="1"/>
          </p:cNvSpPr>
          <p:nvPr userDrawn="1"/>
        </p:nvSpPr>
        <p:spPr bwMode="auto">
          <a:xfrm>
            <a:off x="7956376" y="213285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1" name="Rectangle 5"/>
          <p:cNvSpPr>
            <a:spLocks noChangeArrowheads="1"/>
          </p:cNvSpPr>
          <p:nvPr userDrawn="1"/>
        </p:nvSpPr>
        <p:spPr bwMode="auto">
          <a:xfrm>
            <a:off x="7092280" y="213285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2" name="Rectangle 5"/>
          <p:cNvSpPr>
            <a:spLocks noChangeArrowheads="1"/>
          </p:cNvSpPr>
          <p:nvPr userDrawn="1"/>
        </p:nvSpPr>
        <p:spPr bwMode="auto">
          <a:xfrm>
            <a:off x="7092280" y="2996952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 userDrawn="1"/>
        </p:nvSpPr>
        <p:spPr bwMode="auto">
          <a:xfrm>
            <a:off x="6228184" y="1268760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4" name="Rectangle 5"/>
          <p:cNvSpPr>
            <a:spLocks noChangeArrowheads="1"/>
          </p:cNvSpPr>
          <p:nvPr userDrawn="1"/>
        </p:nvSpPr>
        <p:spPr bwMode="auto">
          <a:xfrm>
            <a:off x="6228184" y="2996952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5" name="Rectangle 5"/>
          <p:cNvSpPr>
            <a:spLocks noChangeArrowheads="1"/>
          </p:cNvSpPr>
          <p:nvPr userDrawn="1"/>
        </p:nvSpPr>
        <p:spPr bwMode="auto">
          <a:xfrm>
            <a:off x="5292080" y="5661248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6" name="Rectangle 5"/>
          <p:cNvSpPr>
            <a:spLocks noChangeArrowheads="1"/>
          </p:cNvSpPr>
          <p:nvPr userDrawn="1"/>
        </p:nvSpPr>
        <p:spPr bwMode="auto">
          <a:xfrm>
            <a:off x="3563888" y="3933056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7" name="Rectangle 5"/>
          <p:cNvSpPr>
            <a:spLocks noChangeArrowheads="1"/>
          </p:cNvSpPr>
          <p:nvPr userDrawn="1"/>
        </p:nvSpPr>
        <p:spPr bwMode="auto">
          <a:xfrm>
            <a:off x="2699792" y="5661248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8" name="Rectangle 5"/>
          <p:cNvSpPr>
            <a:spLocks noChangeArrowheads="1"/>
          </p:cNvSpPr>
          <p:nvPr userDrawn="1"/>
        </p:nvSpPr>
        <p:spPr bwMode="auto">
          <a:xfrm>
            <a:off x="7092280" y="2132856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9" name="Rectangle 5"/>
          <p:cNvSpPr>
            <a:spLocks noChangeArrowheads="1"/>
          </p:cNvSpPr>
          <p:nvPr userDrawn="1"/>
        </p:nvSpPr>
        <p:spPr bwMode="auto">
          <a:xfrm>
            <a:off x="5292080" y="3933056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0" name="Rectangle 5"/>
          <p:cNvSpPr>
            <a:spLocks noChangeArrowheads="1"/>
          </p:cNvSpPr>
          <p:nvPr userDrawn="1"/>
        </p:nvSpPr>
        <p:spPr bwMode="auto">
          <a:xfrm>
            <a:off x="4427984" y="5661248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1" name="Rectangle 5"/>
          <p:cNvSpPr>
            <a:spLocks noChangeArrowheads="1"/>
          </p:cNvSpPr>
          <p:nvPr userDrawn="1"/>
        </p:nvSpPr>
        <p:spPr bwMode="auto">
          <a:xfrm>
            <a:off x="2699792" y="4797152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2" name="Rectangle 5"/>
          <p:cNvSpPr>
            <a:spLocks noChangeArrowheads="1"/>
          </p:cNvSpPr>
          <p:nvPr userDrawn="1"/>
        </p:nvSpPr>
        <p:spPr bwMode="auto">
          <a:xfrm>
            <a:off x="7956376" y="2132856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3" name="Rectangle 5"/>
          <p:cNvSpPr>
            <a:spLocks noChangeArrowheads="1"/>
          </p:cNvSpPr>
          <p:nvPr userDrawn="1"/>
        </p:nvSpPr>
        <p:spPr bwMode="auto">
          <a:xfrm>
            <a:off x="7092280" y="2996952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4" name="Rectangle 5"/>
          <p:cNvSpPr>
            <a:spLocks noChangeArrowheads="1"/>
          </p:cNvSpPr>
          <p:nvPr userDrawn="1"/>
        </p:nvSpPr>
        <p:spPr bwMode="auto">
          <a:xfrm>
            <a:off x="6228184" y="1268760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5" name="Rectangle 5"/>
          <p:cNvSpPr>
            <a:spLocks noChangeArrowheads="1"/>
          </p:cNvSpPr>
          <p:nvPr userDrawn="1"/>
        </p:nvSpPr>
        <p:spPr bwMode="auto">
          <a:xfrm>
            <a:off x="6228184" y="3933056"/>
            <a:ext cx="2448272" cy="2448272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72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_PADR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>
            <a:spLocks/>
          </p:cNvSpPr>
          <p:nvPr userDrawn="1"/>
        </p:nvSpPr>
        <p:spPr>
          <a:xfrm>
            <a:off x="8728108" y="6615259"/>
            <a:ext cx="539552" cy="260648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C4D31E-2F0A-EE4E-A789-4749AFCD9807}" type="slidenum">
              <a:rPr lang="pt-BR" sz="1000" b="1" smtClean="0">
                <a:solidFill>
                  <a:schemeClr val="bg1">
                    <a:lumMod val="65000"/>
                  </a:schemeClr>
                </a:solidFill>
              </a:rPr>
              <a:pPr algn="ctr"/>
              <a:t>‹nº›</a:t>
            </a:fld>
            <a:endParaRPr lang="pt-BR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62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-108520" y="-144016"/>
            <a:ext cx="9361040" cy="69573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9540552" y="0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-1116632" y="864096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9324528" y="177281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00608" y="3068960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9396536" y="3933056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-1044624" y="4841776"/>
            <a:ext cx="720080" cy="725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 userDrawn="1"/>
        </p:nvSpPr>
        <p:spPr bwMode="auto">
          <a:xfrm>
            <a:off x="11052720" y="5229200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-1116632" y="2132856"/>
            <a:ext cx="720080" cy="7253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-5365104" y="6237312"/>
            <a:ext cx="720080" cy="725363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13" name="Text Box 21"/>
          <p:cNvSpPr txBox="1">
            <a:spLocks noChangeArrowheads="1"/>
          </p:cNvSpPr>
          <p:nvPr userDrawn="1"/>
        </p:nvSpPr>
        <p:spPr bwMode="auto">
          <a:xfrm>
            <a:off x="1403648" y="4361663"/>
            <a:ext cx="8424936" cy="363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3266" tIns="46633" rIns="93266" bIns="46633">
            <a:spAutoFit/>
          </a:bodyPr>
          <a:lstStyle/>
          <a:p>
            <a:pPr lv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0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PARA UM MUNDO COMPLEXO, SOLUÇÕES ÚNICAS</a:t>
            </a:r>
            <a:endParaRPr lang="pt-BR" sz="2000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13" descr="TIVIT Logo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7664" y="2708920"/>
            <a:ext cx="5875859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3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3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IVIT Logo.eps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800" y="259664"/>
            <a:ext cx="1475656" cy="21700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1588" y="718985"/>
            <a:ext cx="9144000" cy="45719"/>
          </a:xfrm>
          <a:prstGeom prst="rect">
            <a:avLst/>
          </a:prstGeom>
          <a:solidFill>
            <a:srgbClr val="AE121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1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1587" y="6551633"/>
            <a:ext cx="9144000" cy="45719"/>
          </a:xfrm>
          <a:prstGeom prst="rect">
            <a:avLst/>
          </a:prstGeom>
          <a:solidFill>
            <a:srgbClr val="AE121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1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0" y="0"/>
            <a:ext cx="6810928" cy="764704"/>
          </a:xfrm>
          <a:prstGeom prst="rect">
            <a:avLst/>
          </a:prstGeom>
          <a:solidFill>
            <a:srgbClr val="AE1219"/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4" r:id="rId2"/>
    <p:sldLayoutId id="2147483686" r:id="rId3"/>
    <p:sldLayoutId id="2147483665" r:id="rId4"/>
    <p:sldLayoutId id="2147483687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hf sldNum="0" hdr="0" ft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5pPr>
      <a:lvl6pPr marL="456624" algn="l" rtl="0" fontAlgn="base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6pPr>
      <a:lvl7pPr marL="913238" algn="l" rtl="0" fontAlgn="base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7pPr>
      <a:lvl8pPr marL="1369857" algn="l" rtl="0" fontAlgn="base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8pPr>
      <a:lvl9pPr marL="1826476" algn="l" rtl="0" fontAlgn="base">
        <a:lnSpc>
          <a:spcPct val="9500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464" indent="-342464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rgbClr val="AF0000"/>
        </a:buClr>
        <a:buFont typeface="Wingdings 3" pitchFamily="18" charset="2"/>
        <a:defRPr sz="1400" b="1">
          <a:solidFill>
            <a:schemeClr val="tx1"/>
          </a:solidFill>
          <a:latin typeface="+mn-lt"/>
          <a:ea typeface="+mn-ea"/>
          <a:cs typeface="+mn-cs"/>
        </a:defRPr>
      </a:lvl1pPr>
      <a:lvl2pPr marL="456624" indent="-228306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rgbClr val="AF0000"/>
        </a:buClr>
        <a:buFont typeface="Wingdings 3" pitchFamily="18" charset="2"/>
        <a:buChar char=""/>
        <a:defRPr sz="1400" b="1">
          <a:solidFill>
            <a:schemeClr val="tx1"/>
          </a:solidFill>
          <a:latin typeface="+mn-lt"/>
          <a:cs typeface="+mn-cs"/>
        </a:defRPr>
      </a:lvl2pPr>
      <a:lvl3pPr marL="799083" indent="-228306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rgbClr val="AF0000"/>
        </a:buClr>
        <a:buSzPct val="120000"/>
        <a:buFont typeface="Wingdings" pitchFamily="2" charset="2"/>
        <a:buChar char="§"/>
        <a:defRPr sz="1400" b="1">
          <a:solidFill>
            <a:schemeClr val="tx1"/>
          </a:solidFill>
          <a:latin typeface="+mn-lt"/>
          <a:cs typeface="+mn-cs"/>
        </a:defRPr>
      </a:lvl3pPr>
      <a:lvl4pPr marL="1141547" indent="-171232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rgbClr val="AF0000"/>
        </a:buClr>
        <a:buSzPct val="120000"/>
        <a:buChar char="•"/>
        <a:defRPr sz="1400" b="1">
          <a:solidFill>
            <a:schemeClr val="tx1"/>
          </a:solidFill>
          <a:latin typeface="+mn-lt"/>
          <a:cs typeface="+mn-cs"/>
        </a:defRPr>
      </a:lvl4pPr>
      <a:lvl5pPr marL="1487183" indent="-174404" algn="l" rtl="0" eaLnBrk="0" fontAlgn="base" hangingPunct="0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cs typeface="+mn-cs"/>
        </a:defRPr>
      </a:lvl5pPr>
      <a:lvl6pPr marL="1943802" indent="-174404" algn="l" rtl="0" fontAlgn="base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cs typeface="+mn-cs"/>
        </a:defRPr>
      </a:lvl6pPr>
      <a:lvl7pPr marL="2400421" indent="-174404" algn="l" rtl="0" fontAlgn="base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cs typeface="+mn-cs"/>
        </a:defRPr>
      </a:lvl7pPr>
      <a:lvl8pPr marL="2857039" indent="-174404" algn="l" rtl="0" fontAlgn="base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cs typeface="+mn-cs"/>
        </a:defRPr>
      </a:lvl8pPr>
      <a:lvl9pPr marL="3313663" indent="-174404" algn="l" rtl="0" fontAlgn="base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624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238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857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476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095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713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6333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951" algn="l" defTabSz="9132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23353" y="4325154"/>
            <a:ext cx="2160239" cy="972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lv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150000"/>
            </a:pPr>
            <a:r>
              <a:rPr lang="pt-BR" sz="1600" b="1" dirty="0" smtClean="0">
                <a:solidFill>
                  <a:schemeClr val="bg1"/>
                </a:solidFill>
                <a:latin typeface="Verdana" pitchFamily="34" charset="0"/>
              </a:rPr>
              <a:t>LISTA DE ESCALONAMENTO </a:t>
            </a:r>
          </a:p>
          <a:p>
            <a:pPr lv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150000"/>
            </a:pPr>
            <a:r>
              <a:rPr lang="pt-BR" sz="1600" b="1" dirty="0" smtClean="0">
                <a:solidFill>
                  <a:schemeClr val="bg1"/>
                </a:solidFill>
                <a:latin typeface="Verdana" pitchFamily="34" charset="0"/>
              </a:rPr>
              <a:t>SEGMENTO:AÉREO</a:t>
            </a:r>
            <a:endParaRPr lang="pt-BR" sz="16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28160" y="5645859"/>
            <a:ext cx="1950626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lang="pt-BR" sz="2800" i="0" smtClean="0">
                <a:solidFill>
                  <a:schemeClr val="bg1"/>
                </a:solidFill>
              </a:rPr>
              <a:t>TIVIT</a:t>
            </a:r>
            <a:endParaRPr lang="pt-BR" sz="2800" i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8217190" y="1052736"/>
            <a:ext cx="531274" cy="5351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-14748" y="1052736"/>
            <a:ext cx="8564594" cy="5351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</p:spPr>
        <p:txBody>
          <a:bodyPr lIns="93266" tIns="46633" rIns="93266" bIns="46633"/>
          <a:lstStyle/>
          <a:p>
            <a:pPr algn="l">
              <a:lnSpc>
                <a:spcPct val="100000"/>
              </a:lnSpc>
            </a:pPr>
            <a:endParaRPr lang="pt-BR" sz="1100" i="0" dirty="0">
              <a:solidFill>
                <a:srgbClr val="FFFFFF"/>
              </a:solidFill>
            </a:endParaRPr>
          </a:p>
        </p:txBody>
      </p:sp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611560" y="208282"/>
            <a:ext cx="5112567" cy="709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3266" tIns="46633" rIns="93266" bIns="46633">
            <a:spAutoFit/>
          </a:bodyPr>
          <a:lstStyle/>
          <a:p>
            <a:pPr lvl="0"/>
            <a:r>
              <a:rPr lang="pt-BR" sz="2400" b="1" dirty="0">
                <a:solidFill>
                  <a:srgbClr val="FFFFFF"/>
                </a:solidFill>
              </a:rPr>
              <a:t>Escalonamento EDI</a:t>
            </a:r>
          </a:p>
          <a:p>
            <a:pPr>
              <a:lnSpc>
                <a:spcPct val="100000"/>
              </a:lnSpc>
            </a:pPr>
            <a:endParaRPr lang="pt-BR" sz="1600" b="1" dirty="0">
              <a:solidFill>
                <a:srgbClr val="FFFFFF"/>
              </a:solidFill>
            </a:endParaRPr>
          </a:p>
        </p:txBody>
      </p:sp>
      <p:graphicFrame>
        <p:nvGraphicFramePr>
          <p:cNvPr id="7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856207"/>
              </p:ext>
            </p:extLst>
          </p:nvPr>
        </p:nvGraphicFramePr>
        <p:xfrm>
          <a:off x="267531" y="2780928"/>
          <a:ext cx="8020051" cy="1358900"/>
        </p:xfrm>
        <a:graphic>
          <a:graphicData uri="http://schemas.openxmlformats.org/drawingml/2006/table">
            <a:tbl>
              <a:tblPr/>
              <a:tblGrid>
                <a:gridCol w="2603500"/>
                <a:gridCol w="2601913"/>
                <a:gridCol w="1689101"/>
                <a:gridCol w="1125537"/>
              </a:tblGrid>
              <a:tr h="255588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endParaRPr kumimoji="0" lang="pt-B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DOCUMENTO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r>
                        <a:rPr kumimoji="0" lang="pt-B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ó</a:t>
                      </a:r>
                      <a:r>
                        <a:rPr kumimoji="0" lang="pt-B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digo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Revisão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492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DMP-DOC-007-010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420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endParaRPr kumimoji="0" lang="pt-BR" sz="6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Lista de Escalonamento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Segmento : Aéreo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Classificação da Informação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Página</a:t>
                      </a:r>
                      <a:endParaRPr kumimoji="0"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Setorial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15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Vide Rodapé.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28" descr="tivit_verm_po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916609"/>
            <a:ext cx="17272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623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611561" y="208282"/>
            <a:ext cx="4824536" cy="46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3266" tIns="46633" rIns="93266" bIns="46633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1" dirty="0" smtClean="0">
                <a:solidFill>
                  <a:srgbClr val="FFFFFF"/>
                </a:solidFill>
              </a:rPr>
              <a:t>Fluxo de Abertura de Incidentes</a:t>
            </a:r>
            <a:endParaRPr lang="pt-BR" sz="2400" b="1" dirty="0">
              <a:solidFill>
                <a:srgbClr val="FFFFFF"/>
              </a:solidFill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929" y="764704"/>
            <a:ext cx="7837487" cy="467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777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588191" y="208282"/>
            <a:ext cx="3767785" cy="46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3266" tIns="46633" rIns="93266" bIns="46633">
            <a:spAutoFit/>
          </a:bodyPr>
          <a:lstStyle/>
          <a:p>
            <a:r>
              <a:rPr lang="pt-BR" sz="2400" b="1" dirty="0" smtClean="0">
                <a:solidFill>
                  <a:srgbClr val="FFFFFF"/>
                </a:solidFill>
              </a:rPr>
              <a:t>Equipe de Atendimento</a:t>
            </a:r>
            <a:endParaRPr lang="pt-BR" sz="24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881836042"/>
              </p:ext>
            </p:extLst>
          </p:nvPr>
        </p:nvGraphicFramePr>
        <p:xfrm>
          <a:off x="35496" y="1398280"/>
          <a:ext cx="3456384" cy="36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059471596"/>
              </p:ext>
            </p:extLst>
          </p:nvPr>
        </p:nvGraphicFramePr>
        <p:xfrm>
          <a:off x="3347864" y="980728"/>
          <a:ext cx="5322765" cy="444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336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Graphic spid="6" grpId="0">
        <p:bldAsOne/>
      </p:bldGraphic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611561" y="208282"/>
            <a:ext cx="4032447" cy="46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3266" tIns="46633" rIns="93266" bIns="46633">
            <a:spAutoFit/>
          </a:bodyPr>
          <a:lstStyle/>
          <a:p>
            <a:r>
              <a:rPr lang="pt-BR" sz="2400" b="1" dirty="0" smtClean="0">
                <a:solidFill>
                  <a:srgbClr val="FFFFFF"/>
                </a:solidFill>
              </a:rPr>
              <a:t>Escalonamento Gerencial </a:t>
            </a:r>
            <a:endParaRPr lang="pt-BR" sz="2400" b="1" dirty="0">
              <a:solidFill>
                <a:srgbClr val="FFFFFF"/>
              </a:solidFill>
            </a:endParaRP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47675" y="836713"/>
            <a:ext cx="8066088" cy="4771926"/>
          </a:xfrm>
          <a:prstGeom prst="rect">
            <a:avLst/>
          </a:prstGeom>
        </p:spPr>
        <p:txBody>
          <a:bodyPr/>
          <a:lstStyle>
            <a:lvl1pPr marL="342464" indent="-342464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AF0000"/>
              </a:buClr>
              <a:buFont typeface="Wingdings 3" pitchFamily="18" charset="2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624" indent="-228306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AF0000"/>
              </a:buClr>
              <a:buFont typeface="Wingdings 3" pitchFamily="18" charset="2"/>
              <a:buChar char="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2pPr>
            <a:lvl3pPr marL="799083" indent="-228306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AF0000"/>
              </a:buClr>
              <a:buSzPct val="12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3pPr>
            <a:lvl4pPr marL="1141547" indent="-171232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AF0000"/>
              </a:buClr>
              <a:buSzPct val="120000"/>
              <a:buChar char="•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4pPr>
            <a:lvl5pPr marL="1487183" indent="-174404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5pPr>
            <a:lvl6pPr marL="1943802" indent="-17440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6pPr>
            <a:lvl7pPr marL="2400421" indent="-17440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7pPr>
            <a:lvl8pPr marL="2857039" indent="-17440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8pPr>
            <a:lvl9pPr marL="3313663" indent="-17440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endParaRPr lang="pt-BR" kern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2">
              <a:defRPr/>
            </a:pPr>
            <a:endParaRPr lang="pt-BR" kern="0" dirty="0" smtClean="0"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endParaRPr lang="pt-BR" kern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2">
              <a:defRPr/>
            </a:pPr>
            <a:endParaRPr lang="pt-BR" kern="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75429025"/>
              </p:ext>
            </p:extLst>
          </p:nvPr>
        </p:nvGraphicFramePr>
        <p:xfrm>
          <a:off x="827584" y="908720"/>
          <a:ext cx="7272808" cy="485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36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34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THINKCELLSHAPEDONOTDELETE" val="pV20Gn56dVEGo2DdbT.0i4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THINKCELLSHAPEDONOTDELETE" val="pV20Gn56dVEGo2DdbT.0i4Q"/>
</p:tagLst>
</file>

<file path=ppt/theme/theme1.xml><?xml version="1.0" encoding="utf-8"?>
<a:theme xmlns:a="http://schemas.openxmlformats.org/drawingml/2006/main" name="9_Estrutura padrão">
  <a:themeElements>
    <a:clrScheme name="1_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Estrutura padrã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6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200" b="1" i="1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6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200" b="1" i="1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9380</TotalTime>
  <Words>189</Words>
  <Application>Microsoft Office PowerPoint</Application>
  <PresentationFormat>Apresentação na tela (4:3)</PresentationFormat>
  <Paragraphs>60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9_Estrutura padrão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Debora De Carvalho Farias Patriota</dc:creator>
  <cp:lastModifiedBy>Sueli Lopes da Silva</cp:lastModifiedBy>
  <cp:revision>625</cp:revision>
  <cp:lastPrinted>2013-02-07T12:48:05Z</cp:lastPrinted>
  <dcterms:created xsi:type="dcterms:W3CDTF">2012-02-28T14:47:30Z</dcterms:created>
  <dcterms:modified xsi:type="dcterms:W3CDTF">2015-04-28T18:26:09Z</dcterms:modified>
</cp:coreProperties>
</file>