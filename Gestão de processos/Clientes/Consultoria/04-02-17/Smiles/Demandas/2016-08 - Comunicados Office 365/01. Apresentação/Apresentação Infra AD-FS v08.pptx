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338" r:id="rId3"/>
    <p:sldId id="343" r:id="rId4"/>
    <p:sldId id="342" r:id="rId5"/>
    <p:sldId id="350" r:id="rId6"/>
    <p:sldId id="349" r:id="rId7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FF9900"/>
    <a:srgbClr val="D0462D"/>
    <a:srgbClr val="F57124"/>
    <a:srgbClr val="99CCFF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E2DF67C0-F905-4871-942A-C7D358D2C5C5}">
      <dgm:prSet/>
      <dgm:spPr/>
      <dgm:t>
        <a:bodyPr/>
        <a:lstStyle/>
        <a:p>
          <a:r>
            <a:rPr lang="pt-BR" dirty="0"/>
            <a:t>S1</a:t>
          </a:r>
        </a:p>
      </dgm:t>
    </dgm:pt>
    <dgm:pt modelId="{A29854DA-C9E3-4A6B-8B8E-11E5F25838B7}" type="parTrans" cxnId="{32CA5D03-B874-43FA-B202-E13AD72194BE}">
      <dgm:prSet/>
      <dgm:spPr/>
      <dgm:t>
        <a:bodyPr/>
        <a:lstStyle/>
        <a:p>
          <a:endParaRPr lang="pt-BR"/>
        </a:p>
      </dgm:t>
    </dgm:pt>
    <dgm:pt modelId="{1E63549F-EABD-47E7-85C5-1F5D19B488A8}" type="sibTrans" cxnId="{32CA5D03-B874-43FA-B202-E13AD72194BE}">
      <dgm:prSet/>
      <dgm:spPr/>
      <dgm:t>
        <a:bodyPr/>
        <a:lstStyle/>
        <a:p>
          <a:endParaRPr lang="pt-BR"/>
        </a:p>
      </dgm:t>
    </dgm:pt>
    <dgm:pt modelId="{EA447803-1168-4CE3-875C-86C274713E70}">
      <dgm:prSet/>
      <dgm:spPr/>
      <dgm:t>
        <a:bodyPr/>
        <a:lstStyle/>
        <a:p>
          <a:r>
            <a:rPr lang="pt-BR" dirty="0"/>
            <a:t>S2</a:t>
          </a:r>
        </a:p>
      </dgm:t>
    </dgm:pt>
    <dgm:pt modelId="{CDACFF5E-53FF-4B1F-A3F0-BD0A34B91379}" type="parTrans" cxnId="{DCA8C12C-6F17-4E44-B2F8-F4937AA6DCA1}">
      <dgm:prSet/>
      <dgm:spPr/>
      <dgm:t>
        <a:bodyPr/>
        <a:lstStyle/>
        <a:p>
          <a:endParaRPr lang="pt-BR"/>
        </a:p>
      </dgm:t>
    </dgm:pt>
    <dgm:pt modelId="{87F0E735-95C2-44E5-83DA-983546EEA617}" type="sibTrans" cxnId="{DCA8C12C-6F17-4E44-B2F8-F4937AA6DCA1}">
      <dgm:prSet/>
      <dgm:spPr/>
      <dgm:t>
        <a:bodyPr/>
        <a:lstStyle/>
        <a:p>
          <a:endParaRPr lang="pt-BR"/>
        </a:p>
      </dgm:t>
    </dgm:pt>
    <dgm:pt modelId="{7857B0DF-AE0B-4FB5-8BB3-19DFFE184A1F}">
      <dgm:prSet/>
      <dgm:spPr/>
      <dgm:t>
        <a:bodyPr/>
        <a:lstStyle/>
        <a:p>
          <a:r>
            <a:rPr lang="pt-BR" dirty="0"/>
            <a:t>S3</a:t>
          </a:r>
        </a:p>
      </dgm:t>
    </dgm:pt>
    <dgm:pt modelId="{BBB72739-9BCB-429F-9AB6-DB1E35153257}" type="parTrans" cxnId="{9FA263B1-F624-417F-8DE1-E5C09D93F86D}">
      <dgm:prSet/>
      <dgm:spPr/>
      <dgm:t>
        <a:bodyPr/>
        <a:lstStyle/>
        <a:p>
          <a:endParaRPr lang="pt-BR"/>
        </a:p>
      </dgm:t>
    </dgm:pt>
    <dgm:pt modelId="{1129F80C-6BCC-4F5B-BBB8-E917F5A40981}" type="sibTrans" cxnId="{9FA263B1-F624-417F-8DE1-E5C09D93F86D}">
      <dgm:prSet/>
      <dgm:spPr/>
      <dgm:t>
        <a:bodyPr/>
        <a:lstStyle/>
        <a:p>
          <a:endParaRPr lang="pt-BR"/>
        </a:p>
      </dgm:t>
    </dgm:pt>
    <dgm:pt modelId="{1E59CD25-E9BB-4E9D-8740-FB62ABED8FF2}">
      <dgm:prSet/>
      <dgm:spPr/>
      <dgm:t>
        <a:bodyPr/>
        <a:lstStyle/>
        <a:p>
          <a:r>
            <a:rPr lang="pt-BR" dirty="0"/>
            <a:t>S4</a:t>
          </a:r>
        </a:p>
      </dgm:t>
    </dgm:pt>
    <dgm:pt modelId="{E59FCF3D-0470-4773-97EA-DE6B80B22C07}" type="parTrans" cxnId="{7DF24C66-23BF-4C82-92EB-EA59AEFC4FC2}">
      <dgm:prSet/>
      <dgm:spPr/>
      <dgm:t>
        <a:bodyPr/>
        <a:lstStyle/>
        <a:p>
          <a:endParaRPr lang="pt-BR"/>
        </a:p>
      </dgm:t>
    </dgm:pt>
    <dgm:pt modelId="{17306C73-7C95-41B9-9D69-A0A21B14FB9A}" type="sibTrans" cxnId="{7DF24C66-23BF-4C82-92EB-EA59AEFC4FC2}">
      <dgm:prSet/>
      <dgm:spPr/>
      <dgm:t>
        <a:bodyPr/>
        <a:lstStyle/>
        <a:p>
          <a:endParaRPr lang="pt-BR"/>
        </a:p>
      </dgm:t>
    </dgm:pt>
    <dgm:pt modelId="{01E85869-4714-4E79-981F-A49927D9F6B7}">
      <dgm:prSet/>
      <dgm:spPr/>
      <dgm:t>
        <a:bodyPr/>
        <a:lstStyle/>
        <a:p>
          <a:r>
            <a:rPr lang="pt-BR" dirty="0"/>
            <a:t>S1</a:t>
          </a:r>
        </a:p>
      </dgm:t>
    </dgm:pt>
    <dgm:pt modelId="{C1091C07-02AE-45E2-9F99-9E180E6DED45}" type="parTrans" cxnId="{4B3AD68F-80CE-4A63-9E2B-B46EE2733060}">
      <dgm:prSet/>
      <dgm:spPr/>
      <dgm:t>
        <a:bodyPr/>
        <a:lstStyle/>
        <a:p>
          <a:endParaRPr lang="pt-BR"/>
        </a:p>
      </dgm:t>
    </dgm:pt>
    <dgm:pt modelId="{4890D858-7AB7-4693-A6B9-9AAAD4243D8F}" type="sibTrans" cxnId="{4B3AD68F-80CE-4A63-9E2B-B46EE2733060}">
      <dgm:prSet/>
      <dgm:spPr/>
      <dgm:t>
        <a:bodyPr/>
        <a:lstStyle/>
        <a:p>
          <a:endParaRPr lang="pt-BR"/>
        </a:p>
      </dgm:t>
    </dgm:pt>
    <dgm:pt modelId="{661E7102-A5D9-47B4-BD7C-EA86FD9E882D}">
      <dgm:prSet/>
      <dgm:spPr/>
      <dgm:t>
        <a:bodyPr/>
        <a:lstStyle/>
        <a:p>
          <a:r>
            <a:rPr lang="pt-BR" dirty="0"/>
            <a:t>S2</a:t>
          </a:r>
        </a:p>
      </dgm:t>
    </dgm:pt>
    <dgm:pt modelId="{4F2E7BC3-3AAD-42AC-A3F2-1E33B966AEBF}" type="parTrans" cxnId="{4E00DAAF-2909-448C-9FEC-171F026237D3}">
      <dgm:prSet/>
      <dgm:spPr/>
      <dgm:t>
        <a:bodyPr/>
        <a:lstStyle/>
        <a:p>
          <a:endParaRPr lang="pt-BR"/>
        </a:p>
      </dgm:t>
    </dgm:pt>
    <dgm:pt modelId="{B5D836BC-5FE7-455B-9E5A-F8A24C5F187B}" type="sibTrans" cxnId="{4E00DAAF-2909-448C-9FEC-171F026237D3}">
      <dgm:prSet/>
      <dgm:spPr/>
      <dgm:t>
        <a:bodyPr/>
        <a:lstStyle/>
        <a:p>
          <a:endParaRPr lang="pt-BR"/>
        </a:p>
      </dgm:t>
    </dgm:pt>
    <dgm:pt modelId="{096A0FC5-B67C-4C7D-BA82-6C793C70F5E9}">
      <dgm:prSet/>
      <dgm:spPr/>
      <dgm:t>
        <a:bodyPr/>
        <a:lstStyle/>
        <a:p>
          <a:r>
            <a:rPr lang="pt-BR" dirty="0"/>
            <a:t>S3</a:t>
          </a:r>
        </a:p>
      </dgm:t>
    </dgm:pt>
    <dgm:pt modelId="{6BA52580-6610-445E-9F0B-F942EB131C80}" type="parTrans" cxnId="{57FE05ED-AB32-4B59-BC78-28F9C669DCA8}">
      <dgm:prSet/>
      <dgm:spPr/>
      <dgm:t>
        <a:bodyPr/>
        <a:lstStyle/>
        <a:p>
          <a:endParaRPr lang="pt-BR"/>
        </a:p>
      </dgm:t>
    </dgm:pt>
    <dgm:pt modelId="{E11AD679-1C8F-446A-8578-6F8CAC9F6480}" type="sibTrans" cxnId="{57FE05ED-AB32-4B59-BC78-28F9C669DCA8}">
      <dgm:prSet/>
      <dgm:spPr/>
      <dgm:t>
        <a:bodyPr/>
        <a:lstStyle/>
        <a:p>
          <a:endParaRPr lang="pt-BR"/>
        </a:p>
      </dgm:t>
    </dgm:pt>
    <dgm:pt modelId="{5FE55E24-BF0A-412D-8AF7-40C53C73974B}">
      <dgm:prSet/>
      <dgm:spPr/>
      <dgm:t>
        <a:bodyPr/>
        <a:lstStyle/>
        <a:p>
          <a:r>
            <a:rPr lang="pt-BR" dirty="0"/>
            <a:t>S4</a:t>
          </a:r>
        </a:p>
      </dgm:t>
    </dgm:pt>
    <dgm:pt modelId="{24593802-5F5A-4C6A-B979-323F5D972E1B}" type="parTrans" cxnId="{272848A5-4B8D-469F-9AC7-A332BE4A6727}">
      <dgm:prSet/>
      <dgm:spPr/>
      <dgm:t>
        <a:bodyPr/>
        <a:lstStyle/>
        <a:p>
          <a:endParaRPr lang="pt-BR"/>
        </a:p>
      </dgm:t>
    </dgm:pt>
    <dgm:pt modelId="{9D2C820A-4B96-4BC5-B995-F0F5A9D77C52}" type="sibTrans" cxnId="{272848A5-4B8D-469F-9AC7-A332BE4A6727}">
      <dgm:prSet/>
      <dgm:spPr/>
      <dgm:t>
        <a:bodyPr/>
        <a:lstStyle/>
        <a:p>
          <a:endParaRPr lang="pt-BR"/>
        </a:p>
      </dgm:t>
    </dgm:pt>
    <dgm:pt modelId="{B167D172-2AF3-44AA-9F8D-52B4B8D6050D}">
      <dgm:prSet/>
      <dgm:spPr/>
      <dgm:t>
        <a:bodyPr/>
        <a:lstStyle/>
        <a:p>
          <a:r>
            <a:rPr lang="pt-BR" dirty="0"/>
            <a:t>S1</a:t>
          </a:r>
        </a:p>
      </dgm:t>
    </dgm:pt>
    <dgm:pt modelId="{6FF6A91C-C340-43CD-A8A1-231BF5F60873}" type="parTrans" cxnId="{7C5EA19F-8847-43D5-8CC0-D01835A98C1F}">
      <dgm:prSet/>
      <dgm:spPr/>
      <dgm:t>
        <a:bodyPr/>
        <a:lstStyle/>
        <a:p>
          <a:endParaRPr lang="pt-BR"/>
        </a:p>
      </dgm:t>
    </dgm:pt>
    <dgm:pt modelId="{D5F67056-F717-49DB-8AF1-4B5ED35EA040}" type="sibTrans" cxnId="{7C5EA19F-8847-43D5-8CC0-D01835A98C1F}">
      <dgm:prSet/>
      <dgm:spPr/>
      <dgm:t>
        <a:bodyPr/>
        <a:lstStyle/>
        <a:p>
          <a:endParaRPr lang="pt-BR"/>
        </a:p>
      </dgm:t>
    </dgm:pt>
    <dgm:pt modelId="{E4F55191-0245-4B02-9974-C372CCC306D1}">
      <dgm:prSet/>
      <dgm:spPr/>
      <dgm:t>
        <a:bodyPr/>
        <a:lstStyle/>
        <a:p>
          <a:r>
            <a:rPr lang="pt-BR" dirty="0"/>
            <a:t>S2</a:t>
          </a:r>
        </a:p>
      </dgm:t>
    </dgm:pt>
    <dgm:pt modelId="{F014992B-6F9A-4522-A268-7C9C6F6471EF}" type="parTrans" cxnId="{840F5D11-F621-4CC9-88F6-4CD7238F29CF}">
      <dgm:prSet/>
      <dgm:spPr/>
      <dgm:t>
        <a:bodyPr/>
        <a:lstStyle/>
        <a:p>
          <a:endParaRPr lang="pt-BR"/>
        </a:p>
      </dgm:t>
    </dgm:pt>
    <dgm:pt modelId="{AF8CE426-06DB-4295-AAC7-78D677043C94}" type="sibTrans" cxnId="{840F5D11-F621-4CC9-88F6-4CD7238F29CF}">
      <dgm:prSet/>
      <dgm:spPr/>
      <dgm:t>
        <a:bodyPr/>
        <a:lstStyle/>
        <a:p>
          <a:endParaRPr lang="pt-BR"/>
        </a:p>
      </dgm:t>
    </dgm:pt>
    <dgm:pt modelId="{5DE345A2-E6B2-4FCA-9929-BF5B48289D54}">
      <dgm:prSet/>
      <dgm:spPr/>
      <dgm:t>
        <a:bodyPr/>
        <a:lstStyle/>
        <a:p>
          <a:r>
            <a:rPr lang="pt-BR" dirty="0"/>
            <a:t>S3</a:t>
          </a:r>
        </a:p>
      </dgm:t>
    </dgm:pt>
    <dgm:pt modelId="{C1FCD839-4AD6-475B-9303-92467B14F1C7}" type="parTrans" cxnId="{619F5E80-ED06-459D-B552-DDFC381CC711}">
      <dgm:prSet/>
      <dgm:spPr/>
      <dgm:t>
        <a:bodyPr/>
        <a:lstStyle/>
        <a:p>
          <a:endParaRPr lang="pt-BR"/>
        </a:p>
      </dgm:t>
    </dgm:pt>
    <dgm:pt modelId="{242DAAFF-5999-4649-A0A7-B8BBD8FAC250}" type="sibTrans" cxnId="{619F5E80-ED06-459D-B552-DDFC381CC711}">
      <dgm:prSet/>
      <dgm:spPr/>
      <dgm:t>
        <a:bodyPr/>
        <a:lstStyle/>
        <a:p>
          <a:endParaRPr lang="pt-BR"/>
        </a:p>
      </dgm:t>
    </dgm:pt>
    <dgm:pt modelId="{47442A60-265F-43CD-BC6B-30C1984DE989}">
      <dgm:prSet/>
      <dgm:spPr/>
      <dgm:t>
        <a:bodyPr/>
        <a:lstStyle/>
        <a:p>
          <a:r>
            <a:rPr lang="pt-BR" dirty="0"/>
            <a:t>S4</a:t>
          </a:r>
        </a:p>
      </dgm:t>
    </dgm:pt>
    <dgm:pt modelId="{8F08159C-999D-4A59-93C4-E399EA670B83}" type="parTrans" cxnId="{FAFFC0C9-D5B2-435B-95E7-6ADD75AC5C73}">
      <dgm:prSet/>
      <dgm:spPr/>
      <dgm:t>
        <a:bodyPr/>
        <a:lstStyle/>
        <a:p>
          <a:endParaRPr lang="pt-BR"/>
        </a:p>
      </dgm:t>
    </dgm:pt>
    <dgm:pt modelId="{1FCDD5C2-E6AC-40EC-A67D-D7B0547B9C36}" type="sibTrans" cxnId="{FAFFC0C9-D5B2-435B-95E7-6ADD75AC5C73}">
      <dgm:prSet/>
      <dgm:spPr/>
      <dgm:t>
        <a:bodyPr/>
        <a:lstStyle/>
        <a:p>
          <a:endParaRPr lang="pt-BR"/>
        </a:p>
      </dgm:t>
    </dgm:pt>
    <dgm:pt modelId="{F5BF6DAB-625F-4207-93DF-EF7E4EA304B5}">
      <dgm:prSet/>
      <dgm:spPr/>
      <dgm:t>
        <a:bodyPr/>
        <a:lstStyle/>
        <a:p>
          <a:r>
            <a:rPr lang="pt-BR" dirty="0"/>
            <a:t>S1</a:t>
          </a:r>
        </a:p>
      </dgm:t>
    </dgm:pt>
    <dgm:pt modelId="{223B6A0A-F7D1-44FF-98EB-94E052BC6BAB}" type="parTrans" cxnId="{6E873CCC-812C-46CC-8CCF-F2B7AA0767EF}">
      <dgm:prSet/>
      <dgm:spPr/>
      <dgm:t>
        <a:bodyPr/>
        <a:lstStyle/>
        <a:p>
          <a:endParaRPr lang="pt-BR"/>
        </a:p>
      </dgm:t>
    </dgm:pt>
    <dgm:pt modelId="{90C8AA51-424B-403E-AFE9-E7BCA7B558FF}" type="sibTrans" cxnId="{6E873CCC-812C-46CC-8CCF-F2B7AA0767EF}">
      <dgm:prSet/>
      <dgm:spPr/>
      <dgm:t>
        <a:bodyPr/>
        <a:lstStyle/>
        <a:p>
          <a:endParaRPr lang="pt-BR"/>
        </a:p>
      </dgm:t>
    </dgm:pt>
    <dgm:pt modelId="{2EAF3EAD-AC47-47F6-9EA6-C566337FEEF8}">
      <dgm:prSet/>
      <dgm:spPr/>
      <dgm:t>
        <a:bodyPr/>
        <a:lstStyle/>
        <a:p>
          <a:r>
            <a:rPr lang="pt-BR" dirty="0"/>
            <a:t>S2</a:t>
          </a:r>
        </a:p>
      </dgm:t>
    </dgm:pt>
    <dgm:pt modelId="{BC9474FF-88FB-42F9-AE27-97517CA58E1F}" type="parTrans" cxnId="{F5256DE1-C664-4473-97DC-0220E93CDD59}">
      <dgm:prSet/>
      <dgm:spPr/>
      <dgm:t>
        <a:bodyPr/>
        <a:lstStyle/>
        <a:p>
          <a:endParaRPr lang="pt-BR"/>
        </a:p>
      </dgm:t>
    </dgm:pt>
    <dgm:pt modelId="{81539FDC-407D-4E74-8006-F7107D64AFED}" type="sibTrans" cxnId="{F5256DE1-C664-4473-97DC-0220E93CDD59}">
      <dgm:prSet/>
      <dgm:spPr/>
      <dgm:t>
        <a:bodyPr/>
        <a:lstStyle/>
        <a:p>
          <a:endParaRPr lang="pt-BR"/>
        </a:p>
      </dgm:t>
    </dgm:pt>
    <dgm:pt modelId="{1113F86B-0813-49A3-9532-E9684AB26FA3}">
      <dgm:prSet/>
      <dgm:spPr/>
      <dgm:t>
        <a:bodyPr/>
        <a:lstStyle/>
        <a:p>
          <a:r>
            <a:rPr lang="pt-BR" dirty="0"/>
            <a:t>S3</a:t>
          </a:r>
        </a:p>
      </dgm:t>
    </dgm:pt>
    <dgm:pt modelId="{A3605893-0297-42BE-A3C1-E03E4135291D}" type="parTrans" cxnId="{0C6A1787-8912-4D69-83DF-718FAA96E807}">
      <dgm:prSet/>
      <dgm:spPr/>
      <dgm:t>
        <a:bodyPr/>
        <a:lstStyle/>
        <a:p>
          <a:endParaRPr lang="pt-BR"/>
        </a:p>
      </dgm:t>
    </dgm:pt>
    <dgm:pt modelId="{197D676F-860C-425D-A775-30EFDB76486C}" type="sibTrans" cxnId="{0C6A1787-8912-4D69-83DF-718FAA96E807}">
      <dgm:prSet/>
      <dgm:spPr/>
      <dgm:t>
        <a:bodyPr/>
        <a:lstStyle/>
        <a:p>
          <a:endParaRPr lang="pt-BR"/>
        </a:p>
      </dgm:t>
    </dgm:pt>
    <dgm:pt modelId="{BEB7EA14-4961-4FAA-9025-E783C8C85865}">
      <dgm:prSet/>
      <dgm:spPr/>
      <dgm:t>
        <a:bodyPr/>
        <a:lstStyle/>
        <a:p>
          <a:r>
            <a:rPr lang="pt-BR" dirty="0"/>
            <a:t>S4</a:t>
          </a:r>
        </a:p>
      </dgm:t>
    </dgm:pt>
    <dgm:pt modelId="{5599F54B-2039-4A5C-AEEE-02E7C4B2E060}" type="parTrans" cxnId="{7D438DD1-1377-4318-98A7-44199BD23EE8}">
      <dgm:prSet/>
      <dgm:spPr/>
      <dgm:t>
        <a:bodyPr/>
        <a:lstStyle/>
        <a:p>
          <a:endParaRPr lang="pt-BR"/>
        </a:p>
      </dgm:t>
    </dgm:pt>
    <dgm:pt modelId="{B6FA1D59-D124-458F-96BE-821C659C2ECC}" type="sibTrans" cxnId="{7D438DD1-1377-4318-98A7-44199BD23EE8}">
      <dgm:prSet/>
      <dgm:spPr/>
      <dgm:t>
        <a:bodyPr/>
        <a:lstStyle/>
        <a:p>
          <a:endParaRPr lang="pt-BR"/>
        </a:p>
      </dgm:t>
    </dgm:pt>
    <dgm:pt modelId="{5562C18B-74EC-4283-B20F-AFA09EAE0088}">
      <dgm:prSet/>
      <dgm:spPr/>
      <dgm:t>
        <a:bodyPr/>
        <a:lstStyle/>
        <a:p>
          <a:r>
            <a:rPr lang="pt-BR" dirty="0"/>
            <a:t>S2</a:t>
          </a:r>
        </a:p>
      </dgm:t>
    </dgm:pt>
    <dgm:pt modelId="{D2EABE97-E171-4D9C-B140-25CB1FC8F25F}" type="parTrans" cxnId="{452E692C-FCF5-45E2-BDA3-87FA2F1C632D}">
      <dgm:prSet/>
      <dgm:spPr/>
      <dgm:t>
        <a:bodyPr/>
        <a:lstStyle/>
        <a:p>
          <a:endParaRPr lang="pt-BR"/>
        </a:p>
      </dgm:t>
    </dgm:pt>
    <dgm:pt modelId="{8CA918E4-53FD-4101-9184-B6E659AF1117}" type="sibTrans" cxnId="{452E692C-FCF5-45E2-BDA3-87FA2F1C632D}">
      <dgm:prSet/>
      <dgm:spPr/>
      <dgm:t>
        <a:bodyPr/>
        <a:lstStyle/>
        <a:p>
          <a:endParaRPr lang="pt-BR"/>
        </a:p>
      </dgm:t>
    </dgm:pt>
    <dgm:pt modelId="{A8BB8786-9F7C-4E92-9B77-04F5137A7AF6}">
      <dgm:prSet/>
      <dgm:spPr/>
      <dgm:t>
        <a:bodyPr/>
        <a:lstStyle/>
        <a:p>
          <a:r>
            <a:rPr lang="pt-BR" dirty="0"/>
            <a:t>S3</a:t>
          </a:r>
        </a:p>
      </dgm:t>
    </dgm:pt>
    <dgm:pt modelId="{94E5EDB5-63C8-41D1-8E9F-1075D1A5B90D}" type="parTrans" cxnId="{95235C40-13E5-42FF-97C8-564AC9A5FDE2}">
      <dgm:prSet/>
      <dgm:spPr/>
      <dgm:t>
        <a:bodyPr/>
        <a:lstStyle/>
        <a:p>
          <a:endParaRPr lang="pt-BR"/>
        </a:p>
      </dgm:t>
    </dgm:pt>
    <dgm:pt modelId="{6921FB77-0615-455A-B1AA-E4FAB32A6F71}" type="sibTrans" cxnId="{95235C40-13E5-42FF-97C8-564AC9A5FDE2}">
      <dgm:prSet/>
      <dgm:spPr/>
      <dgm:t>
        <a:bodyPr/>
        <a:lstStyle/>
        <a:p>
          <a:endParaRPr lang="pt-BR"/>
        </a:p>
      </dgm:t>
    </dgm:pt>
    <dgm:pt modelId="{86E7D219-7976-497E-B61A-A4BEA67997D5}">
      <dgm:prSet/>
      <dgm:spPr/>
      <dgm:t>
        <a:bodyPr/>
        <a:lstStyle/>
        <a:p>
          <a:r>
            <a:rPr lang="pt-BR" dirty="0"/>
            <a:t>S4</a:t>
          </a:r>
        </a:p>
      </dgm:t>
    </dgm:pt>
    <dgm:pt modelId="{E03481CF-938E-451C-92F1-AC7A1C73EF9F}" type="parTrans" cxnId="{0D6F4487-6AB3-4CA3-B926-065EAF751D76}">
      <dgm:prSet/>
      <dgm:spPr/>
      <dgm:t>
        <a:bodyPr/>
        <a:lstStyle/>
        <a:p>
          <a:endParaRPr lang="pt-BR"/>
        </a:p>
      </dgm:t>
    </dgm:pt>
    <dgm:pt modelId="{92A8042A-F56E-4396-815F-E23499270066}" type="sibTrans" cxnId="{0D6F4487-6AB3-4CA3-B926-065EAF751D76}">
      <dgm:prSet/>
      <dgm:spPr/>
      <dgm:t>
        <a:bodyPr/>
        <a:lstStyle/>
        <a:p>
          <a:endParaRPr lang="pt-BR"/>
        </a:p>
      </dgm:t>
    </dgm:pt>
    <dgm:pt modelId="{A25B5528-F941-46B6-B43B-E74ABC05EABD}">
      <dgm:prSet/>
      <dgm:spPr/>
      <dgm:t>
        <a:bodyPr/>
        <a:lstStyle/>
        <a:p>
          <a:r>
            <a:rPr lang="pt-BR"/>
            <a:t>S1</a:t>
          </a:r>
          <a:endParaRPr lang="pt-BR" dirty="0"/>
        </a:p>
      </dgm:t>
    </dgm:pt>
    <dgm:pt modelId="{FB969D5F-9500-48BA-A232-40DAD9183E4E}" type="parTrans" cxnId="{29D45527-2036-48BC-9C34-868B0FB58264}">
      <dgm:prSet/>
      <dgm:spPr/>
      <dgm:t>
        <a:bodyPr/>
        <a:lstStyle/>
        <a:p>
          <a:endParaRPr lang="pt-BR"/>
        </a:p>
      </dgm:t>
    </dgm:pt>
    <dgm:pt modelId="{2F934540-8469-47D6-B9BF-C6D3CFB87DFE}" type="sibTrans" cxnId="{29D45527-2036-48BC-9C34-868B0FB58264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95BB2DA-DE44-4796-8361-452472B317F0}" type="pres">
      <dgm:prSet presAssocID="{E2DF67C0-F905-4871-942A-C7D358D2C5C5}" presName="parTxOnly" presStyleLbl="node1" presStyleIdx="0" presStyleCnt="20">
        <dgm:presLayoutVars>
          <dgm:chMax val="0"/>
          <dgm:chPref val="0"/>
          <dgm:bulletEnabled val="1"/>
        </dgm:presLayoutVars>
      </dgm:prSet>
      <dgm:spPr/>
    </dgm:pt>
    <dgm:pt modelId="{E176CFAC-93D8-4B21-8661-0CEB7F1F974B}" type="pres">
      <dgm:prSet presAssocID="{1E63549F-EABD-47E7-85C5-1F5D19B488A8}" presName="parTxOnlySpace" presStyleCnt="0"/>
      <dgm:spPr/>
    </dgm:pt>
    <dgm:pt modelId="{09E2201E-C8B4-47AC-907F-C0A055D21340}" type="pres">
      <dgm:prSet presAssocID="{5562C18B-74EC-4283-B20F-AFA09EAE0088}" presName="parTxOnly" presStyleLbl="node1" presStyleIdx="1" presStyleCnt="20">
        <dgm:presLayoutVars>
          <dgm:chMax val="0"/>
          <dgm:chPref val="0"/>
          <dgm:bulletEnabled val="1"/>
        </dgm:presLayoutVars>
      </dgm:prSet>
      <dgm:spPr/>
    </dgm:pt>
    <dgm:pt modelId="{48C633AE-F431-4D5C-8339-564AE2471446}" type="pres">
      <dgm:prSet presAssocID="{8CA918E4-53FD-4101-9184-B6E659AF1117}" presName="parTxOnlySpace" presStyleCnt="0"/>
      <dgm:spPr/>
    </dgm:pt>
    <dgm:pt modelId="{F7888C45-F8A0-4EEB-B780-5FBE90089685}" type="pres">
      <dgm:prSet presAssocID="{A8BB8786-9F7C-4E92-9B77-04F5137A7AF6}" presName="parTxOnly" presStyleLbl="node1" presStyleIdx="2" presStyleCnt="20">
        <dgm:presLayoutVars>
          <dgm:chMax val="0"/>
          <dgm:chPref val="0"/>
          <dgm:bulletEnabled val="1"/>
        </dgm:presLayoutVars>
      </dgm:prSet>
      <dgm:spPr/>
    </dgm:pt>
    <dgm:pt modelId="{B6A7F96A-B211-4E94-B1D8-FCE557860D7C}" type="pres">
      <dgm:prSet presAssocID="{6921FB77-0615-455A-B1AA-E4FAB32A6F71}" presName="parTxOnlySpace" presStyleCnt="0"/>
      <dgm:spPr/>
    </dgm:pt>
    <dgm:pt modelId="{D2C7FD0A-EC97-469E-B876-8A56FDFC34A4}" type="pres">
      <dgm:prSet presAssocID="{86E7D219-7976-497E-B61A-A4BEA67997D5}" presName="parTxOnly" presStyleLbl="node1" presStyleIdx="3" presStyleCnt="20">
        <dgm:presLayoutVars>
          <dgm:chMax val="0"/>
          <dgm:chPref val="0"/>
          <dgm:bulletEnabled val="1"/>
        </dgm:presLayoutVars>
      </dgm:prSet>
      <dgm:spPr/>
    </dgm:pt>
    <dgm:pt modelId="{20971960-EC16-486D-A24C-A2447B0A6E9B}" type="pres">
      <dgm:prSet presAssocID="{92A8042A-F56E-4396-815F-E23499270066}" presName="parTxOnlySpace" presStyleCnt="0"/>
      <dgm:spPr/>
    </dgm:pt>
    <dgm:pt modelId="{E5A0BE5A-134E-46C5-83B2-806616283CDB}" type="pres">
      <dgm:prSet presAssocID="{A25B5528-F941-46B6-B43B-E74ABC05EABD}" presName="parTxOnly" presStyleLbl="node1" presStyleIdx="4" presStyleCnt="20">
        <dgm:presLayoutVars>
          <dgm:chMax val="0"/>
          <dgm:chPref val="0"/>
          <dgm:bulletEnabled val="1"/>
        </dgm:presLayoutVars>
      </dgm:prSet>
      <dgm:spPr/>
    </dgm:pt>
    <dgm:pt modelId="{DED81AD2-E34C-48A6-B1F1-ED9FC0A1E326}" type="pres">
      <dgm:prSet presAssocID="{2F934540-8469-47D6-B9BF-C6D3CFB87DFE}" presName="parTxOnlySpace" presStyleCnt="0"/>
      <dgm:spPr/>
    </dgm:pt>
    <dgm:pt modelId="{E7007450-7476-4E4E-904E-88628F862FE1}" type="pres">
      <dgm:prSet presAssocID="{EA447803-1168-4CE3-875C-86C274713E70}" presName="parTxOnly" presStyleLbl="node1" presStyleIdx="5" presStyleCnt="20">
        <dgm:presLayoutVars>
          <dgm:chMax val="0"/>
          <dgm:chPref val="0"/>
          <dgm:bulletEnabled val="1"/>
        </dgm:presLayoutVars>
      </dgm:prSet>
      <dgm:spPr/>
    </dgm:pt>
    <dgm:pt modelId="{3D16FC96-3C6C-4BE8-B1F5-8AF47D9D666D}" type="pres">
      <dgm:prSet presAssocID="{87F0E735-95C2-44E5-83DA-983546EEA617}" presName="parTxOnlySpace" presStyleCnt="0"/>
      <dgm:spPr/>
    </dgm:pt>
    <dgm:pt modelId="{21F36E2F-9D32-4A55-9271-CE688156AA2A}" type="pres">
      <dgm:prSet presAssocID="{7857B0DF-AE0B-4FB5-8BB3-19DFFE184A1F}" presName="parTxOnly" presStyleLbl="node1" presStyleIdx="6" presStyleCnt="20">
        <dgm:presLayoutVars>
          <dgm:chMax val="0"/>
          <dgm:chPref val="0"/>
          <dgm:bulletEnabled val="1"/>
        </dgm:presLayoutVars>
      </dgm:prSet>
      <dgm:spPr/>
    </dgm:pt>
    <dgm:pt modelId="{470A0329-4B9E-44D7-A6D9-EA14AE6E995F}" type="pres">
      <dgm:prSet presAssocID="{1129F80C-6BCC-4F5B-BBB8-E917F5A40981}" presName="parTxOnlySpace" presStyleCnt="0"/>
      <dgm:spPr/>
    </dgm:pt>
    <dgm:pt modelId="{E7266260-EA71-4D28-82BF-3C8135BC4800}" type="pres">
      <dgm:prSet presAssocID="{1E59CD25-E9BB-4E9D-8740-FB62ABED8FF2}" presName="parTxOnly" presStyleLbl="node1" presStyleIdx="7" presStyleCnt="20">
        <dgm:presLayoutVars>
          <dgm:chMax val="0"/>
          <dgm:chPref val="0"/>
          <dgm:bulletEnabled val="1"/>
        </dgm:presLayoutVars>
      </dgm:prSet>
      <dgm:spPr/>
    </dgm:pt>
    <dgm:pt modelId="{BF7393F1-F611-4EA5-A0E8-8DD10ADB3646}" type="pres">
      <dgm:prSet presAssocID="{17306C73-7C95-41B9-9D69-A0A21B14FB9A}" presName="parTxOnlySpace" presStyleCnt="0"/>
      <dgm:spPr/>
    </dgm:pt>
    <dgm:pt modelId="{34E29FEA-FC94-427D-8588-B9AC1032C505}" type="pres">
      <dgm:prSet presAssocID="{01E85869-4714-4E79-981F-A49927D9F6B7}" presName="parTxOnly" presStyleLbl="node1" presStyleIdx="8" presStyleCnt="20">
        <dgm:presLayoutVars>
          <dgm:chMax val="0"/>
          <dgm:chPref val="0"/>
          <dgm:bulletEnabled val="1"/>
        </dgm:presLayoutVars>
      </dgm:prSet>
      <dgm:spPr/>
    </dgm:pt>
    <dgm:pt modelId="{6A865A81-BE1D-41DD-AC64-4BB2241BA036}" type="pres">
      <dgm:prSet presAssocID="{4890D858-7AB7-4693-A6B9-9AAAD4243D8F}" presName="parTxOnlySpace" presStyleCnt="0"/>
      <dgm:spPr/>
    </dgm:pt>
    <dgm:pt modelId="{50BCBB59-6D43-4390-831B-5ECD92ED2D78}" type="pres">
      <dgm:prSet presAssocID="{661E7102-A5D9-47B4-BD7C-EA86FD9E882D}" presName="parTxOnly" presStyleLbl="node1" presStyleIdx="9" presStyleCnt="20">
        <dgm:presLayoutVars>
          <dgm:chMax val="0"/>
          <dgm:chPref val="0"/>
          <dgm:bulletEnabled val="1"/>
        </dgm:presLayoutVars>
      </dgm:prSet>
      <dgm:spPr/>
    </dgm:pt>
    <dgm:pt modelId="{4B525C17-AD3B-4EC2-9CC6-591729939DCD}" type="pres">
      <dgm:prSet presAssocID="{B5D836BC-5FE7-455B-9E5A-F8A24C5F187B}" presName="parTxOnlySpace" presStyleCnt="0"/>
      <dgm:spPr/>
    </dgm:pt>
    <dgm:pt modelId="{44BCE9DC-387E-4E59-A904-C83F78AD950C}" type="pres">
      <dgm:prSet presAssocID="{096A0FC5-B67C-4C7D-BA82-6C793C70F5E9}" presName="parTxOnly" presStyleLbl="node1" presStyleIdx="10" presStyleCnt="20">
        <dgm:presLayoutVars>
          <dgm:chMax val="0"/>
          <dgm:chPref val="0"/>
          <dgm:bulletEnabled val="1"/>
        </dgm:presLayoutVars>
      </dgm:prSet>
      <dgm:spPr/>
    </dgm:pt>
    <dgm:pt modelId="{93994A8D-6782-4A08-990E-2F47DE8A0782}" type="pres">
      <dgm:prSet presAssocID="{E11AD679-1C8F-446A-8578-6F8CAC9F6480}" presName="parTxOnlySpace" presStyleCnt="0"/>
      <dgm:spPr/>
    </dgm:pt>
    <dgm:pt modelId="{C44F8D76-01FC-462A-991E-F64772A343C7}" type="pres">
      <dgm:prSet presAssocID="{5FE55E24-BF0A-412D-8AF7-40C53C73974B}" presName="parTxOnly" presStyleLbl="node1" presStyleIdx="11" presStyleCnt="20">
        <dgm:presLayoutVars>
          <dgm:chMax val="0"/>
          <dgm:chPref val="0"/>
          <dgm:bulletEnabled val="1"/>
        </dgm:presLayoutVars>
      </dgm:prSet>
      <dgm:spPr/>
    </dgm:pt>
    <dgm:pt modelId="{CFC893A2-6E8F-4BE6-A6AC-7EC16E3EC8BC}" type="pres">
      <dgm:prSet presAssocID="{9D2C820A-4B96-4BC5-B995-F0F5A9D77C52}" presName="parTxOnlySpace" presStyleCnt="0"/>
      <dgm:spPr/>
    </dgm:pt>
    <dgm:pt modelId="{EC13FF91-665E-4C3D-8BCE-FC140746D530}" type="pres">
      <dgm:prSet presAssocID="{B167D172-2AF3-44AA-9F8D-52B4B8D6050D}" presName="parTxOnly" presStyleLbl="node1" presStyleIdx="12" presStyleCnt="20">
        <dgm:presLayoutVars>
          <dgm:chMax val="0"/>
          <dgm:chPref val="0"/>
          <dgm:bulletEnabled val="1"/>
        </dgm:presLayoutVars>
      </dgm:prSet>
      <dgm:spPr/>
    </dgm:pt>
    <dgm:pt modelId="{0BFC0059-9C44-4E18-A5DB-1539199C8E5F}" type="pres">
      <dgm:prSet presAssocID="{D5F67056-F717-49DB-8AF1-4B5ED35EA040}" presName="parTxOnlySpace" presStyleCnt="0"/>
      <dgm:spPr/>
    </dgm:pt>
    <dgm:pt modelId="{C9E8AEBE-9C87-4811-8DA6-BA8EBBDDE6B5}" type="pres">
      <dgm:prSet presAssocID="{E4F55191-0245-4B02-9974-C372CCC306D1}" presName="parTxOnly" presStyleLbl="node1" presStyleIdx="13" presStyleCnt="20">
        <dgm:presLayoutVars>
          <dgm:chMax val="0"/>
          <dgm:chPref val="0"/>
          <dgm:bulletEnabled val="1"/>
        </dgm:presLayoutVars>
      </dgm:prSet>
      <dgm:spPr/>
    </dgm:pt>
    <dgm:pt modelId="{348B5093-6697-4B9D-B3BE-96C36BE9A1A0}" type="pres">
      <dgm:prSet presAssocID="{AF8CE426-06DB-4295-AAC7-78D677043C94}" presName="parTxOnlySpace" presStyleCnt="0"/>
      <dgm:spPr/>
    </dgm:pt>
    <dgm:pt modelId="{FC5411AA-A312-4C97-B757-66E924312D19}" type="pres">
      <dgm:prSet presAssocID="{5DE345A2-E6B2-4FCA-9929-BF5B48289D54}" presName="parTxOnly" presStyleLbl="node1" presStyleIdx="14" presStyleCnt="20">
        <dgm:presLayoutVars>
          <dgm:chMax val="0"/>
          <dgm:chPref val="0"/>
          <dgm:bulletEnabled val="1"/>
        </dgm:presLayoutVars>
      </dgm:prSet>
      <dgm:spPr/>
    </dgm:pt>
    <dgm:pt modelId="{C3EFEC53-0EE4-49A1-A4C0-01AD5FEABAA4}" type="pres">
      <dgm:prSet presAssocID="{242DAAFF-5999-4649-A0A7-B8BBD8FAC250}" presName="parTxOnlySpace" presStyleCnt="0"/>
      <dgm:spPr/>
    </dgm:pt>
    <dgm:pt modelId="{F40661E8-6B92-4994-9527-C62E215B7DAE}" type="pres">
      <dgm:prSet presAssocID="{47442A60-265F-43CD-BC6B-30C1984DE989}" presName="parTxOnly" presStyleLbl="node1" presStyleIdx="15" presStyleCnt="20">
        <dgm:presLayoutVars>
          <dgm:chMax val="0"/>
          <dgm:chPref val="0"/>
          <dgm:bulletEnabled val="1"/>
        </dgm:presLayoutVars>
      </dgm:prSet>
      <dgm:spPr/>
    </dgm:pt>
    <dgm:pt modelId="{1B3B85AD-5522-4D38-9E6B-AB4F97CB7EB0}" type="pres">
      <dgm:prSet presAssocID="{1FCDD5C2-E6AC-40EC-A67D-D7B0547B9C36}" presName="parTxOnlySpace" presStyleCnt="0"/>
      <dgm:spPr/>
    </dgm:pt>
    <dgm:pt modelId="{D6688868-8F06-4064-A576-CE8EE3412728}" type="pres">
      <dgm:prSet presAssocID="{F5BF6DAB-625F-4207-93DF-EF7E4EA304B5}" presName="parTxOnly" presStyleLbl="node1" presStyleIdx="16" presStyleCnt="20">
        <dgm:presLayoutVars>
          <dgm:chMax val="0"/>
          <dgm:chPref val="0"/>
          <dgm:bulletEnabled val="1"/>
        </dgm:presLayoutVars>
      </dgm:prSet>
      <dgm:spPr/>
    </dgm:pt>
    <dgm:pt modelId="{9D4E1584-1CC5-4875-B8BC-F324B9B9F619}" type="pres">
      <dgm:prSet presAssocID="{90C8AA51-424B-403E-AFE9-E7BCA7B558FF}" presName="parTxOnlySpace" presStyleCnt="0"/>
      <dgm:spPr/>
    </dgm:pt>
    <dgm:pt modelId="{3B4DC16A-3009-43BC-95EF-F59C91D0A0A9}" type="pres">
      <dgm:prSet presAssocID="{2EAF3EAD-AC47-47F6-9EA6-C566337FEEF8}" presName="parTxOnly" presStyleLbl="node1" presStyleIdx="17" presStyleCnt="20">
        <dgm:presLayoutVars>
          <dgm:chMax val="0"/>
          <dgm:chPref val="0"/>
          <dgm:bulletEnabled val="1"/>
        </dgm:presLayoutVars>
      </dgm:prSet>
      <dgm:spPr/>
    </dgm:pt>
    <dgm:pt modelId="{8AAA07D5-92A1-4805-AA7E-DF89D0481060}" type="pres">
      <dgm:prSet presAssocID="{81539FDC-407D-4E74-8006-F7107D64AFED}" presName="parTxOnlySpace" presStyleCnt="0"/>
      <dgm:spPr/>
    </dgm:pt>
    <dgm:pt modelId="{39B82A7A-686A-4A45-B9E1-F1F07FDF3B26}" type="pres">
      <dgm:prSet presAssocID="{1113F86B-0813-49A3-9532-E9684AB26FA3}" presName="parTxOnly" presStyleLbl="node1" presStyleIdx="18" presStyleCnt="20">
        <dgm:presLayoutVars>
          <dgm:chMax val="0"/>
          <dgm:chPref val="0"/>
          <dgm:bulletEnabled val="1"/>
        </dgm:presLayoutVars>
      </dgm:prSet>
      <dgm:spPr/>
    </dgm:pt>
    <dgm:pt modelId="{6D01F39A-C256-45A2-8795-12429D2CCD15}" type="pres">
      <dgm:prSet presAssocID="{197D676F-860C-425D-A775-30EFDB76486C}" presName="parTxOnlySpace" presStyleCnt="0"/>
      <dgm:spPr/>
    </dgm:pt>
    <dgm:pt modelId="{91093816-72B8-416D-9699-599A47F2344A}" type="pres">
      <dgm:prSet presAssocID="{BEB7EA14-4961-4FAA-9025-E783C8C85865}" presName="parTxOnly" presStyleLbl="node1" presStyleIdx="19" presStyleCnt="20">
        <dgm:presLayoutVars>
          <dgm:chMax val="0"/>
          <dgm:chPref val="0"/>
          <dgm:bulletEnabled val="1"/>
        </dgm:presLayoutVars>
      </dgm:prSet>
      <dgm:spPr/>
    </dgm:pt>
  </dgm:ptLst>
  <dgm:cxnLst>
    <dgm:cxn modelId="{84C644C6-24FB-4B7F-82E3-90BADEF33629}" type="presOf" srcId="{A8BB8786-9F7C-4E92-9B77-04F5137A7AF6}" destId="{F7888C45-F8A0-4EEB-B780-5FBE90089685}" srcOrd="0" destOrd="0" presId="urn:microsoft.com/office/officeart/2005/8/layout/chevron1"/>
    <dgm:cxn modelId="{A8467B49-EDDD-44E1-BDA9-0ECAA1C05148}" type="presOf" srcId="{E4F55191-0245-4B02-9974-C372CCC306D1}" destId="{C9E8AEBE-9C87-4811-8DA6-BA8EBBDDE6B5}" srcOrd="0" destOrd="0" presId="urn:microsoft.com/office/officeart/2005/8/layout/chevron1"/>
    <dgm:cxn modelId="{08032770-0C4E-4C2E-8B2D-3206CA85A320}" type="presOf" srcId="{096A0FC5-B67C-4C7D-BA82-6C793C70F5E9}" destId="{44BCE9DC-387E-4E59-A904-C83F78AD950C}" srcOrd="0" destOrd="0" presId="urn:microsoft.com/office/officeart/2005/8/layout/chevron1"/>
    <dgm:cxn modelId="{34E77AAB-E9B2-46B4-920C-6B9E8C1951EE}" type="presOf" srcId="{5562C18B-74EC-4283-B20F-AFA09EAE0088}" destId="{09E2201E-C8B4-47AC-907F-C0A055D21340}" srcOrd="0" destOrd="0" presId="urn:microsoft.com/office/officeart/2005/8/layout/chevron1"/>
    <dgm:cxn modelId="{F0BDB96B-EB22-4D04-9735-F76885FE999E}" type="presOf" srcId="{86E7D219-7976-497E-B61A-A4BEA67997D5}" destId="{D2C7FD0A-EC97-469E-B876-8A56FDFC34A4}" srcOrd="0" destOrd="0" presId="urn:microsoft.com/office/officeart/2005/8/layout/chevron1"/>
    <dgm:cxn modelId="{75E9E061-9CF1-4766-9D9A-9D279E4A501C}" type="presOf" srcId="{661E7102-A5D9-47B4-BD7C-EA86FD9E882D}" destId="{50BCBB59-6D43-4390-831B-5ECD92ED2D78}" srcOrd="0" destOrd="0" presId="urn:microsoft.com/office/officeart/2005/8/layout/chevron1"/>
    <dgm:cxn modelId="{229CCA0C-2444-4F16-B44D-790610DDC2C1}" type="presOf" srcId="{47442A60-265F-43CD-BC6B-30C1984DE989}" destId="{F40661E8-6B92-4994-9527-C62E215B7DAE}" srcOrd="0" destOrd="0" presId="urn:microsoft.com/office/officeart/2005/8/layout/chevron1"/>
    <dgm:cxn modelId="{7B0304AC-927B-4BA7-88F9-24FCEB2FF140}" type="presOf" srcId="{1113F86B-0813-49A3-9532-E9684AB26FA3}" destId="{39B82A7A-686A-4A45-B9E1-F1F07FDF3B26}" srcOrd="0" destOrd="0" presId="urn:microsoft.com/office/officeart/2005/8/layout/chevron1"/>
    <dgm:cxn modelId="{840F5D11-F621-4CC9-88F6-4CD7238F29CF}" srcId="{BBBD8EEE-5EAC-4ACB-A5CB-4EC11AF34169}" destId="{E4F55191-0245-4B02-9974-C372CCC306D1}" srcOrd="13" destOrd="0" parTransId="{F014992B-6F9A-4522-A268-7C9C6F6471EF}" sibTransId="{AF8CE426-06DB-4295-AAC7-78D677043C94}"/>
    <dgm:cxn modelId="{0D6F4487-6AB3-4CA3-B926-065EAF751D76}" srcId="{BBBD8EEE-5EAC-4ACB-A5CB-4EC11AF34169}" destId="{86E7D219-7976-497E-B61A-A4BEA67997D5}" srcOrd="3" destOrd="0" parTransId="{E03481CF-938E-451C-92F1-AC7A1C73EF9F}" sibTransId="{92A8042A-F56E-4396-815F-E23499270066}"/>
    <dgm:cxn modelId="{619F5E80-ED06-459D-B552-DDFC381CC711}" srcId="{BBBD8EEE-5EAC-4ACB-A5CB-4EC11AF34169}" destId="{5DE345A2-E6B2-4FCA-9929-BF5B48289D54}" srcOrd="14" destOrd="0" parTransId="{C1FCD839-4AD6-475B-9303-92467B14F1C7}" sibTransId="{242DAAFF-5999-4649-A0A7-B8BBD8FAC250}"/>
    <dgm:cxn modelId="{7D438DD1-1377-4318-98A7-44199BD23EE8}" srcId="{BBBD8EEE-5EAC-4ACB-A5CB-4EC11AF34169}" destId="{BEB7EA14-4961-4FAA-9025-E783C8C85865}" srcOrd="19" destOrd="0" parTransId="{5599F54B-2039-4A5C-AEEE-02E7C4B2E060}" sibTransId="{B6FA1D59-D124-458F-96BE-821C659C2ECC}"/>
    <dgm:cxn modelId="{32CA5D03-B874-43FA-B202-E13AD72194BE}" srcId="{BBBD8EEE-5EAC-4ACB-A5CB-4EC11AF34169}" destId="{E2DF67C0-F905-4871-942A-C7D358D2C5C5}" srcOrd="0" destOrd="0" parTransId="{A29854DA-C9E3-4A6B-8B8E-11E5F25838B7}" sibTransId="{1E63549F-EABD-47E7-85C5-1F5D19B488A8}"/>
    <dgm:cxn modelId="{4E00DAAF-2909-448C-9FEC-171F026237D3}" srcId="{BBBD8EEE-5EAC-4ACB-A5CB-4EC11AF34169}" destId="{661E7102-A5D9-47B4-BD7C-EA86FD9E882D}" srcOrd="9" destOrd="0" parTransId="{4F2E7BC3-3AAD-42AC-A3F2-1E33B966AEBF}" sibTransId="{B5D836BC-5FE7-455B-9E5A-F8A24C5F187B}"/>
    <dgm:cxn modelId="{272848A5-4B8D-469F-9AC7-A332BE4A6727}" srcId="{BBBD8EEE-5EAC-4ACB-A5CB-4EC11AF34169}" destId="{5FE55E24-BF0A-412D-8AF7-40C53C73974B}" srcOrd="11" destOrd="0" parTransId="{24593802-5F5A-4C6A-B979-323F5D972E1B}" sibTransId="{9D2C820A-4B96-4BC5-B995-F0F5A9D77C52}"/>
    <dgm:cxn modelId="{DCA8C12C-6F17-4E44-B2F8-F4937AA6DCA1}" srcId="{BBBD8EEE-5EAC-4ACB-A5CB-4EC11AF34169}" destId="{EA447803-1168-4CE3-875C-86C274713E70}" srcOrd="5" destOrd="0" parTransId="{CDACFF5E-53FF-4B1F-A3F0-BD0A34B91379}" sibTransId="{87F0E735-95C2-44E5-83DA-983546EEA617}"/>
    <dgm:cxn modelId="{6E873CCC-812C-46CC-8CCF-F2B7AA0767EF}" srcId="{BBBD8EEE-5EAC-4ACB-A5CB-4EC11AF34169}" destId="{F5BF6DAB-625F-4207-93DF-EF7E4EA304B5}" srcOrd="16" destOrd="0" parTransId="{223B6A0A-F7D1-44FF-98EB-94E052BC6BAB}" sibTransId="{90C8AA51-424B-403E-AFE9-E7BCA7B558FF}"/>
    <dgm:cxn modelId="{7C5EA19F-8847-43D5-8CC0-D01835A98C1F}" srcId="{BBBD8EEE-5EAC-4ACB-A5CB-4EC11AF34169}" destId="{B167D172-2AF3-44AA-9F8D-52B4B8D6050D}" srcOrd="12" destOrd="0" parTransId="{6FF6A91C-C340-43CD-A8A1-231BF5F60873}" sibTransId="{D5F67056-F717-49DB-8AF1-4B5ED35EA040}"/>
    <dgm:cxn modelId="{452E692C-FCF5-45E2-BDA3-87FA2F1C632D}" srcId="{BBBD8EEE-5EAC-4ACB-A5CB-4EC11AF34169}" destId="{5562C18B-74EC-4283-B20F-AFA09EAE0088}" srcOrd="1" destOrd="0" parTransId="{D2EABE97-E171-4D9C-B140-25CB1FC8F25F}" sibTransId="{8CA918E4-53FD-4101-9184-B6E659AF1117}"/>
    <dgm:cxn modelId="{4B3AD68F-80CE-4A63-9E2B-B46EE2733060}" srcId="{BBBD8EEE-5EAC-4ACB-A5CB-4EC11AF34169}" destId="{01E85869-4714-4E79-981F-A49927D9F6B7}" srcOrd="8" destOrd="0" parTransId="{C1091C07-02AE-45E2-9F99-9E180E6DED45}" sibTransId="{4890D858-7AB7-4693-A6B9-9AAAD4243D8F}"/>
    <dgm:cxn modelId="{57FE05ED-AB32-4B59-BC78-28F9C669DCA8}" srcId="{BBBD8EEE-5EAC-4ACB-A5CB-4EC11AF34169}" destId="{096A0FC5-B67C-4C7D-BA82-6C793C70F5E9}" srcOrd="10" destOrd="0" parTransId="{6BA52580-6610-445E-9F0B-F942EB131C80}" sibTransId="{E11AD679-1C8F-446A-8578-6F8CAC9F6480}"/>
    <dgm:cxn modelId="{FC5C9EDB-5E17-46DF-8CA3-9DE299D04213}" type="presOf" srcId="{7857B0DF-AE0B-4FB5-8BB3-19DFFE184A1F}" destId="{21F36E2F-9D32-4A55-9271-CE688156AA2A}" srcOrd="0" destOrd="0" presId="urn:microsoft.com/office/officeart/2005/8/layout/chevron1"/>
    <dgm:cxn modelId="{632338C7-5D85-44C4-8418-1FB0694C4E6E}" type="presOf" srcId="{E2DF67C0-F905-4871-942A-C7D358D2C5C5}" destId="{195BB2DA-DE44-4796-8361-452472B317F0}" srcOrd="0" destOrd="0" presId="urn:microsoft.com/office/officeart/2005/8/layout/chevron1"/>
    <dgm:cxn modelId="{B0C67004-5599-45BC-9E64-3C6F128457A1}" type="presOf" srcId="{F5BF6DAB-625F-4207-93DF-EF7E4EA304B5}" destId="{D6688868-8F06-4064-A576-CE8EE3412728}" srcOrd="0" destOrd="0" presId="urn:microsoft.com/office/officeart/2005/8/layout/chevron1"/>
    <dgm:cxn modelId="{29D45527-2036-48BC-9C34-868B0FB58264}" srcId="{BBBD8EEE-5EAC-4ACB-A5CB-4EC11AF34169}" destId="{A25B5528-F941-46B6-B43B-E74ABC05EABD}" srcOrd="4" destOrd="0" parTransId="{FB969D5F-9500-48BA-A232-40DAD9183E4E}" sibTransId="{2F934540-8469-47D6-B9BF-C6D3CFB87DFE}"/>
    <dgm:cxn modelId="{F5256DE1-C664-4473-97DC-0220E93CDD59}" srcId="{BBBD8EEE-5EAC-4ACB-A5CB-4EC11AF34169}" destId="{2EAF3EAD-AC47-47F6-9EA6-C566337FEEF8}" srcOrd="17" destOrd="0" parTransId="{BC9474FF-88FB-42F9-AE27-97517CA58E1F}" sibTransId="{81539FDC-407D-4E74-8006-F7107D64AFED}"/>
    <dgm:cxn modelId="{9FA263B1-F624-417F-8DE1-E5C09D93F86D}" srcId="{BBBD8EEE-5EAC-4ACB-A5CB-4EC11AF34169}" destId="{7857B0DF-AE0B-4FB5-8BB3-19DFFE184A1F}" srcOrd="6" destOrd="0" parTransId="{BBB72739-9BCB-429F-9AB6-DB1E35153257}" sibTransId="{1129F80C-6BCC-4F5B-BBB8-E917F5A40981}"/>
    <dgm:cxn modelId="{0C6A1787-8912-4D69-83DF-718FAA96E807}" srcId="{BBBD8EEE-5EAC-4ACB-A5CB-4EC11AF34169}" destId="{1113F86B-0813-49A3-9532-E9684AB26FA3}" srcOrd="18" destOrd="0" parTransId="{A3605893-0297-42BE-A3C1-E03E4135291D}" sibTransId="{197D676F-860C-425D-A775-30EFDB76486C}"/>
    <dgm:cxn modelId="{7B6348C0-EB2F-4998-8694-0CA91331B92B}" type="presOf" srcId="{01E85869-4714-4E79-981F-A49927D9F6B7}" destId="{34E29FEA-FC94-427D-8588-B9AC1032C505}" srcOrd="0" destOrd="0" presId="urn:microsoft.com/office/officeart/2005/8/layout/chevron1"/>
    <dgm:cxn modelId="{821B87EA-7D46-4312-88E8-AC35A424CF5E}" type="presOf" srcId="{BEB7EA14-4961-4FAA-9025-E783C8C85865}" destId="{91093816-72B8-416D-9699-599A47F2344A}" srcOrd="0" destOrd="0" presId="urn:microsoft.com/office/officeart/2005/8/layout/chevron1"/>
    <dgm:cxn modelId="{7DF24C66-23BF-4C82-92EB-EA59AEFC4FC2}" srcId="{BBBD8EEE-5EAC-4ACB-A5CB-4EC11AF34169}" destId="{1E59CD25-E9BB-4E9D-8740-FB62ABED8FF2}" srcOrd="7" destOrd="0" parTransId="{E59FCF3D-0470-4773-97EA-DE6B80B22C07}" sibTransId="{17306C73-7C95-41B9-9D69-A0A21B14FB9A}"/>
    <dgm:cxn modelId="{309B61B2-E321-44FA-B7B2-3AD4195E8A3D}" type="presOf" srcId="{B167D172-2AF3-44AA-9F8D-52B4B8D6050D}" destId="{EC13FF91-665E-4C3D-8BCE-FC140746D530}" srcOrd="0" destOrd="0" presId="urn:microsoft.com/office/officeart/2005/8/layout/chevron1"/>
    <dgm:cxn modelId="{AD67DDCA-4DA6-439D-BF2C-35F53A07AC2D}" type="presOf" srcId="{1E59CD25-E9BB-4E9D-8740-FB62ABED8FF2}" destId="{E7266260-EA71-4D28-82BF-3C8135BC4800}" srcOrd="0" destOrd="0" presId="urn:microsoft.com/office/officeart/2005/8/layout/chevron1"/>
    <dgm:cxn modelId="{0ED39E3C-94A4-47E5-A50E-15AA93347687}" type="presOf" srcId="{EA447803-1168-4CE3-875C-86C274713E70}" destId="{E7007450-7476-4E4E-904E-88628F862FE1}" srcOrd="0" destOrd="0" presId="urn:microsoft.com/office/officeart/2005/8/layout/chevron1"/>
    <dgm:cxn modelId="{5E238785-85E1-4016-81D3-505F0526CB30}" type="presOf" srcId="{5FE55E24-BF0A-412D-8AF7-40C53C73974B}" destId="{C44F8D76-01FC-462A-991E-F64772A343C7}" srcOrd="0" destOrd="0" presId="urn:microsoft.com/office/officeart/2005/8/layout/chevron1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058018F1-175A-4F12-8B32-EABB23148F3E}" type="presOf" srcId="{2EAF3EAD-AC47-47F6-9EA6-C566337FEEF8}" destId="{3B4DC16A-3009-43BC-95EF-F59C91D0A0A9}" srcOrd="0" destOrd="0" presId="urn:microsoft.com/office/officeart/2005/8/layout/chevron1"/>
    <dgm:cxn modelId="{FAFFC0C9-D5B2-435B-95E7-6ADD75AC5C73}" srcId="{BBBD8EEE-5EAC-4ACB-A5CB-4EC11AF34169}" destId="{47442A60-265F-43CD-BC6B-30C1984DE989}" srcOrd="15" destOrd="0" parTransId="{8F08159C-999D-4A59-93C4-E399EA670B83}" sibTransId="{1FCDD5C2-E6AC-40EC-A67D-D7B0547B9C36}"/>
    <dgm:cxn modelId="{3BE82B75-C724-41A6-B37E-64C8D9D0AA68}" type="presOf" srcId="{5DE345A2-E6B2-4FCA-9929-BF5B48289D54}" destId="{FC5411AA-A312-4C97-B757-66E924312D19}" srcOrd="0" destOrd="0" presId="urn:microsoft.com/office/officeart/2005/8/layout/chevron1"/>
    <dgm:cxn modelId="{881262C5-1DA5-4AB1-8022-7A3BA7418F5B}" type="presOf" srcId="{A25B5528-F941-46B6-B43B-E74ABC05EABD}" destId="{E5A0BE5A-134E-46C5-83B2-806616283CDB}" srcOrd="0" destOrd="0" presId="urn:microsoft.com/office/officeart/2005/8/layout/chevron1"/>
    <dgm:cxn modelId="{95235C40-13E5-42FF-97C8-564AC9A5FDE2}" srcId="{BBBD8EEE-5EAC-4ACB-A5CB-4EC11AF34169}" destId="{A8BB8786-9F7C-4E92-9B77-04F5137A7AF6}" srcOrd="2" destOrd="0" parTransId="{94E5EDB5-63C8-41D1-8E9F-1075D1A5B90D}" sibTransId="{6921FB77-0615-455A-B1AA-E4FAB32A6F71}"/>
    <dgm:cxn modelId="{28C25AA6-304C-4319-B448-D601D0BE3C53}" type="presParOf" srcId="{F6290B4D-2087-4FCD-891E-E9D7206508DB}" destId="{195BB2DA-DE44-4796-8361-452472B317F0}" srcOrd="0" destOrd="0" presId="urn:microsoft.com/office/officeart/2005/8/layout/chevron1"/>
    <dgm:cxn modelId="{94D4BFA0-F39E-4E65-88F8-221BCDEE1160}" type="presParOf" srcId="{F6290B4D-2087-4FCD-891E-E9D7206508DB}" destId="{E176CFAC-93D8-4B21-8661-0CEB7F1F974B}" srcOrd="1" destOrd="0" presId="urn:microsoft.com/office/officeart/2005/8/layout/chevron1"/>
    <dgm:cxn modelId="{178D9C81-7434-45CC-AF22-48CC5BFB7FE5}" type="presParOf" srcId="{F6290B4D-2087-4FCD-891E-E9D7206508DB}" destId="{09E2201E-C8B4-47AC-907F-C0A055D21340}" srcOrd="2" destOrd="0" presId="urn:microsoft.com/office/officeart/2005/8/layout/chevron1"/>
    <dgm:cxn modelId="{56CE4714-ABA5-4A85-BA93-09D30DB938AA}" type="presParOf" srcId="{F6290B4D-2087-4FCD-891E-E9D7206508DB}" destId="{48C633AE-F431-4D5C-8339-564AE2471446}" srcOrd="3" destOrd="0" presId="urn:microsoft.com/office/officeart/2005/8/layout/chevron1"/>
    <dgm:cxn modelId="{7946B790-1CA1-4536-B0E9-99F0E3AA2EC3}" type="presParOf" srcId="{F6290B4D-2087-4FCD-891E-E9D7206508DB}" destId="{F7888C45-F8A0-4EEB-B780-5FBE90089685}" srcOrd="4" destOrd="0" presId="urn:microsoft.com/office/officeart/2005/8/layout/chevron1"/>
    <dgm:cxn modelId="{637B855B-F271-4A88-ADF7-0F6AAF645B55}" type="presParOf" srcId="{F6290B4D-2087-4FCD-891E-E9D7206508DB}" destId="{B6A7F96A-B211-4E94-B1D8-FCE557860D7C}" srcOrd="5" destOrd="0" presId="urn:microsoft.com/office/officeart/2005/8/layout/chevron1"/>
    <dgm:cxn modelId="{63AA1CD8-3DEC-42A5-B393-CE06B9C7F1E3}" type="presParOf" srcId="{F6290B4D-2087-4FCD-891E-E9D7206508DB}" destId="{D2C7FD0A-EC97-469E-B876-8A56FDFC34A4}" srcOrd="6" destOrd="0" presId="urn:microsoft.com/office/officeart/2005/8/layout/chevron1"/>
    <dgm:cxn modelId="{7A1D4AAB-6D31-43CA-A172-E2BEC009D13F}" type="presParOf" srcId="{F6290B4D-2087-4FCD-891E-E9D7206508DB}" destId="{20971960-EC16-486D-A24C-A2447B0A6E9B}" srcOrd="7" destOrd="0" presId="urn:microsoft.com/office/officeart/2005/8/layout/chevron1"/>
    <dgm:cxn modelId="{1133E3AA-190E-4F08-9D01-AFB183E46F7F}" type="presParOf" srcId="{F6290B4D-2087-4FCD-891E-E9D7206508DB}" destId="{E5A0BE5A-134E-46C5-83B2-806616283CDB}" srcOrd="8" destOrd="0" presId="urn:microsoft.com/office/officeart/2005/8/layout/chevron1"/>
    <dgm:cxn modelId="{AF01D31A-4FAB-4562-9B9E-5ED93CB04B31}" type="presParOf" srcId="{F6290B4D-2087-4FCD-891E-E9D7206508DB}" destId="{DED81AD2-E34C-48A6-B1F1-ED9FC0A1E326}" srcOrd="9" destOrd="0" presId="urn:microsoft.com/office/officeart/2005/8/layout/chevron1"/>
    <dgm:cxn modelId="{6728B233-B3D6-45DE-9488-23341830E733}" type="presParOf" srcId="{F6290B4D-2087-4FCD-891E-E9D7206508DB}" destId="{E7007450-7476-4E4E-904E-88628F862FE1}" srcOrd="10" destOrd="0" presId="urn:microsoft.com/office/officeart/2005/8/layout/chevron1"/>
    <dgm:cxn modelId="{5BDA1E9F-36A6-48BF-A3DC-1119BC6DBCF7}" type="presParOf" srcId="{F6290B4D-2087-4FCD-891E-E9D7206508DB}" destId="{3D16FC96-3C6C-4BE8-B1F5-8AF47D9D666D}" srcOrd="11" destOrd="0" presId="urn:microsoft.com/office/officeart/2005/8/layout/chevron1"/>
    <dgm:cxn modelId="{C79E36EC-1994-4C48-B494-A9D7BFB51190}" type="presParOf" srcId="{F6290B4D-2087-4FCD-891E-E9D7206508DB}" destId="{21F36E2F-9D32-4A55-9271-CE688156AA2A}" srcOrd="12" destOrd="0" presId="urn:microsoft.com/office/officeart/2005/8/layout/chevron1"/>
    <dgm:cxn modelId="{4340E62A-8750-4D1F-A764-DBB8E5F17536}" type="presParOf" srcId="{F6290B4D-2087-4FCD-891E-E9D7206508DB}" destId="{470A0329-4B9E-44D7-A6D9-EA14AE6E995F}" srcOrd="13" destOrd="0" presId="urn:microsoft.com/office/officeart/2005/8/layout/chevron1"/>
    <dgm:cxn modelId="{6689EB5B-0A68-4C70-9FBB-13B5D36D2804}" type="presParOf" srcId="{F6290B4D-2087-4FCD-891E-E9D7206508DB}" destId="{E7266260-EA71-4D28-82BF-3C8135BC4800}" srcOrd="14" destOrd="0" presId="urn:microsoft.com/office/officeart/2005/8/layout/chevron1"/>
    <dgm:cxn modelId="{192EB48A-BA3C-4B2B-93EC-F4A5282D2837}" type="presParOf" srcId="{F6290B4D-2087-4FCD-891E-E9D7206508DB}" destId="{BF7393F1-F611-4EA5-A0E8-8DD10ADB3646}" srcOrd="15" destOrd="0" presId="urn:microsoft.com/office/officeart/2005/8/layout/chevron1"/>
    <dgm:cxn modelId="{AB755950-DF0E-4405-B336-DCCE02BA0A04}" type="presParOf" srcId="{F6290B4D-2087-4FCD-891E-E9D7206508DB}" destId="{34E29FEA-FC94-427D-8588-B9AC1032C505}" srcOrd="16" destOrd="0" presId="urn:microsoft.com/office/officeart/2005/8/layout/chevron1"/>
    <dgm:cxn modelId="{F4A1D9BA-6F78-44A4-8CCA-B082CAAFD1AC}" type="presParOf" srcId="{F6290B4D-2087-4FCD-891E-E9D7206508DB}" destId="{6A865A81-BE1D-41DD-AC64-4BB2241BA036}" srcOrd="17" destOrd="0" presId="urn:microsoft.com/office/officeart/2005/8/layout/chevron1"/>
    <dgm:cxn modelId="{3585B3A7-69B1-4020-8381-AB87B0F4B8B6}" type="presParOf" srcId="{F6290B4D-2087-4FCD-891E-E9D7206508DB}" destId="{50BCBB59-6D43-4390-831B-5ECD92ED2D78}" srcOrd="18" destOrd="0" presId="urn:microsoft.com/office/officeart/2005/8/layout/chevron1"/>
    <dgm:cxn modelId="{7DF8B618-EF3B-4733-A902-C401D38BA8A2}" type="presParOf" srcId="{F6290B4D-2087-4FCD-891E-E9D7206508DB}" destId="{4B525C17-AD3B-4EC2-9CC6-591729939DCD}" srcOrd="19" destOrd="0" presId="urn:microsoft.com/office/officeart/2005/8/layout/chevron1"/>
    <dgm:cxn modelId="{E7CE569F-23C4-43C2-8A45-6371D8637AD5}" type="presParOf" srcId="{F6290B4D-2087-4FCD-891E-E9D7206508DB}" destId="{44BCE9DC-387E-4E59-A904-C83F78AD950C}" srcOrd="20" destOrd="0" presId="urn:microsoft.com/office/officeart/2005/8/layout/chevron1"/>
    <dgm:cxn modelId="{73BB6EE1-F36C-4F4F-B1E4-F3A70771AA9B}" type="presParOf" srcId="{F6290B4D-2087-4FCD-891E-E9D7206508DB}" destId="{93994A8D-6782-4A08-990E-2F47DE8A0782}" srcOrd="21" destOrd="0" presId="urn:microsoft.com/office/officeart/2005/8/layout/chevron1"/>
    <dgm:cxn modelId="{64973BDB-19A4-452F-BDB8-C6456BA08756}" type="presParOf" srcId="{F6290B4D-2087-4FCD-891E-E9D7206508DB}" destId="{C44F8D76-01FC-462A-991E-F64772A343C7}" srcOrd="22" destOrd="0" presId="urn:microsoft.com/office/officeart/2005/8/layout/chevron1"/>
    <dgm:cxn modelId="{DEBC08D6-901B-4D9B-B65E-7C41E3BBD554}" type="presParOf" srcId="{F6290B4D-2087-4FCD-891E-E9D7206508DB}" destId="{CFC893A2-6E8F-4BE6-A6AC-7EC16E3EC8BC}" srcOrd="23" destOrd="0" presId="urn:microsoft.com/office/officeart/2005/8/layout/chevron1"/>
    <dgm:cxn modelId="{5EC49D63-1678-4689-B99E-E2B240576E5F}" type="presParOf" srcId="{F6290B4D-2087-4FCD-891E-E9D7206508DB}" destId="{EC13FF91-665E-4C3D-8BCE-FC140746D530}" srcOrd="24" destOrd="0" presId="urn:microsoft.com/office/officeart/2005/8/layout/chevron1"/>
    <dgm:cxn modelId="{8C01EC74-2069-4DC6-93A5-0A95212B8E1A}" type="presParOf" srcId="{F6290B4D-2087-4FCD-891E-E9D7206508DB}" destId="{0BFC0059-9C44-4E18-A5DB-1539199C8E5F}" srcOrd="25" destOrd="0" presId="urn:microsoft.com/office/officeart/2005/8/layout/chevron1"/>
    <dgm:cxn modelId="{DC2CC36C-33B6-430A-ABE8-3333F9AA1453}" type="presParOf" srcId="{F6290B4D-2087-4FCD-891E-E9D7206508DB}" destId="{C9E8AEBE-9C87-4811-8DA6-BA8EBBDDE6B5}" srcOrd="26" destOrd="0" presId="urn:microsoft.com/office/officeart/2005/8/layout/chevron1"/>
    <dgm:cxn modelId="{3C2D8A3D-460F-41F6-8EA8-A6520CE382A7}" type="presParOf" srcId="{F6290B4D-2087-4FCD-891E-E9D7206508DB}" destId="{348B5093-6697-4B9D-B3BE-96C36BE9A1A0}" srcOrd="27" destOrd="0" presId="urn:microsoft.com/office/officeart/2005/8/layout/chevron1"/>
    <dgm:cxn modelId="{BDEA8E10-3055-4338-BB48-FA0FE6BE46FF}" type="presParOf" srcId="{F6290B4D-2087-4FCD-891E-E9D7206508DB}" destId="{FC5411AA-A312-4C97-B757-66E924312D19}" srcOrd="28" destOrd="0" presId="urn:microsoft.com/office/officeart/2005/8/layout/chevron1"/>
    <dgm:cxn modelId="{3C0A4050-B8F7-4334-BBCF-897DE755B256}" type="presParOf" srcId="{F6290B4D-2087-4FCD-891E-E9D7206508DB}" destId="{C3EFEC53-0EE4-49A1-A4C0-01AD5FEABAA4}" srcOrd="29" destOrd="0" presId="urn:microsoft.com/office/officeart/2005/8/layout/chevron1"/>
    <dgm:cxn modelId="{A1CA9B87-6BE9-4EAB-92E8-81A878218F8A}" type="presParOf" srcId="{F6290B4D-2087-4FCD-891E-E9D7206508DB}" destId="{F40661E8-6B92-4994-9527-C62E215B7DAE}" srcOrd="30" destOrd="0" presId="urn:microsoft.com/office/officeart/2005/8/layout/chevron1"/>
    <dgm:cxn modelId="{B1A3FE32-6A1E-4EAF-BD2C-D566C36592F1}" type="presParOf" srcId="{F6290B4D-2087-4FCD-891E-E9D7206508DB}" destId="{1B3B85AD-5522-4D38-9E6B-AB4F97CB7EB0}" srcOrd="31" destOrd="0" presId="urn:microsoft.com/office/officeart/2005/8/layout/chevron1"/>
    <dgm:cxn modelId="{3FDB81FA-5706-4D60-B594-707613F86256}" type="presParOf" srcId="{F6290B4D-2087-4FCD-891E-E9D7206508DB}" destId="{D6688868-8F06-4064-A576-CE8EE3412728}" srcOrd="32" destOrd="0" presId="urn:microsoft.com/office/officeart/2005/8/layout/chevron1"/>
    <dgm:cxn modelId="{A26D7146-C563-42BA-85AC-93AE7B522C22}" type="presParOf" srcId="{F6290B4D-2087-4FCD-891E-E9D7206508DB}" destId="{9D4E1584-1CC5-4875-B8BC-F324B9B9F619}" srcOrd="33" destOrd="0" presId="urn:microsoft.com/office/officeart/2005/8/layout/chevron1"/>
    <dgm:cxn modelId="{63149D4A-A52D-492D-A60B-FB01D9860A07}" type="presParOf" srcId="{F6290B4D-2087-4FCD-891E-E9D7206508DB}" destId="{3B4DC16A-3009-43BC-95EF-F59C91D0A0A9}" srcOrd="34" destOrd="0" presId="urn:microsoft.com/office/officeart/2005/8/layout/chevron1"/>
    <dgm:cxn modelId="{697BAC37-13EA-437F-8256-42E788FE2E67}" type="presParOf" srcId="{F6290B4D-2087-4FCD-891E-E9D7206508DB}" destId="{8AAA07D5-92A1-4805-AA7E-DF89D0481060}" srcOrd="35" destOrd="0" presId="urn:microsoft.com/office/officeart/2005/8/layout/chevron1"/>
    <dgm:cxn modelId="{9E13CFB5-6281-437C-A9C8-7843D7117521}" type="presParOf" srcId="{F6290B4D-2087-4FCD-891E-E9D7206508DB}" destId="{39B82A7A-686A-4A45-B9E1-F1F07FDF3B26}" srcOrd="36" destOrd="0" presId="urn:microsoft.com/office/officeart/2005/8/layout/chevron1"/>
    <dgm:cxn modelId="{BE19A8F5-DAA9-42F6-B671-FC8AD6E81887}" type="presParOf" srcId="{F6290B4D-2087-4FCD-891E-E9D7206508DB}" destId="{6D01F39A-C256-45A2-8795-12429D2CCD15}" srcOrd="37" destOrd="0" presId="urn:microsoft.com/office/officeart/2005/8/layout/chevron1"/>
    <dgm:cxn modelId="{64A00185-B785-4A2E-8A6D-C51783D1641A}" type="presParOf" srcId="{F6290B4D-2087-4FCD-891E-E9D7206508DB}" destId="{91093816-72B8-416D-9699-599A47F2344A}" srcOrd="3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E0A7F7E2-3E4A-4189-90B6-4135A38DD30A}">
      <dgm:prSet/>
      <dgm:spPr/>
      <dgm:t>
        <a:bodyPr/>
        <a:lstStyle/>
        <a:p>
          <a:r>
            <a:rPr lang="pt-BR" dirty="0"/>
            <a:t>Jul-16</a:t>
          </a:r>
        </a:p>
      </dgm:t>
    </dgm:pt>
    <dgm:pt modelId="{04C05410-DFFB-4F3B-9442-7E1E1C73254A}" type="parTrans" cxnId="{DCB46C43-800E-4049-A809-7504296B6FF1}">
      <dgm:prSet/>
      <dgm:spPr/>
      <dgm:t>
        <a:bodyPr/>
        <a:lstStyle/>
        <a:p>
          <a:endParaRPr lang="pt-BR"/>
        </a:p>
      </dgm:t>
    </dgm:pt>
    <dgm:pt modelId="{F8944630-3588-486A-AF23-3D18C3A4397F}" type="sibTrans" cxnId="{DCB46C43-800E-4049-A809-7504296B6FF1}">
      <dgm:prSet/>
      <dgm:spPr/>
      <dgm:t>
        <a:bodyPr/>
        <a:lstStyle/>
        <a:p>
          <a:endParaRPr lang="pt-BR"/>
        </a:p>
      </dgm:t>
    </dgm:pt>
    <dgm:pt modelId="{7EBC83A3-6F4F-4FD1-A5A4-11948BD72AA9}">
      <dgm:prSet/>
      <dgm:spPr/>
      <dgm:t>
        <a:bodyPr/>
        <a:lstStyle/>
        <a:p>
          <a:r>
            <a:rPr lang="pt-BR" dirty="0"/>
            <a:t>Set-16</a:t>
          </a:r>
        </a:p>
      </dgm:t>
    </dgm:pt>
    <dgm:pt modelId="{BFC14DD5-E217-4B37-B865-DB7CEA8F5377}" type="parTrans" cxnId="{141D4814-074A-4ECB-B0C6-EDBA3A54F036}">
      <dgm:prSet/>
      <dgm:spPr/>
      <dgm:t>
        <a:bodyPr/>
        <a:lstStyle/>
        <a:p>
          <a:endParaRPr lang="pt-BR"/>
        </a:p>
      </dgm:t>
    </dgm:pt>
    <dgm:pt modelId="{7199E590-C587-46E7-A3A8-A0DB7659B3DD}" type="sibTrans" cxnId="{141D4814-074A-4ECB-B0C6-EDBA3A54F036}">
      <dgm:prSet/>
      <dgm:spPr/>
      <dgm:t>
        <a:bodyPr/>
        <a:lstStyle/>
        <a:p>
          <a:endParaRPr lang="pt-BR"/>
        </a:p>
      </dgm:t>
    </dgm:pt>
    <dgm:pt modelId="{AD84FA98-F447-4C34-B489-DEB0F102C080}">
      <dgm:prSet/>
      <dgm:spPr/>
      <dgm:t>
        <a:bodyPr/>
        <a:lstStyle/>
        <a:p>
          <a:r>
            <a:rPr lang="pt-BR" dirty="0"/>
            <a:t>Out-16</a:t>
          </a:r>
        </a:p>
      </dgm:t>
    </dgm:pt>
    <dgm:pt modelId="{3AAE6F0E-AFE4-4487-B4D4-F8DB1B96D944}" type="parTrans" cxnId="{610384F5-B520-42F5-A00E-8FF4B18568EB}">
      <dgm:prSet/>
      <dgm:spPr/>
      <dgm:t>
        <a:bodyPr/>
        <a:lstStyle/>
        <a:p>
          <a:endParaRPr lang="pt-BR"/>
        </a:p>
      </dgm:t>
    </dgm:pt>
    <dgm:pt modelId="{6826251D-0CE7-4C73-8C93-A2027B0BD384}" type="sibTrans" cxnId="{610384F5-B520-42F5-A00E-8FF4B18568EB}">
      <dgm:prSet/>
      <dgm:spPr/>
      <dgm:t>
        <a:bodyPr/>
        <a:lstStyle/>
        <a:p>
          <a:endParaRPr lang="pt-BR"/>
        </a:p>
      </dgm:t>
    </dgm:pt>
    <dgm:pt modelId="{AABCBD42-E802-4A54-BEA7-849E0C7F24C5}">
      <dgm:prSet/>
      <dgm:spPr/>
      <dgm:t>
        <a:bodyPr/>
        <a:lstStyle/>
        <a:p>
          <a:r>
            <a:rPr lang="pt-BR" dirty="0"/>
            <a:t>Nov-16</a:t>
          </a:r>
        </a:p>
      </dgm:t>
    </dgm:pt>
    <dgm:pt modelId="{0F92DC8C-8D0B-47B8-A31C-459C76529858}" type="parTrans" cxnId="{5044E070-5CC9-413C-B19F-2F5EE4329B72}">
      <dgm:prSet/>
      <dgm:spPr/>
      <dgm:t>
        <a:bodyPr/>
        <a:lstStyle/>
        <a:p>
          <a:endParaRPr lang="pt-BR"/>
        </a:p>
      </dgm:t>
    </dgm:pt>
    <dgm:pt modelId="{A59F5AB7-DDE1-4FEB-BF3D-1DA6EEB05380}" type="sibTrans" cxnId="{5044E070-5CC9-413C-B19F-2F5EE4329B72}">
      <dgm:prSet/>
      <dgm:spPr/>
      <dgm:t>
        <a:bodyPr/>
        <a:lstStyle/>
        <a:p>
          <a:endParaRPr lang="pt-BR"/>
        </a:p>
      </dgm:t>
    </dgm:pt>
    <dgm:pt modelId="{39FBEBAD-E796-4C94-B88A-5DAD252C8E42}">
      <dgm:prSet/>
      <dgm:spPr/>
      <dgm:t>
        <a:bodyPr/>
        <a:lstStyle/>
        <a:p>
          <a:r>
            <a:rPr lang="pt-BR" dirty="0"/>
            <a:t>Ago-16</a:t>
          </a:r>
        </a:p>
      </dgm:t>
    </dgm:pt>
    <dgm:pt modelId="{319F0235-26C0-4D7B-885F-EBFCC8B9DE11}" type="parTrans" cxnId="{0EB11189-9BBF-4C39-ACDD-1021B5765277}">
      <dgm:prSet/>
      <dgm:spPr/>
      <dgm:t>
        <a:bodyPr/>
        <a:lstStyle/>
        <a:p>
          <a:endParaRPr lang="pt-BR"/>
        </a:p>
      </dgm:t>
    </dgm:pt>
    <dgm:pt modelId="{023AB140-FE84-44DC-9430-1959E79E59D7}" type="sibTrans" cxnId="{0EB11189-9BBF-4C39-ACDD-1021B5765277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A5552653-DC48-4AC4-B028-1BC97F8A50E9}" type="pres">
      <dgm:prSet presAssocID="{E0A7F7E2-3E4A-4189-90B6-4135A38DD30A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84AEB78-F786-465B-A0EF-6D776C346F9F}" type="pres">
      <dgm:prSet presAssocID="{F8944630-3588-486A-AF23-3D18C3A4397F}" presName="parTxOnlySpace" presStyleCnt="0"/>
      <dgm:spPr/>
    </dgm:pt>
    <dgm:pt modelId="{79C41C2F-25F3-4C1F-82AD-BADA23EE0504}" type="pres">
      <dgm:prSet presAssocID="{39FBEBAD-E796-4C94-B88A-5DAD252C8E4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9547D12-4689-48F5-B86F-3BA13B40DC86}" type="pres">
      <dgm:prSet presAssocID="{023AB140-FE84-44DC-9430-1959E79E59D7}" presName="parTxOnlySpace" presStyleCnt="0"/>
      <dgm:spPr/>
    </dgm:pt>
    <dgm:pt modelId="{30674180-A213-4251-A5F6-48EF12E21449}" type="pres">
      <dgm:prSet presAssocID="{7EBC83A3-6F4F-4FD1-A5A4-11948BD72AA9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A71766BE-0EC6-4CD9-9900-95E50B7D0DA5}" type="pres">
      <dgm:prSet presAssocID="{7199E590-C587-46E7-A3A8-A0DB7659B3DD}" presName="parTxOnlySpace" presStyleCnt="0"/>
      <dgm:spPr/>
    </dgm:pt>
    <dgm:pt modelId="{DF71B368-27AA-4348-A5A5-364BDBFD2CD2}" type="pres">
      <dgm:prSet presAssocID="{AD84FA98-F447-4C34-B489-DEB0F102C080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96DC292-6D61-4D47-A3D9-149E27B756EF}" type="pres">
      <dgm:prSet presAssocID="{6826251D-0CE7-4C73-8C93-A2027B0BD384}" presName="parTxOnlySpace" presStyleCnt="0"/>
      <dgm:spPr/>
    </dgm:pt>
    <dgm:pt modelId="{869375A5-CA24-48B7-9E88-359AAECD6212}" type="pres">
      <dgm:prSet presAssocID="{AABCBD42-E802-4A54-BEA7-849E0C7F24C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141D4814-074A-4ECB-B0C6-EDBA3A54F036}" srcId="{BBBD8EEE-5EAC-4ACB-A5CB-4EC11AF34169}" destId="{7EBC83A3-6F4F-4FD1-A5A4-11948BD72AA9}" srcOrd="2" destOrd="0" parTransId="{BFC14DD5-E217-4B37-B865-DB7CEA8F5377}" sibTransId="{7199E590-C587-46E7-A3A8-A0DB7659B3DD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0EB11189-9BBF-4C39-ACDD-1021B5765277}" srcId="{BBBD8EEE-5EAC-4ACB-A5CB-4EC11AF34169}" destId="{39FBEBAD-E796-4C94-B88A-5DAD252C8E42}" srcOrd="1" destOrd="0" parTransId="{319F0235-26C0-4D7B-885F-EBFCC8B9DE11}" sibTransId="{023AB140-FE84-44DC-9430-1959E79E59D7}"/>
    <dgm:cxn modelId="{14CAAD0B-6DD0-4116-91B8-6FB0B6D9A4A1}" type="presOf" srcId="{E0A7F7E2-3E4A-4189-90B6-4135A38DD30A}" destId="{A5552653-DC48-4AC4-B028-1BC97F8A50E9}" srcOrd="0" destOrd="0" presId="urn:microsoft.com/office/officeart/2005/8/layout/chevron1"/>
    <dgm:cxn modelId="{3F57124C-AA53-489A-9319-D6072DE0100A}" type="presOf" srcId="{AABCBD42-E802-4A54-BEA7-849E0C7F24C5}" destId="{869375A5-CA24-48B7-9E88-359AAECD6212}" srcOrd="0" destOrd="0" presId="urn:microsoft.com/office/officeart/2005/8/layout/chevron1"/>
    <dgm:cxn modelId="{DCB46C43-800E-4049-A809-7504296B6FF1}" srcId="{BBBD8EEE-5EAC-4ACB-A5CB-4EC11AF34169}" destId="{E0A7F7E2-3E4A-4189-90B6-4135A38DD30A}" srcOrd="0" destOrd="0" parTransId="{04C05410-DFFB-4F3B-9442-7E1E1C73254A}" sibTransId="{F8944630-3588-486A-AF23-3D18C3A4397F}"/>
    <dgm:cxn modelId="{5044E070-5CC9-413C-B19F-2F5EE4329B72}" srcId="{BBBD8EEE-5EAC-4ACB-A5CB-4EC11AF34169}" destId="{AABCBD42-E802-4A54-BEA7-849E0C7F24C5}" srcOrd="4" destOrd="0" parTransId="{0F92DC8C-8D0B-47B8-A31C-459C76529858}" sibTransId="{A59F5AB7-DDE1-4FEB-BF3D-1DA6EEB05380}"/>
    <dgm:cxn modelId="{9AFF9774-A692-44EA-82A0-3EBD3EDF1CF0}" type="presOf" srcId="{7EBC83A3-6F4F-4FD1-A5A4-11948BD72AA9}" destId="{30674180-A213-4251-A5F6-48EF12E21449}" srcOrd="0" destOrd="0" presId="urn:microsoft.com/office/officeart/2005/8/layout/chevron1"/>
    <dgm:cxn modelId="{AA56FA81-4C30-4A2D-AF97-99AAB0C3C989}" type="presOf" srcId="{AD84FA98-F447-4C34-B489-DEB0F102C080}" destId="{DF71B368-27AA-4348-A5A5-364BDBFD2CD2}" srcOrd="0" destOrd="0" presId="urn:microsoft.com/office/officeart/2005/8/layout/chevron1"/>
    <dgm:cxn modelId="{610384F5-B520-42F5-A00E-8FF4B18568EB}" srcId="{BBBD8EEE-5EAC-4ACB-A5CB-4EC11AF34169}" destId="{AD84FA98-F447-4C34-B489-DEB0F102C080}" srcOrd="3" destOrd="0" parTransId="{3AAE6F0E-AFE4-4487-B4D4-F8DB1B96D944}" sibTransId="{6826251D-0CE7-4C73-8C93-A2027B0BD384}"/>
    <dgm:cxn modelId="{5F9841E9-AAFF-464B-8328-D9CFF04F0A1F}" type="presOf" srcId="{39FBEBAD-E796-4C94-B88A-5DAD252C8E42}" destId="{79C41C2F-25F3-4C1F-82AD-BADA23EE0504}" srcOrd="0" destOrd="0" presId="urn:microsoft.com/office/officeart/2005/8/layout/chevron1"/>
    <dgm:cxn modelId="{2D7BB38F-CD21-424E-8468-6E027FF8BC07}" type="presParOf" srcId="{F6290B4D-2087-4FCD-891E-E9D7206508DB}" destId="{A5552653-DC48-4AC4-B028-1BC97F8A50E9}" srcOrd="0" destOrd="0" presId="urn:microsoft.com/office/officeart/2005/8/layout/chevron1"/>
    <dgm:cxn modelId="{A592DFAB-DC22-4407-9ECD-C7E50CFA8437}" type="presParOf" srcId="{F6290B4D-2087-4FCD-891E-E9D7206508DB}" destId="{984AEB78-F786-465B-A0EF-6D776C346F9F}" srcOrd="1" destOrd="0" presId="urn:microsoft.com/office/officeart/2005/8/layout/chevron1"/>
    <dgm:cxn modelId="{C745F574-A7E8-4666-BFBC-D8D39163DF2C}" type="presParOf" srcId="{F6290B4D-2087-4FCD-891E-E9D7206508DB}" destId="{79C41C2F-25F3-4C1F-82AD-BADA23EE0504}" srcOrd="2" destOrd="0" presId="urn:microsoft.com/office/officeart/2005/8/layout/chevron1"/>
    <dgm:cxn modelId="{34C4A3E6-6DE8-457A-9B3A-98BA03EA7996}" type="presParOf" srcId="{F6290B4D-2087-4FCD-891E-E9D7206508DB}" destId="{B9547D12-4689-48F5-B86F-3BA13B40DC86}" srcOrd="3" destOrd="0" presId="urn:microsoft.com/office/officeart/2005/8/layout/chevron1"/>
    <dgm:cxn modelId="{CB4B137C-20A9-4E92-93B2-925A24BB8DDF}" type="presParOf" srcId="{F6290B4D-2087-4FCD-891E-E9D7206508DB}" destId="{30674180-A213-4251-A5F6-48EF12E21449}" srcOrd="4" destOrd="0" presId="urn:microsoft.com/office/officeart/2005/8/layout/chevron1"/>
    <dgm:cxn modelId="{A3BDD842-7103-4143-9201-72B1EF60A25E}" type="presParOf" srcId="{F6290B4D-2087-4FCD-891E-E9D7206508DB}" destId="{A71766BE-0EC6-4CD9-9900-95E50B7D0DA5}" srcOrd="5" destOrd="0" presId="urn:microsoft.com/office/officeart/2005/8/layout/chevron1"/>
    <dgm:cxn modelId="{C1C9557A-9336-4075-8F5B-8CA88AEB12D5}" type="presParOf" srcId="{F6290B4D-2087-4FCD-891E-E9D7206508DB}" destId="{DF71B368-27AA-4348-A5A5-364BDBFD2CD2}" srcOrd="6" destOrd="0" presId="urn:microsoft.com/office/officeart/2005/8/layout/chevron1"/>
    <dgm:cxn modelId="{2543B86A-385F-4BA2-A12C-D88EA29B006F}" type="presParOf" srcId="{F6290B4D-2087-4FCD-891E-E9D7206508DB}" destId="{D96DC292-6D61-4D47-A3D9-149E27B756EF}" srcOrd="7" destOrd="0" presId="urn:microsoft.com/office/officeart/2005/8/layout/chevron1"/>
    <dgm:cxn modelId="{406C60D3-65BC-43D2-B029-88AB4BAE03D4}" type="presParOf" srcId="{F6290B4D-2087-4FCD-891E-E9D7206508DB}" destId="{869375A5-CA24-48B7-9E88-359AAECD6212}" srcOrd="8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5BB2DA-DE44-4796-8361-452472B317F0}">
      <dsp:nvSpPr>
        <dsp:cNvPr id="0" name=""/>
        <dsp:cNvSpPr/>
      </dsp:nvSpPr>
      <dsp:spPr>
        <a:xfrm>
          <a:off x="1059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S1</a:t>
          </a:r>
        </a:p>
      </dsp:txBody>
      <dsp:txXfrm>
        <a:off x="110659" y="90924"/>
        <a:ext cx="328800" cy="219200"/>
      </dsp:txXfrm>
    </dsp:sp>
    <dsp:sp modelId="{09E2201E-C8B4-47AC-907F-C0A055D21340}">
      <dsp:nvSpPr>
        <dsp:cNvPr id="0" name=""/>
        <dsp:cNvSpPr/>
      </dsp:nvSpPr>
      <dsp:spPr>
        <a:xfrm>
          <a:off x="494260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S2</a:t>
          </a:r>
        </a:p>
      </dsp:txBody>
      <dsp:txXfrm>
        <a:off x="603860" y="90924"/>
        <a:ext cx="328800" cy="219200"/>
      </dsp:txXfrm>
    </dsp:sp>
    <dsp:sp modelId="{F7888C45-F8A0-4EEB-B780-5FBE90089685}">
      <dsp:nvSpPr>
        <dsp:cNvPr id="0" name=""/>
        <dsp:cNvSpPr/>
      </dsp:nvSpPr>
      <dsp:spPr>
        <a:xfrm>
          <a:off x="987460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S3</a:t>
          </a:r>
        </a:p>
      </dsp:txBody>
      <dsp:txXfrm>
        <a:off x="1097060" y="90924"/>
        <a:ext cx="328800" cy="219200"/>
      </dsp:txXfrm>
    </dsp:sp>
    <dsp:sp modelId="{D2C7FD0A-EC97-469E-B876-8A56FDFC34A4}">
      <dsp:nvSpPr>
        <dsp:cNvPr id="0" name=""/>
        <dsp:cNvSpPr/>
      </dsp:nvSpPr>
      <dsp:spPr>
        <a:xfrm>
          <a:off x="1480661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S4</a:t>
          </a:r>
        </a:p>
      </dsp:txBody>
      <dsp:txXfrm>
        <a:off x="1590261" y="90924"/>
        <a:ext cx="328800" cy="219200"/>
      </dsp:txXfrm>
    </dsp:sp>
    <dsp:sp modelId="{E5A0BE5A-134E-46C5-83B2-806616283CDB}">
      <dsp:nvSpPr>
        <dsp:cNvPr id="0" name=""/>
        <dsp:cNvSpPr/>
      </dsp:nvSpPr>
      <dsp:spPr>
        <a:xfrm>
          <a:off x="1973861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/>
            <a:t>S1</a:t>
          </a:r>
          <a:endParaRPr lang="pt-BR" sz="1300" kern="1200" dirty="0"/>
        </a:p>
      </dsp:txBody>
      <dsp:txXfrm>
        <a:off x="2083461" y="90924"/>
        <a:ext cx="328800" cy="219200"/>
      </dsp:txXfrm>
    </dsp:sp>
    <dsp:sp modelId="{E7007450-7476-4E4E-904E-88628F862FE1}">
      <dsp:nvSpPr>
        <dsp:cNvPr id="0" name=""/>
        <dsp:cNvSpPr/>
      </dsp:nvSpPr>
      <dsp:spPr>
        <a:xfrm>
          <a:off x="2467062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S2</a:t>
          </a:r>
        </a:p>
      </dsp:txBody>
      <dsp:txXfrm>
        <a:off x="2576662" y="90924"/>
        <a:ext cx="328800" cy="219200"/>
      </dsp:txXfrm>
    </dsp:sp>
    <dsp:sp modelId="{21F36E2F-9D32-4A55-9271-CE688156AA2A}">
      <dsp:nvSpPr>
        <dsp:cNvPr id="0" name=""/>
        <dsp:cNvSpPr/>
      </dsp:nvSpPr>
      <dsp:spPr>
        <a:xfrm>
          <a:off x="2960262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S3</a:t>
          </a:r>
        </a:p>
      </dsp:txBody>
      <dsp:txXfrm>
        <a:off x="3069862" y="90924"/>
        <a:ext cx="328800" cy="219200"/>
      </dsp:txXfrm>
    </dsp:sp>
    <dsp:sp modelId="{E7266260-EA71-4D28-82BF-3C8135BC4800}">
      <dsp:nvSpPr>
        <dsp:cNvPr id="0" name=""/>
        <dsp:cNvSpPr/>
      </dsp:nvSpPr>
      <dsp:spPr>
        <a:xfrm>
          <a:off x="3453463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S4</a:t>
          </a:r>
        </a:p>
      </dsp:txBody>
      <dsp:txXfrm>
        <a:off x="3563063" y="90924"/>
        <a:ext cx="328800" cy="219200"/>
      </dsp:txXfrm>
    </dsp:sp>
    <dsp:sp modelId="{34E29FEA-FC94-427D-8588-B9AC1032C505}">
      <dsp:nvSpPr>
        <dsp:cNvPr id="0" name=""/>
        <dsp:cNvSpPr/>
      </dsp:nvSpPr>
      <dsp:spPr>
        <a:xfrm>
          <a:off x="3946663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S1</a:t>
          </a:r>
        </a:p>
      </dsp:txBody>
      <dsp:txXfrm>
        <a:off x="4056263" y="90924"/>
        <a:ext cx="328800" cy="219200"/>
      </dsp:txXfrm>
    </dsp:sp>
    <dsp:sp modelId="{50BCBB59-6D43-4390-831B-5ECD92ED2D78}">
      <dsp:nvSpPr>
        <dsp:cNvPr id="0" name=""/>
        <dsp:cNvSpPr/>
      </dsp:nvSpPr>
      <dsp:spPr>
        <a:xfrm>
          <a:off x="4439863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S2</a:t>
          </a:r>
        </a:p>
      </dsp:txBody>
      <dsp:txXfrm>
        <a:off x="4549463" y="90924"/>
        <a:ext cx="328800" cy="219200"/>
      </dsp:txXfrm>
    </dsp:sp>
    <dsp:sp modelId="{44BCE9DC-387E-4E59-A904-C83F78AD950C}">
      <dsp:nvSpPr>
        <dsp:cNvPr id="0" name=""/>
        <dsp:cNvSpPr/>
      </dsp:nvSpPr>
      <dsp:spPr>
        <a:xfrm>
          <a:off x="4933064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S3</a:t>
          </a:r>
        </a:p>
      </dsp:txBody>
      <dsp:txXfrm>
        <a:off x="5042664" y="90924"/>
        <a:ext cx="328800" cy="219200"/>
      </dsp:txXfrm>
    </dsp:sp>
    <dsp:sp modelId="{C44F8D76-01FC-462A-991E-F64772A343C7}">
      <dsp:nvSpPr>
        <dsp:cNvPr id="0" name=""/>
        <dsp:cNvSpPr/>
      </dsp:nvSpPr>
      <dsp:spPr>
        <a:xfrm>
          <a:off x="5426264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S4</a:t>
          </a:r>
        </a:p>
      </dsp:txBody>
      <dsp:txXfrm>
        <a:off x="5535864" y="90924"/>
        <a:ext cx="328800" cy="219200"/>
      </dsp:txXfrm>
    </dsp:sp>
    <dsp:sp modelId="{EC13FF91-665E-4C3D-8BCE-FC140746D530}">
      <dsp:nvSpPr>
        <dsp:cNvPr id="0" name=""/>
        <dsp:cNvSpPr/>
      </dsp:nvSpPr>
      <dsp:spPr>
        <a:xfrm>
          <a:off x="5919465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S1</a:t>
          </a:r>
        </a:p>
      </dsp:txBody>
      <dsp:txXfrm>
        <a:off x="6029065" y="90924"/>
        <a:ext cx="328800" cy="219200"/>
      </dsp:txXfrm>
    </dsp:sp>
    <dsp:sp modelId="{C9E8AEBE-9C87-4811-8DA6-BA8EBBDDE6B5}">
      <dsp:nvSpPr>
        <dsp:cNvPr id="0" name=""/>
        <dsp:cNvSpPr/>
      </dsp:nvSpPr>
      <dsp:spPr>
        <a:xfrm>
          <a:off x="6412665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S2</a:t>
          </a:r>
        </a:p>
      </dsp:txBody>
      <dsp:txXfrm>
        <a:off x="6522265" y="90924"/>
        <a:ext cx="328800" cy="219200"/>
      </dsp:txXfrm>
    </dsp:sp>
    <dsp:sp modelId="{FC5411AA-A312-4C97-B757-66E924312D19}">
      <dsp:nvSpPr>
        <dsp:cNvPr id="0" name=""/>
        <dsp:cNvSpPr/>
      </dsp:nvSpPr>
      <dsp:spPr>
        <a:xfrm>
          <a:off x="6905866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S3</a:t>
          </a:r>
        </a:p>
      </dsp:txBody>
      <dsp:txXfrm>
        <a:off x="7015466" y="90924"/>
        <a:ext cx="328800" cy="219200"/>
      </dsp:txXfrm>
    </dsp:sp>
    <dsp:sp modelId="{F40661E8-6B92-4994-9527-C62E215B7DAE}">
      <dsp:nvSpPr>
        <dsp:cNvPr id="0" name=""/>
        <dsp:cNvSpPr/>
      </dsp:nvSpPr>
      <dsp:spPr>
        <a:xfrm>
          <a:off x="7399066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S4</a:t>
          </a:r>
        </a:p>
      </dsp:txBody>
      <dsp:txXfrm>
        <a:off x="7508666" y="90924"/>
        <a:ext cx="328800" cy="219200"/>
      </dsp:txXfrm>
    </dsp:sp>
    <dsp:sp modelId="{D6688868-8F06-4064-A576-CE8EE3412728}">
      <dsp:nvSpPr>
        <dsp:cNvPr id="0" name=""/>
        <dsp:cNvSpPr/>
      </dsp:nvSpPr>
      <dsp:spPr>
        <a:xfrm>
          <a:off x="7892267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S1</a:t>
          </a:r>
        </a:p>
      </dsp:txBody>
      <dsp:txXfrm>
        <a:off x="8001867" y="90924"/>
        <a:ext cx="328800" cy="219200"/>
      </dsp:txXfrm>
    </dsp:sp>
    <dsp:sp modelId="{3B4DC16A-3009-43BC-95EF-F59C91D0A0A9}">
      <dsp:nvSpPr>
        <dsp:cNvPr id="0" name=""/>
        <dsp:cNvSpPr/>
      </dsp:nvSpPr>
      <dsp:spPr>
        <a:xfrm>
          <a:off x="8385467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S2</a:t>
          </a:r>
        </a:p>
      </dsp:txBody>
      <dsp:txXfrm>
        <a:off x="8495067" y="90924"/>
        <a:ext cx="328800" cy="219200"/>
      </dsp:txXfrm>
    </dsp:sp>
    <dsp:sp modelId="{39B82A7A-686A-4A45-B9E1-F1F07FDF3B26}">
      <dsp:nvSpPr>
        <dsp:cNvPr id="0" name=""/>
        <dsp:cNvSpPr/>
      </dsp:nvSpPr>
      <dsp:spPr>
        <a:xfrm>
          <a:off x="8878668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S3</a:t>
          </a:r>
        </a:p>
      </dsp:txBody>
      <dsp:txXfrm>
        <a:off x="8988268" y="90924"/>
        <a:ext cx="328800" cy="219200"/>
      </dsp:txXfrm>
    </dsp:sp>
    <dsp:sp modelId="{91093816-72B8-416D-9699-599A47F2344A}">
      <dsp:nvSpPr>
        <dsp:cNvPr id="0" name=""/>
        <dsp:cNvSpPr/>
      </dsp:nvSpPr>
      <dsp:spPr>
        <a:xfrm>
          <a:off x="9371868" y="90924"/>
          <a:ext cx="548000" cy="21920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S4</a:t>
          </a:r>
        </a:p>
      </dsp:txBody>
      <dsp:txXfrm>
        <a:off x="9481468" y="90924"/>
        <a:ext cx="328800" cy="219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552653-DC48-4AC4-B028-1BC97F8A50E9}">
      <dsp:nvSpPr>
        <dsp:cNvPr id="0" name=""/>
        <dsp:cNvSpPr/>
      </dsp:nvSpPr>
      <dsp:spPr>
        <a:xfrm>
          <a:off x="2422" y="0"/>
          <a:ext cx="2155670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Jul-16</a:t>
          </a:r>
        </a:p>
      </dsp:txBody>
      <dsp:txXfrm>
        <a:off x="202947" y="0"/>
        <a:ext cx="1754620" cy="401050"/>
      </dsp:txXfrm>
    </dsp:sp>
    <dsp:sp modelId="{79C41C2F-25F3-4C1F-82AD-BADA23EE0504}">
      <dsp:nvSpPr>
        <dsp:cNvPr id="0" name=""/>
        <dsp:cNvSpPr/>
      </dsp:nvSpPr>
      <dsp:spPr>
        <a:xfrm>
          <a:off x="1942525" y="0"/>
          <a:ext cx="2155670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Ago-16</a:t>
          </a:r>
        </a:p>
      </dsp:txBody>
      <dsp:txXfrm>
        <a:off x="2143050" y="0"/>
        <a:ext cx="1754620" cy="401050"/>
      </dsp:txXfrm>
    </dsp:sp>
    <dsp:sp modelId="{30674180-A213-4251-A5F6-48EF12E21449}">
      <dsp:nvSpPr>
        <dsp:cNvPr id="0" name=""/>
        <dsp:cNvSpPr/>
      </dsp:nvSpPr>
      <dsp:spPr>
        <a:xfrm>
          <a:off x="3882629" y="0"/>
          <a:ext cx="2155670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Set-16</a:t>
          </a:r>
        </a:p>
      </dsp:txBody>
      <dsp:txXfrm>
        <a:off x="4083154" y="0"/>
        <a:ext cx="1754620" cy="401050"/>
      </dsp:txXfrm>
    </dsp:sp>
    <dsp:sp modelId="{DF71B368-27AA-4348-A5A5-364BDBFD2CD2}">
      <dsp:nvSpPr>
        <dsp:cNvPr id="0" name=""/>
        <dsp:cNvSpPr/>
      </dsp:nvSpPr>
      <dsp:spPr>
        <a:xfrm>
          <a:off x="5822732" y="0"/>
          <a:ext cx="2155670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Out-16</a:t>
          </a:r>
        </a:p>
      </dsp:txBody>
      <dsp:txXfrm>
        <a:off x="6023257" y="0"/>
        <a:ext cx="1754620" cy="401050"/>
      </dsp:txXfrm>
    </dsp:sp>
    <dsp:sp modelId="{869375A5-CA24-48B7-9E88-359AAECD6212}">
      <dsp:nvSpPr>
        <dsp:cNvPr id="0" name=""/>
        <dsp:cNvSpPr/>
      </dsp:nvSpPr>
      <dsp:spPr>
        <a:xfrm>
          <a:off x="7762836" y="0"/>
          <a:ext cx="2155670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Nov-16</a:t>
          </a:r>
        </a:p>
      </dsp:txBody>
      <dsp:txXfrm>
        <a:off x="7963361" y="0"/>
        <a:ext cx="1754620" cy="401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8/15/2016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5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5026" y="1746921"/>
            <a:ext cx="510251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t-BR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Projeto de Implantação </a:t>
            </a:r>
          </a:p>
          <a:p>
            <a:r>
              <a:rPr lang="pt-BR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 e Office 365</a:t>
            </a: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Gerência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Operações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</a:t>
            </a:r>
            <a:r>
              <a:rPr lang="en-US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Infraestrutura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TI</a:t>
            </a:r>
          </a:p>
          <a:p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Agosto de 2016</a:t>
            </a:r>
          </a:p>
        </p:txBody>
      </p:sp>
      <p:pic>
        <p:nvPicPr>
          <p:cNvPr id="8" name="Picture 2" descr="http://www.miami.edu/EE/images/uploads/it/logophotos/o365-logo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596" y="5317968"/>
            <a:ext cx="1491987" cy="149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http://www.schudio.com/wp-content/uploads/2015/01/one-drive.png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885" y="4739611"/>
            <a:ext cx="823153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http://www.buydata.me/uploads/1/2/7/5/12755838/2819640_orig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678" y="4812721"/>
            <a:ext cx="955965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ttp://www.intycascade.com/media/medialibrary/2013/05/apps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791" y="5675474"/>
            <a:ext cx="1960494" cy="9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Solução: AD e Office 365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186489" y="1115362"/>
            <a:ext cx="2340001" cy="5218462"/>
            <a:chOff x="186489" y="880228"/>
            <a:chExt cx="2340001" cy="5218462"/>
          </a:xfrm>
        </p:grpSpPr>
        <p:sp>
          <p:nvSpPr>
            <p:cNvPr id="43" name="Retângulo 42"/>
            <p:cNvSpPr/>
            <p:nvPr/>
          </p:nvSpPr>
          <p:spPr>
            <a:xfrm>
              <a:off x="186490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Gestão de Acessos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Operação dos ambientes AD e FS GOL (Incidentes, Problemas, Mudanças)</a:t>
              </a:r>
            </a:p>
          </p:txBody>
        </p:sp>
        <p:sp>
          <p:nvSpPr>
            <p:cNvPr id="45" name="Retângulo de cantos arredondados 13"/>
            <p:cNvSpPr/>
            <p:nvPr/>
          </p:nvSpPr>
          <p:spPr>
            <a:xfrm>
              <a:off x="18648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Cenário </a:t>
              </a:r>
            </a:p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Anterior</a:t>
              </a: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625978" y="1115362"/>
            <a:ext cx="2340000" cy="5218462"/>
            <a:chOff x="2991739" y="880228"/>
            <a:chExt cx="2340000" cy="5218462"/>
          </a:xfrm>
        </p:grpSpPr>
        <p:sp>
          <p:nvSpPr>
            <p:cNvPr id="47" name="Retângulo 46"/>
            <p:cNvSpPr/>
            <p:nvPr/>
          </p:nvSpPr>
          <p:spPr>
            <a:xfrm>
              <a:off x="299173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lento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Pouca agilidade 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 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Prazos estendidos e retrabalho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Infraestrutura não adequada 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às necessidades da </a:t>
              </a:r>
              <a:r>
                <a:rPr lang="pt-BR" sz="13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Falta de padronização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na estrutura do File Server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Inexistência de controle de quotas 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3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2" name="Retângulo de cantos arredondados 16"/>
            <p:cNvSpPr/>
            <p:nvPr/>
          </p:nvSpPr>
          <p:spPr>
            <a:xfrm>
              <a:off x="299173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Principais </a:t>
              </a:r>
            </a:p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Dificuldades</a:t>
              </a:r>
            </a:p>
          </p:txBody>
        </p:sp>
      </p:grpSp>
      <p:grpSp>
        <p:nvGrpSpPr>
          <p:cNvPr id="4" name="Agrupar 3"/>
          <p:cNvGrpSpPr/>
          <p:nvPr/>
        </p:nvGrpSpPr>
        <p:grpSpPr>
          <a:xfrm>
            <a:off x="5065466" y="1115362"/>
            <a:ext cx="2340000" cy="5218462"/>
            <a:chOff x="5718609" y="880228"/>
            <a:chExt cx="2340000" cy="5218462"/>
          </a:xfrm>
        </p:grpSpPr>
        <p:sp>
          <p:nvSpPr>
            <p:cNvPr id="49" name="Retângulo 48"/>
            <p:cNvSpPr/>
            <p:nvPr/>
          </p:nvSpPr>
          <p:spPr>
            <a:xfrm>
              <a:off x="571860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highlight>
                    <a:srgbClr val="00FF00"/>
                  </a:highlight>
                </a:rPr>
                <a:t>FINALIZADO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Implementação de um </a:t>
              </a: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específico para Smiles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  <a:highlight>
                    <a:srgbClr val="F68E1E"/>
                  </a:highlight>
                </a:rPr>
                <a:t>EM ANDAMENTO</a:t>
              </a: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r>
                <a:rPr lang="pt-BR" sz="13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uma </a:t>
              </a:r>
              <a:r>
                <a:rPr lang="pt-BR" sz="13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Solução de Colaboração e Produtividade para a Smiles (Office 365)</a:t>
              </a:r>
            </a:p>
          </p:txBody>
        </p:sp>
        <p:sp>
          <p:nvSpPr>
            <p:cNvPr id="53" name="Retângulo de cantos arredondados 17"/>
            <p:cNvSpPr/>
            <p:nvPr/>
          </p:nvSpPr>
          <p:spPr>
            <a:xfrm>
              <a:off x="571860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Solução</a:t>
              </a:r>
            </a:p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Definida </a:t>
              </a:r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7504954" y="1115362"/>
            <a:ext cx="2340001" cy="5218462"/>
            <a:chOff x="8445479" y="880228"/>
            <a:chExt cx="2340001" cy="5218462"/>
          </a:xfrm>
        </p:grpSpPr>
        <p:sp>
          <p:nvSpPr>
            <p:cNvPr id="56" name="Retângulo 55"/>
            <p:cNvSpPr/>
            <p:nvPr/>
          </p:nvSpPr>
          <p:spPr>
            <a:xfrm>
              <a:off x="844547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mais rápido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agilidade </a:t>
              </a: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Integração com AD GOL (permite </a:t>
              </a:r>
              <a:r>
                <a:rPr lang="pt-BR" sz="12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permissionamento</a:t>
              </a: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ida-e-volta entre </a:t>
              </a:r>
              <a:r>
                <a:rPr lang="pt-BR" sz="12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e GOL</a:t>
              </a: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Ambiente escalável e redundante 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eficiência na Gestão </a:t>
              </a: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(gestão interna permite maior </a:t>
              </a: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rastreabilidade e visibilidade</a:t>
              </a: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Padronização</a:t>
              </a:r>
              <a:r>
                <a:rPr lang="pt-BR" sz="12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Diretórios e Pastas na rede com uso de quotas 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Independência da estrutura de TI da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7" name="Retângulo de cantos arredondados 17"/>
            <p:cNvSpPr/>
            <p:nvPr/>
          </p:nvSpPr>
          <p:spPr>
            <a:xfrm>
              <a:off x="8445480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Benefícios</a:t>
              </a:r>
            </a:p>
          </p:txBody>
        </p:sp>
      </p:grp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61" y="122336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4" y="1154889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23764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72" y="1228296"/>
            <a:ext cx="684000" cy="684000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" y="778941"/>
            <a:ext cx="9990476" cy="6095238"/>
          </a:xfrm>
          <a:prstGeom prst="rect">
            <a:avLst/>
          </a:prstGeom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958600" y="92680"/>
            <a:ext cx="6199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Projeto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Implantação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AD e Office 365</a:t>
            </a:r>
          </a:p>
        </p:txBody>
      </p:sp>
      <p:grpSp>
        <p:nvGrpSpPr>
          <p:cNvPr id="109" name="Agrupar 108"/>
          <p:cNvGrpSpPr/>
          <p:nvPr/>
        </p:nvGrpSpPr>
        <p:grpSpPr>
          <a:xfrm>
            <a:off x="4850296" y="5933898"/>
            <a:ext cx="4585252" cy="523220"/>
            <a:chOff x="1231170" y="2257874"/>
            <a:chExt cx="4585252" cy="523220"/>
          </a:xfrm>
        </p:grpSpPr>
        <p:sp>
          <p:nvSpPr>
            <p:cNvPr id="110" name="Pentágono 17"/>
            <p:cNvSpPr/>
            <p:nvPr/>
          </p:nvSpPr>
          <p:spPr>
            <a:xfrm>
              <a:off x="1231170" y="2285483"/>
              <a:ext cx="978387" cy="468000"/>
            </a:xfrm>
            <a:prstGeom prst="homePlate">
              <a:avLst>
                <a:gd name="adj" fmla="val 36408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1" name="Retângulo 110"/>
            <p:cNvSpPr/>
            <p:nvPr/>
          </p:nvSpPr>
          <p:spPr>
            <a:xfrm>
              <a:off x="2291619" y="2257874"/>
              <a:ext cx="352480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07-Set a 21-Set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SharePoint Corporativo + OneDrive Usuários</a:t>
              </a:r>
              <a:endParaRPr lang="pt-BR" sz="1400" dirty="0"/>
            </a:p>
          </p:txBody>
        </p:sp>
      </p:grpSp>
      <p:cxnSp>
        <p:nvCxnSpPr>
          <p:cNvPr id="118" name="Conector reto 117"/>
          <p:cNvCxnSpPr/>
          <p:nvPr/>
        </p:nvCxnSpPr>
        <p:spPr>
          <a:xfrm>
            <a:off x="3272790" y="1601526"/>
            <a:ext cx="32658" cy="5148000"/>
          </a:xfrm>
          <a:prstGeom prst="line">
            <a:avLst/>
          </a:prstGeom>
          <a:ln w="38100" cap="flat" cmpd="sng" algn="ctr">
            <a:solidFill>
              <a:srgbClr val="C00000"/>
            </a:solidFill>
            <a:prstDash val="sysDot"/>
            <a:round/>
            <a:headEnd type="diamond" w="lg" len="lg"/>
            <a:tailEnd type="diamond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" name="Agrupar 9"/>
          <p:cNvGrpSpPr/>
          <p:nvPr/>
        </p:nvGrpSpPr>
        <p:grpSpPr>
          <a:xfrm>
            <a:off x="0" y="1981868"/>
            <a:ext cx="4161182" cy="523220"/>
            <a:chOff x="1559602" y="2257874"/>
            <a:chExt cx="4161182" cy="523220"/>
          </a:xfrm>
        </p:grpSpPr>
        <p:sp>
          <p:nvSpPr>
            <p:cNvPr id="55" name="Pentágono 17"/>
            <p:cNvSpPr/>
            <p:nvPr/>
          </p:nvSpPr>
          <p:spPr>
            <a:xfrm>
              <a:off x="1559602" y="2285483"/>
              <a:ext cx="2038878" cy="468000"/>
            </a:xfrm>
            <a:prstGeom prst="homePlate">
              <a:avLst>
                <a:gd name="adj" fmla="val 36408"/>
              </a:avLst>
            </a:prstGeom>
            <a:solidFill>
              <a:srgbClr val="92D05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Retângulo 7"/>
            <p:cNvSpPr/>
            <p:nvPr/>
          </p:nvSpPr>
          <p:spPr>
            <a:xfrm>
              <a:off x="3671615" y="2257874"/>
              <a:ext cx="204916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25-Mai a 31-Jul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Migração AD Smiles</a:t>
              </a:r>
              <a:endParaRPr lang="pt-BR" sz="1400" dirty="0"/>
            </a:p>
          </p:txBody>
        </p:sp>
      </p:grpSp>
      <p:grpSp>
        <p:nvGrpSpPr>
          <p:cNvPr id="106" name="Agrupar 105"/>
          <p:cNvGrpSpPr/>
          <p:nvPr/>
        </p:nvGrpSpPr>
        <p:grpSpPr>
          <a:xfrm>
            <a:off x="2050692" y="2772274"/>
            <a:ext cx="4760925" cy="523220"/>
            <a:chOff x="1801011" y="2251248"/>
            <a:chExt cx="4760925" cy="523220"/>
          </a:xfrm>
        </p:grpSpPr>
        <p:sp>
          <p:nvSpPr>
            <p:cNvPr id="107" name="Pentágono 17"/>
            <p:cNvSpPr/>
            <p:nvPr/>
          </p:nvSpPr>
          <p:spPr>
            <a:xfrm>
              <a:off x="1801011" y="2278857"/>
              <a:ext cx="1963861" cy="468000"/>
            </a:xfrm>
            <a:prstGeom prst="homePlate">
              <a:avLst>
                <a:gd name="adj" fmla="val 36408"/>
              </a:avLst>
            </a:prstGeom>
            <a:gradFill flip="none" rotWithShape="1">
              <a:gsLst>
                <a:gs pos="37000">
                  <a:schemeClr val="accent6"/>
                </a:gs>
                <a:gs pos="38000">
                  <a:srgbClr val="92D050"/>
                </a:gs>
              </a:gsLst>
              <a:lin ang="10800000" scaled="1"/>
              <a:tileRect/>
            </a:gra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08" name="Retângulo 107"/>
            <p:cNvSpPr/>
            <p:nvPr/>
          </p:nvSpPr>
          <p:spPr>
            <a:xfrm>
              <a:off x="3815617" y="2251248"/>
              <a:ext cx="2746319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31-Jul a 24-Ago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Migração de Contas do Office 365</a:t>
              </a:r>
              <a:endParaRPr lang="pt-BR" sz="1400" dirty="0"/>
            </a:p>
          </p:txBody>
        </p:sp>
      </p:grpSp>
      <p:grpSp>
        <p:nvGrpSpPr>
          <p:cNvPr id="115" name="Agrupar 114"/>
          <p:cNvGrpSpPr/>
          <p:nvPr/>
        </p:nvGrpSpPr>
        <p:grpSpPr>
          <a:xfrm>
            <a:off x="3932516" y="4353086"/>
            <a:ext cx="5146933" cy="523220"/>
            <a:chOff x="1801013" y="2271126"/>
            <a:chExt cx="5146933" cy="523220"/>
          </a:xfrm>
        </p:grpSpPr>
        <p:sp>
          <p:nvSpPr>
            <p:cNvPr id="116" name="Pentágono 17"/>
            <p:cNvSpPr/>
            <p:nvPr/>
          </p:nvSpPr>
          <p:spPr>
            <a:xfrm>
              <a:off x="1801013" y="2285483"/>
              <a:ext cx="1394858" cy="468000"/>
            </a:xfrm>
            <a:prstGeom prst="homePlate">
              <a:avLst>
                <a:gd name="adj" fmla="val 36408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7" name="Retângulo 116"/>
            <p:cNvSpPr/>
            <p:nvPr/>
          </p:nvSpPr>
          <p:spPr>
            <a:xfrm>
              <a:off x="3245773" y="2271126"/>
              <a:ext cx="3702173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25-Ago a 12-Set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Upgrade Office 365 + </a:t>
              </a:r>
              <a:r>
                <a:rPr lang="pt-BR" sz="1400" b="1" dirty="0" err="1"/>
                <a:t>EndPoint</a:t>
              </a:r>
              <a:r>
                <a:rPr lang="pt-BR" sz="1400" b="1" dirty="0"/>
                <a:t> </a:t>
              </a:r>
              <a:r>
                <a:rPr lang="pt-BR" sz="1400" b="1" dirty="0" err="1"/>
                <a:t>Protection</a:t>
              </a:r>
              <a:r>
                <a:rPr lang="pt-BR" sz="1400" b="1" dirty="0"/>
                <a:t> (</a:t>
              </a:r>
              <a:r>
                <a:rPr lang="pt-BR" sz="1400" b="1" dirty="0" err="1"/>
                <a:t>dsb</a:t>
              </a:r>
              <a:r>
                <a:rPr lang="pt-BR" sz="1400" b="1" dirty="0"/>
                <a:t>)</a:t>
              </a:r>
              <a:endParaRPr lang="pt-BR" sz="1400" dirty="0"/>
            </a:p>
          </p:txBody>
        </p:sp>
      </p:grpSp>
      <p:grpSp>
        <p:nvGrpSpPr>
          <p:cNvPr id="141" name="Agrupar 140"/>
          <p:cNvGrpSpPr/>
          <p:nvPr/>
        </p:nvGrpSpPr>
        <p:grpSpPr>
          <a:xfrm>
            <a:off x="3048000" y="3562680"/>
            <a:ext cx="6560818" cy="523220"/>
            <a:chOff x="1343813" y="2271126"/>
            <a:chExt cx="6560818" cy="523220"/>
          </a:xfrm>
        </p:grpSpPr>
        <p:sp>
          <p:nvSpPr>
            <p:cNvPr id="142" name="Pentágono 17"/>
            <p:cNvSpPr/>
            <p:nvPr/>
          </p:nvSpPr>
          <p:spPr>
            <a:xfrm>
              <a:off x="1343813" y="2285483"/>
              <a:ext cx="2780683" cy="468000"/>
            </a:xfrm>
            <a:prstGeom prst="homePlate">
              <a:avLst>
                <a:gd name="adj" fmla="val 36408"/>
              </a:avLst>
            </a:prstGeom>
            <a:gradFill>
              <a:gsLst>
                <a:gs pos="89000">
                  <a:schemeClr val="accent6"/>
                </a:gs>
                <a:gs pos="94000">
                  <a:srgbClr val="92D050"/>
                </a:gs>
              </a:gsLst>
              <a:lin ang="10800000" scaled="1"/>
            </a:gra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3" name="Retângulo 142"/>
            <p:cNvSpPr/>
            <p:nvPr/>
          </p:nvSpPr>
          <p:spPr>
            <a:xfrm>
              <a:off x="4174416" y="2271126"/>
              <a:ext cx="373021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15-Ago a 21-Set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Documentação e Comunicações</a:t>
              </a:r>
              <a:endParaRPr lang="pt-BR" sz="1400" dirty="0"/>
            </a:p>
          </p:txBody>
        </p:sp>
      </p:grpSp>
      <p:grpSp>
        <p:nvGrpSpPr>
          <p:cNvPr id="144" name="Agrupar 143"/>
          <p:cNvGrpSpPr/>
          <p:nvPr/>
        </p:nvGrpSpPr>
        <p:grpSpPr>
          <a:xfrm>
            <a:off x="3932515" y="5143492"/>
            <a:ext cx="5874094" cy="523220"/>
            <a:chOff x="1801012" y="2271126"/>
            <a:chExt cx="5874094" cy="523220"/>
          </a:xfrm>
        </p:grpSpPr>
        <p:sp>
          <p:nvSpPr>
            <p:cNvPr id="145" name="Pentágono 17"/>
            <p:cNvSpPr/>
            <p:nvPr/>
          </p:nvSpPr>
          <p:spPr>
            <a:xfrm>
              <a:off x="1801012" y="2285483"/>
              <a:ext cx="1896167" cy="468000"/>
            </a:xfrm>
            <a:prstGeom prst="homePlate">
              <a:avLst>
                <a:gd name="adj" fmla="val 36408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6" name="Retângulo 145"/>
            <p:cNvSpPr/>
            <p:nvPr/>
          </p:nvSpPr>
          <p:spPr>
            <a:xfrm>
              <a:off x="3791685" y="2271126"/>
              <a:ext cx="3883421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400" b="1" dirty="0"/>
                <a:t>25-Ago a 21-Set</a:t>
              </a:r>
            </a:p>
            <a:p>
              <a:pPr>
                <a:buClr>
                  <a:srgbClr val="800000"/>
                </a:buClr>
              </a:pPr>
              <a:r>
                <a:rPr lang="pt-BR" sz="1400" b="1" dirty="0"/>
                <a:t>Treinamentos Office 365, SharePoint e OneDrive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81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083205" y="92680"/>
            <a:ext cx="595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Projeto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Implantação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AD e Office 365</a:t>
            </a:r>
          </a:p>
        </p:txBody>
      </p:sp>
      <p:pic>
        <p:nvPicPr>
          <p:cNvPr id="1026" name="Picture 2" descr="http://www.miami.edu/EE/images/uploads/it/logophotos/o365-logo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04" y="704468"/>
            <a:ext cx="2611936" cy="261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372179" y="3289113"/>
            <a:ext cx="2772387" cy="2844730"/>
            <a:chOff x="194755" y="3289113"/>
            <a:chExt cx="2772387" cy="2844730"/>
          </a:xfrm>
        </p:grpSpPr>
        <p:pic>
          <p:nvPicPr>
            <p:cNvPr id="56" name="Picture 2" descr="http://www.schudio.com/wp-content/uploads/2015/01/one-drive.png">
              <a:hlinkClick r:id="rId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0967" y="3698061"/>
              <a:ext cx="1126421" cy="9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buydata.me/uploads/1/2/7/5/12755838/2819640_orig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85" y="3698061"/>
              <a:ext cx="1308163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ttp://www.intycascade.com/media/medialibrary/2013/05/apps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116" y="5015717"/>
              <a:ext cx="1960494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tângulo de cantos arredondados 9"/>
            <p:cNvSpPr/>
            <p:nvPr/>
          </p:nvSpPr>
          <p:spPr>
            <a:xfrm>
              <a:off x="194755" y="3289113"/>
              <a:ext cx="2772387" cy="2844730"/>
            </a:xfrm>
            <a:prstGeom prst="roundRect">
              <a:avLst>
                <a:gd name="adj" fmla="val 650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493824" y="1421808"/>
            <a:ext cx="6372000" cy="52382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Plataforma única  de Colaboração e Produtividade 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Sincronização com AD Smiles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Maior agilidade na gestão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ambiente (gestão passa a ser Smiles)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Mitigação do risco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relacionado ao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licenciamento Microsoft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Controle unificado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Licenças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OneDrive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1TB de espaço por usuário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Backup em nuvem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Nível de segurança adequado aos critérios estabelecidos pela área de SI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Eliminação do custo mensal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 o aluguel de equipamentos da GOL (6K/mês)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Caixas de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e-mail com 50 GB por usuário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com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arquivamento ilimitado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 nuvem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Pastas compartilhadas em nuvem para as áreas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(maior padronização e controle)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Possibilidade de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criação de sites/páginas departamentais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(Intranet)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Atualização para o Office 2016 Professional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contemplada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Atualização para Windows 10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contemplada</a:t>
            </a: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7"/>
          <p:cNvSpPr/>
          <p:nvPr/>
        </p:nvSpPr>
        <p:spPr>
          <a:xfrm>
            <a:off x="3493823" y="883346"/>
            <a:ext cx="6372000" cy="900000"/>
          </a:xfrm>
          <a:prstGeom prst="roundRect">
            <a:avLst>
              <a:gd name="adj" fmla="val 7568"/>
            </a:avLst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Principais </a:t>
            </a: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Benefícios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019274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18597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114405" y="92680"/>
            <a:ext cx="5888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Projeto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Implantação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AD e Office 365</a:t>
            </a:r>
          </a:p>
        </p:txBody>
      </p:sp>
      <p:pic>
        <p:nvPicPr>
          <p:cNvPr id="1026" name="Picture 2" descr="http://www.miami.edu/EE/images/uploads/it/logophotos/o365-logo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04" y="704468"/>
            <a:ext cx="2611936" cy="2611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372179" y="3289113"/>
            <a:ext cx="2772387" cy="2844730"/>
            <a:chOff x="194755" y="3289113"/>
            <a:chExt cx="2772387" cy="2844730"/>
          </a:xfrm>
        </p:grpSpPr>
        <p:pic>
          <p:nvPicPr>
            <p:cNvPr id="56" name="Picture 2" descr="http://www.schudio.com/wp-content/uploads/2015/01/one-drive.png">
              <a:hlinkClick r:id="rId4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0967" y="3698061"/>
              <a:ext cx="1126421" cy="93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www.buydata.me/uploads/1/2/7/5/12755838/2819640_orig.jpg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785" y="3698061"/>
              <a:ext cx="1308163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http://www.intycascade.com/media/medialibrary/2013/05/apps.p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116" y="5015717"/>
              <a:ext cx="1960494" cy="93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tângulo de cantos arredondados 9"/>
            <p:cNvSpPr/>
            <p:nvPr/>
          </p:nvSpPr>
          <p:spPr>
            <a:xfrm>
              <a:off x="194755" y="3289113"/>
              <a:ext cx="2772387" cy="2844730"/>
            </a:xfrm>
            <a:prstGeom prst="roundRect">
              <a:avLst>
                <a:gd name="adj" fmla="val 6507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Retângulo 21"/>
          <p:cNvSpPr/>
          <p:nvPr/>
        </p:nvSpPr>
        <p:spPr>
          <a:xfrm>
            <a:off x="3493824" y="1421808"/>
            <a:ext cx="6372000" cy="52382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Freezing</a:t>
            </a:r>
            <a:r>
              <a:rPr lang="pt-BR" sz="14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GOL ref. a Olimpíadas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(de 05-Ago a 21-Ago) nos obriga a reprogramar a migração das contas ou solicitar autorização para GMUD Emergencial.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Recurso </a:t>
            </a: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auto-completar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 Outlook –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durante a atualização do pacote Office para os usuários, as informações armazenadas pela utilização do recurso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auto-completar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serão perdidas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Alternativas de contorno: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1) Solicitar aos usuários que salvem localmente os endereços mais importantes ou 2) 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Office 365 local depende da migração do </a:t>
            </a:r>
            <a:r>
              <a:rPr lang="pt-B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Tenant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Smiles.</a:t>
            </a: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Calendários das Salas de Reuniões serão perdidos. </a:t>
            </a: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Alternativas de contorno: </a:t>
            </a: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 análise pela DELL com retorno previsto para 17-Ago.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600"/>
              </a:spcBef>
              <a:spcAft>
                <a:spcPts val="400"/>
              </a:spcAft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q"/>
            </a:pP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7"/>
          <p:cNvSpPr/>
          <p:nvPr/>
        </p:nvSpPr>
        <p:spPr>
          <a:xfrm>
            <a:off x="3493823" y="883346"/>
            <a:ext cx="6372000" cy="900000"/>
          </a:xfrm>
          <a:prstGeom prst="roundRect">
            <a:avLst>
              <a:gd name="adj" fmla="val 7568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Principais </a:t>
            </a:r>
          </a:p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Pontos de Atenção</a:t>
            </a:r>
          </a:p>
        </p:txBody>
      </p:sp>
      <p:pic>
        <p:nvPicPr>
          <p:cNvPr id="3" name="Picture 2" descr="http://unhappytaxpayerandvoter.com/wordpress/wp-content/uploads/2016/04/Attention-logo-red-and-gold-color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314" y="575935"/>
            <a:ext cx="2021540" cy="128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09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958600" y="92680"/>
            <a:ext cx="6199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Projeto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Implantação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AD e Office 365</a:t>
            </a:r>
          </a:p>
        </p:txBody>
      </p:sp>
      <p:grpSp>
        <p:nvGrpSpPr>
          <p:cNvPr id="4" name="Agrupar 3"/>
          <p:cNvGrpSpPr/>
          <p:nvPr/>
        </p:nvGrpSpPr>
        <p:grpSpPr>
          <a:xfrm>
            <a:off x="5011011" y="2616869"/>
            <a:ext cx="1195447" cy="1286746"/>
            <a:chOff x="6503603" y="3497266"/>
            <a:chExt cx="1195447" cy="1286746"/>
          </a:xfrm>
        </p:grpSpPr>
        <p:sp>
          <p:nvSpPr>
            <p:cNvPr id="24" name="CaixaDeTexto 23"/>
            <p:cNvSpPr txBox="1"/>
            <p:nvPr/>
          </p:nvSpPr>
          <p:spPr>
            <a:xfrm>
              <a:off x="6503603" y="3497266"/>
              <a:ext cx="11954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rgbClr val="C00000"/>
                  </a:solidFill>
                </a:rPr>
                <a:t>Onde </a:t>
              </a:r>
            </a:p>
            <a:p>
              <a:pPr algn="ctr"/>
              <a:r>
                <a:rPr lang="pt-BR" b="1" dirty="0">
                  <a:solidFill>
                    <a:srgbClr val="C00000"/>
                  </a:solidFill>
                </a:rPr>
                <a:t>estamos</a:t>
              </a:r>
            </a:p>
          </p:txBody>
        </p:sp>
        <p:pic>
          <p:nvPicPr>
            <p:cNvPr id="3" name="Imagem 2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9809" y="4100012"/>
              <a:ext cx="684000" cy="684000"/>
            </a:xfrm>
            <a:prstGeom prst="rect">
              <a:avLst/>
            </a:prstGeom>
          </p:spPr>
        </p:pic>
      </p:grpSp>
      <p:grpSp>
        <p:nvGrpSpPr>
          <p:cNvPr id="10" name="Agrupar 9"/>
          <p:cNvGrpSpPr/>
          <p:nvPr/>
        </p:nvGrpSpPr>
        <p:grpSpPr>
          <a:xfrm>
            <a:off x="5287485" y="4128195"/>
            <a:ext cx="4427436" cy="396000"/>
            <a:chOff x="1801013" y="2292177"/>
            <a:chExt cx="4427436" cy="396000"/>
          </a:xfrm>
        </p:grpSpPr>
        <p:sp>
          <p:nvSpPr>
            <p:cNvPr id="55" name="Pentágono 17"/>
            <p:cNvSpPr/>
            <p:nvPr/>
          </p:nvSpPr>
          <p:spPr>
            <a:xfrm>
              <a:off x="1801013" y="2292177"/>
              <a:ext cx="945629" cy="396000"/>
            </a:xfrm>
            <a:prstGeom prst="homePlate">
              <a:avLst>
                <a:gd name="adj" fmla="val 36408"/>
              </a:avLst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buClr>
                  <a:srgbClr val="800000"/>
                </a:buClr>
              </a:pP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Retângulo 7"/>
            <p:cNvSpPr/>
            <p:nvPr/>
          </p:nvSpPr>
          <p:spPr>
            <a:xfrm>
              <a:off x="2808449" y="2352370"/>
              <a:ext cx="3420000" cy="288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anchor="ctr">
              <a:spAutoFit/>
            </a:bodyPr>
            <a:lstStyle/>
            <a:p>
              <a:pPr>
                <a:buClr>
                  <a:srgbClr val="800000"/>
                </a:buClr>
              </a:pPr>
              <a:r>
                <a:rPr lang="pt-BR" sz="1200" b="1" dirty="0"/>
                <a:t>Preparação da infraestrutura local e AWS (AD e FS)</a:t>
              </a:r>
              <a:endParaRPr lang="pt-BR" sz="1200" dirty="0"/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104924" y="899509"/>
            <a:ext cx="9920929" cy="5998099"/>
            <a:chOff x="104924" y="899509"/>
            <a:chExt cx="9920929" cy="5998099"/>
          </a:xfrm>
        </p:grpSpPr>
        <p:cxnSp>
          <p:nvCxnSpPr>
            <p:cNvPr id="37" name="Conector reto 36"/>
            <p:cNvCxnSpPr/>
            <p:nvPr/>
          </p:nvCxnSpPr>
          <p:spPr>
            <a:xfrm>
              <a:off x="586337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Conector reto 25"/>
            <p:cNvCxnSpPr/>
            <p:nvPr/>
          </p:nvCxnSpPr>
          <p:spPr>
            <a:xfrm>
              <a:off x="1080256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/>
            <p:nvPr/>
          </p:nvCxnSpPr>
          <p:spPr>
            <a:xfrm>
              <a:off x="1574175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Conector reto 27"/>
            <p:cNvCxnSpPr/>
            <p:nvPr/>
          </p:nvCxnSpPr>
          <p:spPr>
            <a:xfrm>
              <a:off x="2068094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Conector reto 28"/>
            <p:cNvCxnSpPr/>
            <p:nvPr/>
          </p:nvCxnSpPr>
          <p:spPr>
            <a:xfrm>
              <a:off x="2562013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Conector reto 29"/>
            <p:cNvCxnSpPr/>
            <p:nvPr/>
          </p:nvCxnSpPr>
          <p:spPr>
            <a:xfrm>
              <a:off x="3055932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Conector reto 30"/>
            <p:cNvCxnSpPr/>
            <p:nvPr/>
          </p:nvCxnSpPr>
          <p:spPr>
            <a:xfrm>
              <a:off x="3549851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Conector reto 31"/>
            <p:cNvCxnSpPr/>
            <p:nvPr/>
          </p:nvCxnSpPr>
          <p:spPr>
            <a:xfrm>
              <a:off x="4043770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Conector reto 42"/>
            <p:cNvCxnSpPr/>
            <p:nvPr/>
          </p:nvCxnSpPr>
          <p:spPr>
            <a:xfrm>
              <a:off x="4537689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Conector reto 44"/>
            <p:cNvCxnSpPr/>
            <p:nvPr/>
          </p:nvCxnSpPr>
          <p:spPr>
            <a:xfrm>
              <a:off x="5031608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Conector reto 46"/>
            <p:cNvCxnSpPr/>
            <p:nvPr/>
          </p:nvCxnSpPr>
          <p:spPr>
            <a:xfrm>
              <a:off x="5525527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8" name="Conector reto 47"/>
            <p:cNvCxnSpPr/>
            <p:nvPr/>
          </p:nvCxnSpPr>
          <p:spPr>
            <a:xfrm>
              <a:off x="6019446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Conector reto 48"/>
            <p:cNvCxnSpPr/>
            <p:nvPr/>
          </p:nvCxnSpPr>
          <p:spPr>
            <a:xfrm>
              <a:off x="6513365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0" name="Conector reto 49"/>
            <p:cNvCxnSpPr/>
            <p:nvPr/>
          </p:nvCxnSpPr>
          <p:spPr>
            <a:xfrm>
              <a:off x="7007284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>
              <a:off x="7501203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>
              <a:off x="7995122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>
              <a:off x="8489041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4" name="Conector reto 53"/>
            <p:cNvCxnSpPr/>
            <p:nvPr/>
          </p:nvCxnSpPr>
          <p:spPr>
            <a:xfrm>
              <a:off x="8982960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aphicFrame>
          <p:nvGraphicFramePr>
            <p:cNvPr id="23" name="Diagrama 22"/>
            <p:cNvGraphicFramePr/>
            <p:nvPr>
              <p:extLst>
                <p:ext uri="{D42A27DB-BD31-4B8C-83A1-F6EECF244321}">
                  <p14:modId xmlns:p14="http://schemas.microsoft.com/office/powerpoint/2010/main" val="3320183102"/>
                </p:ext>
              </p:extLst>
            </p:nvPr>
          </p:nvGraphicFramePr>
          <p:xfrm>
            <a:off x="104924" y="1290446"/>
            <a:ext cx="9920929" cy="4010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aphicFrame>
          <p:nvGraphicFramePr>
            <p:cNvPr id="15" name="Diagrama 14"/>
            <p:cNvGraphicFramePr/>
            <p:nvPr>
              <p:extLst>
                <p:ext uri="{D42A27DB-BD31-4B8C-83A1-F6EECF244321}">
                  <p14:modId xmlns:p14="http://schemas.microsoft.com/office/powerpoint/2010/main" val="2436244045"/>
                </p:ext>
              </p:extLst>
            </p:nvPr>
          </p:nvGraphicFramePr>
          <p:xfrm>
            <a:off x="104924" y="899509"/>
            <a:ext cx="9920929" cy="4010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cxnSp>
          <p:nvCxnSpPr>
            <p:cNvPr id="56" name="Conector reto 55"/>
            <p:cNvCxnSpPr/>
            <p:nvPr/>
          </p:nvCxnSpPr>
          <p:spPr>
            <a:xfrm>
              <a:off x="9476879" y="1497608"/>
              <a:ext cx="32658" cy="5400000"/>
            </a:xfrm>
            <a:prstGeom prst="line">
              <a:avLst/>
            </a:prstGeom>
            <a:ln w="9525" cap="flat" cmpd="sng" algn="ctr">
              <a:solidFill>
                <a:schemeClr val="bg1">
                  <a:lumMod val="7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2719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3193</TotalTime>
  <Words>522</Words>
  <Application>Microsoft Office PowerPoint</Application>
  <PresentationFormat>Personalizar</PresentationFormat>
  <Paragraphs>120</Paragraphs>
  <Slides>6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Gotham Rounded Book</vt:lpstr>
      <vt:lpstr>Tahoma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275</cp:revision>
  <dcterms:created xsi:type="dcterms:W3CDTF">2014-01-24T21:35:00Z</dcterms:created>
  <dcterms:modified xsi:type="dcterms:W3CDTF">2016-08-15T21:18:57Z</dcterms:modified>
</cp:coreProperties>
</file>