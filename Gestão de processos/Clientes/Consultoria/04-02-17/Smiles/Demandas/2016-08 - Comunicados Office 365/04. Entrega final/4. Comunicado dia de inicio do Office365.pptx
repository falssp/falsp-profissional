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2298" y="24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22/08/2016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aka.ms/office-2016-train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767592"/>
            <a:ext cx="47697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05078" y="3017176"/>
            <a:ext cx="644649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2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Bem vindos ao Office 365, OneDrive e SharePoint.</a:t>
            </a:r>
          </a:p>
          <a:p>
            <a:pPr algn="ctr">
              <a:spcAft>
                <a:spcPts val="600"/>
              </a:spcAft>
            </a:pPr>
            <a:endParaRPr lang="pt-BR" sz="24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pt-BR" sz="2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Nosso novo modelo de </a:t>
            </a:r>
            <a:r>
              <a:rPr lang="pt-BR" sz="2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uma Solução de Colaboração e Produtividade para a </a:t>
            </a:r>
            <a:r>
              <a:rPr lang="pt-BR" sz="2400" b="1" dirty="0" err="1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Smiles</a:t>
            </a:r>
            <a:r>
              <a:rPr lang="pt-BR" sz="2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2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!</a:t>
            </a:r>
          </a:p>
          <a:p>
            <a:pPr algn="ctr">
              <a:spcAft>
                <a:spcPts val="600"/>
              </a:spcAft>
            </a:pPr>
            <a:endParaRPr lang="pt-BR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</a:t>
            </a:r>
            <a:r>
              <a:rPr lang="pt-BR" sz="16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anexo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enviamos um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Guia de Uso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(OneDrive, SharePoint, Outlook, 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Power Point e Excel).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link de acesso ao treinamento gratuito </a:t>
            </a:r>
            <a:r>
              <a:rPr lang="pt-BR" sz="160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</a:t>
            </a:r>
            <a:r>
              <a:rPr lang="pt-BR" sz="160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pt-BR" sz="1600" b="1" u="sng" dirty="0" smtClean="0">
                <a:solidFill>
                  <a:schemeClr val="tx2"/>
                </a:solidFill>
                <a:ea typeface="Segoe UI" pitchFamily="34" charset="0"/>
                <a:cs typeface="Segoe UI" pitchFamily="34" charset="0"/>
                <a:hlinkClick r:id="rId3"/>
              </a:rPr>
              <a:t>http</a:t>
            </a:r>
            <a:r>
              <a:rPr lang="pt-BR" sz="1600" b="1" u="sng" dirty="0">
                <a:solidFill>
                  <a:schemeClr val="tx2"/>
                </a:solidFill>
                <a:ea typeface="Segoe UI" pitchFamily="34" charset="0"/>
                <a:cs typeface="Segoe UI" pitchFamily="34" charset="0"/>
                <a:hlinkClick r:id="rId3"/>
              </a:rPr>
              <a:t>://</a:t>
            </a:r>
            <a:r>
              <a:rPr lang="pt-BR" sz="1600" b="1" u="sng" dirty="0" smtClean="0">
                <a:solidFill>
                  <a:schemeClr val="tx2"/>
                </a:solidFill>
                <a:ea typeface="Segoe UI" pitchFamily="34" charset="0"/>
                <a:cs typeface="Segoe UI" pitchFamily="34" charset="0"/>
                <a:hlinkClick r:id="rId3"/>
              </a:rPr>
              <a:t>aka.ms/office-2016-training</a:t>
            </a:r>
            <a:endParaRPr lang="pt-BR" sz="1600" b="1" u="sng" dirty="0" smtClean="0">
              <a:solidFill>
                <a:schemeClr val="tx2"/>
              </a:solidFill>
              <a:ea typeface="Segoe UI" pitchFamily="34" charset="0"/>
              <a:cs typeface="Segoe UI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Hoje temos um contingente maior de analistas desde as 8:00 da manhã para ajudar os usuários em caso de problema de acesso ao e-mail. Conte conosco.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29.Ago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2" name="Picture 2" descr="http://www.imghans.com/wp-content/uploads/2015/05/Welcome-In-Green-Background.png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80" y="7752064"/>
            <a:ext cx="5969488" cy="166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3307</TotalTime>
  <Words>102</Words>
  <Application>Microsoft Office PowerPoint</Application>
  <PresentationFormat>Papel A4 (210 x 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Luiz Rabello</cp:lastModifiedBy>
  <cp:revision>268</cp:revision>
  <dcterms:created xsi:type="dcterms:W3CDTF">2014-01-24T21:35:00Z</dcterms:created>
  <dcterms:modified xsi:type="dcterms:W3CDTF">2016-08-22T12:09:27Z</dcterms:modified>
</cp:coreProperties>
</file>