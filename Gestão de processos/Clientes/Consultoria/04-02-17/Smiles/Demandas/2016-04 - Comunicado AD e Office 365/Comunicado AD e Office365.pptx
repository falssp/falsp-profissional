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339" r:id="rId2"/>
  </p:sldIdLst>
  <p:sldSz cx="9601200" cy="12801600" type="A3"/>
  <p:notesSz cx="6858000" cy="9144000"/>
  <p:defaultTextStyle>
    <a:defPPr>
      <a:defRPr lang="en-US"/>
    </a:defPPr>
    <a:lvl1pPr marL="0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10845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21692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32539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43384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54231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65077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75923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86769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F57124"/>
    <a:srgbClr val="FF9900"/>
    <a:srgbClr val="FF8E2D"/>
    <a:srgbClr val="F68E1E"/>
    <a:srgbClr val="99CCFF"/>
    <a:srgbClr val="000000"/>
    <a:srgbClr val="EE6829"/>
    <a:srgbClr val="E28734"/>
    <a:srgbClr val="F4BC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Estilo Claro 2 - Ênfas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29" autoAdjust="0"/>
    <p:restoredTop sz="94660"/>
  </p:normalViewPr>
  <p:slideViewPr>
    <p:cSldViewPr snapToGrid="0" snapToObjects="1">
      <p:cViewPr>
        <p:scale>
          <a:sx n="100" d="100"/>
          <a:sy n="100" d="100"/>
        </p:scale>
        <p:origin x="-270" y="-72"/>
      </p:cViewPr>
      <p:guideLst>
        <p:guide orient="horz" pos="4032"/>
        <p:guide pos="302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CD1B9-1777-43A0-8DF4-B945C46147BD}" type="datetimeFigureOut">
              <a:rPr lang="pt-BR" smtClean="0"/>
              <a:t>14/04/2016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143125" y="685800"/>
            <a:ext cx="2571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45040-EFBE-493F-96A2-B5DCAE3ADE4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681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10845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21692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32539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43384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54231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65077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75923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86769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0091" y="3976801"/>
            <a:ext cx="8161020" cy="274404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181" y="7254240"/>
            <a:ext cx="6720840" cy="32715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823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7646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646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5292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4115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52938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61761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70584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4/14/2016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89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4/14/2016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30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8429" y="8226220"/>
            <a:ext cx="8161020" cy="2542540"/>
          </a:xfrm>
        </p:spPr>
        <p:txBody>
          <a:bodyPr anchor="t"/>
          <a:lstStyle>
            <a:lvl1pPr algn="l">
              <a:defRPr sz="78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429" y="5425867"/>
            <a:ext cx="8161020" cy="2800349"/>
          </a:xfrm>
        </p:spPr>
        <p:txBody>
          <a:bodyPr anchor="b"/>
          <a:lstStyle>
            <a:lvl1pPr marL="0" indent="0">
              <a:buNone/>
              <a:defRPr sz="3900">
                <a:solidFill>
                  <a:schemeClr val="tx1">
                    <a:tint val="75000"/>
                  </a:schemeClr>
                </a:solidFill>
              </a:defRPr>
            </a:lvl1pPr>
            <a:lvl2pPr marL="882307" indent="0">
              <a:buNone/>
              <a:defRPr sz="3500">
                <a:solidFill>
                  <a:schemeClr val="tx1">
                    <a:tint val="75000"/>
                  </a:schemeClr>
                </a:solidFill>
              </a:defRPr>
            </a:lvl2pPr>
            <a:lvl3pPr marL="1764612" indent="0">
              <a:buNone/>
              <a:defRPr sz="3100">
                <a:solidFill>
                  <a:schemeClr val="tx1">
                    <a:tint val="75000"/>
                  </a:schemeClr>
                </a:solidFill>
              </a:defRPr>
            </a:lvl3pPr>
            <a:lvl4pPr marL="2646919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4pPr>
            <a:lvl5pPr marL="3529226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5pPr>
            <a:lvl6pPr marL="441153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6pPr>
            <a:lvl7pPr marL="5293837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7pPr>
            <a:lvl8pPr marL="6176143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8pPr>
            <a:lvl9pPr marL="7058449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4/14/2016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74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80061" y="2987047"/>
            <a:ext cx="4240530" cy="8448464"/>
          </a:xfrm>
        </p:spPr>
        <p:txBody>
          <a:bodyPr/>
          <a:lstStyle>
            <a:lvl1pPr>
              <a:defRPr sz="5300"/>
            </a:lvl1pPr>
            <a:lvl2pPr>
              <a:defRPr sz="4500"/>
            </a:lvl2pPr>
            <a:lvl3pPr>
              <a:defRPr sz="3900"/>
            </a:lvl3pPr>
            <a:lvl4pPr>
              <a:defRPr sz="3500"/>
            </a:lvl4pPr>
            <a:lvl5pPr>
              <a:defRPr sz="3500"/>
            </a:lvl5pPr>
            <a:lvl6pPr>
              <a:defRPr sz="3500"/>
            </a:lvl6pPr>
            <a:lvl7pPr>
              <a:defRPr sz="3500"/>
            </a:lvl7pPr>
            <a:lvl8pPr>
              <a:defRPr sz="3500"/>
            </a:lvl8pPr>
            <a:lvl9pPr>
              <a:defRPr sz="3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80610" y="2987047"/>
            <a:ext cx="4240530" cy="8448464"/>
          </a:xfrm>
        </p:spPr>
        <p:txBody>
          <a:bodyPr/>
          <a:lstStyle>
            <a:lvl1pPr>
              <a:defRPr sz="5300"/>
            </a:lvl1pPr>
            <a:lvl2pPr>
              <a:defRPr sz="4500"/>
            </a:lvl2pPr>
            <a:lvl3pPr>
              <a:defRPr sz="3900"/>
            </a:lvl3pPr>
            <a:lvl4pPr>
              <a:defRPr sz="3500"/>
            </a:lvl4pPr>
            <a:lvl5pPr>
              <a:defRPr sz="3500"/>
            </a:lvl5pPr>
            <a:lvl6pPr>
              <a:defRPr sz="3500"/>
            </a:lvl6pPr>
            <a:lvl7pPr>
              <a:defRPr sz="3500"/>
            </a:lvl7pPr>
            <a:lvl8pPr>
              <a:defRPr sz="3500"/>
            </a:lvl8pPr>
            <a:lvl9pPr>
              <a:defRPr sz="3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4/14/2016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15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0062" y="2865546"/>
            <a:ext cx="4242197" cy="1194223"/>
          </a:xfrm>
        </p:spPr>
        <p:txBody>
          <a:bodyPr anchor="b"/>
          <a:lstStyle>
            <a:lvl1pPr marL="0" indent="0">
              <a:buNone/>
              <a:defRPr sz="4500" b="1"/>
            </a:lvl1pPr>
            <a:lvl2pPr marL="882307" indent="0">
              <a:buNone/>
              <a:defRPr sz="3900" b="1"/>
            </a:lvl2pPr>
            <a:lvl3pPr marL="1764612" indent="0">
              <a:buNone/>
              <a:defRPr sz="3500" b="1"/>
            </a:lvl3pPr>
            <a:lvl4pPr marL="2646919" indent="0">
              <a:buNone/>
              <a:defRPr sz="3100" b="1"/>
            </a:lvl4pPr>
            <a:lvl5pPr marL="3529226" indent="0">
              <a:buNone/>
              <a:defRPr sz="3100" b="1"/>
            </a:lvl5pPr>
            <a:lvl6pPr marL="4411530" indent="0">
              <a:buNone/>
              <a:defRPr sz="3100" b="1"/>
            </a:lvl6pPr>
            <a:lvl7pPr marL="5293837" indent="0">
              <a:buNone/>
              <a:defRPr sz="3100" b="1"/>
            </a:lvl7pPr>
            <a:lvl8pPr marL="6176143" indent="0">
              <a:buNone/>
              <a:defRPr sz="3100" b="1"/>
            </a:lvl8pPr>
            <a:lvl9pPr marL="7058449" indent="0">
              <a:buNone/>
              <a:defRPr sz="3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2" y="4059766"/>
            <a:ext cx="4242197" cy="7375738"/>
          </a:xfrm>
        </p:spPr>
        <p:txBody>
          <a:bodyPr/>
          <a:lstStyle>
            <a:lvl1pPr>
              <a:defRPr sz="4500"/>
            </a:lvl1pPr>
            <a:lvl2pPr>
              <a:defRPr sz="3900"/>
            </a:lvl2pPr>
            <a:lvl3pPr>
              <a:defRPr sz="3500"/>
            </a:lvl3pPr>
            <a:lvl4pPr>
              <a:defRPr sz="3100"/>
            </a:lvl4pPr>
            <a:lvl5pPr>
              <a:defRPr sz="3100"/>
            </a:lvl5pPr>
            <a:lvl6pPr>
              <a:defRPr sz="3100"/>
            </a:lvl6pPr>
            <a:lvl7pPr>
              <a:defRPr sz="3100"/>
            </a:lvl7pPr>
            <a:lvl8pPr>
              <a:defRPr sz="3100"/>
            </a:lvl8pPr>
            <a:lvl9pPr>
              <a:defRPr sz="3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77278" y="2865546"/>
            <a:ext cx="4243865" cy="1194223"/>
          </a:xfrm>
        </p:spPr>
        <p:txBody>
          <a:bodyPr anchor="b"/>
          <a:lstStyle>
            <a:lvl1pPr marL="0" indent="0">
              <a:buNone/>
              <a:defRPr sz="4500" b="1"/>
            </a:lvl1pPr>
            <a:lvl2pPr marL="882307" indent="0">
              <a:buNone/>
              <a:defRPr sz="3900" b="1"/>
            </a:lvl2pPr>
            <a:lvl3pPr marL="1764612" indent="0">
              <a:buNone/>
              <a:defRPr sz="3500" b="1"/>
            </a:lvl3pPr>
            <a:lvl4pPr marL="2646919" indent="0">
              <a:buNone/>
              <a:defRPr sz="3100" b="1"/>
            </a:lvl4pPr>
            <a:lvl5pPr marL="3529226" indent="0">
              <a:buNone/>
              <a:defRPr sz="3100" b="1"/>
            </a:lvl5pPr>
            <a:lvl6pPr marL="4411530" indent="0">
              <a:buNone/>
              <a:defRPr sz="3100" b="1"/>
            </a:lvl6pPr>
            <a:lvl7pPr marL="5293837" indent="0">
              <a:buNone/>
              <a:defRPr sz="3100" b="1"/>
            </a:lvl7pPr>
            <a:lvl8pPr marL="6176143" indent="0">
              <a:buNone/>
              <a:defRPr sz="3100" b="1"/>
            </a:lvl8pPr>
            <a:lvl9pPr marL="7058449" indent="0">
              <a:buNone/>
              <a:defRPr sz="3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77278" y="4059766"/>
            <a:ext cx="4243865" cy="7375738"/>
          </a:xfrm>
        </p:spPr>
        <p:txBody>
          <a:bodyPr/>
          <a:lstStyle>
            <a:lvl1pPr>
              <a:defRPr sz="4500"/>
            </a:lvl1pPr>
            <a:lvl2pPr>
              <a:defRPr sz="3900"/>
            </a:lvl2pPr>
            <a:lvl3pPr>
              <a:defRPr sz="3500"/>
            </a:lvl3pPr>
            <a:lvl4pPr>
              <a:defRPr sz="3100"/>
            </a:lvl4pPr>
            <a:lvl5pPr>
              <a:defRPr sz="3100"/>
            </a:lvl5pPr>
            <a:lvl6pPr>
              <a:defRPr sz="3100"/>
            </a:lvl6pPr>
            <a:lvl7pPr>
              <a:defRPr sz="3100"/>
            </a:lvl7pPr>
            <a:lvl8pPr>
              <a:defRPr sz="3100"/>
            </a:lvl8pPr>
            <a:lvl9pPr>
              <a:defRPr sz="3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4/14/2016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74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4/14/2016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801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4/14/2016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948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2" y="509693"/>
            <a:ext cx="3158729" cy="2169160"/>
          </a:xfrm>
        </p:spPr>
        <p:txBody>
          <a:bodyPr anchor="b"/>
          <a:lstStyle>
            <a:lvl1pPr algn="l">
              <a:defRPr sz="39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53806" y="509699"/>
            <a:ext cx="5367337" cy="10925812"/>
          </a:xfrm>
        </p:spPr>
        <p:txBody>
          <a:bodyPr/>
          <a:lstStyle>
            <a:lvl1pPr>
              <a:defRPr sz="6100"/>
            </a:lvl1pPr>
            <a:lvl2pPr>
              <a:defRPr sz="5300"/>
            </a:lvl2pPr>
            <a:lvl3pPr>
              <a:defRPr sz="4500"/>
            </a:lvl3pPr>
            <a:lvl4pPr>
              <a:defRPr sz="3900"/>
            </a:lvl4pPr>
            <a:lvl5pPr>
              <a:defRPr sz="3900"/>
            </a:lvl5pPr>
            <a:lvl6pPr>
              <a:defRPr sz="3900"/>
            </a:lvl6pPr>
            <a:lvl7pPr>
              <a:defRPr sz="3900"/>
            </a:lvl7pPr>
            <a:lvl8pPr>
              <a:defRPr sz="3900"/>
            </a:lvl8pPr>
            <a:lvl9pPr>
              <a:defRPr sz="3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0062" y="2678861"/>
            <a:ext cx="3158729" cy="8756651"/>
          </a:xfrm>
        </p:spPr>
        <p:txBody>
          <a:bodyPr/>
          <a:lstStyle>
            <a:lvl1pPr marL="0" indent="0">
              <a:buNone/>
              <a:defRPr sz="2700"/>
            </a:lvl1pPr>
            <a:lvl2pPr marL="882307" indent="0">
              <a:buNone/>
              <a:defRPr sz="2300"/>
            </a:lvl2pPr>
            <a:lvl3pPr marL="1764612" indent="0">
              <a:buNone/>
              <a:defRPr sz="1900"/>
            </a:lvl3pPr>
            <a:lvl4pPr marL="2646919" indent="0">
              <a:buNone/>
              <a:defRPr sz="1700"/>
            </a:lvl4pPr>
            <a:lvl5pPr marL="3529226" indent="0">
              <a:buNone/>
              <a:defRPr sz="1700"/>
            </a:lvl5pPr>
            <a:lvl6pPr marL="4411530" indent="0">
              <a:buNone/>
              <a:defRPr sz="1700"/>
            </a:lvl6pPr>
            <a:lvl7pPr marL="5293837" indent="0">
              <a:buNone/>
              <a:defRPr sz="1700"/>
            </a:lvl7pPr>
            <a:lvl8pPr marL="6176143" indent="0">
              <a:buNone/>
              <a:defRPr sz="1700"/>
            </a:lvl8pPr>
            <a:lvl9pPr marL="7058449" indent="0">
              <a:buNone/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4/14/2016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056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1904" y="8961120"/>
            <a:ext cx="5760720" cy="1057912"/>
          </a:xfrm>
        </p:spPr>
        <p:txBody>
          <a:bodyPr anchor="b"/>
          <a:lstStyle>
            <a:lvl1pPr algn="l">
              <a:defRPr sz="39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881904" y="1143846"/>
            <a:ext cx="5760720" cy="7680960"/>
          </a:xfrm>
        </p:spPr>
        <p:txBody>
          <a:bodyPr/>
          <a:lstStyle>
            <a:lvl1pPr marL="0" indent="0">
              <a:buNone/>
              <a:defRPr sz="6100"/>
            </a:lvl1pPr>
            <a:lvl2pPr marL="882307" indent="0">
              <a:buNone/>
              <a:defRPr sz="5300"/>
            </a:lvl2pPr>
            <a:lvl3pPr marL="1764612" indent="0">
              <a:buNone/>
              <a:defRPr sz="4500"/>
            </a:lvl3pPr>
            <a:lvl4pPr marL="2646919" indent="0">
              <a:buNone/>
              <a:defRPr sz="3900"/>
            </a:lvl4pPr>
            <a:lvl5pPr marL="3529226" indent="0">
              <a:buNone/>
              <a:defRPr sz="3900"/>
            </a:lvl5pPr>
            <a:lvl6pPr marL="4411530" indent="0">
              <a:buNone/>
              <a:defRPr sz="3900"/>
            </a:lvl6pPr>
            <a:lvl7pPr marL="5293837" indent="0">
              <a:buNone/>
              <a:defRPr sz="3900"/>
            </a:lvl7pPr>
            <a:lvl8pPr marL="6176143" indent="0">
              <a:buNone/>
              <a:defRPr sz="3900"/>
            </a:lvl8pPr>
            <a:lvl9pPr marL="7058449" indent="0">
              <a:buNone/>
              <a:defRPr sz="39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1904" y="10019032"/>
            <a:ext cx="5760720" cy="1502408"/>
          </a:xfrm>
        </p:spPr>
        <p:txBody>
          <a:bodyPr/>
          <a:lstStyle>
            <a:lvl1pPr marL="0" indent="0">
              <a:buNone/>
              <a:defRPr sz="2700"/>
            </a:lvl1pPr>
            <a:lvl2pPr marL="882307" indent="0">
              <a:buNone/>
              <a:defRPr sz="2300"/>
            </a:lvl2pPr>
            <a:lvl3pPr marL="1764612" indent="0">
              <a:buNone/>
              <a:defRPr sz="1900"/>
            </a:lvl3pPr>
            <a:lvl4pPr marL="2646919" indent="0">
              <a:buNone/>
              <a:defRPr sz="1700"/>
            </a:lvl4pPr>
            <a:lvl5pPr marL="3529226" indent="0">
              <a:buNone/>
              <a:defRPr sz="1700"/>
            </a:lvl5pPr>
            <a:lvl6pPr marL="4411530" indent="0">
              <a:buNone/>
              <a:defRPr sz="1700"/>
            </a:lvl6pPr>
            <a:lvl7pPr marL="5293837" indent="0">
              <a:buNone/>
              <a:defRPr sz="1700"/>
            </a:lvl7pPr>
            <a:lvl8pPr marL="6176143" indent="0">
              <a:buNone/>
              <a:defRPr sz="1700"/>
            </a:lvl8pPr>
            <a:lvl9pPr marL="7058449" indent="0">
              <a:buNone/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4/14/2016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01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4/14/2016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005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60870" y="512666"/>
            <a:ext cx="2160270" cy="1092284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0060" y="512666"/>
            <a:ext cx="6320790" cy="1092284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4/14/2016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642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0060" y="512657"/>
            <a:ext cx="8641080" cy="2133600"/>
          </a:xfrm>
          <a:prstGeom prst="rect">
            <a:avLst/>
          </a:prstGeom>
        </p:spPr>
        <p:txBody>
          <a:bodyPr vert="horz" lIns="122169" tIns="61085" rIns="122169" bIns="61085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0060" y="2987047"/>
            <a:ext cx="8641080" cy="8448464"/>
          </a:xfrm>
          <a:prstGeom prst="rect">
            <a:avLst/>
          </a:prstGeom>
        </p:spPr>
        <p:txBody>
          <a:bodyPr vert="horz" lIns="122169" tIns="61085" rIns="122169" bIns="61085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0060" y="11865194"/>
            <a:ext cx="2240280" cy="681567"/>
          </a:xfrm>
          <a:prstGeom prst="rect">
            <a:avLst/>
          </a:prstGeom>
        </p:spPr>
        <p:txBody>
          <a:bodyPr vert="horz" lIns="122169" tIns="61085" rIns="122169" bIns="61085" rtlCol="0" anchor="ctr"/>
          <a:lstStyle>
            <a:lvl1pPr algn="l">
              <a:defRPr sz="2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4C65E-0501-3244-B235-0438CC858404}" type="datetimeFigureOut">
              <a:rPr lang="en-US" smtClean="0"/>
              <a:pPr/>
              <a:t>4/14/2016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0410" y="11865194"/>
            <a:ext cx="3040380" cy="681567"/>
          </a:xfrm>
          <a:prstGeom prst="rect">
            <a:avLst/>
          </a:prstGeom>
        </p:spPr>
        <p:txBody>
          <a:bodyPr vert="horz" lIns="122169" tIns="61085" rIns="122169" bIns="61085" rtlCol="0" anchor="ctr"/>
          <a:lstStyle>
            <a:lvl1pPr algn="ctr">
              <a:defRPr sz="2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0860" y="11865194"/>
            <a:ext cx="2240280" cy="681567"/>
          </a:xfrm>
          <a:prstGeom prst="rect">
            <a:avLst/>
          </a:prstGeom>
        </p:spPr>
        <p:txBody>
          <a:bodyPr vert="horz" lIns="122169" tIns="61085" rIns="122169" bIns="61085" rtlCol="0" anchor="ctr"/>
          <a:lstStyle>
            <a:lvl1pPr algn="r">
              <a:defRPr sz="2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292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2307" rtl="0" eaLnBrk="1" latinLnBrk="0" hangingPunct="1">
        <a:spcBef>
          <a:spcPct val="0"/>
        </a:spcBef>
        <a:buNone/>
        <a:defRPr sz="8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61729" indent="-661729" algn="l" defTabSz="882307" rtl="0" eaLnBrk="1" latinLnBrk="0" hangingPunct="1">
        <a:spcBef>
          <a:spcPct val="20000"/>
        </a:spcBef>
        <a:buFont typeface="Arial"/>
        <a:buChar char="•"/>
        <a:defRPr sz="6100" kern="1200">
          <a:solidFill>
            <a:schemeClr val="tx1"/>
          </a:solidFill>
          <a:latin typeface="+mn-lt"/>
          <a:ea typeface="+mn-ea"/>
          <a:cs typeface="+mn-cs"/>
        </a:defRPr>
      </a:lvl1pPr>
      <a:lvl2pPr marL="1433747" indent="-551440" algn="l" defTabSz="882307" rtl="0" eaLnBrk="1" latinLnBrk="0" hangingPunct="1">
        <a:spcBef>
          <a:spcPct val="20000"/>
        </a:spcBef>
        <a:buFont typeface="Arial"/>
        <a:buChar char="–"/>
        <a:defRPr sz="5300" kern="1200">
          <a:solidFill>
            <a:schemeClr val="tx1"/>
          </a:solidFill>
          <a:latin typeface="+mn-lt"/>
          <a:ea typeface="+mn-ea"/>
          <a:cs typeface="+mn-cs"/>
        </a:defRPr>
      </a:lvl2pPr>
      <a:lvl3pPr marL="2205765" indent="-441154" algn="l" defTabSz="882307" rtl="0" eaLnBrk="1" latinLnBrk="0" hangingPunct="1">
        <a:spcBef>
          <a:spcPct val="20000"/>
        </a:spcBef>
        <a:buFont typeface="Arial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3pPr>
      <a:lvl4pPr marL="3088072" indent="-441154" algn="l" defTabSz="882307" rtl="0" eaLnBrk="1" latinLnBrk="0" hangingPunct="1">
        <a:spcBef>
          <a:spcPct val="20000"/>
        </a:spcBef>
        <a:buFont typeface="Arial"/>
        <a:buChar char="–"/>
        <a:defRPr sz="3900" kern="1200">
          <a:solidFill>
            <a:schemeClr val="tx1"/>
          </a:solidFill>
          <a:latin typeface="+mn-lt"/>
          <a:ea typeface="+mn-ea"/>
          <a:cs typeface="+mn-cs"/>
        </a:defRPr>
      </a:lvl4pPr>
      <a:lvl5pPr marL="3970378" indent="-441154" algn="l" defTabSz="882307" rtl="0" eaLnBrk="1" latinLnBrk="0" hangingPunct="1">
        <a:spcBef>
          <a:spcPct val="20000"/>
        </a:spcBef>
        <a:buFont typeface="Arial"/>
        <a:buChar char="»"/>
        <a:defRPr sz="3900" kern="1200">
          <a:solidFill>
            <a:schemeClr val="tx1"/>
          </a:solidFill>
          <a:latin typeface="+mn-lt"/>
          <a:ea typeface="+mn-ea"/>
          <a:cs typeface="+mn-cs"/>
        </a:defRPr>
      </a:lvl5pPr>
      <a:lvl6pPr marL="4852684" indent="-441154" algn="l" defTabSz="882307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6pPr>
      <a:lvl7pPr marL="5734991" indent="-441154" algn="l" defTabSz="882307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7pPr>
      <a:lvl8pPr marL="6617297" indent="-441154" algn="l" defTabSz="882307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8pPr>
      <a:lvl9pPr marL="7499603" indent="-441154" algn="l" defTabSz="882307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82307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764612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3pPr>
      <a:lvl4pPr marL="2646919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4pPr>
      <a:lvl5pPr marL="3529226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5pPr>
      <a:lvl6pPr marL="4411530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6pPr>
      <a:lvl7pPr marL="5293837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7pPr>
      <a:lvl8pPr marL="6176143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8pPr>
      <a:lvl9pPr marL="7058449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m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" y="86165"/>
            <a:ext cx="9361170" cy="2043332"/>
          </a:xfrm>
          <a:prstGeom prst="rect">
            <a:avLst/>
          </a:prstGeom>
        </p:spPr>
      </p:pic>
      <p:sp>
        <p:nvSpPr>
          <p:cNvPr id="16" name="Retângulo 15"/>
          <p:cNvSpPr/>
          <p:nvPr/>
        </p:nvSpPr>
        <p:spPr>
          <a:xfrm>
            <a:off x="120015" y="86163"/>
            <a:ext cx="9359280" cy="12607754"/>
          </a:xfrm>
          <a:prstGeom prst="rect">
            <a:avLst/>
          </a:prstGeom>
          <a:noFill/>
          <a:ln>
            <a:solidFill>
              <a:srgbClr val="FF8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2169" tIns="61085" rIns="122169" bIns="61085" rtlCol="0" anchor="ctr"/>
          <a:lstStyle/>
          <a:p>
            <a:pPr algn="ctr"/>
            <a:endParaRPr lang="en-US"/>
          </a:p>
        </p:txBody>
      </p:sp>
      <p:sp>
        <p:nvSpPr>
          <p:cNvPr id="20" name="CaixaDeTexto 19"/>
          <p:cNvSpPr txBox="1"/>
          <p:nvPr/>
        </p:nvSpPr>
        <p:spPr>
          <a:xfrm>
            <a:off x="330840" y="5581955"/>
            <a:ext cx="4284000" cy="2842056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>
              <a:spcAft>
                <a:spcPts val="1604"/>
              </a:spcAft>
            </a:pPr>
            <a:r>
              <a:rPr lang="pt-BR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Objetivos</a:t>
            </a: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Implantar 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um AD (servidor de </a:t>
            </a:r>
            <a:r>
              <a:rPr lang="pt-BR" sz="18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logon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 exclusivo para </a:t>
            </a:r>
            <a:r>
              <a:rPr lang="pt-BR" sz="1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Smiles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conectado ao AD da GOL</a:t>
            </a: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Implantar um File Server (servidor de arquivos) exclusivo para </a:t>
            </a:r>
            <a:r>
              <a:rPr lang="pt-BR" sz="18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Smiles</a:t>
            </a: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pt-BR" sz="18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Implantar o Office 365 para todos os colaboradores </a:t>
            </a:r>
            <a:r>
              <a:rPr lang="pt-BR" sz="18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Smiles</a:t>
            </a: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25" name="Imagem 24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947015" y="5584551"/>
            <a:ext cx="554400" cy="511754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30" name="CaixaDeTexto 29"/>
          <p:cNvSpPr txBox="1"/>
          <p:nvPr/>
        </p:nvSpPr>
        <p:spPr>
          <a:xfrm>
            <a:off x="4668723" y="5581955"/>
            <a:ext cx="4284000" cy="2944648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>
              <a:spcAft>
                <a:spcPts val="1604"/>
              </a:spcAft>
            </a:pPr>
            <a:r>
              <a:rPr lang="pt-BR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Principais Benefícios</a:t>
            </a: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Logon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pt-BR" sz="1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mais </a:t>
            </a:r>
            <a:r>
              <a:rPr lang="pt-BR" sz="18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rápido</a:t>
            </a:r>
            <a:endParaRPr lang="pt-BR" sz="1800" b="1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Gestão 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</a:t>
            </a: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Acessos </a:t>
            </a:r>
            <a:r>
              <a:rPr lang="pt-BR" sz="18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mais ágil</a:t>
            </a:r>
            <a:endParaRPr lang="pt-BR" sz="1800" b="1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Ambiente </a:t>
            </a:r>
            <a:r>
              <a:rPr lang="pt-BR" sz="1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escalável e </a:t>
            </a:r>
            <a:r>
              <a:rPr lang="pt-BR" sz="18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redundante </a:t>
            </a: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devido a nova infraestrutura</a:t>
            </a:r>
            <a:endParaRPr lang="pt-BR" sz="18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Maior eficiência na Gestão 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(gestão interna permite maior rastreabilidade e visibilidade</a:t>
            </a: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endParaRPr lang="pt-BR" sz="18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CaixaDeTexto 30"/>
          <p:cNvSpPr txBox="1"/>
          <p:nvPr/>
        </p:nvSpPr>
        <p:spPr>
          <a:xfrm>
            <a:off x="330840" y="8830964"/>
            <a:ext cx="8965372" cy="3047240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>
              <a:spcAft>
                <a:spcPts val="1604"/>
              </a:spcAft>
            </a:pPr>
            <a:r>
              <a:rPr lang="pt-BR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Planejamento</a:t>
            </a:r>
            <a:endParaRPr lang="pt-BR" b="1" dirty="0" smtClean="0">
              <a:solidFill>
                <a:srgbClr val="7030A0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>
              <a:spcAft>
                <a:spcPts val="802"/>
              </a:spcAft>
            </a:pP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 planejamento do projeto prevê as seguintes datas para finalização das etapas:</a:t>
            </a: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Migração </a:t>
            </a: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para o AD </a:t>
            </a:r>
            <a:r>
              <a:rPr lang="pt-BR" sz="1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Smiles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pt-BR" sz="1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09 de Maio</a:t>
            </a:r>
            <a:endParaRPr lang="pt-BR" sz="1800" b="1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Migração para o Office 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365: </a:t>
            </a:r>
            <a:r>
              <a:rPr lang="pt-BR" sz="1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28 de Julho</a:t>
            </a: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Implantação do File 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Server: </a:t>
            </a:r>
            <a:r>
              <a:rPr lang="pt-BR" sz="1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de Agosto</a:t>
            </a: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/>
            </a:r>
            <a:b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endParaRPr lang="pt-BR" sz="1800" dirty="0" smtClean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Aft>
                <a:spcPts val="802"/>
              </a:spcAft>
            </a:pP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Estão previstas sessões de </a:t>
            </a:r>
            <a:r>
              <a:rPr lang="pt-BR" sz="1800" i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workshops</a:t>
            </a:r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para esclarecimento dos benefícios e novidades do Office 365 para todos os colaboradores. Fique atento às convocações!</a:t>
            </a:r>
            <a:endParaRPr lang="pt-BR" sz="18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7" name="Imagem 26"/>
          <p:cNvPicPr>
            <a:picLocks noChangeAspect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3275" y="5521097"/>
            <a:ext cx="705600" cy="651323"/>
          </a:xfrm>
          <a:prstGeom prst="rect">
            <a:avLst/>
          </a:prstGeom>
        </p:spPr>
      </p:pic>
      <p:pic>
        <p:nvPicPr>
          <p:cNvPr id="1024" name="Imagem 1023"/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622" y="8766237"/>
            <a:ext cx="640624" cy="591345"/>
          </a:xfrm>
          <a:prstGeom prst="rect">
            <a:avLst/>
          </a:prstGeom>
        </p:spPr>
      </p:pic>
      <p:sp>
        <p:nvSpPr>
          <p:cNvPr id="34" name="CaixaDeTexto 33"/>
          <p:cNvSpPr txBox="1"/>
          <p:nvPr/>
        </p:nvSpPr>
        <p:spPr>
          <a:xfrm>
            <a:off x="1689520" y="12196429"/>
            <a:ext cx="6220270" cy="415751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 algn="ctr">
              <a:spcAft>
                <a:spcPts val="1604"/>
              </a:spcAft>
            </a:pPr>
            <a:r>
              <a:rPr lang="pt-BR" sz="1900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Obrigado! Central de Serviços de TI</a:t>
            </a:r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5" name="CaixaDeTexto 34"/>
          <p:cNvSpPr txBox="1"/>
          <p:nvPr/>
        </p:nvSpPr>
        <p:spPr>
          <a:xfrm>
            <a:off x="8032202" y="158571"/>
            <a:ext cx="1447095" cy="492695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 algn="ctr">
              <a:spcAft>
                <a:spcPts val="1604"/>
              </a:spcAft>
            </a:pPr>
            <a:r>
              <a:rPr lang="pt-BR" b="1" dirty="0" smtClean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15.Abr</a:t>
            </a:r>
            <a:endParaRPr lang="pt-BR" b="1" dirty="0" smtClean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grpSp>
        <p:nvGrpSpPr>
          <p:cNvPr id="6" name="Grupo 5"/>
          <p:cNvGrpSpPr/>
          <p:nvPr/>
        </p:nvGrpSpPr>
        <p:grpSpPr>
          <a:xfrm>
            <a:off x="6307801" y="2539626"/>
            <a:ext cx="2772000" cy="2047015"/>
            <a:chOff x="8456991" y="3511902"/>
            <a:chExt cx="2412261" cy="1873518"/>
          </a:xfrm>
        </p:grpSpPr>
        <p:pic>
          <p:nvPicPr>
            <p:cNvPr id="22" name="Picture 8" descr="http://www.logicatecnologia.com.br/imagens/servicos/O365.jpg"/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628"/>
            <a:stretch/>
          </p:blipFill>
          <p:spPr bwMode="auto">
            <a:xfrm>
              <a:off x="8456991" y="3511902"/>
              <a:ext cx="2412261" cy="1873518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ttp://www.axxys.com/development/wp-content/uploads/2015/06/microsoft-office-365-cloud-blue.png"/>
            <p:cNvPicPr>
              <a:picLocks noChangeAspect="1" noChangeArrowheads="1"/>
            </p:cNvPicPr>
            <p:nvPr/>
          </p:nvPicPr>
          <p:blipFill>
            <a:blip r:embed="rId7">
              <a:duotone>
                <a:prstClr val="black"/>
                <a:schemeClr val="accent4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79477" y="3513748"/>
              <a:ext cx="1289775" cy="7489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Retângulo 4"/>
            <p:cNvSpPr/>
            <p:nvPr/>
          </p:nvSpPr>
          <p:spPr>
            <a:xfrm>
              <a:off x="8456991" y="4262696"/>
              <a:ext cx="444500" cy="3374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496" y="3283591"/>
            <a:ext cx="2252249" cy="186092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9525">
            <a:solidFill>
              <a:schemeClr val="accent5">
                <a:lumMod val="40000"/>
                <a:lumOff val="60000"/>
              </a:schemeClr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18" name="CaixaDeTexto 17"/>
          <p:cNvSpPr txBox="1"/>
          <p:nvPr/>
        </p:nvSpPr>
        <p:spPr>
          <a:xfrm>
            <a:off x="265890" y="2395103"/>
            <a:ext cx="4020360" cy="2801019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>
              <a:spcAft>
                <a:spcPts val="2404"/>
              </a:spcAft>
            </a:pPr>
            <a:r>
              <a:rPr lang="pt-BR" sz="3200" b="1" dirty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Projeto de Migração para AD </a:t>
            </a:r>
            <a:r>
              <a:rPr lang="pt-BR" sz="3200" b="1" dirty="0" err="1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Smiles</a:t>
            </a:r>
            <a:r>
              <a:rPr lang="pt-BR" sz="3200" b="1" dirty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e Office </a:t>
            </a:r>
            <a:r>
              <a:rPr lang="pt-BR" sz="3200" b="1" dirty="0" smtClean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365</a:t>
            </a:r>
          </a:p>
          <a:p>
            <a:r>
              <a:rPr lang="pt-BR" sz="20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Melhorias para o dia-a-dia dos colaboradores </a:t>
            </a:r>
            <a:r>
              <a:rPr lang="pt-BR" sz="20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Smiles</a:t>
            </a:r>
            <a:r>
              <a:rPr lang="pt-BR" sz="20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!</a:t>
            </a:r>
            <a:endParaRPr lang="en-US" sz="2000" b="1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Aft>
                <a:spcPts val="2404"/>
              </a:spcAft>
            </a:pPr>
            <a:endParaRPr lang="pt-BR" sz="1800" b="1" dirty="0">
              <a:solidFill>
                <a:srgbClr val="F57124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3294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3349</TotalTime>
  <Words>138</Words>
  <Application>Microsoft Office PowerPoint</Application>
  <PresentationFormat>Papel A3 (297x420 mm)</PresentationFormat>
  <Paragraphs>19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Office Theme</vt:lpstr>
      <vt:lpstr>Apresentação do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fred</dc:creator>
  <cp:lastModifiedBy>usr</cp:lastModifiedBy>
  <cp:revision>268</cp:revision>
  <dcterms:created xsi:type="dcterms:W3CDTF">2014-01-24T21:35:00Z</dcterms:created>
  <dcterms:modified xsi:type="dcterms:W3CDTF">2016-04-14T10:38:24Z</dcterms:modified>
</cp:coreProperties>
</file>