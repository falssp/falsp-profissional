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0" r:id="rId4"/>
    <p:sldId id="266" r:id="rId5"/>
    <p:sldId id="264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1" dirty="0"/>
              <a:t>Final </a:t>
            </a:r>
            <a:r>
              <a:rPr lang="pt-BR" b="1" i="1" dirty="0" err="1"/>
              <a:t>Report</a:t>
            </a:r>
            <a:endParaRPr lang="pt-BR" b="1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Treinamento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ITIL V3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Foundations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01/08/2016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51200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Luiz Borrego</a:t>
            </a:r>
          </a:p>
          <a:p>
            <a:pPr marL="540000" indent="-2880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Nelton</a:t>
            </a: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Lima</a:t>
            </a:r>
          </a:p>
          <a:p>
            <a:pPr marL="540000" indent="-2880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8580" y="5157192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 fontScale="90000"/>
          </a:bodyPr>
          <a:lstStyle/>
          <a:p>
            <a:r>
              <a:rPr lang="pt-BR" i="1" dirty="0" err="1"/>
              <a:t>Report</a:t>
            </a:r>
            <a:r>
              <a:rPr lang="pt-BR" dirty="0"/>
              <a:t> sobre o Treinamento ITIL V3 </a:t>
            </a:r>
            <a:r>
              <a:rPr lang="pt-BR" i="1" dirty="0" err="1"/>
              <a:t>Foundations</a:t>
            </a:r>
            <a:endParaRPr lang="pt-BR" i="1" dirty="0"/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5901368" y="2584057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100%</a:t>
            </a:r>
            <a:r>
              <a:rPr lang="pt-BR" altLang="pt-BR" sz="3200" kern="0" noProof="1">
                <a:solidFill>
                  <a:srgbClr val="080808"/>
                </a:solidFill>
                <a:cs typeface="Arial" charset="0"/>
              </a:rPr>
              <a:t> </a:t>
            </a:r>
            <a:r>
              <a:rPr lang="pt-BR" altLang="pt-BR" kern="0" noProof="1">
                <a:solidFill>
                  <a:srgbClr val="080808"/>
                </a:solidFill>
                <a:cs typeface="Arial" charset="0"/>
              </a:rPr>
              <a:t>presentes</a:t>
            </a:r>
            <a:endParaRPr lang="pt-BR" altLang="pt-BR" sz="3200" kern="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323527" y="2580816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Comparecimento ao Treinamento </a:t>
            </a:r>
            <a:r>
              <a:rPr lang="pt-BR" altLang="pt-BR" sz="2000" b="1" kern="0" noProof="1">
                <a:solidFill>
                  <a:srgbClr val="FFFFFF"/>
                </a:solidFill>
                <a:cs typeface="Arial" charset="0"/>
              </a:rPr>
              <a:t>(Presença) </a:t>
            </a:r>
            <a:endParaRPr kumimoji="0" lang="pt-BR" altLang="pt-BR" sz="2000" b="1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gray">
          <a:xfrm>
            <a:off x="5901368" y="3800306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100%</a:t>
            </a:r>
            <a:r>
              <a:rPr lang="pt-BR" altLang="pt-BR" sz="3200" kern="0" noProof="1">
                <a:solidFill>
                  <a:srgbClr val="080808"/>
                </a:solidFill>
                <a:cs typeface="Arial" charset="0"/>
              </a:rPr>
              <a:t> </a:t>
            </a:r>
            <a:r>
              <a:rPr lang="pt-BR" altLang="pt-BR" sz="2000" kern="0" noProof="1">
                <a:solidFill>
                  <a:srgbClr val="080808"/>
                </a:solidFill>
                <a:cs typeface="Arial" charset="0"/>
              </a:rPr>
              <a:t>aprovados</a:t>
            </a:r>
            <a:endParaRPr lang="pt-BR" altLang="pt-BR" sz="3200" kern="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gray">
          <a:xfrm>
            <a:off x="323527" y="3797065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Aprovações no Exame de Certificação</a:t>
            </a:r>
            <a:b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</a:br>
            <a: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(10</a:t>
            </a:r>
            <a:r>
              <a:rPr kumimoji="0" lang="pt-BR" altLang="pt-BR" sz="2000" b="1" i="0" u="none" strike="noStrike" kern="0" cap="none" spc="0" normalizeH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 canditados)</a:t>
            </a:r>
            <a:endParaRPr kumimoji="0" lang="pt-BR" altLang="pt-BR" sz="2000" b="1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gray">
          <a:xfrm>
            <a:off x="5901368" y="5015419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9,5</a:t>
            </a:r>
            <a:r>
              <a:rPr lang="pt-BR" altLang="pt-BR" sz="3200" kern="0" noProof="1">
                <a:solidFill>
                  <a:srgbClr val="080808"/>
                </a:solidFill>
                <a:cs typeface="Arial" charset="0"/>
              </a:rPr>
              <a:t> </a:t>
            </a:r>
            <a:r>
              <a:rPr lang="pt-BR" altLang="pt-BR" sz="2000" kern="0" noProof="1">
                <a:solidFill>
                  <a:srgbClr val="080808"/>
                </a:solidFill>
                <a:cs typeface="Arial" charset="0"/>
              </a:rPr>
              <a:t>nota média final</a:t>
            </a:r>
            <a:endParaRPr lang="pt-BR" altLang="pt-BR" sz="3200" kern="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gray">
          <a:xfrm>
            <a:off x="323527" y="5012178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altLang="pt-BR" sz="2000" b="1" kern="0" noProof="1">
                <a:solidFill>
                  <a:srgbClr val="FFFFFF"/>
                </a:solidFill>
                <a:latin typeface="+mj-lt"/>
                <a:cs typeface="Arial" charset="0"/>
              </a:rPr>
              <a:t>Avaliação Média do Treinamento</a:t>
            </a:r>
            <a:br>
              <a:rPr lang="pt-BR" altLang="pt-BR" sz="2000" b="1" kern="0" noProof="1">
                <a:solidFill>
                  <a:srgbClr val="FFFFFF"/>
                </a:solidFill>
                <a:latin typeface="+mj-lt"/>
                <a:cs typeface="Arial" charset="0"/>
              </a:rPr>
            </a:br>
            <a:r>
              <a:rPr lang="pt-BR" altLang="pt-BR" sz="2000" b="1" kern="0" noProof="1">
                <a:solidFill>
                  <a:srgbClr val="FFFFFF"/>
                </a:solidFill>
                <a:latin typeface="+mj-lt"/>
                <a:cs typeface="Arial" charset="0"/>
              </a:rPr>
              <a:t>(Nota de 0 a 10)</a:t>
            </a:r>
            <a:endParaRPr kumimoji="0" lang="pt-BR" altLang="pt-BR" sz="2000" b="1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13887"/>
              </p:ext>
            </p:extLst>
          </p:nvPr>
        </p:nvGraphicFramePr>
        <p:xfrm>
          <a:off x="323526" y="850554"/>
          <a:ext cx="8277842" cy="1420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6683">
                  <a:extLst>
                    <a:ext uri="{9D8B030D-6E8A-4147-A177-3AD203B41FA5}">
                      <a16:colId xmlns:a16="http://schemas.microsoft.com/office/drawing/2014/main" val="3277623140"/>
                    </a:ext>
                  </a:extLst>
                </a:gridCol>
                <a:gridCol w="4011159">
                  <a:extLst>
                    <a:ext uri="{9D8B030D-6E8A-4147-A177-3AD203B41FA5}">
                      <a16:colId xmlns:a16="http://schemas.microsoft.com/office/drawing/2014/main" val="2139437521"/>
                    </a:ext>
                  </a:extLst>
                </a:gridCol>
              </a:tblGrid>
              <a:tr h="3552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Instrutor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Adolpho </a:t>
                      </a:r>
                      <a:r>
                        <a:rPr lang="pt-BR" sz="1200" b="1" u="none" strike="noStrike" dirty="0" err="1">
                          <a:effectLst/>
                        </a:rPr>
                        <a:t>Chacon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819651"/>
                  </a:ext>
                </a:extLst>
              </a:tr>
              <a:tr h="3552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Cliente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SMILES S.A.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79363"/>
                  </a:ext>
                </a:extLst>
              </a:tr>
              <a:tr h="3552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Período e Local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Noturno / On-site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50997"/>
                  </a:ext>
                </a:extLst>
              </a:tr>
              <a:tr h="3552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Datas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11, 12, 13, 18, 19 e 25 de Julho de 2016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95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Presença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033" y="836712"/>
            <a:ext cx="9144000" cy="585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do Treinamento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648627"/>
              </p:ext>
            </p:extLst>
          </p:nvPr>
        </p:nvGraphicFramePr>
        <p:xfrm>
          <a:off x="143508" y="1340768"/>
          <a:ext cx="8856984" cy="4320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6613">
                  <a:extLst>
                    <a:ext uri="{9D8B030D-6E8A-4147-A177-3AD203B41FA5}">
                      <a16:colId xmlns:a16="http://schemas.microsoft.com/office/drawing/2014/main" val="3616205644"/>
                    </a:ext>
                  </a:extLst>
                </a:gridCol>
                <a:gridCol w="515941">
                  <a:extLst>
                    <a:ext uri="{9D8B030D-6E8A-4147-A177-3AD203B41FA5}">
                      <a16:colId xmlns:a16="http://schemas.microsoft.com/office/drawing/2014/main" val="133145112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2578043827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2464213738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2603258251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890492466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528470011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1798940649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2112240935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3725552993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1324176467"/>
                    </a:ext>
                  </a:extLst>
                </a:gridCol>
                <a:gridCol w="494443">
                  <a:extLst>
                    <a:ext uri="{9D8B030D-6E8A-4147-A177-3AD203B41FA5}">
                      <a16:colId xmlns:a16="http://schemas.microsoft.com/office/drawing/2014/main" val="3934019313"/>
                    </a:ext>
                  </a:extLst>
                </a:gridCol>
              </a:tblGrid>
              <a:tr h="6366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Critérios de Avaliação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15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Média</a:t>
                      </a:r>
                      <a:endParaRPr lang="pt-BR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Fernando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Isnard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Marcelo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Moreira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Kátia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Dantas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Daniel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Borges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Robson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Agostini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Rômulo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Gimenes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Luis</a:t>
                      </a: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Savioli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Daniel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Mizobuchi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Jonathas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Souza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Nei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Henckes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77303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Conhecimentos do Instrutor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>
                          <a:effectLst/>
                        </a:rPr>
                        <a:t>9,90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007610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Didática de Ensino do Instrutor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9,60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9,0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492919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Material Didático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>
                          <a:effectLst/>
                        </a:rPr>
                        <a:t>9,00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7,0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8,0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8,0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12177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Conteúdo Programático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>
                          <a:effectLst/>
                        </a:rPr>
                        <a:t>9,50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8,0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8,0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9,0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32858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Contribuição do Conhecimento para sua Carreira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9,60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9,0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9,0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98026"/>
                  </a:ext>
                </a:extLst>
              </a:tr>
              <a:tr h="52720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>
                          <a:effectLst/>
                        </a:rPr>
                        <a:t>Contribuição do Conhecimento para suas atividades na Empresa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9,70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9,0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83267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>
                          <a:effectLst/>
                        </a:rPr>
                        <a:t>Contribuição para realização do Exame de Certificação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9,80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9,0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690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3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Adolpho </a:t>
            </a: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Chacon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Apresentação na tela (4:3)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Wingdings</vt:lpstr>
      <vt:lpstr>Tema do Office</vt:lpstr>
      <vt:lpstr>Final Report</vt:lpstr>
      <vt:lpstr>Report sobre o Treinamento ITIL V3 Foundations</vt:lpstr>
      <vt:lpstr>Lista de Presença</vt:lpstr>
      <vt:lpstr>Avaliação do Treinamento</vt:lpstr>
      <vt:lpstr>Obrigado!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2016-08-01T17:32:24Z</dcterms:modified>
</cp:coreProperties>
</file>