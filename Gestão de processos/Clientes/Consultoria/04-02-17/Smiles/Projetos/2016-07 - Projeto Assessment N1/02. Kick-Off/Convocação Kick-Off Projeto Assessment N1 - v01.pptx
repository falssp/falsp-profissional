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0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7124"/>
    <a:srgbClr val="FF9900"/>
    <a:srgbClr val="FF8E2D"/>
    <a:srgbClr val="F68E1E"/>
    <a:srgbClr val="99CCFF"/>
    <a:srgbClr val="000000"/>
    <a:srgbClr val="FF66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-2322" y="-108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01/07/2016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7/1/2016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3"/>
            <a:ext cx="6685200" cy="6234736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258417" y="1895928"/>
            <a:ext cx="562136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0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Projeto </a:t>
            </a:r>
            <a:r>
              <a:rPr lang="pt-BR" sz="2000" b="1" i="1" dirty="0" err="1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Assessment</a:t>
            </a:r>
            <a:r>
              <a:rPr lang="pt-BR" sz="20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N1</a:t>
            </a:r>
            <a:endParaRPr lang="pt-BR" sz="2000" b="1" dirty="0">
              <a:solidFill>
                <a:srgbClr val="F57124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>
              <a:spcAft>
                <a:spcPts val="3000"/>
              </a:spcAft>
            </a:pPr>
            <a:r>
              <a:rPr lang="pt-BR" sz="24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Reunião de </a:t>
            </a:r>
            <a:r>
              <a:rPr lang="pt-BR" sz="2400" b="1" dirty="0" err="1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Kick</a:t>
            </a:r>
            <a:r>
              <a:rPr lang="pt-BR" sz="24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-Off</a:t>
            </a:r>
            <a:endParaRPr lang="pt-BR" sz="2400" b="1" dirty="0" smtClean="0">
              <a:solidFill>
                <a:srgbClr val="F57124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lvl="1" algn="just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Você está convidado a participar da </a:t>
            </a:r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reunião de </a:t>
            </a:r>
            <a:r>
              <a:rPr lang="pt-BR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Kick</a:t>
            </a:r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-Off do Projeto </a:t>
            </a:r>
            <a:r>
              <a:rPr lang="pt-BR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Assessment</a:t>
            </a:r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N1.</a:t>
            </a:r>
          </a:p>
          <a:p>
            <a:pPr lvl="1" algn="just"/>
            <a:endParaRPr lang="pt-BR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 algn="just"/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objetivo deste projeto é mapear e elaborar a documentação necessária para o posterior estabelecimento do primeiro nível de suporte (N1) da operação de TI da SMILES.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258417" y="5321068"/>
            <a:ext cx="60501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Sua presença é muito importante! Compareça.</a:t>
            </a:r>
          </a:p>
          <a:p>
            <a:pPr>
              <a:spcAft>
                <a:spcPts val="1200"/>
              </a:spcAft>
            </a:pPr>
            <a:r>
              <a:rPr lang="pt-BR" sz="16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Gerência de Operações e Infraestrutura de TI</a:t>
            </a:r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Picture 2" descr="http://www.markify.com/images/ctm/originals/008627416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904" y="1647825"/>
            <a:ext cx="1407514" cy="1174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286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3265</TotalTime>
  <Words>65</Words>
  <Application>Microsoft Office PowerPoint</Application>
  <PresentationFormat>Papel A4 (210 x 297 mm)</PresentationFormat>
  <Paragraphs>7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Office Theme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usr</cp:lastModifiedBy>
  <cp:revision>254</cp:revision>
  <dcterms:created xsi:type="dcterms:W3CDTF">2014-01-24T21:35:00Z</dcterms:created>
  <dcterms:modified xsi:type="dcterms:W3CDTF">2016-07-01T12:01:43Z</dcterms:modified>
</cp:coreProperties>
</file>