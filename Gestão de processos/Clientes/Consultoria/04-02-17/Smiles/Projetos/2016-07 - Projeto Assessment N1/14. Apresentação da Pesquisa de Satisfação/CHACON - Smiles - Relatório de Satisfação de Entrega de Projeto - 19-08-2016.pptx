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9"/>
  </p:notesMasterIdLst>
  <p:sldIdLst>
    <p:sldId id="256" r:id="rId2"/>
    <p:sldId id="272" r:id="rId3"/>
    <p:sldId id="270" r:id="rId4"/>
    <p:sldId id="267" r:id="rId5"/>
    <p:sldId id="268" r:id="rId6"/>
    <p:sldId id="269" r:id="rId7"/>
    <p:sldId id="264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0"/>
  </p:normalViewPr>
  <p:slideViewPr>
    <p:cSldViewPr>
      <p:cViewPr varScale="1">
        <p:scale>
          <a:sx n="66" d="100"/>
          <a:sy n="66" d="100"/>
        </p:scale>
        <p:origin x="15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45719-834B-46E1-8BDC-6C3757BF1FA0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8DC57-8AFF-4350-8319-1BCDF9391E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0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68DC57-8AFF-4350-8319-1BCDF9391E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643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68DC57-8AFF-4350-8319-1BCDF9391E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540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68DC57-8AFF-4350-8319-1BCDF9391E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162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43706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gray">
          <a:xfrm>
            <a:off x="1915" y="0"/>
            <a:ext cx="9140171" cy="12969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0" hangingPunct="0"/>
            <a:endParaRPr lang="pt-BR" alt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6237312"/>
            <a:ext cx="1301995" cy="60571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>
            <a:lvl1pPr marL="180000" algn="l">
              <a:defRPr sz="32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8824" y="908720"/>
            <a:ext cx="8805664" cy="50405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79512" y="639615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F89EBDC-3F0A-4056-ADD3-FCD4D83FC868}" type="slidenum">
              <a:rPr lang="pt-BR" sz="14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‹nº›</a:t>
            </a:fld>
            <a:endParaRPr lang="pt-B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1383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5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8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8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10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3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3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Relatório </a:t>
            </a:r>
            <a:r>
              <a:rPr lang="pt-BR" b="1" dirty="0" smtClean="0"/>
              <a:t>do Resultado da </a:t>
            </a:r>
            <a:br>
              <a:rPr lang="pt-BR" b="1" dirty="0" smtClean="0"/>
            </a:br>
            <a:r>
              <a:rPr lang="pt-BR" b="1" dirty="0" smtClean="0"/>
              <a:t>Pesquisa de Satisfação</a:t>
            </a:r>
            <a:endParaRPr lang="pt-BR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287" y="2996952"/>
            <a:ext cx="3816424" cy="1027165"/>
          </a:xfrm>
        </p:spPr>
        <p:txBody>
          <a:bodyPr>
            <a:norm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Projeto </a:t>
            </a:r>
            <a:r>
              <a:rPr lang="pt-BR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Assessment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N1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>
          <a:xfrm>
            <a:off x="395287" y="4337957"/>
            <a:ext cx="2880000" cy="433387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19/08/2016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para: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Luis</a:t>
            </a: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Savioli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Nei </a:t>
            </a:r>
            <a:r>
              <a:rPr lang="pt-B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Henckes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Adriano Barbosa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605" y="5126499"/>
            <a:ext cx="1569364" cy="125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0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9158034" cy="648494"/>
          </a:xfrm>
        </p:spPr>
        <p:txBody>
          <a:bodyPr>
            <a:noAutofit/>
          </a:bodyPr>
          <a:lstStyle/>
          <a:p>
            <a:pPr algn="ctr"/>
            <a:r>
              <a:rPr lang="pt-BR" sz="2200" dirty="0">
                <a:latin typeface="+mn-lt"/>
              </a:rPr>
              <a:t>Relatório do Resultado da </a:t>
            </a:r>
            <a:r>
              <a:rPr lang="pt-BR" sz="2200" dirty="0" smtClean="0">
                <a:latin typeface="+mn-lt"/>
              </a:rPr>
              <a:t>Pesquisa </a:t>
            </a:r>
            <a:r>
              <a:rPr lang="pt-BR" sz="2200" dirty="0">
                <a:latin typeface="+mn-lt"/>
              </a:rPr>
              <a:t>de </a:t>
            </a:r>
            <a:r>
              <a:rPr lang="pt-BR" sz="2200" dirty="0" smtClean="0">
                <a:latin typeface="+mn-lt"/>
              </a:rPr>
              <a:t>Satisfação – </a:t>
            </a:r>
            <a:r>
              <a:rPr lang="pt-BR" sz="2200" dirty="0">
                <a:latin typeface="+mn-lt"/>
              </a:rPr>
              <a:t>Projeto </a:t>
            </a:r>
            <a:r>
              <a:rPr lang="pt-BR" sz="2200" i="1" dirty="0" err="1">
                <a:latin typeface="+mn-lt"/>
              </a:rPr>
              <a:t>Assessment</a:t>
            </a:r>
            <a:r>
              <a:rPr lang="pt-BR" sz="2200" dirty="0">
                <a:latin typeface="+mn-lt"/>
              </a:rPr>
              <a:t> N1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4588498" y="476672"/>
            <a:ext cx="0" cy="57606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6"/>
          <p:cNvSpPr>
            <a:spLocks noChangeArrowheads="1"/>
          </p:cNvSpPr>
          <p:nvPr/>
        </p:nvSpPr>
        <p:spPr bwMode="gray">
          <a:xfrm>
            <a:off x="5549777" y="3993532"/>
            <a:ext cx="2700000" cy="858612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 anchor="ctr"/>
          <a:lstStyle/>
          <a:p>
            <a:pPr lvl="0" algn="ctr" fontAlgn="base">
              <a:spcBef>
                <a:spcPct val="0"/>
              </a:spcBef>
              <a:spcAft>
                <a:spcPct val="40000"/>
              </a:spcAft>
              <a:defRPr/>
            </a:pPr>
            <a:r>
              <a:rPr lang="pt-BR" altLang="pt-BR" sz="3600" kern="0" noProof="1">
                <a:solidFill>
                  <a:srgbClr val="080808"/>
                </a:solidFill>
                <a:cs typeface="Arial" charset="0"/>
              </a:rPr>
              <a:t>ÓTIMO </a:t>
            </a:r>
            <a:endParaRPr lang="pt-BR" altLang="pt-BR" sz="1600" b="1" kern="0" baseline="50000" noProof="1">
              <a:solidFill>
                <a:srgbClr val="080808"/>
              </a:solidFill>
              <a:cs typeface="Arial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gray">
          <a:xfrm>
            <a:off x="319063" y="3987050"/>
            <a:ext cx="4269435" cy="865094"/>
          </a:xfrm>
          <a:prstGeom prst="homePlate">
            <a:avLst>
              <a:gd name="adj" fmla="val 28860"/>
            </a:avLst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180000"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2000" b="1" kern="0" noProof="1">
                <a:solidFill>
                  <a:srgbClr val="FFFFFF"/>
                </a:solidFill>
                <a:cs typeface="Arial" charset="0"/>
              </a:rPr>
              <a:t>Média </a:t>
            </a:r>
            <a:r>
              <a:rPr lang="pt-BR" altLang="pt-BR" sz="2000" b="1" kern="0" noProof="1" smtClean="0">
                <a:solidFill>
                  <a:srgbClr val="FFFFFF"/>
                </a:solidFill>
                <a:cs typeface="Arial" charset="0"/>
              </a:rPr>
              <a:t>- Projeto </a:t>
            </a:r>
            <a:r>
              <a:rPr lang="pt-BR" altLang="pt-BR" sz="2000" b="1" kern="0" noProof="1">
                <a:solidFill>
                  <a:srgbClr val="FFFFFF"/>
                </a:solidFill>
                <a:cs typeface="Arial" charset="0"/>
              </a:rPr>
              <a:t>Assessment N1</a:t>
            </a:r>
          </a:p>
        </p:txBody>
      </p:sp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865613"/>
              </p:ext>
            </p:extLst>
          </p:nvPr>
        </p:nvGraphicFramePr>
        <p:xfrm>
          <a:off x="324440" y="1196752"/>
          <a:ext cx="8568040" cy="212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47560">
                  <a:extLst>
                    <a:ext uri="{9D8B030D-6E8A-4147-A177-3AD203B41FA5}">
                      <a16:colId xmlns="" xmlns:a16="http://schemas.microsoft.com/office/drawing/2014/main" val="3277623140"/>
                    </a:ext>
                  </a:extLst>
                </a:gridCol>
                <a:gridCol w="4320480">
                  <a:extLst>
                    <a:ext uri="{9D8B030D-6E8A-4147-A177-3AD203B41FA5}">
                      <a16:colId xmlns="" xmlns:a16="http://schemas.microsoft.com/office/drawing/2014/main" val="2139437521"/>
                    </a:ext>
                  </a:extLst>
                </a:gridCol>
              </a:tblGrid>
              <a:tr h="34192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Empresa Avaliada</a:t>
                      </a: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 err="1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Chacon</a:t>
                      </a:r>
                      <a:r>
                        <a:rPr lang="pt-BR" sz="14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Consultoria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45819651"/>
                  </a:ext>
                </a:extLst>
              </a:tr>
              <a:tr h="34192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Equipe da</a:t>
                      </a:r>
                      <a:r>
                        <a:rPr lang="pt-BR" sz="16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1600" b="1" i="0" u="none" strike="noStrike" baseline="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Chacon</a:t>
                      </a:r>
                      <a:r>
                        <a:rPr lang="pt-BR" sz="16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Consultoria</a:t>
                      </a:r>
                      <a:endParaRPr lang="pt-BR" sz="16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Jorge</a:t>
                      </a:r>
                      <a:r>
                        <a:rPr lang="pt-BR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14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Maluf</a:t>
                      </a:r>
                    </a:p>
                    <a:p>
                      <a:pPr algn="l" fontAlgn="ctr"/>
                      <a:r>
                        <a:rPr lang="pt-BR" sz="14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Tânia Ferro</a:t>
                      </a:r>
                    </a:p>
                    <a:p>
                      <a:pPr algn="l" fontAlgn="ctr"/>
                      <a:r>
                        <a:rPr lang="pt-BR" sz="14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André </a:t>
                      </a:r>
                      <a:r>
                        <a:rPr lang="pt-BR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Santos 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45253580"/>
                  </a:ext>
                </a:extLst>
              </a:tr>
              <a:tr h="34192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Empresa</a:t>
                      </a:r>
                      <a:r>
                        <a:rPr lang="pt-BR" sz="16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Avaliadora</a:t>
                      </a:r>
                      <a:endParaRPr lang="pt-BR" sz="16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u="none" strike="noStrike" dirty="0">
                          <a:effectLst/>
                          <a:latin typeface="+mn-lt"/>
                        </a:rPr>
                        <a:t>SMILES S.A.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71979363"/>
                  </a:ext>
                </a:extLst>
              </a:tr>
              <a:tr h="34192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Data de Início</a:t>
                      </a:r>
                      <a:r>
                        <a:rPr lang="pt-BR" sz="16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do Projeto</a:t>
                      </a:r>
                      <a:endParaRPr lang="pt-BR" sz="16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29/07/2016</a:t>
                      </a: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54950997"/>
                  </a:ext>
                </a:extLst>
              </a:tr>
              <a:tr h="45022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Data</a:t>
                      </a:r>
                      <a:r>
                        <a:rPr lang="pt-BR" sz="16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de Encerramento do Projeto</a:t>
                      </a: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u="none" strike="noStrike" baseline="0" dirty="0" smtClean="0">
                          <a:effectLst/>
                          <a:latin typeface="+mn-lt"/>
                        </a:rPr>
                        <a:t>16/08/2016</a:t>
                      </a:r>
                      <a:endParaRPr lang="pt-BR" sz="1400" b="1" u="none" strike="noStrike" baseline="0" dirty="0">
                        <a:effectLst/>
                        <a:latin typeface="+mn-lt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2895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039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/>
          <p:cNvCxnSpPr/>
          <p:nvPr/>
        </p:nvCxnSpPr>
        <p:spPr>
          <a:xfrm>
            <a:off x="4588498" y="476672"/>
            <a:ext cx="0" cy="57606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427465"/>
              </p:ext>
            </p:extLst>
          </p:nvPr>
        </p:nvGraphicFramePr>
        <p:xfrm>
          <a:off x="143508" y="908717"/>
          <a:ext cx="8892987" cy="557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96444">
                  <a:extLst>
                    <a:ext uri="{9D8B030D-6E8A-4147-A177-3AD203B41FA5}">
                      <a16:colId xmlns="" xmlns:a16="http://schemas.microsoft.com/office/drawing/2014/main" val="3616205644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133145112"/>
                    </a:ext>
                  </a:extLst>
                </a:gridCol>
                <a:gridCol w="936104">
                  <a:extLst>
                    <a:ext uri="{9D8B030D-6E8A-4147-A177-3AD203B41FA5}">
                      <a16:colId xmlns="" xmlns:a16="http://schemas.microsoft.com/office/drawing/2014/main" val="2464213738"/>
                    </a:ext>
                  </a:extLst>
                </a:gridCol>
                <a:gridCol w="813736">
                  <a:extLst>
                    <a:ext uri="{9D8B030D-6E8A-4147-A177-3AD203B41FA5}">
                      <a16:colId xmlns="" xmlns:a16="http://schemas.microsoft.com/office/drawing/2014/main" val="2603258251"/>
                    </a:ext>
                  </a:extLst>
                </a:gridCol>
                <a:gridCol w="626424">
                  <a:extLst>
                    <a:ext uri="{9D8B030D-6E8A-4147-A177-3AD203B41FA5}">
                      <a16:colId xmlns="" xmlns:a16="http://schemas.microsoft.com/office/drawing/2014/main" val="890492466"/>
                    </a:ext>
                  </a:extLst>
                </a:gridCol>
                <a:gridCol w="895314">
                  <a:extLst>
                    <a:ext uri="{9D8B030D-6E8A-4147-A177-3AD203B41FA5}">
                      <a16:colId xmlns="" xmlns:a16="http://schemas.microsoft.com/office/drawing/2014/main" val="528470011"/>
                    </a:ext>
                  </a:extLst>
                </a:gridCol>
                <a:gridCol w="760869">
                  <a:extLst>
                    <a:ext uri="{9D8B030D-6E8A-4147-A177-3AD203B41FA5}">
                      <a16:colId xmlns="" xmlns:a16="http://schemas.microsoft.com/office/drawing/2014/main" val="3725552993"/>
                    </a:ext>
                  </a:extLst>
                </a:gridCol>
              </a:tblGrid>
              <a:tr h="67148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Critérios de Avaliação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7415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Média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Adriano</a:t>
                      </a:r>
                    </a:p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Barbosa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Claudio</a:t>
                      </a:r>
                      <a:endParaRPr lang="pt-BR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Cunha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Daniel</a:t>
                      </a:r>
                    </a:p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Borges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Luís</a:t>
                      </a:r>
                    </a:p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Savioli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Nei</a:t>
                      </a:r>
                    </a:p>
                    <a:p>
                      <a:pPr algn="ctr" fontAlgn="ctr"/>
                      <a:r>
                        <a:rPr lang="pt-BR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Henckes</a:t>
                      </a:r>
                      <a:endParaRPr lang="pt-BR" sz="14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56377303"/>
                  </a:ext>
                </a:extLst>
              </a:tr>
              <a:tr h="5548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Conteúdo</a:t>
                      </a:r>
                      <a:r>
                        <a:rPr lang="pt-BR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apresentado na reunião de </a:t>
                      </a:r>
                      <a:r>
                        <a:rPr lang="pt-BR" sz="14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Kick</a:t>
                      </a:r>
                      <a:r>
                        <a:rPr lang="pt-BR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-off do Projeto?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400" b="1" i="0" u="none" strike="noStrike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ctr"/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Bom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Bom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41007610"/>
                  </a:ext>
                </a:extLst>
              </a:tr>
              <a:tr h="5548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Conteúdo apresentado</a:t>
                      </a:r>
                      <a:r>
                        <a:rPr lang="pt-BR" sz="14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no </a:t>
                      </a:r>
                      <a:r>
                        <a:rPr lang="pt-BR" sz="1400" b="1" i="1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Status </a:t>
                      </a:r>
                      <a:r>
                        <a:rPr lang="pt-BR" sz="1400" b="1" i="1" u="none" strike="noStrike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Report</a:t>
                      </a:r>
                      <a:r>
                        <a:rPr lang="pt-BR" sz="1400" b="1" i="1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14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semanal? 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400" b="1" i="0" u="none" strike="noStrike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ctr"/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Bom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06492919"/>
                  </a:ext>
                </a:extLst>
              </a:tr>
              <a:tr h="5548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Planejamento</a:t>
                      </a:r>
                      <a:r>
                        <a:rPr lang="pt-BR" sz="14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e execução do Projeto?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400" b="1" i="0" u="none" strike="noStrike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ctr"/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Bom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90912177"/>
                  </a:ext>
                </a:extLst>
              </a:tr>
              <a:tr h="5548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</a:t>
                      </a:r>
                      <a:r>
                        <a:rPr lang="pt-BR" sz="14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equipe do projeto da </a:t>
                      </a:r>
                      <a:r>
                        <a:rPr lang="pt-BR" sz="1400" b="1" i="0" u="none" strike="noStrike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Chacon</a:t>
                      </a:r>
                      <a:r>
                        <a:rPr lang="pt-BR" sz="14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Consultoria?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400" b="1" i="0" u="none" strike="noStrike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ctr"/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38132858"/>
                  </a:ext>
                </a:extLst>
              </a:tr>
              <a:tr h="5548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Conteúdo</a:t>
                      </a:r>
                      <a:r>
                        <a:rPr lang="pt-BR" sz="14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apresentado na reunião de Encerramento do projeto?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400" b="1" i="0" u="none" strike="noStrike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ctr"/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Bom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78498026"/>
                  </a:ext>
                </a:extLst>
              </a:tr>
              <a:tr h="55601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 data</a:t>
                      </a:r>
                      <a:r>
                        <a:rPr lang="pt-BR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 entrega do projeto atendeu sua expectativa ?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41770349"/>
                  </a:ext>
                </a:extLst>
              </a:tr>
              <a:tr h="55601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 (</a:t>
                      </a: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s) </a:t>
                      </a:r>
                      <a:r>
                        <a:rPr lang="pt-B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produtos (</a:t>
                      </a: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s) </a:t>
                      </a:r>
                      <a:r>
                        <a:rPr lang="pt-B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 / ou</a:t>
                      </a:r>
                      <a:r>
                        <a:rPr lang="pt-BR" sz="14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14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entregável</a:t>
                      </a:r>
                      <a:r>
                        <a:rPr lang="pt-BR" sz="14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pt-BR" sz="14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</a:t>
                      </a:r>
                      <a:r>
                        <a:rPr lang="pt-BR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do projeto atendeu sua expectativa? 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57383267"/>
                  </a:ext>
                </a:extLst>
              </a:tr>
              <a:tr h="5548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Você indicaria a </a:t>
                      </a:r>
                      <a:r>
                        <a:rPr lang="pt-B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Chacon</a:t>
                      </a: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consultoria?</a:t>
                      </a: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81690301"/>
                  </a:ext>
                </a:extLst>
              </a:tr>
            </a:tbl>
          </a:graphicData>
        </a:graphic>
      </p:graphicFrame>
      <p:sp>
        <p:nvSpPr>
          <p:cNvPr id="7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9158034" cy="648494"/>
          </a:xfrm>
        </p:spPr>
        <p:txBody>
          <a:bodyPr>
            <a:noAutofit/>
          </a:bodyPr>
          <a:lstStyle/>
          <a:p>
            <a:pPr algn="ctr"/>
            <a:r>
              <a:rPr lang="pt-BR" sz="2200" dirty="0">
                <a:latin typeface="+mn-lt"/>
              </a:rPr>
              <a:t>Relatório do Resultado da </a:t>
            </a:r>
            <a:r>
              <a:rPr lang="pt-BR" sz="2200" dirty="0" smtClean="0">
                <a:latin typeface="+mn-lt"/>
              </a:rPr>
              <a:t>Pesquisa </a:t>
            </a:r>
            <a:r>
              <a:rPr lang="pt-BR" sz="2200" dirty="0">
                <a:latin typeface="+mn-lt"/>
              </a:rPr>
              <a:t>de </a:t>
            </a:r>
            <a:r>
              <a:rPr lang="pt-BR" sz="2200" dirty="0" smtClean="0">
                <a:latin typeface="+mn-lt"/>
              </a:rPr>
              <a:t>Satisfação – </a:t>
            </a:r>
            <a:r>
              <a:rPr lang="pt-BR" sz="2200" dirty="0">
                <a:latin typeface="+mn-lt"/>
              </a:rPr>
              <a:t>Projeto </a:t>
            </a:r>
            <a:r>
              <a:rPr lang="pt-BR" sz="2200" i="1" dirty="0" err="1">
                <a:latin typeface="+mn-lt"/>
              </a:rPr>
              <a:t>Assessment</a:t>
            </a:r>
            <a:r>
              <a:rPr lang="pt-BR" sz="2200" dirty="0">
                <a:latin typeface="+mn-lt"/>
              </a:rPr>
              <a:t> N1</a:t>
            </a:r>
          </a:p>
        </p:txBody>
      </p:sp>
    </p:spTree>
    <p:extLst>
      <p:ext uri="{BB962C8B-B14F-4D97-AF65-F5344CB8AC3E}">
        <p14:creationId xmlns:p14="http://schemas.microsoft.com/office/powerpoint/2010/main" val="328560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/>
          <p:cNvCxnSpPr/>
          <p:nvPr/>
        </p:nvCxnSpPr>
        <p:spPr>
          <a:xfrm>
            <a:off x="4588498" y="476672"/>
            <a:ext cx="0" cy="57606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9158034" cy="648494"/>
          </a:xfrm>
        </p:spPr>
        <p:txBody>
          <a:bodyPr>
            <a:noAutofit/>
          </a:bodyPr>
          <a:lstStyle/>
          <a:p>
            <a:pPr algn="ctr"/>
            <a:r>
              <a:rPr lang="pt-BR" sz="2200" dirty="0">
                <a:latin typeface="+mn-lt"/>
              </a:rPr>
              <a:t>Relatório do Resultado da </a:t>
            </a:r>
            <a:r>
              <a:rPr lang="pt-BR" sz="2200" dirty="0" smtClean="0">
                <a:latin typeface="+mn-lt"/>
              </a:rPr>
              <a:t>Pesquisa </a:t>
            </a:r>
            <a:r>
              <a:rPr lang="pt-BR" sz="2200" dirty="0">
                <a:latin typeface="+mn-lt"/>
              </a:rPr>
              <a:t>de </a:t>
            </a:r>
            <a:r>
              <a:rPr lang="pt-BR" sz="2200" dirty="0" smtClean="0">
                <a:latin typeface="+mn-lt"/>
              </a:rPr>
              <a:t>Satisfação – </a:t>
            </a:r>
            <a:r>
              <a:rPr lang="pt-BR" sz="2200" dirty="0">
                <a:latin typeface="+mn-lt"/>
              </a:rPr>
              <a:t>Projeto </a:t>
            </a:r>
            <a:r>
              <a:rPr lang="pt-BR" sz="2200" i="1" dirty="0" err="1">
                <a:latin typeface="+mn-lt"/>
              </a:rPr>
              <a:t>Assessment</a:t>
            </a:r>
            <a:r>
              <a:rPr lang="pt-BR" sz="2200" dirty="0">
                <a:latin typeface="+mn-lt"/>
              </a:rPr>
              <a:t> </a:t>
            </a:r>
            <a:r>
              <a:rPr lang="pt-BR" sz="2200" dirty="0" smtClean="0">
                <a:latin typeface="+mn-lt"/>
              </a:rPr>
              <a:t>N1</a:t>
            </a:r>
            <a:endParaRPr lang="pt-BR" sz="2200" dirty="0">
              <a:latin typeface="+mn-lt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1" y="749096"/>
            <a:ext cx="4296536" cy="5560224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118" y="908592"/>
            <a:ext cx="4006362" cy="518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85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/>
          <p:cNvCxnSpPr/>
          <p:nvPr/>
        </p:nvCxnSpPr>
        <p:spPr>
          <a:xfrm>
            <a:off x="4588498" y="476672"/>
            <a:ext cx="0" cy="57606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9158034" cy="648494"/>
          </a:xfrm>
        </p:spPr>
        <p:txBody>
          <a:bodyPr>
            <a:noAutofit/>
          </a:bodyPr>
          <a:lstStyle/>
          <a:p>
            <a:pPr algn="ctr"/>
            <a:r>
              <a:rPr lang="pt-BR" sz="2200" dirty="0">
                <a:latin typeface="+mn-lt"/>
              </a:rPr>
              <a:t>Relatório do Resultado da </a:t>
            </a:r>
            <a:r>
              <a:rPr lang="pt-BR" sz="2200" dirty="0" smtClean="0">
                <a:latin typeface="+mn-lt"/>
              </a:rPr>
              <a:t>Pesquisa </a:t>
            </a:r>
            <a:r>
              <a:rPr lang="pt-BR" sz="2200" dirty="0">
                <a:latin typeface="+mn-lt"/>
              </a:rPr>
              <a:t>de </a:t>
            </a:r>
            <a:r>
              <a:rPr lang="pt-BR" sz="2200" dirty="0" smtClean="0">
                <a:latin typeface="+mn-lt"/>
              </a:rPr>
              <a:t>Satisfação – </a:t>
            </a:r>
            <a:r>
              <a:rPr lang="pt-BR" sz="2200" dirty="0">
                <a:latin typeface="+mn-lt"/>
              </a:rPr>
              <a:t>Projeto </a:t>
            </a:r>
            <a:r>
              <a:rPr lang="pt-BR" sz="2200" i="1" dirty="0" err="1">
                <a:latin typeface="+mn-lt"/>
              </a:rPr>
              <a:t>Assessment</a:t>
            </a:r>
            <a:r>
              <a:rPr lang="pt-BR" sz="2200" dirty="0">
                <a:latin typeface="+mn-lt"/>
              </a:rPr>
              <a:t> N1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05" y="821104"/>
            <a:ext cx="4240895" cy="5488216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821104"/>
            <a:ext cx="4185252" cy="54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915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/>
          <p:cNvCxnSpPr/>
          <p:nvPr/>
        </p:nvCxnSpPr>
        <p:spPr>
          <a:xfrm>
            <a:off x="4588498" y="476672"/>
            <a:ext cx="0" cy="57606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9158034" cy="648494"/>
          </a:xfrm>
        </p:spPr>
        <p:txBody>
          <a:bodyPr>
            <a:noAutofit/>
          </a:bodyPr>
          <a:lstStyle/>
          <a:p>
            <a:pPr algn="ctr"/>
            <a:r>
              <a:rPr lang="pt-BR" sz="2200" dirty="0">
                <a:latin typeface="+mn-lt"/>
              </a:rPr>
              <a:t>Relatório do Resultado da </a:t>
            </a:r>
            <a:r>
              <a:rPr lang="pt-BR" sz="2200" dirty="0" smtClean="0">
                <a:latin typeface="+mn-lt"/>
              </a:rPr>
              <a:t>Pesquisa </a:t>
            </a:r>
            <a:r>
              <a:rPr lang="pt-BR" sz="2200" dirty="0">
                <a:latin typeface="+mn-lt"/>
              </a:rPr>
              <a:t>de </a:t>
            </a:r>
            <a:r>
              <a:rPr lang="pt-BR" sz="2200" dirty="0" smtClean="0">
                <a:latin typeface="+mn-lt"/>
              </a:rPr>
              <a:t>Satisfação – </a:t>
            </a:r>
            <a:r>
              <a:rPr lang="pt-BR" sz="2200" dirty="0">
                <a:latin typeface="+mn-lt"/>
              </a:rPr>
              <a:t>Projeto </a:t>
            </a:r>
            <a:r>
              <a:rPr lang="pt-BR" sz="2200" i="1" dirty="0" err="1">
                <a:latin typeface="+mn-lt"/>
              </a:rPr>
              <a:t>Assessment</a:t>
            </a:r>
            <a:r>
              <a:rPr lang="pt-BR" sz="2200" dirty="0">
                <a:latin typeface="+mn-lt"/>
              </a:rPr>
              <a:t> N1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4246739" cy="549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58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Jorge Maluf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Tânia Ferro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André Santos</a:t>
            </a:r>
          </a:p>
        </p:txBody>
      </p:sp>
    </p:spTree>
    <p:extLst>
      <p:ext uri="{BB962C8B-B14F-4D97-AF65-F5344CB8AC3E}">
        <p14:creationId xmlns:p14="http://schemas.microsoft.com/office/powerpoint/2010/main" val="18895899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PresentationFormat>Apresentação na tela (4:3)</PresentationFormat>
  <Paragraphs>107</Paragraphs>
  <Slides>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Wingdings</vt:lpstr>
      <vt:lpstr>Tema do Office</vt:lpstr>
      <vt:lpstr>Relatório do Resultado da  Pesquisa de Satisfação</vt:lpstr>
      <vt:lpstr>Relatório do Resultado da Pesquisa de Satisfação – Projeto Assessment N1</vt:lpstr>
      <vt:lpstr>Relatório do Resultado da Pesquisa de Satisfação – Projeto Assessment N1</vt:lpstr>
      <vt:lpstr>Relatório do Resultado da Pesquisa de Satisfação – Projeto Assessment N1</vt:lpstr>
      <vt:lpstr>Relatório do Resultado da Pesquisa de Satisfação – Projeto Assessment N1</vt:lpstr>
      <vt:lpstr>Relatório do Resultado da Pesquisa de Satisfação – Projeto Assessment N1</vt:lpstr>
      <vt:lpstr>Obrigado!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Modelo</dc:title>
  <dc:subject>CHACON Consultoria</dc:subject>
  <dc:creator/>
  <cp:lastModifiedBy/>
  <cp:revision>49</cp:revision>
  <dcterms:created xsi:type="dcterms:W3CDTF">2015-07-21T09:22:26Z</dcterms:created>
  <dcterms:modified xsi:type="dcterms:W3CDTF">2016-08-19T18:24:28Z</dcterms:modified>
</cp:coreProperties>
</file>