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45" r:id="rId3"/>
    <p:sldId id="339" r:id="rId4"/>
    <p:sldId id="346" r:id="rId5"/>
    <p:sldId id="347" r:id="rId6"/>
    <p:sldId id="348" r:id="rId7"/>
    <p:sldId id="349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000000"/>
    <a:srgbClr val="EE6829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858" y="-3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A7F7C8-D24C-4B7F-878A-2BA8E51A4FAE}" type="doc">
      <dgm:prSet loTypeId="urn:microsoft.com/office/officeart/2005/8/layout/hProcess9" loCatId="process" qsTypeId="urn:microsoft.com/office/officeart/2005/8/quickstyle/3d1" qsCatId="3D" csTypeId="urn:microsoft.com/office/officeart/2005/8/colors/accent6_3" csCatId="accent6" phldr="1"/>
      <dgm:spPr/>
    </dgm:pt>
    <dgm:pt modelId="{CA5B2AE2-C141-495D-9956-F696EFFAB54E}">
      <dgm:prSet phldrT="[Texto]" custT="1"/>
      <dgm:spPr/>
      <dgm:t>
        <a:bodyPr/>
        <a:lstStyle/>
        <a:p>
          <a:pPr algn="ctr"/>
          <a:r>
            <a:rPr lang="pt-BR" sz="1600" b="0" dirty="0">
              <a:solidFill>
                <a:schemeClr val="accent1">
                  <a:lumMod val="50000"/>
                </a:schemeClr>
              </a:solidFill>
              <a:effectLst/>
            </a:rPr>
            <a:t>Agenda de entrevista inicial</a:t>
          </a:r>
        </a:p>
      </dgm:t>
    </dgm:pt>
    <dgm:pt modelId="{29C5DBDA-F1A0-478B-812B-77C8A31DB9F8}" type="parTrans" cxnId="{7E31BFDB-6CCB-43C8-B1A5-CAA0FB5B6CF0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F81A5B6E-86A4-4FF0-B0FB-E3558A8EBCA2}" type="sibTrans" cxnId="{7E31BFDB-6CCB-43C8-B1A5-CAA0FB5B6CF0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3D64DCA7-FFEA-497C-8093-303CFED1A83F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6">
                  <a:lumMod val="75000"/>
                </a:schemeClr>
              </a:solidFill>
              <a:effectLst/>
              <a:latin typeface="Calibri"/>
              <a:ea typeface="+mn-ea"/>
              <a:cs typeface="+mn-cs"/>
            </a:rPr>
            <a:t>Elaboração de Procedimentos</a:t>
          </a:r>
        </a:p>
      </dgm:t>
    </dgm:pt>
    <dgm:pt modelId="{76EDA620-CDF4-40CE-A838-CC05FA088DFB}" type="parTrans" cxnId="{AF0A2B16-63F4-45FA-9FE5-1BB9D8116296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15628551-F484-4B94-8F47-328147F84F66}" type="sibTrans" cxnId="{AF0A2B16-63F4-45FA-9FE5-1BB9D8116296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E76BD08A-AA04-444E-91B2-7748898FDB96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dirty="0">
              <a:solidFill>
                <a:schemeClr val="accent1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Listagem das atividades do </a:t>
          </a:r>
          <a:r>
            <a:rPr lang="pt-BR" sz="1500" b="0" kern="1200" dirty="0" smtClean="0">
              <a:solidFill>
                <a:schemeClr val="accent1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N1 e N2</a:t>
          </a:r>
          <a:endParaRPr lang="pt-BR" sz="1500" b="0" kern="1200" dirty="0">
            <a:solidFill>
              <a:schemeClr val="accent1">
                <a:lumMod val="50000"/>
              </a:schemeClr>
            </a:solidFill>
            <a:effectLst/>
            <a:latin typeface="Calibri"/>
            <a:ea typeface="+mn-ea"/>
            <a:cs typeface="+mn-cs"/>
          </a:endParaRPr>
        </a:p>
      </dgm:t>
    </dgm:pt>
    <dgm:pt modelId="{EB426A12-B8BC-4CD6-A534-7D2499CF750F}" type="parTrans" cxnId="{BBA72AA5-370F-46F7-BB35-EA21DFF672B9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20A428BE-9CD9-460F-84B4-BB1CAC8B61C3}" type="sibTrans" cxnId="{BBA72AA5-370F-46F7-BB35-EA21DFF672B9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BA54B757-812C-41C4-BB7F-2BDA4E18F5C5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6">
                  <a:lumMod val="75000"/>
                </a:schemeClr>
              </a:solidFill>
              <a:effectLst/>
              <a:latin typeface="Calibri"/>
              <a:ea typeface="+mn-ea"/>
              <a:cs typeface="+mn-cs"/>
            </a:rPr>
            <a:t>Validação dos procedimentos</a:t>
          </a:r>
          <a:endParaRPr lang="pt-BR" sz="1600" b="0" kern="1200" dirty="0">
            <a:solidFill>
              <a:schemeClr val="accent6">
                <a:lumMod val="75000"/>
              </a:schemeClr>
            </a:solidFill>
            <a:effectLst/>
            <a:latin typeface="Calibri"/>
            <a:ea typeface="+mn-ea"/>
            <a:cs typeface="+mn-cs"/>
          </a:endParaRPr>
        </a:p>
      </dgm:t>
    </dgm:pt>
    <dgm:pt modelId="{1E92333E-C7F3-42CD-8CC4-9043F45FC825}" type="parTrans" cxnId="{39478248-8333-41BC-BBC7-0C7A5D93308C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0F7B31E0-D2EA-442E-BC76-DE24CCE2ABB2}" type="sibTrans" cxnId="{39478248-8333-41BC-BBC7-0C7A5D93308C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068B94D6-DFEB-4274-A958-6ECF8959A820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smtClean="0">
              <a:solidFill>
                <a:schemeClr val="accent3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Validação das atividades do N1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 dirty="0" smtClean="0">
            <a:solidFill>
              <a:schemeClr val="accent3">
                <a:lumMod val="50000"/>
              </a:schemeClr>
            </a:solidFill>
            <a:effectLst/>
            <a:latin typeface="Calibri"/>
            <a:ea typeface="+mn-ea"/>
            <a:cs typeface="+mn-cs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smtClean="0">
              <a:solidFill>
                <a:schemeClr val="accent3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Definição de critérios </a:t>
          </a:r>
          <a:r>
            <a:rPr lang="pt-BR" sz="1400" b="1" kern="1200" dirty="0">
              <a:solidFill>
                <a:schemeClr val="accent3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N1 x N2</a:t>
          </a:r>
        </a:p>
      </dgm:t>
    </dgm:pt>
    <dgm:pt modelId="{F747C636-B6D5-412D-BECD-E1C473C25CD0}" type="parTrans" cxnId="{70094070-2B0D-45D4-939B-8AE470B35D43}">
      <dgm:prSet/>
      <dgm:spPr/>
      <dgm:t>
        <a:bodyPr/>
        <a:lstStyle/>
        <a:p>
          <a:endParaRPr lang="pt-BR"/>
        </a:p>
      </dgm:t>
    </dgm:pt>
    <dgm:pt modelId="{4E4899AC-9380-4237-8259-E648431E54A2}" type="sibTrans" cxnId="{70094070-2B0D-45D4-939B-8AE470B35D43}">
      <dgm:prSet/>
      <dgm:spPr/>
      <dgm:t>
        <a:bodyPr/>
        <a:lstStyle/>
        <a:p>
          <a:endParaRPr lang="pt-BR"/>
        </a:p>
      </dgm:t>
    </dgm:pt>
    <dgm:pt modelId="{D689C638-0AC0-48DE-AAE6-EA918B133C73}" type="pres">
      <dgm:prSet presAssocID="{67A7F7C8-D24C-4B7F-878A-2BA8E51A4FAE}" presName="CompostProcess" presStyleCnt="0">
        <dgm:presLayoutVars>
          <dgm:dir/>
          <dgm:resizeHandles val="exact"/>
        </dgm:presLayoutVars>
      </dgm:prSet>
      <dgm:spPr/>
    </dgm:pt>
    <dgm:pt modelId="{27CFC22B-03F1-4AD0-9811-184DDF5812CD}" type="pres">
      <dgm:prSet presAssocID="{67A7F7C8-D24C-4B7F-878A-2BA8E51A4FAE}" presName="arrow" presStyleLbl="bgShp" presStyleIdx="0" presStyleCnt="1" custLinFactNeighborX="1690"/>
      <dgm:spPr/>
    </dgm:pt>
    <dgm:pt modelId="{A7EC4B33-AC65-4C34-8B64-C6744A0147D2}" type="pres">
      <dgm:prSet presAssocID="{67A7F7C8-D24C-4B7F-878A-2BA8E51A4FAE}" presName="linearProcess" presStyleCnt="0"/>
      <dgm:spPr/>
    </dgm:pt>
    <dgm:pt modelId="{6815F125-869F-44BB-B108-D00BF717A51C}" type="pres">
      <dgm:prSet presAssocID="{CA5B2AE2-C141-495D-9956-F696EFFAB54E}" presName="textNode" presStyleLbl="node1" presStyleIdx="0" presStyleCnt="5" custLinFactNeighborX="7983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FFF2D63-7AF7-4A73-9F38-49AD124D688D}" type="pres">
      <dgm:prSet presAssocID="{F81A5B6E-86A4-4FF0-B0FB-E3558A8EBCA2}" presName="sibTrans" presStyleCnt="0"/>
      <dgm:spPr/>
    </dgm:pt>
    <dgm:pt modelId="{5B31E837-BB2F-4832-BEE8-56E78D2FBF24}" type="pres">
      <dgm:prSet presAssocID="{E76BD08A-AA04-444E-91B2-7748898FDB96}" presName="textNode" presStyleLbl="node1" presStyleIdx="1" presStyleCnt="5" custLinFactNeighborX="5882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C7E0E20-3ED8-4199-9162-266EE4AD7DB2}" type="pres">
      <dgm:prSet presAssocID="{20A428BE-9CD9-460F-84B4-BB1CAC8B61C3}" presName="sibTrans" presStyleCnt="0"/>
      <dgm:spPr/>
    </dgm:pt>
    <dgm:pt modelId="{D481F1BF-612D-4901-B6E3-8AE82A543B3D}" type="pres">
      <dgm:prSet presAssocID="{068B94D6-DFEB-4274-A958-6ECF8959A820}" presName="textNode" presStyleLbl="node1" presStyleIdx="2" presStyleCnt="5" custLinFactNeighborX="5882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EEC3437-7C59-41C5-88BC-8D704FEBAD6D}" type="pres">
      <dgm:prSet presAssocID="{4E4899AC-9380-4237-8259-E648431E54A2}" presName="sibTrans" presStyleCnt="0"/>
      <dgm:spPr/>
    </dgm:pt>
    <dgm:pt modelId="{948B9AC7-87D8-4F05-9F72-A6EEE3AFB3E5}" type="pres">
      <dgm:prSet presAssocID="{3D64DCA7-FFEA-497C-8093-303CFED1A83F}" presName="textNode" presStyleLbl="node1" presStyleIdx="3" presStyleCnt="5" custLinFactNeighborX="5882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8FEBB4D-E8AE-4835-AFE4-4533FA7E3717}" type="pres">
      <dgm:prSet presAssocID="{15628551-F484-4B94-8F47-328147F84F66}" presName="sibTrans" presStyleCnt="0"/>
      <dgm:spPr/>
    </dgm:pt>
    <dgm:pt modelId="{460245C9-E188-460A-81EE-9D62C7E93D36}" type="pres">
      <dgm:prSet presAssocID="{BA54B757-812C-41C4-BB7F-2BDA4E18F5C5}" presName="textNode" presStyleLbl="node1" presStyleIdx="4" presStyleCnt="5" custLinFactNeighborX="-11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85DA790-F576-4BA2-8C08-70EF74149349}" type="presOf" srcId="{068B94D6-DFEB-4274-A958-6ECF8959A820}" destId="{D481F1BF-612D-4901-B6E3-8AE82A543B3D}" srcOrd="0" destOrd="0" presId="urn:microsoft.com/office/officeart/2005/8/layout/hProcess9"/>
    <dgm:cxn modelId="{564339BE-F065-4F11-9A68-D04BFC1930F7}" type="presOf" srcId="{BA54B757-812C-41C4-BB7F-2BDA4E18F5C5}" destId="{460245C9-E188-460A-81EE-9D62C7E93D36}" srcOrd="0" destOrd="0" presId="urn:microsoft.com/office/officeart/2005/8/layout/hProcess9"/>
    <dgm:cxn modelId="{71CA6933-670E-47DA-A6BA-6A70C72F118E}" type="presOf" srcId="{67A7F7C8-D24C-4B7F-878A-2BA8E51A4FAE}" destId="{D689C638-0AC0-48DE-AAE6-EA918B133C73}" srcOrd="0" destOrd="0" presId="urn:microsoft.com/office/officeart/2005/8/layout/hProcess9"/>
    <dgm:cxn modelId="{06E6616C-611D-47A7-9B79-6123677AF71C}" type="presOf" srcId="{CA5B2AE2-C141-495D-9956-F696EFFAB54E}" destId="{6815F125-869F-44BB-B108-D00BF717A51C}" srcOrd="0" destOrd="0" presId="urn:microsoft.com/office/officeart/2005/8/layout/hProcess9"/>
    <dgm:cxn modelId="{7E31BFDB-6CCB-43C8-B1A5-CAA0FB5B6CF0}" srcId="{67A7F7C8-D24C-4B7F-878A-2BA8E51A4FAE}" destId="{CA5B2AE2-C141-495D-9956-F696EFFAB54E}" srcOrd="0" destOrd="0" parTransId="{29C5DBDA-F1A0-478B-812B-77C8A31DB9F8}" sibTransId="{F81A5B6E-86A4-4FF0-B0FB-E3558A8EBCA2}"/>
    <dgm:cxn modelId="{BBA72AA5-370F-46F7-BB35-EA21DFF672B9}" srcId="{67A7F7C8-D24C-4B7F-878A-2BA8E51A4FAE}" destId="{E76BD08A-AA04-444E-91B2-7748898FDB96}" srcOrd="1" destOrd="0" parTransId="{EB426A12-B8BC-4CD6-A534-7D2499CF750F}" sibTransId="{20A428BE-9CD9-460F-84B4-BB1CAC8B61C3}"/>
    <dgm:cxn modelId="{70094070-2B0D-45D4-939B-8AE470B35D43}" srcId="{67A7F7C8-D24C-4B7F-878A-2BA8E51A4FAE}" destId="{068B94D6-DFEB-4274-A958-6ECF8959A820}" srcOrd="2" destOrd="0" parTransId="{F747C636-B6D5-412D-BECD-E1C473C25CD0}" sibTransId="{4E4899AC-9380-4237-8259-E648431E54A2}"/>
    <dgm:cxn modelId="{39478248-8333-41BC-BBC7-0C7A5D93308C}" srcId="{67A7F7C8-D24C-4B7F-878A-2BA8E51A4FAE}" destId="{BA54B757-812C-41C4-BB7F-2BDA4E18F5C5}" srcOrd="4" destOrd="0" parTransId="{1E92333E-C7F3-42CD-8CC4-9043F45FC825}" sibTransId="{0F7B31E0-D2EA-442E-BC76-DE24CCE2ABB2}"/>
    <dgm:cxn modelId="{AE5C55F0-E319-4CF6-BD03-F174518FE2FA}" type="presOf" srcId="{3D64DCA7-FFEA-497C-8093-303CFED1A83F}" destId="{948B9AC7-87D8-4F05-9F72-A6EEE3AFB3E5}" srcOrd="0" destOrd="0" presId="urn:microsoft.com/office/officeart/2005/8/layout/hProcess9"/>
    <dgm:cxn modelId="{E27EA882-BA02-4EB3-8BA2-DB9248638BE5}" type="presOf" srcId="{E76BD08A-AA04-444E-91B2-7748898FDB96}" destId="{5B31E837-BB2F-4832-BEE8-56E78D2FBF24}" srcOrd="0" destOrd="0" presId="urn:microsoft.com/office/officeart/2005/8/layout/hProcess9"/>
    <dgm:cxn modelId="{AF0A2B16-63F4-45FA-9FE5-1BB9D8116296}" srcId="{67A7F7C8-D24C-4B7F-878A-2BA8E51A4FAE}" destId="{3D64DCA7-FFEA-497C-8093-303CFED1A83F}" srcOrd="3" destOrd="0" parTransId="{76EDA620-CDF4-40CE-A838-CC05FA088DFB}" sibTransId="{15628551-F484-4B94-8F47-328147F84F66}"/>
    <dgm:cxn modelId="{7782D4CB-C904-41BE-9DC2-8F5974D06FB6}" type="presParOf" srcId="{D689C638-0AC0-48DE-AAE6-EA918B133C73}" destId="{27CFC22B-03F1-4AD0-9811-184DDF5812CD}" srcOrd="0" destOrd="0" presId="urn:microsoft.com/office/officeart/2005/8/layout/hProcess9"/>
    <dgm:cxn modelId="{3DED28E0-A64D-474A-B028-3689C20497D3}" type="presParOf" srcId="{D689C638-0AC0-48DE-AAE6-EA918B133C73}" destId="{A7EC4B33-AC65-4C34-8B64-C6744A0147D2}" srcOrd="1" destOrd="0" presId="urn:microsoft.com/office/officeart/2005/8/layout/hProcess9"/>
    <dgm:cxn modelId="{EDFA74D8-84C8-4EBD-8344-EEE1321275E2}" type="presParOf" srcId="{A7EC4B33-AC65-4C34-8B64-C6744A0147D2}" destId="{6815F125-869F-44BB-B108-D00BF717A51C}" srcOrd="0" destOrd="0" presId="urn:microsoft.com/office/officeart/2005/8/layout/hProcess9"/>
    <dgm:cxn modelId="{3CCB3B99-716F-4071-944E-7C57CE730DAA}" type="presParOf" srcId="{A7EC4B33-AC65-4C34-8B64-C6744A0147D2}" destId="{9FFF2D63-7AF7-4A73-9F38-49AD124D688D}" srcOrd="1" destOrd="0" presId="urn:microsoft.com/office/officeart/2005/8/layout/hProcess9"/>
    <dgm:cxn modelId="{7FC91D01-429C-433A-8FB1-1BCF74DCA879}" type="presParOf" srcId="{A7EC4B33-AC65-4C34-8B64-C6744A0147D2}" destId="{5B31E837-BB2F-4832-BEE8-56E78D2FBF24}" srcOrd="2" destOrd="0" presId="urn:microsoft.com/office/officeart/2005/8/layout/hProcess9"/>
    <dgm:cxn modelId="{624D7620-3349-4254-B236-C179BD3A66BB}" type="presParOf" srcId="{A7EC4B33-AC65-4C34-8B64-C6744A0147D2}" destId="{CC7E0E20-3ED8-4199-9162-266EE4AD7DB2}" srcOrd="3" destOrd="0" presId="urn:microsoft.com/office/officeart/2005/8/layout/hProcess9"/>
    <dgm:cxn modelId="{C73A6F70-8F03-4299-89C6-CF093825B0E5}" type="presParOf" srcId="{A7EC4B33-AC65-4C34-8B64-C6744A0147D2}" destId="{D481F1BF-612D-4901-B6E3-8AE82A543B3D}" srcOrd="4" destOrd="0" presId="urn:microsoft.com/office/officeart/2005/8/layout/hProcess9"/>
    <dgm:cxn modelId="{69C9AE5F-DB28-4E94-BA4E-9653D1A55F43}" type="presParOf" srcId="{A7EC4B33-AC65-4C34-8B64-C6744A0147D2}" destId="{0EEC3437-7C59-41C5-88BC-8D704FEBAD6D}" srcOrd="5" destOrd="0" presId="urn:microsoft.com/office/officeart/2005/8/layout/hProcess9"/>
    <dgm:cxn modelId="{0DA0889D-6F2E-4A89-BEF3-865A1AA62AD9}" type="presParOf" srcId="{A7EC4B33-AC65-4C34-8B64-C6744A0147D2}" destId="{948B9AC7-87D8-4F05-9F72-A6EEE3AFB3E5}" srcOrd="6" destOrd="0" presId="urn:microsoft.com/office/officeart/2005/8/layout/hProcess9"/>
    <dgm:cxn modelId="{00B67706-D742-44B6-92A7-DB70A9DADBBC}" type="presParOf" srcId="{A7EC4B33-AC65-4C34-8B64-C6744A0147D2}" destId="{B8FEBB4D-E8AE-4835-AFE4-4533FA7E3717}" srcOrd="7" destOrd="0" presId="urn:microsoft.com/office/officeart/2005/8/layout/hProcess9"/>
    <dgm:cxn modelId="{BFB01B5D-5F40-4FA4-AAE4-BDE8F0984DCA}" type="presParOf" srcId="{A7EC4B33-AC65-4C34-8B64-C6744A0147D2}" destId="{460245C9-E188-460A-81EE-9D62C7E93D36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9D2DD3-5A7E-491D-9668-B331878320B0}" type="doc">
      <dgm:prSet loTypeId="urn:microsoft.com/office/officeart/2005/8/layout/funnel1" loCatId="process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t-BR"/>
        </a:p>
      </dgm:t>
    </dgm:pt>
    <dgm:pt modelId="{4094C8CD-DEF4-4EDE-AB61-893FFE048747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12 Monitoração</a:t>
          </a:r>
          <a:endParaRPr lang="pt-BR" b="1" dirty="0">
            <a:solidFill>
              <a:schemeClr val="tx1"/>
            </a:solidFill>
          </a:endParaRPr>
        </a:p>
      </dgm:t>
    </dgm:pt>
    <dgm:pt modelId="{015C4AA2-FD73-4B59-A183-712D6E439EB4}" type="parTrans" cxnId="{125D269C-1EF9-489C-B504-6A79A7D2B589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5D76A599-5A27-498B-8FF2-9D47B63C6921}" type="sibTrans" cxnId="{125D269C-1EF9-489C-B504-6A79A7D2B589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BF081323-B5AD-434B-A34C-4E380B1870BB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94 Incidente</a:t>
          </a:r>
          <a:endParaRPr lang="pt-BR" b="1" dirty="0">
            <a:solidFill>
              <a:schemeClr val="tx1"/>
            </a:solidFill>
          </a:endParaRPr>
        </a:p>
      </dgm:t>
    </dgm:pt>
    <dgm:pt modelId="{AC4DAE82-CEB9-4913-8C57-3492504775A4}" type="parTrans" cxnId="{EA8F0829-91F2-4E6A-AFA8-86543CB540CC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8E6CC2E1-D80C-44F3-81C2-6C377747BEEE}" type="sibTrans" cxnId="{EA8F0829-91F2-4E6A-AFA8-86543CB540CC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CEA5E0E7-6346-431C-BA0E-E8AC77812BA2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72 Solicitação</a:t>
          </a:r>
          <a:endParaRPr lang="pt-BR" b="1" dirty="0">
            <a:solidFill>
              <a:schemeClr val="tx1"/>
            </a:solidFill>
          </a:endParaRPr>
        </a:p>
      </dgm:t>
    </dgm:pt>
    <dgm:pt modelId="{250AD23D-73D7-4B59-A08A-23924ECA8E8C}" type="parTrans" cxnId="{ED77205A-331F-4F0B-BB8D-9BA83B60512D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FE0C9CA2-1D14-4A76-8E8F-73B7FD3757AC}" type="sibTrans" cxnId="{ED77205A-331F-4F0B-BB8D-9BA83B60512D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089A3B78-ACC3-4CB2-8D27-07400511B8BD}">
      <dgm:prSet phldrT="[Texto]" custT="1"/>
      <dgm:spPr/>
      <dgm:t>
        <a:bodyPr/>
        <a:lstStyle/>
        <a:p>
          <a:r>
            <a:rPr lang="pt-BR" sz="2000" b="1" dirty="0" smtClean="0">
              <a:solidFill>
                <a:schemeClr val="tx1"/>
              </a:solidFill>
            </a:rPr>
            <a:t>Total 178                           </a:t>
          </a:r>
          <a:r>
            <a:rPr lang="pt-BR" sz="1800" b="0" dirty="0" smtClean="0">
              <a:solidFill>
                <a:schemeClr val="tx1"/>
              </a:solidFill>
            </a:rPr>
            <a:t>(sendo 33 novos no </a:t>
          </a:r>
          <a:r>
            <a:rPr lang="pt-BR" sz="1800" b="0" dirty="0" err="1" smtClean="0">
              <a:solidFill>
                <a:schemeClr val="tx1"/>
              </a:solidFill>
            </a:rPr>
            <a:t>Jira</a:t>
          </a:r>
          <a:r>
            <a:rPr lang="pt-BR" sz="1800" b="0" dirty="0" smtClean="0">
              <a:solidFill>
                <a:schemeClr val="tx1"/>
              </a:solidFill>
            </a:rPr>
            <a:t>)</a:t>
          </a:r>
          <a:endParaRPr lang="pt-BR" sz="1800" b="0" dirty="0">
            <a:solidFill>
              <a:schemeClr val="tx1"/>
            </a:solidFill>
          </a:endParaRPr>
        </a:p>
      </dgm:t>
    </dgm:pt>
    <dgm:pt modelId="{DFDA924B-5D3C-42BE-AE9F-7B6652498118}" type="parTrans" cxnId="{C89E93E7-F788-4D10-B0B4-B758F14A288F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DFA2BD21-EEFC-4D5E-805A-28508187CFFF}" type="sibTrans" cxnId="{C89E93E7-F788-4D10-B0B4-B758F14A288F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1F50DB1C-E4FB-4E70-9B32-7F63FF798375}" type="pres">
      <dgm:prSet presAssocID="{CD9D2DD3-5A7E-491D-9668-B331878320B0}" presName="Name0" presStyleCnt="0">
        <dgm:presLayoutVars>
          <dgm:chMax val="4"/>
          <dgm:resizeHandles val="exact"/>
        </dgm:presLayoutVars>
      </dgm:prSet>
      <dgm:spPr/>
    </dgm:pt>
    <dgm:pt modelId="{08F461ED-7F5C-4BCC-8AA9-FF0DC29E4E4F}" type="pres">
      <dgm:prSet presAssocID="{CD9D2DD3-5A7E-491D-9668-B331878320B0}" presName="ellipse" presStyleLbl="trBgShp" presStyleIdx="0" presStyleCnt="1"/>
      <dgm:spPr/>
    </dgm:pt>
    <dgm:pt modelId="{F795F7B3-4B54-47B0-AE48-07B22EB41BDA}" type="pres">
      <dgm:prSet presAssocID="{CD9D2DD3-5A7E-491D-9668-B331878320B0}" presName="arrow1" presStyleLbl="fgShp" presStyleIdx="0" presStyleCnt="1"/>
      <dgm:spPr/>
    </dgm:pt>
    <dgm:pt modelId="{C520BDB9-961A-45FC-AB6E-7142FCC851F2}" type="pres">
      <dgm:prSet presAssocID="{CD9D2DD3-5A7E-491D-9668-B331878320B0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FE0E7CD-E699-4EC3-B14C-25380BFD7C00}" type="pres">
      <dgm:prSet presAssocID="{BF081323-B5AD-434B-A34C-4E380B1870BB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667E71-5BA8-4E38-BFE2-D3A8A0EE00B8}" type="pres">
      <dgm:prSet presAssocID="{CEA5E0E7-6346-431C-BA0E-E8AC77812BA2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AEFD34F-B9C2-4E5F-BBC6-0B9DA2D70966}" type="pres">
      <dgm:prSet presAssocID="{089A3B78-ACC3-4CB2-8D27-07400511B8BD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0E7C9EC-309E-4007-9267-B8FB68023EFE}" type="pres">
      <dgm:prSet presAssocID="{CD9D2DD3-5A7E-491D-9668-B331878320B0}" presName="funnel" presStyleLbl="trAlignAcc1" presStyleIdx="0" presStyleCnt="1"/>
      <dgm:spPr/>
    </dgm:pt>
  </dgm:ptLst>
  <dgm:cxnLst>
    <dgm:cxn modelId="{C8F71E0A-23A0-42C4-AAF0-2F99E49D088C}" type="presOf" srcId="{BF081323-B5AD-434B-A34C-4E380B1870BB}" destId="{51667E71-5BA8-4E38-BFE2-D3A8A0EE00B8}" srcOrd="0" destOrd="0" presId="urn:microsoft.com/office/officeart/2005/8/layout/funnel1"/>
    <dgm:cxn modelId="{125D269C-1EF9-489C-B504-6A79A7D2B589}" srcId="{CD9D2DD3-5A7E-491D-9668-B331878320B0}" destId="{4094C8CD-DEF4-4EDE-AB61-893FFE048747}" srcOrd="0" destOrd="0" parTransId="{015C4AA2-FD73-4B59-A183-712D6E439EB4}" sibTransId="{5D76A599-5A27-498B-8FF2-9D47B63C6921}"/>
    <dgm:cxn modelId="{B50C5C21-BA1D-49D4-999E-A862D107DEB2}" type="presOf" srcId="{CEA5E0E7-6346-431C-BA0E-E8AC77812BA2}" destId="{4FE0E7CD-E699-4EC3-B14C-25380BFD7C00}" srcOrd="0" destOrd="0" presId="urn:microsoft.com/office/officeart/2005/8/layout/funnel1"/>
    <dgm:cxn modelId="{F73A611A-4686-4A53-B6D4-88659B1927FB}" type="presOf" srcId="{4094C8CD-DEF4-4EDE-AB61-893FFE048747}" destId="{4AEFD34F-B9C2-4E5F-BBC6-0B9DA2D70966}" srcOrd="0" destOrd="0" presId="urn:microsoft.com/office/officeart/2005/8/layout/funnel1"/>
    <dgm:cxn modelId="{ED77205A-331F-4F0B-BB8D-9BA83B60512D}" srcId="{CD9D2DD3-5A7E-491D-9668-B331878320B0}" destId="{CEA5E0E7-6346-431C-BA0E-E8AC77812BA2}" srcOrd="2" destOrd="0" parTransId="{250AD23D-73D7-4B59-A08A-23924ECA8E8C}" sibTransId="{FE0C9CA2-1D14-4A76-8E8F-73B7FD3757AC}"/>
    <dgm:cxn modelId="{EA8F0829-91F2-4E6A-AFA8-86543CB540CC}" srcId="{CD9D2DD3-5A7E-491D-9668-B331878320B0}" destId="{BF081323-B5AD-434B-A34C-4E380B1870BB}" srcOrd="1" destOrd="0" parTransId="{AC4DAE82-CEB9-4913-8C57-3492504775A4}" sibTransId="{8E6CC2E1-D80C-44F3-81C2-6C377747BEEE}"/>
    <dgm:cxn modelId="{C89E93E7-F788-4D10-B0B4-B758F14A288F}" srcId="{CD9D2DD3-5A7E-491D-9668-B331878320B0}" destId="{089A3B78-ACC3-4CB2-8D27-07400511B8BD}" srcOrd="3" destOrd="0" parTransId="{DFDA924B-5D3C-42BE-AE9F-7B6652498118}" sibTransId="{DFA2BD21-EEFC-4D5E-805A-28508187CFFF}"/>
    <dgm:cxn modelId="{36458AC7-EE95-455C-8730-BD92D333CB9E}" type="presOf" srcId="{CD9D2DD3-5A7E-491D-9668-B331878320B0}" destId="{1F50DB1C-E4FB-4E70-9B32-7F63FF798375}" srcOrd="0" destOrd="0" presId="urn:microsoft.com/office/officeart/2005/8/layout/funnel1"/>
    <dgm:cxn modelId="{498CB180-3B47-4E81-990E-A46E288383B9}" type="presOf" srcId="{089A3B78-ACC3-4CB2-8D27-07400511B8BD}" destId="{C520BDB9-961A-45FC-AB6E-7142FCC851F2}" srcOrd="0" destOrd="0" presId="urn:microsoft.com/office/officeart/2005/8/layout/funnel1"/>
    <dgm:cxn modelId="{7CFFB625-F822-4E70-9ACB-5753C37717E8}" type="presParOf" srcId="{1F50DB1C-E4FB-4E70-9B32-7F63FF798375}" destId="{08F461ED-7F5C-4BCC-8AA9-FF0DC29E4E4F}" srcOrd="0" destOrd="0" presId="urn:microsoft.com/office/officeart/2005/8/layout/funnel1"/>
    <dgm:cxn modelId="{C9B7DE36-4727-4855-AEA4-24D6C39F0096}" type="presParOf" srcId="{1F50DB1C-E4FB-4E70-9B32-7F63FF798375}" destId="{F795F7B3-4B54-47B0-AE48-07B22EB41BDA}" srcOrd="1" destOrd="0" presId="urn:microsoft.com/office/officeart/2005/8/layout/funnel1"/>
    <dgm:cxn modelId="{9B169BFC-86F4-46E5-AD7B-496782105D67}" type="presParOf" srcId="{1F50DB1C-E4FB-4E70-9B32-7F63FF798375}" destId="{C520BDB9-961A-45FC-AB6E-7142FCC851F2}" srcOrd="2" destOrd="0" presId="urn:microsoft.com/office/officeart/2005/8/layout/funnel1"/>
    <dgm:cxn modelId="{DD648523-D3CA-49BD-B089-CE67EA989533}" type="presParOf" srcId="{1F50DB1C-E4FB-4E70-9B32-7F63FF798375}" destId="{4FE0E7CD-E699-4EC3-B14C-25380BFD7C00}" srcOrd="3" destOrd="0" presId="urn:microsoft.com/office/officeart/2005/8/layout/funnel1"/>
    <dgm:cxn modelId="{231896CB-93A5-4E6A-8A51-703181E63DAE}" type="presParOf" srcId="{1F50DB1C-E4FB-4E70-9B32-7F63FF798375}" destId="{51667E71-5BA8-4E38-BFE2-D3A8A0EE00B8}" srcOrd="4" destOrd="0" presId="urn:microsoft.com/office/officeart/2005/8/layout/funnel1"/>
    <dgm:cxn modelId="{269F8BDD-D187-4885-AA09-E11906345054}" type="presParOf" srcId="{1F50DB1C-E4FB-4E70-9B32-7F63FF798375}" destId="{4AEFD34F-B9C2-4E5F-BBC6-0B9DA2D70966}" srcOrd="5" destOrd="0" presId="urn:microsoft.com/office/officeart/2005/8/layout/funnel1"/>
    <dgm:cxn modelId="{87F4B242-FBD9-41EF-8C73-1480E87BF81E}" type="presParOf" srcId="{1F50DB1C-E4FB-4E70-9B32-7F63FF798375}" destId="{50E7C9EC-309E-4007-9267-B8FB68023EFE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8330CA-4967-439F-BAC3-1394661EB5D6}" type="doc">
      <dgm:prSet loTypeId="urn:microsoft.com/office/officeart/2005/8/layout/chart3" loCatId="relationship" qsTypeId="urn:microsoft.com/office/officeart/2005/8/quickstyle/simple1" qsCatId="simple" csTypeId="urn:microsoft.com/office/officeart/2005/8/colors/accent6_4" csCatId="accent6" phldr="1"/>
      <dgm:spPr/>
    </dgm:pt>
    <dgm:pt modelId="{D1DC739E-69D5-48D2-9617-B2FAB7695189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Suporte N1:  50</a:t>
          </a:r>
          <a:endParaRPr lang="pt-BR" b="1" dirty="0">
            <a:solidFill>
              <a:schemeClr val="tx1"/>
            </a:solidFill>
          </a:endParaRPr>
        </a:p>
      </dgm:t>
    </dgm:pt>
    <dgm:pt modelId="{F7E9D467-1984-41D3-A43A-05B7A2FA5083}" type="parTrans" cxnId="{49157D2D-1E79-4526-AE29-8469B8C091C9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80AA68F6-765B-4B15-9160-E843BFFA930E}" type="sibTrans" cxnId="{49157D2D-1E79-4526-AE29-8469B8C091C9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1E297492-4292-453E-B558-C5650E8A841A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Suporte N2:       71</a:t>
          </a:r>
          <a:endParaRPr lang="pt-BR" b="1" dirty="0">
            <a:solidFill>
              <a:schemeClr val="tx1"/>
            </a:solidFill>
          </a:endParaRPr>
        </a:p>
      </dgm:t>
    </dgm:pt>
    <dgm:pt modelId="{BC841BA0-3DB2-4967-B7D8-64CB058D3B5E}" type="parTrans" cxnId="{4104CC8E-33DB-47F3-A3FF-5884DC28D3CE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90D850F8-8DBD-414C-B66B-86381F9B8493}" type="sibTrans" cxnId="{4104CC8E-33DB-47F3-A3FF-5884DC28D3CE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AAC2559B-795F-41A7-866E-63EB0530563A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Não identificado: 57</a:t>
          </a:r>
          <a:endParaRPr lang="pt-BR" b="1" dirty="0">
            <a:solidFill>
              <a:schemeClr val="tx1"/>
            </a:solidFill>
          </a:endParaRPr>
        </a:p>
      </dgm:t>
    </dgm:pt>
    <dgm:pt modelId="{8E888F70-0776-4880-8FBC-BD9D48E2E8EB}" type="parTrans" cxnId="{4D825F83-D06F-4105-B470-23F8C3962937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3FFEFC3D-7F60-4D67-8BF4-F8BCB70AA2C6}" type="sibTrans" cxnId="{4D825F83-D06F-4105-B470-23F8C3962937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638B60B1-25DD-48DE-9B52-A342B55137C1}" type="pres">
      <dgm:prSet presAssocID="{908330CA-4967-439F-BAC3-1394661EB5D6}" presName="compositeShape" presStyleCnt="0">
        <dgm:presLayoutVars>
          <dgm:chMax val="7"/>
          <dgm:dir/>
          <dgm:resizeHandles val="exact"/>
        </dgm:presLayoutVars>
      </dgm:prSet>
      <dgm:spPr/>
    </dgm:pt>
    <dgm:pt modelId="{4B58529B-7DC6-4314-955F-6BB0FB5A2803}" type="pres">
      <dgm:prSet presAssocID="{908330CA-4967-439F-BAC3-1394661EB5D6}" presName="wedge1" presStyleLbl="node1" presStyleIdx="0" presStyleCnt="3"/>
      <dgm:spPr/>
      <dgm:t>
        <a:bodyPr/>
        <a:lstStyle/>
        <a:p>
          <a:endParaRPr lang="pt-BR"/>
        </a:p>
      </dgm:t>
    </dgm:pt>
    <dgm:pt modelId="{311DB560-4AFE-4C8F-B70E-FED3289D2F00}" type="pres">
      <dgm:prSet presAssocID="{908330CA-4967-439F-BAC3-1394661EB5D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02CD396-1D4A-4AF7-9F05-D65684CF3420}" type="pres">
      <dgm:prSet presAssocID="{908330CA-4967-439F-BAC3-1394661EB5D6}" presName="wedge2" presStyleLbl="node1" presStyleIdx="1" presStyleCnt="3"/>
      <dgm:spPr/>
    </dgm:pt>
    <dgm:pt modelId="{836C7A63-A4D5-40D0-9751-389E27771B08}" type="pres">
      <dgm:prSet presAssocID="{908330CA-4967-439F-BAC3-1394661EB5D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310DF4-D93B-4EBA-8099-1681AB3C1C67}" type="pres">
      <dgm:prSet presAssocID="{908330CA-4967-439F-BAC3-1394661EB5D6}" presName="wedge3" presStyleLbl="node1" presStyleIdx="2" presStyleCnt="3"/>
      <dgm:spPr/>
    </dgm:pt>
    <dgm:pt modelId="{D618080D-48F1-419D-BD6D-7A3CE92558AA}" type="pres">
      <dgm:prSet presAssocID="{908330CA-4967-439F-BAC3-1394661EB5D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104CC8E-33DB-47F3-A3FF-5884DC28D3CE}" srcId="{908330CA-4967-439F-BAC3-1394661EB5D6}" destId="{1E297492-4292-453E-B558-C5650E8A841A}" srcOrd="1" destOrd="0" parTransId="{BC841BA0-3DB2-4967-B7D8-64CB058D3B5E}" sibTransId="{90D850F8-8DBD-414C-B66B-86381F9B8493}"/>
    <dgm:cxn modelId="{AFD1EEED-2C08-4D64-BC1E-2B24F243DDFD}" type="presOf" srcId="{AAC2559B-795F-41A7-866E-63EB0530563A}" destId="{9D310DF4-D93B-4EBA-8099-1681AB3C1C67}" srcOrd="0" destOrd="0" presId="urn:microsoft.com/office/officeart/2005/8/layout/chart3"/>
    <dgm:cxn modelId="{21D41E89-1AAA-4E26-8B7D-0987D6145052}" type="presOf" srcId="{D1DC739E-69D5-48D2-9617-B2FAB7695189}" destId="{4B58529B-7DC6-4314-955F-6BB0FB5A2803}" srcOrd="0" destOrd="0" presId="urn:microsoft.com/office/officeart/2005/8/layout/chart3"/>
    <dgm:cxn modelId="{405FF8A9-E5E7-4CA4-971A-1FD7EC5401B3}" type="presOf" srcId="{D1DC739E-69D5-48D2-9617-B2FAB7695189}" destId="{311DB560-4AFE-4C8F-B70E-FED3289D2F00}" srcOrd="1" destOrd="0" presId="urn:microsoft.com/office/officeart/2005/8/layout/chart3"/>
    <dgm:cxn modelId="{DA491A65-EB83-434E-9F82-6A7D1D9518F6}" type="presOf" srcId="{1E297492-4292-453E-B558-C5650E8A841A}" destId="{F02CD396-1D4A-4AF7-9F05-D65684CF3420}" srcOrd="0" destOrd="0" presId="urn:microsoft.com/office/officeart/2005/8/layout/chart3"/>
    <dgm:cxn modelId="{4D825F83-D06F-4105-B470-23F8C3962937}" srcId="{908330CA-4967-439F-BAC3-1394661EB5D6}" destId="{AAC2559B-795F-41A7-866E-63EB0530563A}" srcOrd="2" destOrd="0" parTransId="{8E888F70-0776-4880-8FBC-BD9D48E2E8EB}" sibTransId="{3FFEFC3D-7F60-4D67-8BF4-F8BCB70AA2C6}"/>
    <dgm:cxn modelId="{49157D2D-1E79-4526-AE29-8469B8C091C9}" srcId="{908330CA-4967-439F-BAC3-1394661EB5D6}" destId="{D1DC739E-69D5-48D2-9617-B2FAB7695189}" srcOrd="0" destOrd="0" parTransId="{F7E9D467-1984-41D3-A43A-05B7A2FA5083}" sibTransId="{80AA68F6-765B-4B15-9160-E843BFFA930E}"/>
    <dgm:cxn modelId="{B73C2453-BDAD-460E-93EA-EAC1F721AD96}" type="presOf" srcId="{908330CA-4967-439F-BAC3-1394661EB5D6}" destId="{638B60B1-25DD-48DE-9B52-A342B55137C1}" srcOrd="0" destOrd="0" presId="urn:microsoft.com/office/officeart/2005/8/layout/chart3"/>
    <dgm:cxn modelId="{A76D47A7-A75D-4C20-9CF7-5080A115BC5B}" type="presOf" srcId="{AAC2559B-795F-41A7-866E-63EB0530563A}" destId="{D618080D-48F1-419D-BD6D-7A3CE92558AA}" srcOrd="1" destOrd="0" presId="urn:microsoft.com/office/officeart/2005/8/layout/chart3"/>
    <dgm:cxn modelId="{0F3ED39E-C5B1-4455-A916-F98E2C40E994}" type="presOf" srcId="{1E297492-4292-453E-B558-C5650E8A841A}" destId="{836C7A63-A4D5-40D0-9751-389E27771B08}" srcOrd="1" destOrd="0" presId="urn:microsoft.com/office/officeart/2005/8/layout/chart3"/>
    <dgm:cxn modelId="{140133FD-813E-4F51-B5B2-A9956160753D}" type="presParOf" srcId="{638B60B1-25DD-48DE-9B52-A342B55137C1}" destId="{4B58529B-7DC6-4314-955F-6BB0FB5A2803}" srcOrd="0" destOrd="0" presId="urn:microsoft.com/office/officeart/2005/8/layout/chart3"/>
    <dgm:cxn modelId="{8D00D80D-7591-40EC-BADE-A0DC74AF457E}" type="presParOf" srcId="{638B60B1-25DD-48DE-9B52-A342B55137C1}" destId="{311DB560-4AFE-4C8F-B70E-FED3289D2F00}" srcOrd="1" destOrd="0" presId="urn:microsoft.com/office/officeart/2005/8/layout/chart3"/>
    <dgm:cxn modelId="{24FD053F-CAE5-4F1C-ADBE-31FBAF97441D}" type="presParOf" srcId="{638B60B1-25DD-48DE-9B52-A342B55137C1}" destId="{F02CD396-1D4A-4AF7-9F05-D65684CF3420}" srcOrd="2" destOrd="0" presId="urn:microsoft.com/office/officeart/2005/8/layout/chart3"/>
    <dgm:cxn modelId="{45900AE5-0FF7-45CB-AD13-AD25F6673DF4}" type="presParOf" srcId="{638B60B1-25DD-48DE-9B52-A342B55137C1}" destId="{836C7A63-A4D5-40D0-9751-389E27771B08}" srcOrd="3" destOrd="0" presId="urn:microsoft.com/office/officeart/2005/8/layout/chart3"/>
    <dgm:cxn modelId="{BA369E4C-29E9-4EDC-865C-7CE29571C919}" type="presParOf" srcId="{638B60B1-25DD-48DE-9B52-A342B55137C1}" destId="{9D310DF4-D93B-4EBA-8099-1681AB3C1C67}" srcOrd="4" destOrd="0" presId="urn:microsoft.com/office/officeart/2005/8/layout/chart3"/>
    <dgm:cxn modelId="{3934FC0D-8932-44AE-B40E-A382B388735D}" type="presParOf" srcId="{638B60B1-25DD-48DE-9B52-A342B55137C1}" destId="{D618080D-48F1-419D-BD6D-7A3CE92558AA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9D2DD3-5A7E-491D-9668-B331878320B0}" type="doc">
      <dgm:prSet loTypeId="urn:microsoft.com/office/officeart/2005/8/layout/funnel1" loCatId="process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pt-BR"/>
        </a:p>
      </dgm:t>
    </dgm:pt>
    <dgm:pt modelId="{4094C8CD-DEF4-4EDE-AB61-893FFE048747}">
      <dgm:prSet phldrT="[Texto]"/>
      <dgm:spPr/>
      <dgm:t>
        <a:bodyPr/>
        <a:lstStyle/>
        <a:p>
          <a:r>
            <a:rPr lang="pt-BR" b="1" smtClean="0"/>
            <a:t>12 Monitoração</a:t>
          </a:r>
          <a:endParaRPr lang="pt-BR" b="1" dirty="0"/>
        </a:p>
      </dgm:t>
    </dgm:pt>
    <dgm:pt modelId="{015C4AA2-FD73-4B59-A183-712D6E439EB4}" type="parTrans" cxnId="{125D269C-1EF9-489C-B504-6A79A7D2B589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5D76A599-5A27-498B-8FF2-9D47B63C6921}" type="sibTrans" cxnId="{125D269C-1EF9-489C-B504-6A79A7D2B589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BF081323-B5AD-434B-A34C-4E380B1870BB}">
      <dgm:prSet phldrT="[Texto]"/>
      <dgm:spPr/>
      <dgm:t>
        <a:bodyPr/>
        <a:lstStyle/>
        <a:p>
          <a:r>
            <a:rPr lang="pt-BR" b="1" smtClean="0"/>
            <a:t>19 Incidente</a:t>
          </a:r>
          <a:endParaRPr lang="pt-BR" b="1" dirty="0"/>
        </a:p>
      </dgm:t>
    </dgm:pt>
    <dgm:pt modelId="{AC4DAE82-CEB9-4913-8C57-3492504775A4}" type="parTrans" cxnId="{EA8F0829-91F2-4E6A-AFA8-86543CB540CC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8E6CC2E1-D80C-44F3-81C2-6C377747BEEE}" type="sibTrans" cxnId="{EA8F0829-91F2-4E6A-AFA8-86543CB540CC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CEA5E0E7-6346-431C-BA0E-E8AC77812BA2}">
      <dgm:prSet phldrT="[Texto]"/>
      <dgm:spPr/>
      <dgm:t>
        <a:bodyPr/>
        <a:lstStyle/>
        <a:p>
          <a:r>
            <a:rPr lang="pt-BR" b="1" smtClean="0"/>
            <a:t>19 Solicitação</a:t>
          </a:r>
          <a:endParaRPr lang="pt-BR" b="1" dirty="0"/>
        </a:p>
      </dgm:t>
    </dgm:pt>
    <dgm:pt modelId="{250AD23D-73D7-4B59-A08A-23924ECA8E8C}" type="parTrans" cxnId="{ED77205A-331F-4F0B-BB8D-9BA83B60512D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FE0C9CA2-1D14-4A76-8E8F-73B7FD3757AC}" type="sibTrans" cxnId="{ED77205A-331F-4F0B-BB8D-9BA83B60512D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089A3B78-ACC3-4CB2-8D27-07400511B8BD}">
      <dgm:prSet phldrT="[Texto]" custT="1"/>
      <dgm:spPr/>
      <dgm:t>
        <a:bodyPr/>
        <a:lstStyle/>
        <a:p>
          <a:r>
            <a:rPr lang="pt-BR" sz="2000" b="1" smtClean="0"/>
            <a:t>Total 50</a:t>
          </a:r>
          <a:endParaRPr lang="pt-BR" sz="1800" b="0" dirty="0"/>
        </a:p>
      </dgm:t>
    </dgm:pt>
    <dgm:pt modelId="{DFDA924B-5D3C-42BE-AE9F-7B6652498118}" type="parTrans" cxnId="{C89E93E7-F788-4D10-B0B4-B758F14A288F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DFA2BD21-EEFC-4D5E-805A-28508187CFFF}" type="sibTrans" cxnId="{C89E93E7-F788-4D10-B0B4-B758F14A288F}">
      <dgm:prSet/>
      <dgm:spPr/>
      <dgm:t>
        <a:bodyPr/>
        <a:lstStyle/>
        <a:p>
          <a:endParaRPr lang="pt-BR" b="1">
            <a:solidFill>
              <a:schemeClr val="tx1"/>
            </a:solidFill>
          </a:endParaRPr>
        </a:p>
      </dgm:t>
    </dgm:pt>
    <dgm:pt modelId="{1F50DB1C-E4FB-4E70-9B32-7F63FF798375}" type="pres">
      <dgm:prSet presAssocID="{CD9D2DD3-5A7E-491D-9668-B331878320B0}" presName="Name0" presStyleCnt="0">
        <dgm:presLayoutVars>
          <dgm:chMax val="4"/>
          <dgm:resizeHandles val="exact"/>
        </dgm:presLayoutVars>
      </dgm:prSet>
      <dgm:spPr/>
    </dgm:pt>
    <dgm:pt modelId="{08F461ED-7F5C-4BCC-8AA9-FF0DC29E4E4F}" type="pres">
      <dgm:prSet presAssocID="{CD9D2DD3-5A7E-491D-9668-B331878320B0}" presName="ellipse" presStyleLbl="trBgShp" presStyleIdx="0" presStyleCnt="1"/>
      <dgm:spPr/>
    </dgm:pt>
    <dgm:pt modelId="{F795F7B3-4B54-47B0-AE48-07B22EB41BDA}" type="pres">
      <dgm:prSet presAssocID="{CD9D2DD3-5A7E-491D-9668-B331878320B0}" presName="arrow1" presStyleLbl="fgShp" presStyleIdx="0" presStyleCnt="1"/>
      <dgm:spPr/>
    </dgm:pt>
    <dgm:pt modelId="{C520BDB9-961A-45FC-AB6E-7142FCC851F2}" type="pres">
      <dgm:prSet presAssocID="{CD9D2DD3-5A7E-491D-9668-B331878320B0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FE0E7CD-E699-4EC3-B14C-25380BFD7C00}" type="pres">
      <dgm:prSet presAssocID="{BF081323-B5AD-434B-A34C-4E380B1870BB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667E71-5BA8-4E38-BFE2-D3A8A0EE00B8}" type="pres">
      <dgm:prSet presAssocID="{CEA5E0E7-6346-431C-BA0E-E8AC77812BA2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AEFD34F-B9C2-4E5F-BBC6-0B9DA2D70966}" type="pres">
      <dgm:prSet presAssocID="{089A3B78-ACC3-4CB2-8D27-07400511B8BD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0E7C9EC-309E-4007-9267-B8FB68023EFE}" type="pres">
      <dgm:prSet presAssocID="{CD9D2DD3-5A7E-491D-9668-B331878320B0}" presName="funnel" presStyleLbl="trAlignAcc1" presStyleIdx="0" presStyleCnt="1"/>
      <dgm:spPr/>
    </dgm:pt>
  </dgm:ptLst>
  <dgm:cxnLst>
    <dgm:cxn modelId="{125D269C-1EF9-489C-B504-6A79A7D2B589}" srcId="{CD9D2DD3-5A7E-491D-9668-B331878320B0}" destId="{4094C8CD-DEF4-4EDE-AB61-893FFE048747}" srcOrd="0" destOrd="0" parTransId="{015C4AA2-FD73-4B59-A183-712D6E439EB4}" sibTransId="{5D76A599-5A27-498B-8FF2-9D47B63C6921}"/>
    <dgm:cxn modelId="{E6DEE123-4640-41E0-9472-27E6B5551FF5}" type="presOf" srcId="{CD9D2DD3-5A7E-491D-9668-B331878320B0}" destId="{1F50DB1C-E4FB-4E70-9B32-7F63FF798375}" srcOrd="0" destOrd="0" presId="urn:microsoft.com/office/officeart/2005/8/layout/funnel1"/>
    <dgm:cxn modelId="{DE19CF8D-FBC3-41C9-9C76-A9F724AF58F0}" type="presOf" srcId="{BF081323-B5AD-434B-A34C-4E380B1870BB}" destId="{51667E71-5BA8-4E38-BFE2-D3A8A0EE00B8}" srcOrd="0" destOrd="0" presId="urn:microsoft.com/office/officeart/2005/8/layout/funnel1"/>
    <dgm:cxn modelId="{ED77205A-331F-4F0B-BB8D-9BA83B60512D}" srcId="{CD9D2DD3-5A7E-491D-9668-B331878320B0}" destId="{CEA5E0E7-6346-431C-BA0E-E8AC77812BA2}" srcOrd="2" destOrd="0" parTransId="{250AD23D-73D7-4B59-A08A-23924ECA8E8C}" sibTransId="{FE0C9CA2-1D14-4A76-8E8F-73B7FD3757AC}"/>
    <dgm:cxn modelId="{C6916E95-408F-429B-ADB7-B7F4F1607802}" type="presOf" srcId="{089A3B78-ACC3-4CB2-8D27-07400511B8BD}" destId="{C520BDB9-961A-45FC-AB6E-7142FCC851F2}" srcOrd="0" destOrd="0" presId="urn:microsoft.com/office/officeart/2005/8/layout/funnel1"/>
    <dgm:cxn modelId="{EA8F0829-91F2-4E6A-AFA8-86543CB540CC}" srcId="{CD9D2DD3-5A7E-491D-9668-B331878320B0}" destId="{BF081323-B5AD-434B-A34C-4E380B1870BB}" srcOrd="1" destOrd="0" parTransId="{AC4DAE82-CEB9-4913-8C57-3492504775A4}" sibTransId="{8E6CC2E1-D80C-44F3-81C2-6C377747BEEE}"/>
    <dgm:cxn modelId="{C23D4B49-6C47-403D-A5CA-753C9023D667}" type="presOf" srcId="{4094C8CD-DEF4-4EDE-AB61-893FFE048747}" destId="{4AEFD34F-B9C2-4E5F-BBC6-0B9DA2D70966}" srcOrd="0" destOrd="0" presId="urn:microsoft.com/office/officeart/2005/8/layout/funnel1"/>
    <dgm:cxn modelId="{DB1C29A2-A6B4-4F53-9621-8596C56D99FC}" type="presOf" srcId="{CEA5E0E7-6346-431C-BA0E-E8AC77812BA2}" destId="{4FE0E7CD-E699-4EC3-B14C-25380BFD7C00}" srcOrd="0" destOrd="0" presId="urn:microsoft.com/office/officeart/2005/8/layout/funnel1"/>
    <dgm:cxn modelId="{C89E93E7-F788-4D10-B0B4-B758F14A288F}" srcId="{CD9D2DD3-5A7E-491D-9668-B331878320B0}" destId="{089A3B78-ACC3-4CB2-8D27-07400511B8BD}" srcOrd="3" destOrd="0" parTransId="{DFDA924B-5D3C-42BE-AE9F-7B6652498118}" sibTransId="{DFA2BD21-EEFC-4D5E-805A-28508187CFFF}"/>
    <dgm:cxn modelId="{530F514B-9F53-4285-85D5-C68A9E9037E2}" type="presParOf" srcId="{1F50DB1C-E4FB-4E70-9B32-7F63FF798375}" destId="{08F461ED-7F5C-4BCC-8AA9-FF0DC29E4E4F}" srcOrd="0" destOrd="0" presId="urn:microsoft.com/office/officeart/2005/8/layout/funnel1"/>
    <dgm:cxn modelId="{66775286-B5EF-46EB-8917-45092F28F29E}" type="presParOf" srcId="{1F50DB1C-E4FB-4E70-9B32-7F63FF798375}" destId="{F795F7B3-4B54-47B0-AE48-07B22EB41BDA}" srcOrd="1" destOrd="0" presId="urn:microsoft.com/office/officeart/2005/8/layout/funnel1"/>
    <dgm:cxn modelId="{F51828CA-7A8F-43AA-B5EE-F899844561CC}" type="presParOf" srcId="{1F50DB1C-E4FB-4E70-9B32-7F63FF798375}" destId="{C520BDB9-961A-45FC-AB6E-7142FCC851F2}" srcOrd="2" destOrd="0" presId="urn:microsoft.com/office/officeart/2005/8/layout/funnel1"/>
    <dgm:cxn modelId="{C2CDC53E-896F-40F3-8B4A-863767788E7F}" type="presParOf" srcId="{1F50DB1C-E4FB-4E70-9B32-7F63FF798375}" destId="{4FE0E7CD-E699-4EC3-B14C-25380BFD7C00}" srcOrd="3" destOrd="0" presId="urn:microsoft.com/office/officeart/2005/8/layout/funnel1"/>
    <dgm:cxn modelId="{815CD918-1574-4220-B1FB-8121C4F8044F}" type="presParOf" srcId="{1F50DB1C-E4FB-4E70-9B32-7F63FF798375}" destId="{51667E71-5BA8-4E38-BFE2-D3A8A0EE00B8}" srcOrd="4" destOrd="0" presId="urn:microsoft.com/office/officeart/2005/8/layout/funnel1"/>
    <dgm:cxn modelId="{FB7BB8D7-5A09-41C3-9B2F-CBC6D10CDB5B}" type="presParOf" srcId="{1F50DB1C-E4FB-4E70-9B32-7F63FF798375}" destId="{4AEFD34F-B9C2-4E5F-BBC6-0B9DA2D70966}" srcOrd="5" destOrd="0" presId="urn:microsoft.com/office/officeart/2005/8/layout/funnel1"/>
    <dgm:cxn modelId="{87699C57-44EF-4F5A-B0AE-31EE33BC570D}" type="presParOf" srcId="{1F50DB1C-E4FB-4E70-9B32-7F63FF798375}" destId="{50E7C9EC-309E-4007-9267-B8FB68023EFE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FC22B-03F1-4AD0-9811-184DDF5812CD}">
      <dsp:nvSpPr>
        <dsp:cNvPr id="0" name=""/>
        <dsp:cNvSpPr/>
      </dsp:nvSpPr>
      <dsp:spPr>
        <a:xfrm>
          <a:off x="891874" y="0"/>
          <a:ext cx="8483116" cy="4769292"/>
        </a:xfrm>
        <a:prstGeom prst="rightArrow">
          <a:avLst/>
        </a:prstGeom>
        <a:gradFill rotWithShape="0">
          <a:gsLst>
            <a:gs pos="0">
              <a:schemeClr val="accent6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tint val="4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815F125-869F-44BB-B108-D00BF717A51C}">
      <dsp:nvSpPr>
        <dsp:cNvPr id="0" name=""/>
        <dsp:cNvSpPr/>
      </dsp:nvSpPr>
      <dsp:spPr>
        <a:xfrm>
          <a:off x="237131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0" kern="1200" dirty="0">
              <a:solidFill>
                <a:schemeClr val="accent1">
                  <a:lumMod val="50000"/>
                </a:schemeClr>
              </a:solidFill>
              <a:effectLst/>
            </a:rPr>
            <a:t>Agenda de entrevista inicial</a:t>
          </a:r>
        </a:p>
      </dsp:txBody>
      <dsp:txXfrm>
        <a:off x="323055" y="1516711"/>
        <a:ext cx="1588320" cy="1735868"/>
      </dsp:txXfrm>
    </dsp:sp>
    <dsp:sp modelId="{5B31E837-BB2F-4832-BEE8-56E78D2FBF24}">
      <dsp:nvSpPr>
        <dsp:cNvPr id="0" name=""/>
        <dsp:cNvSpPr/>
      </dsp:nvSpPr>
      <dsp:spPr>
        <a:xfrm>
          <a:off x="2229009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95423"/>
                <a:satOff val="4252"/>
                <a:lumOff val="594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95423"/>
                <a:satOff val="4252"/>
                <a:lumOff val="594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dirty="0">
              <a:solidFill>
                <a:schemeClr val="accent1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Listagem das atividades do </a:t>
          </a:r>
          <a:r>
            <a:rPr lang="pt-BR" sz="1500" b="0" kern="1200" dirty="0" smtClean="0">
              <a:solidFill>
                <a:schemeClr val="accent1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N1 e N2</a:t>
          </a:r>
          <a:endParaRPr lang="pt-BR" sz="1500" b="0" kern="1200" dirty="0">
            <a:solidFill>
              <a:schemeClr val="accent1">
                <a:lumMod val="50000"/>
              </a:schemeClr>
            </a:solidFill>
            <a:effectLst/>
            <a:latin typeface="Calibri"/>
            <a:ea typeface="+mn-ea"/>
            <a:cs typeface="+mn-cs"/>
          </a:endParaRPr>
        </a:p>
      </dsp:txBody>
      <dsp:txXfrm>
        <a:off x="2314933" y="1516711"/>
        <a:ext cx="1588320" cy="1735868"/>
      </dsp:txXfrm>
    </dsp:sp>
    <dsp:sp modelId="{D481F1BF-612D-4901-B6E3-8AE82A543B3D}">
      <dsp:nvSpPr>
        <dsp:cNvPr id="0" name=""/>
        <dsp:cNvSpPr/>
      </dsp:nvSpPr>
      <dsp:spPr>
        <a:xfrm>
          <a:off x="4282539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190846"/>
                <a:satOff val="8505"/>
                <a:lumOff val="1188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190846"/>
                <a:satOff val="8505"/>
                <a:lumOff val="1188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smtClean="0">
              <a:solidFill>
                <a:schemeClr val="accent3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Validação das atividades do N1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 dirty="0" smtClean="0">
            <a:solidFill>
              <a:schemeClr val="accent3">
                <a:lumMod val="50000"/>
              </a:schemeClr>
            </a:solidFill>
            <a:effectLst/>
            <a:latin typeface="Calibri"/>
            <a:ea typeface="+mn-ea"/>
            <a:cs typeface="+mn-cs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smtClean="0">
              <a:solidFill>
                <a:schemeClr val="accent3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Definição de critérios </a:t>
          </a:r>
          <a:r>
            <a:rPr lang="pt-BR" sz="1400" b="1" kern="1200" dirty="0">
              <a:solidFill>
                <a:schemeClr val="accent3">
                  <a:lumMod val="50000"/>
                </a:schemeClr>
              </a:solidFill>
              <a:effectLst/>
              <a:latin typeface="Calibri"/>
              <a:ea typeface="+mn-ea"/>
              <a:cs typeface="+mn-cs"/>
            </a:rPr>
            <a:t>N1 x N2</a:t>
          </a:r>
        </a:p>
      </dsp:txBody>
      <dsp:txXfrm>
        <a:off x="4368463" y="1516711"/>
        <a:ext cx="1588320" cy="1735868"/>
      </dsp:txXfrm>
    </dsp:sp>
    <dsp:sp modelId="{948B9AC7-87D8-4F05-9F72-A6EEE3AFB3E5}">
      <dsp:nvSpPr>
        <dsp:cNvPr id="0" name=""/>
        <dsp:cNvSpPr/>
      </dsp:nvSpPr>
      <dsp:spPr>
        <a:xfrm>
          <a:off x="6336069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286269"/>
                <a:satOff val="12757"/>
                <a:lumOff val="1783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286269"/>
                <a:satOff val="12757"/>
                <a:lumOff val="1783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6">
                  <a:lumMod val="75000"/>
                </a:schemeClr>
              </a:solidFill>
              <a:effectLst/>
              <a:latin typeface="Calibri"/>
              <a:ea typeface="+mn-ea"/>
              <a:cs typeface="+mn-cs"/>
            </a:rPr>
            <a:t>Elaboração de Procedimentos</a:t>
          </a:r>
        </a:p>
      </dsp:txBody>
      <dsp:txXfrm>
        <a:off x="6421993" y="1516711"/>
        <a:ext cx="1588320" cy="1735868"/>
      </dsp:txXfrm>
    </dsp:sp>
    <dsp:sp modelId="{460245C9-E188-460A-81EE-9D62C7E93D36}">
      <dsp:nvSpPr>
        <dsp:cNvPr id="0" name=""/>
        <dsp:cNvSpPr/>
      </dsp:nvSpPr>
      <dsp:spPr>
        <a:xfrm>
          <a:off x="8182680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381692"/>
                <a:satOff val="17009"/>
                <a:lumOff val="2377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381692"/>
                <a:satOff val="17009"/>
                <a:lumOff val="2377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6">
                  <a:lumMod val="75000"/>
                </a:schemeClr>
              </a:solidFill>
              <a:effectLst/>
              <a:latin typeface="Calibri"/>
              <a:ea typeface="+mn-ea"/>
              <a:cs typeface="+mn-cs"/>
            </a:rPr>
            <a:t>Validação dos procedimentos</a:t>
          </a:r>
          <a:endParaRPr lang="pt-BR" sz="1600" b="0" kern="1200" dirty="0">
            <a:solidFill>
              <a:schemeClr val="accent6">
                <a:lumMod val="75000"/>
              </a:schemeClr>
            </a:solidFill>
            <a:effectLst/>
            <a:latin typeface="Calibri"/>
            <a:ea typeface="+mn-ea"/>
            <a:cs typeface="+mn-cs"/>
          </a:endParaRPr>
        </a:p>
      </dsp:txBody>
      <dsp:txXfrm>
        <a:off x="8268604" y="1516711"/>
        <a:ext cx="1588320" cy="17358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461ED-7F5C-4BCC-8AA9-FF0DC29E4E4F}">
      <dsp:nvSpPr>
        <dsp:cNvPr id="0" name=""/>
        <dsp:cNvSpPr/>
      </dsp:nvSpPr>
      <dsp:spPr>
        <a:xfrm>
          <a:off x="1554104" y="182670"/>
          <a:ext cx="3625307" cy="1259021"/>
        </a:xfrm>
        <a:prstGeom prst="ellipse">
          <a:avLst/>
        </a:prstGeom>
        <a:solidFill>
          <a:schemeClr val="accent6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5F7B3-4B54-47B0-AE48-07B22EB41BDA}">
      <dsp:nvSpPr>
        <dsp:cNvPr id="0" name=""/>
        <dsp:cNvSpPr/>
      </dsp:nvSpPr>
      <dsp:spPr>
        <a:xfrm>
          <a:off x="3021089" y="3265587"/>
          <a:ext cx="702579" cy="449650"/>
        </a:xfrm>
        <a:prstGeom prst="down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0BDB9-961A-45FC-AB6E-7142FCC851F2}">
      <dsp:nvSpPr>
        <dsp:cNvPr id="0" name=""/>
        <dsp:cNvSpPr/>
      </dsp:nvSpPr>
      <dsp:spPr>
        <a:xfrm>
          <a:off x="1686189" y="3625307"/>
          <a:ext cx="3372379" cy="843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b="1" kern="1200" dirty="0" smtClean="0">
              <a:solidFill>
                <a:schemeClr val="tx1"/>
              </a:solidFill>
            </a:rPr>
            <a:t>Total 178                           </a:t>
          </a:r>
          <a:r>
            <a:rPr lang="pt-BR" sz="1800" b="0" kern="1200" dirty="0" smtClean="0">
              <a:solidFill>
                <a:schemeClr val="tx1"/>
              </a:solidFill>
            </a:rPr>
            <a:t>(sendo 33 novos no </a:t>
          </a:r>
          <a:r>
            <a:rPr lang="pt-BR" sz="1800" b="0" kern="1200" dirty="0" err="1" smtClean="0">
              <a:solidFill>
                <a:schemeClr val="tx1"/>
              </a:solidFill>
            </a:rPr>
            <a:t>Jira</a:t>
          </a:r>
          <a:r>
            <a:rPr lang="pt-BR" sz="1800" b="0" kern="1200" dirty="0" smtClean="0">
              <a:solidFill>
                <a:schemeClr val="tx1"/>
              </a:solidFill>
            </a:rPr>
            <a:t>)</a:t>
          </a:r>
          <a:endParaRPr lang="pt-BR" sz="1800" b="0" kern="1200" dirty="0">
            <a:solidFill>
              <a:schemeClr val="tx1"/>
            </a:solidFill>
          </a:endParaRPr>
        </a:p>
      </dsp:txBody>
      <dsp:txXfrm>
        <a:off x="1686189" y="3625307"/>
        <a:ext cx="3372379" cy="843094"/>
      </dsp:txXfrm>
    </dsp:sp>
    <dsp:sp modelId="{4FE0E7CD-E699-4EC3-B14C-25380BFD7C00}">
      <dsp:nvSpPr>
        <dsp:cNvPr id="0" name=""/>
        <dsp:cNvSpPr/>
      </dsp:nvSpPr>
      <dsp:spPr>
        <a:xfrm>
          <a:off x="2872143" y="1538929"/>
          <a:ext cx="1264642" cy="1264642"/>
        </a:xfrm>
        <a:prstGeom prst="ellips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solidFill>
                <a:schemeClr val="tx1"/>
              </a:solidFill>
            </a:rPr>
            <a:t>72 Solicitação</a:t>
          </a:r>
          <a:endParaRPr lang="pt-BR" sz="1200" b="1" kern="1200" dirty="0">
            <a:solidFill>
              <a:schemeClr val="tx1"/>
            </a:solidFill>
          </a:endParaRPr>
        </a:p>
      </dsp:txBody>
      <dsp:txXfrm>
        <a:off x="3057346" y="1724132"/>
        <a:ext cx="894236" cy="894236"/>
      </dsp:txXfrm>
    </dsp:sp>
    <dsp:sp modelId="{51667E71-5BA8-4E38-BFE2-D3A8A0EE00B8}">
      <dsp:nvSpPr>
        <dsp:cNvPr id="0" name=""/>
        <dsp:cNvSpPr/>
      </dsp:nvSpPr>
      <dsp:spPr>
        <a:xfrm>
          <a:off x="1967221" y="590166"/>
          <a:ext cx="1264642" cy="1264642"/>
        </a:xfrm>
        <a:prstGeom prst="ellipse">
          <a:avLst/>
        </a:prstGeom>
        <a:solidFill>
          <a:schemeClr val="accent6">
            <a:shade val="80000"/>
            <a:hueOff val="-190846"/>
            <a:satOff val="8505"/>
            <a:lumOff val="118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solidFill>
                <a:schemeClr val="tx1"/>
              </a:solidFill>
            </a:rPr>
            <a:t>94 Incidente</a:t>
          </a:r>
          <a:endParaRPr lang="pt-BR" sz="1200" b="1" kern="1200" dirty="0">
            <a:solidFill>
              <a:schemeClr val="tx1"/>
            </a:solidFill>
          </a:endParaRPr>
        </a:p>
      </dsp:txBody>
      <dsp:txXfrm>
        <a:off x="2152424" y="775369"/>
        <a:ext cx="894236" cy="894236"/>
      </dsp:txXfrm>
    </dsp:sp>
    <dsp:sp modelId="{4AEFD34F-B9C2-4E5F-BBC6-0B9DA2D70966}">
      <dsp:nvSpPr>
        <dsp:cNvPr id="0" name=""/>
        <dsp:cNvSpPr/>
      </dsp:nvSpPr>
      <dsp:spPr>
        <a:xfrm>
          <a:off x="3259966" y="284404"/>
          <a:ext cx="1264642" cy="1264642"/>
        </a:xfrm>
        <a:prstGeom prst="ellipse">
          <a:avLst/>
        </a:prstGeom>
        <a:solidFill>
          <a:schemeClr val="accent6">
            <a:shade val="80000"/>
            <a:hueOff val="-381692"/>
            <a:satOff val="17009"/>
            <a:lumOff val="237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solidFill>
                <a:schemeClr val="tx1"/>
              </a:solidFill>
            </a:rPr>
            <a:t>12 Monitoração</a:t>
          </a:r>
          <a:endParaRPr lang="pt-BR" sz="1200" b="1" kern="1200" dirty="0">
            <a:solidFill>
              <a:schemeClr val="tx1"/>
            </a:solidFill>
          </a:endParaRPr>
        </a:p>
      </dsp:txBody>
      <dsp:txXfrm>
        <a:off x="3445169" y="469607"/>
        <a:ext cx="894236" cy="894236"/>
      </dsp:txXfrm>
    </dsp:sp>
    <dsp:sp modelId="{50E7C9EC-309E-4007-9267-B8FB68023EFE}">
      <dsp:nvSpPr>
        <dsp:cNvPr id="0" name=""/>
        <dsp:cNvSpPr/>
      </dsp:nvSpPr>
      <dsp:spPr>
        <a:xfrm>
          <a:off x="1405158" y="28103"/>
          <a:ext cx="3934442" cy="314755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8529B-7DC6-4314-955F-6BB0FB5A2803}">
      <dsp:nvSpPr>
        <dsp:cNvPr id="0" name=""/>
        <dsp:cNvSpPr/>
      </dsp:nvSpPr>
      <dsp:spPr>
        <a:xfrm>
          <a:off x="1210357" y="205872"/>
          <a:ext cx="2561968" cy="2561968"/>
        </a:xfrm>
        <a:prstGeom prst="pie">
          <a:avLst>
            <a:gd name="adj1" fmla="val 16200000"/>
            <a:gd name="adj2" fmla="val 180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solidFill>
                <a:schemeClr val="tx1"/>
              </a:solidFill>
            </a:rPr>
            <a:t>Suporte N1:  50</a:t>
          </a:r>
          <a:endParaRPr lang="pt-BR" sz="1200" b="1" kern="1200" dirty="0">
            <a:solidFill>
              <a:schemeClr val="tx1"/>
            </a:solidFill>
          </a:endParaRPr>
        </a:p>
      </dsp:txBody>
      <dsp:txXfrm>
        <a:off x="2603275" y="678616"/>
        <a:ext cx="869239" cy="853989"/>
      </dsp:txXfrm>
    </dsp:sp>
    <dsp:sp modelId="{F02CD396-1D4A-4AF7-9F05-D65684CF3420}">
      <dsp:nvSpPr>
        <dsp:cNvPr id="0" name=""/>
        <dsp:cNvSpPr/>
      </dsp:nvSpPr>
      <dsp:spPr>
        <a:xfrm>
          <a:off x="1078294" y="282121"/>
          <a:ext cx="2561968" cy="2561968"/>
        </a:xfrm>
        <a:prstGeom prst="pie">
          <a:avLst>
            <a:gd name="adj1" fmla="val 1800000"/>
            <a:gd name="adj2" fmla="val 9000000"/>
          </a:avLst>
        </a:prstGeom>
        <a:solidFill>
          <a:schemeClr val="accent6">
            <a:shade val="50000"/>
            <a:hueOff val="-307797"/>
            <a:satOff val="20520"/>
            <a:lumOff val="267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solidFill>
                <a:schemeClr val="tx1"/>
              </a:solidFill>
            </a:rPr>
            <a:t>Suporte N2:       71</a:t>
          </a:r>
          <a:endParaRPr lang="pt-BR" sz="1200" b="1" kern="1200" dirty="0">
            <a:solidFill>
              <a:schemeClr val="tx1"/>
            </a:solidFill>
          </a:endParaRPr>
        </a:p>
      </dsp:txBody>
      <dsp:txXfrm>
        <a:off x="1779785" y="1898601"/>
        <a:ext cx="1158985" cy="792990"/>
      </dsp:txXfrm>
    </dsp:sp>
    <dsp:sp modelId="{9D310DF4-D93B-4EBA-8099-1681AB3C1C67}">
      <dsp:nvSpPr>
        <dsp:cNvPr id="0" name=""/>
        <dsp:cNvSpPr/>
      </dsp:nvSpPr>
      <dsp:spPr>
        <a:xfrm>
          <a:off x="1078294" y="282121"/>
          <a:ext cx="2561968" cy="2561968"/>
        </a:xfrm>
        <a:prstGeom prst="pie">
          <a:avLst>
            <a:gd name="adj1" fmla="val 9000000"/>
            <a:gd name="adj2" fmla="val 16200000"/>
          </a:avLst>
        </a:prstGeom>
        <a:solidFill>
          <a:schemeClr val="accent6">
            <a:shade val="50000"/>
            <a:hueOff val="-307797"/>
            <a:satOff val="20520"/>
            <a:lumOff val="267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solidFill>
                <a:schemeClr val="tx1"/>
              </a:solidFill>
            </a:rPr>
            <a:t>Não identificado: 57</a:t>
          </a:r>
          <a:endParaRPr lang="pt-BR" sz="1200" b="1" kern="1200" dirty="0">
            <a:solidFill>
              <a:schemeClr val="tx1"/>
            </a:solidFill>
          </a:endParaRPr>
        </a:p>
      </dsp:txBody>
      <dsp:txXfrm>
        <a:off x="1352791" y="785365"/>
        <a:ext cx="869239" cy="853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461ED-7F5C-4BCC-8AA9-FF0DC29E4E4F}">
      <dsp:nvSpPr>
        <dsp:cNvPr id="0" name=""/>
        <dsp:cNvSpPr/>
      </dsp:nvSpPr>
      <dsp:spPr>
        <a:xfrm>
          <a:off x="1554104" y="182670"/>
          <a:ext cx="3625307" cy="1259021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5F7B3-4B54-47B0-AE48-07B22EB41BDA}">
      <dsp:nvSpPr>
        <dsp:cNvPr id="0" name=""/>
        <dsp:cNvSpPr/>
      </dsp:nvSpPr>
      <dsp:spPr>
        <a:xfrm>
          <a:off x="3021089" y="3265587"/>
          <a:ext cx="702579" cy="449650"/>
        </a:xfrm>
        <a:prstGeom prst="down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0BDB9-961A-45FC-AB6E-7142FCC851F2}">
      <dsp:nvSpPr>
        <dsp:cNvPr id="0" name=""/>
        <dsp:cNvSpPr/>
      </dsp:nvSpPr>
      <dsp:spPr>
        <a:xfrm>
          <a:off x="1686189" y="3625307"/>
          <a:ext cx="3372379" cy="843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b="1" kern="1200" smtClean="0"/>
            <a:t>Total 50</a:t>
          </a:r>
          <a:endParaRPr lang="pt-BR" sz="1800" b="0" kern="1200" dirty="0"/>
        </a:p>
      </dsp:txBody>
      <dsp:txXfrm>
        <a:off x="1686189" y="3625307"/>
        <a:ext cx="3372379" cy="843094"/>
      </dsp:txXfrm>
    </dsp:sp>
    <dsp:sp modelId="{4FE0E7CD-E699-4EC3-B14C-25380BFD7C00}">
      <dsp:nvSpPr>
        <dsp:cNvPr id="0" name=""/>
        <dsp:cNvSpPr/>
      </dsp:nvSpPr>
      <dsp:spPr>
        <a:xfrm>
          <a:off x="2872143" y="1538929"/>
          <a:ext cx="1264642" cy="1264642"/>
        </a:xfrm>
        <a:prstGeom prst="ellipse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smtClean="0"/>
            <a:t>19 Solicitação</a:t>
          </a:r>
          <a:endParaRPr lang="pt-BR" sz="1200" b="1" kern="1200" dirty="0"/>
        </a:p>
      </dsp:txBody>
      <dsp:txXfrm>
        <a:off x="3057346" y="1724132"/>
        <a:ext cx="894236" cy="894236"/>
      </dsp:txXfrm>
    </dsp:sp>
    <dsp:sp modelId="{51667E71-5BA8-4E38-BFE2-D3A8A0EE00B8}">
      <dsp:nvSpPr>
        <dsp:cNvPr id="0" name=""/>
        <dsp:cNvSpPr/>
      </dsp:nvSpPr>
      <dsp:spPr>
        <a:xfrm>
          <a:off x="1967221" y="590166"/>
          <a:ext cx="1264642" cy="1264642"/>
        </a:xfrm>
        <a:prstGeom prst="ellipse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smtClean="0"/>
            <a:t>19 Incidente</a:t>
          </a:r>
          <a:endParaRPr lang="pt-BR" sz="1200" b="1" kern="1200" dirty="0"/>
        </a:p>
      </dsp:txBody>
      <dsp:txXfrm>
        <a:off x="2152424" y="775369"/>
        <a:ext cx="894236" cy="894236"/>
      </dsp:txXfrm>
    </dsp:sp>
    <dsp:sp modelId="{4AEFD34F-B9C2-4E5F-BBC6-0B9DA2D70966}">
      <dsp:nvSpPr>
        <dsp:cNvPr id="0" name=""/>
        <dsp:cNvSpPr/>
      </dsp:nvSpPr>
      <dsp:spPr>
        <a:xfrm>
          <a:off x="3259966" y="284404"/>
          <a:ext cx="1264642" cy="1264642"/>
        </a:xfrm>
        <a:prstGeom prst="ellipse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smtClean="0"/>
            <a:t>12 Monitoração</a:t>
          </a:r>
          <a:endParaRPr lang="pt-BR" sz="1200" b="1" kern="1200" dirty="0"/>
        </a:p>
      </dsp:txBody>
      <dsp:txXfrm>
        <a:off x="3445169" y="469607"/>
        <a:ext cx="894236" cy="894236"/>
      </dsp:txXfrm>
    </dsp:sp>
    <dsp:sp modelId="{50E7C9EC-309E-4007-9267-B8FB68023EFE}">
      <dsp:nvSpPr>
        <dsp:cNvPr id="0" name=""/>
        <dsp:cNvSpPr/>
      </dsp:nvSpPr>
      <dsp:spPr>
        <a:xfrm>
          <a:off x="1405158" y="28103"/>
          <a:ext cx="3934442" cy="314755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08/07/2016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7/8/2016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79" y="5769975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1695350"/>
            <a:ext cx="5688627" cy="5039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Assessment</a:t>
            </a:r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N1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Procedimentos de Suporte N1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Infraestrutura e Operações de TI</a:t>
            </a: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Julho</a:t>
            </a:r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/2016</a:t>
            </a: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757" y="3975096"/>
            <a:ext cx="1188000" cy="118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25" y="4029096"/>
            <a:ext cx="1080000" cy="1080000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2" name="Retângulo 21"/>
          <p:cNvSpPr/>
          <p:nvPr/>
        </p:nvSpPr>
        <p:spPr>
          <a:xfrm>
            <a:off x="45716" y="1100671"/>
            <a:ext cx="9980138" cy="52228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1517412052"/>
              </p:ext>
            </p:extLst>
          </p:nvPr>
        </p:nvGraphicFramePr>
        <p:xfrm>
          <a:off x="45716" y="1327453"/>
          <a:ext cx="9980137" cy="4769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9" name="Imagem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11" name="TextBox 8"/>
          <p:cNvSpPr txBox="1"/>
          <p:nvPr/>
        </p:nvSpPr>
        <p:spPr>
          <a:xfrm>
            <a:off x="8610674" y="5689505"/>
            <a:ext cx="1428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chemeClr val="accent1">
                    <a:lumMod val="50000"/>
                  </a:schemeClr>
                </a:solidFill>
                <a:cs typeface="Gotham Rounded Book"/>
              </a:rPr>
              <a:t>Finalizado</a:t>
            </a:r>
          </a:p>
          <a:p>
            <a:r>
              <a:rPr lang="pt-BR" sz="1200" b="1" dirty="0" smtClean="0">
                <a:solidFill>
                  <a:schemeClr val="accent3">
                    <a:lumMod val="50000"/>
                  </a:schemeClr>
                </a:solidFill>
                <a:cs typeface="Gotham Rounded Book"/>
              </a:rPr>
              <a:t>Em andamento</a:t>
            </a:r>
          </a:p>
          <a:p>
            <a:r>
              <a:rPr lang="pt-BR" sz="1200" dirty="0" smtClean="0">
                <a:solidFill>
                  <a:schemeClr val="accent6">
                    <a:lumMod val="75000"/>
                  </a:schemeClr>
                </a:solidFill>
                <a:cs typeface="Gotham Rounded Book"/>
              </a:rPr>
              <a:t>Não iniciado</a:t>
            </a:r>
          </a:p>
        </p:txBody>
      </p:sp>
    </p:spTree>
    <p:extLst>
      <p:ext uri="{BB962C8B-B14F-4D97-AF65-F5344CB8AC3E}">
        <p14:creationId xmlns:p14="http://schemas.microsoft.com/office/powerpoint/2010/main" val="6711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 do levantamento </a:t>
            </a: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(visão geral)</a:t>
            </a: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928394785"/>
              </p:ext>
            </p:extLst>
          </p:nvPr>
        </p:nvGraphicFramePr>
        <p:xfrm>
          <a:off x="-1107582" y="1762627"/>
          <a:ext cx="6744759" cy="4496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337307223"/>
              </p:ext>
            </p:extLst>
          </p:nvPr>
        </p:nvGraphicFramePr>
        <p:xfrm>
          <a:off x="4943272" y="1762627"/>
          <a:ext cx="4850621" cy="304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8" name="Igual 7"/>
          <p:cNvSpPr/>
          <p:nvPr/>
        </p:nvSpPr>
        <p:spPr>
          <a:xfrm>
            <a:off x="4621481" y="2909015"/>
            <a:ext cx="875763" cy="1039969"/>
          </a:xfrm>
          <a:prstGeom prst="mathEqual">
            <a:avLst/>
          </a:prstGeom>
          <a:solidFill>
            <a:srgbClr val="EE6829"/>
          </a:solidFill>
          <a:ln>
            <a:solidFill>
              <a:srgbClr val="D04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 do levantamento </a:t>
            </a: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(Suporte N1)</a:t>
            </a: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095101157"/>
              </p:ext>
            </p:extLst>
          </p:nvPr>
        </p:nvGraphicFramePr>
        <p:xfrm>
          <a:off x="-1107582" y="1762627"/>
          <a:ext cx="6744759" cy="4496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Igual 7"/>
          <p:cNvSpPr/>
          <p:nvPr/>
        </p:nvSpPr>
        <p:spPr>
          <a:xfrm>
            <a:off x="4621481" y="2909015"/>
            <a:ext cx="875763" cy="1039969"/>
          </a:xfrm>
          <a:prstGeom prst="mathEqual">
            <a:avLst/>
          </a:prstGeom>
          <a:solidFill>
            <a:srgbClr val="D0462D"/>
          </a:solidFill>
          <a:ln>
            <a:solidFill>
              <a:srgbClr val="D04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656544"/>
              </p:ext>
            </p:extLst>
          </p:nvPr>
        </p:nvGraphicFramePr>
        <p:xfrm>
          <a:off x="5637177" y="2023020"/>
          <a:ext cx="3854552" cy="3139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3638"/>
                <a:gridCol w="963638"/>
                <a:gridCol w="963638"/>
                <a:gridCol w="96363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Alta</a:t>
                      </a:r>
                      <a:endParaRPr lang="pt-B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Média</a:t>
                      </a:r>
                      <a:endParaRPr lang="pt-B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Total</a:t>
                      </a:r>
                      <a:endParaRPr lang="pt-BR" sz="12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 smtClean="0"/>
                        <a:t>Deploy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245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245</a:t>
                      </a:r>
                      <a:endParaRPr lang="pt-BR" sz="12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smtClean="0"/>
                        <a:t>Erro</a:t>
                      </a:r>
                      <a:r>
                        <a:rPr lang="pt-BR" sz="1200" b="0" baseline="0" dirty="0" smtClean="0"/>
                        <a:t> de Siebel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77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77</a:t>
                      </a:r>
                      <a:endParaRPr lang="pt-BR" sz="12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smtClean="0"/>
                        <a:t>Cadastro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25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25</a:t>
                      </a:r>
                      <a:endParaRPr lang="pt-BR" sz="12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smtClean="0"/>
                        <a:t>Solicitação Infra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20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15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35</a:t>
                      </a:r>
                      <a:endParaRPr lang="pt-BR" sz="12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smtClean="0"/>
                        <a:t>Precificação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18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18</a:t>
                      </a:r>
                      <a:endParaRPr lang="pt-BR" sz="12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smtClean="0"/>
                        <a:t>EDI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30</a:t>
                      </a:r>
                      <a:endParaRPr lang="pt-BR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30</a:t>
                      </a:r>
                      <a:endParaRPr lang="pt-BR" sz="12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 smtClean="0"/>
                        <a:t>Total</a:t>
                      </a:r>
                      <a:endParaRPr lang="pt-B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364</a:t>
                      </a:r>
                      <a:endParaRPr lang="pt-B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63</a:t>
                      </a:r>
                      <a:endParaRPr lang="pt-B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430</a:t>
                      </a:r>
                      <a:endParaRPr lang="pt-BR" sz="12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8"/>
          <p:cNvSpPr txBox="1"/>
          <p:nvPr/>
        </p:nvSpPr>
        <p:spPr>
          <a:xfrm>
            <a:off x="5637177" y="1649071"/>
            <a:ext cx="385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>
                <a:cs typeface="Gotham Rounded Book"/>
              </a:rPr>
              <a:t>Qtd</a:t>
            </a:r>
            <a:r>
              <a:rPr lang="pt-BR" dirty="0" smtClean="0">
                <a:cs typeface="Gotham Rounded Book"/>
              </a:rPr>
              <a:t>. de chamados </a:t>
            </a:r>
            <a:r>
              <a:rPr lang="pt-BR" sz="1200" dirty="0" smtClean="0">
                <a:cs typeface="Gotham Rounded Book"/>
              </a:rPr>
              <a:t>(</a:t>
            </a:r>
            <a:r>
              <a:rPr lang="pt-BR" sz="1200" dirty="0" err="1" smtClean="0">
                <a:cs typeface="Gotham Rounded Book"/>
              </a:rPr>
              <a:t>mai</a:t>
            </a:r>
            <a:r>
              <a:rPr lang="pt-BR" sz="1200" dirty="0" smtClean="0">
                <a:cs typeface="Gotham Rounded Book"/>
              </a:rPr>
              <a:t> e </a:t>
            </a:r>
            <a:r>
              <a:rPr lang="pt-BR" sz="1200" dirty="0" err="1">
                <a:cs typeface="Gotham Rounded Book"/>
              </a:rPr>
              <a:t>j</a:t>
            </a:r>
            <a:r>
              <a:rPr lang="pt-BR" sz="1200" dirty="0" err="1" smtClean="0">
                <a:cs typeface="Gotham Rounded Book"/>
              </a:rPr>
              <a:t>un</a:t>
            </a:r>
            <a:r>
              <a:rPr lang="pt-BR" sz="1200" dirty="0" smtClean="0">
                <a:cs typeface="Gotham Rounded Book"/>
              </a:rPr>
              <a:t> / 2016)</a:t>
            </a:r>
            <a:endParaRPr lang="pt-BR" sz="1200" dirty="0"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85356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 do levantamento </a:t>
            </a: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(Suporte N1)</a:t>
            </a: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32246"/>
              </p:ext>
            </p:extLst>
          </p:nvPr>
        </p:nvGraphicFramePr>
        <p:xfrm>
          <a:off x="462693" y="1627930"/>
          <a:ext cx="4405521" cy="454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0599"/>
                <a:gridCol w="310492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Produto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Item</a:t>
                      </a:r>
                      <a:endParaRPr lang="pt-BR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Site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Shopping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não abre para um único Cliente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Site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 venda de produtos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Aplicação (Bus, Portal e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Microserviços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via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Rundeck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ambiente de DEV / HOM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Site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Site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promoção no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gift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nas redes sociais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Incidentes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da aplicação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Incidentes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Aplicação indisponível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Incidentes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Aplicação não está enviando e-mail (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Incidentes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 de Conexão com Aplicações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Incidentes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 de Conexão na VPN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</a:t>
                      </a:r>
                    </a:p>
                  </a:txBody>
                  <a:tcPr marL="72000" marR="0" marT="0" marB="0" anchor="ctr"/>
                </a:tc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35134"/>
              </p:ext>
            </p:extLst>
          </p:nvPr>
        </p:nvGraphicFramePr>
        <p:xfrm>
          <a:off x="5160271" y="1640808"/>
          <a:ext cx="4405521" cy="4414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0599"/>
                <a:gridCol w="3104922"/>
              </a:tblGrid>
              <a:tr h="261052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Produto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Item</a:t>
                      </a:r>
                      <a:endParaRPr lang="pt-BR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Solicitações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uma Conexão na VPN client to site (open VPN)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Site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shopping.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Desativar usuário no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Solicitações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de Certificado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usuário no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Solicitações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agendamento de start-stop de Ambiente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Relatórios / Arquivos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Outras solicitações (Relatórios / Arquivos)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Relatórios / Arquivos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Informações para Auditoria Interna e Externa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Relatórios / Arquivos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Execução pontual do Arquivo de Vendas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Participante cancelou 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efetuar o cancelamento.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E-mail Siebel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Mkt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36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 do levantamento </a:t>
            </a: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(Suporte N1)</a:t>
            </a: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154231"/>
              </p:ext>
            </p:extLst>
          </p:nvPr>
        </p:nvGraphicFramePr>
        <p:xfrm>
          <a:off x="462693" y="1627930"/>
          <a:ext cx="4405521" cy="4414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0599"/>
                <a:gridCol w="310492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Produto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Item</a:t>
                      </a:r>
                      <a:endParaRPr lang="pt-BR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Processar arquivos de crédito retroativo e parceiras aereas.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co-branded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Informações de arquivos EDI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- Outros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- Outros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Solicitações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Log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- Parceiros Críticos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Solicitações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Copiar o conteúdo do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Liferay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- Parceiros Críticos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Transação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enfileradas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via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Rundeck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Site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Falha de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Login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para um único Cliente</a:t>
                      </a:r>
                    </a:p>
                  </a:txBody>
                  <a:tcPr marL="72000" marR="0" marT="0" marB="0" anchor="ctr"/>
                </a:tc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95363"/>
              </p:ext>
            </p:extLst>
          </p:nvPr>
        </p:nvGraphicFramePr>
        <p:xfrm>
          <a:off x="5160271" y="1640808"/>
          <a:ext cx="4405521" cy="4414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0599"/>
                <a:gridCol w="3104922"/>
              </a:tblGrid>
              <a:tr h="261052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Produto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Item</a:t>
                      </a:r>
                      <a:endParaRPr lang="pt-BR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Site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Crédito Retroativo está com erro para um único Cliente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Siebel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Siebel e/ou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Siebel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(MENOS indisponibilidade)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Solicitações de Infra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Sincronizar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Siebel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Nível do Participante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Siebel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no processamento de Transações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de Siebel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Clube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Precificação 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Bounce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Princing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da recorrência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Fraude/Perda Financeira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Reset de Senha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Clearsale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Portal Parceiros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no Portal de Parceiros</a:t>
                      </a:r>
                    </a:p>
                  </a:txBody>
                  <a:tcPr marL="7200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132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 do levantamento </a:t>
            </a: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(Suporte N1)</a:t>
            </a:r>
            <a:endParaRPr lang="pt-B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674712"/>
              </p:ext>
            </p:extLst>
          </p:nvPr>
        </p:nvGraphicFramePr>
        <p:xfrm>
          <a:off x="462693" y="1627930"/>
          <a:ext cx="4405521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0599"/>
                <a:gridCol w="310492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Produto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Item</a:t>
                      </a:r>
                      <a:endParaRPr lang="pt-BR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Portal Parceiros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Dificuldades na utilização do Portal de Parceiros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Manutenção de Parceiro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Parceiro (Não Aéreo)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Manutenção de Parceiro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Manutenção de Produto</a:t>
                      </a:r>
                    </a:p>
                  </a:txBody>
                  <a:tcPr marL="7200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Cadastros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Produto</a:t>
                      </a:r>
                    </a:p>
                  </a:txBody>
                  <a:tcPr marL="7200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106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3231</TotalTime>
  <Words>575</Words>
  <Application>Microsoft Office PowerPoint</Application>
  <PresentationFormat>Personalizar</PresentationFormat>
  <Paragraphs>198</Paragraphs>
  <Slides>7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Luiz Rabello</cp:lastModifiedBy>
  <cp:revision>312</cp:revision>
  <dcterms:created xsi:type="dcterms:W3CDTF">2014-01-24T21:35:00Z</dcterms:created>
  <dcterms:modified xsi:type="dcterms:W3CDTF">2016-07-08T18:52:59Z</dcterms:modified>
</cp:coreProperties>
</file>