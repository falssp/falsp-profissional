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343" r:id="rId2"/>
    <p:sldId id="344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218" y="-2508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14/01/2016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1/14/2016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91328" y="1895928"/>
            <a:ext cx="4769757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Boletim - Central de Serviços de TI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Algumas informações sobre nosso novo modelo de atendimento aos colaboradores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214591" y="3422340"/>
            <a:ext cx="6446493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Um balanço desde o começo (21.Dez)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Agradecemos muito a cooperação de todos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 colaboradores Smiles, que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compreenderam e cooperaram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 a implantação da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Central de Serviços de TI.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 resultados de nossa iniciativa já vem sendo mensurados e ficamos felizes em poder compartilhar com todos vocês alguns números importantes: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1206800" y="9447237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  |  Diretoria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14.Jan</a:t>
            </a:r>
            <a:endParaRPr lang="pt-BR" b="1" dirty="0" smtClean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67" y="1564715"/>
            <a:ext cx="1546930" cy="154693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16594" y="7913915"/>
            <a:ext cx="836671" cy="836671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39109" y="5576776"/>
            <a:ext cx="1554970" cy="1618744"/>
          </a:xfrm>
          <a:prstGeom prst="rect">
            <a:avLst/>
          </a:prstGeom>
        </p:spPr>
      </p:pic>
      <p:sp>
        <p:nvSpPr>
          <p:cNvPr id="24" name="CaixaDeTexto 23"/>
          <p:cNvSpPr txBox="1"/>
          <p:nvPr/>
        </p:nvSpPr>
        <p:spPr>
          <a:xfrm>
            <a:off x="489845" y="5772675"/>
            <a:ext cx="562520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32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515</a:t>
            </a: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chamados </a:t>
            </a:r>
            <a:r>
              <a:rPr lang="pt-BR" sz="1600" b="1" u="sng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Abertos</a:t>
            </a: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até o momento</a:t>
            </a:r>
          </a:p>
          <a:p>
            <a:pPr>
              <a:spcAft>
                <a:spcPts val="1200"/>
              </a:spcAft>
            </a:pPr>
            <a:r>
              <a:rPr lang="pt-BR" sz="32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71% </a:t>
            </a:r>
            <a:r>
              <a:rPr lang="pt-BR" sz="1600" b="1" u="sng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Resolvidos</a:t>
            </a: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até o momento</a:t>
            </a:r>
          </a:p>
          <a:p>
            <a:pPr>
              <a:spcAft>
                <a:spcPts val="1200"/>
              </a:spcAft>
            </a:pPr>
            <a:r>
              <a:rPr lang="pt-BR" sz="32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28</a:t>
            </a: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chamados </a:t>
            </a:r>
            <a:r>
              <a:rPr lang="pt-BR" sz="1600" b="1" u="sng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Priorizados</a:t>
            </a: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usando o </a:t>
            </a:r>
            <a:r>
              <a:rPr lang="pt-BR" sz="1600" b="1" u="sng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Modelo </a:t>
            </a:r>
            <a:r>
              <a:rPr lang="pt-BR" sz="1600" b="1" u="sng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 </a:t>
            </a:r>
            <a:r>
              <a:rPr lang="pt-BR" sz="1600" b="1" u="sng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Escalonamento</a:t>
            </a:r>
            <a:r>
              <a:rPr lang="pt-BR" sz="16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apresentado em nosso último Boletim</a:t>
            </a:r>
            <a:endParaRPr lang="pt-BR" sz="1600" b="1" dirty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spcAft>
                <a:spcPts val="1200"/>
              </a:spcAft>
            </a:pPr>
            <a:r>
              <a:rPr lang="pt-BR" sz="32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3,3</a:t>
            </a: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dias em </a:t>
            </a:r>
            <a:r>
              <a:rPr lang="pt-BR" sz="1600" b="1" u="sng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média para Resolução</a:t>
            </a:r>
            <a:r>
              <a:rPr lang="pt-BR" sz="16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dos chamados</a:t>
            </a:r>
          </a:p>
          <a:p>
            <a:pPr>
              <a:spcAft>
                <a:spcPts val="1200"/>
              </a:spcAft>
            </a:pPr>
            <a:r>
              <a:rPr lang="pt-BR" sz="1600" b="1" u="sng" dirty="0" err="1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SLAs</a:t>
            </a:r>
            <a:r>
              <a:rPr lang="pt-BR" sz="1600" b="1" u="sng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implantados</a:t>
            </a:r>
            <a:r>
              <a:rPr lang="pt-BR" sz="16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 sendo diariamente acompanhados</a:t>
            </a:r>
          </a:p>
        </p:txBody>
      </p:sp>
    </p:spTree>
    <p:extLst>
      <p:ext uri="{BB962C8B-B14F-4D97-AF65-F5344CB8AC3E}">
        <p14:creationId xmlns:p14="http://schemas.microsoft.com/office/powerpoint/2010/main" val="138001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91328" y="1895928"/>
            <a:ext cx="4769757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Boletim - Central de Serviços de TI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Algumas informações sobre nosso novo modelo de atendimento aos colaboradores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214592" y="3422340"/>
            <a:ext cx="4741636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Você responde o </a:t>
            </a:r>
          </a:p>
          <a:p>
            <a:pPr>
              <a:spcAft>
                <a:spcPts val="1200"/>
              </a:spcAft>
            </a:pPr>
            <a:r>
              <a:rPr lang="pt-BR" sz="20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Feedback dos seus Chamados?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nosso último Boletim, comentamos sobre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acompanhamento dos resultados da Central de Serviços de TI. 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Neste sentido,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temos percebido que a adesão ao Feedback dos Chamados tem sido muito baixa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Isso precisa mudar rápido!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Responder o Feedback dos Chamados é importante pois nos permitirá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Acompanhar a </a:t>
            </a:r>
            <a:r>
              <a:rPr lang="pt-BR" sz="1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qualidade</a:t>
            </a: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dos atendimentos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Entender, em números, a </a:t>
            </a:r>
            <a:r>
              <a:rPr lang="pt-BR" sz="1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efetiva satisfação </a:t>
            </a: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dos colaboradores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Proporcionar as </a:t>
            </a:r>
            <a:r>
              <a:rPr lang="pt-BR" sz="1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correções e ajustes </a:t>
            </a: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necessários 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Reconhecer o time </a:t>
            </a: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mediante a elevação da satisfação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Efetivamente </a:t>
            </a:r>
            <a:r>
              <a:rPr lang="pt-BR" sz="1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conduzir o PDCA </a:t>
            </a: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(Ciclo de Melhoria Contínua) de toda a Central de Serviços de TI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1206800" y="9447237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  |  Diretoria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15.Jan</a:t>
            </a:r>
            <a:endParaRPr lang="pt-BR" b="1" dirty="0" smtClean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67" y="1564715"/>
            <a:ext cx="1546930" cy="154693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85095" y="5477834"/>
            <a:ext cx="900000" cy="90000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35095" y="6730209"/>
            <a:ext cx="720000" cy="7200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857553">
            <a:off x="5132403" y="3191899"/>
            <a:ext cx="1467072" cy="1401169"/>
          </a:xfrm>
          <a:prstGeom prst="rect">
            <a:avLst/>
          </a:prstGeom>
        </p:spPr>
      </p:pic>
      <p:pic>
        <p:nvPicPr>
          <p:cNvPr id="1026" name="Picture 2" descr="http://positioning.com.br/blog/wp-content/uploads/2015/10/pdca-vendas-lean-selling-001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191" y="7913717"/>
            <a:ext cx="1761217" cy="142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109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3344</TotalTime>
  <Words>253</Words>
  <Application>Microsoft Office PowerPoint</Application>
  <PresentationFormat>Papel A4 (210 x 297 mm)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272</cp:revision>
  <dcterms:created xsi:type="dcterms:W3CDTF">2014-01-24T21:35:00Z</dcterms:created>
  <dcterms:modified xsi:type="dcterms:W3CDTF">2016-01-14T16:51:22Z</dcterms:modified>
</cp:coreProperties>
</file>