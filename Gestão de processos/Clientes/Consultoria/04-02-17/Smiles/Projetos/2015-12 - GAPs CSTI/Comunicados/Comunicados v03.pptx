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39" r:id="rId2"/>
    <p:sldId id="340" r:id="rId3"/>
    <p:sldId id="341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298" y="9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95928"/>
            <a:ext cx="476975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Vem aí a Central de Serviços de TI!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a Diretoria de TI 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fará o lançamento de seu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6918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236314" y="3722908"/>
            <a:ext cx="306000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satisfação dos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Permitir controle de todas as ocorrências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conformidade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eficiência na gestão através de indicadores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definidos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478218" y="3722908"/>
            <a:ext cx="31619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estamos fazendo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do Catálogo de Serviços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Novos fluxos de Atendimento</a:t>
            </a:r>
            <a:endParaRPr lang="en-US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abertura de chamados no JIRA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Definições de Prioridades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atendimento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Materiais de Consulta e orientação aos 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0314" y="3675720"/>
            <a:ext cx="396000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6111290" y="361825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236313" y="6775295"/>
            <a:ext cx="64038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fácil e mais intuitiva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nos atendimentos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Rastreabilidade de todas as ocorrências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36313" y="7955506"/>
            <a:ext cx="640383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próxima semana ocorrerão as sessões de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às convocações, datas e horários e compareça! Sua presença é fundamental. 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48" y="6639756"/>
            <a:ext cx="504000" cy="504000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7415141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11.Dez</a:t>
            </a: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55721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95928"/>
            <a:ext cx="535486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</a:t>
            </a:r>
          </a:p>
          <a:p>
            <a:pPr>
              <a:spcAft>
                <a:spcPts val="1800"/>
              </a:spcAft>
            </a:pP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Convite para o Workshop</a:t>
            </a:r>
          </a:p>
          <a:p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Conforme comunicado enviado em 10 de dezembro, a Diretoria de TI te convida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um workshop interno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onde será apresentado o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 modelo de atendimento da TI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aos colaboradores e demonstrado o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 formato de abertura de chamados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6918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403232" y="4754174"/>
            <a:ext cx="6050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Sua presença é muito importante! Compareça.</a:t>
            </a:r>
          </a:p>
          <a:p>
            <a:pPr algn="ctr">
              <a:spcAft>
                <a:spcPts val="12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86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95542" y="3740748"/>
            <a:ext cx="64038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 de Atendimento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será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sempre pelo JIRA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poderá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analisar 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 do chamado on-line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incluir comentários e até novos anexos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realizar 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Avaliação de Satisfação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resolução do chamado com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apenas dois cliques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Abaixo, demostramos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nossos </a:t>
            </a:r>
            <a:r>
              <a:rPr lang="pt-BR" sz="16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endParaRPr lang="pt-BR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55192" y="8760988"/>
            <a:ext cx="640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Aguarde. Começa dia 21, está perto!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16.Dez</a:t>
            </a:r>
          </a:p>
        </p:txBody>
      </p:sp>
      <p:grpSp>
        <p:nvGrpSpPr>
          <p:cNvPr id="4" name="Agrupar 3"/>
          <p:cNvGrpSpPr>
            <a:grpSpLocks noChangeAspect="1"/>
          </p:cNvGrpSpPr>
          <p:nvPr/>
        </p:nvGrpSpPr>
        <p:grpSpPr>
          <a:xfrm>
            <a:off x="5211457" y="3307469"/>
            <a:ext cx="1260000" cy="1260000"/>
            <a:chOff x="-4743968" y="795076"/>
            <a:chExt cx="6858000" cy="6858000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3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grpSp>
        <p:nvGrpSpPr>
          <p:cNvPr id="11" name="Agrupar 10"/>
          <p:cNvGrpSpPr>
            <a:grpSpLocks noChangeAspect="1"/>
          </p:cNvGrpSpPr>
          <p:nvPr/>
        </p:nvGrpSpPr>
        <p:grpSpPr>
          <a:xfrm>
            <a:off x="547029" y="6374132"/>
            <a:ext cx="6012000" cy="2065080"/>
            <a:chOff x="145909" y="1950781"/>
            <a:chExt cx="6564831" cy="2254977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909" y="1950781"/>
              <a:ext cx="6564831" cy="2254977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5030" y="2036607"/>
              <a:ext cx="614349" cy="614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87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3226</TotalTime>
  <Words>292</Words>
  <Application>Microsoft Office PowerPoint</Application>
  <PresentationFormat>Papel A4 (210 x 297 mm)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251</cp:revision>
  <dcterms:created xsi:type="dcterms:W3CDTF">2014-01-24T21:35:00Z</dcterms:created>
  <dcterms:modified xsi:type="dcterms:W3CDTF">2015-12-09T20:10:52Z</dcterms:modified>
</cp:coreProperties>
</file>