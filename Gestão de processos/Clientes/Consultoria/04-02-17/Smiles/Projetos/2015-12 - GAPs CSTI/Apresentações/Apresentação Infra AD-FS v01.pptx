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38" r:id="rId3"/>
    <p:sldId id="343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F57124"/>
    <a:srgbClr val="F68E1E"/>
    <a:srgbClr val="99CCFF"/>
    <a:srgbClr val="FF9900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04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AA9C27-7F7C-4B09-BCED-BF508BC90DA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0EB7-16FD-418E-AF0C-2BF1C0C7FE32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1C05C0-DF08-41CA-87BF-EA4C8DAA6B3B}" type="par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4C37AC-FEB2-4A69-B30F-99BE4C61569B}" type="sib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182E98-898D-46FE-816D-BAEE8C389F03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66E21-1CCC-4ACA-9F28-65F796FDC9EB}" type="par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2B7821-13C7-4559-9FC4-B71D04FE4013}" type="sib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AA1562-FBB2-4F22-A7F1-12EEC4D46CAF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C72381-9208-428F-8D45-050078A6BE3F}" type="parTrans" cxnId="{7337976D-2DA7-4FB8-B3B7-CB568F0B2519}">
      <dgm:prSet/>
      <dgm:spPr/>
      <dgm:t>
        <a:bodyPr/>
        <a:lstStyle/>
        <a:p>
          <a:endParaRPr lang="pt-BR"/>
        </a:p>
      </dgm:t>
    </dgm:pt>
    <dgm:pt modelId="{1BF83B42-39CB-4501-9929-D85B6BB041CB}" type="sibTrans" cxnId="{7337976D-2DA7-4FB8-B3B7-CB568F0B2519}">
      <dgm:prSet/>
      <dgm:spPr/>
      <dgm:t>
        <a:bodyPr/>
        <a:lstStyle/>
        <a:p>
          <a:endParaRPr lang="pt-BR"/>
        </a:p>
      </dgm:t>
    </dgm:pt>
    <dgm:pt modelId="{2A0395B1-B655-4757-A3C0-B8C08FC4990D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C155B6-B4FD-456A-B0DF-E6647B60927F}" type="parTrans" cxnId="{3B265C5F-9DC5-41E9-903C-A51F1065FE11}">
      <dgm:prSet/>
      <dgm:spPr/>
      <dgm:t>
        <a:bodyPr/>
        <a:lstStyle/>
        <a:p>
          <a:endParaRPr lang="pt-BR"/>
        </a:p>
      </dgm:t>
    </dgm:pt>
    <dgm:pt modelId="{F0B076E1-1008-49B0-BF8E-8A43814847CB}" type="sibTrans" cxnId="{3B265C5F-9DC5-41E9-903C-A51F1065FE11}">
      <dgm:prSet/>
      <dgm:spPr/>
      <dgm:t>
        <a:bodyPr/>
        <a:lstStyle/>
        <a:p>
          <a:endParaRPr lang="pt-BR"/>
        </a:p>
      </dgm:t>
    </dgm:pt>
    <dgm:pt modelId="{7F8660DB-29E9-4E14-8292-C7B003A6D543}">
      <dgm:prSet phldrT="[Texto]" custT="1"/>
      <dgm:spPr/>
      <dgm:t>
        <a:bodyPr/>
        <a:lstStyle/>
        <a:p>
          <a:r>
            <a:rPr lang="pt-BR" sz="1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B27822-F772-4AFD-9841-0796B80A4EC7}" type="parTrans" cxnId="{088E97F0-3D2D-4BAB-8C71-BB8127643B13}">
      <dgm:prSet/>
      <dgm:spPr/>
      <dgm:t>
        <a:bodyPr/>
        <a:lstStyle/>
        <a:p>
          <a:endParaRPr lang="pt-BR"/>
        </a:p>
      </dgm:t>
    </dgm:pt>
    <dgm:pt modelId="{4D87AE34-8E83-40B6-A4EF-66A098F81F59}" type="sibTrans" cxnId="{088E97F0-3D2D-4BAB-8C71-BB8127643B13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8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6BC35E2D-33B7-4219-BEA0-A7ACF2E7F32C}" type="pres">
      <dgm:prSet presAssocID="{0BAA1562-FBB2-4F22-A7F1-12EEC4D46CAF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6446C04-19E2-4140-847B-366C734683D3}" type="pres">
      <dgm:prSet presAssocID="{1BF83B42-39CB-4501-9929-D85B6BB041CB}" presName="parTxOnlySpace" presStyleCnt="0"/>
      <dgm:spPr/>
    </dgm:pt>
    <dgm:pt modelId="{82AE87FC-A1AF-446F-9900-780BC50F9100}" type="pres">
      <dgm:prSet presAssocID="{2A0395B1-B655-4757-A3C0-B8C08FC4990D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BD3625A-EAA9-4359-9E03-FFBB27182428}" type="pres">
      <dgm:prSet presAssocID="{F0B076E1-1008-49B0-BF8E-8A43814847CB}" presName="parTxOnlySpace" presStyleCnt="0"/>
      <dgm:spPr/>
    </dgm:pt>
    <dgm:pt modelId="{18EE230E-934F-4FAF-92D0-B484B2DC3237}" type="pres">
      <dgm:prSet presAssocID="{7F8660DB-29E9-4E14-8292-C7B003A6D54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C6801C-53A9-4C86-B923-D0F973787642}" type="pres">
      <dgm:prSet presAssocID="{4D87AE34-8E83-40B6-A4EF-66A098F81F59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4" presStyleCnt="8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5" presStyleCnt="8" custLinFactNeighborX="236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C99C8F2-65DF-4C12-857E-4F33C6E8489F}" type="pres">
      <dgm:prSet presAssocID="{FF9A7E47-6DB7-4299-8C3E-F8DCB12443C4}" presName="parTxOnlySpace" presStyleCnt="0"/>
      <dgm:spPr/>
    </dgm:pt>
    <dgm:pt modelId="{0ED638A2-2731-4F05-8F97-E0DD76FAC114}" type="pres">
      <dgm:prSet presAssocID="{03B80EB7-16FD-418E-AF0C-2BF1C0C7FE32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AE5EF3-D127-4590-BDDB-0BFF6AC94396}" type="pres">
      <dgm:prSet presAssocID="{584C37AC-FEB2-4A69-B30F-99BE4C61569B}" presName="parTxOnlySpace" presStyleCnt="0"/>
      <dgm:spPr/>
    </dgm:pt>
    <dgm:pt modelId="{EFD92505-8603-47C2-A19C-2CA82EDD2289}" type="pres">
      <dgm:prSet presAssocID="{27182E98-898D-46FE-816D-BAEE8C389F03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67B0C075-38C1-4AD6-B5D3-C4BF45539D1C}" type="presOf" srcId="{7F8660DB-29E9-4E14-8292-C7B003A6D543}" destId="{18EE230E-934F-4FAF-92D0-B484B2DC3237}" srcOrd="0" destOrd="0" presId="urn:microsoft.com/office/officeart/2005/8/layout/chevron1"/>
    <dgm:cxn modelId="{10DEC0B9-456D-41E9-A213-AC8669B523F3}" type="presOf" srcId="{27182E98-898D-46FE-816D-BAEE8C389F03}" destId="{EFD92505-8603-47C2-A19C-2CA82EDD2289}" srcOrd="0" destOrd="0" presId="urn:microsoft.com/office/officeart/2005/8/layout/chevron1"/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123B57AF-E6E3-4765-83F6-5EEBF3787DEB}" type="presOf" srcId="{2A0395B1-B655-4757-A3C0-B8C08FC4990D}" destId="{82AE87FC-A1AF-446F-9900-780BC50F9100}" srcOrd="0" destOrd="0" presId="urn:microsoft.com/office/officeart/2005/8/layout/chevron1"/>
    <dgm:cxn modelId="{7337976D-2DA7-4FB8-B3B7-CB568F0B2519}" srcId="{BBBD8EEE-5EAC-4ACB-A5CB-4EC11AF34169}" destId="{0BAA1562-FBB2-4F22-A7F1-12EEC4D46CAF}" srcOrd="1" destOrd="0" parTransId="{54C72381-9208-428F-8D45-050078A6BE3F}" sibTransId="{1BF83B42-39CB-4501-9929-D85B6BB041CB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088E97F0-3D2D-4BAB-8C71-BB8127643B13}" srcId="{BBBD8EEE-5EAC-4ACB-A5CB-4EC11AF34169}" destId="{7F8660DB-29E9-4E14-8292-C7B003A6D543}" srcOrd="3" destOrd="0" parTransId="{92B27822-F772-4AFD-9841-0796B80A4EC7}" sibTransId="{4D87AE34-8E83-40B6-A4EF-66A098F81F59}"/>
    <dgm:cxn modelId="{5F6EF1D6-2FDB-43B5-8252-9473A351CD62}" srcId="{BBBD8EEE-5EAC-4ACB-A5CB-4EC11AF34169}" destId="{A515B516-91D9-41CB-A66B-834065F259B9}" srcOrd="4" destOrd="0" parTransId="{ADFE67F8-D8A1-4A32-9A16-59A09CBF1EA2}" sibTransId="{D69DF602-E0FB-48B6-97F6-1EE3CC37A411}"/>
    <dgm:cxn modelId="{91FC46E3-CAF4-4F32-A898-C25B53CA7D96}" type="presOf" srcId="{03B80EB7-16FD-418E-AF0C-2BF1C0C7FE32}" destId="{0ED638A2-2731-4F05-8F97-E0DD76FAC114}" srcOrd="0" destOrd="0" presId="urn:microsoft.com/office/officeart/2005/8/layout/chevron1"/>
    <dgm:cxn modelId="{3B265C5F-9DC5-41E9-903C-A51F1065FE11}" srcId="{BBBD8EEE-5EAC-4ACB-A5CB-4EC11AF34169}" destId="{2A0395B1-B655-4757-A3C0-B8C08FC4990D}" srcOrd="2" destOrd="0" parTransId="{6AC155B6-B4FD-456A-B0DF-E6647B60927F}" sibTransId="{F0B076E1-1008-49B0-BF8E-8A43814847CB}"/>
    <dgm:cxn modelId="{14BAF40C-8D04-4D1E-B7D9-9A5E976CE7FF}" srcId="{BBBD8EEE-5EAC-4ACB-A5CB-4EC11AF34169}" destId="{27182E98-898D-46FE-816D-BAEE8C389F03}" srcOrd="7" destOrd="0" parTransId="{D4866E21-1CCC-4ACA-9F28-65F796FDC9EB}" sibTransId="{382B7821-13C7-4559-9FC4-B71D04FE4013}"/>
    <dgm:cxn modelId="{96808FBD-6D1A-4E6E-AD51-4409DBCC115C}" srcId="{BBBD8EEE-5EAC-4ACB-A5CB-4EC11AF34169}" destId="{03B80EB7-16FD-418E-AF0C-2BF1C0C7FE32}" srcOrd="6" destOrd="0" parTransId="{931C05C0-DF08-41CA-87BF-EA4C8DAA6B3B}" sibTransId="{584C37AC-FEB2-4A69-B30F-99BE4C61569B}"/>
    <dgm:cxn modelId="{001D692D-028F-44FD-9898-3146D4F49845}" srcId="{BBBD8EEE-5EAC-4ACB-A5CB-4EC11AF34169}" destId="{57AA9C27-7F7C-4B09-BCED-BF508BC90DA5}" srcOrd="5" destOrd="0" parTransId="{236DD897-94E3-49E1-A1C2-9C7342CFE3CB}" sibTransId="{FF9A7E47-6DB7-4299-8C3E-F8DCB12443C4}"/>
    <dgm:cxn modelId="{90B31F40-E668-4B8E-AD80-C7C769D99C9C}" type="presOf" srcId="{0BAA1562-FBB2-4F22-A7F1-12EEC4D46CAF}" destId="{6BC35E2D-33B7-4219-BEA0-A7ACF2E7F32C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6A7CFB8D-1B60-4B37-AD74-BEDD3C6839F0}" type="presParOf" srcId="{F6290B4D-2087-4FCD-891E-E9D7206508DB}" destId="{6BC35E2D-33B7-4219-BEA0-A7ACF2E7F32C}" srcOrd="2" destOrd="0" presId="urn:microsoft.com/office/officeart/2005/8/layout/chevron1"/>
    <dgm:cxn modelId="{DF54FB15-B261-469A-9F20-DA3D4C6DA9FD}" type="presParOf" srcId="{F6290B4D-2087-4FCD-891E-E9D7206508DB}" destId="{46446C04-19E2-4140-847B-366C734683D3}" srcOrd="3" destOrd="0" presId="urn:microsoft.com/office/officeart/2005/8/layout/chevron1"/>
    <dgm:cxn modelId="{0B6E3D36-59CE-4643-A5DB-9C433962CC08}" type="presParOf" srcId="{F6290B4D-2087-4FCD-891E-E9D7206508DB}" destId="{82AE87FC-A1AF-446F-9900-780BC50F9100}" srcOrd="4" destOrd="0" presId="urn:microsoft.com/office/officeart/2005/8/layout/chevron1"/>
    <dgm:cxn modelId="{FAD847CE-D7DE-4103-9320-351C7D462248}" type="presParOf" srcId="{F6290B4D-2087-4FCD-891E-E9D7206508DB}" destId="{EBD3625A-EAA9-4359-9E03-FFBB27182428}" srcOrd="5" destOrd="0" presId="urn:microsoft.com/office/officeart/2005/8/layout/chevron1"/>
    <dgm:cxn modelId="{7DB40E36-CCD8-439B-A762-3DBD93AA6D64}" type="presParOf" srcId="{F6290B4D-2087-4FCD-891E-E9D7206508DB}" destId="{18EE230E-934F-4FAF-92D0-B484B2DC3237}" srcOrd="6" destOrd="0" presId="urn:microsoft.com/office/officeart/2005/8/layout/chevron1"/>
    <dgm:cxn modelId="{3D8281A2-BEE8-43D4-AE10-B40C4B5D3D0B}" type="presParOf" srcId="{F6290B4D-2087-4FCD-891E-E9D7206508DB}" destId="{CDC6801C-53A9-4C86-B923-D0F973787642}" srcOrd="7" destOrd="0" presId="urn:microsoft.com/office/officeart/2005/8/layout/chevron1"/>
    <dgm:cxn modelId="{E08A8142-75FF-4F46-8D8A-9718CE4F28D7}" type="presParOf" srcId="{F6290B4D-2087-4FCD-891E-E9D7206508DB}" destId="{C5376FE0-79CA-4533-AF28-F8315D09F747}" srcOrd="8" destOrd="0" presId="urn:microsoft.com/office/officeart/2005/8/layout/chevron1"/>
    <dgm:cxn modelId="{8310A572-2292-4991-8E7D-A2A09E78270B}" type="presParOf" srcId="{F6290B4D-2087-4FCD-891E-E9D7206508DB}" destId="{0CEBBDC0-98C9-4B2A-9CED-5552CB570245}" srcOrd="9" destOrd="0" presId="urn:microsoft.com/office/officeart/2005/8/layout/chevron1"/>
    <dgm:cxn modelId="{71CAEFAB-6C51-4453-9234-6D3331B10F58}" type="presParOf" srcId="{F6290B4D-2087-4FCD-891E-E9D7206508DB}" destId="{C4706F8D-485C-4F91-8A83-AAA10BBD4814}" srcOrd="10" destOrd="0" presId="urn:microsoft.com/office/officeart/2005/8/layout/chevron1"/>
    <dgm:cxn modelId="{EA6389DA-235D-4465-919D-BE8933D52EB5}" type="presParOf" srcId="{F6290B4D-2087-4FCD-891E-E9D7206508DB}" destId="{EC99C8F2-65DF-4C12-857E-4F33C6E8489F}" srcOrd="11" destOrd="0" presId="urn:microsoft.com/office/officeart/2005/8/layout/chevron1"/>
    <dgm:cxn modelId="{4F26CEC4-1018-4374-82B7-2CB32DC8FFA0}" type="presParOf" srcId="{F6290B4D-2087-4FCD-891E-E9D7206508DB}" destId="{0ED638A2-2731-4F05-8F97-E0DD76FAC114}" srcOrd="12" destOrd="0" presId="urn:microsoft.com/office/officeart/2005/8/layout/chevron1"/>
    <dgm:cxn modelId="{662BA831-297A-432D-9403-BCC6EC89597A}" type="presParOf" srcId="{F6290B4D-2087-4FCD-891E-E9D7206508DB}" destId="{C9AE5EF3-D127-4590-BDDB-0BFF6AC94396}" srcOrd="13" destOrd="0" presId="urn:microsoft.com/office/officeart/2005/8/layout/chevron1"/>
    <dgm:cxn modelId="{04808758-DDA7-4F99-8269-8E351080B0FD}" type="presParOf" srcId="{F6290B4D-2087-4FCD-891E-E9D7206508DB}" destId="{EFD92505-8603-47C2-A19C-2CA82EDD2289}" srcOrd="14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0525" y="0"/>
        <a:ext cx="957749" cy="401050"/>
      </dsp:txXfrm>
    </dsp:sp>
    <dsp:sp modelId="{6BC35E2D-33B7-4219-BEA0-A7ACF2E7F32C}">
      <dsp:nvSpPr>
        <dsp:cNvPr id="0" name=""/>
        <dsp:cNvSpPr/>
      </dsp:nvSpPr>
      <dsp:spPr>
        <a:xfrm>
          <a:off x="1223766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424291" y="0"/>
        <a:ext cx="957749" cy="401050"/>
      </dsp:txXfrm>
    </dsp:sp>
    <dsp:sp modelId="{82AE87FC-A1AF-446F-9900-780BC50F9100}">
      <dsp:nvSpPr>
        <dsp:cNvPr id="0" name=""/>
        <dsp:cNvSpPr/>
      </dsp:nvSpPr>
      <dsp:spPr>
        <a:xfrm>
          <a:off x="2446686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47211" y="0"/>
        <a:ext cx="957749" cy="401050"/>
      </dsp:txXfrm>
    </dsp:sp>
    <dsp:sp modelId="{18EE230E-934F-4FAF-92D0-B484B2DC3237}">
      <dsp:nvSpPr>
        <dsp:cNvPr id="0" name=""/>
        <dsp:cNvSpPr/>
      </dsp:nvSpPr>
      <dsp:spPr>
        <a:xfrm>
          <a:off x="3669605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70130" y="0"/>
        <a:ext cx="957749" cy="401050"/>
      </dsp:txXfrm>
    </dsp:sp>
    <dsp:sp modelId="{C5376FE0-79CA-4533-AF28-F8315D09F747}">
      <dsp:nvSpPr>
        <dsp:cNvPr id="0" name=""/>
        <dsp:cNvSpPr/>
      </dsp:nvSpPr>
      <dsp:spPr>
        <a:xfrm>
          <a:off x="4896168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096693" y="0"/>
        <a:ext cx="957749" cy="401050"/>
      </dsp:txXfrm>
    </dsp:sp>
    <dsp:sp modelId="{C4706F8D-485C-4F91-8A83-AAA10BBD4814}">
      <dsp:nvSpPr>
        <dsp:cNvPr id="0" name=""/>
        <dsp:cNvSpPr/>
      </dsp:nvSpPr>
      <dsp:spPr>
        <a:xfrm>
          <a:off x="6147640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348165" y="0"/>
        <a:ext cx="957749" cy="401050"/>
      </dsp:txXfrm>
    </dsp:sp>
    <dsp:sp modelId="{0ED638A2-2731-4F05-8F97-E0DD76FAC114}">
      <dsp:nvSpPr>
        <dsp:cNvPr id="0" name=""/>
        <dsp:cNvSpPr/>
      </dsp:nvSpPr>
      <dsp:spPr>
        <a:xfrm>
          <a:off x="7338362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38887" y="0"/>
        <a:ext cx="957749" cy="401050"/>
      </dsp:txXfrm>
    </dsp:sp>
    <dsp:sp modelId="{EFD92505-8603-47C2-A19C-2CA82EDD2289}">
      <dsp:nvSpPr>
        <dsp:cNvPr id="0" name=""/>
        <dsp:cNvSpPr/>
      </dsp:nvSpPr>
      <dsp:spPr>
        <a:xfrm>
          <a:off x="8561282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761807" y="0"/>
        <a:ext cx="957749" cy="401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11/12/2015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1.xml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012751"/>
            <a:ext cx="5688627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estrutura de AD e FS</a:t>
            </a:r>
            <a:endParaRPr lang="pt-BR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DEZEMBRO/15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75" y="3892065"/>
            <a:ext cx="1188000" cy="118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43" y="3892065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11" y="394606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estrutura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AD e File Server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186489" y="1115362"/>
            <a:ext cx="2340001" cy="5218462"/>
            <a:chOff x="186489" y="880228"/>
            <a:chExt cx="2340001" cy="5218462"/>
          </a:xfrm>
        </p:grpSpPr>
        <p:sp>
          <p:nvSpPr>
            <p:cNvPr id="43" name="Retângulo 42"/>
            <p:cNvSpPr/>
            <p:nvPr/>
          </p:nvSpPr>
          <p:spPr>
            <a:xfrm>
              <a:off x="186490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Gestão de Acessos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Operação dos ambientes AD e FS GOL (Incidentes, Problemas, Mudanças)</a:t>
              </a:r>
            </a:p>
          </p:txBody>
        </p:sp>
        <p:sp>
          <p:nvSpPr>
            <p:cNvPr id="45" name="Retângulo de cantos arredondados 13"/>
            <p:cNvSpPr/>
            <p:nvPr/>
          </p:nvSpPr>
          <p:spPr>
            <a:xfrm>
              <a:off x="18648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Cenário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Anterior</a:t>
              </a:r>
              <a:endPara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625978" y="1115362"/>
            <a:ext cx="2340000" cy="5218462"/>
            <a:chOff x="2991739" y="880228"/>
            <a:chExt cx="2340000" cy="5218462"/>
          </a:xfrm>
        </p:grpSpPr>
        <p:sp>
          <p:nvSpPr>
            <p:cNvPr id="47" name="Retângulo 46"/>
            <p:cNvSpPr/>
            <p:nvPr/>
          </p:nvSpPr>
          <p:spPr>
            <a:xfrm>
              <a:off x="299173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lento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Pouca agilidade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 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Prazos estendidos e retrabalho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Infraestrutura não adequada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às necessidades da </a:t>
              </a:r>
              <a:r>
                <a:rPr lang="pt-BR" sz="130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Falta de padronização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na estrutura do File Server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Inexistência de controle de quotas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2" name="Retângulo de cantos arredondados 16"/>
            <p:cNvSpPr/>
            <p:nvPr/>
          </p:nvSpPr>
          <p:spPr>
            <a:xfrm>
              <a:off x="299173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Principais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Dificuldades</a:t>
              </a:r>
              <a:endPara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Agrupar 3"/>
          <p:cNvGrpSpPr/>
          <p:nvPr/>
        </p:nvGrpSpPr>
        <p:grpSpPr>
          <a:xfrm>
            <a:off x="5065466" y="1115362"/>
            <a:ext cx="2340000" cy="5218462"/>
            <a:chOff x="5718609" y="880228"/>
            <a:chExt cx="2340000" cy="5218462"/>
          </a:xfrm>
        </p:grpSpPr>
        <p:sp>
          <p:nvSpPr>
            <p:cNvPr id="49" name="Retângulo 48"/>
            <p:cNvSpPr/>
            <p:nvPr/>
          </p:nvSpPr>
          <p:spPr>
            <a:xfrm>
              <a:off x="571860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específico para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específico para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Estabelecimento de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relação de “confiança” entre os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ADs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GOL e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3" name="Retângulo de cantos arredondados 17"/>
            <p:cNvSpPr/>
            <p:nvPr/>
          </p:nvSpPr>
          <p:spPr>
            <a:xfrm>
              <a:off x="571860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Solução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Definida </a:t>
              </a:r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7504954" y="1115362"/>
            <a:ext cx="2340001" cy="5218462"/>
            <a:chOff x="8445479" y="880228"/>
            <a:chExt cx="2340001" cy="5218462"/>
          </a:xfrm>
        </p:grpSpPr>
        <p:sp>
          <p:nvSpPr>
            <p:cNvPr id="56" name="Retângulo 55"/>
            <p:cNvSpPr/>
            <p:nvPr/>
          </p:nvSpPr>
          <p:spPr>
            <a:xfrm>
              <a:off x="844547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mais rápido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agilidade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Integração com AD GOL (permite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permissionamento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ida-e-volta entre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e GOL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Ambiente escalável e redundante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(infraestrutura nova: local e AWS)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eficiência na Gestão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(gestão interna permite maior 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rastreabilidade e visibilidade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Padronização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Diretórios e Pastas na rede com uso de quotas 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Independência da estrutura de TI da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7" name="Retângulo de cantos arredondados 17"/>
            <p:cNvSpPr/>
            <p:nvPr/>
          </p:nvSpPr>
          <p:spPr>
            <a:xfrm>
              <a:off x="8445480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Benefícios</a:t>
              </a:r>
            </a:p>
          </p:txBody>
        </p:sp>
      </p:grp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61" y="122336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4" y="1154889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23764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72" y="1228296"/>
            <a:ext cx="684000" cy="684000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reto 36"/>
          <p:cNvCxnSpPr/>
          <p:nvPr/>
        </p:nvCxnSpPr>
        <p:spPr>
          <a:xfrm>
            <a:off x="135258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ector reto 37"/>
          <p:cNvCxnSpPr/>
          <p:nvPr/>
        </p:nvCxnSpPr>
        <p:spPr>
          <a:xfrm>
            <a:off x="259082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>
            <a:off x="382905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506729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>
            <a:off x="630552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754376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878199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>
            <a:off x="10020235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estrutura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AD e File Server</a:t>
            </a:r>
          </a:p>
        </p:txBody>
      </p:sp>
      <p:graphicFrame>
        <p:nvGraphicFramePr>
          <p:cNvPr id="15" name="Diagrama 14"/>
          <p:cNvGraphicFramePr/>
          <p:nvPr>
            <p:extLst/>
          </p:nvPr>
        </p:nvGraphicFramePr>
        <p:xfrm>
          <a:off x="104924" y="1297072"/>
          <a:ext cx="992092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Pentágono 17"/>
          <p:cNvSpPr/>
          <p:nvPr/>
        </p:nvSpPr>
        <p:spPr>
          <a:xfrm>
            <a:off x="117988" y="1828351"/>
            <a:ext cx="1224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Desenho da Solução e Validação com a GOL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433265" y="3497266"/>
            <a:ext cx="119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Onde </a:t>
            </a:r>
          </a:p>
          <a:p>
            <a:r>
              <a:rPr lang="pt-BR" b="1" dirty="0" smtClean="0">
                <a:solidFill>
                  <a:srgbClr val="C00000"/>
                </a:solidFill>
              </a:rPr>
              <a:t>estamos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0" name="Texto Explicativo 1 (Borda e Ênfase) 29"/>
          <p:cNvSpPr/>
          <p:nvPr/>
        </p:nvSpPr>
        <p:spPr>
          <a:xfrm>
            <a:off x="8054734" y="4143597"/>
            <a:ext cx="1816216" cy="1442215"/>
          </a:xfrm>
          <a:prstGeom prst="accentBorderCallout1">
            <a:avLst>
              <a:gd name="adj1" fmla="val 18545"/>
              <a:gd name="adj2" fmla="val -4278"/>
              <a:gd name="adj3" fmla="val 120332"/>
              <a:gd name="adj4" fmla="val -3175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pt-BR" sz="1050" b="1" dirty="0" smtClean="0"/>
          </a:p>
          <a:p>
            <a:r>
              <a:rPr lang="pt-BR" sz="1050" b="1" dirty="0" smtClean="0"/>
              <a:t>Virada equipe por equipe</a:t>
            </a:r>
          </a:p>
          <a:p>
            <a:r>
              <a:rPr lang="pt-BR" sz="1050" b="1" dirty="0" smtClean="0"/>
              <a:t>Padrão de Diretórios</a:t>
            </a:r>
          </a:p>
          <a:p>
            <a:endParaRPr lang="pt-BR" sz="1050" b="1" dirty="0" smtClean="0"/>
          </a:p>
          <a:p>
            <a:r>
              <a:rPr lang="pt-BR" sz="1050" b="1" dirty="0" smtClean="0"/>
              <a:t>Atenção! </a:t>
            </a:r>
          </a:p>
          <a:p>
            <a:r>
              <a:rPr lang="pt-BR" sz="1050" b="1" dirty="0" smtClean="0"/>
              <a:t>Office 365 </a:t>
            </a:r>
          </a:p>
          <a:p>
            <a:r>
              <a:rPr lang="pt-BR" sz="1050" b="1" dirty="0" smtClean="0"/>
              <a:t>com OneDrive?</a:t>
            </a:r>
            <a:endParaRPr lang="pt-BR" sz="1050" b="1" dirty="0"/>
          </a:p>
        </p:txBody>
      </p:sp>
      <p:sp>
        <p:nvSpPr>
          <p:cNvPr id="33" name="Pentágono 32"/>
          <p:cNvSpPr/>
          <p:nvPr/>
        </p:nvSpPr>
        <p:spPr>
          <a:xfrm>
            <a:off x="1399245" y="2804140"/>
            <a:ext cx="1692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Preparação da infraestrutura local e AWS 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Pentágono 33"/>
          <p:cNvSpPr/>
          <p:nvPr/>
        </p:nvSpPr>
        <p:spPr>
          <a:xfrm>
            <a:off x="3068783" y="3779929"/>
            <a:ext cx="1980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POC da Solução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Pentágono 34"/>
          <p:cNvSpPr/>
          <p:nvPr/>
        </p:nvSpPr>
        <p:spPr>
          <a:xfrm>
            <a:off x="5117766" y="4755718"/>
            <a:ext cx="2012339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Piloto em TI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Pentágono 35"/>
          <p:cNvSpPr/>
          <p:nvPr/>
        </p:nvSpPr>
        <p:spPr>
          <a:xfrm>
            <a:off x="6923606" y="5731507"/>
            <a:ext cx="3089186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Rollout</a:t>
            </a: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toda a empresa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42" y="4100012"/>
            <a:ext cx="684000" cy="684000"/>
          </a:xfrm>
          <a:prstGeom prst="rect">
            <a:avLst/>
          </a:prstGeom>
        </p:spPr>
      </p:pic>
      <p:pic>
        <p:nvPicPr>
          <p:cNvPr id="1026" name="Picture 2" descr="http://www.schudio.com/wp-content/uploads/2015/01/one-drive.png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703" y="5851075"/>
            <a:ext cx="834153" cy="636523"/>
          </a:xfrm>
          <a:prstGeom prst="rect">
            <a:avLst/>
          </a:prstGeom>
          <a:noFill/>
          <a:effectLst>
            <a:glow rad="101600">
              <a:schemeClr val="bg1">
                <a:lumMod val="9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850" y="4681715"/>
            <a:ext cx="801800" cy="8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isósceles 7"/>
          <p:cNvSpPr/>
          <p:nvPr/>
        </p:nvSpPr>
        <p:spPr>
          <a:xfrm>
            <a:off x="1552557" y="2035369"/>
            <a:ext cx="7012023" cy="1593669"/>
          </a:xfrm>
          <a:prstGeom prst="triangle">
            <a:avLst/>
          </a:prstGeom>
          <a:ln>
            <a:solidFill>
              <a:srgbClr val="D0462D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Office 365</a:t>
            </a:r>
          </a:p>
        </p:txBody>
      </p:sp>
      <p:sp>
        <p:nvSpPr>
          <p:cNvPr id="4" name="Seta para a Esquerda 3">
            <a:hlinkClick r:id="rId3" action="ppaction://hlinksldjump"/>
          </p:cNvPr>
          <p:cNvSpPr/>
          <p:nvPr/>
        </p:nvSpPr>
        <p:spPr>
          <a:xfrm>
            <a:off x="181107" y="6133844"/>
            <a:ext cx="988130" cy="548637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C00000"/>
                </a:solidFill>
              </a:rPr>
              <a:t>Voltar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690851" y="3211235"/>
            <a:ext cx="8735436" cy="26194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solidFill>
              <a:srgbClr val="D0462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Benefícios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Investimento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Prazo de Implantação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50" name="Picture 2" descr="http://www.skypeassets.com/content/dam/scom/images/text-and-image/mobile/office-logo_v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248" y="970541"/>
            <a:ext cx="3258641" cy="181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http://www.schudio.com/wp-content/uploads/2015/01/one-drive.png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960" y="1558164"/>
            <a:ext cx="1003571" cy="765802"/>
          </a:xfrm>
          <a:prstGeom prst="rect">
            <a:avLst/>
          </a:prstGeom>
          <a:noFill/>
          <a:effectLst>
            <a:glow rad="101600">
              <a:schemeClr val="bg1">
                <a:lumMod val="9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97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2550</TotalTime>
  <Words>262</Words>
  <Application>Microsoft Office PowerPoint</Application>
  <PresentationFormat>Personalizar</PresentationFormat>
  <Paragraphs>82</Paragraphs>
  <Slides>4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226</cp:revision>
  <dcterms:created xsi:type="dcterms:W3CDTF">2014-01-24T21:35:00Z</dcterms:created>
  <dcterms:modified xsi:type="dcterms:W3CDTF">2015-12-11T21:08:53Z</dcterms:modified>
</cp:coreProperties>
</file>