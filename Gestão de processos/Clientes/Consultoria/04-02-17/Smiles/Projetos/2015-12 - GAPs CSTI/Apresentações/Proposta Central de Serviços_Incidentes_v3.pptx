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8" r:id="rId3"/>
    <p:sldId id="339" r:id="rId4"/>
    <p:sldId id="337" r:id="rId5"/>
    <p:sldId id="340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68E1E"/>
    <a:srgbClr val="99CCFF"/>
    <a:srgbClr val="FF9900"/>
    <a:srgbClr val="000000"/>
    <a:srgbClr val="FF6600"/>
    <a:srgbClr val="EE6829"/>
    <a:srgbClr val="E28734"/>
    <a:srgbClr val="F4BC71"/>
    <a:srgbClr val="D04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56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42EF27-C77B-497C-9BF8-3001BEB83BA4}" type="doc">
      <dgm:prSet loTypeId="urn:microsoft.com/office/officeart/2005/8/layout/hList6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063475F4-3DD1-4F6C-8F0A-344B39C960BC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EDF50D-D85A-42A8-95B1-A11BD0EF4F5A}" type="par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6947EB-935C-47CD-9BE2-46E000C7323B}" type="sibTrans" cxnId="{0773A515-B52B-4FAD-ADDD-6085B8710C15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476F37D-0632-4D26-BF4D-079B749201C0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de Auditoria.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816DA3-CAF3-4997-94B0-6D652CC0DA56}" type="par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5303C9-6E2D-4C1A-9B70-33AE8F1C2B9E}" type="sibTrans" cxnId="{B0A6424B-E08B-4A54-81DD-2718E62E16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3AA97F6-D39B-4CA2-84DA-FB6F2D623792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AF780D-6D87-4729-A332-0DBEB84B83FD}" type="par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3439CE3-C297-4A5A-9B3C-F2EB5A6ED509}" type="sibTrans" cxnId="{927D1726-2752-4420-A541-776BE8E5885B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B35C26-060A-45D5-9989-387EB9BAC2AA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Divisão de Temas Principais (Negócio, Central, Gestão de Acessos, TI para TI, Escritório).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E2CA08-53F9-41D0-BA62-FA6125524DE6}" type="par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405ED7-EF80-4F66-83BB-9CC9850AA9AC}" type="sibTrans" cxnId="{311840AD-38B3-4139-92DC-4342F65D589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20F6F1-518F-47CD-B7B2-08BA40B5DD6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“alvo” (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100007-8D84-4CC7-8E86-164987AB2B2C}" type="parTrans" cxnId="{A2F44685-280E-462C-A3C9-13BB78D64AF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B5488EF-5D27-4567-8CC2-540FBE4460FD}" type="sibTrans" cxnId="{A2F44685-280E-462C-A3C9-13BB78D64AF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766D45-82C9-4F30-AB6D-56A28DA9BC4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de comunicações para os usuários (</a:t>
          </a:r>
          <a:r>
            <a:rPr lang="pt-BR" sz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awareness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19D4E94-E7B4-4341-AB7C-725CD02D7946}" type="parTrans" cxnId="{EFD8F29A-2CF6-4598-BF11-ACBA8BD08F34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971183-82BD-4D2D-AEF4-515369B7F255}" type="sibTrans" cxnId="{EFD8F29A-2CF6-4598-BF11-ACBA8BD08F34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D5F3A6C-1621-4F1A-826E-251F41FD4E7E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Área de Operações TI.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7077FA1-2052-48BF-BC88-9DC5E65D3A12}" type="parTrans" cxnId="{8B05A6FA-E92D-4D26-B86A-E8CE7007E7E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E2730C-D6C4-4239-BB96-0D44173A5CE5}" type="sibTrans" cxnId="{8B05A6FA-E92D-4D26-B86A-E8CE7007E7E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077D212-DDB6-4E82-AD36-378A3CA8005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Ferramenta JIRA.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C682DB7-A659-4DA1-AF4F-EE833FFF27B5}" type="parTrans" cxnId="{8952DEEA-33FD-44F4-B2EE-88D63CCB1F30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852CBB-54C5-44A9-991B-689D50169A9C}" type="sibTrans" cxnId="{8952DEEA-33FD-44F4-B2EE-88D63CCB1F30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86B869-54CF-412D-BF08-44E58B2AEAB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Abordagem focada na “verbalização” do chamado (abertura intuitiva, não robotizada).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C090B8-2CF8-4923-B2A0-F9BEF7176EEE}" type="parTrans" cxnId="{A1447EDE-8E9E-4D1F-8713-2BA991F795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9FE5823-48E1-412F-A238-291A11103E4E}" type="sibTrans" cxnId="{A1447EDE-8E9E-4D1F-8713-2BA991F795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76AF235-ACC5-4B61-A784-08FEA58C1754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Usuário não sabe o que é Incidente ou Solicitação! Isso é importante para TI.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950C80-FCA1-4385-B835-68061EAC10FA}" type="parTrans" cxnId="{0CA248E3-D030-4633-848F-49DCBD55CD5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53683DF-E806-42E4-8846-C08AF9C81619}" type="sibTrans" cxnId="{0CA248E3-D030-4633-848F-49DCBD55CD5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58F75-4EEE-4F24-A88C-685F5BA16FE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análise nas bases atuais (busca por verbos).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D3D9A3-18D3-4092-892B-FAD301F94010}" type="parTrans" cxnId="{BB352A6A-2073-4A15-867E-4FB27135CD0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5D63ABA-D749-45BB-9FB9-5A7B77287BB2}" type="sibTrans" cxnId="{BB352A6A-2073-4A15-867E-4FB27135CD0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A7AE80-7F58-4D8A-993D-045536FE158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Entrevistas.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B04EB9-523C-4E74-8626-78820CE8FD61}" type="parTrans" cxnId="{4ECE955A-1B6D-4471-988D-408A01ABD70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2B2BCC-0F2E-4EF7-AB30-750B059B3262}" type="sibTrans" cxnId="{4ECE955A-1B6D-4471-988D-408A01ABD70E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C69CC7C-7BAE-4D75-9A0B-53877EB62C9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Prototipação </a:t>
          </a: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  paralelo na      ferramenta.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379981A-DBB9-4D73-8B4F-3E7609B841DD}" type="parTrans" cxnId="{67CB12BF-32E6-460B-AB97-0C8048F240BD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D4EA5E-D23B-4159-B944-0D12C2F2C8A6}" type="sibTrans" cxnId="{67CB12BF-32E6-460B-AB97-0C8048F240BD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E17A4B-3505-4102-B1C0-9FB705ABAAEC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e Treinamento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46D57B-C620-47F9-878C-FAEDEDA9C0F8}" type="par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95F52C-655D-41FE-81BD-B3EBB141649A}" type="sibTrans" cxnId="{0834F5DF-3C3C-4EDF-8184-5DBBB5FE6568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2D16D0-A785-4CB3-ADA9-FB57E2D578F9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C66A749-34BA-4A2A-8B55-531F9938769F}" type="sib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02EAE8-CCD6-4F18-A280-E7A577EC7D0B}" type="parTrans" cxnId="{701F0C49-EE2E-465E-99CE-21DB0D46CC4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43DF09-5C6F-48D9-B281-AABBB85B4288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Matriz de Criticidade (engenharia reversa com foco no que é crítico, crise).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0EEC8FA-D2A4-419C-A148-B9260B6A4215}" type="par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018B4B-9872-4E99-BB97-C556B04727D8}" type="sibTrans" cxnId="{E057DE39-BE83-44D2-8A20-51ED3BDF3A92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838F16-1567-4E66-B559-90FA3222C39C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Validação do Catálogo com Usuários-Chave.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FF6FA5-1F3D-4E9A-A2A4-C357AFA82062}" type="parTrans" cxnId="{C696099F-62CA-4DE6-A07D-1759CD565BD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DBD8B8-F92D-4581-986D-CBCCD5B8D77C}" type="sibTrans" cxnId="{C696099F-62CA-4DE6-A07D-1759CD565BD9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E2A645C-514D-4B49-8605-8D0A4169090F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Fluxos de Escalada e Comunicação.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048EDB-7A28-4FDD-ABCD-942163892B63}" type="parTrans" cxnId="{283D0FF1-BFFA-4AE9-965B-C06009A96CB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FED26F-057B-4AAA-93A6-4D798E964ABE}" type="sibTrans" cxnId="{283D0FF1-BFFA-4AE9-965B-C06009A96CBC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312E360-1F57-4335-A961-8E094CA1C9EB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dos Materiais de Treinamento (apresentações e/ou vídeo).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0A62AA-DD4B-467D-9B11-D16054809501}" type="parTrans" cxnId="{63574184-5822-4443-B9A7-D2CDC3FCA3C1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C25239-A885-4A1B-8A91-9452B6B27007}" type="sibTrans" cxnId="{63574184-5822-4443-B9A7-D2CDC3FCA3C1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16FD07-9D5E-49B2-A0B7-5401D6B01B29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 time de Operações de TI (foco na tratativa dos chamados e ITIL básico).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B2D1FBF-A519-46D0-B9E7-C6DFD8B2EFB9}" type="par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22E99D-ED9B-4432-B28B-812A52BCA1E2}" type="sibTrans" cxnId="{5E695237-2DC7-4111-B482-C1230DD82C5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392101-A10C-4AD3-B889-B825E447F8C5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os Usuários (foco na “venda” da Central de Serviços de TI e principalmente dos benefícios).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E3D3240-8717-4974-ADAD-F1D45333475D}" type="parTrans" cxnId="{44270820-EEBA-4392-A926-3F5B7C56A2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0851E9F-C8CF-4D25-B6DC-CF28A3EC7512}" type="sibTrans" cxnId="{44270820-EEBA-4392-A926-3F5B7C56A207}">
      <dgm:prSet/>
      <dgm:spPr/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BB81CB-BA9F-4B1A-9D16-0BAD4AA075C6}">
      <dgm:prSet phldrT="[Texto]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9E6DE91-F630-488B-8CA4-C040D89A9E7F}" type="par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1CFBEBF-5312-45D5-A806-99CD7A90536F}" type="sibTrans" cxnId="{988A62AF-B695-46CD-9E7E-F46EB4E12440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FDA79A7-6A30-49D4-8991-AE700891E6E3}">
      <dgm:prSet phldrT="[Texto]" custT="1"/>
      <dgm:spPr>
        <a:solidFill>
          <a:srgbClr val="F57124"/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spcBef>
              <a:spcPts val="0"/>
            </a:spcBef>
            <a:spcAft>
              <a:spcPts val="600"/>
            </a:spcAft>
          </a:pPr>
          <a:r>
            <a:rPr lang="pt-BR" sz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pelo Projeto.</a:t>
          </a:r>
          <a:endParaRPr lang="pt-BR" sz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ECFE73A-BA4A-4D0F-A61A-BE48365428F8}" type="par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3D56F3-0312-4690-877F-116DB5A94D6A}" type="sibTrans" cxnId="{DA102032-9A35-4840-9F28-97F20B0250F7}">
      <dgm:prSet/>
      <dgm:spPr/>
      <dgm:t>
        <a:bodyPr/>
        <a:lstStyle/>
        <a:p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EF9042F-D2F3-4850-8C4D-C056B12B7D91}" type="pres">
      <dgm:prSet presAssocID="{9042EF27-C77B-497C-9BF8-3001BEB83B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E36540E1-E58B-47D9-86D7-BB7D41CC4682}" type="pres">
      <dgm:prSet presAssocID="{063475F4-3DD1-4F6C-8F0A-344B39C960BC}" presName="node" presStyleLbl="node1" presStyleIdx="0" presStyleCnt="5" custLinFactNeighborX="-135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0FCEEA9-3B75-4676-B014-EBFC40E1DD0B}" type="pres">
      <dgm:prSet presAssocID="{3E6947EB-935C-47CD-9BE2-46E000C7323B}" presName="sibTrans" presStyleCnt="0"/>
      <dgm:spPr/>
    </dgm:pt>
    <dgm:pt modelId="{3432B43A-FC60-4915-AF65-6AA157296DDE}" type="pres">
      <dgm:prSet presAssocID="{13AA97F6-D39B-4CA2-84DA-FB6F2D623792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EFA9F3D-F5CD-4C37-BD3F-5B6FD710ACDD}" type="pres">
      <dgm:prSet presAssocID="{E3439CE3-C297-4A5A-9B3C-F2EB5A6ED509}" presName="sibTrans" presStyleCnt="0"/>
      <dgm:spPr/>
    </dgm:pt>
    <dgm:pt modelId="{ABEB93D4-46A3-40BC-AA62-153D6F034CC4}" type="pres">
      <dgm:prSet presAssocID="{202D16D0-A785-4CB3-ADA9-FB57E2D578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170CCAE-597D-47BE-A040-EC55067E4720}" type="pres">
      <dgm:prSet presAssocID="{EC66A749-34BA-4A2A-8B55-531F9938769F}" presName="sibTrans" presStyleCnt="0"/>
      <dgm:spPr/>
    </dgm:pt>
    <dgm:pt modelId="{E8C6BC7B-B0A8-45C5-AD4B-E8C6AFEA6221}" type="pres">
      <dgm:prSet presAssocID="{88BB81CB-BA9F-4B1A-9D16-0BAD4AA075C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4A88890-9D90-4AB6-9B2B-41437CCA31CD}" type="pres">
      <dgm:prSet presAssocID="{41CFBEBF-5312-45D5-A806-99CD7A90536F}" presName="sibTrans" presStyleCnt="0"/>
      <dgm:spPr/>
    </dgm:pt>
    <dgm:pt modelId="{6D7182F9-F2CD-474D-B180-80AD6D17B7A3}" type="pres">
      <dgm:prSet presAssocID="{0CE17A4B-3505-4102-B1C0-9FB705ABAAEC}" presName="node" presStyleLbl="node1" presStyleIdx="4" presStyleCnt="5" custLinFactNeighborX="1359" custLinFactNeighborY="0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073C034-635E-4947-8D2B-4CD7F72C7FF4}" type="presOf" srcId="{9042EF27-C77B-497C-9BF8-3001BEB83BA4}" destId="{EEF9042F-D2F3-4850-8C4D-C056B12B7D91}" srcOrd="0" destOrd="0" presId="urn:microsoft.com/office/officeart/2005/8/layout/hList6"/>
    <dgm:cxn modelId="{927D1726-2752-4420-A541-776BE8E5885B}" srcId="{9042EF27-C77B-497C-9BF8-3001BEB83BA4}" destId="{13AA97F6-D39B-4CA2-84DA-FB6F2D623792}" srcOrd="1" destOrd="0" parTransId="{8FAF780D-6D87-4729-A332-0DBEB84B83FD}" sibTransId="{E3439CE3-C297-4A5A-9B3C-F2EB5A6ED509}"/>
    <dgm:cxn modelId="{55209B60-DD14-470C-B4B1-E2ABE5BC6717}" type="presOf" srcId="{876AF235-ACC5-4B61-A784-08FEA58C1754}" destId="{3432B43A-FC60-4915-AF65-6AA157296DDE}" srcOrd="0" destOrd="3" presId="urn:microsoft.com/office/officeart/2005/8/layout/hList6"/>
    <dgm:cxn modelId="{701F0C49-EE2E-465E-99CE-21DB0D46CC47}" srcId="{9042EF27-C77B-497C-9BF8-3001BEB83BA4}" destId="{202D16D0-A785-4CB3-ADA9-FB57E2D578F9}" srcOrd="2" destOrd="0" parTransId="{3502EAE8-CCD6-4F18-A280-E7A577EC7D0B}" sibTransId="{EC66A749-34BA-4A2A-8B55-531F9938769F}"/>
    <dgm:cxn modelId="{EFD8F29A-2CF6-4598-BF11-ACBA8BD08F34}" srcId="{0CE17A4B-3505-4102-B1C0-9FB705ABAAEC}" destId="{CF766D45-82C9-4F30-AB6D-56A28DA9BC4C}" srcOrd="0" destOrd="0" parTransId="{C19D4E94-E7B4-4341-AB7C-725CD02D7946}" sibTransId="{77971183-82BD-4D2D-AEF4-515369B7F255}"/>
    <dgm:cxn modelId="{B8F85E62-2893-4EE6-BE0E-BA35D2A5F66E}" type="presOf" srcId="{8616FD07-9D5E-49B2-A0B7-5401D6B01B29}" destId="{6D7182F9-F2CD-474D-B180-80AD6D17B7A3}" srcOrd="0" destOrd="3" presId="urn:microsoft.com/office/officeart/2005/8/layout/hList6"/>
    <dgm:cxn modelId="{6CC20F72-2BCA-493B-AE95-CE788CD061AA}" type="presOf" srcId="{4E2A645C-514D-4B49-8605-8D0A4169090F}" destId="{ABEB93D4-46A3-40BC-AA62-153D6F034CC4}" srcOrd="0" destOrd="3" presId="urn:microsoft.com/office/officeart/2005/8/layout/hList6"/>
    <dgm:cxn modelId="{8952DEEA-33FD-44F4-B2EE-88D63CCB1F30}" srcId="{063475F4-3DD1-4F6C-8F0A-344B39C960BC}" destId="{1077D212-DDB6-4E82-AD36-378A3CA80058}" srcOrd="2" destOrd="0" parTransId="{6C682DB7-A659-4DA1-AF4F-EE833FFF27B5}" sibTransId="{5F852CBB-54C5-44A9-991B-689D50169A9C}"/>
    <dgm:cxn modelId="{E82A0D04-BDA9-4B2B-90FB-971B5C894283}" type="presOf" srcId="{3312E360-1F57-4335-A961-8E094CA1C9EB}" destId="{6D7182F9-F2CD-474D-B180-80AD6D17B7A3}" srcOrd="0" destOrd="2" presId="urn:microsoft.com/office/officeart/2005/8/layout/hList6"/>
    <dgm:cxn modelId="{13F740F9-D5FC-493C-998F-F2AE2E4FBD20}" type="presOf" srcId="{063475F4-3DD1-4F6C-8F0A-344B39C960BC}" destId="{E36540E1-E58B-47D9-86D7-BB7D41CC4682}" srcOrd="0" destOrd="0" presId="urn:microsoft.com/office/officeart/2005/8/layout/hList6"/>
    <dgm:cxn modelId="{311840AD-38B3-4139-92DC-4342F65D589E}" srcId="{13AA97F6-D39B-4CA2-84DA-FB6F2D623792}" destId="{72B35C26-060A-45D5-9989-387EB9BAC2AA}" srcOrd="0" destOrd="0" parTransId="{E8E2CA08-53F9-41D0-BA62-FA6125524DE6}" sibTransId="{A2405ED7-EF80-4F66-83BB-9CC9850AA9AC}"/>
    <dgm:cxn modelId="{0834F5DF-3C3C-4EDF-8184-5DBBB5FE6568}" srcId="{9042EF27-C77B-497C-9BF8-3001BEB83BA4}" destId="{0CE17A4B-3505-4102-B1C0-9FB705ABAAEC}" srcOrd="4" destOrd="0" parTransId="{2A46D57B-C620-47F9-878C-FAEDEDA9C0F8}" sibTransId="{0595F52C-655D-41FE-81BD-B3EBB141649A}"/>
    <dgm:cxn modelId="{17DECCFC-C261-424F-A1A8-C19F1F304F23}" type="presOf" srcId="{9D5F3A6C-1621-4F1A-826E-251F41FD4E7E}" destId="{E36540E1-E58B-47D9-86D7-BB7D41CC4682}" srcOrd="0" destOrd="2" presId="urn:microsoft.com/office/officeart/2005/8/layout/hList6"/>
    <dgm:cxn modelId="{67CB12BF-32E6-460B-AB97-0C8048F240BD}" srcId="{13AA97F6-D39B-4CA2-84DA-FB6F2D623792}" destId="{6C69CC7C-7BAE-4D75-9A0B-53877EB62C99}" srcOrd="5" destOrd="0" parTransId="{F379981A-DBB9-4D73-8B4F-3E7609B841DD}" sibTransId="{CBD4EA5E-D23B-4159-B944-0D12C2F2C8A6}"/>
    <dgm:cxn modelId="{AFD400AE-2D9D-4A21-86D7-9FD9E3CF86EA}" type="presOf" srcId="{72B35C26-060A-45D5-9989-387EB9BAC2AA}" destId="{3432B43A-FC60-4915-AF65-6AA157296DDE}" srcOrd="0" destOrd="1" presId="urn:microsoft.com/office/officeart/2005/8/layout/hList6"/>
    <dgm:cxn modelId="{D529C826-19CD-4735-9BEC-5802D9DD470B}" type="presOf" srcId="{202D16D0-A785-4CB3-ADA9-FB57E2D578F9}" destId="{ABEB93D4-46A3-40BC-AA62-153D6F034CC4}" srcOrd="0" destOrd="0" presId="urn:microsoft.com/office/officeart/2005/8/layout/hList6"/>
    <dgm:cxn modelId="{0CA248E3-D030-4633-848F-49DCBD55CD5C}" srcId="{13AA97F6-D39B-4CA2-84DA-FB6F2D623792}" destId="{876AF235-ACC5-4B61-A784-08FEA58C1754}" srcOrd="2" destOrd="0" parTransId="{AB950C80-FCA1-4385-B835-68061EAC10FA}" sibTransId="{253683DF-E806-42E4-8846-C08AF9C81619}"/>
    <dgm:cxn modelId="{10BE6058-A218-4104-8847-15B0297682C2}" type="presOf" srcId="{6C69CC7C-7BAE-4D75-9A0B-53877EB62C99}" destId="{3432B43A-FC60-4915-AF65-6AA157296DDE}" srcOrd="0" destOrd="6" presId="urn:microsoft.com/office/officeart/2005/8/layout/hList6"/>
    <dgm:cxn modelId="{44270820-EEBA-4392-A926-3F5B7C56A207}" srcId="{0CE17A4B-3505-4102-B1C0-9FB705ABAAEC}" destId="{58392101-A10C-4AD3-B889-B825E447F8C5}" srcOrd="3" destOrd="0" parTransId="{9E3D3240-8717-4974-ADAD-F1D45333475D}" sibTransId="{F0851E9F-C8CF-4D25-B6DC-CF28A3EC7512}"/>
    <dgm:cxn modelId="{0FB1D653-2801-4D5B-82C5-B8F40C8C76F7}" type="presOf" srcId="{5FDA79A7-6A30-49D4-8991-AE700891E6E3}" destId="{E8C6BC7B-B0A8-45C5-AD4B-E8C6AFEA6221}" srcOrd="0" destOrd="1" presId="urn:microsoft.com/office/officeart/2005/8/layout/hList6"/>
    <dgm:cxn modelId="{74902DAC-C105-41F5-B4C6-F3E90B172F78}" type="presOf" srcId="{CF766D45-82C9-4F30-AB6D-56A28DA9BC4C}" destId="{6D7182F9-F2CD-474D-B180-80AD6D17B7A3}" srcOrd="0" destOrd="1" presId="urn:microsoft.com/office/officeart/2005/8/layout/hList6"/>
    <dgm:cxn modelId="{0CC3E159-AB99-4885-AC74-4E5C65917652}" type="presOf" srcId="{6543DF09-5C6F-48D9-B281-AABBB85B4288}" destId="{ABEB93D4-46A3-40BC-AA62-153D6F034CC4}" srcOrd="0" destOrd="1" presId="urn:microsoft.com/office/officeart/2005/8/layout/hList6"/>
    <dgm:cxn modelId="{C45DCCD4-ED5B-4C18-9B77-56035EB9FB9A}" type="presOf" srcId="{FE20F6F1-518F-47CD-B7B2-08BA40B5DD6B}" destId="{ABEB93D4-46A3-40BC-AA62-153D6F034CC4}" srcOrd="0" destOrd="2" presId="urn:microsoft.com/office/officeart/2005/8/layout/hList6"/>
    <dgm:cxn modelId="{D060B091-D9C7-4C00-857F-0140F44314ED}" type="presOf" srcId="{88B58F75-4EEE-4F24-A88C-685F5BA16FE8}" destId="{3432B43A-FC60-4915-AF65-6AA157296DDE}" srcOrd="0" destOrd="4" presId="urn:microsoft.com/office/officeart/2005/8/layout/hList6"/>
    <dgm:cxn modelId="{88D2A95D-B5EB-43B6-8DE2-5CAC5D60BD43}" type="presOf" srcId="{88BB81CB-BA9F-4B1A-9D16-0BAD4AA075C6}" destId="{E8C6BC7B-B0A8-45C5-AD4B-E8C6AFEA6221}" srcOrd="0" destOrd="0" presId="urn:microsoft.com/office/officeart/2005/8/layout/hList6"/>
    <dgm:cxn modelId="{597EAD84-42DF-4533-95CB-CA1915DDB399}" type="presOf" srcId="{1077D212-DDB6-4E82-AD36-378A3CA80058}" destId="{E36540E1-E58B-47D9-86D7-BB7D41CC4682}" srcOrd="0" destOrd="3" presId="urn:microsoft.com/office/officeart/2005/8/layout/hList6"/>
    <dgm:cxn modelId="{5E695237-2DC7-4111-B482-C1230DD82C57}" srcId="{0CE17A4B-3505-4102-B1C0-9FB705ABAAEC}" destId="{8616FD07-9D5E-49B2-A0B7-5401D6B01B29}" srcOrd="2" destOrd="0" parTransId="{3B2D1FBF-A519-46D0-B9E7-C6DFD8B2EFB9}" sibTransId="{6B22E99D-ED9B-4432-B28B-812A52BCA1E2}"/>
    <dgm:cxn modelId="{AD1244F5-00F7-49F0-8E82-4699A020D627}" type="presOf" srcId="{13AA97F6-D39B-4CA2-84DA-FB6F2D623792}" destId="{3432B43A-FC60-4915-AF65-6AA157296DDE}" srcOrd="0" destOrd="0" presId="urn:microsoft.com/office/officeart/2005/8/layout/hList6"/>
    <dgm:cxn modelId="{0F5ED877-A7CE-44A4-A91A-812D527C9290}" type="presOf" srcId="{FE86B869-54CF-412D-BF08-44E58B2AEAB4}" destId="{3432B43A-FC60-4915-AF65-6AA157296DDE}" srcOrd="0" destOrd="2" presId="urn:microsoft.com/office/officeart/2005/8/layout/hList6"/>
    <dgm:cxn modelId="{F7B80B6B-74B7-4B6C-93A8-245478A48CA0}" type="presOf" srcId="{8AA7AE80-7F58-4D8A-993D-045536FE158F}" destId="{3432B43A-FC60-4915-AF65-6AA157296DDE}" srcOrd="0" destOrd="5" presId="urn:microsoft.com/office/officeart/2005/8/layout/hList6"/>
    <dgm:cxn modelId="{283D0FF1-BFFA-4AE9-965B-C06009A96CBC}" srcId="{202D16D0-A785-4CB3-ADA9-FB57E2D578F9}" destId="{4E2A645C-514D-4B49-8605-8D0A4169090F}" srcOrd="2" destOrd="0" parTransId="{3D048EDB-7A28-4FDD-ABCD-942163892B63}" sibTransId="{9EFED26F-057B-4AAA-93A6-4D798E964ABE}"/>
    <dgm:cxn modelId="{C696099F-62CA-4DE6-A07D-1759CD565BD9}" srcId="{202D16D0-A785-4CB3-ADA9-FB57E2D578F9}" destId="{38838F16-1567-4E66-B559-90FA3222C39C}" srcOrd="3" destOrd="0" parTransId="{CFFF6FA5-1F3D-4E9A-A2A4-C357AFA82062}" sibTransId="{68DBD8B8-F92D-4581-986D-CBCCD5B8D77C}"/>
    <dgm:cxn modelId="{63574184-5822-4443-B9A7-D2CDC3FCA3C1}" srcId="{0CE17A4B-3505-4102-B1C0-9FB705ABAAEC}" destId="{3312E360-1F57-4335-A961-8E094CA1C9EB}" srcOrd="1" destOrd="0" parTransId="{760A62AA-DD4B-467D-9B11-D16054809501}" sibTransId="{B0C25239-A885-4A1B-8A91-9452B6B27007}"/>
    <dgm:cxn modelId="{0773A515-B52B-4FAD-ADDD-6085B8710C15}" srcId="{9042EF27-C77B-497C-9BF8-3001BEB83BA4}" destId="{063475F4-3DD1-4F6C-8F0A-344B39C960BC}" srcOrd="0" destOrd="0" parTransId="{4DEDF50D-D85A-42A8-95B1-A11BD0EF4F5A}" sibTransId="{3E6947EB-935C-47CD-9BE2-46E000C7323B}"/>
    <dgm:cxn modelId="{988A62AF-B695-46CD-9E7E-F46EB4E12440}" srcId="{9042EF27-C77B-497C-9BF8-3001BEB83BA4}" destId="{88BB81CB-BA9F-4B1A-9D16-0BAD4AA075C6}" srcOrd="3" destOrd="0" parTransId="{D9E6DE91-F630-488B-8CA4-C040D89A9E7F}" sibTransId="{41CFBEBF-5312-45D5-A806-99CD7A90536F}"/>
    <dgm:cxn modelId="{8B05A6FA-E92D-4D26-B86A-E8CE7007E7E7}" srcId="{063475F4-3DD1-4F6C-8F0A-344B39C960BC}" destId="{9D5F3A6C-1621-4F1A-826E-251F41FD4E7E}" srcOrd="1" destOrd="0" parTransId="{C7077FA1-2052-48BF-BC88-9DC5E65D3A12}" sibTransId="{45E2730C-D6C4-4239-BB96-0D44173A5CE5}"/>
    <dgm:cxn modelId="{B0A6424B-E08B-4A54-81DD-2718E62E1607}" srcId="{063475F4-3DD1-4F6C-8F0A-344B39C960BC}" destId="{F476F37D-0632-4D26-BF4D-079B749201C0}" srcOrd="0" destOrd="0" parTransId="{F2816DA3-CAF3-4997-94B0-6D652CC0DA56}" sibTransId="{A15303C9-6E2D-4C1A-9B70-33AE8F1C2B9E}"/>
    <dgm:cxn modelId="{8CD3F5E1-5820-46DB-845F-BE7655F497E6}" type="presOf" srcId="{58392101-A10C-4AD3-B889-B825E447F8C5}" destId="{6D7182F9-F2CD-474D-B180-80AD6D17B7A3}" srcOrd="0" destOrd="4" presId="urn:microsoft.com/office/officeart/2005/8/layout/hList6"/>
    <dgm:cxn modelId="{A1447EDE-8E9E-4D1F-8713-2BA991F79592}" srcId="{13AA97F6-D39B-4CA2-84DA-FB6F2D623792}" destId="{FE86B869-54CF-412D-BF08-44E58B2AEAB4}" srcOrd="1" destOrd="0" parTransId="{08C090B8-2CF8-4923-B2A0-F9BEF7176EEE}" sibTransId="{C9FE5823-48E1-412F-A238-291A11103E4E}"/>
    <dgm:cxn modelId="{DA102032-9A35-4840-9F28-97F20B0250F7}" srcId="{88BB81CB-BA9F-4B1A-9D16-0BAD4AA075C6}" destId="{5FDA79A7-6A30-49D4-8991-AE700891E6E3}" srcOrd="0" destOrd="0" parTransId="{0ECFE73A-BA4A-4D0F-A61A-BE48365428F8}" sibTransId="{E83D56F3-0312-4690-877F-116DB5A94D6A}"/>
    <dgm:cxn modelId="{6981DDC7-1C10-4482-9055-35B83795F402}" type="presOf" srcId="{F476F37D-0632-4D26-BF4D-079B749201C0}" destId="{E36540E1-E58B-47D9-86D7-BB7D41CC4682}" srcOrd="0" destOrd="1" presId="urn:microsoft.com/office/officeart/2005/8/layout/hList6"/>
    <dgm:cxn modelId="{6BFCCE4C-3427-4B5F-9BCF-F663A5B65AD7}" type="presOf" srcId="{0CE17A4B-3505-4102-B1C0-9FB705ABAAEC}" destId="{6D7182F9-F2CD-474D-B180-80AD6D17B7A3}" srcOrd="0" destOrd="0" presId="urn:microsoft.com/office/officeart/2005/8/layout/hList6"/>
    <dgm:cxn modelId="{A2F44685-280E-462C-A3C9-13BB78D64AF9}" srcId="{202D16D0-A785-4CB3-ADA9-FB57E2D578F9}" destId="{FE20F6F1-518F-47CD-B7B2-08BA40B5DD6B}" srcOrd="1" destOrd="0" parTransId="{58100007-8D84-4CC7-8E86-164987AB2B2C}" sibTransId="{9B5488EF-5D27-4567-8CC2-540FBE4460FD}"/>
    <dgm:cxn modelId="{E057DE39-BE83-44D2-8A20-51ED3BDF3A92}" srcId="{202D16D0-A785-4CB3-ADA9-FB57E2D578F9}" destId="{6543DF09-5C6F-48D9-B281-AABBB85B4288}" srcOrd="0" destOrd="0" parTransId="{00EEC8FA-D2A4-419C-A148-B9260B6A4215}" sibTransId="{98018B4B-9872-4E99-BB97-C556B04727D8}"/>
    <dgm:cxn modelId="{BB352A6A-2073-4A15-867E-4FB27135CD02}" srcId="{13AA97F6-D39B-4CA2-84DA-FB6F2D623792}" destId="{88B58F75-4EEE-4F24-A88C-685F5BA16FE8}" srcOrd="3" destOrd="0" parTransId="{44D3D9A3-18D3-4092-892B-FAD301F94010}" sibTransId="{15D63ABA-D749-45BB-9FB9-5A7B77287BB2}"/>
    <dgm:cxn modelId="{4ECE955A-1B6D-4471-988D-408A01ABD70E}" srcId="{13AA97F6-D39B-4CA2-84DA-FB6F2D623792}" destId="{8AA7AE80-7F58-4D8A-993D-045536FE158F}" srcOrd="4" destOrd="0" parTransId="{38B04EB9-523C-4E74-8626-78820CE8FD61}" sibTransId="{AB2B2BCC-0F2E-4EF7-AB30-750B059B3262}"/>
    <dgm:cxn modelId="{5D0E05AA-4A37-4AD9-BE5E-10B066026769}" type="presOf" srcId="{38838F16-1567-4E66-B559-90FA3222C39C}" destId="{ABEB93D4-46A3-40BC-AA62-153D6F034CC4}" srcOrd="0" destOrd="4" presId="urn:microsoft.com/office/officeart/2005/8/layout/hList6"/>
    <dgm:cxn modelId="{52405B2A-1F12-450F-9759-2DF7CADECDBB}" type="presParOf" srcId="{EEF9042F-D2F3-4850-8C4D-C056B12B7D91}" destId="{E36540E1-E58B-47D9-86D7-BB7D41CC4682}" srcOrd="0" destOrd="0" presId="urn:microsoft.com/office/officeart/2005/8/layout/hList6"/>
    <dgm:cxn modelId="{8A0437B6-63E2-4669-847D-2C11DE11588E}" type="presParOf" srcId="{EEF9042F-D2F3-4850-8C4D-C056B12B7D91}" destId="{40FCEEA9-3B75-4676-B014-EBFC40E1DD0B}" srcOrd="1" destOrd="0" presId="urn:microsoft.com/office/officeart/2005/8/layout/hList6"/>
    <dgm:cxn modelId="{337D1847-BCE6-4418-B9CC-5CF40BC406ED}" type="presParOf" srcId="{EEF9042F-D2F3-4850-8C4D-C056B12B7D91}" destId="{3432B43A-FC60-4915-AF65-6AA157296DDE}" srcOrd="2" destOrd="0" presId="urn:microsoft.com/office/officeart/2005/8/layout/hList6"/>
    <dgm:cxn modelId="{5DFC2E51-6394-4F24-A3D1-F02F77F0E0D7}" type="presParOf" srcId="{EEF9042F-D2F3-4850-8C4D-C056B12B7D91}" destId="{DEFA9F3D-F5CD-4C37-BD3F-5B6FD710ACDD}" srcOrd="3" destOrd="0" presId="urn:microsoft.com/office/officeart/2005/8/layout/hList6"/>
    <dgm:cxn modelId="{44BEDC47-B3EC-4B1F-A0B2-E97198EBD6FE}" type="presParOf" srcId="{EEF9042F-D2F3-4850-8C4D-C056B12B7D91}" destId="{ABEB93D4-46A3-40BC-AA62-153D6F034CC4}" srcOrd="4" destOrd="0" presId="urn:microsoft.com/office/officeart/2005/8/layout/hList6"/>
    <dgm:cxn modelId="{575679DD-A0F5-4CF5-B66E-CCD89A54B3F9}" type="presParOf" srcId="{EEF9042F-D2F3-4850-8C4D-C056B12B7D91}" destId="{4170CCAE-597D-47BE-A040-EC55067E4720}" srcOrd="5" destOrd="0" presId="urn:microsoft.com/office/officeart/2005/8/layout/hList6"/>
    <dgm:cxn modelId="{F7015DFB-C239-4344-AC2E-4D0B3201BAA1}" type="presParOf" srcId="{EEF9042F-D2F3-4850-8C4D-C056B12B7D91}" destId="{E8C6BC7B-B0A8-45C5-AD4B-E8C6AFEA6221}" srcOrd="6" destOrd="0" presId="urn:microsoft.com/office/officeart/2005/8/layout/hList6"/>
    <dgm:cxn modelId="{7FDDF763-48B6-4C8C-950B-C4C399A3FA9E}" type="presParOf" srcId="{EEF9042F-D2F3-4850-8C4D-C056B12B7D91}" destId="{D4A88890-9D90-4AB6-9B2B-41437CCA31CD}" srcOrd="7" destOrd="0" presId="urn:microsoft.com/office/officeart/2005/8/layout/hList6"/>
    <dgm:cxn modelId="{CCD3246F-6EC2-45BF-B509-4389BC4629D1}" type="presParOf" srcId="{EEF9042F-D2F3-4850-8C4D-C056B12B7D91}" destId="{6D7182F9-F2CD-474D-B180-80AD6D17B7A3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6540E1-E58B-47D9-86D7-BB7D41CC4682}">
      <dsp:nvSpPr>
        <dsp:cNvPr id="0" name=""/>
        <dsp:cNvSpPr/>
      </dsp:nvSpPr>
      <dsp:spPr>
        <a:xfrm rot="16200000">
          <a:off x="-201143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Entendimentos Iniciais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Gaps de Auditoria.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Área de Operações TI.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Ferramenta JIRA.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3409" y="1178407"/>
        <a:ext cx="1862352" cy="3535221"/>
      </dsp:txXfrm>
    </dsp:sp>
    <dsp:sp modelId="{3432B43A-FC60-4915-AF65-6AA157296DDE}">
      <dsp:nvSpPr>
        <dsp:cNvPr id="0" name=""/>
        <dsp:cNvSpPr/>
      </dsp:nvSpPr>
      <dsp:spPr>
        <a:xfrm rot="16200000">
          <a:off x="-7505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Mapeamento do Catálogo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Divisão de Temas Principais (Negócio, Central, Gestão de Acessos, TI para TI, Escritório).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Abordagem focada na “verbalização” do chamado (abertura intuitiva, não robotizada).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Usuário não sabe o que é Incidente ou Solicitação! Isso é importante para TI.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análise nas bases atuais (busca por verbos).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de Entrevistas.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Prototipação 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  paralelo na      ferramenta.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007336" y="1178407"/>
        <a:ext cx="1862352" cy="3535221"/>
      </dsp:txXfrm>
    </dsp:sp>
    <dsp:sp modelId="{ABEB93D4-46A3-40BC-AA62-153D6F034CC4}">
      <dsp:nvSpPr>
        <dsp:cNvPr id="0" name=""/>
        <dsp:cNvSpPr/>
      </dsp:nvSpPr>
      <dsp:spPr>
        <a:xfrm rot="16200000">
          <a:off x="1994523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Definições e Validações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Matriz de Criticidade (engenharia reversa com foco no que é crítico, crise).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SLAs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“alvo” (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SLOs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Definição de Fluxos de Escalada e Comunicação.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Validação do Catálogo com Usuários-Chave.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4009364" y="1178407"/>
        <a:ext cx="1862352" cy="3535221"/>
      </dsp:txXfrm>
    </dsp:sp>
    <dsp:sp modelId="{E8C6BC7B-B0A8-45C5-AD4B-E8C6AFEA6221}">
      <dsp:nvSpPr>
        <dsp:cNvPr id="0" name=""/>
        <dsp:cNvSpPr/>
      </dsp:nvSpPr>
      <dsp:spPr>
        <a:xfrm rot="16200000">
          <a:off x="3996552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JIRA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Parametrização no JIRA e validação com responsáveis pelo Projeto.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6011393" y="1178407"/>
        <a:ext cx="1862352" cy="3535221"/>
      </dsp:txXfrm>
    </dsp:sp>
    <dsp:sp modelId="{6D7182F9-F2CD-474D-B180-80AD6D17B7A3}">
      <dsp:nvSpPr>
        <dsp:cNvPr id="0" name=""/>
        <dsp:cNvSpPr/>
      </dsp:nvSpPr>
      <dsp:spPr>
        <a:xfrm rot="16200000">
          <a:off x="6000479" y="2014841"/>
          <a:ext cx="5892035" cy="1862352"/>
        </a:xfrm>
        <a:prstGeom prst="flowChartManualOperation">
          <a:avLst/>
        </a:prstGeom>
        <a:solidFill>
          <a:srgbClr val="F5712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20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Comunicação e Treinamento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de comunicações para os usuários (</a:t>
          </a:r>
          <a:r>
            <a:rPr lang="pt-BR" sz="12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awareness</a:t>
          </a: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Elaboração dos Materiais de Treinamento (apresentações e/ou vídeo).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 time de Operações de TI (foco na tratativa dos chamados e ITIL básico).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pt-BR" sz="1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Realização dos Treinamentos com os Usuários (foco na “venda” da Central de Serviços de TI e principalmente dos benefícios).</a:t>
          </a:r>
          <a:endParaRPr lang="pt-BR" sz="1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8015320" y="1178407"/>
        <a:ext cx="1862352" cy="3535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04/12/2015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3012751"/>
            <a:ext cx="5688627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Central de Serviços de TI</a:t>
            </a:r>
          </a:p>
          <a:p>
            <a:pPr algn="r"/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DEZEMBRO/15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Gestão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Incidentes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341976" y="6317994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Indicadores (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205" y="2730434"/>
            <a:ext cx="1612419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98" y="5091165"/>
            <a:ext cx="2449431" cy="117879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3" y="870504"/>
            <a:ext cx="1266241" cy="90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17" y="3883776"/>
            <a:ext cx="872113" cy="78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3436" y="4758383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Monitoração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78" y="2283342"/>
            <a:ext cx="1149590" cy="84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143436" y="1858406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Negócio 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43436" y="3176234"/>
            <a:ext cx="18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Call Center</a:t>
            </a:r>
          </a:p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(BackOffice)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5"/>
          <a:stretch/>
        </p:blipFill>
        <p:spPr bwMode="auto">
          <a:xfrm>
            <a:off x="6609971" y="1841863"/>
            <a:ext cx="1901995" cy="67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675" y="4497900"/>
            <a:ext cx="1064586" cy="962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/>
          <p:cNvSpPr txBox="1"/>
          <p:nvPr/>
        </p:nvSpPr>
        <p:spPr>
          <a:xfrm>
            <a:off x="6605893" y="2332287"/>
            <a:ext cx="19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pt-B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</a:t>
            </a:r>
            <a:r>
              <a:rPr lang="pt-B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hatsApp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Corporativo”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692284" y="3107015"/>
            <a:ext cx="1340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6"/>
                </a:solidFill>
              </a:rPr>
              <a:t>Notificação automática de incidentes Sev1 (Crises)</a:t>
            </a:r>
            <a:endParaRPr lang="pt-BR" sz="1200" b="1" dirty="0">
              <a:solidFill>
                <a:schemeClr val="accent6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503323" y="5563908"/>
            <a:ext cx="21152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dirty="0"/>
              <a:t>Escalonamento automático de incidentes </a:t>
            </a:r>
            <a:r>
              <a:rPr lang="pt-BR" dirty="0" smtClean="0"/>
              <a:t>(</a:t>
            </a:r>
            <a:r>
              <a:rPr lang="pt-BR" b="1" dirty="0" smtClean="0">
                <a:solidFill>
                  <a:schemeClr val="accent6"/>
                </a:solidFill>
              </a:rPr>
              <a:t>por </a:t>
            </a:r>
            <a:r>
              <a:rPr lang="pt-BR" b="1" dirty="0">
                <a:solidFill>
                  <a:schemeClr val="accent6"/>
                </a:solidFill>
              </a:rPr>
              <a:t>telefone</a:t>
            </a:r>
            <a:r>
              <a:rPr lang="pt-BR" dirty="0"/>
              <a:t>)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68" y="799597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CaixaDeTexto 37"/>
          <p:cNvSpPr txBox="1"/>
          <p:nvPr/>
        </p:nvSpPr>
        <p:spPr>
          <a:xfrm>
            <a:off x="3341974" y="1595587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836" y="2870043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CaixaDeTexto 39"/>
          <p:cNvSpPr txBox="1"/>
          <p:nvPr/>
        </p:nvSpPr>
        <p:spPr>
          <a:xfrm>
            <a:off x="7920842" y="3692159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Conector angulado 25"/>
          <p:cNvCxnSpPr>
            <a:stCxn id="21" idx="3"/>
          </p:cNvCxnSpPr>
          <p:nvPr/>
        </p:nvCxnSpPr>
        <p:spPr>
          <a:xfrm>
            <a:off x="1943436" y="2027683"/>
            <a:ext cx="852015" cy="144093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18" idx="3"/>
          </p:cNvCxnSpPr>
          <p:nvPr/>
        </p:nvCxnSpPr>
        <p:spPr>
          <a:xfrm flipV="1">
            <a:off x="1943436" y="3422119"/>
            <a:ext cx="852015" cy="150554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2" idx="3"/>
            <a:endCxn id="1026" idx="1"/>
          </p:cNvCxnSpPr>
          <p:nvPr/>
        </p:nvCxnSpPr>
        <p:spPr>
          <a:xfrm>
            <a:off x="1943436" y="3468622"/>
            <a:ext cx="1724769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1026" idx="3"/>
            <a:endCxn id="1033" idx="1"/>
          </p:cNvCxnSpPr>
          <p:nvPr/>
        </p:nvCxnSpPr>
        <p:spPr>
          <a:xfrm flipV="1">
            <a:off x="5280624" y="2179672"/>
            <a:ext cx="1329347" cy="1288950"/>
          </a:xfrm>
          <a:prstGeom prst="bentConnector3">
            <a:avLst>
              <a:gd name="adj1" fmla="val 588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026" idx="3"/>
            <a:endCxn id="1034" idx="1"/>
          </p:cNvCxnSpPr>
          <p:nvPr/>
        </p:nvCxnSpPr>
        <p:spPr>
          <a:xfrm>
            <a:off x="5280624" y="3468622"/>
            <a:ext cx="1748051" cy="1510371"/>
          </a:xfrm>
          <a:prstGeom prst="bentConnector3">
            <a:avLst>
              <a:gd name="adj1" fmla="val 4476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>
            <a:stCxn id="1033" idx="3"/>
            <a:endCxn id="39" idx="0"/>
          </p:cNvCxnSpPr>
          <p:nvPr/>
        </p:nvCxnSpPr>
        <p:spPr>
          <a:xfrm>
            <a:off x="8511966" y="2179672"/>
            <a:ext cx="541315" cy="69037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do 47"/>
          <p:cNvCxnSpPr>
            <a:stCxn id="1034" idx="3"/>
            <a:endCxn id="40" idx="2"/>
          </p:cNvCxnSpPr>
          <p:nvPr/>
        </p:nvCxnSpPr>
        <p:spPr>
          <a:xfrm flipV="1">
            <a:off x="8093261" y="4030713"/>
            <a:ext cx="960019" cy="9482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38" idx="2"/>
            <a:endCxn id="1026" idx="0"/>
          </p:cNvCxnSpPr>
          <p:nvPr/>
        </p:nvCxnSpPr>
        <p:spPr>
          <a:xfrm>
            <a:off x="4474412" y="1934141"/>
            <a:ext cx="3" cy="796293"/>
          </a:xfrm>
          <a:prstGeom prst="straightConnector1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4204414" y="4324987"/>
            <a:ext cx="540000" cy="64800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6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262" y="631005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CaixaDeTexto 66"/>
          <p:cNvSpPr txBox="1"/>
          <p:nvPr/>
        </p:nvSpPr>
        <p:spPr>
          <a:xfrm>
            <a:off x="7960268" y="1453121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Executivos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Conector angulado 45"/>
          <p:cNvCxnSpPr>
            <a:stCxn id="1033" idx="0"/>
            <a:endCxn id="66" idx="1"/>
          </p:cNvCxnSpPr>
          <p:nvPr/>
        </p:nvCxnSpPr>
        <p:spPr>
          <a:xfrm rot="5400000" flipH="1" flipV="1">
            <a:off x="7721409" y="935011"/>
            <a:ext cx="746413" cy="106729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498251" y="2144708"/>
            <a:ext cx="10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Tratam Chamados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2795451" y="3015823"/>
            <a:ext cx="1080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Abrem Chamados</a:t>
            </a:r>
          </a:p>
          <a:p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 fornecem</a:t>
            </a: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Feedback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7552104" y="1161212"/>
            <a:ext cx="108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Comunicação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Gestão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Incidentes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3341976" y="6317994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Indicadores (</a:t>
            </a:r>
            <a:r>
              <a:rPr lang="pt-B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205" y="2730434"/>
            <a:ext cx="1612419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98" y="5091165"/>
            <a:ext cx="2449431" cy="117879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3" y="870504"/>
            <a:ext cx="1266241" cy="90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17" y="3883776"/>
            <a:ext cx="872113" cy="78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3436" y="4758383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Monitoração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78" y="2283342"/>
            <a:ext cx="1149590" cy="84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143436" y="1858406"/>
            <a:ext cx="18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Negócio 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43436" y="3176234"/>
            <a:ext cx="18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Call Center</a:t>
            </a:r>
          </a:p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(BackOffice)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5"/>
          <a:stretch/>
        </p:blipFill>
        <p:spPr bwMode="auto">
          <a:xfrm>
            <a:off x="6609971" y="1841863"/>
            <a:ext cx="1901995" cy="67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675" y="4497900"/>
            <a:ext cx="1064586" cy="962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CaixaDeTexto 14"/>
          <p:cNvSpPr txBox="1"/>
          <p:nvPr/>
        </p:nvSpPr>
        <p:spPr>
          <a:xfrm>
            <a:off x="6605893" y="2332287"/>
            <a:ext cx="1906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“</a:t>
            </a:r>
            <a:r>
              <a:rPr lang="pt-BR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</a:t>
            </a:r>
            <a:r>
              <a:rPr lang="pt-B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hatsApp</a:t>
            </a:r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Corporativo”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692284" y="3107015"/>
            <a:ext cx="1340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accent6"/>
                </a:solidFill>
              </a:rPr>
              <a:t>Notificação automática de incidentes Sev1 (Crises)</a:t>
            </a:r>
            <a:endParaRPr lang="pt-BR" sz="1200" b="1" dirty="0">
              <a:solidFill>
                <a:schemeClr val="accent6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503323" y="5563908"/>
            <a:ext cx="21152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pt-BR" dirty="0"/>
              <a:t>Escalonamento automático de incidentes </a:t>
            </a:r>
            <a:r>
              <a:rPr lang="pt-BR" dirty="0" smtClean="0"/>
              <a:t>(</a:t>
            </a:r>
            <a:r>
              <a:rPr lang="pt-BR" b="1" dirty="0" smtClean="0">
                <a:solidFill>
                  <a:schemeClr val="accent6"/>
                </a:solidFill>
              </a:rPr>
              <a:t>por </a:t>
            </a:r>
            <a:r>
              <a:rPr lang="pt-BR" b="1" dirty="0">
                <a:solidFill>
                  <a:schemeClr val="accent6"/>
                </a:solidFill>
              </a:rPr>
              <a:t>telefone</a:t>
            </a:r>
            <a:r>
              <a:rPr lang="pt-BR" dirty="0"/>
              <a:t>)</a:t>
            </a: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968" y="799597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CaixaDeTexto 37"/>
          <p:cNvSpPr txBox="1"/>
          <p:nvPr/>
        </p:nvSpPr>
        <p:spPr>
          <a:xfrm>
            <a:off x="3341974" y="1595587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836" y="2870043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CaixaDeTexto 39"/>
          <p:cNvSpPr txBox="1"/>
          <p:nvPr/>
        </p:nvSpPr>
        <p:spPr>
          <a:xfrm>
            <a:off x="7920842" y="3692159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Operações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6" name="Conector angulado 25"/>
          <p:cNvCxnSpPr>
            <a:stCxn id="21" idx="3"/>
          </p:cNvCxnSpPr>
          <p:nvPr/>
        </p:nvCxnSpPr>
        <p:spPr>
          <a:xfrm>
            <a:off x="1943436" y="2027683"/>
            <a:ext cx="852015" cy="144093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angulado 30"/>
          <p:cNvCxnSpPr>
            <a:stCxn id="18" idx="3"/>
          </p:cNvCxnSpPr>
          <p:nvPr/>
        </p:nvCxnSpPr>
        <p:spPr>
          <a:xfrm flipV="1">
            <a:off x="1943436" y="3422119"/>
            <a:ext cx="852015" cy="150554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2" idx="3"/>
            <a:endCxn id="1026" idx="1"/>
          </p:cNvCxnSpPr>
          <p:nvPr/>
        </p:nvCxnSpPr>
        <p:spPr>
          <a:xfrm>
            <a:off x="1943436" y="3468622"/>
            <a:ext cx="1724769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do 41"/>
          <p:cNvCxnSpPr>
            <a:stCxn id="1026" idx="3"/>
            <a:endCxn id="1033" idx="1"/>
          </p:cNvCxnSpPr>
          <p:nvPr/>
        </p:nvCxnSpPr>
        <p:spPr>
          <a:xfrm flipV="1">
            <a:off x="5280624" y="2179672"/>
            <a:ext cx="1329347" cy="1288950"/>
          </a:xfrm>
          <a:prstGeom prst="bentConnector3">
            <a:avLst>
              <a:gd name="adj1" fmla="val 58844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angulado 43"/>
          <p:cNvCxnSpPr>
            <a:stCxn id="1026" idx="3"/>
            <a:endCxn id="1034" idx="1"/>
          </p:cNvCxnSpPr>
          <p:nvPr/>
        </p:nvCxnSpPr>
        <p:spPr>
          <a:xfrm>
            <a:off x="5280624" y="3468622"/>
            <a:ext cx="1748051" cy="1510371"/>
          </a:xfrm>
          <a:prstGeom prst="bentConnector3">
            <a:avLst>
              <a:gd name="adj1" fmla="val 44769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do 45"/>
          <p:cNvCxnSpPr>
            <a:stCxn id="1033" idx="3"/>
            <a:endCxn id="39" idx="0"/>
          </p:cNvCxnSpPr>
          <p:nvPr/>
        </p:nvCxnSpPr>
        <p:spPr>
          <a:xfrm>
            <a:off x="8511966" y="2179672"/>
            <a:ext cx="541315" cy="69037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do 47"/>
          <p:cNvCxnSpPr>
            <a:stCxn id="1034" idx="3"/>
            <a:endCxn id="40" idx="2"/>
          </p:cNvCxnSpPr>
          <p:nvPr/>
        </p:nvCxnSpPr>
        <p:spPr>
          <a:xfrm flipV="1">
            <a:off x="8093261" y="4030713"/>
            <a:ext cx="960019" cy="9482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38" idx="2"/>
            <a:endCxn id="1026" idx="0"/>
          </p:cNvCxnSpPr>
          <p:nvPr/>
        </p:nvCxnSpPr>
        <p:spPr>
          <a:xfrm>
            <a:off x="4474412" y="1934141"/>
            <a:ext cx="3" cy="796293"/>
          </a:xfrm>
          <a:prstGeom prst="straightConnector1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4204414" y="4324987"/>
            <a:ext cx="540000" cy="648000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6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262" y="631005"/>
            <a:ext cx="928889" cy="928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CaixaDeTexto 66"/>
          <p:cNvSpPr txBox="1"/>
          <p:nvPr/>
        </p:nvSpPr>
        <p:spPr>
          <a:xfrm>
            <a:off x="7960268" y="1453121"/>
            <a:ext cx="2264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Executivos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8" name="Conector angulado 45"/>
          <p:cNvCxnSpPr>
            <a:stCxn id="1033" idx="0"/>
            <a:endCxn id="66" idx="1"/>
          </p:cNvCxnSpPr>
          <p:nvPr/>
        </p:nvCxnSpPr>
        <p:spPr>
          <a:xfrm rot="5400000" flipH="1" flipV="1">
            <a:off x="7721409" y="935011"/>
            <a:ext cx="746413" cy="1067293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498251" y="2144708"/>
            <a:ext cx="10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Tratam Chamados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2795451" y="3015823"/>
            <a:ext cx="10800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Abrem Chamados</a:t>
            </a:r>
          </a:p>
          <a:p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 fornecem</a:t>
            </a:r>
          </a:p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Feedback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7552104" y="1161212"/>
            <a:ext cx="108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Comunicação</a:t>
            </a:r>
            <a:endParaRPr lang="pt-BR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Retângulo de cantos arredondados 51"/>
          <p:cNvSpPr/>
          <p:nvPr/>
        </p:nvSpPr>
        <p:spPr>
          <a:xfrm>
            <a:off x="73932" y="824547"/>
            <a:ext cx="5839046" cy="5832000"/>
          </a:xfrm>
          <a:prstGeom prst="roundRect">
            <a:avLst>
              <a:gd name="adj" fmla="val 7718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1 – Dez/15</a:t>
            </a: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Retângulo de cantos arredondados 62"/>
          <p:cNvSpPr/>
          <p:nvPr/>
        </p:nvSpPr>
        <p:spPr>
          <a:xfrm>
            <a:off x="6005757" y="824547"/>
            <a:ext cx="4020097" cy="5832000"/>
          </a:xfrm>
          <a:prstGeom prst="roundRect">
            <a:avLst>
              <a:gd name="adj" fmla="val 9193"/>
            </a:avLst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Fase 2 – Jan/16</a:t>
            </a: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340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Fase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1 Roadmap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897485705"/>
              </p:ext>
            </p:extLst>
          </p:nvPr>
        </p:nvGraphicFramePr>
        <p:xfrm>
          <a:off x="144772" y="809210"/>
          <a:ext cx="9881082" cy="5892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34" y="809210"/>
            <a:ext cx="902516" cy="94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clker.com/cliparts/2/k/n/l/C/Q/transparent-green-checkmark-md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704" y="843310"/>
            <a:ext cx="902516" cy="94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clker.com/cliparts/t/a/S/x/P/j/engrenagem-hi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95607" y="809210"/>
            <a:ext cx="1064033" cy="116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entágono 3"/>
          <p:cNvSpPr/>
          <p:nvPr/>
        </p:nvSpPr>
        <p:spPr>
          <a:xfrm>
            <a:off x="4219303" y="6066974"/>
            <a:ext cx="3816000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Até 10 de Dez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Pentágono 11"/>
          <p:cNvSpPr/>
          <p:nvPr/>
        </p:nvSpPr>
        <p:spPr>
          <a:xfrm>
            <a:off x="8219171" y="6066974"/>
            <a:ext cx="1845872" cy="396000"/>
          </a:xfrm>
          <a:prstGeom prst="homePlate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14 a 18 Dez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1124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CSTI – </a:t>
            </a:r>
            <a:r>
              <a:rPr lang="en-US" sz="2400" dirty="0" err="1" smtClean="0">
                <a:solidFill>
                  <a:schemeClr val="bg1"/>
                </a:solidFill>
                <a:latin typeface="Gotham Rounded Book"/>
                <a:cs typeface="Gotham Rounded Book"/>
              </a:rPr>
              <a:t>Fase</a:t>
            </a:r>
            <a:r>
              <a:rPr lang="en-US" sz="2400" dirty="0" smtClean="0">
                <a:solidFill>
                  <a:schemeClr val="bg1"/>
                </a:solidFill>
                <a:latin typeface="Gotham Rounded Book"/>
                <a:cs typeface="Gotham Rounded Book"/>
              </a:rPr>
              <a:t> 1 Roadmap</a:t>
            </a:r>
            <a:endParaRPr lang="en-US" sz="2400" dirty="0">
              <a:solidFill>
                <a:schemeClr val="bg1"/>
              </a:solidFill>
              <a:latin typeface="Gotham Rounded Book"/>
              <a:cs typeface="Gotham Rounded Book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057" y="3796187"/>
            <a:ext cx="7188376" cy="299139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5" y="985759"/>
            <a:ext cx="8519591" cy="393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4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2481</TotalTime>
  <Words>345</Words>
  <Application>Microsoft Office PowerPoint</Application>
  <PresentationFormat>Personalizar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218</cp:revision>
  <dcterms:created xsi:type="dcterms:W3CDTF">2014-01-24T21:35:00Z</dcterms:created>
  <dcterms:modified xsi:type="dcterms:W3CDTF">2015-12-04T19:06:45Z</dcterms:modified>
</cp:coreProperties>
</file>