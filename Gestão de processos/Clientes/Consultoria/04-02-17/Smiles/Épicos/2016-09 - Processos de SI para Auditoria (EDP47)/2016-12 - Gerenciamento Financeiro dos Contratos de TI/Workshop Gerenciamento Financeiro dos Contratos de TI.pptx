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403" r:id="rId3"/>
    <p:sldId id="340" r:id="rId4"/>
    <p:sldId id="402" r:id="rId5"/>
    <p:sldId id="375" r:id="rId6"/>
    <p:sldId id="401" r:id="rId7"/>
    <p:sldId id="404" r:id="rId8"/>
    <p:sldId id="380" r:id="rId9"/>
    <p:sldId id="351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32" y="62"/>
      </p:cViewPr>
      <p:guideLst>
        <p:guide orient="horz" pos="3022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23/12/2016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12/23/2016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124101"/>
            <a:ext cx="5959283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Financeiro dos Contratos de TI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processo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21.Dez.2016</a:t>
            </a: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Imagem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3322" y="4653887"/>
            <a:ext cx="3053816" cy="2231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Este processo tem como objetivo gerenciar de forma eficaz e eficiente o acompanhamento e aprovação dos custos que são relacionados aos Contratos de TI.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/>
          <p:cNvGrpSpPr/>
          <p:nvPr/>
        </p:nvGrpSpPr>
        <p:grpSpPr>
          <a:xfrm>
            <a:off x="1693753" y="2942721"/>
            <a:ext cx="7950925" cy="1424564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Gerenciamento Financeiro dos Contratos de TI abrange todos os Contratos de Fornecedores de TI.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2" name="Imagem 11"/>
          <p:cNvPicPr/>
          <p:nvPr/>
        </p:nvPicPr>
        <p:blipFill rotWithShape="1">
          <a:blip r:embed="rId4"/>
          <a:srcRect b="9278"/>
          <a:stretch/>
        </p:blipFill>
        <p:spPr bwMode="auto">
          <a:xfrm>
            <a:off x="304102" y="1689869"/>
            <a:ext cx="7454486" cy="42560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</a:p>
        </p:txBody>
      </p:sp>
      <p:grpSp>
        <p:nvGrpSpPr>
          <p:cNvPr id="32" name="Agrupar 4"/>
          <p:cNvGrpSpPr/>
          <p:nvPr/>
        </p:nvGrpSpPr>
        <p:grpSpPr>
          <a:xfrm>
            <a:off x="480981" y="1330607"/>
            <a:ext cx="9231937" cy="1248822"/>
            <a:chOff x="372984" y="1165964"/>
            <a:chExt cx="9231937" cy="1500719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dirty="0">
                  <a:solidFill>
                    <a:schemeClr val="tx1"/>
                  </a:solidFill>
                </a:rPr>
                <a:t>Os indicadores de Desempenho do processo de Gerenciamento Financeiro de Contratos de TI, não devem ser publicados no </a:t>
              </a:r>
              <a:r>
                <a:rPr lang="pt-BR" sz="1600" i="1" dirty="0" err="1">
                  <a:solidFill>
                    <a:schemeClr val="tx1"/>
                  </a:solidFill>
                </a:rPr>
                <a:t>Confluence</a:t>
              </a:r>
              <a:r>
                <a:rPr lang="pt-BR" sz="1600" dirty="0">
                  <a:solidFill>
                    <a:schemeClr val="tx1"/>
                  </a:solidFill>
                </a:rPr>
                <a:t> devido a sua confidencialidade, apenas serão divulgados para os gestores das áreas e diretor de TI pelo PMO.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Indicadores de Desempenho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4"/>
          <p:cNvGrpSpPr/>
          <p:nvPr/>
        </p:nvGrpSpPr>
        <p:grpSpPr>
          <a:xfrm>
            <a:off x="480981" y="2947840"/>
            <a:ext cx="9231937" cy="1248822"/>
            <a:chOff x="372984" y="1165964"/>
            <a:chExt cx="9231937" cy="1500719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600" dirty="0">
                  <a:solidFill>
                    <a:schemeClr val="tx1"/>
                  </a:solidFill>
                </a:rPr>
                <a:t>É definido o orçamento anual para cada gerência de TI. O PMO é responsável por acompanhar os gastos e informar os gestores caso o orçamento esteja próxima a estourar.</a:t>
              </a: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Orçamento de TI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1015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 e Escopo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Financeiro dos Contratos de TI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Santos / Felipe 		         Lima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Dias</a:t>
              </a: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/>
                <a:t>Responsáveis pelo processo (</a:t>
              </a:r>
              <a:r>
                <a:rPr lang="pt-BR" sz="1400" b="1" dirty="0" err="1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/>
                <a:t>Gestores da </a:t>
              </a:r>
              <a:r>
                <a:rPr lang="pt-BR" sz="1400" dirty="0" err="1"/>
                <a:t>Smiles</a:t>
              </a:r>
              <a:r>
                <a:rPr lang="pt-BR" sz="1400" dirty="0"/>
                <a:t> </a:t>
              </a:r>
            </a:p>
            <a:p>
              <a:r>
                <a:rPr lang="pt-BR" sz="1400" dirty="0"/>
                <a:t>PMO</a:t>
              </a: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/>
                <a:t>Gerente de Governança de TI (</a:t>
              </a:r>
              <a:r>
                <a:rPr lang="pt-BR" sz="1400" b="1" dirty="0" err="1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/>
                <a:t>Rodrigo </a:t>
              </a:r>
              <a:r>
                <a:rPr lang="pt-BR" sz="1400" dirty="0" err="1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5099</TotalTime>
  <Words>236</Words>
  <Application>Microsoft Office PowerPoint</Application>
  <PresentationFormat>Personalizar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Chacon</cp:lastModifiedBy>
  <cp:revision>1</cp:revision>
  <dcterms:created xsi:type="dcterms:W3CDTF">2014-01-24T21:35:00Z</dcterms:created>
  <dcterms:modified xsi:type="dcterms:W3CDTF">2016-12-23T18:18:21Z</dcterms:modified>
</cp:coreProperties>
</file>