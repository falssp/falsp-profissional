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0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9900"/>
    <a:srgbClr val="FF8E2D"/>
    <a:srgbClr val="F68E1E"/>
    <a:srgbClr val="99CCFF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2322" y="6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20/12/2016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2"/>
            <a:ext cx="6685200" cy="9602621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19506" y="1895928"/>
            <a:ext cx="562136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Novo Processo</a:t>
            </a:r>
            <a:endParaRPr lang="pt-BR" sz="20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3000"/>
              </a:spcAft>
            </a:pPr>
            <a:r>
              <a:rPr lang="pt-BR" sz="24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Gerenciamento de Mudanças</a:t>
            </a:r>
            <a:endParaRPr lang="pt-BR" sz="2400" b="1" dirty="0" smtClean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 algn="just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está convidado a participar da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apresentação do </a:t>
            </a:r>
            <a:r>
              <a:rPr lang="pt-B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Novo Processo de Gerenciamento de Mudanças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</a:t>
            </a:r>
            <a:r>
              <a:rPr lang="pt-BR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pt-BR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/>
            <a:endParaRPr lang="pt-BR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Este 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processo tem como objetivo garantir que todas as mudanças de TI em ambiente de produção serão registradas, avaliadas, autorizadas, priorizadas, planejadas, testadas, implementadas, documentadas e revisadas de maneira padronizada e controlada, reduzindo assim impacto e risco ao negócio da </a:t>
            </a:r>
            <a:r>
              <a:rPr lang="pt-B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lvl="1" algn="just"/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36237" y="6508433"/>
            <a:ext cx="6050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Sua presença é muito importante! Compareça.</a:t>
            </a:r>
          </a:p>
          <a:p>
            <a:pPr>
              <a:spcAft>
                <a:spcPts val="1200"/>
              </a:spcAft>
            </a:pPr>
            <a:r>
              <a:rPr lang="pt-BR" sz="16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Gerência de </a:t>
            </a:r>
            <a:r>
              <a:rPr lang="pt-BR" sz="16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Governança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2" descr="Resultado de imagem para gerenciamento de mudanças itil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615" y="7613547"/>
            <a:ext cx="3010948" cy="1900106"/>
          </a:xfrm>
          <a:prstGeom prst="rect">
            <a:avLst/>
          </a:prstGeom>
          <a:noFill/>
          <a:extLst/>
        </p:spPr>
      </p:pic>
    </p:spTree>
    <p:extLst>
      <p:ext uri="{BB962C8B-B14F-4D97-AF65-F5344CB8AC3E}">
        <p14:creationId xmlns:p14="http://schemas.microsoft.com/office/powerpoint/2010/main" val="174286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3277</TotalTime>
  <Words>85</Words>
  <PresentationFormat>Papel A4 (210 x 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2016-12-20T12:23:45Z</dcterms:modified>
</cp:coreProperties>
</file>