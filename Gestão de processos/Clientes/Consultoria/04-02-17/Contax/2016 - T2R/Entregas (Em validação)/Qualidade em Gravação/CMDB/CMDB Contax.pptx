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5"/>
  </p:notesMasterIdLst>
  <p:sldIdLst>
    <p:sldId id="262" r:id="rId5"/>
    <p:sldId id="288" r:id="rId6"/>
    <p:sldId id="289" r:id="rId7"/>
    <p:sldId id="290" r:id="rId8"/>
    <p:sldId id="293" r:id="rId9"/>
    <p:sldId id="295" r:id="rId10"/>
    <p:sldId id="291" r:id="rId11"/>
    <p:sldId id="296" r:id="rId12"/>
    <p:sldId id="292" r:id="rId13"/>
    <p:sldId id="294" r:id="rId1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3809" autoAdjust="0"/>
  </p:normalViewPr>
  <p:slideViewPr>
    <p:cSldViewPr snapToGrid="0" snapToObjects="1">
      <p:cViewPr varScale="1">
        <p:scale>
          <a:sx n="98" d="100"/>
          <a:sy n="98" d="100"/>
        </p:scale>
        <p:origin x="624" y="84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63688-85F7-4BB0-BCF7-CA923CFDA3C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5925727-6E4E-4970-A330-08064ADF1B3A}">
      <dgm:prSet phldrT="[Texto]"/>
      <dgm:spPr/>
      <dgm:t>
        <a:bodyPr/>
        <a:lstStyle/>
        <a:p>
          <a:r>
            <a:rPr lang="pt-BR" dirty="0" smtClean="0"/>
            <a:t>Área de Negocio</a:t>
          </a:r>
          <a:endParaRPr lang="pt-BR" dirty="0"/>
        </a:p>
      </dgm:t>
    </dgm:pt>
    <dgm:pt modelId="{3974A9FF-66DE-4837-ABB1-9E1144AD7D98}" type="parTrans" cxnId="{69B1C087-D93E-4DB8-99EF-4D1028D48D4B}">
      <dgm:prSet/>
      <dgm:spPr/>
      <dgm:t>
        <a:bodyPr/>
        <a:lstStyle/>
        <a:p>
          <a:endParaRPr lang="pt-BR"/>
        </a:p>
      </dgm:t>
    </dgm:pt>
    <dgm:pt modelId="{17EAD259-75F9-4C94-8E95-66408B5078C5}" type="sibTrans" cxnId="{69B1C087-D93E-4DB8-99EF-4D1028D48D4B}">
      <dgm:prSet/>
      <dgm:spPr/>
      <dgm:t>
        <a:bodyPr/>
        <a:lstStyle/>
        <a:p>
          <a:endParaRPr lang="pt-BR"/>
        </a:p>
      </dgm:t>
    </dgm:pt>
    <dgm:pt modelId="{F1285014-28AA-45D9-ADEE-AE91877D442E}">
      <dgm:prSet phldrT="[Texto]"/>
      <dgm:spPr/>
      <dgm:t>
        <a:bodyPr/>
        <a:lstStyle/>
        <a:p>
          <a:r>
            <a:rPr lang="pt-BR" dirty="0" smtClean="0"/>
            <a:t>Serviços de Negocio</a:t>
          </a:r>
          <a:endParaRPr lang="pt-BR" dirty="0"/>
        </a:p>
      </dgm:t>
    </dgm:pt>
    <dgm:pt modelId="{8C9170B1-696D-4FD1-BD51-FEF029D4CB8E}" type="parTrans" cxnId="{7028510D-286A-4FDD-9D79-9C67C4D96710}">
      <dgm:prSet/>
      <dgm:spPr/>
      <dgm:t>
        <a:bodyPr/>
        <a:lstStyle/>
        <a:p>
          <a:endParaRPr lang="pt-BR"/>
        </a:p>
      </dgm:t>
    </dgm:pt>
    <dgm:pt modelId="{7D2974FE-1947-48F3-844F-5AEF96672C1F}" type="sibTrans" cxnId="{7028510D-286A-4FDD-9D79-9C67C4D96710}">
      <dgm:prSet/>
      <dgm:spPr/>
      <dgm:t>
        <a:bodyPr/>
        <a:lstStyle/>
        <a:p>
          <a:endParaRPr lang="pt-BR"/>
        </a:p>
      </dgm:t>
    </dgm:pt>
    <dgm:pt modelId="{1EECB3BF-E710-4144-9EAF-218C572ACF9B}">
      <dgm:prSet phldrT="[Texto]"/>
      <dgm:spPr/>
      <dgm:t>
        <a:bodyPr/>
        <a:lstStyle/>
        <a:p>
          <a:r>
            <a:rPr lang="pt-BR" dirty="0" smtClean="0"/>
            <a:t>Serviços de TI</a:t>
          </a:r>
          <a:endParaRPr lang="pt-BR" dirty="0"/>
        </a:p>
      </dgm:t>
    </dgm:pt>
    <dgm:pt modelId="{A9316EB5-2951-4164-BF3F-A4A0E386F6C3}" type="parTrans" cxnId="{1455B914-9438-46B8-960A-87999A8ED3D4}">
      <dgm:prSet/>
      <dgm:spPr/>
      <dgm:t>
        <a:bodyPr/>
        <a:lstStyle/>
        <a:p>
          <a:endParaRPr lang="pt-BR"/>
        </a:p>
      </dgm:t>
    </dgm:pt>
    <dgm:pt modelId="{9A79DA62-458F-4DE2-B981-61B48BDE5CAC}" type="sibTrans" cxnId="{1455B914-9438-46B8-960A-87999A8ED3D4}">
      <dgm:prSet/>
      <dgm:spPr/>
      <dgm:t>
        <a:bodyPr/>
        <a:lstStyle/>
        <a:p>
          <a:endParaRPr lang="pt-BR"/>
        </a:p>
      </dgm:t>
    </dgm:pt>
    <dgm:pt modelId="{C806A913-F286-43F6-8467-F5B3E4FDCA6A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Linha de Negocio da Empresa, gera receita para o conglomerado</a:t>
          </a:r>
          <a:endParaRPr lang="pt-BR" dirty="0"/>
        </a:p>
      </dgm:t>
    </dgm:pt>
    <dgm:pt modelId="{20D0CF8D-8A4B-49CE-AC15-917E7E96801E}" type="parTrans" cxnId="{5ACF69B1-5908-444A-8FFF-D5ED59342BCE}">
      <dgm:prSet/>
      <dgm:spPr/>
      <dgm:t>
        <a:bodyPr/>
        <a:lstStyle/>
        <a:p>
          <a:endParaRPr lang="pt-BR"/>
        </a:p>
      </dgm:t>
    </dgm:pt>
    <dgm:pt modelId="{6E0DD9F1-2991-4524-8301-FD24E5ADA463}" type="sibTrans" cxnId="{5ACF69B1-5908-444A-8FFF-D5ED59342BCE}">
      <dgm:prSet/>
      <dgm:spPr/>
      <dgm:t>
        <a:bodyPr/>
        <a:lstStyle/>
        <a:p>
          <a:endParaRPr lang="pt-BR"/>
        </a:p>
      </dgm:t>
    </dgm:pt>
    <dgm:pt modelId="{F93FF64A-92D3-4F79-A21B-5B01E66E2168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utilizados pelos usuários</a:t>
          </a:r>
          <a:endParaRPr lang="pt-BR" dirty="0"/>
        </a:p>
      </dgm:t>
    </dgm:pt>
    <dgm:pt modelId="{74CA492C-5BE9-40AA-90DF-922876801DC0}" type="parTrans" cxnId="{BDED8074-302D-4CFF-BC39-FAF2B160749D}">
      <dgm:prSet/>
      <dgm:spPr/>
      <dgm:t>
        <a:bodyPr/>
        <a:lstStyle/>
        <a:p>
          <a:endParaRPr lang="pt-BR"/>
        </a:p>
      </dgm:t>
    </dgm:pt>
    <dgm:pt modelId="{8E83C059-F59E-4791-B298-9D39C7BF4291}" type="sibTrans" cxnId="{BDED8074-302D-4CFF-BC39-FAF2B160749D}">
      <dgm:prSet/>
      <dgm:spPr/>
      <dgm:t>
        <a:bodyPr/>
        <a:lstStyle/>
        <a:p>
          <a:endParaRPr lang="pt-BR"/>
        </a:p>
      </dgm:t>
    </dgm:pt>
    <dgm:pt modelId="{5D89FA9F-6E58-4D11-9178-79957703BF70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</a:t>
          </a:r>
          <a:r>
            <a:rPr lang="pt-BR" dirty="0" err="1" smtClean="0"/>
            <a:t>agrupadores</a:t>
          </a:r>
          <a:r>
            <a:rPr lang="pt-BR" dirty="0" smtClean="0"/>
            <a:t> de TI e entendidos apenas pela TI</a:t>
          </a:r>
          <a:endParaRPr lang="pt-BR" dirty="0"/>
        </a:p>
      </dgm:t>
    </dgm:pt>
    <dgm:pt modelId="{A085AEF6-0A1A-40BA-9FD1-262011016571}" type="parTrans" cxnId="{B34C275B-D847-47FF-98A6-A665A1D8B678}">
      <dgm:prSet/>
      <dgm:spPr/>
      <dgm:t>
        <a:bodyPr/>
        <a:lstStyle/>
        <a:p>
          <a:endParaRPr lang="pt-BR"/>
        </a:p>
      </dgm:t>
    </dgm:pt>
    <dgm:pt modelId="{63BD2915-CA0E-4927-8F47-C9980A5769DB}" type="sibTrans" cxnId="{B34C275B-D847-47FF-98A6-A665A1D8B678}">
      <dgm:prSet/>
      <dgm:spPr/>
      <dgm:t>
        <a:bodyPr/>
        <a:lstStyle/>
        <a:p>
          <a:endParaRPr lang="pt-BR"/>
        </a:p>
      </dgm:t>
    </dgm:pt>
    <dgm:pt modelId="{CEA640C1-809B-4224-9CE8-43E79C5800F7}">
      <dgm:prSet/>
      <dgm:spPr>
        <a:solidFill>
          <a:srgbClr val="00B050"/>
        </a:solidFill>
      </dgm:spPr>
      <dgm:t>
        <a:bodyPr/>
        <a:lstStyle/>
        <a:p>
          <a:r>
            <a:rPr lang="pt-BR" dirty="0" smtClean="0"/>
            <a:t>Componentes de TI</a:t>
          </a:r>
          <a:endParaRPr lang="pt-BR" dirty="0"/>
        </a:p>
      </dgm:t>
    </dgm:pt>
    <dgm:pt modelId="{0B527810-1174-439C-81A2-6165EF2028B8}" type="parTrans" cxnId="{59844A15-8C5D-492D-9CFA-032E62500B13}">
      <dgm:prSet/>
      <dgm:spPr/>
      <dgm:t>
        <a:bodyPr/>
        <a:lstStyle/>
        <a:p>
          <a:endParaRPr lang="pt-BR"/>
        </a:p>
      </dgm:t>
    </dgm:pt>
    <dgm:pt modelId="{9CA16B0E-380E-4AA8-AFCD-1C724CA05E2F}" type="sibTrans" cxnId="{59844A15-8C5D-492D-9CFA-032E62500B13}">
      <dgm:prSet/>
      <dgm:spPr/>
      <dgm:t>
        <a:bodyPr/>
        <a:lstStyle/>
        <a:p>
          <a:endParaRPr lang="pt-BR"/>
        </a:p>
      </dgm:t>
    </dgm:pt>
    <dgm:pt modelId="{08090EE0-0F52-4CAE-9C9D-282ADC75058A}">
      <dgm:prSet phldrT="[Texto]"/>
      <dgm:spPr>
        <a:solidFill>
          <a:schemeClr val="bg1"/>
        </a:solidFill>
      </dgm:spPr>
      <dgm:t>
        <a:bodyPr/>
        <a:lstStyle/>
        <a:p>
          <a:r>
            <a:rPr lang="pt-BR" dirty="0" smtClean="0"/>
            <a:t>São todos os componentes de TI como Hardware, Software e documentação associada</a:t>
          </a:r>
          <a:endParaRPr lang="pt-BR" dirty="0"/>
        </a:p>
      </dgm:t>
    </dgm:pt>
    <dgm:pt modelId="{9FFD9CA9-0E55-4DB4-A1F4-7FD761988823}" type="parTrans" cxnId="{EFCFFB47-CE4A-4AFE-A0B5-471FACB1609A}">
      <dgm:prSet/>
      <dgm:spPr/>
      <dgm:t>
        <a:bodyPr/>
        <a:lstStyle/>
        <a:p>
          <a:endParaRPr lang="pt-BR"/>
        </a:p>
      </dgm:t>
    </dgm:pt>
    <dgm:pt modelId="{BBF34DDC-F2E2-4681-98D3-DEAB3EDEA6C2}" type="sibTrans" cxnId="{EFCFFB47-CE4A-4AFE-A0B5-471FACB1609A}">
      <dgm:prSet/>
      <dgm:spPr/>
      <dgm:t>
        <a:bodyPr/>
        <a:lstStyle/>
        <a:p>
          <a:endParaRPr lang="pt-BR"/>
        </a:p>
      </dgm:t>
    </dgm:pt>
    <dgm:pt modelId="{394F75A3-66AF-4999-866E-3F34E43C9DDC}" type="pres">
      <dgm:prSet presAssocID="{F9163688-85F7-4BB0-BCF7-CA923CFDA3C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0FDFE736-AD26-4769-B43F-D56D2E33497A}" type="pres">
      <dgm:prSet presAssocID="{F9163688-85F7-4BB0-BCF7-CA923CFDA3CA}" presName="hierFlow" presStyleCnt="0"/>
      <dgm:spPr/>
    </dgm:pt>
    <dgm:pt modelId="{CD5BF193-19D0-45D4-BDE0-7DA75710BB87}" type="pres">
      <dgm:prSet presAssocID="{F9163688-85F7-4BB0-BCF7-CA923CFDA3CA}" presName="firstBuf" presStyleCnt="0"/>
      <dgm:spPr/>
    </dgm:pt>
    <dgm:pt modelId="{C8C67CF5-A1BC-43A2-B594-77668408828D}" type="pres">
      <dgm:prSet presAssocID="{F9163688-85F7-4BB0-BCF7-CA923CFDA3C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F6BA0C7-61B3-4539-9986-86AFA0848883}" type="pres">
      <dgm:prSet presAssocID="{25925727-6E4E-4970-A330-08064ADF1B3A}" presName="Name14" presStyleCnt="0"/>
      <dgm:spPr/>
    </dgm:pt>
    <dgm:pt modelId="{F5F55FE9-EA24-4432-AC90-5C6C43A62517}" type="pres">
      <dgm:prSet presAssocID="{25925727-6E4E-4970-A330-08064ADF1B3A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EFE2CEC-D63E-4F20-BACB-173A7704A9EF}" type="pres">
      <dgm:prSet presAssocID="{25925727-6E4E-4970-A330-08064ADF1B3A}" presName="hierChild2" presStyleCnt="0"/>
      <dgm:spPr/>
    </dgm:pt>
    <dgm:pt modelId="{720B351B-F931-4BD1-BE31-470A7A3233EB}" type="pres">
      <dgm:prSet presAssocID="{8C9170B1-696D-4FD1-BD51-FEF029D4CB8E}" presName="Name19" presStyleLbl="parChTrans1D2" presStyleIdx="0" presStyleCnt="1"/>
      <dgm:spPr/>
      <dgm:t>
        <a:bodyPr/>
        <a:lstStyle/>
        <a:p>
          <a:endParaRPr lang="pt-BR"/>
        </a:p>
      </dgm:t>
    </dgm:pt>
    <dgm:pt modelId="{245CA802-F5CA-44BB-BF59-2459AF470572}" type="pres">
      <dgm:prSet presAssocID="{F1285014-28AA-45D9-ADEE-AE91877D442E}" presName="Name21" presStyleCnt="0"/>
      <dgm:spPr/>
    </dgm:pt>
    <dgm:pt modelId="{35517F46-B349-48E6-B6D7-9EBBCBAD24CA}" type="pres">
      <dgm:prSet presAssocID="{F1285014-28AA-45D9-ADEE-AE91877D442E}" presName="level2Shape" presStyleLbl="node2" presStyleIdx="0" presStyleCnt="1"/>
      <dgm:spPr/>
      <dgm:t>
        <a:bodyPr/>
        <a:lstStyle/>
        <a:p>
          <a:endParaRPr lang="pt-BR"/>
        </a:p>
      </dgm:t>
    </dgm:pt>
    <dgm:pt modelId="{BF080F17-2B0D-40E9-941E-C6883BDC8D80}" type="pres">
      <dgm:prSet presAssocID="{F1285014-28AA-45D9-ADEE-AE91877D442E}" presName="hierChild3" presStyleCnt="0"/>
      <dgm:spPr/>
    </dgm:pt>
    <dgm:pt modelId="{05200CFD-AEC3-4EF6-BA6D-19AFA5A1ED66}" type="pres">
      <dgm:prSet presAssocID="{A9316EB5-2951-4164-BF3F-A4A0E386F6C3}" presName="Name19" presStyleLbl="parChTrans1D3" presStyleIdx="0" presStyleCnt="1"/>
      <dgm:spPr/>
      <dgm:t>
        <a:bodyPr/>
        <a:lstStyle/>
        <a:p>
          <a:endParaRPr lang="pt-BR"/>
        </a:p>
      </dgm:t>
    </dgm:pt>
    <dgm:pt modelId="{9B3BEDF4-B6DC-4A3C-9730-169A1D983649}" type="pres">
      <dgm:prSet presAssocID="{1EECB3BF-E710-4144-9EAF-218C572ACF9B}" presName="Name21" presStyleCnt="0"/>
      <dgm:spPr/>
    </dgm:pt>
    <dgm:pt modelId="{426F6866-51F4-48FC-82A2-42E92C40A665}" type="pres">
      <dgm:prSet presAssocID="{1EECB3BF-E710-4144-9EAF-218C572ACF9B}" presName="level2Shape" presStyleLbl="node3" presStyleIdx="0" presStyleCnt="1"/>
      <dgm:spPr/>
      <dgm:t>
        <a:bodyPr/>
        <a:lstStyle/>
        <a:p>
          <a:endParaRPr lang="pt-BR"/>
        </a:p>
      </dgm:t>
    </dgm:pt>
    <dgm:pt modelId="{7B86E2B5-54D3-40BC-A10D-144160A4ED57}" type="pres">
      <dgm:prSet presAssocID="{1EECB3BF-E710-4144-9EAF-218C572ACF9B}" presName="hierChild3" presStyleCnt="0"/>
      <dgm:spPr/>
    </dgm:pt>
    <dgm:pt modelId="{3118BB90-8790-4CAC-BD47-CABE60EFCE45}" type="pres">
      <dgm:prSet presAssocID="{0B527810-1174-439C-81A2-6165EF2028B8}" presName="Name19" presStyleLbl="parChTrans1D4" presStyleIdx="0" presStyleCnt="1"/>
      <dgm:spPr/>
      <dgm:t>
        <a:bodyPr/>
        <a:lstStyle/>
        <a:p>
          <a:endParaRPr lang="pt-BR"/>
        </a:p>
      </dgm:t>
    </dgm:pt>
    <dgm:pt modelId="{09425E91-6BBE-4BCF-A424-8FE5915EEF5F}" type="pres">
      <dgm:prSet presAssocID="{CEA640C1-809B-4224-9CE8-43E79C5800F7}" presName="Name21" presStyleCnt="0"/>
      <dgm:spPr/>
    </dgm:pt>
    <dgm:pt modelId="{6C71C0A6-5CB2-4496-A875-F7F1A448CB36}" type="pres">
      <dgm:prSet presAssocID="{CEA640C1-809B-4224-9CE8-43E79C5800F7}" presName="level2Shape" presStyleLbl="node4" presStyleIdx="0" presStyleCnt="1"/>
      <dgm:spPr/>
      <dgm:t>
        <a:bodyPr/>
        <a:lstStyle/>
        <a:p>
          <a:endParaRPr lang="pt-BR"/>
        </a:p>
      </dgm:t>
    </dgm:pt>
    <dgm:pt modelId="{1C4E5EB0-50D4-49FA-A46E-C96046FD732C}" type="pres">
      <dgm:prSet presAssocID="{CEA640C1-809B-4224-9CE8-43E79C5800F7}" presName="hierChild3" presStyleCnt="0"/>
      <dgm:spPr/>
    </dgm:pt>
    <dgm:pt modelId="{BBCFD8D7-11A0-4990-8779-5FBE94ED0B28}" type="pres">
      <dgm:prSet presAssocID="{F9163688-85F7-4BB0-BCF7-CA923CFDA3CA}" presName="bgShapesFlow" presStyleCnt="0"/>
      <dgm:spPr/>
    </dgm:pt>
    <dgm:pt modelId="{B8A2B8D9-25B8-4B53-B125-F6838601B80C}" type="pres">
      <dgm:prSet presAssocID="{C806A913-F286-43F6-8467-F5B3E4FDCA6A}" presName="rectComp" presStyleCnt="0"/>
      <dgm:spPr/>
    </dgm:pt>
    <dgm:pt modelId="{25F108FF-0A8C-45FE-BD17-5AC2A4FEEBFF}" type="pres">
      <dgm:prSet presAssocID="{C806A913-F286-43F6-8467-F5B3E4FDCA6A}" presName="bgRect" presStyleLbl="bgShp" presStyleIdx="0" presStyleCnt="4"/>
      <dgm:spPr/>
      <dgm:t>
        <a:bodyPr/>
        <a:lstStyle/>
        <a:p>
          <a:endParaRPr lang="pt-BR"/>
        </a:p>
      </dgm:t>
    </dgm:pt>
    <dgm:pt modelId="{320323EE-229D-413F-9CB8-BE13514A7AB5}" type="pres">
      <dgm:prSet presAssocID="{C806A913-F286-43F6-8467-F5B3E4FDCA6A}" presName="bgRectTx" presStyleLbl="bgShp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E92E28A-092D-4899-B0E7-41B726402B55}" type="pres">
      <dgm:prSet presAssocID="{C806A913-F286-43F6-8467-F5B3E4FDCA6A}" presName="spComp" presStyleCnt="0"/>
      <dgm:spPr/>
    </dgm:pt>
    <dgm:pt modelId="{71E03746-59C1-459C-96FA-04A0271439DC}" type="pres">
      <dgm:prSet presAssocID="{C806A913-F286-43F6-8467-F5B3E4FDCA6A}" presName="vSp" presStyleCnt="0"/>
      <dgm:spPr/>
    </dgm:pt>
    <dgm:pt modelId="{1779F9DC-3B1B-49ED-A00D-7C66EFE0288A}" type="pres">
      <dgm:prSet presAssocID="{F93FF64A-92D3-4F79-A21B-5B01E66E2168}" presName="rectComp" presStyleCnt="0"/>
      <dgm:spPr/>
    </dgm:pt>
    <dgm:pt modelId="{BD52C9BF-FA86-47D4-8A37-BD174CB687F1}" type="pres">
      <dgm:prSet presAssocID="{F93FF64A-92D3-4F79-A21B-5B01E66E2168}" presName="bgRect" presStyleLbl="bgShp" presStyleIdx="1" presStyleCnt="4"/>
      <dgm:spPr/>
      <dgm:t>
        <a:bodyPr/>
        <a:lstStyle/>
        <a:p>
          <a:endParaRPr lang="pt-BR"/>
        </a:p>
      </dgm:t>
    </dgm:pt>
    <dgm:pt modelId="{45B11416-7524-4E24-98D0-664457AA89A1}" type="pres">
      <dgm:prSet presAssocID="{F93FF64A-92D3-4F79-A21B-5B01E66E2168}" presName="bgRectTx" presStyleLbl="bgShp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A3DEA2-6837-49AA-8789-F19357C0813A}" type="pres">
      <dgm:prSet presAssocID="{F93FF64A-92D3-4F79-A21B-5B01E66E2168}" presName="spComp" presStyleCnt="0"/>
      <dgm:spPr/>
    </dgm:pt>
    <dgm:pt modelId="{1A1794FD-48C1-415B-8FF1-0FE94652EE54}" type="pres">
      <dgm:prSet presAssocID="{F93FF64A-92D3-4F79-A21B-5B01E66E2168}" presName="vSp" presStyleCnt="0"/>
      <dgm:spPr/>
    </dgm:pt>
    <dgm:pt modelId="{5612A689-8178-43C6-A1A9-538C04E18751}" type="pres">
      <dgm:prSet presAssocID="{5D89FA9F-6E58-4D11-9178-79957703BF70}" presName="rectComp" presStyleCnt="0"/>
      <dgm:spPr/>
    </dgm:pt>
    <dgm:pt modelId="{6F8ED05D-06B2-489F-8630-523FCD4AFC79}" type="pres">
      <dgm:prSet presAssocID="{5D89FA9F-6E58-4D11-9178-79957703BF70}" presName="bgRect" presStyleLbl="bgShp" presStyleIdx="2" presStyleCnt="4"/>
      <dgm:spPr/>
      <dgm:t>
        <a:bodyPr/>
        <a:lstStyle/>
        <a:p>
          <a:endParaRPr lang="pt-BR"/>
        </a:p>
      </dgm:t>
    </dgm:pt>
    <dgm:pt modelId="{2FF8A7F1-36C4-4B5F-9598-FCBDB02D80A1}" type="pres">
      <dgm:prSet presAssocID="{5D89FA9F-6E58-4D11-9178-79957703BF70}" presName="bgRectTx" presStyleLbl="bgShp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1F4EE2D-AF7E-4C14-90E7-02B13E239CF5}" type="pres">
      <dgm:prSet presAssocID="{5D89FA9F-6E58-4D11-9178-79957703BF70}" presName="spComp" presStyleCnt="0"/>
      <dgm:spPr/>
    </dgm:pt>
    <dgm:pt modelId="{EC90E656-7B9C-4267-8527-91947223F774}" type="pres">
      <dgm:prSet presAssocID="{5D89FA9F-6E58-4D11-9178-79957703BF70}" presName="vSp" presStyleCnt="0"/>
      <dgm:spPr/>
    </dgm:pt>
    <dgm:pt modelId="{1DFEEBEF-72D5-435F-B948-305963752894}" type="pres">
      <dgm:prSet presAssocID="{08090EE0-0F52-4CAE-9C9D-282ADC75058A}" presName="rectComp" presStyleCnt="0"/>
      <dgm:spPr/>
    </dgm:pt>
    <dgm:pt modelId="{678013A4-64EE-4143-B374-F5C28D4D7C7E}" type="pres">
      <dgm:prSet presAssocID="{08090EE0-0F52-4CAE-9C9D-282ADC75058A}" presName="bgRect" presStyleLbl="bgShp" presStyleIdx="3" presStyleCnt="4" custLinFactNeighborY="395"/>
      <dgm:spPr/>
      <dgm:t>
        <a:bodyPr/>
        <a:lstStyle/>
        <a:p>
          <a:endParaRPr lang="pt-BR"/>
        </a:p>
      </dgm:t>
    </dgm:pt>
    <dgm:pt modelId="{14DEF4FA-A74A-43A4-B121-C0696F045790}" type="pres">
      <dgm:prSet presAssocID="{08090EE0-0F52-4CAE-9C9D-282ADC75058A}" presName="bgRectTx" presStyleLbl="bgShp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0AEB04E-D92F-4828-B627-D7B3702CD0FB}" type="presOf" srcId="{F93FF64A-92D3-4F79-A21B-5B01E66E2168}" destId="{BD52C9BF-FA86-47D4-8A37-BD174CB687F1}" srcOrd="0" destOrd="0" presId="urn:microsoft.com/office/officeart/2005/8/layout/hierarchy6"/>
    <dgm:cxn modelId="{B34C275B-D847-47FF-98A6-A665A1D8B678}" srcId="{F9163688-85F7-4BB0-BCF7-CA923CFDA3CA}" destId="{5D89FA9F-6E58-4D11-9178-79957703BF70}" srcOrd="3" destOrd="0" parTransId="{A085AEF6-0A1A-40BA-9FD1-262011016571}" sibTransId="{63BD2915-CA0E-4927-8F47-C9980A5769DB}"/>
    <dgm:cxn modelId="{69B1C087-D93E-4DB8-99EF-4D1028D48D4B}" srcId="{F9163688-85F7-4BB0-BCF7-CA923CFDA3CA}" destId="{25925727-6E4E-4970-A330-08064ADF1B3A}" srcOrd="0" destOrd="0" parTransId="{3974A9FF-66DE-4837-ABB1-9E1144AD7D98}" sibTransId="{17EAD259-75F9-4C94-8E95-66408B5078C5}"/>
    <dgm:cxn modelId="{C397DC3B-83BD-496F-8985-816399A3B0FD}" type="presOf" srcId="{F93FF64A-92D3-4F79-A21B-5B01E66E2168}" destId="{45B11416-7524-4E24-98D0-664457AA89A1}" srcOrd="1" destOrd="0" presId="urn:microsoft.com/office/officeart/2005/8/layout/hierarchy6"/>
    <dgm:cxn modelId="{2492C00D-4CFB-4BE2-AE33-3E5CCFED970B}" type="presOf" srcId="{C806A913-F286-43F6-8467-F5B3E4FDCA6A}" destId="{25F108FF-0A8C-45FE-BD17-5AC2A4FEEBFF}" srcOrd="0" destOrd="0" presId="urn:microsoft.com/office/officeart/2005/8/layout/hierarchy6"/>
    <dgm:cxn modelId="{B8203BBE-00F8-494A-97BE-669DA752DD17}" type="presOf" srcId="{0B527810-1174-439C-81A2-6165EF2028B8}" destId="{3118BB90-8790-4CAC-BD47-CABE60EFCE45}" srcOrd="0" destOrd="0" presId="urn:microsoft.com/office/officeart/2005/8/layout/hierarchy6"/>
    <dgm:cxn modelId="{23D6CF4A-EB4B-40AF-9C63-1DD47022C804}" type="presOf" srcId="{CEA640C1-809B-4224-9CE8-43E79C5800F7}" destId="{6C71C0A6-5CB2-4496-A875-F7F1A448CB36}" srcOrd="0" destOrd="0" presId="urn:microsoft.com/office/officeart/2005/8/layout/hierarchy6"/>
    <dgm:cxn modelId="{559851C2-C210-4914-8EA2-156CDAAB74D1}" type="presOf" srcId="{A9316EB5-2951-4164-BF3F-A4A0E386F6C3}" destId="{05200CFD-AEC3-4EF6-BA6D-19AFA5A1ED66}" srcOrd="0" destOrd="0" presId="urn:microsoft.com/office/officeart/2005/8/layout/hierarchy6"/>
    <dgm:cxn modelId="{5ACF69B1-5908-444A-8FFF-D5ED59342BCE}" srcId="{F9163688-85F7-4BB0-BCF7-CA923CFDA3CA}" destId="{C806A913-F286-43F6-8467-F5B3E4FDCA6A}" srcOrd="1" destOrd="0" parTransId="{20D0CF8D-8A4B-49CE-AC15-917E7E96801E}" sibTransId="{6E0DD9F1-2991-4524-8301-FD24E5ADA463}"/>
    <dgm:cxn modelId="{59844A15-8C5D-492D-9CFA-032E62500B13}" srcId="{1EECB3BF-E710-4144-9EAF-218C572ACF9B}" destId="{CEA640C1-809B-4224-9CE8-43E79C5800F7}" srcOrd="0" destOrd="0" parTransId="{0B527810-1174-439C-81A2-6165EF2028B8}" sibTransId="{9CA16B0E-380E-4AA8-AFCD-1C724CA05E2F}"/>
    <dgm:cxn modelId="{BC19230F-CA26-4DB2-9134-D747BF2B61E8}" type="presOf" srcId="{08090EE0-0F52-4CAE-9C9D-282ADC75058A}" destId="{678013A4-64EE-4143-B374-F5C28D4D7C7E}" srcOrd="0" destOrd="0" presId="urn:microsoft.com/office/officeart/2005/8/layout/hierarchy6"/>
    <dgm:cxn modelId="{7028510D-286A-4FDD-9D79-9C67C4D96710}" srcId="{25925727-6E4E-4970-A330-08064ADF1B3A}" destId="{F1285014-28AA-45D9-ADEE-AE91877D442E}" srcOrd="0" destOrd="0" parTransId="{8C9170B1-696D-4FD1-BD51-FEF029D4CB8E}" sibTransId="{7D2974FE-1947-48F3-844F-5AEF96672C1F}"/>
    <dgm:cxn modelId="{E6BC2A0C-2D89-4415-BC03-84FCD3F1150B}" type="presOf" srcId="{F9163688-85F7-4BB0-BCF7-CA923CFDA3CA}" destId="{394F75A3-66AF-4999-866E-3F34E43C9DDC}" srcOrd="0" destOrd="0" presId="urn:microsoft.com/office/officeart/2005/8/layout/hierarchy6"/>
    <dgm:cxn modelId="{04FAB1B7-F2DA-458F-9644-EDBC5FD654E5}" type="presOf" srcId="{5D89FA9F-6E58-4D11-9178-79957703BF70}" destId="{2FF8A7F1-36C4-4B5F-9598-FCBDB02D80A1}" srcOrd="1" destOrd="0" presId="urn:microsoft.com/office/officeart/2005/8/layout/hierarchy6"/>
    <dgm:cxn modelId="{4BF43783-9C83-42C0-9D30-16924E3A59CC}" type="presOf" srcId="{25925727-6E4E-4970-A330-08064ADF1B3A}" destId="{F5F55FE9-EA24-4432-AC90-5C6C43A62517}" srcOrd="0" destOrd="0" presId="urn:microsoft.com/office/officeart/2005/8/layout/hierarchy6"/>
    <dgm:cxn modelId="{1455B914-9438-46B8-960A-87999A8ED3D4}" srcId="{F1285014-28AA-45D9-ADEE-AE91877D442E}" destId="{1EECB3BF-E710-4144-9EAF-218C572ACF9B}" srcOrd="0" destOrd="0" parTransId="{A9316EB5-2951-4164-BF3F-A4A0E386F6C3}" sibTransId="{9A79DA62-458F-4DE2-B981-61B48BDE5CAC}"/>
    <dgm:cxn modelId="{AC347C37-9145-46BD-8969-0863AC5FD530}" type="presOf" srcId="{1EECB3BF-E710-4144-9EAF-218C572ACF9B}" destId="{426F6866-51F4-48FC-82A2-42E92C40A665}" srcOrd="0" destOrd="0" presId="urn:microsoft.com/office/officeart/2005/8/layout/hierarchy6"/>
    <dgm:cxn modelId="{FC6EEA20-5DD3-4FFB-A782-5098C17CB9EC}" type="presOf" srcId="{F1285014-28AA-45D9-ADEE-AE91877D442E}" destId="{35517F46-B349-48E6-B6D7-9EBBCBAD24CA}" srcOrd="0" destOrd="0" presId="urn:microsoft.com/office/officeart/2005/8/layout/hierarchy6"/>
    <dgm:cxn modelId="{EC56ABBE-8152-4562-B260-A2DEF822A2A0}" type="presOf" srcId="{5D89FA9F-6E58-4D11-9178-79957703BF70}" destId="{6F8ED05D-06B2-489F-8630-523FCD4AFC79}" srcOrd="0" destOrd="0" presId="urn:microsoft.com/office/officeart/2005/8/layout/hierarchy6"/>
    <dgm:cxn modelId="{F08303E7-1DFB-42F6-92A2-7EC8297DA08A}" type="presOf" srcId="{8C9170B1-696D-4FD1-BD51-FEF029D4CB8E}" destId="{720B351B-F931-4BD1-BE31-470A7A3233EB}" srcOrd="0" destOrd="0" presId="urn:microsoft.com/office/officeart/2005/8/layout/hierarchy6"/>
    <dgm:cxn modelId="{BDED8074-302D-4CFF-BC39-FAF2B160749D}" srcId="{F9163688-85F7-4BB0-BCF7-CA923CFDA3CA}" destId="{F93FF64A-92D3-4F79-A21B-5B01E66E2168}" srcOrd="2" destOrd="0" parTransId="{74CA492C-5BE9-40AA-90DF-922876801DC0}" sibTransId="{8E83C059-F59E-4791-B298-9D39C7BF4291}"/>
    <dgm:cxn modelId="{0EE56FA7-7D0A-4652-AC32-FD4C82113578}" type="presOf" srcId="{C806A913-F286-43F6-8467-F5B3E4FDCA6A}" destId="{320323EE-229D-413F-9CB8-BE13514A7AB5}" srcOrd="1" destOrd="0" presId="urn:microsoft.com/office/officeart/2005/8/layout/hierarchy6"/>
    <dgm:cxn modelId="{9D0A670B-F391-42C4-9F29-127A2F0C598D}" type="presOf" srcId="{08090EE0-0F52-4CAE-9C9D-282ADC75058A}" destId="{14DEF4FA-A74A-43A4-B121-C0696F045790}" srcOrd="1" destOrd="0" presId="urn:microsoft.com/office/officeart/2005/8/layout/hierarchy6"/>
    <dgm:cxn modelId="{EFCFFB47-CE4A-4AFE-A0B5-471FACB1609A}" srcId="{F9163688-85F7-4BB0-BCF7-CA923CFDA3CA}" destId="{08090EE0-0F52-4CAE-9C9D-282ADC75058A}" srcOrd="4" destOrd="0" parTransId="{9FFD9CA9-0E55-4DB4-A1F4-7FD761988823}" sibTransId="{BBF34DDC-F2E2-4681-98D3-DEAB3EDEA6C2}"/>
    <dgm:cxn modelId="{89512A88-B52F-41DA-B5F7-E3CF85603B92}" type="presParOf" srcId="{394F75A3-66AF-4999-866E-3F34E43C9DDC}" destId="{0FDFE736-AD26-4769-B43F-D56D2E33497A}" srcOrd="0" destOrd="0" presId="urn:microsoft.com/office/officeart/2005/8/layout/hierarchy6"/>
    <dgm:cxn modelId="{1A057086-1AEE-4A61-8E95-792C773E72D9}" type="presParOf" srcId="{0FDFE736-AD26-4769-B43F-D56D2E33497A}" destId="{CD5BF193-19D0-45D4-BDE0-7DA75710BB87}" srcOrd="0" destOrd="0" presId="urn:microsoft.com/office/officeart/2005/8/layout/hierarchy6"/>
    <dgm:cxn modelId="{7B3BD61B-9C70-4434-8790-420EE58A4FE5}" type="presParOf" srcId="{0FDFE736-AD26-4769-B43F-D56D2E33497A}" destId="{C8C67CF5-A1BC-43A2-B594-77668408828D}" srcOrd="1" destOrd="0" presId="urn:microsoft.com/office/officeart/2005/8/layout/hierarchy6"/>
    <dgm:cxn modelId="{74C2FD12-73F8-44D9-AE8A-237C6D5BDB7C}" type="presParOf" srcId="{C8C67CF5-A1BC-43A2-B594-77668408828D}" destId="{0F6BA0C7-61B3-4539-9986-86AFA0848883}" srcOrd="0" destOrd="0" presId="urn:microsoft.com/office/officeart/2005/8/layout/hierarchy6"/>
    <dgm:cxn modelId="{04D6C34E-1775-421C-A2DD-CC1DC315B889}" type="presParOf" srcId="{0F6BA0C7-61B3-4539-9986-86AFA0848883}" destId="{F5F55FE9-EA24-4432-AC90-5C6C43A62517}" srcOrd="0" destOrd="0" presId="urn:microsoft.com/office/officeart/2005/8/layout/hierarchy6"/>
    <dgm:cxn modelId="{77DD7636-F04B-4191-AB0C-91D85D522EB8}" type="presParOf" srcId="{0F6BA0C7-61B3-4539-9986-86AFA0848883}" destId="{DEFE2CEC-D63E-4F20-BACB-173A7704A9EF}" srcOrd="1" destOrd="0" presId="urn:microsoft.com/office/officeart/2005/8/layout/hierarchy6"/>
    <dgm:cxn modelId="{1DEDCABD-D9E5-42E2-9A4A-FD0755BCF4E9}" type="presParOf" srcId="{DEFE2CEC-D63E-4F20-BACB-173A7704A9EF}" destId="{720B351B-F931-4BD1-BE31-470A7A3233EB}" srcOrd="0" destOrd="0" presId="urn:microsoft.com/office/officeart/2005/8/layout/hierarchy6"/>
    <dgm:cxn modelId="{61CA805E-28E5-4FBA-8258-1A1050CE5292}" type="presParOf" srcId="{DEFE2CEC-D63E-4F20-BACB-173A7704A9EF}" destId="{245CA802-F5CA-44BB-BF59-2459AF470572}" srcOrd="1" destOrd="0" presId="urn:microsoft.com/office/officeart/2005/8/layout/hierarchy6"/>
    <dgm:cxn modelId="{EC8FF67D-7CF1-4EFD-AA0A-1B32D42B6F1E}" type="presParOf" srcId="{245CA802-F5CA-44BB-BF59-2459AF470572}" destId="{35517F46-B349-48E6-B6D7-9EBBCBAD24CA}" srcOrd="0" destOrd="0" presId="urn:microsoft.com/office/officeart/2005/8/layout/hierarchy6"/>
    <dgm:cxn modelId="{3448A18E-F612-4F76-AEA3-B9A8FE3CB5CD}" type="presParOf" srcId="{245CA802-F5CA-44BB-BF59-2459AF470572}" destId="{BF080F17-2B0D-40E9-941E-C6883BDC8D80}" srcOrd="1" destOrd="0" presId="urn:microsoft.com/office/officeart/2005/8/layout/hierarchy6"/>
    <dgm:cxn modelId="{39EF200F-7179-4B3D-A6DA-A87A422FCAA1}" type="presParOf" srcId="{BF080F17-2B0D-40E9-941E-C6883BDC8D80}" destId="{05200CFD-AEC3-4EF6-BA6D-19AFA5A1ED66}" srcOrd="0" destOrd="0" presId="urn:microsoft.com/office/officeart/2005/8/layout/hierarchy6"/>
    <dgm:cxn modelId="{E21EBE27-6330-460B-9C72-A59EF6339385}" type="presParOf" srcId="{BF080F17-2B0D-40E9-941E-C6883BDC8D80}" destId="{9B3BEDF4-B6DC-4A3C-9730-169A1D983649}" srcOrd="1" destOrd="0" presId="urn:microsoft.com/office/officeart/2005/8/layout/hierarchy6"/>
    <dgm:cxn modelId="{DF5B295E-E32B-450A-9145-07CAFFBBE831}" type="presParOf" srcId="{9B3BEDF4-B6DC-4A3C-9730-169A1D983649}" destId="{426F6866-51F4-48FC-82A2-42E92C40A665}" srcOrd="0" destOrd="0" presId="urn:microsoft.com/office/officeart/2005/8/layout/hierarchy6"/>
    <dgm:cxn modelId="{ABF8E6F1-64F3-4BEA-830B-D443BC1E3208}" type="presParOf" srcId="{9B3BEDF4-B6DC-4A3C-9730-169A1D983649}" destId="{7B86E2B5-54D3-40BC-A10D-144160A4ED57}" srcOrd="1" destOrd="0" presId="urn:microsoft.com/office/officeart/2005/8/layout/hierarchy6"/>
    <dgm:cxn modelId="{01A93C97-8C74-4803-B5AA-D1198F2BD728}" type="presParOf" srcId="{7B86E2B5-54D3-40BC-A10D-144160A4ED57}" destId="{3118BB90-8790-4CAC-BD47-CABE60EFCE45}" srcOrd="0" destOrd="0" presId="urn:microsoft.com/office/officeart/2005/8/layout/hierarchy6"/>
    <dgm:cxn modelId="{B7712DAC-F028-4A39-BBF3-AE0B5B3101DE}" type="presParOf" srcId="{7B86E2B5-54D3-40BC-A10D-144160A4ED57}" destId="{09425E91-6BBE-4BCF-A424-8FE5915EEF5F}" srcOrd="1" destOrd="0" presId="urn:microsoft.com/office/officeart/2005/8/layout/hierarchy6"/>
    <dgm:cxn modelId="{AF934C5B-218C-487A-8B33-0D4BD65EEBAF}" type="presParOf" srcId="{09425E91-6BBE-4BCF-A424-8FE5915EEF5F}" destId="{6C71C0A6-5CB2-4496-A875-F7F1A448CB36}" srcOrd="0" destOrd="0" presId="urn:microsoft.com/office/officeart/2005/8/layout/hierarchy6"/>
    <dgm:cxn modelId="{E82131D3-4930-48A0-8D0C-080B0C646135}" type="presParOf" srcId="{09425E91-6BBE-4BCF-A424-8FE5915EEF5F}" destId="{1C4E5EB0-50D4-49FA-A46E-C96046FD732C}" srcOrd="1" destOrd="0" presId="urn:microsoft.com/office/officeart/2005/8/layout/hierarchy6"/>
    <dgm:cxn modelId="{A836927C-EEBC-436C-8567-1EAE23D47A14}" type="presParOf" srcId="{394F75A3-66AF-4999-866E-3F34E43C9DDC}" destId="{BBCFD8D7-11A0-4990-8779-5FBE94ED0B28}" srcOrd="1" destOrd="0" presId="urn:microsoft.com/office/officeart/2005/8/layout/hierarchy6"/>
    <dgm:cxn modelId="{545F2F39-0B0C-4797-BBC5-469234A898C0}" type="presParOf" srcId="{BBCFD8D7-11A0-4990-8779-5FBE94ED0B28}" destId="{B8A2B8D9-25B8-4B53-B125-F6838601B80C}" srcOrd="0" destOrd="0" presId="urn:microsoft.com/office/officeart/2005/8/layout/hierarchy6"/>
    <dgm:cxn modelId="{725DA5B4-6B24-4883-8041-4D8B2E8D15E3}" type="presParOf" srcId="{B8A2B8D9-25B8-4B53-B125-F6838601B80C}" destId="{25F108FF-0A8C-45FE-BD17-5AC2A4FEEBFF}" srcOrd="0" destOrd="0" presId="urn:microsoft.com/office/officeart/2005/8/layout/hierarchy6"/>
    <dgm:cxn modelId="{9C5BE7E5-8DC2-46D2-A2A9-C555C3D5E300}" type="presParOf" srcId="{B8A2B8D9-25B8-4B53-B125-F6838601B80C}" destId="{320323EE-229D-413F-9CB8-BE13514A7AB5}" srcOrd="1" destOrd="0" presId="urn:microsoft.com/office/officeart/2005/8/layout/hierarchy6"/>
    <dgm:cxn modelId="{5CF3935C-E4E0-40A9-8BDB-CC4BAB6E6691}" type="presParOf" srcId="{BBCFD8D7-11A0-4990-8779-5FBE94ED0B28}" destId="{9E92E28A-092D-4899-B0E7-41B726402B55}" srcOrd="1" destOrd="0" presId="urn:microsoft.com/office/officeart/2005/8/layout/hierarchy6"/>
    <dgm:cxn modelId="{FA7970D8-6624-4F73-A1CA-3B60E02DF093}" type="presParOf" srcId="{9E92E28A-092D-4899-B0E7-41B726402B55}" destId="{71E03746-59C1-459C-96FA-04A0271439DC}" srcOrd="0" destOrd="0" presId="urn:microsoft.com/office/officeart/2005/8/layout/hierarchy6"/>
    <dgm:cxn modelId="{D5D869CA-EE92-47A1-A781-B44A0AFFFCEE}" type="presParOf" srcId="{BBCFD8D7-11A0-4990-8779-5FBE94ED0B28}" destId="{1779F9DC-3B1B-49ED-A00D-7C66EFE0288A}" srcOrd="2" destOrd="0" presId="urn:microsoft.com/office/officeart/2005/8/layout/hierarchy6"/>
    <dgm:cxn modelId="{791C1B79-7CF9-4912-9087-D1A4C130131F}" type="presParOf" srcId="{1779F9DC-3B1B-49ED-A00D-7C66EFE0288A}" destId="{BD52C9BF-FA86-47D4-8A37-BD174CB687F1}" srcOrd="0" destOrd="0" presId="urn:microsoft.com/office/officeart/2005/8/layout/hierarchy6"/>
    <dgm:cxn modelId="{E25ED33C-185D-4CC2-B222-6D345A99F9FA}" type="presParOf" srcId="{1779F9DC-3B1B-49ED-A00D-7C66EFE0288A}" destId="{45B11416-7524-4E24-98D0-664457AA89A1}" srcOrd="1" destOrd="0" presId="urn:microsoft.com/office/officeart/2005/8/layout/hierarchy6"/>
    <dgm:cxn modelId="{883ACEF9-8F8D-4FE5-91A5-983329A43224}" type="presParOf" srcId="{BBCFD8D7-11A0-4990-8779-5FBE94ED0B28}" destId="{E2A3DEA2-6837-49AA-8789-F19357C0813A}" srcOrd="3" destOrd="0" presId="urn:microsoft.com/office/officeart/2005/8/layout/hierarchy6"/>
    <dgm:cxn modelId="{049E849F-37B8-47CC-A98B-8A6F94534CAC}" type="presParOf" srcId="{E2A3DEA2-6837-49AA-8789-F19357C0813A}" destId="{1A1794FD-48C1-415B-8FF1-0FE94652EE54}" srcOrd="0" destOrd="0" presId="urn:microsoft.com/office/officeart/2005/8/layout/hierarchy6"/>
    <dgm:cxn modelId="{3D550D69-2865-4B95-A4B6-F848A6A786D7}" type="presParOf" srcId="{BBCFD8D7-11A0-4990-8779-5FBE94ED0B28}" destId="{5612A689-8178-43C6-A1A9-538C04E18751}" srcOrd="4" destOrd="0" presId="urn:microsoft.com/office/officeart/2005/8/layout/hierarchy6"/>
    <dgm:cxn modelId="{5FB7B57B-141B-45A9-8BCB-776ACF4C78DD}" type="presParOf" srcId="{5612A689-8178-43C6-A1A9-538C04E18751}" destId="{6F8ED05D-06B2-489F-8630-523FCD4AFC79}" srcOrd="0" destOrd="0" presId="urn:microsoft.com/office/officeart/2005/8/layout/hierarchy6"/>
    <dgm:cxn modelId="{7ECDE236-811A-4874-9FF0-BAA0D1723747}" type="presParOf" srcId="{5612A689-8178-43C6-A1A9-538C04E18751}" destId="{2FF8A7F1-36C4-4B5F-9598-FCBDB02D80A1}" srcOrd="1" destOrd="0" presId="urn:microsoft.com/office/officeart/2005/8/layout/hierarchy6"/>
    <dgm:cxn modelId="{F105CE0B-44A7-429D-9FFD-630A29D1F046}" type="presParOf" srcId="{BBCFD8D7-11A0-4990-8779-5FBE94ED0B28}" destId="{B1F4EE2D-AF7E-4C14-90E7-02B13E239CF5}" srcOrd="5" destOrd="0" presId="urn:microsoft.com/office/officeart/2005/8/layout/hierarchy6"/>
    <dgm:cxn modelId="{2826DEDC-7679-492B-AB07-65417B567B26}" type="presParOf" srcId="{B1F4EE2D-AF7E-4C14-90E7-02B13E239CF5}" destId="{EC90E656-7B9C-4267-8527-91947223F774}" srcOrd="0" destOrd="0" presId="urn:microsoft.com/office/officeart/2005/8/layout/hierarchy6"/>
    <dgm:cxn modelId="{892CE7BA-8BD6-494F-8657-64599FABC2CC}" type="presParOf" srcId="{BBCFD8D7-11A0-4990-8779-5FBE94ED0B28}" destId="{1DFEEBEF-72D5-435F-B948-305963752894}" srcOrd="6" destOrd="0" presId="urn:microsoft.com/office/officeart/2005/8/layout/hierarchy6"/>
    <dgm:cxn modelId="{41F0DBB3-4C94-48EC-B133-B8E2519B18D7}" type="presParOf" srcId="{1DFEEBEF-72D5-435F-B948-305963752894}" destId="{678013A4-64EE-4143-B374-F5C28D4D7C7E}" srcOrd="0" destOrd="0" presId="urn:microsoft.com/office/officeart/2005/8/layout/hierarchy6"/>
    <dgm:cxn modelId="{B06262A1-2C35-4C12-AD0C-842D470EDBEA}" type="presParOf" srcId="{1DFEEBEF-72D5-435F-B948-305963752894}" destId="{14DEF4FA-A74A-43A4-B121-C0696F04579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ABF8B-55C7-40DE-8FE7-89BB4F06232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CDC0ECA-F467-4051-9EAA-DA8BDE1DE1BA}">
      <dgm:prSet phldrT="[Texto]"/>
      <dgm:spPr/>
      <dgm:t>
        <a:bodyPr/>
        <a:lstStyle/>
        <a:p>
          <a:r>
            <a:rPr lang="pt-BR" dirty="0" err="1" smtClean="0"/>
            <a:t>Call</a:t>
          </a:r>
          <a:r>
            <a:rPr lang="pt-BR" dirty="0" smtClean="0"/>
            <a:t> Center</a:t>
          </a:r>
          <a:endParaRPr lang="pt-BR" dirty="0"/>
        </a:p>
      </dgm:t>
    </dgm:pt>
    <dgm:pt modelId="{B7A67582-A61D-4D0C-85EB-036170DE00F6}" type="parTrans" cxnId="{E0DEBBF9-8848-4450-AFD0-E0AD21CE71E2}">
      <dgm:prSet/>
      <dgm:spPr/>
      <dgm:t>
        <a:bodyPr/>
        <a:lstStyle/>
        <a:p>
          <a:endParaRPr lang="pt-BR"/>
        </a:p>
      </dgm:t>
    </dgm:pt>
    <dgm:pt modelId="{DA28B2B1-2BC8-499E-B886-CAA77EB32474}" type="sibTrans" cxnId="{E0DEBBF9-8848-4450-AFD0-E0AD21CE71E2}">
      <dgm:prSet/>
      <dgm:spPr/>
      <dgm:t>
        <a:bodyPr/>
        <a:lstStyle/>
        <a:p>
          <a:endParaRPr lang="pt-BR"/>
        </a:p>
      </dgm:t>
    </dgm:pt>
    <dgm:pt modelId="{25CB5114-697F-48D2-AF92-D71E88A66EAC}">
      <dgm:prSet phldrT="[Texto]"/>
      <dgm:spPr/>
      <dgm:t>
        <a:bodyPr/>
        <a:lstStyle/>
        <a:p>
          <a:r>
            <a:rPr lang="pt-BR" dirty="0" smtClean="0"/>
            <a:t>Gravadores</a:t>
          </a:r>
          <a:endParaRPr lang="pt-BR" dirty="0"/>
        </a:p>
      </dgm:t>
    </dgm:pt>
    <dgm:pt modelId="{368B3EED-1D94-43CE-9657-64FE124C5237}" type="parTrans" cxnId="{18947C8E-B863-44B4-B873-CC21447009AF}">
      <dgm:prSet/>
      <dgm:spPr/>
      <dgm:t>
        <a:bodyPr/>
        <a:lstStyle/>
        <a:p>
          <a:endParaRPr lang="pt-BR"/>
        </a:p>
      </dgm:t>
    </dgm:pt>
    <dgm:pt modelId="{791FE1A9-CB75-4684-B448-E9B71A84FEDD}" type="sibTrans" cxnId="{18947C8E-B863-44B4-B873-CC21447009AF}">
      <dgm:prSet/>
      <dgm:spPr/>
      <dgm:t>
        <a:bodyPr/>
        <a:lstStyle/>
        <a:p>
          <a:endParaRPr lang="pt-BR"/>
        </a:p>
      </dgm:t>
    </dgm:pt>
    <dgm:pt modelId="{0C5B7B02-E963-4613-998A-2A46074F19A5}">
      <dgm:prSet phldrT="[Texto]"/>
      <dgm:spPr/>
      <dgm:t>
        <a:bodyPr/>
        <a:lstStyle/>
        <a:p>
          <a:r>
            <a:rPr lang="pt-BR" dirty="0" err="1" smtClean="0"/>
            <a:t>Storage</a:t>
          </a:r>
          <a:endParaRPr lang="pt-BR" dirty="0"/>
        </a:p>
      </dgm:t>
    </dgm:pt>
    <dgm:pt modelId="{2CCEEB76-B938-406F-963E-503D87B18190}" type="parTrans" cxnId="{69868FD9-8E31-4FCD-B710-ED1844B2E8CE}">
      <dgm:prSet/>
      <dgm:spPr/>
      <dgm:t>
        <a:bodyPr/>
        <a:lstStyle/>
        <a:p>
          <a:endParaRPr lang="pt-BR"/>
        </a:p>
      </dgm:t>
    </dgm:pt>
    <dgm:pt modelId="{53029BF1-3D99-44C7-981F-FF276CCA507B}" type="sibTrans" cxnId="{69868FD9-8E31-4FCD-B710-ED1844B2E8CE}">
      <dgm:prSet/>
      <dgm:spPr/>
      <dgm:t>
        <a:bodyPr/>
        <a:lstStyle/>
        <a:p>
          <a:endParaRPr lang="pt-BR"/>
        </a:p>
      </dgm:t>
    </dgm:pt>
    <dgm:pt modelId="{9CB29B6B-6639-4691-889C-C31F7331E817}">
      <dgm:prSet/>
      <dgm:spPr/>
      <dgm:t>
        <a:bodyPr/>
        <a:lstStyle/>
        <a:p>
          <a:r>
            <a:rPr lang="pt-BR" dirty="0" smtClean="0"/>
            <a:t>brspopl135</a:t>
          </a:r>
          <a:endParaRPr lang="pt-BR" dirty="0"/>
        </a:p>
      </dgm:t>
    </dgm:pt>
    <dgm:pt modelId="{76B66317-4446-474F-A446-14B7947FCB8E}" type="parTrans" cxnId="{B4679CFD-54B9-4A0C-8C41-9D0838E16580}">
      <dgm:prSet/>
      <dgm:spPr/>
      <dgm:t>
        <a:bodyPr/>
        <a:lstStyle/>
        <a:p>
          <a:endParaRPr lang="pt-BR"/>
        </a:p>
      </dgm:t>
    </dgm:pt>
    <dgm:pt modelId="{3CDF955F-5714-4F06-8B1D-766C6040E150}" type="sibTrans" cxnId="{B4679CFD-54B9-4A0C-8C41-9D0838E16580}">
      <dgm:prSet/>
      <dgm:spPr/>
      <dgm:t>
        <a:bodyPr/>
        <a:lstStyle/>
        <a:p>
          <a:endParaRPr lang="pt-BR"/>
        </a:p>
      </dgm:t>
    </dgm:pt>
    <dgm:pt modelId="{7DC41EB3-BC36-4329-BED4-561736143498}">
      <dgm:prSet/>
      <dgm:spPr/>
      <dgm:t>
        <a:bodyPr/>
        <a:lstStyle/>
        <a:p>
          <a:r>
            <a:rPr lang="pt-BR" dirty="0" smtClean="0"/>
            <a:t>brldala138</a:t>
          </a:r>
          <a:endParaRPr lang="pt-BR" dirty="0"/>
        </a:p>
      </dgm:t>
    </dgm:pt>
    <dgm:pt modelId="{700ED92C-D6E4-43FB-A7D9-486B0D65965F}" type="parTrans" cxnId="{F090D95B-F3DF-4002-A4E0-16F9E5FE275B}">
      <dgm:prSet/>
      <dgm:spPr/>
      <dgm:t>
        <a:bodyPr/>
        <a:lstStyle/>
        <a:p>
          <a:endParaRPr lang="pt-BR"/>
        </a:p>
      </dgm:t>
    </dgm:pt>
    <dgm:pt modelId="{8F5D42D1-917B-4934-ADDA-C9A7CE8228D2}" type="sibTrans" cxnId="{F090D95B-F3DF-4002-A4E0-16F9E5FE275B}">
      <dgm:prSet/>
      <dgm:spPr/>
      <dgm:t>
        <a:bodyPr/>
        <a:lstStyle/>
        <a:p>
          <a:endParaRPr lang="pt-BR"/>
        </a:p>
      </dgm:t>
    </dgm:pt>
    <dgm:pt modelId="{0DB130BB-0FF8-47C5-B378-E11B16EF621E}">
      <dgm:prSet/>
      <dgm:spPr/>
      <dgm:t>
        <a:bodyPr/>
        <a:lstStyle/>
        <a:p>
          <a:r>
            <a:rPr lang="pt-BR" dirty="0" smtClean="0"/>
            <a:t>Sistema</a:t>
          </a:r>
          <a:endParaRPr lang="pt-BR" dirty="0"/>
        </a:p>
      </dgm:t>
    </dgm:pt>
    <dgm:pt modelId="{9B2D23B3-4847-4BDF-B4FD-049039A1725E}" type="parTrans" cxnId="{F708F3E9-5CD5-46E0-8517-6B884767EB64}">
      <dgm:prSet/>
      <dgm:spPr/>
      <dgm:t>
        <a:bodyPr/>
        <a:lstStyle/>
        <a:p>
          <a:endParaRPr lang="pt-BR"/>
        </a:p>
      </dgm:t>
    </dgm:pt>
    <dgm:pt modelId="{38F525DC-7879-4D69-BA57-0E2C23695F09}" type="sibTrans" cxnId="{F708F3E9-5CD5-46E0-8517-6B884767EB64}">
      <dgm:prSet/>
      <dgm:spPr/>
      <dgm:t>
        <a:bodyPr/>
        <a:lstStyle/>
        <a:p>
          <a:endParaRPr lang="pt-BR"/>
        </a:p>
      </dgm:t>
    </dgm:pt>
    <dgm:pt modelId="{1BAA05DA-1215-4204-957D-1F1018948CA1}">
      <dgm:prSet/>
      <dgm:spPr/>
      <dgm:t>
        <a:bodyPr/>
        <a:lstStyle/>
        <a:p>
          <a:r>
            <a:rPr lang="pt-BR" dirty="0" smtClean="0"/>
            <a:t>NGR</a:t>
          </a:r>
          <a:endParaRPr lang="pt-BR" dirty="0"/>
        </a:p>
      </dgm:t>
    </dgm:pt>
    <dgm:pt modelId="{E41ACE6A-FA01-487E-AD3C-3823D52A9819}" type="parTrans" cxnId="{2EBB5AAD-9831-409C-9F62-2A74D3AACD85}">
      <dgm:prSet/>
      <dgm:spPr/>
      <dgm:t>
        <a:bodyPr/>
        <a:lstStyle/>
        <a:p>
          <a:endParaRPr lang="pt-BR"/>
        </a:p>
      </dgm:t>
    </dgm:pt>
    <dgm:pt modelId="{506F5C37-D98D-4A92-9C93-42DB92D313F0}" type="sibTrans" cxnId="{2EBB5AAD-9831-409C-9F62-2A74D3AACD85}">
      <dgm:prSet/>
      <dgm:spPr/>
      <dgm:t>
        <a:bodyPr/>
        <a:lstStyle/>
        <a:p>
          <a:endParaRPr lang="pt-BR"/>
        </a:p>
      </dgm:t>
    </dgm:pt>
    <dgm:pt modelId="{64FD6E5D-46E1-433C-B1B9-60F126674208}">
      <dgm:prSet/>
      <dgm:spPr/>
      <dgm:t>
        <a:bodyPr/>
        <a:lstStyle/>
        <a:p>
          <a:r>
            <a:rPr lang="pt-BR" dirty="0" smtClean="0"/>
            <a:t>Nice</a:t>
          </a:r>
          <a:endParaRPr lang="pt-BR" dirty="0"/>
        </a:p>
      </dgm:t>
    </dgm:pt>
    <dgm:pt modelId="{CD13142B-FF7C-438A-A30F-A395660D5F50}" type="parTrans" cxnId="{295CC3A6-DB1D-493A-B31D-3F08A4FFFD3E}">
      <dgm:prSet/>
      <dgm:spPr/>
      <dgm:t>
        <a:bodyPr/>
        <a:lstStyle/>
        <a:p>
          <a:endParaRPr lang="pt-BR"/>
        </a:p>
      </dgm:t>
    </dgm:pt>
    <dgm:pt modelId="{55586204-8763-4F24-92A6-1BD016B6EC00}" type="sibTrans" cxnId="{295CC3A6-DB1D-493A-B31D-3F08A4FFFD3E}">
      <dgm:prSet/>
      <dgm:spPr/>
      <dgm:t>
        <a:bodyPr/>
        <a:lstStyle/>
        <a:p>
          <a:endParaRPr lang="pt-BR"/>
        </a:p>
      </dgm:t>
    </dgm:pt>
    <dgm:pt modelId="{D81FCF57-B57D-4D66-80D7-2288CACE4DF8}">
      <dgm:prSet/>
      <dgm:spPr/>
      <dgm:t>
        <a:bodyPr/>
        <a:lstStyle/>
        <a:p>
          <a:r>
            <a:rPr lang="pt-BR" dirty="0" smtClean="0"/>
            <a:t>Site</a:t>
          </a:r>
          <a:endParaRPr lang="pt-BR" dirty="0"/>
        </a:p>
      </dgm:t>
    </dgm:pt>
    <dgm:pt modelId="{AC7DFA3F-3579-4FC2-AB9C-BA8CFD4F619C}" type="parTrans" cxnId="{B8C87EC6-6E56-45C2-A745-72EF1B00F1E6}">
      <dgm:prSet/>
      <dgm:spPr/>
      <dgm:t>
        <a:bodyPr/>
        <a:lstStyle/>
        <a:p>
          <a:endParaRPr lang="pt-BR"/>
        </a:p>
      </dgm:t>
    </dgm:pt>
    <dgm:pt modelId="{36723035-BA63-485B-A0AF-E940D5AF5436}" type="sibTrans" cxnId="{B8C87EC6-6E56-45C2-A745-72EF1B00F1E6}">
      <dgm:prSet/>
      <dgm:spPr/>
      <dgm:t>
        <a:bodyPr/>
        <a:lstStyle/>
        <a:p>
          <a:endParaRPr lang="pt-BR"/>
        </a:p>
      </dgm:t>
    </dgm:pt>
    <dgm:pt modelId="{573D01B8-643E-47B2-8702-BB834259180D}">
      <dgm:prSet/>
      <dgm:spPr/>
      <dgm:t>
        <a:bodyPr/>
        <a:lstStyle/>
        <a:p>
          <a:r>
            <a:rPr lang="pt-BR" dirty="0" smtClean="0"/>
            <a:t>scsctx01recsa</a:t>
          </a:r>
          <a:endParaRPr lang="pt-BR" dirty="0"/>
        </a:p>
      </dgm:t>
    </dgm:pt>
    <dgm:pt modelId="{6AF21B27-2A81-40FE-90C4-72C145DD8457}" type="parTrans" cxnId="{F4DAC7C0-2524-4CA2-B098-12CC8FAAAD4E}">
      <dgm:prSet/>
      <dgm:spPr/>
      <dgm:t>
        <a:bodyPr/>
        <a:lstStyle/>
        <a:p>
          <a:endParaRPr lang="pt-BR"/>
        </a:p>
      </dgm:t>
    </dgm:pt>
    <dgm:pt modelId="{DEB8E25D-1296-42C6-975F-654C15BA0869}" type="sibTrans" cxnId="{F4DAC7C0-2524-4CA2-B098-12CC8FAAAD4E}">
      <dgm:prSet/>
      <dgm:spPr/>
      <dgm:t>
        <a:bodyPr/>
        <a:lstStyle/>
        <a:p>
          <a:endParaRPr lang="pt-BR"/>
        </a:p>
      </dgm:t>
    </dgm:pt>
    <dgm:pt modelId="{DD645CEE-DD8A-4AA4-8182-A37841A27FD6}">
      <dgm:prSet/>
      <dgm:spPr/>
      <dgm:t>
        <a:bodyPr/>
        <a:lstStyle/>
        <a:p>
          <a:r>
            <a:rPr lang="pt-BR" dirty="0" smtClean="0"/>
            <a:t>Lapa</a:t>
          </a:r>
          <a:endParaRPr lang="pt-BR" dirty="0"/>
        </a:p>
      </dgm:t>
    </dgm:pt>
    <dgm:pt modelId="{F46CFA07-64BC-4638-8CD9-5C886DF02378}" type="parTrans" cxnId="{82501518-D8D5-49F3-8B2B-367F7621C135}">
      <dgm:prSet/>
      <dgm:spPr/>
      <dgm:t>
        <a:bodyPr/>
        <a:lstStyle/>
        <a:p>
          <a:endParaRPr lang="pt-BR"/>
        </a:p>
      </dgm:t>
    </dgm:pt>
    <dgm:pt modelId="{B2F25793-7DD3-44F6-BBD1-B1728DE2A4D3}" type="sibTrans" cxnId="{82501518-D8D5-49F3-8B2B-367F7621C135}">
      <dgm:prSet/>
      <dgm:spPr/>
      <dgm:t>
        <a:bodyPr/>
        <a:lstStyle/>
        <a:p>
          <a:endParaRPr lang="pt-BR"/>
        </a:p>
      </dgm:t>
    </dgm:pt>
    <dgm:pt modelId="{F3AEA311-7CFB-41F8-B4EE-D6FF0E4DC1B9}">
      <dgm:prSet/>
      <dgm:spPr/>
      <dgm:t>
        <a:bodyPr/>
        <a:lstStyle/>
        <a:p>
          <a:r>
            <a:rPr lang="pt-BR" dirty="0" smtClean="0"/>
            <a:t>Aurora</a:t>
          </a:r>
        </a:p>
      </dgm:t>
    </dgm:pt>
    <dgm:pt modelId="{4D7B4795-0176-4100-80B3-2334AF6EC5BE}" type="parTrans" cxnId="{49092FD5-6AC6-4E8C-8B75-DFBD0AE2FE6D}">
      <dgm:prSet/>
      <dgm:spPr/>
      <dgm:t>
        <a:bodyPr/>
        <a:lstStyle/>
        <a:p>
          <a:endParaRPr lang="pt-BR"/>
        </a:p>
      </dgm:t>
    </dgm:pt>
    <dgm:pt modelId="{D7C56006-D8BD-4552-BA21-34FD46F19082}" type="sibTrans" cxnId="{49092FD5-6AC6-4E8C-8B75-DFBD0AE2FE6D}">
      <dgm:prSet/>
      <dgm:spPr/>
      <dgm:t>
        <a:bodyPr/>
        <a:lstStyle/>
        <a:p>
          <a:endParaRPr lang="pt-BR"/>
        </a:p>
      </dgm:t>
    </dgm:pt>
    <dgm:pt modelId="{2FA326A9-3F04-4927-AD6A-B4856589C068}" type="pres">
      <dgm:prSet presAssocID="{A8CABF8B-55C7-40DE-8FE7-89BB4F0623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9ACA44A7-2AC0-4A8C-9A4D-E762F64FAD28}" type="pres">
      <dgm:prSet presAssocID="{1CDC0ECA-F467-4051-9EAA-DA8BDE1DE1BA}" presName="hierRoot1" presStyleCnt="0"/>
      <dgm:spPr/>
      <dgm:t>
        <a:bodyPr/>
        <a:lstStyle/>
        <a:p>
          <a:endParaRPr lang="pt-BR"/>
        </a:p>
      </dgm:t>
    </dgm:pt>
    <dgm:pt modelId="{222BB52E-8900-470C-AB0E-9B46F4485805}" type="pres">
      <dgm:prSet presAssocID="{1CDC0ECA-F467-4051-9EAA-DA8BDE1DE1BA}" presName="composite" presStyleCnt="0"/>
      <dgm:spPr/>
      <dgm:t>
        <a:bodyPr/>
        <a:lstStyle/>
        <a:p>
          <a:endParaRPr lang="pt-BR"/>
        </a:p>
      </dgm:t>
    </dgm:pt>
    <dgm:pt modelId="{B6B513E1-8ACA-4B6A-AFB4-87A077C726E0}" type="pres">
      <dgm:prSet presAssocID="{1CDC0ECA-F467-4051-9EAA-DA8BDE1DE1BA}" presName="background" presStyleLbl="node0" presStyleIdx="0" presStyleCnt="1"/>
      <dgm:spPr/>
      <dgm:t>
        <a:bodyPr/>
        <a:lstStyle/>
        <a:p>
          <a:endParaRPr lang="pt-BR"/>
        </a:p>
      </dgm:t>
    </dgm:pt>
    <dgm:pt modelId="{D914E590-CFC0-4AB7-A3CF-44CD38316987}" type="pres">
      <dgm:prSet presAssocID="{1CDC0ECA-F467-4051-9EAA-DA8BDE1DE1BA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0EBE1AC-98DF-4C3F-8594-D3ADF780788B}" type="pres">
      <dgm:prSet presAssocID="{1CDC0ECA-F467-4051-9EAA-DA8BDE1DE1BA}" presName="hierChild2" presStyleCnt="0"/>
      <dgm:spPr/>
      <dgm:t>
        <a:bodyPr/>
        <a:lstStyle/>
        <a:p>
          <a:endParaRPr lang="pt-BR"/>
        </a:p>
      </dgm:t>
    </dgm:pt>
    <dgm:pt modelId="{474F8C02-3C2D-418C-8524-F57590600409}" type="pres">
      <dgm:prSet presAssocID="{368B3EED-1D94-43CE-9657-64FE124C5237}" presName="Name10" presStyleLbl="parChTrans1D2" presStyleIdx="0" presStyleCnt="1"/>
      <dgm:spPr/>
      <dgm:t>
        <a:bodyPr/>
        <a:lstStyle/>
        <a:p>
          <a:endParaRPr lang="pt-BR"/>
        </a:p>
      </dgm:t>
    </dgm:pt>
    <dgm:pt modelId="{BCBBCB24-0FDC-47E2-BCAA-E85004DAEBE7}" type="pres">
      <dgm:prSet presAssocID="{25CB5114-697F-48D2-AF92-D71E88A66EAC}" presName="hierRoot2" presStyleCnt="0"/>
      <dgm:spPr/>
      <dgm:t>
        <a:bodyPr/>
        <a:lstStyle/>
        <a:p>
          <a:endParaRPr lang="pt-BR"/>
        </a:p>
      </dgm:t>
    </dgm:pt>
    <dgm:pt modelId="{17811006-E293-4528-9FC1-6E6E0E0C3C63}" type="pres">
      <dgm:prSet presAssocID="{25CB5114-697F-48D2-AF92-D71E88A66EAC}" presName="composite2" presStyleCnt="0"/>
      <dgm:spPr/>
      <dgm:t>
        <a:bodyPr/>
        <a:lstStyle/>
        <a:p>
          <a:endParaRPr lang="pt-BR"/>
        </a:p>
      </dgm:t>
    </dgm:pt>
    <dgm:pt modelId="{78DA706B-B5D4-49A7-AE64-C8FD76F608CC}" type="pres">
      <dgm:prSet presAssocID="{25CB5114-697F-48D2-AF92-D71E88A66EAC}" presName="background2" presStyleLbl="node2" presStyleIdx="0" presStyleCnt="1"/>
      <dgm:spPr/>
      <dgm:t>
        <a:bodyPr/>
        <a:lstStyle/>
        <a:p>
          <a:endParaRPr lang="pt-BR"/>
        </a:p>
      </dgm:t>
    </dgm:pt>
    <dgm:pt modelId="{B904EABE-E193-40DD-9392-F4F4662974F9}" type="pres">
      <dgm:prSet presAssocID="{25CB5114-697F-48D2-AF92-D71E88A66EAC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38A24D8-C6EC-49CC-AD1F-FF4419091C23}" type="pres">
      <dgm:prSet presAssocID="{25CB5114-697F-48D2-AF92-D71E88A66EAC}" presName="hierChild3" presStyleCnt="0"/>
      <dgm:spPr/>
      <dgm:t>
        <a:bodyPr/>
        <a:lstStyle/>
        <a:p>
          <a:endParaRPr lang="pt-BR"/>
        </a:p>
      </dgm:t>
    </dgm:pt>
    <dgm:pt modelId="{6B6C569D-D412-4309-B839-1F980EBC3C5C}" type="pres">
      <dgm:prSet presAssocID="{2CCEEB76-B938-406F-963E-503D87B18190}" presName="Name17" presStyleLbl="parChTrans1D3" presStyleIdx="0" presStyleCnt="3"/>
      <dgm:spPr/>
      <dgm:t>
        <a:bodyPr/>
        <a:lstStyle/>
        <a:p>
          <a:endParaRPr lang="pt-BR"/>
        </a:p>
      </dgm:t>
    </dgm:pt>
    <dgm:pt modelId="{6E65A070-01B0-4D9C-B3B0-90508975EBA9}" type="pres">
      <dgm:prSet presAssocID="{0C5B7B02-E963-4613-998A-2A46074F19A5}" presName="hierRoot3" presStyleCnt="0"/>
      <dgm:spPr/>
      <dgm:t>
        <a:bodyPr/>
        <a:lstStyle/>
        <a:p>
          <a:endParaRPr lang="pt-BR"/>
        </a:p>
      </dgm:t>
    </dgm:pt>
    <dgm:pt modelId="{92E9A091-A5CF-40E7-AB56-CEC0CF7B2C40}" type="pres">
      <dgm:prSet presAssocID="{0C5B7B02-E963-4613-998A-2A46074F19A5}" presName="composite3" presStyleCnt="0"/>
      <dgm:spPr/>
      <dgm:t>
        <a:bodyPr/>
        <a:lstStyle/>
        <a:p>
          <a:endParaRPr lang="pt-BR"/>
        </a:p>
      </dgm:t>
    </dgm:pt>
    <dgm:pt modelId="{8F9E0936-FDD5-4BC4-BE41-45D2AFF2879D}" type="pres">
      <dgm:prSet presAssocID="{0C5B7B02-E963-4613-998A-2A46074F19A5}" presName="background3" presStyleLbl="node3" presStyleIdx="0" presStyleCnt="3"/>
      <dgm:spPr/>
      <dgm:t>
        <a:bodyPr/>
        <a:lstStyle/>
        <a:p>
          <a:endParaRPr lang="pt-BR"/>
        </a:p>
      </dgm:t>
    </dgm:pt>
    <dgm:pt modelId="{D8EEDB42-3FC9-4EBC-B80D-B438EB67A1F5}" type="pres">
      <dgm:prSet presAssocID="{0C5B7B02-E963-4613-998A-2A46074F19A5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15F7C4C-7A67-4D3F-9F4D-6C54F64CF0AD}" type="pres">
      <dgm:prSet presAssocID="{0C5B7B02-E963-4613-998A-2A46074F19A5}" presName="hierChild4" presStyleCnt="0"/>
      <dgm:spPr/>
      <dgm:t>
        <a:bodyPr/>
        <a:lstStyle/>
        <a:p>
          <a:endParaRPr lang="pt-BR"/>
        </a:p>
      </dgm:t>
    </dgm:pt>
    <dgm:pt modelId="{7D350278-0980-4DF7-8488-2BAE70FDF2A5}" type="pres">
      <dgm:prSet presAssocID="{76B66317-4446-474F-A446-14B7947FCB8E}" presName="Name23" presStyleLbl="parChTrans1D4" presStyleIdx="0" presStyleCnt="7"/>
      <dgm:spPr/>
      <dgm:t>
        <a:bodyPr/>
        <a:lstStyle/>
        <a:p>
          <a:endParaRPr lang="pt-BR"/>
        </a:p>
      </dgm:t>
    </dgm:pt>
    <dgm:pt modelId="{A878356F-D522-4EE5-B2C0-8C37E59FCC3A}" type="pres">
      <dgm:prSet presAssocID="{9CB29B6B-6639-4691-889C-C31F7331E817}" presName="hierRoot4" presStyleCnt="0"/>
      <dgm:spPr/>
      <dgm:t>
        <a:bodyPr/>
        <a:lstStyle/>
        <a:p>
          <a:endParaRPr lang="pt-BR"/>
        </a:p>
      </dgm:t>
    </dgm:pt>
    <dgm:pt modelId="{1D134104-D08D-499D-B635-D3B1FDBB748B}" type="pres">
      <dgm:prSet presAssocID="{9CB29B6B-6639-4691-889C-C31F7331E817}" presName="composite4" presStyleCnt="0"/>
      <dgm:spPr/>
      <dgm:t>
        <a:bodyPr/>
        <a:lstStyle/>
        <a:p>
          <a:endParaRPr lang="pt-BR"/>
        </a:p>
      </dgm:t>
    </dgm:pt>
    <dgm:pt modelId="{670DB065-0912-4EBD-8A97-7E0EF692DA25}" type="pres">
      <dgm:prSet presAssocID="{9CB29B6B-6639-4691-889C-C31F7331E817}" presName="background4" presStyleLbl="node4" presStyleIdx="0" presStyleCnt="7"/>
      <dgm:spPr/>
      <dgm:t>
        <a:bodyPr/>
        <a:lstStyle/>
        <a:p>
          <a:endParaRPr lang="pt-BR"/>
        </a:p>
      </dgm:t>
    </dgm:pt>
    <dgm:pt modelId="{6435016A-C080-41E9-8ABA-C8E78F9858C2}" type="pres">
      <dgm:prSet presAssocID="{9CB29B6B-6639-4691-889C-C31F7331E817}" presName="text4" presStyleLbl="fgAcc4" presStyleIdx="0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194BFFD-6D22-4D51-9AAC-D09A51D3DFFF}" type="pres">
      <dgm:prSet presAssocID="{9CB29B6B-6639-4691-889C-C31F7331E817}" presName="hierChild5" presStyleCnt="0"/>
      <dgm:spPr/>
      <dgm:t>
        <a:bodyPr/>
        <a:lstStyle/>
        <a:p>
          <a:endParaRPr lang="pt-BR"/>
        </a:p>
      </dgm:t>
    </dgm:pt>
    <dgm:pt modelId="{5CD50B0B-E2BD-4B63-89CE-9FAFC11B21A6}" type="pres">
      <dgm:prSet presAssocID="{700ED92C-D6E4-43FB-A7D9-486B0D65965F}" presName="Name23" presStyleLbl="parChTrans1D4" presStyleIdx="1" presStyleCnt="7"/>
      <dgm:spPr/>
      <dgm:t>
        <a:bodyPr/>
        <a:lstStyle/>
        <a:p>
          <a:endParaRPr lang="pt-BR"/>
        </a:p>
      </dgm:t>
    </dgm:pt>
    <dgm:pt modelId="{CCC0AAF7-160E-4534-9C38-9AAA081E65BB}" type="pres">
      <dgm:prSet presAssocID="{7DC41EB3-BC36-4329-BED4-561736143498}" presName="hierRoot4" presStyleCnt="0"/>
      <dgm:spPr/>
      <dgm:t>
        <a:bodyPr/>
        <a:lstStyle/>
        <a:p>
          <a:endParaRPr lang="pt-BR"/>
        </a:p>
      </dgm:t>
    </dgm:pt>
    <dgm:pt modelId="{682CDCC1-BB58-4D75-8573-9BAB2841CEA8}" type="pres">
      <dgm:prSet presAssocID="{7DC41EB3-BC36-4329-BED4-561736143498}" presName="composite4" presStyleCnt="0"/>
      <dgm:spPr/>
      <dgm:t>
        <a:bodyPr/>
        <a:lstStyle/>
        <a:p>
          <a:endParaRPr lang="pt-BR"/>
        </a:p>
      </dgm:t>
    </dgm:pt>
    <dgm:pt modelId="{8F461994-2ECE-4D8C-BAC4-1D12138B5165}" type="pres">
      <dgm:prSet presAssocID="{7DC41EB3-BC36-4329-BED4-561736143498}" presName="background4" presStyleLbl="node4" presStyleIdx="1" presStyleCnt="7"/>
      <dgm:spPr/>
      <dgm:t>
        <a:bodyPr/>
        <a:lstStyle/>
        <a:p>
          <a:endParaRPr lang="pt-BR"/>
        </a:p>
      </dgm:t>
    </dgm:pt>
    <dgm:pt modelId="{FDEEEC0A-01D1-40D5-971B-BBF7BAD5835C}" type="pres">
      <dgm:prSet presAssocID="{7DC41EB3-BC36-4329-BED4-561736143498}" presName="text4" presStyleLbl="fgAcc4" presStyleIdx="1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AB2A2F8-714C-48A4-9D2F-360E8B6804A9}" type="pres">
      <dgm:prSet presAssocID="{7DC41EB3-BC36-4329-BED4-561736143498}" presName="hierChild5" presStyleCnt="0"/>
      <dgm:spPr/>
      <dgm:t>
        <a:bodyPr/>
        <a:lstStyle/>
        <a:p>
          <a:endParaRPr lang="pt-BR"/>
        </a:p>
      </dgm:t>
    </dgm:pt>
    <dgm:pt modelId="{F3A2E6F8-0F1F-4FE3-9CF6-A7B02CAAC301}" type="pres">
      <dgm:prSet presAssocID="{6AF21B27-2A81-40FE-90C4-72C145DD8457}" presName="Name23" presStyleLbl="parChTrans1D4" presStyleIdx="2" presStyleCnt="7"/>
      <dgm:spPr/>
      <dgm:t>
        <a:bodyPr/>
        <a:lstStyle/>
        <a:p>
          <a:endParaRPr lang="pt-BR"/>
        </a:p>
      </dgm:t>
    </dgm:pt>
    <dgm:pt modelId="{9E23B694-7575-4FCF-A42F-13D13FD3A449}" type="pres">
      <dgm:prSet presAssocID="{573D01B8-643E-47B2-8702-BB834259180D}" presName="hierRoot4" presStyleCnt="0"/>
      <dgm:spPr/>
      <dgm:t>
        <a:bodyPr/>
        <a:lstStyle/>
        <a:p>
          <a:endParaRPr lang="pt-BR"/>
        </a:p>
      </dgm:t>
    </dgm:pt>
    <dgm:pt modelId="{712D5F84-0ED6-4F37-8327-D8E0DE8BD107}" type="pres">
      <dgm:prSet presAssocID="{573D01B8-643E-47B2-8702-BB834259180D}" presName="composite4" presStyleCnt="0"/>
      <dgm:spPr/>
      <dgm:t>
        <a:bodyPr/>
        <a:lstStyle/>
        <a:p>
          <a:endParaRPr lang="pt-BR"/>
        </a:p>
      </dgm:t>
    </dgm:pt>
    <dgm:pt modelId="{3393AAF0-38E2-4222-BE01-17B08038A0A5}" type="pres">
      <dgm:prSet presAssocID="{573D01B8-643E-47B2-8702-BB834259180D}" presName="background4" presStyleLbl="node4" presStyleIdx="2" presStyleCnt="7"/>
      <dgm:spPr/>
      <dgm:t>
        <a:bodyPr/>
        <a:lstStyle/>
        <a:p>
          <a:endParaRPr lang="pt-BR"/>
        </a:p>
      </dgm:t>
    </dgm:pt>
    <dgm:pt modelId="{7B715408-4CA3-46CC-935F-E3CAD415FEC5}" type="pres">
      <dgm:prSet presAssocID="{573D01B8-643E-47B2-8702-BB834259180D}" presName="text4" presStyleLbl="fgAcc4" presStyleIdx="2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F1B7760-97AC-47D7-8829-43DE548A174A}" type="pres">
      <dgm:prSet presAssocID="{573D01B8-643E-47B2-8702-BB834259180D}" presName="hierChild5" presStyleCnt="0"/>
      <dgm:spPr/>
      <dgm:t>
        <a:bodyPr/>
        <a:lstStyle/>
        <a:p>
          <a:endParaRPr lang="pt-BR"/>
        </a:p>
      </dgm:t>
    </dgm:pt>
    <dgm:pt modelId="{92C4291A-8937-4FBE-9266-4AE0016B5765}" type="pres">
      <dgm:prSet presAssocID="{9B2D23B3-4847-4BDF-B4FD-049039A1725E}" presName="Name17" presStyleLbl="parChTrans1D3" presStyleIdx="1" presStyleCnt="3"/>
      <dgm:spPr/>
      <dgm:t>
        <a:bodyPr/>
        <a:lstStyle/>
        <a:p>
          <a:endParaRPr lang="pt-BR"/>
        </a:p>
      </dgm:t>
    </dgm:pt>
    <dgm:pt modelId="{27610782-1323-4C63-8F34-5AA90A713BEB}" type="pres">
      <dgm:prSet presAssocID="{0DB130BB-0FF8-47C5-B378-E11B16EF621E}" presName="hierRoot3" presStyleCnt="0"/>
      <dgm:spPr/>
      <dgm:t>
        <a:bodyPr/>
        <a:lstStyle/>
        <a:p>
          <a:endParaRPr lang="pt-BR"/>
        </a:p>
      </dgm:t>
    </dgm:pt>
    <dgm:pt modelId="{D1A637EB-B492-45D2-B1B0-B0D1732B088E}" type="pres">
      <dgm:prSet presAssocID="{0DB130BB-0FF8-47C5-B378-E11B16EF621E}" presName="composite3" presStyleCnt="0"/>
      <dgm:spPr/>
      <dgm:t>
        <a:bodyPr/>
        <a:lstStyle/>
        <a:p>
          <a:endParaRPr lang="pt-BR"/>
        </a:p>
      </dgm:t>
    </dgm:pt>
    <dgm:pt modelId="{F4E385D6-B604-4126-840B-2A4E09EA7335}" type="pres">
      <dgm:prSet presAssocID="{0DB130BB-0FF8-47C5-B378-E11B16EF621E}" presName="background3" presStyleLbl="node3" presStyleIdx="1" presStyleCnt="3"/>
      <dgm:spPr/>
      <dgm:t>
        <a:bodyPr/>
        <a:lstStyle/>
        <a:p>
          <a:endParaRPr lang="pt-BR"/>
        </a:p>
      </dgm:t>
    </dgm:pt>
    <dgm:pt modelId="{3D4B5480-E057-4CD7-A604-48AE9C5673EA}" type="pres">
      <dgm:prSet presAssocID="{0DB130BB-0FF8-47C5-B378-E11B16EF621E}" presName="text3" presStyleLbl="fgAcc3" presStyleIdx="1" presStyleCnt="3" custLinFactNeighborX="-30428" custLinFactNeighborY="330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0B213F9-7F86-429D-9C32-4427973063CE}" type="pres">
      <dgm:prSet presAssocID="{0DB130BB-0FF8-47C5-B378-E11B16EF621E}" presName="hierChild4" presStyleCnt="0"/>
      <dgm:spPr/>
      <dgm:t>
        <a:bodyPr/>
        <a:lstStyle/>
        <a:p>
          <a:endParaRPr lang="pt-BR"/>
        </a:p>
      </dgm:t>
    </dgm:pt>
    <dgm:pt modelId="{F0DFEE0A-8A68-437C-8EF8-544D1B49AF12}" type="pres">
      <dgm:prSet presAssocID="{E41ACE6A-FA01-487E-AD3C-3823D52A9819}" presName="Name23" presStyleLbl="parChTrans1D4" presStyleIdx="3" presStyleCnt="7"/>
      <dgm:spPr/>
      <dgm:t>
        <a:bodyPr/>
        <a:lstStyle/>
        <a:p>
          <a:endParaRPr lang="pt-BR"/>
        </a:p>
      </dgm:t>
    </dgm:pt>
    <dgm:pt modelId="{24DA1425-051F-4AA6-8D8A-9A8214874FFA}" type="pres">
      <dgm:prSet presAssocID="{1BAA05DA-1215-4204-957D-1F1018948CA1}" presName="hierRoot4" presStyleCnt="0"/>
      <dgm:spPr/>
      <dgm:t>
        <a:bodyPr/>
        <a:lstStyle/>
        <a:p>
          <a:endParaRPr lang="pt-BR"/>
        </a:p>
      </dgm:t>
    </dgm:pt>
    <dgm:pt modelId="{929C44F9-AFAB-4AE5-A72C-4B5C20E98690}" type="pres">
      <dgm:prSet presAssocID="{1BAA05DA-1215-4204-957D-1F1018948CA1}" presName="composite4" presStyleCnt="0"/>
      <dgm:spPr/>
      <dgm:t>
        <a:bodyPr/>
        <a:lstStyle/>
        <a:p>
          <a:endParaRPr lang="pt-BR"/>
        </a:p>
      </dgm:t>
    </dgm:pt>
    <dgm:pt modelId="{07E7822A-FEB9-4D3D-B6D7-68271672BFB8}" type="pres">
      <dgm:prSet presAssocID="{1BAA05DA-1215-4204-957D-1F1018948CA1}" presName="background4" presStyleLbl="node4" presStyleIdx="3" presStyleCnt="7"/>
      <dgm:spPr/>
      <dgm:t>
        <a:bodyPr/>
        <a:lstStyle/>
        <a:p>
          <a:endParaRPr lang="pt-BR"/>
        </a:p>
      </dgm:t>
    </dgm:pt>
    <dgm:pt modelId="{8549E694-7E2D-43B1-9618-F2E2102852B7}" type="pres">
      <dgm:prSet presAssocID="{1BAA05DA-1215-4204-957D-1F1018948CA1}" presName="text4" presStyleLbl="fgAcc4" presStyleIdx="3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6E1012E-600D-4A7C-B11C-7CA7C87C0BF2}" type="pres">
      <dgm:prSet presAssocID="{1BAA05DA-1215-4204-957D-1F1018948CA1}" presName="hierChild5" presStyleCnt="0"/>
      <dgm:spPr/>
      <dgm:t>
        <a:bodyPr/>
        <a:lstStyle/>
        <a:p>
          <a:endParaRPr lang="pt-BR"/>
        </a:p>
      </dgm:t>
    </dgm:pt>
    <dgm:pt modelId="{BC96BE36-2C5B-4594-A791-68BDD2A6289A}" type="pres">
      <dgm:prSet presAssocID="{CD13142B-FF7C-438A-A30F-A395660D5F50}" presName="Name23" presStyleLbl="parChTrans1D4" presStyleIdx="4" presStyleCnt="7"/>
      <dgm:spPr/>
      <dgm:t>
        <a:bodyPr/>
        <a:lstStyle/>
        <a:p>
          <a:endParaRPr lang="pt-BR"/>
        </a:p>
      </dgm:t>
    </dgm:pt>
    <dgm:pt modelId="{74EEE495-BE4F-462F-846A-E6E417E9F84C}" type="pres">
      <dgm:prSet presAssocID="{64FD6E5D-46E1-433C-B1B9-60F126674208}" presName="hierRoot4" presStyleCnt="0"/>
      <dgm:spPr/>
      <dgm:t>
        <a:bodyPr/>
        <a:lstStyle/>
        <a:p>
          <a:endParaRPr lang="pt-BR"/>
        </a:p>
      </dgm:t>
    </dgm:pt>
    <dgm:pt modelId="{7AE2A229-154C-4960-8ADF-4333B640E9FE}" type="pres">
      <dgm:prSet presAssocID="{64FD6E5D-46E1-433C-B1B9-60F126674208}" presName="composite4" presStyleCnt="0"/>
      <dgm:spPr/>
      <dgm:t>
        <a:bodyPr/>
        <a:lstStyle/>
        <a:p>
          <a:endParaRPr lang="pt-BR"/>
        </a:p>
      </dgm:t>
    </dgm:pt>
    <dgm:pt modelId="{C3B7AED1-3DCF-4E5B-8EC1-8B4B32E0FE74}" type="pres">
      <dgm:prSet presAssocID="{64FD6E5D-46E1-433C-B1B9-60F126674208}" presName="background4" presStyleLbl="node4" presStyleIdx="4" presStyleCnt="7"/>
      <dgm:spPr/>
      <dgm:t>
        <a:bodyPr/>
        <a:lstStyle/>
        <a:p>
          <a:endParaRPr lang="pt-BR"/>
        </a:p>
      </dgm:t>
    </dgm:pt>
    <dgm:pt modelId="{63566980-C121-4DC6-812A-74F2DAF8E638}" type="pres">
      <dgm:prSet presAssocID="{64FD6E5D-46E1-433C-B1B9-60F126674208}" presName="text4" presStyleLbl="fgAcc4" presStyleIdx="4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9F3FFD0-5F97-4856-8F8F-8CEF31CDB093}" type="pres">
      <dgm:prSet presAssocID="{64FD6E5D-46E1-433C-B1B9-60F126674208}" presName="hierChild5" presStyleCnt="0"/>
      <dgm:spPr/>
      <dgm:t>
        <a:bodyPr/>
        <a:lstStyle/>
        <a:p>
          <a:endParaRPr lang="pt-BR"/>
        </a:p>
      </dgm:t>
    </dgm:pt>
    <dgm:pt modelId="{00598EF6-16D1-4F2E-B2E9-918879E1C335}" type="pres">
      <dgm:prSet presAssocID="{AC7DFA3F-3579-4FC2-AB9C-BA8CFD4F619C}" presName="Name17" presStyleLbl="parChTrans1D3" presStyleIdx="2" presStyleCnt="3"/>
      <dgm:spPr/>
      <dgm:t>
        <a:bodyPr/>
        <a:lstStyle/>
        <a:p>
          <a:endParaRPr lang="pt-BR"/>
        </a:p>
      </dgm:t>
    </dgm:pt>
    <dgm:pt modelId="{6A425BA1-F45E-4DBF-8395-C7EA2BAA2BBE}" type="pres">
      <dgm:prSet presAssocID="{D81FCF57-B57D-4D66-80D7-2288CACE4DF8}" presName="hierRoot3" presStyleCnt="0"/>
      <dgm:spPr/>
      <dgm:t>
        <a:bodyPr/>
        <a:lstStyle/>
        <a:p>
          <a:endParaRPr lang="pt-BR"/>
        </a:p>
      </dgm:t>
    </dgm:pt>
    <dgm:pt modelId="{63D6DC83-4A7A-4BC4-9FD5-80280BED1473}" type="pres">
      <dgm:prSet presAssocID="{D81FCF57-B57D-4D66-80D7-2288CACE4DF8}" presName="composite3" presStyleCnt="0"/>
      <dgm:spPr/>
      <dgm:t>
        <a:bodyPr/>
        <a:lstStyle/>
        <a:p>
          <a:endParaRPr lang="pt-BR"/>
        </a:p>
      </dgm:t>
    </dgm:pt>
    <dgm:pt modelId="{5B7E4926-2233-42FE-8512-F0854AFEB078}" type="pres">
      <dgm:prSet presAssocID="{D81FCF57-B57D-4D66-80D7-2288CACE4DF8}" presName="background3" presStyleLbl="node3" presStyleIdx="2" presStyleCnt="3"/>
      <dgm:spPr/>
      <dgm:t>
        <a:bodyPr/>
        <a:lstStyle/>
        <a:p>
          <a:endParaRPr lang="pt-BR"/>
        </a:p>
      </dgm:t>
    </dgm:pt>
    <dgm:pt modelId="{2168C662-A548-4DE1-9545-54B249CF322F}" type="pres">
      <dgm:prSet presAssocID="{D81FCF57-B57D-4D66-80D7-2288CACE4DF8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D1C4FAB-BB88-4B83-9937-A47F1DB42C31}" type="pres">
      <dgm:prSet presAssocID="{D81FCF57-B57D-4D66-80D7-2288CACE4DF8}" presName="hierChild4" presStyleCnt="0"/>
      <dgm:spPr/>
      <dgm:t>
        <a:bodyPr/>
        <a:lstStyle/>
        <a:p>
          <a:endParaRPr lang="pt-BR"/>
        </a:p>
      </dgm:t>
    </dgm:pt>
    <dgm:pt modelId="{2FB69976-6316-4AA5-A11A-E657DB263F3B}" type="pres">
      <dgm:prSet presAssocID="{F46CFA07-64BC-4638-8CD9-5C886DF02378}" presName="Name23" presStyleLbl="parChTrans1D4" presStyleIdx="5" presStyleCnt="7"/>
      <dgm:spPr/>
      <dgm:t>
        <a:bodyPr/>
        <a:lstStyle/>
        <a:p>
          <a:endParaRPr lang="pt-BR"/>
        </a:p>
      </dgm:t>
    </dgm:pt>
    <dgm:pt modelId="{963AE185-D109-4713-8D24-DE18339A27AB}" type="pres">
      <dgm:prSet presAssocID="{DD645CEE-DD8A-4AA4-8182-A37841A27FD6}" presName="hierRoot4" presStyleCnt="0"/>
      <dgm:spPr/>
      <dgm:t>
        <a:bodyPr/>
        <a:lstStyle/>
        <a:p>
          <a:endParaRPr lang="pt-BR"/>
        </a:p>
      </dgm:t>
    </dgm:pt>
    <dgm:pt modelId="{DF7AEEBF-C759-4B54-B9DF-CDF973653087}" type="pres">
      <dgm:prSet presAssocID="{DD645CEE-DD8A-4AA4-8182-A37841A27FD6}" presName="composite4" presStyleCnt="0"/>
      <dgm:spPr/>
      <dgm:t>
        <a:bodyPr/>
        <a:lstStyle/>
        <a:p>
          <a:endParaRPr lang="pt-BR"/>
        </a:p>
      </dgm:t>
    </dgm:pt>
    <dgm:pt modelId="{DBB47C8D-70D2-4ADE-98D5-CD88F72EE3FB}" type="pres">
      <dgm:prSet presAssocID="{DD645CEE-DD8A-4AA4-8182-A37841A27FD6}" presName="background4" presStyleLbl="node4" presStyleIdx="5" presStyleCnt="7"/>
      <dgm:spPr/>
      <dgm:t>
        <a:bodyPr/>
        <a:lstStyle/>
        <a:p>
          <a:endParaRPr lang="pt-BR"/>
        </a:p>
      </dgm:t>
    </dgm:pt>
    <dgm:pt modelId="{D9289493-DC44-459B-9B23-678D8D9EBB9A}" type="pres">
      <dgm:prSet presAssocID="{DD645CEE-DD8A-4AA4-8182-A37841A27FD6}" presName="text4" presStyleLbl="fgAcc4" presStyleIdx="5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3C24E68-DE50-47A2-870D-E05A14992BFB}" type="pres">
      <dgm:prSet presAssocID="{DD645CEE-DD8A-4AA4-8182-A37841A27FD6}" presName="hierChild5" presStyleCnt="0"/>
      <dgm:spPr/>
      <dgm:t>
        <a:bodyPr/>
        <a:lstStyle/>
        <a:p>
          <a:endParaRPr lang="pt-BR"/>
        </a:p>
      </dgm:t>
    </dgm:pt>
    <dgm:pt modelId="{5769700B-9E9A-4578-8FA4-34FA75BAC13F}" type="pres">
      <dgm:prSet presAssocID="{4D7B4795-0176-4100-80B3-2334AF6EC5BE}" presName="Name23" presStyleLbl="parChTrans1D4" presStyleIdx="6" presStyleCnt="7"/>
      <dgm:spPr/>
      <dgm:t>
        <a:bodyPr/>
        <a:lstStyle/>
        <a:p>
          <a:endParaRPr lang="pt-BR"/>
        </a:p>
      </dgm:t>
    </dgm:pt>
    <dgm:pt modelId="{AA9D6548-1077-46B0-B293-E2A958CA5779}" type="pres">
      <dgm:prSet presAssocID="{F3AEA311-7CFB-41F8-B4EE-D6FF0E4DC1B9}" presName="hierRoot4" presStyleCnt="0"/>
      <dgm:spPr/>
      <dgm:t>
        <a:bodyPr/>
        <a:lstStyle/>
        <a:p>
          <a:endParaRPr lang="pt-BR"/>
        </a:p>
      </dgm:t>
    </dgm:pt>
    <dgm:pt modelId="{F508798A-FD31-43F4-BB30-575872625F24}" type="pres">
      <dgm:prSet presAssocID="{F3AEA311-7CFB-41F8-B4EE-D6FF0E4DC1B9}" presName="composite4" presStyleCnt="0"/>
      <dgm:spPr/>
      <dgm:t>
        <a:bodyPr/>
        <a:lstStyle/>
        <a:p>
          <a:endParaRPr lang="pt-BR"/>
        </a:p>
      </dgm:t>
    </dgm:pt>
    <dgm:pt modelId="{15517688-B39A-4C75-8C6B-85A4E579F037}" type="pres">
      <dgm:prSet presAssocID="{F3AEA311-7CFB-41F8-B4EE-D6FF0E4DC1B9}" presName="background4" presStyleLbl="node4" presStyleIdx="6" presStyleCnt="7"/>
      <dgm:spPr/>
      <dgm:t>
        <a:bodyPr/>
        <a:lstStyle/>
        <a:p>
          <a:endParaRPr lang="pt-BR"/>
        </a:p>
      </dgm:t>
    </dgm:pt>
    <dgm:pt modelId="{45E293E0-500B-4BEF-BB73-A0EFD1A125DA}" type="pres">
      <dgm:prSet presAssocID="{F3AEA311-7CFB-41F8-B4EE-D6FF0E4DC1B9}" presName="text4" presStyleLbl="fgAcc4" presStyleIdx="6" presStyleCnt="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0DB6F92-A0FD-44D4-A04E-E0ACF1AC638D}" type="pres">
      <dgm:prSet presAssocID="{F3AEA311-7CFB-41F8-B4EE-D6FF0E4DC1B9}" presName="hierChild5" presStyleCnt="0"/>
      <dgm:spPr/>
      <dgm:t>
        <a:bodyPr/>
        <a:lstStyle/>
        <a:p>
          <a:endParaRPr lang="pt-BR"/>
        </a:p>
      </dgm:t>
    </dgm:pt>
  </dgm:ptLst>
  <dgm:cxnLst>
    <dgm:cxn modelId="{F894F84B-14BD-4517-AD9F-C4CC948661FA}" type="presOf" srcId="{F46CFA07-64BC-4638-8CD9-5C886DF02378}" destId="{2FB69976-6316-4AA5-A11A-E657DB263F3B}" srcOrd="0" destOrd="0" presId="urn:microsoft.com/office/officeart/2005/8/layout/hierarchy1"/>
    <dgm:cxn modelId="{1432E8F7-0235-496F-95EC-6995D0AE0383}" type="presOf" srcId="{573D01B8-643E-47B2-8702-BB834259180D}" destId="{7B715408-4CA3-46CC-935F-E3CAD415FEC5}" srcOrd="0" destOrd="0" presId="urn:microsoft.com/office/officeart/2005/8/layout/hierarchy1"/>
    <dgm:cxn modelId="{7D813391-2200-43A4-9960-16B630A293B6}" type="presOf" srcId="{7DC41EB3-BC36-4329-BED4-561736143498}" destId="{FDEEEC0A-01D1-40D5-971B-BBF7BAD5835C}" srcOrd="0" destOrd="0" presId="urn:microsoft.com/office/officeart/2005/8/layout/hierarchy1"/>
    <dgm:cxn modelId="{29AE8EF2-EB4C-40FE-8A75-30144ED816BD}" type="presOf" srcId="{F3AEA311-7CFB-41F8-B4EE-D6FF0E4DC1B9}" destId="{45E293E0-500B-4BEF-BB73-A0EFD1A125DA}" srcOrd="0" destOrd="0" presId="urn:microsoft.com/office/officeart/2005/8/layout/hierarchy1"/>
    <dgm:cxn modelId="{746D0B34-514D-403D-8423-009AAF3FD3C4}" type="presOf" srcId="{CD13142B-FF7C-438A-A30F-A395660D5F50}" destId="{BC96BE36-2C5B-4594-A791-68BDD2A6289A}" srcOrd="0" destOrd="0" presId="urn:microsoft.com/office/officeart/2005/8/layout/hierarchy1"/>
    <dgm:cxn modelId="{49092FD5-6AC6-4E8C-8B75-DFBD0AE2FE6D}" srcId="{D81FCF57-B57D-4D66-80D7-2288CACE4DF8}" destId="{F3AEA311-7CFB-41F8-B4EE-D6FF0E4DC1B9}" srcOrd="1" destOrd="0" parTransId="{4D7B4795-0176-4100-80B3-2334AF6EC5BE}" sibTransId="{D7C56006-D8BD-4552-BA21-34FD46F19082}"/>
    <dgm:cxn modelId="{B8C87EC6-6E56-45C2-A745-72EF1B00F1E6}" srcId="{25CB5114-697F-48D2-AF92-D71E88A66EAC}" destId="{D81FCF57-B57D-4D66-80D7-2288CACE4DF8}" srcOrd="2" destOrd="0" parTransId="{AC7DFA3F-3579-4FC2-AB9C-BA8CFD4F619C}" sibTransId="{36723035-BA63-485B-A0AF-E940D5AF5436}"/>
    <dgm:cxn modelId="{69868FD9-8E31-4FCD-B710-ED1844B2E8CE}" srcId="{25CB5114-697F-48D2-AF92-D71E88A66EAC}" destId="{0C5B7B02-E963-4613-998A-2A46074F19A5}" srcOrd="0" destOrd="0" parTransId="{2CCEEB76-B938-406F-963E-503D87B18190}" sibTransId="{53029BF1-3D99-44C7-981F-FF276CCA507B}"/>
    <dgm:cxn modelId="{F4DAC7C0-2524-4CA2-B098-12CC8FAAAD4E}" srcId="{0C5B7B02-E963-4613-998A-2A46074F19A5}" destId="{573D01B8-643E-47B2-8702-BB834259180D}" srcOrd="2" destOrd="0" parTransId="{6AF21B27-2A81-40FE-90C4-72C145DD8457}" sibTransId="{DEB8E25D-1296-42C6-975F-654C15BA0869}"/>
    <dgm:cxn modelId="{CC407A83-6A98-4D1C-898A-5E3585DCEC16}" type="presOf" srcId="{76B66317-4446-474F-A446-14B7947FCB8E}" destId="{7D350278-0980-4DF7-8488-2BAE70FDF2A5}" srcOrd="0" destOrd="0" presId="urn:microsoft.com/office/officeart/2005/8/layout/hierarchy1"/>
    <dgm:cxn modelId="{2EBB5AAD-9831-409C-9F62-2A74D3AACD85}" srcId="{0DB130BB-0FF8-47C5-B378-E11B16EF621E}" destId="{1BAA05DA-1215-4204-957D-1F1018948CA1}" srcOrd="0" destOrd="0" parTransId="{E41ACE6A-FA01-487E-AD3C-3823D52A9819}" sibTransId="{506F5C37-D98D-4A92-9C93-42DB92D313F0}"/>
    <dgm:cxn modelId="{A4375622-0ABA-400E-9315-596E85BC9EE9}" type="presOf" srcId="{AC7DFA3F-3579-4FC2-AB9C-BA8CFD4F619C}" destId="{00598EF6-16D1-4F2E-B2E9-918879E1C335}" srcOrd="0" destOrd="0" presId="urn:microsoft.com/office/officeart/2005/8/layout/hierarchy1"/>
    <dgm:cxn modelId="{978CE9D8-1DFB-4C37-A70D-0398ED97B563}" type="presOf" srcId="{9CB29B6B-6639-4691-889C-C31F7331E817}" destId="{6435016A-C080-41E9-8ABA-C8E78F9858C2}" srcOrd="0" destOrd="0" presId="urn:microsoft.com/office/officeart/2005/8/layout/hierarchy1"/>
    <dgm:cxn modelId="{02651A01-E494-4BE4-8DAF-C7FB7ECE6E66}" type="presOf" srcId="{0DB130BB-0FF8-47C5-B378-E11B16EF621E}" destId="{3D4B5480-E057-4CD7-A604-48AE9C5673EA}" srcOrd="0" destOrd="0" presId="urn:microsoft.com/office/officeart/2005/8/layout/hierarchy1"/>
    <dgm:cxn modelId="{CBECC20C-DED5-4D9C-B075-0B30C4FD8C9A}" type="presOf" srcId="{6AF21B27-2A81-40FE-90C4-72C145DD8457}" destId="{F3A2E6F8-0F1F-4FE3-9CF6-A7B02CAAC301}" srcOrd="0" destOrd="0" presId="urn:microsoft.com/office/officeart/2005/8/layout/hierarchy1"/>
    <dgm:cxn modelId="{BA0CEF19-1C2D-4F2A-B572-C99B735360B1}" type="presOf" srcId="{2CCEEB76-B938-406F-963E-503D87B18190}" destId="{6B6C569D-D412-4309-B839-1F980EBC3C5C}" srcOrd="0" destOrd="0" presId="urn:microsoft.com/office/officeart/2005/8/layout/hierarchy1"/>
    <dgm:cxn modelId="{F090D95B-F3DF-4002-A4E0-16F9E5FE275B}" srcId="{0C5B7B02-E963-4613-998A-2A46074F19A5}" destId="{7DC41EB3-BC36-4329-BED4-561736143498}" srcOrd="1" destOrd="0" parTransId="{700ED92C-D6E4-43FB-A7D9-486B0D65965F}" sibTransId="{8F5D42D1-917B-4934-ADDA-C9A7CE8228D2}"/>
    <dgm:cxn modelId="{F0D2054E-6E05-4370-B6CD-CFBC99D76ADB}" type="presOf" srcId="{D81FCF57-B57D-4D66-80D7-2288CACE4DF8}" destId="{2168C662-A548-4DE1-9545-54B249CF322F}" srcOrd="0" destOrd="0" presId="urn:microsoft.com/office/officeart/2005/8/layout/hierarchy1"/>
    <dgm:cxn modelId="{C4EB0834-FFF1-4FA2-B6C1-BBE1813B6403}" type="presOf" srcId="{700ED92C-D6E4-43FB-A7D9-486B0D65965F}" destId="{5CD50B0B-E2BD-4B63-89CE-9FAFC11B21A6}" srcOrd="0" destOrd="0" presId="urn:microsoft.com/office/officeart/2005/8/layout/hierarchy1"/>
    <dgm:cxn modelId="{5B431862-C981-4BD1-B4C7-1F4B9C49C5B2}" type="presOf" srcId="{0C5B7B02-E963-4613-998A-2A46074F19A5}" destId="{D8EEDB42-3FC9-4EBC-B80D-B438EB67A1F5}" srcOrd="0" destOrd="0" presId="urn:microsoft.com/office/officeart/2005/8/layout/hierarchy1"/>
    <dgm:cxn modelId="{18947C8E-B863-44B4-B873-CC21447009AF}" srcId="{1CDC0ECA-F467-4051-9EAA-DA8BDE1DE1BA}" destId="{25CB5114-697F-48D2-AF92-D71E88A66EAC}" srcOrd="0" destOrd="0" parTransId="{368B3EED-1D94-43CE-9657-64FE124C5237}" sibTransId="{791FE1A9-CB75-4684-B448-E9B71A84FEDD}"/>
    <dgm:cxn modelId="{3D5BBFBD-B77E-4DB5-8395-3F42D37733DA}" type="presOf" srcId="{9B2D23B3-4847-4BDF-B4FD-049039A1725E}" destId="{92C4291A-8937-4FBE-9266-4AE0016B5765}" srcOrd="0" destOrd="0" presId="urn:microsoft.com/office/officeart/2005/8/layout/hierarchy1"/>
    <dgm:cxn modelId="{82501518-D8D5-49F3-8B2B-367F7621C135}" srcId="{D81FCF57-B57D-4D66-80D7-2288CACE4DF8}" destId="{DD645CEE-DD8A-4AA4-8182-A37841A27FD6}" srcOrd="0" destOrd="0" parTransId="{F46CFA07-64BC-4638-8CD9-5C886DF02378}" sibTransId="{B2F25793-7DD3-44F6-BBD1-B1728DE2A4D3}"/>
    <dgm:cxn modelId="{509C20F3-C4CB-4362-A9FD-10ED9EF0AA76}" type="presOf" srcId="{1BAA05DA-1215-4204-957D-1F1018948CA1}" destId="{8549E694-7E2D-43B1-9618-F2E2102852B7}" srcOrd="0" destOrd="0" presId="urn:microsoft.com/office/officeart/2005/8/layout/hierarchy1"/>
    <dgm:cxn modelId="{965DC8B9-066E-4934-9BAE-145B321229DD}" type="presOf" srcId="{64FD6E5D-46E1-433C-B1B9-60F126674208}" destId="{63566980-C121-4DC6-812A-74F2DAF8E638}" srcOrd="0" destOrd="0" presId="urn:microsoft.com/office/officeart/2005/8/layout/hierarchy1"/>
    <dgm:cxn modelId="{53394CDF-03BE-4396-AEA1-6D6364B8A80A}" type="presOf" srcId="{DD645CEE-DD8A-4AA4-8182-A37841A27FD6}" destId="{D9289493-DC44-459B-9B23-678D8D9EBB9A}" srcOrd="0" destOrd="0" presId="urn:microsoft.com/office/officeart/2005/8/layout/hierarchy1"/>
    <dgm:cxn modelId="{0F549094-158F-447B-8925-A34E51FA5046}" type="presOf" srcId="{25CB5114-697F-48D2-AF92-D71E88A66EAC}" destId="{B904EABE-E193-40DD-9392-F4F4662974F9}" srcOrd="0" destOrd="0" presId="urn:microsoft.com/office/officeart/2005/8/layout/hierarchy1"/>
    <dgm:cxn modelId="{D9BDD9D6-21A0-402C-993B-26444678D496}" type="presOf" srcId="{A8CABF8B-55C7-40DE-8FE7-89BB4F062321}" destId="{2FA326A9-3F04-4927-AD6A-B4856589C068}" srcOrd="0" destOrd="0" presId="urn:microsoft.com/office/officeart/2005/8/layout/hierarchy1"/>
    <dgm:cxn modelId="{F708F3E9-5CD5-46E0-8517-6B884767EB64}" srcId="{25CB5114-697F-48D2-AF92-D71E88A66EAC}" destId="{0DB130BB-0FF8-47C5-B378-E11B16EF621E}" srcOrd="1" destOrd="0" parTransId="{9B2D23B3-4847-4BDF-B4FD-049039A1725E}" sibTransId="{38F525DC-7879-4D69-BA57-0E2C23695F09}"/>
    <dgm:cxn modelId="{295CC3A6-DB1D-493A-B31D-3F08A4FFFD3E}" srcId="{0DB130BB-0FF8-47C5-B378-E11B16EF621E}" destId="{64FD6E5D-46E1-433C-B1B9-60F126674208}" srcOrd="1" destOrd="0" parTransId="{CD13142B-FF7C-438A-A30F-A395660D5F50}" sibTransId="{55586204-8763-4F24-92A6-1BD016B6EC00}"/>
    <dgm:cxn modelId="{B4679CFD-54B9-4A0C-8C41-9D0838E16580}" srcId="{0C5B7B02-E963-4613-998A-2A46074F19A5}" destId="{9CB29B6B-6639-4691-889C-C31F7331E817}" srcOrd="0" destOrd="0" parTransId="{76B66317-4446-474F-A446-14B7947FCB8E}" sibTransId="{3CDF955F-5714-4F06-8B1D-766C6040E150}"/>
    <dgm:cxn modelId="{E0DEBBF9-8848-4450-AFD0-E0AD21CE71E2}" srcId="{A8CABF8B-55C7-40DE-8FE7-89BB4F062321}" destId="{1CDC0ECA-F467-4051-9EAA-DA8BDE1DE1BA}" srcOrd="0" destOrd="0" parTransId="{B7A67582-A61D-4D0C-85EB-036170DE00F6}" sibTransId="{DA28B2B1-2BC8-499E-B886-CAA77EB32474}"/>
    <dgm:cxn modelId="{D2438A91-6386-4C82-BDC1-408E98D89FED}" type="presOf" srcId="{1CDC0ECA-F467-4051-9EAA-DA8BDE1DE1BA}" destId="{D914E590-CFC0-4AB7-A3CF-44CD38316987}" srcOrd="0" destOrd="0" presId="urn:microsoft.com/office/officeart/2005/8/layout/hierarchy1"/>
    <dgm:cxn modelId="{013B3EC4-8CEC-4258-AD62-974A37F2EC40}" type="presOf" srcId="{4D7B4795-0176-4100-80B3-2334AF6EC5BE}" destId="{5769700B-9E9A-4578-8FA4-34FA75BAC13F}" srcOrd="0" destOrd="0" presId="urn:microsoft.com/office/officeart/2005/8/layout/hierarchy1"/>
    <dgm:cxn modelId="{C923D221-00DF-4175-B1F7-162956EAD0C8}" type="presOf" srcId="{368B3EED-1D94-43CE-9657-64FE124C5237}" destId="{474F8C02-3C2D-418C-8524-F57590600409}" srcOrd="0" destOrd="0" presId="urn:microsoft.com/office/officeart/2005/8/layout/hierarchy1"/>
    <dgm:cxn modelId="{C1193137-1DA9-4FF5-B1FC-6516B21513E7}" type="presOf" srcId="{E41ACE6A-FA01-487E-AD3C-3823D52A9819}" destId="{F0DFEE0A-8A68-437C-8EF8-544D1B49AF12}" srcOrd="0" destOrd="0" presId="urn:microsoft.com/office/officeart/2005/8/layout/hierarchy1"/>
    <dgm:cxn modelId="{96F27BAC-C725-4F24-AFC1-D60F848C5F3C}" type="presParOf" srcId="{2FA326A9-3F04-4927-AD6A-B4856589C068}" destId="{9ACA44A7-2AC0-4A8C-9A4D-E762F64FAD28}" srcOrd="0" destOrd="0" presId="urn:microsoft.com/office/officeart/2005/8/layout/hierarchy1"/>
    <dgm:cxn modelId="{E603A57C-6DC3-49A1-9CFC-9F6E590AE65C}" type="presParOf" srcId="{9ACA44A7-2AC0-4A8C-9A4D-E762F64FAD28}" destId="{222BB52E-8900-470C-AB0E-9B46F4485805}" srcOrd="0" destOrd="0" presId="urn:microsoft.com/office/officeart/2005/8/layout/hierarchy1"/>
    <dgm:cxn modelId="{76BFD278-4E98-4911-AE5E-B66B2EC559B4}" type="presParOf" srcId="{222BB52E-8900-470C-AB0E-9B46F4485805}" destId="{B6B513E1-8ACA-4B6A-AFB4-87A077C726E0}" srcOrd="0" destOrd="0" presId="urn:microsoft.com/office/officeart/2005/8/layout/hierarchy1"/>
    <dgm:cxn modelId="{AC4B260E-5494-4205-A57C-7595DAB4D34D}" type="presParOf" srcId="{222BB52E-8900-470C-AB0E-9B46F4485805}" destId="{D914E590-CFC0-4AB7-A3CF-44CD38316987}" srcOrd="1" destOrd="0" presId="urn:microsoft.com/office/officeart/2005/8/layout/hierarchy1"/>
    <dgm:cxn modelId="{90D42D44-3B81-4EB3-A03C-2629131A67C5}" type="presParOf" srcId="{9ACA44A7-2AC0-4A8C-9A4D-E762F64FAD28}" destId="{E0EBE1AC-98DF-4C3F-8594-D3ADF780788B}" srcOrd="1" destOrd="0" presId="urn:microsoft.com/office/officeart/2005/8/layout/hierarchy1"/>
    <dgm:cxn modelId="{9D9F3EEC-A78A-41FA-9E74-A41217578880}" type="presParOf" srcId="{E0EBE1AC-98DF-4C3F-8594-D3ADF780788B}" destId="{474F8C02-3C2D-418C-8524-F57590600409}" srcOrd="0" destOrd="0" presId="urn:microsoft.com/office/officeart/2005/8/layout/hierarchy1"/>
    <dgm:cxn modelId="{61694ACB-F1C5-43D5-9B2E-33CD2043F4FA}" type="presParOf" srcId="{E0EBE1AC-98DF-4C3F-8594-D3ADF780788B}" destId="{BCBBCB24-0FDC-47E2-BCAA-E85004DAEBE7}" srcOrd="1" destOrd="0" presId="urn:microsoft.com/office/officeart/2005/8/layout/hierarchy1"/>
    <dgm:cxn modelId="{6D62B03E-5677-4C02-B98E-B33428B0D729}" type="presParOf" srcId="{BCBBCB24-0FDC-47E2-BCAA-E85004DAEBE7}" destId="{17811006-E293-4528-9FC1-6E6E0E0C3C63}" srcOrd="0" destOrd="0" presId="urn:microsoft.com/office/officeart/2005/8/layout/hierarchy1"/>
    <dgm:cxn modelId="{715EDA03-4B8B-40FE-9FD7-12DAA418E8AB}" type="presParOf" srcId="{17811006-E293-4528-9FC1-6E6E0E0C3C63}" destId="{78DA706B-B5D4-49A7-AE64-C8FD76F608CC}" srcOrd="0" destOrd="0" presId="urn:microsoft.com/office/officeart/2005/8/layout/hierarchy1"/>
    <dgm:cxn modelId="{DBAA85B5-D3FB-4E50-BA3C-4F38DCAB86A0}" type="presParOf" srcId="{17811006-E293-4528-9FC1-6E6E0E0C3C63}" destId="{B904EABE-E193-40DD-9392-F4F4662974F9}" srcOrd="1" destOrd="0" presId="urn:microsoft.com/office/officeart/2005/8/layout/hierarchy1"/>
    <dgm:cxn modelId="{C73AF742-1722-48C7-8D74-9AA7015D5819}" type="presParOf" srcId="{BCBBCB24-0FDC-47E2-BCAA-E85004DAEBE7}" destId="{038A24D8-C6EC-49CC-AD1F-FF4419091C23}" srcOrd="1" destOrd="0" presId="urn:microsoft.com/office/officeart/2005/8/layout/hierarchy1"/>
    <dgm:cxn modelId="{08E720C3-6EE3-4F91-936D-A5E749A472A9}" type="presParOf" srcId="{038A24D8-C6EC-49CC-AD1F-FF4419091C23}" destId="{6B6C569D-D412-4309-B839-1F980EBC3C5C}" srcOrd="0" destOrd="0" presId="urn:microsoft.com/office/officeart/2005/8/layout/hierarchy1"/>
    <dgm:cxn modelId="{64FDB39D-63AA-433D-A8FA-A2F5687BFE53}" type="presParOf" srcId="{038A24D8-C6EC-49CC-AD1F-FF4419091C23}" destId="{6E65A070-01B0-4D9C-B3B0-90508975EBA9}" srcOrd="1" destOrd="0" presId="urn:microsoft.com/office/officeart/2005/8/layout/hierarchy1"/>
    <dgm:cxn modelId="{7D54D05F-51B7-4C6B-9075-F9AFBC906B79}" type="presParOf" srcId="{6E65A070-01B0-4D9C-B3B0-90508975EBA9}" destId="{92E9A091-A5CF-40E7-AB56-CEC0CF7B2C40}" srcOrd="0" destOrd="0" presId="urn:microsoft.com/office/officeart/2005/8/layout/hierarchy1"/>
    <dgm:cxn modelId="{DE1AE8FF-686E-488D-998B-2C5D06452071}" type="presParOf" srcId="{92E9A091-A5CF-40E7-AB56-CEC0CF7B2C40}" destId="{8F9E0936-FDD5-4BC4-BE41-45D2AFF2879D}" srcOrd="0" destOrd="0" presId="urn:microsoft.com/office/officeart/2005/8/layout/hierarchy1"/>
    <dgm:cxn modelId="{C81A34DD-B2EC-4223-A1FC-3BBC1C08328B}" type="presParOf" srcId="{92E9A091-A5CF-40E7-AB56-CEC0CF7B2C40}" destId="{D8EEDB42-3FC9-4EBC-B80D-B438EB67A1F5}" srcOrd="1" destOrd="0" presId="urn:microsoft.com/office/officeart/2005/8/layout/hierarchy1"/>
    <dgm:cxn modelId="{3750913F-A20E-4FD2-878C-8AD9D07A86F2}" type="presParOf" srcId="{6E65A070-01B0-4D9C-B3B0-90508975EBA9}" destId="{915F7C4C-7A67-4D3F-9F4D-6C54F64CF0AD}" srcOrd="1" destOrd="0" presId="urn:microsoft.com/office/officeart/2005/8/layout/hierarchy1"/>
    <dgm:cxn modelId="{87E33755-F9EB-4AB0-AB6D-C0E854E70B56}" type="presParOf" srcId="{915F7C4C-7A67-4D3F-9F4D-6C54F64CF0AD}" destId="{7D350278-0980-4DF7-8488-2BAE70FDF2A5}" srcOrd="0" destOrd="0" presId="urn:microsoft.com/office/officeart/2005/8/layout/hierarchy1"/>
    <dgm:cxn modelId="{D430BE25-70B0-433B-A49D-339AC96C74ED}" type="presParOf" srcId="{915F7C4C-7A67-4D3F-9F4D-6C54F64CF0AD}" destId="{A878356F-D522-4EE5-B2C0-8C37E59FCC3A}" srcOrd="1" destOrd="0" presId="urn:microsoft.com/office/officeart/2005/8/layout/hierarchy1"/>
    <dgm:cxn modelId="{D9155C45-1EE9-4440-A0C2-06E7A1E69D7F}" type="presParOf" srcId="{A878356F-D522-4EE5-B2C0-8C37E59FCC3A}" destId="{1D134104-D08D-499D-B635-D3B1FDBB748B}" srcOrd="0" destOrd="0" presId="urn:microsoft.com/office/officeart/2005/8/layout/hierarchy1"/>
    <dgm:cxn modelId="{360B9F8B-4644-4556-BA08-4C44AAD9DEF2}" type="presParOf" srcId="{1D134104-D08D-499D-B635-D3B1FDBB748B}" destId="{670DB065-0912-4EBD-8A97-7E0EF692DA25}" srcOrd="0" destOrd="0" presId="urn:microsoft.com/office/officeart/2005/8/layout/hierarchy1"/>
    <dgm:cxn modelId="{36AA3BAA-1957-43FD-8943-6EE74C6F73AA}" type="presParOf" srcId="{1D134104-D08D-499D-B635-D3B1FDBB748B}" destId="{6435016A-C080-41E9-8ABA-C8E78F9858C2}" srcOrd="1" destOrd="0" presId="urn:microsoft.com/office/officeart/2005/8/layout/hierarchy1"/>
    <dgm:cxn modelId="{5FC0874B-25CB-4DAD-B3EB-86BADEEC020E}" type="presParOf" srcId="{A878356F-D522-4EE5-B2C0-8C37E59FCC3A}" destId="{F194BFFD-6D22-4D51-9AAC-D09A51D3DFFF}" srcOrd="1" destOrd="0" presId="urn:microsoft.com/office/officeart/2005/8/layout/hierarchy1"/>
    <dgm:cxn modelId="{2DBF3265-663A-4F46-B9F1-387D89223B64}" type="presParOf" srcId="{915F7C4C-7A67-4D3F-9F4D-6C54F64CF0AD}" destId="{5CD50B0B-E2BD-4B63-89CE-9FAFC11B21A6}" srcOrd="2" destOrd="0" presId="urn:microsoft.com/office/officeart/2005/8/layout/hierarchy1"/>
    <dgm:cxn modelId="{28059617-E04B-4887-A959-5DC0C696266C}" type="presParOf" srcId="{915F7C4C-7A67-4D3F-9F4D-6C54F64CF0AD}" destId="{CCC0AAF7-160E-4534-9C38-9AAA081E65BB}" srcOrd="3" destOrd="0" presId="urn:microsoft.com/office/officeart/2005/8/layout/hierarchy1"/>
    <dgm:cxn modelId="{E5BB5634-8683-4CA4-BD0F-08CD978CF861}" type="presParOf" srcId="{CCC0AAF7-160E-4534-9C38-9AAA081E65BB}" destId="{682CDCC1-BB58-4D75-8573-9BAB2841CEA8}" srcOrd="0" destOrd="0" presId="urn:microsoft.com/office/officeart/2005/8/layout/hierarchy1"/>
    <dgm:cxn modelId="{6CB6656F-8AF5-4AFC-BAA0-4827B7E1C539}" type="presParOf" srcId="{682CDCC1-BB58-4D75-8573-9BAB2841CEA8}" destId="{8F461994-2ECE-4D8C-BAC4-1D12138B5165}" srcOrd="0" destOrd="0" presId="urn:microsoft.com/office/officeart/2005/8/layout/hierarchy1"/>
    <dgm:cxn modelId="{4B8F20CE-7E16-4163-940D-59441858D9D4}" type="presParOf" srcId="{682CDCC1-BB58-4D75-8573-9BAB2841CEA8}" destId="{FDEEEC0A-01D1-40D5-971B-BBF7BAD5835C}" srcOrd="1" destOrd="0" presId="urn:microsoft.com/office/officeart/2005/8/layout/hierarchy1"/>
    <dgm:cxn modelId="{6BE85A14-2D13-4CC0-A9C2-88253B016402}" type="presParOf" srcId="{CCC0AAF7-160E-4534-9C38-9AAA081E65BB}" destId="{5AB2A2F8-714C-48A4-9D2F-360E8B6804A9}" srcOrd="1" destOrd="0" presId="urn:microsoft.com/office/officeart/2005/8/layout/hierarchy1"/>
    <dgm:cxn modelId="{EFFF233A-61B7-4E88-8AFE-688302A4EE26}" type="presParOf" srcId="{915F7C4C-7A67-4D3F-9F4D-6C54F64CF0AD}" destId="{F3A2E6F8-0F1F-4FE3-9CF6-A7B02CAAC301}" srcOrd="4" destOrd="0" presId="urn:microsoft.com/office/officeart/2005/8/layout/hierarchy1"/>
    <dgm:cxn modelId="{5E8D5F38-259F-4301-B36D-D21EB3E71F4D}" type="presParOf" srcId="{915F7C4C-7A67-4D3F-9F4D-6C54F64CF0AD}" destId="{9E23B694-7575-4FCF-A42F-13D13FD3A449}" srcOrd="5" destOrd="0" presId="urn:microsoft.com/office/officeart/2005/8/layout/hierarchy1"/>
    <dgm:cxn modelId="{E1CF5E24-C7DA-43C9-8074-FEC45727DABF}" type="presParOf" srcId="{9E23B694-7575-4FCF-A42F-13D13FD3A449}" destId="{712D5F84-0ED6-4F37-8327-D8E0DE8BD107}" srcOrd="0" destOrd="0" presId="urn:microsoft.com/office/officeart/2005/8/layout/hierarchy1"/>
    <dgm:cxn modelId="{D52EBBF4-3EED-407A-8EA4-CF32D575E491}" type="presParOf" srcId="{712D5F84-0ED6-4F37-8327-D8E0DE8BD107}" destId="{3393AAF0-38E2-4222-BE01-17B08038A0A5}" srcOrd="0" destOrd="0" presId="urn:microsoft.com/office/officeart/2005/8/layout/hierarchy1"/>
    <dgm:cxn modelId="{0C54546C-321D-4A22-AEAC-63463499A1CA}" type="presParOf" srcId="{712D5F84-0ED6-4F37-8327-D8E0DE8BD107}" destId="{7B715408-4CA3-46CC-935F-E3CAD415FEC5}" srcOrd="1" destOrd="0" presId="urn:microsoft.com/office/officeart/2005/8/layout/hierarchy1"/>
    <dgm:cxn modelId="{786F12D7-BBA5-4EED-82B0-553B5CD9331B}" type="presParOf" srcId="{9E23B694-7575-4FCF-A42F-13D13FD3A449}" destId="{4F1B7760-97AC-47D7-8829-43DE548A174A}" srcOrd="1" destOrd="0" presId="urn:microsoft.com/office/officeart/2005/8/layout/hierarchy1"/>
    <dgm:cxn modelId="{C24E8824-7465-4BE6-B7A9-E954D6EB8737}" type="presParOf" srcId="{038A24D8-C6EC-49CC-AD1F-FF4419091C23}" destId="{92C4291A-8937-4FBE-9266-4AE0016B5765}" srcOrd="2" destOrd="0" presId="urn:microsoft.com/office/officeart/2005/8/layout/hierarchy1"/>
    <dgm:cxn modelId="{846B4241-37A4-45C4-BE32-7340C1ABD846}" type="presParOf" srcId="{038A24D8-C6EC-49CC-AD1F-FF4419091C23}" destId="{27610782-1323-4C63-8F34-5AA90A713BEB}" srcOrd="3" destOrd="0" presId="urn:microsoft.com/office/officeart/2005/8/layout/hierarchy1"/>
    <dgm:cxn modelId="{43620996-E8C4-454D-83DF-2CD5F51D19F6}" type="presParOf" srcId="{27610782-1323-4C63-8F34-5AA90A713BEB}" destId="{D1A637EB-B492-45D2-B1B0-B0D1732B088E}" srcOrd="0" destOrd="0" presId="urn:microsoft.com/office/officeart/2005/8/layout/hierarchy1"/>
    <dgm:cxn modelId="{78A28ED1-4944-453C-AFA8-03292473E014}" type="presParOf" srcId="{D1A637EB-B492-45D2-B1B0-B0D1732B088E}" destId="{F4E385D6-B604-4126-840B-2A4E09EA7335}" srcOrd="0" destOrd="0" presId="urn:microsoft.com/office/officeart/2005/8/layout/hierarchy1"/>
    <dgm:cxn modelId="{F63DF9C8-83A5-494F-BC2B-F2412AA51375}" type="presParOf" srcId="{D1A637EB-B492-45D2-B1B0-B0D1732B088E}" destId="{3D4B5480-E057-4CD7-A604-48AE9C5673EA}" srcOrd="1" destOrd="0" presId="urn:microsoft.com/office/officeart/2005/8/layout/hierarchy1"/>
    <dgm:cxn modelId="{01D4829D-5AE8-4DE2-A433-226B051EE599}" type="presParOf" srcId="{27610782-1323-4C63-8F34-5AA90A713BEB}" destId="{90B213F9-7F86-429D-9C32-4427973063CE}" srcOrd="1" destOrd="0" presId="urn:microsoft.com/office/officeart/2005/8/layout/hierarchy1"/>
    <dgm:cxn modelId="{65D5FDF4-BAFE-4514-8250-629C94C44E48}" type="presParOf" srcId="{90B213F9-7F86-429D-9C32-4427973063CE}" destId="{F0DFEE0A-8A68-437C-8EF8-544D1B49AF12}" srcOrd="0" destOrd="0" presId="urn:microsoft.com/office/officeart/2005/8/layout/hierarchy1"/>
    <dgm:cxn modelId="{EE465C01-B9EF-442A-B8FE-EA439B2B392A}" type="presParOf" srcId="{90B213F9-7F86-429D-9C32-4427973063CE}" destId="{24DA1425-051F-4AA6-8D8A-9A8214874FFA}" srcOrd="1" destOrd="0" presId="urn:microsoft.com/office/officeart/2005/8/layout/hierarchy1"/>
    <dgm:cxn modelId="{5BC7C573-6B73-422E-87A2-3D68F2D05FF4}" type="presParOf" srcId="{24DA1425-051F-4AA6-8D8A-9A8214874FFA}" destId="{929C44F9-AFAB-4AE5-A72C-4B5C20E98690}" srcOrd="0" destOrd="0" presId="urn:microsoft.com/office/officeart/2005/8/layout/hierarchy1"/>
    <dgm:cxn modelId="{B603241A-80B5-433A-9E3E-55B94FB6E205}" type="presParOf" srcId="{929C44F9-AFAB-4AE5-A72C-4B5C20E98690}" destId="{07E7822A-FEB9-4D3D-B6D7-68271672BFB8}" srcOrd="0" destOrd="0" presId="urn:microsoft.com/office/officeart/2005/8/layout/hierarchy1"/>
    <dgm:cxn modelId="{A6A301F3-8F61-4A84-9DB9-7C03D6328AA0}" type="presParOf" srcId="{929C44F9-AFAB-4AE5-A72C-4B5C20E98690}" destId="{8549E694-7E2D-43B1-9618-F2E2102852B7}" srcOrd="1" destOrd="0" presId="urn:microsoft.com/office/officeart/2005/8/layout/hierarchy1"/>
    <dgm:cxn modelId="{E59AA83F-39C4-44D5-AD1D-902DB76D5FDC}" type="presParOf" srcId="{24DA1425-051F-4AA6-8D8A-9A8214874FFA}" destId="{26E1012E-600D-4A7C-B11C-7CA7C87C0BF2}" srcOrd="1" destOrd="0" presId="urn:microsoft.com/office/officeart/2005/8/layout/hierarchy1"/>
    <dgm:cxn modelId="{1D774CD5-72A3-41D7-AF64-ACDA4AC9D35B}" type="presParOf" srcId="{90B213F9-7F86-429D-9C32-4427973063CE}" destId="{BC96BE36-2C5B-4594-A791-68BDD2A6289A}" srcOrd="2" destOrd="0" presId="urn:microsoft.com/office/officeart/2005/8/layout/hierarchy1"/>
    <dgm:cxn modelId="{5B84B3F8-C4E7-4B9D-9928-FCBDF86FA4E1}" type="presParOf" srcId="{90B213F9-7F86-429D-9C32-4427973063CE}" destId="{74EEE495-BE4F-462F-846A-E6E417E9F84C}" srcOrd="3" destOrd="0" presId="urn:microsoft.com/office/officeart/2005/8/layout/hierarchy1"/>
    <dgm:cxn modelId="{5FFCB33D-6DF4-4449-ABF1-4554B9047E6B}" type="presParOf" srcId="{74EEE495-BE4F-462F-846A-E6E417E9F84C}" destId="{7AE2A229-154C-4960-8ADF-4333B640E9FE}" srcOrd="0" destOrd="0" presId="urn:microsoft.com/office/officeart/2005/8/layout/hierarchy1"/>
    <dgm:cxn modelId="{95EBEFB3-BCEA-4AC0-8AFC-B00294FBAC3C}" type="presParOf" srcId="{7AE2A229-154C-4960-8ADF-4333B640E9FE}" destId="{C3B7AED1-3DCF-4E5B-8EC1-8B4B32E0FE74}" srcOrd="0" destOrd="0" presId="urn:microsoft.com/office/officeart/2005/8/layout/hierarchy1"/>
    <dgm:cxn modelId="{57DD7864-DDA9-42C6-972B-219F76709CE7}" type="presParOf" srcId="{7AE2A229-154C-4960-8ADF-4333B640E9FE}" destId="{63566980-C121-4DC6-812A-74F2DAF8E638}" srcOrd="1" destOrd="0" presId="urn:microsoft.com/office/officeart/2005/8/layout/hierarchy1"/>
    <dgm:cxn modelId="{8E93A808-0EA7-476B-B174-F05A2F350958}" type="presParOf" srcId="{74EEE495-BE4F-462F-846A-E6E417E9F84C}" destId="{79F3FFD0-5F97-4856-8F8F-8CEF31CDB093}" srcOrd="1" destOrd="0" presId="urn:microsoft.com/office/officeart/2005/8/layout/hierarchy1"/>
    <dgm:cxn modelId="{3A3E050D-8E06-41DE-9BB0-786F4F884D85}" type="presParOf" srcId="{038A24D8-C6EC-49CC-AD1F-FF4419091C23}" destId="{00598EF6-16D1-4F2E-B2E9-918879E1C335}" srcOrd="4" destOrd="0" presId="urn:microsoft.com/office/officeart/2005/8/layout/hierarchy1"/>
    <dgm:cxn modelId="{C81ABE7E-B93B-44BE-B7AB-0A1C1D3FE539}" type="presParOf" srcId="{038A24D8-C6EC-49CC-AD1F-FF4419091C23}" destId="{6A425BA1-F45E-4DBF-8395-C7EA2BAA2BBE}" srcOrd="5" destOrd="0" presId="urn:microsoft.com/office/officeart/2005/8/layout/hierarchy1"/>
    <dgm:cxn modelId="{DD96145B-F417-40A2-9722-9C63D596790F}" type="presParOf" srcId="{6A425BA1-F45E-4DBF-8395-C7EA2BAA2BBE}" destId="{63D6DC83-4A7A-4BC4-9FD5-80280BED1473}" srcOrd="0" destOrd="0" presId="urn:microsoft.com/office/officeart/2005/8/layout/hierarchy1"/>
    <dgm:cxn modelId="{4590392E-93C5-4079-8CAA-581293503C90}" type="presParOf" srcId="{63D6DC83-4A7A-4BC4-9FD5-80280BED1473}" destId="{5B7E4926-2233-42FE-8512-F0854AFEB078}" srcOrd="0" destOrd="0" presId="urn:microsoft.com/office/officeart/2005/8/layout/hierarchy1"/>
    <dgm:cxn modelId="{834498A7-108E-43FC-941F-95BED6BBFAEC}" type="presParOf" srcId="{63D6DC83-4A7A-4BC4-9FD5-80280BED1473}" destId="{2168C662-A548-4DE1-9545-54B249CF322F}" srcOrd="1" destOrd="0" presId="urn:microsoft.com/office/officeart/2005/8/layout/hierarchy1"/>
    <dgm:cxn modelId="{732F5E81-47FD-4EC4-A4FC-0C4D7C08B117}" type="presParOf" srcId="{6A425BA1-F45E-4DBF-8395-C7EA2BAA2BBE}" destId="{DD1C4FAB-BB88-4B83-9937-A47F1DB42C31}" srcOrd="1" destOrd="0" presId="urn:microsoft.com/office/officeart/2005/8/layout/hierarchy1"/>
    <dgm:cxn modelId="{D296B851-76F8-4F0F-94BC-E06AC898029B}" type="presParOf" srcId="{DD1C4FAB-BB88-4B83-9937-A47F1DB42C31}" destId="{2FB69976-6316-4AA5-A11A-E657DB263F3B}" srcOrd="0" destOrd="0" presId="urn:microsoft.com/office/officeart/2005/8/layout/hierarchy1"/>
    <dgm:cxn modelId="{E83A836A-1978-4642-80D7-E16C97BEF8CB}" type="presParOf" srcId="{DD1C4FAB-BB88-4B83-9937-A47F1DB42C31}" destId="{963AE185-D109-4713-8D24-DE18339A27AB}" srcOrd="1" destOrd="0" presId="urn:microsoft.com/office/officeart/2005/8/layout/hierarchy1"/>
    <dgm:cxn modelId="{FC96F75B-B46C-457F-9A04-4A926A14A252}" type="presParOf" srcId="{963AE185-D109-4713-8D24-DE18339A27AB}" destId="{DF7AEEBF-C759-4B54-B9DF-CDF973653087}" srcOrd="0" destOrd="0" presId="urn:microsoft.com/office/officeart/2005/8/layout/hierarchy1"/>
    <dgm:cxn modelId="{69136C80-D2FB-4FEC-AB18-66320E9682CC}" type="presParOf" srcId="{DF7AEEBF-C759-4B54-B9DF-CDF973653087}" destId="{DBB47C8D-70D2-4ADE-98D5-CD88F72EE3FB}" srcOrd="0" destOrd="0" presId="urn:microsoft.com/office/officeart/2005/8/layout/hierarchy1"/>
    <dgm:cxn modelId="{DFD3FFB1-0EA9-4035-B3AF-6D0813C1E541}" type="presParOf" srcId="{DF7AEEBF-C759-4B54-B9DF-CDF973653087}" destId="{D9289493-DC44-459B-9B23-678D8D9EBB9A}" srcOrd="1" destOrd="0" presId="urn:microsoft.com/office/officeart/2005/8/layout/hierarchy1"/>
    <dgm:cxn modelId="{3A45ABBA-CD87-4A0F-A112-28A78F4210E0}" type="presParOf" srcId="{963AE185-D109-4713-8D24-DE18339A27AB}" destId="{13C24E68-DE50-47A2-870D-E05A14992BFB}" srcOrd="1" destOrd="0" presId="urn:microsoft.com/office/officeart/2005/8/layout/hierarchy1"/>
    <dgm:cxn modelId="{B8DEDCF0-F0D3-4E28-A6BD-E988BE8A1428}" type="presParOf" srcId="{DD1C4FAB-BB88-4B83-9937-A47F1DB42C31}" destId="{5769700B-9E9A-4578-8FA4-34FA75BAC13F}" srcOrd="2" destOrd="0" presId="urn:microsoft.com/office/officeart/2005/8/layout/hierarchy1"/>
    <dgm:cxn modelId="{3EB9458F-3953-41DA-8AFD-687584A74123}" type="presParOf" srcId="{DD1C4FAB-BB88-4B83-9937-A47F1DB42C31}" destId="{AA9D6548-1077-46B0-B293-E2A958CA5779}" srcOrd="3" destOrd="0" presId="urn:microsoft.com/office/officeart/2005/8/layout/hierarchy1"/>
    <dgm:cxn modelId="{1C1FAA0E-5BD9-49C1-8F89-BEE599967B58}" type="presParOf" srcId="{AA9D6548-1077-46B0-B293-E2A958CA5779}" destId="{F508798A-FD31-43F4-BB30-575872625F24}" srcOrd="0" destOrd="0" presId="urn:microsoft.com/office/officeart/2005/8/layout/hierarchy1"/>
    <dgm:cxn modelId="{2052E6E9-7CE1-4901-B09B-B06AC8D88DD4}" type="presParOf" srcId="{F508798A-FD31-43F4-BB30-575872625F24}" destId="{15517688-B39A-4C75-8C6B-85A4E579F037}" srcOrd="0" destOrd="0" presId="urn:microsoft.com/office/officeart/2005/8/layout/hierarchy1"/>
    <dgm:cxn modelId="{E137E0B8-0229-467C-96AD-0057ED7CB347}" type="presParOf" srcId="{F508798A-FD31-43F4-BB30-575872625F24}" destId="{45E293E0-500B-4BEF-BB73-A0EFD1A125DA}" srcOrd="1" destOrd="0" presId="urn:microsoft.com/office/officeart/2005/8/layout/hierarchy1"/>
    <dgm:cxn modelId="{E6E085F4-5CD8-47EF-B8C0-7F7F42F0EA1C}" type="presParOf" srcId="{AA9D6548-1077-46B0-B293-E2A958CA5779}" destId="{F0DB6F92-A0FD-44D4-A04E-E0ACF1AC63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013A4-64EE-4143-B374-F5C28D4D7C7E}">
      <dsp:nvSpPr>
        <dsp:cNvPr id="0" name=""/>
        <dsp:cNvSpPr/>
      </dsp:nvSpPr>
      <dsp:spPr>
        <a:xfrm>
          <a:off x="0" y="2542330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todos os componentes de TI como Hardware, Software e documentação associada</a:t>
          </a:r>
          <a:endParaRPr lang="pt-BR" sz="1200" kern="1200" dirty="0"/>
        </a:p>
      </dsp:txBody>
      <dsp:txXfrm>
        <a:off x="0" y="2542330"/>
        <a:ext cx="2366010" cy="724744"/>
      </dsp:txXfrm>
    </dsp:sp>
    <dsp:sp modelId="{6F8ED05D-06B2-489F-8630-523FCD4AFC79}">
      <dsp:nvSpPr>
        <dsp:cNvPr id="0" name=""/>
        <dsp:cNvSpPr/>
      </dsp:nvSpPr>
      <dsp:spPr>
        <a:xfrm>
          <a:off x="0" y="1693932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</a:t>
          </a:r>
          <a:r>
            <a:rPr lang="pt-BR" sz="1200" kern="1200" dirty="0" err="1" smtClean="0"/>
            <a:t>agrupadores</a:t>
          </a:r>
          <a:r>
            <a:rPr lang="pt-BR" sz="1200" kern="1200" dirty="0" smtClean="0"/>
            <a:t> de TI e entendidos apenas pela TI</a:t>
          </a:r>
          <a:endParaRPr lang="pt-BR" sz="1200" kern="1200" dirty="0"/>
        </a:p>
      </dsp:txBody>
      <dsp:txXfrm>
        <a:off x="0" y="1693932"/>
        <a:ext cx="2366010" cy="724744"/>
      </dsp:txXfrm>
    </dsp:sp>
    <dsp:sp modelId="{BD52C9BF-FA86-47D4-8A37-BD174CB687F1}">
      <dsp:nvSpPr>
        <dsp:cNvPr id="0" name=""/>
        <dsp:cNvSpPr/>
      </dsp:nvSpPr>
      <dsp:spPr>
        <a:xfrm>
          <a:off x="0" y="848397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São utilizados pelos usuários</a:t>
          </a:r>
          <a:endParaRPr lang="pt-BR" sz="1200" kern="1200" dirty="0"/>
        </a:p>
      </dsp:txBody>
      <dsp:txXfrm>
        <a:off x="0" y="848397"/>
        <a:ext cx="2366010" cy="724744"/>
      </dsp:txXfrm>
    </dsp:sp>
    <dsp:sp modelId="{25F108FF-0A8C-45FE-BD17-5AC2A4FEEBFF}">
      <dsp:nvSpPr>
        <dsp:cNvPr id="0" name=""/>
        <dsp:cNvSpPr/>
      </dsp:nvSpPr>
      <dsp:spPr>
        <a:xfrm>
          <a:off x="0" y="2862"/>
          <a:ext cx="7886700" cy="72474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Linha de Negocio da Empresa, gera receita para o conglomerado</a:t>
          </a:r>
          <a:endParaRPr lang="pt-BR" sz="1200" kern="1200" dirty="0"/>
        </a:p>
      </dsp:txBody>
      <dsp:txXfrm>
        <a:off x="0" y="2862"/>
        <a:ext cx="2366010" cy="724744"/>
      </dsp:txXfrm>
    </dsp:sp>
    <dsp:sp modelId="{F5F55FE9-EA24-4432-AC90-5C6C43A62517}">
      <dsp:nvSpPr>
        <dsp:cNvPr id="0" name=""/>
        <dsp:cNvSpPr/>
      </dsp:nvSpPr>
      <dsp:spPr>
        <a:xfrm>
          <a:off x="4594522" y="63257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Área de Negocio</a:t>
          </a:r>
          <a:endParaRPr lang="pt-BR" sz="1000" kern="1200" dirty="0"/>
        </a:p>
      </dsp:txBody>
      <dsp:txXfrm>
        <a:off x="4612211" y="80946"/>
        <a:ext cx="870552" cy="568575"/>
      </dsp:txXfrm>
    </dsp:sp>
    <dsp:sp modelId="{720B351B-F931-4BD1-BE31-470A7A3233EB}">
      <dsp:nvSpPr>
        <dsp:cNvPr id="0" name=""/>
        <dsp:cNvSpPr/>
      </dsp:nvSpPr>
      <dsp:spPr>
        <a:xfrm>
          <a:off x="5001767" y="667211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17F46-B349-48E6-B6D7-9EBBCBAD24CA}">
      <dsp:nvSpPr>
        <dsp:cNvPr id="0" name=""/>
        <dsp:cNvSpPr/>
      </dsp:nvSpPr>
      <dsp:spPr>
        <a:xfrm>
          <a:off x="4594522" y="908792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Serviços de Negocio</a:t>
          </a:r>
          <a:endParaRPr lang="pt-BR" sz="1000" kern="1200" dirty="0"/>
        </a:p>
      </dsp:txBody>
      <dsp:txXfrm>
        <a:off x="4612211" y="926481"/>
        <a:ext cx="870552" cy="568575"/>
      </dsp:txXfrm>
    </dsp:sp>
    <dsp:sp modelId="{05200CFD-AEC3-4EF6-BA6D-19AFA5A1ED66}">
      <dsp:nvSpPr>
        <dsp:cNvPr id="0" name=""/>
        <dsp:cNvSpPr/>
      </dsp:nvSpPr>
      <dsp:spPr>
        <a:xfrm>
          <a:off x="5001767" y="1512746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6F6866-51F4-48FC-82A2-42E92C40A665}">
      <dsp:nvSpPr>
        <dsp:cNvPr id="0" name=""/>
        <dsp:cNvSpPr/>
      </dsp:nvSpPr>
      <dsp:spPr>
        <a:xfrm>
          <a:off x="4594522" y="1754328"/>
          <a:ext cx="905930" cy="603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Serviços de TI</a:t>
          </a:r>
          <a:endParaRPr lang="pt-BR" sz="1000" kern="1200" dirty="0"/>
        </a:p>
      </dsp:txBody>
      <dsp:txXfrm>
        <a:off x="4612211" y="1772017"/>
        <a:ext cx="870552" cy="568575"/>
      </dsp:txXfrm>
    </dsp:sp>
    <dsp:sp modelId="{3118BB90-8790-4CAC-BD47-CABE60EFCE45}">
      <dsp:nvSpPr>
        <dsp:cNvPr id="0" name=""/>
        <dsp:cNvSpPr/>
      </dsp:nvSpPr>
      <dsp:spPr>
        <a:xfrm>
          <a:off x="5001767" y="2358282"/>
          <a:ext cx="91440" cy="2415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5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1C0A6-5CB2-4496-A875-F7F1A448CB36}">
      <dsp:nvSpPr>
        <dsp:cNvPr id="0" name=""/>
        <dsp:cNvSpPr/>
      </dsp:nvSpPr>
      <dsp:spPr>
        <a:xfrm>
          <a:off x="4594522" y="2599863"/>
          <a:ext cx="905930" cy="603953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Componentes de TI</a:t>
          </a:r>
          <a:endParaRPr lang="pt-BR" sz="1000" kern="1200" dirty="0"/>
        </a:p>
      </dsp:txBody>
      <dsp:txXfrm>
        <a:off x="4612211" y="2617552"/>
        <a:ext cx="870552" cy="568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9700B-9E9A-4578-8FA4-34FA75BAC13F}">
      <dsp:nvSpPr>
        <dsp:cNvPr id="0" name=""/>
        <dsp:cNvSpPr/>
      </dsp:nvSpPr>
      <dsp:spPr>
        <a:xfrm>
          <a:off x="6724682" y="2308139"/>
          <a:ext cx="566567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566567" y="183748"/>
              </a:lnTo>
              <a:lnTo>
                <a:pt x="566567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B69976-6316-4AA5-A11A-E657DB263F3B}">
      <dsp:nvSpPr>
        <dsp:cNvPr id="0" name=""/>
        <dsp:cNvSpPr/>
      </dsp:nvSpPr>
      <dsp:spPr>
        <a:xfrm>
          <a:off x="6158114" y="2308139"/>
          <a:ext cx="566567" cy="269634"/>
        </a:xfrm>
        <a:custGeom>
          <a:avLst/>
          <a:gdLst/>
          <a:ahLst/>
          <a:cxnLst/>
          <a:rect l="0" t="0" r="0" b="0"/>
          <a:pathLst>
            <a:path>
              <a:moveTo>
                <a:pt x="566567" y="0"/>
              </a:moveTo>
              <a:lnTo>
                <a:pt x="566567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98EF6-16D1-4F2E-B2E9-918879E1C335}">
      <dsp:nvSpPr>
        <dsp:cNvPr id="0" name=""/>
        <dsp:cNvSpPr/>
      </dsp:nvSpPr>
      <dsp:spPr>
        <a:xfrm>
          <a:off x="4175127" y="1449789"/>
          <a:ext cx="2549554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2549554" y="183748"/>
              </a:lnTo>
              <a:lnTo>
                <a:pt x="2549554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6BE36-2C5B-4594-A791-68BDD2A6289A}">
      <dsp:nvSpPr>
        <dsp:cNvPr id="0" name=""/>
        <dsp:cNvSpPr/>
      </dsp:nvSpPr>
      <dsp:spPr>
        <a:xfrm>
          <a:off x="4176310" y="2327602"/>
          <a:ext cx="848669" cy="250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285"/>
              </a:lnTo>
              <a:lnTo>
                <a:pt x="848669" y="164285"/>
              </a:lnTo>
              <a:lnTo>
                <a:pt x="848669" y="25017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FEE0A-8A68-437C-8EF8-544D1B49AF12}">
      <dsp:nvSpPr>
        <dsp:cNvPr id="0" name=""/>
        <dsp:cNvSpPr/>
      </dsp:nvSpPr>
      <dsp:spPr>
        <a:xfrm>
          <a:off x="3891843" y="2327602"/>
          <a:ext cx="284466" cy="250171"/>
        </a:xfrm>
        <a:custGeom>
          <a:avLst/>
          <a:gdLst/>
          <a:ahLst/>
          <a:cxnLst/>
          <a:rect l="0" t="0" r="0" b="0"/>
          <a:pathLst>
            <a:path>
              <a:moveTo>
                <a:pt x="284466" y="0"/>
              </a:moveTo>
              <a:lnTo>
                <a:pt x="284466" y="164285"/>
              </a:lnTo>
              <a:lnTo>
                <a:pt x="0" y="164285"/>
              </a:lnTo>
              <a:lnTo>
                <a:pt x="0" y="25017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C4291A-8937-4FBE-9266-4AE0016B5765}">
      <dsp:nvSpPr>
        <dsp:cNvPr id="0" name=""/>
        <dsp:cNvSpPr/>
      </dsp:nvSpPr>
      <dsp:spPr>
        <a:xfrm>
          <a:off x="4129407" y="1449789"/>
          <a:ext cx="91440" cy="2890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3211"/>
              </a:lnTo>
              <a:lnTo>
                <a:pt x="46902" y="203211"/>
              </a:lnTo>
              <a:lnTo>
                <a:pt x="46902" y="289097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2E6F8-0F1F-4FE3-9CF6-A7B02CAAC301}">
      <dsp:nvSpPr>
        <dsp:cNvPr id="0" name=""/>
        <dsp:cNvSpPr/>
      </dsp:nvSpPr>
      <dsp:spPr>
        <a:xfrm>
          <a:off x="1625572" y="2308139"/>
          <a:ext cx="1133135" cy="26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748"/>
              </a:lnTo>
              <a:lnTo>
                <a:pt x="1133135" y="183748"/>
              </a:lnTo>
              <a:lnTo>
                <a:pt x="1133135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D50B0B-E2BD-4B63-89CE-9FAFC11B21A6}">
      <dsp:nvSpPr>
        <dsp:cNvPr id="0" name=""/>
        <dsp:cNvSpPr/>
      </dsp:nvSpPr>
      <dsp:spPr>
        <a:xfrm>
          <a:off x="1579852" y="2308139"/>
          <a:ext cx="91440" cy="269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350278-0980-4DF7-8488-2BAE70FDF2A5}">
      <dsp:nvSpPr>
        <dsp:cNvPr id="0" name=""/>
        <dsp:cNvSpPr/>
      </dsp:nvSpPr>
      <dsp:spPr>
        <a:xfrm>
          <a:off x="492437" y="2308139"/>
          <a:ext cx="1133135" cy="269634"/>
        </a:xfrm>
        <a:custGeom>
          <a:avLst/>
          <a:gdLst/>
          <a:ahLst/>
          <a:cxnLst/>
          <a:rect l="0" t="0" r="0" b="0"/>
          <a:pathLst>
            <a:path>
              <a:moveTo>
                <a:pt x="1133135" y="0"/>
              </a:moveTo>
              <a:lnTo>
                <a:pt x="1133135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C569D-D412-4309-B839-1F980EBC3C5C}">
      <dsp:nvSpPr>
        <dsp:cNvPr id="0" name=""/>
        <dsp:cNvSpPr/>
      </dsp:nvSpPr>
      <dsp:spPr>
        <a:xfrm>
          <a:off x="1625572" y="1449789"/>
          <a:ext cx="2549554" cy="269634"/>
        </a:xfrm>
        <a:custGeom>
          <a:avLst/>
          <a:gdLst/>
          <a:ahLst/>
          <a:cxnLst/>
          <a:rect l="0" t="0" r="0" b="0"/>
          <a:pathLst>
            <a:path>
              <a:moveTo>
                <a:pt x="2549554" y="0"/>
              </a:moveTo>
              <a:lnTo>
                <a:pt x="2549554" y="183748"/>
              </a:lnTo>
              <a:lnTo>
                <a:pt x="0" y="183748"/>
              </a:lnTo>
              <a:lnTo>
                <a:pt x="0" y="26963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F8C02-3C2D-418C-8524-F57590600409}">
      <dsp:nvSpPr>
        <dsp:cNvPr id="0" name=""/>
        <dsp:cNvSpPr/>
      </dsp:nvSpPr>
      <dsp:spPr>
        <a:xfrm>
          <a:off x="4129407" y="591439"/>
          <a:ext cx="91440" cy="269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63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513E1-8ACA-4B6A-AFB4-87A077C726E0}">
      <dsp:nvSpPr>
        <dsp:cNvPr id="0" name=""/>
        <dsp:cNvSpPr/>
      </dsp:nvSpPr>
      <dsp:spPr>
        <a:xfrm>
          <a:off x="3711572" y="2723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14E590-CFC0-4AB7-A3CF-44CD38316987}">
      <dsp:nvSpPr>
        <dsp:cNvPr id="0" name=""/>
        <dsp:cNvSpPr/>
      </dsp:nvSpPr>
      <dsp:spPr>
        <a:xfrm>
          <a:off x="3814584" y="1005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err="1" smtClean="0"/>
            <a:t>Call</a:t>
          </a:r>
          <a:r>
            <a:rPr lang="pt-BR" sz="1100" kern="1200" dirty="0" smtClean="0"/>
            <a:t> Center</a:t>
          </a:r>
          <a:endParaRPr lang="pt-BR" sz="1100" kern="1200" dirty="0"/>
        </a:p>
      </dsp:txBody>
      <dsp:txXfrm>
        <a:off x="3831827" y="117828"/>
        <a:ext cx="892624" cy="554229"/>
      </dsp:txXfrm>
    </dsp:sp>
    <dsp:sp modelId="{78DA706B-B5D4-49A7-AE64-C8FD76F608CC}">
      <dsp:nvSpPr>
        <dsp:cNvPr id="0" name=""/>
        <dsp:cNvSpPr/>
      </dsp:nvSpPr>
      <dsp:spPr>
        <a:xfrm>
          <a:off x="3711572" y="861073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04EABE-E193-40DD-9392-F4F4662974F9}">
      <dsp:nvSpPr>
        <dsp:cNvPr id="0" name=""/>
        <dsp:cNvSpPr/>
      </dsp:nvSpPr>
      <dsp:spPr>
        <a:xfrm>
          <a:off x="3814584" y="9589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Gravadores</a:t>
          </a:r>
          <a:endParaRPr lang="pt-BR" sz="1100" kern="1200" dirty="0"/>
        </a:p>
      </dsp:txBody>
      <dsp:txXfrm>
        <a:off x="3831827" y="976178"/>
        <a:ext cx="892624" cy="554229"/>
      </dsp:txXfrm>
    </dsp:sp>
    <dsp:sp modelId="{8F9E0936-FDD5-4BC4-BE41-45D2AFF2879D}">
      <dsp:nvSpPr>
        <dsp:cNvPr id="0" name=""/>
        <dsp:cNvSpPr/>
      </dsp:nvSpPr>
      <dsp:spPr>
        <a:xfrm>
          <a:off x="1162017" y="171942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EEDB42-3FC9-4EBC-B80D-B438EB67A1F5}">
      <dsp:nvSpPr>
        <dsp:cNvPr id="0" name=""/>
        <dsp:cNvSpPr/>
      </dsp:nvSpPr>
      <dsp:spPr>
        <a:xfrm>
          <a:off x="1265029" y="18172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err="1" smtClean="0"/>
            <a:t>Storage</a:t>
          </a:r>
          <a:endParaRPr lang="pt-BR" sz="1100" kern="1200" dirty="0"/>
        </a:p>
      </dsp:txBody>
      <dsp:txXfrm>
        <a:off x="1282272" y="1834528"/>
        <a:ext cx="892624" cy="554229"/>
      </dsp:txXfrm>
    </dsp:sp>
    <dsp:sp modelId="{670DB065-0912-4EBD-8A97-7E0EF692DA25}">
      <dsp:nvSpPr>
        <dsp:cNvPr id="0" name=""/>
        <dsp:cNvSpPr/>
      </dsp:nvSpPr>
      <dsp:spPr>
        <a:xfrm>
          <a:off x="28881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35016A-C080-41E9-8ABA-C8E78F9858C2}">
      <dsp:nvSpPr>
        <dsp:cNvPr id="0" name=""/>
        <dsp:cNvSpPr/>
      </dsp:nvSpPr>
      <dsp:spPr>
        <a:xfrm>
          <a:off x="131894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brspopl135</a:t>
          </a:r>
          <a:endParaRPr lang="pt-BR" sz="1100" kern="1200" dirty="0"/>
        </a:p>
      </dsp:txBody>
      <dsp:txXfrm>
        <a:off x="149137" y="2692878"/>
        <a:ext cx="892624" cy="554229"/>
      </dsp:txXfrm>
    </dsp:sp>
    <dsp:sp modelId="{8F461994-2ECE-4D8C-BAC4-1D12138B5165}">
      <dsp:nvSpPr>
        <dsp:cNvPr id="0" name=""/>
        <dsp:cNvSpPr/>
      </dsp:nvSpPr>
      <dsp:spPr>
        <a:xfrm>
          <a:off x="1162017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EEEC0A-01D1-40D5-971B-BBF7BAD5835C}">
      <dsp:nvSpPr>
        <dsp:cNvPr id="0" name=""/>
        <dsp:cNvSpPr/>
      </dsp:nvSpPr>
      <dsp:spPr>
        <a:xfrm>
          <a:off x="1265029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brldala138</a:t>
          </a:r>
          <a:endParaRPr lang="pt-BR" sz="1100" kern="1200" dirty="0"/>
        </a:p>
      </dsp:txBody>
      <dsp:txXfrm>
        <a:off x="1282272" y="2692878"/>
        <a:ext cx="892624" cy="554229"/>
      </dsp:txXfrm>
    </dsp:sp>
    <dsp:sp modelId="{3393AAF0-38E2-4222-BE01-17B08038A0A5}">
      <dsp:nvSpPr>
        <dsp:cNvPr id="0" name=""/>
        <dsp:cNvSpPr/>
      </dsp:nvSpPr>
      <dsp:spPr>
        <a:xfrm>
          <a:off x="2295152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715408-4CA3-46CC-935F-E3CAD415FEC5}">
      <dsp:nvSpPr>
        <dsp:cNvPr id="0" name=""/>
        <dsp:cNvSpPr/>
      </dsp:nvSpPr>
      <dsp:spPr>
        <a:xfrm>
          <a:off x="2398165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scsctx01recsa</a:t>
          </a:r>
          <a:endParaRPr lang="pt-BR" sz="1100" kern="1200" dirty="0"/>
        </a:p>
      </dsp:txBody>
      <dsp:txXfrm>
        <a:off x="2415408" y="2692878"/>
        <a:ext cx="892624" cy="554229"/>
      </dsp:txXfrm>
    </dsp:sp>
    <dsp:sp modelId="{F4E385D6-B604-4126-840B-2A4E09EA7335}">
      <dsp:nvSpPr>
        <dsp:cNvPr id="0" name=""/>
        <dsp:cNvSpPr/>
      </dsp:nvSpPr>
      <dsp:spPr>
        <a:xfrm>
          <a:off x="3712754" y="1738886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4B5480-E057-4CD7-A604-48AE9C5673EA}">
      <dsp:nvSpPr>
        <dsp:cNvPr id="0" name=""/>
        <dsp:cNvSpPr/>
      </dsp:nvSpPr>
      <dsp:spPr>
        <a:xfrm>
          <a:off x="3815767" y="1836748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Sistema</a:t>
          </a:r>
          <a:endParaRPr lang="pt-BR" sz="1100" kern="1200" dirty="0"/>
        </a:p>
      </dsp:txBody>
      <dsp:txXfrm>
        <a:off x="3833010" y="1853991"/>
        <a:ext cx="892624" cy="554229"/>
      </dsp:txXfrm>
    </dsp:sp>
    <dsp:sp modelId="{07E7822A-FEB9-4D3D-B6D7-68271672BFB8}">
      <dsp:nvSpPr>
        <dsp:cNvPr id="0" name=""/>
        <dsp:cNvSpPr/>
      </dsp:nvSpPr>
      <dsp:spPr>
        <a:xfrm>
          <a:off x="3428288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9E694-7E2D-43B1-9618-F2E2102852B7}">
      <dsp:nvSpPr>
        <dsp:cNvPr id="0" name=""/>
        <dsp:cNvSpPr/>
      </dsp:nvSpPr>
      <dsp:spPr>
        <a:xfrm>
          <a:off x="3531300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NGR</a:t>
          </a:r>
          <a:endParaRPr lang="pt-BR" sz="1100" kern="1200" dirty="0"/>
        </a:p>
      </dsp:txBody>
      <dsp:txXfrm>
        <a:off x="3548543" y="2692878"/>
        <a:ext cx="892624" cy="554229"/>
      </dsp:txXfrm>
    </dsp:sp>
    <dsp:sp modelId="{C3B7AED1-3DCF-4E5B-8EC1-8B4B32E0FE74}">
      <dsp:nvSpPr>
        <dsp:cNvPr id="0" name=""/>
        <dsp:cNvSpPr/>
      </dsp:nvSpPr>
      <dsp:spPr>
        <a:xfrm>
          <a:off x="4561423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566980-C121-4DC6-812A-74F2DAF8E638}">
      <dsp:nvSpPr>
        <dsp:cNvPr id="0" name=""/>
        <dsp:cNvSpPr/>
      </dsp:nvSpPr>
      <dsp:spPr>
        <a:xfrm>
          <a:off x="4664436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Nice</a:t>
          </a:r>
          <a:endParaRPr lang="pt-BR" sz="1100" kern="1200" dirty="0"/>
        </a:p>
      </dsp:txBody>
      <dsp:txXfrm>
        <a:off x="4681679" y="2692878"/>
        <a:ext cx="892624" cy="554229"/>
      </dsp:txXfrm>
    </dsp:sp>
    <dsp:sp modelId="{5B7E4926-2233-42FE-8512-F0854AFEB078}">
      <dsp:nvSpPr>
        <dsp:cNvPr id="0" name=""/>
        <dsp:cNvSpPr/>
      </dsp:nvSpPr>
      <dsp:spPr>
        <a:xfrm>
          <a:off x="6261127" y="171942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68C662-A548-4DE1-9545-54B249CF322F}">
      <dsp:nvSpPr>
        <dsp:cNvPr id="0" name=""/>
        <dsp:cNvSpPr/>
      </dsp:nvSpPr>
      <dsp:spPr>
        <a:xfrm>
          <a:off x="6364139" y="181728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Site</a:t>
          </a:r>
          <a:endParaRPr lang="pt-BR" sz="1100" kern="1200" dirty="0"/>
        </a:p>
      </dsp:txBody>
      <dsp:txXfrm>
        <a:off x="6381382" y="1834528"/>
        <a:ext cx="892624" cy="554229"/>
      </dsp:txXfrm>
    </dsp:sp>
    <dsp:sp modelId="{DBB47C8D-70D2-4ADE-98D5-CD88F72EE3FB}">
      <dsp:nvSpPr>
        <dsp:cNvPr id="0" name=""/>
        <dsp:cNvSpPr/>
      </dsp:nvSpPr>
      <dsp:spPr>
        <a:xfrm>
          <a:off x="5694559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289493-DC44-459B-9B23-678D8D9EBB9A}">
      <dsp:nvSpPr>
        <dsp:cNvPr id="0" name=""/>
        <dsp:cNvSpPr/>
      </dsp:nvSpPr>
      <dsp:spPr>
        <a:xfrm>
          <a:off x="5797571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Lapa</a:t>
          </a:r>
          <a:endParaRPr lang="pt-BR" sz="1100" kern="1200" dirty="0"/>
        </a:p>
      </dsp:txBody>
      <dsp:txXfrm>
        <a:off x="5814814" y="2692878"/>
        <a:ext cx="892624" cy="554229"/>
      </dsp:txXfrm>
    </dsp:sp>
    <dsp:sp modelId="{15517688-B39A-4C75-8C6B-85A4E579F037}">
      <dsp:nvSpPr>
        <dsp:cNvPr id="0" name=""/>
        <dsp:cNvSpPr/>
      </dsp:nvSpPr>
      <dsp:spPr>
        <a:xfrm>
          <a:off x="6827694" y="2577774"/>
          <a:ext cx="927110" cy="5887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E293E0-500B-4BEF-BB73-A0EFD1A125DA}">
      <dsp:nvSpPr>
        <dsp:cNvPr id="0" name=""/>
        <dsp:cNvSpPr/>
      </dsp:nvSpPr>
      <dsp:spPr>
        <a:xfrm>
          <a:off x="6930707" y="2675635"/>
          <a:ext cx="927110" cy="588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Aurora</a:t>
          </a:r>
        </a:p>
      </dsp:txBody>
      <dsp:txXfrm>
        <a:off x="6947950" y="2692878"/>
        <a:ext cx="892624" cy="55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18/04/2016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4/18/2016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4/18/2016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4/18/2016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4/18/2016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4/18/2016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4/18/2016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4/18/2016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gi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gif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</a:rPr>
              <a:t>Projeto Qualidade em Gravação</a:t>
            </a:r>
            <a:endParaRPr lang="pt-BR" sz="24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pt-BR" sz="26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da Configuração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</a:t>
            </a:r>
            <a:r>
              <a:rPr lang="pt-BR" sz="1200" dirty="0" smtClean="0">
                <a:solidFill>
                  <a:schemeClr val="bg1">
                    <a:lumMod val="50000"/>
                  </a:schemeClr>
                </a:solidFill>
              </a:rPr>
              <a:t>Abril</a:t>
            </a:r>
            <a:endParaRPr lang="pt-B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Conceitos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Missão e Benefícios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Objetivo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Responsabilidade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Modelo Conceitual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Ciclo de Vida de cada 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Interação com outros Processos</a:t>
            </a:r>
          </a:p>
          <a:p>
            <a:pPr>
              <a:buFont typeface="Wingdings" panose="05000000000000000000" pitchFamily="2" charset="2"/>
              <a:buChar char="v"/>
            </a:pPr>
            <a:endParaRPr lang="pt-BR" dirty="0" smtClean="0"/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69840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5" name="Pentágono 4"/>
          <p:cNvSpPr/>
          <p:nvPr/>
        </p:nvSpPr>
        <p:spPr>
          <a:xfrm>
            <a:off x="285065" y="1360760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O que é o CMDB?</a:t>
            </a:r>
            <a:endParaRPr lang="pt-BR" sz="16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091447" y="1276558"/>
            <a:ext cx="5768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É um banco de dados </a:t>
            </a:r>
            <a:r>
              <a:rPr lang="pt-BR" sz="1600" dirty="0" smtClean="0"/>
              <a:t>único onde </a:t>
            </a:r>
            <a:r>
              <a:rPr lang="pt-BR" sz="1600" dirty="0"/>
              <a:t>está representado logicamente toda a infraestrutura de TI (Hardware e Software), os serviços, negócios e seus relacionamentos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sp>
        <p:nvSpPr>
          <p:cNvPr id="10" name="Pentágono 9"/>
          <p:cNvSpPr/>
          <p:nvPr/>
        </p:nvSpPr>
        <p:spPr>
          <a:xfrm>
            <a:off x="291551" y="2145461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 que </a:t>
            </a:r>
            <a:r>
              <a:rPr lang="pt-BR" sz="1400" dirty="0" smtClean="0"/>
              <a:t>é o </a:t>
            </a:r>
            <a:r>
              <a:rPr lang="pt-BR" sz="1400" dirty="0"/>
              <a:t>IC (Item de Configuração</a:t>
            </a:r>
            <a:r>
              <a:rPr lang="pt-BR" sz="1400" dirty="0" smtClean="0"/>
              <a:t>)?</a:t>
            </a:r>
            <a:endParaRPr lang="pt-BR" sz="14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097933" y="2184370"/>
            <a:ext cx="5768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É a representação de cada componente de infraestrutura de TI e serviços no CMDB.</a:t>
            </a:r>
            <a:endParaRPr lang="pt-BR" sz="1600" dirty="0"/>
          </a:p>
        </p:txBody>
      </p:sp>
      <p:sp>
        <p:nvSpPr>
          <p:cNvPr id="14" name="Pentágono 13"/>
          <p:cNvSpPr/>
          <p:nvPr/>
        </p:nvSpPr>
        <p:spPr>
          <a:xfrm>
            <a:off x="307763" y="2998251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 que são os atributos do IC?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23873" y="2908605"/>
            <a:ext cx="5768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Os atributos de um item de configuração são as características individuais de cada Item, como: número de </a:t>
            </a:r>
            <a:r>
              <a:rPr lang="pt-BR" sz="1600" dirty="0" smtClean="0"/>
              <a:t>série, </a:t>
            </a:r>
            <a:r>
              <a:rPr lang="pt-BR" sz="1600" dirty="0"/>
              <a:t>memória, velocidade do processador, </a:t>
            </a:r>
            <a:r>
              <a:rPr lang="pt-BR" sz="1600" dirty="0" smtClean="0"/>
              <a:t>contrato, garantia, suporte, </a:t>
            </a:r>
            <a:r>
              <a:rPr lang="pt-BR" sz="1600" dirty="0"/>
              <a:t>etc.</a:t>
            </a:r>
          </a:p>
        </p:txBody>
      </p:sp>
      <p:sp>
        <p:nvSpPr>
          <p:cNvPr id="16" name="Pentágono 15"/>
          <p:cNvSpPr/>
          <p:nvPr/>
        </p:nvSpPr>
        <p:spPr>
          <a:xfrm>
            <a:off x="317491" y="3834834"/>
            <a:ext cx="1692613" cy="662595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Relacionamentos</a:t>
            </a:r>
            <a:endParaRPr lang="pt-BR" sz="14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123873" y="3853973"/>
            <a:ext cx="5768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O </a:t>
            </a:r>
            <a:r>
              <a:rPr lang="pt-BR" sz="1600" dirty="0"/>
              <a:t>armazenamento dos relacionamentos no CMDB permite a visualização da </a:t>
            </a:r>
            <a:r>
              <a:rPr lang="pt-BR" sz="1600" dirty="0" smtClean="0"/>
              <a:t>inter-relação </a:t>
            </a:r>
            <a:r>
              <a:rPr lang="pt-BR" sz="1600" dirty="0"/>
              <a:t>dos itens de configuração. </a:t>
            </a:r>
          </a:p>
        </p:txBody>
      </p:sp>
    </p:spTree>
    <p:extLst>
      <p:ext uri="{BB962C8B-B14F-4D97-AF65-F5344CB8AC3E}">
        <p14:creationId xmlns:p14="http://schemas.microsoft.com/office/powerpoint/2010/main" val="27677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Missão e Benefícios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7" name="Pentágono 6"/>
          <p:cNvSpPr/>
          <p:nvPr/>
        </p:nvSpPr>
        <p:spPr>
          <a:xfrm>
            <a:off x="570129" y="158677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Missão</a:t>
            </a:r>
            <a:endParaRPr lang="pt-BR" dirty="0"/>
          </a:p>
        </p:txBody>
      </p:sp>
      <p:sp>
        <p:nvSpPr>
          <p:cNvPr id="10" name="Pentágono 9"/>
          <p:cNvSpPr/>
          <p:nvPr/>
        </p:nvSpPr>
        <p:spPr>
          <a:xfrm>
            <a:off x="570130" y="336350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Benefícios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253014" y="1412951"/>
            <a:ext cx="61028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Identificar, controlar e auditar as informações necessárias para gerir os serviços de TI, mantendo a integridade das informações contidas no CMDB corporativo, representados através dos seus </a:t>
            </a:r>
            <a:r>
              <a:rPr lang="pt-BR" sz="1600" dirty="0" err="1"/>
              <a:t>IC´s</a:t>
            </a:r>
            <a:r>
              <a:rPr lang="pt-BR" sz="1600" dirty="0"/>
              <a:t> (Itens de Configuração), atributos, ciclos de vida e relacionamentos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292827" y="2672840"/>
            <a:ext cx="65523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- Controle dos Itens de Configuração, maximizando a disponibilidade dos serviços de TI e garantindo o aumento da qualidade no suporte aos processos envolvidos na operação da infraestrutura;</a:t>
            </a:r>
          </a:p>
          <a:p>
            <a:r>
              <a:rPr lang="pt-BR" sz="1600" dirty="0"/>
              <a:t>- Fornecer subsídios para analise de impacto no planejamento em Gestão de Mudanças e dados para solução de problemas e análise de tendências das ocorrências; </a:t>
            </a:r>
          </a:p>
          <a:p>
            <a:r>
              <a:rPr lang="pt-BR" sz="1600" dirty="0"/>
              <a:t>- Direcionamento correto do incidente, reduzindo o tempo do serviço afetado;</a:t>
            </a:r>
          </a:p>
          <a:p>
            <a:r>
              <a:rPr lang="pt-BR" sz="1600" dirty="0"/>
              <a:t>- Viabilização da apresentação por Serviço e Negócio impactado</a:t>
            </a:r>
            <a:r>
              <a:rPr lang="pt-BR" sz="1600" dirty="0" smtClean="0"/>
              <a:t>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9400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54094" y="1370486"/>
            <a:ext cx="6161256" cy="14408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600" dirty="0"/>
              <a:t>O objetivo do CMDB (</a:t>
            </a:r>
            <a:r>
              <a:rPr lang="pt-BR" sz="1600" dirty="0" err="1"/>
              <a:t>Configuration</a:t>
            </a:r>
            <a:r>
              <a:rPr lang="pt-BR" sz="1600" dirty="0"/>
              <a:t> Management </a:t>
            </a:r>
            <a:r>
              <a:rPr lang="pt-BR" sz="1600" dirty="0" err="1"/>
              <a:t>Database</a:t>
            </a:r>
            <a:r>
              <a:rPr lang="pt-BR" sz="1600" dirty="0"/>
              <a:t>) é dar aos gestores uma visão dinâmica e sempre atualizada da infraestrutura tecnológica, apresentando todas as Áreas de Negócio relacionados a cada um dos Serviços de Negócio, disponibilizando todos os recursos necessários para a Gestão de Serviços de TI além de habilitar a visão crítica de impacto em todos os níveis de componentes.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5" name="Pentágono 4"/>
          <p:cNvSpPr/>
          <p:nvPr/>
        </p:nvSpPr>
        <p:spPr>
          <a:xfrm>
            <a:off x="570129" y="1586773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6" name="Pentágono 5"/>
          <p:cNvSpPr/>
          <p:nvPr/>
        </p:nvSpPr>
        <p:spPr>
          <a:xfrm>
            <a:off x="570128" y="3424197"/>
            <a:ext cx="1682885" cy="729574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Abrangência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2354094" y="3373485"/>
            <a:ext cx="5976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Utilizar o Projeto Qualidade em Gravação como Piloto para iniciar o Processo de Gestão de Configuração, criando todos os relacionamentos e disponibilizando a visão de Negocio para a Contax.</a:t>
            </a:r>
            <a:endParaRPr lang="pt-BR" sz="1600" dirty="0"/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4035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Responsabilidade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370486"/>
            <a:ext cx="7886700" cy="1538119"/>
          </a:xfrm>
        </p:spPr>
        <p:txBody>
          <a:bodyPr/>
          <a:lstStyle/>
          <a:p>
            <a:r>
              <a:rPr lang="pt-BR" dirty="0"/>
              <a:t>Dono do IC: O Proprietário de um IC (ou dono do IC) é sempre um Grupo de Pessoas que tem por responsabilidade manter a informação atualizada sobre o componente, utilizando o processo de mudanças nas situações de inclusão, alteração ou exclusão dos Itens, seus atributos e relacionamentos.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3" y="3104981"/>
            <a:ext cx="2356635" cy="1500391"/>
          </a:xfrm>
          <a:prstGeom prst="rect">
            <a:avLst/>
          </a:prstGeom>
        </p:spPr>
      </p:pic>
      <p:pic>
        <p:nvPicPr>
          <p:cNvPr id="15362" name="Picture 2" descr="Resultado de imagem para servid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379" y="3153822"/>
            <a:ext cx="1402707" cy="140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eta para a direita 7"/>
          <p:cNvSpPr/>
          <p:nvPr/>
        </p:nvSpPr>
        <p:spPr>
          <a:xfrm>
            <a:off x="3618689" y="3647872"/>
            <a:ext cx="1575881" cy="5642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10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Conceitual</a:t>
            </a:r>
            <a:endParaRPr lang="pt-BR" dirty="0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99261"/>
              </p:ext>
            </p:extLst>
          </p:nvPr>
        </p:nvGraphicFramePr>
        <p:xfrm>
          <a:off x="628650" y="1370013"/>
          <a:ext cx="7886700" cy="326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4391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Mapa do Serviço - Gravadores</a:t>
            </a:r>
            <a:endParaRPr lang="pt-BR" dirty="0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60362"/>
              </p:ext>
            </p:extLst>
          </p:nvPr>
        </p:nvGraphicFramePr>
        <p:xfrm>
          <a:off x="628650" y="1370013"/>
          <a:ext cx="7886700" cy="326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461688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de cada IC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2443906" y="2545554"/>
            <a:ext cx="457200" cy="45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de cantos arredondados 2"/>
          <p:cNvSpPr>
            <a:spLocks noChangeArrowheads="1"/>
          </p:cNvSpPr>
          <p:nvPr/>
        </p:nvSpPr>
        <p:spPr bwMode="auto">
          <a:xfrm>
            <a:off x="1387678" y="2292189"/>
            <a:ext cx="1057275" cy="552450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Configuração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Fluxograma: Conector 3"/>
          <p:cNvSpPr>
            <a:spLocks noChangeArrowheads="1"/>
          </p:cNvSpPr>
          <p:nvPr/>
        </p:nvSpPr>
        <p:spPr bwMode="auto">
          <a:xfrm>
            <a:off x="4321784" y="2206464"/>
            <a:ext cx="847725" cy="790575"/>
          </a:xfrm>
          <a:prstGeom prst="flowChartConnector">
            <a:avLst/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Uso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Fluxograma: Conector 4"/>
          <p:cNvSpPr>
            <a:spLocks noChangeArrowheads="1"/>
          </p:cNvSpPr>
          <p:nvPr/>
        </p:nvSpPr>
        <p:spPr bwMode="auto">
          <a:xfrm>
            <a:off x="2930728" y="2196939"/>
            <a:ext cx="847725" cy="790575"/>
          </a:xfrm>
          <a:prstGeom prst="flowChartConnector">
            <a:avLst/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Pronto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tângulo de cantos arredondados 5"/>
          <p:cNvSpPr>
            <a:spLocks noChangeArrowheads="1"/>
          </p:cNvSpPr>
          <p:nvPr/>
        </p:nvSpPr>
        <p:spPr bwMode="auto">
          <a:xfrm>
            <a:off x="4807153" y="3206589"/>
            <a:ext cx="1057275" cy="552450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Manutenção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tângulo de cantos arredondados 6"/>
          <p:cNvSpPr>
            <a:spLocks noChangeArrowheads="1"/>
          </p:cNvSpPr>
          <p:nvPr/>
        </p:nvSpPr>
        <p:spPr bwMode="auto">
          <a:xfrm>
            <a:off x="5760871" y="2339814"/>
            <a:ext cx="1057275" cy="55245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Desativado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3749878" y="2553174"/>
            <a:ext cx="55245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5007990" y="2958840"/>
            <a:ext cx="361950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em curva 17"/>
          <p:cNvCxnSpPr/>
          <p:nvPr/>
        </p:nvCxnSpPr>
        <p:spPr>
          <a:xfrm flipH="1" flipV="1">
            <a:off x="4718559" y="3054090"/>
            <a:ext cx="66675" cy="419100"/>
          </a:xfrm>
          <a:prstGeom prst="curvedConnector3">
            <a:avLst>
              <a:gd name="adj1" fmla="val 344855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5188965" y="2582602"/>
            <a:ext cx="55245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381328" y="11089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381328" y="175665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47" name="Imagem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102" y="2244564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m 2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741" y="2150572"/>
            <a:ext cx="227965" cy="227965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959" y="3559013"/>
            <a:ext cx="371376" cy="371376"/>
          </a:xfrm>
          <a:prstGeom prst="rect">
            <a:avLst/>
          </a:prstGeom>
        </p:spPr>
      </p:pic>
      <p:pic>
        <p:nvPicPr>
          <p:cNvPr id="14360" name="Picture 24" descr="https://image.freepik.com/icones-gratis/simbolo-interface-de-configuracao_318-3301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536" y="2107717"/>
            <a:ext cx="296965" cy="29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2" name="Picture 26" descr="http://www.sitographics.com/enciclog/formas/flechas/image/Flecha_038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241" y="2063932"/>
            <a:ext cx="364413" cy="35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/>
          <p:cNvSpPr txBox="1"/>
          <p:nvPr/>
        </p:nvSpPr>
        <p:spPr>
          <a:xfrm>
            <a:off x="168332" y="2892264"/>
            <a:ext cx="163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Informa que um novo elemento da infraestrutura de serviços de TI foi registrado e encontra-se disponível para uso na ferramenta</a:t>
            </a:r>
            <a:endParaRPr lang="pt-BR" sz="1000" dirty="0"/>
          </a:p>
        </p:txBody>
      </p:sp>
      <p:cxnSp>
        <p:nvCxnSpPr>
          <p:cNvPr id="31" name="Conector reto 30"/>
          <p:cNvCxnSpPr/>
          <p:nvPr/>
        </p:nvCxnSpPr>
        <p:spPr>
          <a:xfrm flipV="1">
            <a:off x="1712028" y="2844639"/>
            <a:ext cx="1" cy="714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37" name="CaixaDeTexto 14336"/>
          <p:cNvSpPr txBox="1"/>
          <p:nvPr/>
        </p:nvSpPr>
        <p:spPr>
          <a:xfrm>
            <a:off x="2367129" y="3139612"/>
            <a:ext cx="1274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O componente está pronto para entrada em produção, aguardando apenas a autorização da RDM para ser inserido no ambiente de produção</a:t>
            </a:r>
            <a:endParaRPr lang="pt-BR" sz="1000" dirty="0"/>
          </a:p>
        </p:txBody>
      </p:sp>
      <p:cxnSp>
        <p:nvCxnSpPr>
          <p:cNvPr id="14339" name="Conector reto 14338"/>
          <p:cNvCxnSpPr/>
          <p:nvPr/>
        </p:nvCxnSpPr>
        <p:spPr>
          <a:xfrm>
            <a:off x="3541310" y="2958840"/>
            <a:ext cx="0" cy="971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0" name="CaixaDeTexto 14339"/>
          <p:cNvSpPr txBox="1"/>
          <p:nvPr/>
        </p:nvSpPr>
        <p:spPr>
          <a:xfrm>
            <a:off x="4531970" y="1338985"/>
            <a:ext cx="2710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Informa que o IC encontra-se instalado e operacional no ambiente de produção. É um estado protegido podendo apenas ser alterado mediante uma RDM</a:t>
            </a:r>
          </a:p>
        </p:txBody>
      </p:sp>
      <p:cxnSp>
        <p:nvCxnSpPr>
          <p:cNvPr id="14342" name="Conector reto 14341"/>
          <p:cNvCxnSpPr/>
          <p:nvPr/>
        </p:nvCxnSpPr>
        <p:spPr>
          <a:xfrm>
            <a:off x="4548810" y="1439701"/>
            <a:ext cx="13854" cy="814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4" name="CaixaDeTexto 14343"/>
          <p:cNvSpPr txBox="1"/>
          <p:nvPr/>
        </p:nvSpPr>
        <p:spPr>
          <a:xfrm>
            <a:off x="4909176" y="3956628"/>
            <a:ext cx="1458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Representa uma parada programada para manutenção ou modificação do IC. Nesse caso, </a:t>
            </a:r>
            <a:r>
              <a:rPr lang="pt-BR" sz="1000" dirty="0" smtClean="0"/>
              <a:t>encontra-se indisponível </a:t>
            </a:r>
            <a:r>
              <a:rPr lang="pt-BR" sz="1000" dirty="0"/>
              <a:t>para uso.</a:t>
            </a:r>
          </a:p>
        </p:txBody>
      </p:sp>
      <p:cxnSp>
        <p:nvCxnSpPr>
          <p:cNvPr id="14346" name="Conector reto 14345"/>
          <p:cNvCxnSpPr/>
          <p:nvPr/>
        </p:nvCxnSpPr>
        <p:spPr>
          <a:xfrm>
            <a:off x="4909176" y="3749311"/>
            <a:ext cx="0" cy="822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48" name="CaixaDeTexto 14347"/>
          <p:cNvSpPr txBox="1"/>
          <p:nvPr/>
        </p:nvSpPr>
        <p:spPr>
          <a:xfrm>
            <a:off x="6798982" y="3001741"/>
            <a:ext cx="2056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Nesse caso, o IC não será mais utilizado na infraestrutura de serviços de TI.</a:t>
            </a:r>
          </a:p>
        </p:txBody>
      </p:sp>
      <p:cxnSp>
        <p:nvCxnSpPr>
          <p:cNvPr id="14350" name="Conector reto 14349"/>
          <p:cNvCxnSpPr>
            <a:stCxn id="14" idx="3"/>
          </p:cNvCxnSpPr>
          <p:nvPr/>
        </p:nvCxnSpPr>
        <p:spPr>
          <a:xfrm>
            <a:off x="6818146" y="2616039"/>
            <a:ext cx="0" cy="71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1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Interação com outros Processos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2" descr="Resultado de imagem para datacen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331" y="1454923"/>
            <a:ext cx="1136458" cy="70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Resultado de imagem para servid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428" y="3339404"/>
            <a:ext cx="1012096" cy="56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Resultado de imagem para re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769" y="2417259"/>
            <a:ext cx="808678" cy="59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m para computad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134" y="2251937"/>
            <a:ext cx="980715" cy="87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ilindro 8"/>
          <p:cNvSpPr/>
          <p:nvPr/>
        </p:nvSpPr>
        <p:spPr>
          <a:xfrm>
            <a:off x="3867350" y="2106920"/>
            <a:ext cx="1527419" cy="122596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/>
              <a:t>CMDB</a:t>
            </a:r>
            <a:endParaRPr lang="pt-BR" sz="40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1897550" y="4085159"/>
            <a:ext cx="21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Nível de Serviço: </a:t>
            </a:r>
            <a:r>
              <a:rPr lang="pt-BR" sz="900" dirty="0"/>
              <a:t>Utiliza a visualização por Serviços e não mais por componentes, necessário para o acompanhamento dos níveis de serviço acordados com os cliente e área de negócio</a:t>
            </a:r>
            <a:r>
              <a:rPr lang="pt-BR" sz="900" dirty="0" smtClean="0"/>
              <a:t>.</a:t>
            </a:r>
            <a:endParaRPr lang="pt-BR" sz="9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139666" y="1328607"/>
            <a:ext cx="2222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Continuidade Serviços de TI</a:t>
            </a:r>
            <a:r>
              <a:rPr lang="pt-BR" sz="900" dirty="0"/>
              <a:t>: Identifica quais Processos de Negócio possuem Plano de Contingência e quais componentes da infraestrutura possuem DR, além de disponibilizarem no CMDB todos os planos de continuidade dos Serviços de TI.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80138" y="2398245"/>
            <a:ext cx="19490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Capacidade</a:t>
            </a:r>
            <a:r>
              <a:rPr lang="pt-BR" sz="900" dirty="0"/>
              <a:t>: Utilizar as informações dos atributos dos componentes para a tomada de decisões relacionadas a desempenho e performance dos serviços.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065082" y="3240634"/>
            <a:ext cx="19786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Disponibilidade</a:t>
            </a:r>
            <a:r>
              <a:rPr lang="pt-BR" sz="900" dirty="0"/>
              <a:t>: </a:t>
            </a:r>
            <a:r>
              <a:rPr lang="pt-BR" sz="900" dirty="0" smtClean="0"/>
              <a:t>Apresenta </a:t>
            </a:r>
            <a:r>
              <a:rPr lang="pt-BR" sz="900" dirty="0"/>
              <a:t>o tipo de implementação de cada uma das tecnologias necessárias para definir o nível de disponibilidade de um serviço.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369033" y="4099985"/>
            <a:ext cx="22366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Mudanças e Liberações: </a:t>
            </a:r>
            <a:r>
              <a:rPr lang="pt-BR" sz="900" dirty="0"/>
              <a:t>Ferramenta indispensável para análise de impacto, onde a partir do item objeto da mudança, são exibidos os serviços de negocio diretamente relacionados.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052354" y="3172256"/>
            <a:ext cx="176225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Problemas</a:t>
            </a:r>
            <a:r>
              <a:rPr lang="pt-BR" sz="900" dirty="0"/>
              <a:t>: Pelo histórico de incidentes e mudanças em um IC, auxilia na análise e busca da causa-raiz de um problema.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523906" y="1387462"/>
            <a:ext cx="176225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Central de Serviços: </a:t>
            </a:r>
            <a:r>
              <a:rPr lang="pt-BR" sz="900" dirty="0"/>
              <a:t>Faz uso do CMDB para registrar e associar os componentes aos chamados,  garantindo agilidade no atendimento.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777828" y="2251937"/>
            <a:ext cx="19060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900" b="1" dirty="0"/>
              <a:t>Gestão de Incidentes: </a:t>
            </a:r>
            <a:r>
              <a:rPr lang="pt-BR" sz="900" dirty="0"/>
              <a:t>Ajuda na identificação da infraestrutura, isolando rapidamente a origem do incidente, garantindo a redução no tempo de reparo.</a:t>
            </a:r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70663"/>
            <a:ext cx="1473556" cy="356656"/>
          </a:xfrm>
          <a:prstGeom prst="rect">
            <a:avLst/>
          </a:prstGeom>
        </p:spPr>
      </p:pic>
      <p:sp>
        <p:nvSpPr>
          <p:cNvPr id="1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8397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14683</TotalTime>
  <Words>890</Words>
  <Application>Microsoft Office PowerPoint</Application>
  <PresentationFormat>Personalizar</PresentationFormat>
  <Paragraphs>99</Paragraphs>
  <Slides>10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Índice</vt:lpstr>
      <vt:lpstr>Conceitos</vt:lpstr>
      <vt:lpstr>Missão e Benefícios</vt:lpstr>
      <vt:lpstr>Objetivo</vt:lpstr>
      <vt:lpstr>Responsabilidade</vt:lpstr>
      <vt:lpstr>Modelo Conceitual</vt:lpstr>
      <vt:lpstr>Ex. Mapa do Serviço - Gravadores</vt:lpstr>
      <vt:lpstr>Ciclo de Vida de cada IC</vt:lpstr>
      <vt:lpstr>Interação com outros Processos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Chacon;Henrique</dc:creator>
  <cp:lastModifiedBy>intertek</cp:lastModifiedBy>
  <cp:revision>867</cp:revision>
  <dcterms:created xsi:type="dcterms:W3CDTF">2015-08-20T14:57:26Z</dcterms:created>
  <dcterms:modified xsi:type="dcterms:W3CDTF">2016-04-18T18:45:41Z</dcterms:modified>
</cp:coreProperties>
</file>