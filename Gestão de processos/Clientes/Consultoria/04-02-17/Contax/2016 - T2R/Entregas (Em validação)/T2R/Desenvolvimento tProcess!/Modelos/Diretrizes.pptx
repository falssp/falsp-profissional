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slideLayouts/slideLayout20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4" r:id="rId2"/>
    <p:sldMasterId id="2147483679" r:id="rId3"/>
    <p:sldMasterId id="2147483681" r:id="rId4"/>
    <p:sldMasterId id="2147483683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098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Ccapa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6476566" y="3901488"/>
            <a:ext cx="2465459" cy="510352"/>
          </a:xfrm>
          <a:prstGeom prst="rect">
            <a:avLst/>
          </a:prstGeom>
        </p:spPr>
        <p:txBody>
          <a:bodyPr vert="horz" lIns="107287" tIns="53643" rIns="107287" bIns="53643" anchor="ctr"/>
          <a:lstStyle>
            <a:lvl1pPr marL="0" indent="0" algn="r">
              <a:buNone/>
              <a:defRPr lang="x-none" sz="1600" i="0" kern="1200" dirty="0" smtClean="0">
                <a:solidFill>
                  <a:srgbClr val="00308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marL="402325" lvl="0" indent="-402325" algn="r" defTabSz="536433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pt-BR" dirty="0" smtClean="0"/>
              <a:t>Mês, Ano</a:t>
            </a:r>
            <a:endParaRPr lang="x-none" dirty="0" smtClean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2915817" y="2091193"/>
            <a:ext cx="6017842" cy="821928"/>
          </a:xfrm>
          <a:prstGeom prst="rect">
            <a:avLst/>
          </a:prstGeom>
        </p:spPr>
        <p:txBody>
          <a:bodyPr vert="horz" lIns="107287" tIns="53643" rIns="107287" bIns="53643" anchor="ctr"/>
          <a:lstStyle>
            <a:lvl1pPr algn="ctr">
              <a:buNone/>
              <a:defRPr lang="x-none" sz="3600" b="1" i="0" u="none" kern="1200" dirty="0" smtClean="0">
                <a:solidFill>
                  <a:srgbClr val="00308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pt-BR" dirty="0" smtClean="0"/>
              <a:t>Adicionar um título</a:t>
            </a:r>
            <a:endParaRPr lang="x-none" dirty="0" smtClean="0"/>
          </a:p>
        </p:txBody>
      </p:sp>
    </p:spTree>
    <p:extLst>
      <p:ext uri="{BB962C8B-B14F-4D97-AF65-F5344CB8AC3E}">
        <p14:creationId xmlns:p14="http://schemas.microsoft.com/office/powerpoint/2010/main" val="41377714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Ccapa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2852176" y="2623712"/>
            <a:ext cx="6089850" cy="510352"/>
          </a:xfrm>
          <a:prstGeom prst="rect">
            <a:avLst/>
          </a:prstGeom>
        </p:spPr>
        <p:txBody>
          <a:bodyPr vert="horz" lIns="107287" tIns="53643" rIns="107287" bIns="53643"/>
          <a:lstStyle>
            <a:lvl1pPr marL="402325" indent="-402325" algn="ctr" defTabSz="536433" rtl="0" eaLnBrk="1" latinLnBrk="0" hangingPunct="1">
              <a:spcBef>
                <a:spcPct val="20000"/>
              </a:spcBef>
              <a:buFont typeface="Arial"/>
              <a:buNone/>
              <a:defRPr lang="x-none" sz="2400" b="1" i="0" u="none" kern="1200" dirty="0" smtClean="0">
                <a:solidFill>
                  <a:srgbClr val="00308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pt-BR" dirty="0" smtClean="0"/>
              <a:t>Adicionar um subtítulo</a:t>
            </a:r>
            <a:endParaRPr lang="x-none" dirty="0" smtClean="0"/>
          </a:p>
        </p:txBody>
      </p:sp>
      <p:sp>
        <p:nvSpPr>
          <p:cNvPr id="4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6476566" y="3901488"/>
            <a:ext cx="2465459" cy="510352"/>
          </a:xfrm>
          <a:prstGeom prst="rect">
            <a:avLst/>
          </a:prstGeom>
        </p:spPr>
        <p:txBody>
          <a:bodyPr vert="horz" lIns="107287" tIns="53643" rIns="107287" bIns="53643" anchor="ctr"/>
          <a:lstStyle>
            <a:lvl1pPr algn="r">
              <a:buNone/>
              <a:defRPr lang="pt-BR" sz="1600" b="0" i="0" u="none" kern="1200" dirty="0" smtClean="0">
                <a:solidFill>
                  <a:srgbClr val="00308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pt-BR" dirty="0" smtClean="0"/>
              <a:t>Mês, Ano</a:t>
            </a:r>
            <a:endParaRPr lang="x-none" dirty="0" smtClean="0"/>
          </a:p>
        </p:txBody>
      </p:sp>
      <p:sp>
        <p:nvSpPr>
          <p:cNvPr id="5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2843809" y="1595428"/>
            <a:ext cx="6089850" cy="821928"/>
          </a:xfrm>
          <a:prstGeom prst="rect">
            <a:avLst/>
          </a:prstGeom>
        </p:spPr>
        <p:txBody>
          <a:bodyPr vert="horz" lIns="107287" tIns="53643" rIns="107287" bIns="53643" anchor="b"/>
          <a:lstStyle>
            <a:lvl1pPr algn="ctr">
              <a:buNone/>
              <a:defRPr lang="x-none" sz="3600" b="1" i="0" u="none" kern="1200" dirty="0" smtClean="0">
                <a:solidFill>
                  <a:srgbClr val="00308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pt-BR" dirty="0" smtClean="0"/>
              <a:t>Adicionar um título</a:t>
            </a:r>
            <a:endParaRPr lang="x-none" dirty="0" smtClean="0"/>
          </a:p>
        </p:txBody>
      </p:sp>
    </p:spTree>
    <p:extLst>
      <p:ext uri="{BB962C8B-B14F-4D97-AF65-F5344CB8AC3E}">
        <p14:creationId xmlns:p14="http://schemas.microsoft.com/office/powerpoint/2010/main" val="11699512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80321DD-E006-42F7-A298-133371A13190}" type="datetimeFigureOut">
              <a:rPr lang="pt-BR" smtClean="0"/>
              <a:t>12/08/2015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DC597C7-8CE9-4CBB-ABCF-821DEAAD9F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1522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C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432000" y="2660400"/>
            <a:ext cx="8280000" cy="1152000"/>
          </a:xfrm>
        </p:spPr>
        <p:txBody>
          <a:bodyPr>
            <a:normAutofit/>
          </a:bodyPr>
          <a:lstStyle>
            <a:lvl1pPr algn="ctr"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50902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C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 dirty="0"/>
          </a:p>
        </p:txBody>
      </p:sp>
      <p:sp>
        <p:nvSpPr>
          <p:cNvPr id="4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909239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Cconteudo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 smtClean="0"/>
              <a:t>Clique para editar o título mestre</a:t>
            </a:r>
            <a:endParaRPr lang="pt-BR" dirty="0"/>
          </a:p>
        </p:txBody>
      </p:sp>
      <p:sp>
        <p:nvSpPr>
          <p:cNvPr id="7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252000" y="1260000"/>
            <a:ext cx="8640000" cy="510352"/>
          </a:xfrm>
          <a:prstGeom prst="rect">
            <a:avLst/>
          </a:prstGeom>
        </p:spPr>
        <p:txBody>
          <a:bodyPr vert="horz" lIns="107287" tIns="53643" rIns="107287" bIns="53643"/>
          <a:lstStyle>
            <a:lvl1pPr marL="0" indent="0">
              <a:buFont typeface="Arial" pitchFamily="34" charset="0"/>
              <a:buNone/>
              <a:defRPr lang="x-none" sz="2400" baseline="0" dirty="0" smtClean="0">
                <a:solidFill>
                  <a:schemeClr val="accent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pt-BR" dirty="0" smtClean="0"/>
              <a:t>Clique para editar os estilos do texto mestre</a:t>
            </a:r>
            <a:endParaRPr lang="x-none" dirty="0" smtClean="0"/>
          </a:p>
        </p:txBody>
      </p:sp>
      <p:sp>
        <p:nvSpPr>
          <p:cNvPr id="8" name="Text Placehold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252000" y="1936524"/>
            <a:ext cx="8640000" cy="371461"/>
          </a:xfrm>
          <a:prstGeom prst="rect">
            <a:avLst/>
          </a:prstGeom>
        </p:spPr>
        <p:txBody>
          <a:bodyPr vert="horz" lIns="107287" tIns="53643" rIns="107287" bIns="53643"/>
          <a:lstStyle>
            <a:lvl1pPr marL="0" indent="0">
              <a:buFont typeface="Arial" pitchFamily="34" charset="0"/>
              <a:buNone/>
              <a:defRPr sz="20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pt-BR" dirty="0" smtClean="0"/>
              <a:t>Clique para editar os estilos do texto mestre</a:t>
            </a:r>
            <a:endParaRPr lang="en-US" dirty="0"/>
          </a:p>
        </p:txBody>
      </p:sp>
      <p:sp>
        <p:nvSpPr>
          <p:cNvPr id="9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252000" y="2474685"/>
            <a:ext cx="8640000" cy="3328988"/>
          </a:xfrm>
          <a:prstGeom prst="rect">
            <a:avLst/>
          </a:prstGeom>
        </p:spPr>
        <p:txBody>
          <a:bodyPr lIns="107287" tIns="53643" rIns="107287" bIns="53643">
            <a:normAutofit/>
          </a:bodyPr>
          <a:lstStyle>
            <a:lvl1pPr marL="0" indent="0">
              <a:buFont typeface="Arial" pitchFamily="34" charset="0"/>
              <a:buNone/>
              <a:defRPr lang="x-none" sz="1800" b="0" i="0" dirty="0" smtClean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pt-BR" dirty="0" smtClean="0"/>
              <a:t>Clique para editar os estilos do texto mestre</a:t>
            </a:r>
            <a:endParaRPr lang="x-none" dirty="0" smtClean="0"/>
          </a:p>
        </p:txBody>
      </p:sp>
    </p:spTree>
    <p:extLst>
      <p:ext uri="{BB962C8B-B14F-4D97-AF65-F5344CB8AC3E}">
        <p14:creationId xmlns:p14="http://schemas.microsoft.com/office/powerpoint/2010/main" val="1348490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Cconteudo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 smtClean="0"/>
              <a:t>Clique para editar o título mestre</a:t>
            </a:r>
            <a:endParaRPr lang="pt-BR" dirty="0"/>
          </a:p>
        </p:txBody>
      </p:sp>
      <p:sp>
        <p:nvSpPr>
          <p:cNvPr id="7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252000" y="1260000"/>
            <a:ext cx="8640000" cy="510352"/>
          </a:xfrm>
          <a:prstGeom prst="rect">
            <a:avLst/>
          </a:prstGeom>
        </p:spPr>
        <p:txBody>
          <a:bodyPr vert="horz" lIns="107287" tIns="53643" rIns="107287" bIns="53643"/>
          <a:lstStyle>
            <a:lvl1pPr marL="0" indent="0">
              <a:buFont typeface="Arial" pitchFamily="34" charset="0"/>
              <a:buNone/>
              <a:defRPr lang="x-none" sz="2400" baseline="0" dirty="0" smtClean="0">
                <a:solidFill>
                  <a:schemeClr val="accent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pt-BR" dirty="0" smtClean="0"/>
              <a:t>Clique para editar os estilos do texto mestre</a:t>
            </a:r>
            <a:endParaRPr lang="x-none" dirty="0" smtClean="0"/>
          </a:p>
        </p:txBody>
      </p:sp>
      <p:sp>
        <p:nvSpPr>
          <p:cNvPr id="6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252000" y="1916832"/>
            <a:ext cx="8640000" cy="3886841"/>
          </a:xfrm>
          <a:prstGeom prst="rect">
            <a:avLst/>
          </a:prstGeom>
        </p:spPr>
        <p:txBody>
          <a:bodyPr lIns="107287" tIns="53643" rIns="107287" bIns="53643">
            <a:normAutofit/>
          </a:bodyPr>
          <a:lstStyle>
            <a:lvl1pPr marL="0" indent="0">
              <a:buFont typeface="Arial" pitchFamily="34" charset="0"/>
              <a:buNone/>
              <a:defRPr lang="x-none" sz="1800" b="0" i="0" dirty="0" smtClean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pt-BR" dirty="0" smtClean="0"/>
              <a:t>Clique para editar os estilos do texto mestre</a:t>
            </a:r>
            <a:endParaRPr lang="x-none" dirty="0" smtClean="0"/>
          </a:p>
        </p:txBody>
      </p:sp>
    </p:spTree>
    <p:extLst>
      <p:ext uri="{BB962C8B-B14F-4D97-AF65-F5344CB8AC3E}">
        <p14:creationId xmlns:p14="http://schemas.microsoft.com/office/powerpoint/2010/main" val="22024980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Cconteudo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 smtClean="0"/>
              <a:t>Clique para editar o título mestre</a:t>
            </a:r>
            <a:endParaRPr lang="pt-BR" dirty="0"/>
          </a:p>
        </p:txBody>
      </p:sp>
      <p:sp>
        <p:nvSpPr>
          <p:cNvPr id="6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252000" y="1268760"/>
            <a:ext cx="8640000" cy="4534913"/>
          </a:xfrm>
          <a:prstGeom prst="rect">
            <a:avLst/>
          </a:prstGeom>
        </p:spPr>
        <p:txBody>
          <a:bodyPr lIns="107287" tIns="53643" rIns="107287" bIns="53643">
            <a:normAutofit/>
          </a:bodyPr>
          <a:lstStyle>
            <a:lvl1pPr marL="0" indent="0">
              <a:buFont typeface="Arial" pitchFamily="34" charset="0"/>
              <a:buNone/>
              <a:defRPr lang="x-none" sz="1800" b="0" i="0" dirty="0" smtClean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pt-BR" dirty="0" smtClean="0"/>
              <a:t>Clique para editar os estilos do texto mestre</a:t>
            </a:r>
            <a:endParaRPr lang="x-none" dirty="0" smtClean="0"/>
          </a:p>
        </p:txBody>
      </p:sp>
    </p:spTree>
    <p:extLst>
      <p:ext uri="{BB962C8B-B14F-4D97-AF65-F5344CB8AC3E}">
        <p14:creationId xmlns:p14="http://schemas.microsoft.com/office/powerpoint/2010/main" val="29427873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Cconteudo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252000" y="1260000"/>
            <a:ext cx="8640000" cy="510352"/>
          </a:xfrm>
          <a:prstGeom prst="rect">
            <a:avLst/>
          </a:prstGeom>
        </p:spPr>
        <p:txBody>
          <a:bodyPr vert="horz" lIns="107287" tIns="53643" rIns="107287" bIns="53643"/>
          <a:lstStyle>
            <a:lvl1pPr marL="0" indent="0">
              <a:buFont typeface="Arial" pitchFamily="34" charset="0"/>
              <a:buNone/>
              <a:defRPr lang="pt-BR" sz="2400" kern="1200" baseline="0" dirty="0" smtClean="0">
                <a:solidFill>
                  <a:schemeClr val="accent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pt-BR" dirty="0" smtClean="0"/>
              <a:t>Clique para editar os estilos do texto mestre</a:t>
            </a:r>
            <a:endParaRPr lang="x-none" dirty="0" smtClean="0"/>
          </a:p>
        </p:txBody>
      </p:sp>
      <p:sp>
        <p:nvSpPr>
          <p:cNvPr id="4" name="Text Placehold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252000" y="1936524"/>
            <a:ext cx="8640000" cy="371461"/>
          </a:xfrm>
          <a:prstGeom prst="rect">
            <a:avLst/>
          </a:prstGeom>
        </p:spPr>
        <p:txBody>
          <a:bodyPr vert="horz" lIns="107287" tIns="53643" rIns="107287" bIns="53643"/>
          <a:lstStyle>
            <a:lvl1pPr marL="402325" indent="-402325">
              <a:buNone/>
              <a:defRPr lang="en-US" sz="2000" dirty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marL="0" lvl="0" indent="0"/>
            <a:r>
              <a:rPr lang="pt-BR" dirty="0" smtClean="0"/>
              <a:t>Clique para editar os estilos do texto mestre</a:t>
            </a:r>
            <a:endParaRPr lang="en-US" dirty="0"/>
          </a:p>
        </p:txBody>
      </p:sp>
      <p:sp>
        <p:nvSpPr>
          <p:cNvPr id="5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252000" y="2474685"/>
            <a:ext cx="8640000" cy="3328988"/>
          </a:xfrm>
          <a:prstGeom prst="rect">
            <a:avLst/>
          </a:prstGeom>
        </p:spPr>
        <p:txBody>
          <a:bodyPr lIns="107287" tIns="53643" rIns="107287" bIns="53643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lang="x-none" sz="1800" b="0" i="0" dirty="0" smtClean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822183" marR="0" indent="-285750" algn="l" defTabSz="53643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aseline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358616" marR="0" indent="-285750" algn="l" defTabSz="53643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aseline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895049" marR="0" indent="-285750" algn="l" defTabSz="53643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aseline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413947" indent="-268216">
              <a:buFont typeface="Arial" panose="020B0604020202020204" pitchFamily="34" charset="0"/>
              <a:buChar char="•"/>
              <a:defRPr sz="1800" baseline="0"/>
            </a:lvl5pPr>
          </a:lstStyle>
          <a:p>
            <a:pPr lvl="0"/>
            <a:r>
              <a:rPr lang="pt-BR" dirty="0" smtClean="0"/>
              <a:t>Clique para editar os estilos do texto mestre</a:t>
            </a:r>
          </a:p>
          <a:p>
            <a:pPr lvl="1"/>
            <a:r>
              <a:rPr lang="pt-BR" dirty="0" err="1" smtClean="0"/>
              <a:t>Subopção</a:t>
            </a:r>
            <a:r>
              <a:rPr lang="pt-BR" dirty="0" smtClean="0"/>
              <a:t> 01</a:t>
            </a:r>
          </a:p>
          <a:p>
            <a:pPr lvl="2"/>
            <a:r>
              <a:rPr lang="pt-BR" dirty="0" err="1" smtClean="0"/>
              <a:t>Subopção</a:t>
            </a:r>
            <a:r>
              <a:rPr lang="pt-BR" dirty="0" smtClean="0"/>
              <a:t> 02</a:t>
            </a:r>
          </a:p>
          <a:p>
            <a:pPr lvl="3"/>
            <a:r>
              <a:rPr lang="pt-BR" dirty="0" err="1" smtClean="0"/>
              <a:t>Subopção</a:t>
            </a:r>
            <a:r>
              <a:rPr lang="pt-BR" dirty="0" smtClean="0"/>
              <a:t> 03</a:t>
            </a:r>
          </a:p>
          <a:p>
            <a:pPr lvl="4"/>
            <a:r>
              <a:rPr lang="pt-BR" dirty="0" err="1" smtClean="0"/>
              <a:t>Subopção</a:t>
            </a:r>
            <a:r>
              <a:rPr lang="pt-BR" dirty="0" smtClean="0"/>
              <a:t> 04</a:t>
            </a:r>
          </a:p>
        </p:txBody>
      </p:sp>
    </p:spTree>
    <p:extLst>
      <p:ext uri="{BB962C8B-B14F-4D97-AF65-F5344CB8AC3E}">
        <p14:creationId xmlns:p14="http://schemas.microsoft.com/office/powerpoint/2010/main" val="17333962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Cconteudo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2000" y="1259999"/>
            <a:ext cx="8640000" cy="468000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93167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Ccoluna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252000" y="1260000"/>
            <a:ext cx="8640000" cy="510352"/>
          </a:xfrm>
          <a:prstGeom prst="rect">
            <a:avLst/>
          </a:prstGeom>
        </p:spPr>
        <p:txBody>
          <a:bodyPr vert="horz" lIns="107287" tIns="53643" rIns="107287" bIns="53643"/>
          <a:lstStyle>
            <a:lvl1pPr>
              <a:defRPr lang="x-none" sz="2400" baseline="0" dirty="0" smtClean="0">
                <a:solidFill>
                  <a:schemeClr val="accent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marL="0" lvl="0" indent="0">
              <a:buFont typeface="Arial" pitchFamily="34" charset="0"/>
              <a:buNone/>
            </a:pPr>
            <a:r>
              <a:rPr lang="pt-BR" dirty="0" smtClean="0"/>
              <a:t>Clique para editar os estilos do texto mestre</a:t>
            </a:r>
            <a:endParaRPr lang="x-none" dirty="0" smtClean="0"/>
          </a:p>
        </p:txBody>
      </p:sp>
      <p:sp>
        <p:nvSpPr>
          <p:cNvPr id="4" name="Text Placehold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252000" y="1936524"/>
            <a:ext cx="8640000" cy="371461"/>
          </a:xfrm>
          <a:prstGeom prst="rect">
            <a:avLst/>
          </a:prstGeom>
        </p:spPr>
        <p:txBody>
          <a:bodyPr vert="horz" lIns="107287" tIns="53643" rIns="107287" bIns="53643"/>
          <a:lstStyle>
            <a:lvl1pPr>
              <a:defRPr lang="en-US" sz="2000" dirty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marL="0" lvl="0" indent="0">
              <a:buFont typeface="Arial" pitchFamily="34" charset="0"/>
              <a:buNone/>
            </a:pPr>
            <a:r>
              <a:rPr lang="pt-BR" dirty="0" smtClean="0"/>
              <a:t>Clique para editar os estilos do texto mestre</a:t>
            </a:r>
            <a:endParaRPr lang="en-US" dirty="0"/>
          </a:p>
        </p:txBody>
      </p:sp>
      <p:sp>
        <p:nvSpPr>
          <p:cNvPr id="9" name="Espaço Reservado para Conteúdo 7"/>
          <p:cNvSpPr>
            <a:spLocks noGrp="1"/>
          </p:cNvSpPr>
          <p:nvPr>
            <p:ph sz="quarter" idx="15"/>
          </p:nvPr>
        </p:nvSpPr>
        <p:spPr>
          <a:xfrm>
            <a:off x="4644008" y="2492375"/>
            <a:ext cx="4249167" cy="3313113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143000" indent="-228600">
              <a:buFont typeface="Arial" panose="020B0604020202020204" pitchFamily="34" charset="0"/>
              <a:buChar char="•"/>
              <a:defRPr/>
            </a:lvl3pPr>
            <a:lvl4pPr marL="1600200" indent="-228600">
              <a:buFont typeface="Arial" panose="020B0604020202020204" pitchFamily="34" charset="0"/>
              <a:buChar char="•"/>
              <a:defRPr/>
            </a:lvl4pPr>
            <a:lvl5pPr marL="20574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 dirty="0"/>
          </a:p>
        </p:txBody>
      </p:sp>
      <p:sp>
        <p:nvSpPr>
          <p:cNvPr id="11" name="Espaço Reservado para Conteúdo 7"/>
          <p:cNvSpPr>
            <a:spLocks noGrp="1"/>
          </p:cNvSpPr>
          <p:nvPr>
            <p:ph sz="quarter" idx="16"/>
          </p:nvPr>
        </p:nvSpPr>
        <p:spPr>
          <a:xfrm>
            <a:off x="251520" y="2492896"/>
            <a:ext cx="4249167" cy="331311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024911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Ccoluna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252000" y="1259999"/>
            <a:ext cx="4140000" cy="46080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742950" indent="-285750">
              <a:buFont typeface="Arial" panose="020B0604020202020204" pitchFamily="34" charset="0"/>
              <a:buChar char="•"/>
              <a:defRPr sz="1800"/>
            </a:lvl2pPr>
            <a:lvl3pPr marL="1200150" indent="-285750">
              <a:buFont typeface="Arial" panose="020B0604020202020204" pitchFamily="34" charset="0"/>
              <a:buChar char="•"/>
              <a:defRPr sz="1800"/>
            </a:lvl3pPr>
            <a:lvl4pPr marL="1657350" indent="-285750">
              <a:buFont typeface="Arial" panose="020B0604020202020204" pitchFamily="34" charset="0"/>
              <a:buChar char="•"/>
              <a:defRPr sz="1800"/>
            </a:lvl4pPr>
            <a:lvl5pPr marL="2114550" indent="-285750">
              <a:buFont typeface="Arial" panose="020B0604020202020204" pitchFamily="34" charset="0"/>
              <a:buChar char="•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714302" y="1259999"/>
            <a:ext cx="4140000" cy="45720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742950" indent="-285750">
              <a:buFont typeface="Arial" panose="020B0604020202020204" pitchFamily="34" charset="0"/>
              <a:buChar char="•"/>
              <a:defRPr sz="1800"/>
            </a:lvl2pPr>
            <a:lvl3pPr marL="1200150" indent="-285750">
              <a:buFont typeface="Arial" panose="020B0604020202020204" pitchFamily="34" charset="0"/>
              <a:buChar char="•"/>
              <a:defRPr sz="1800"/>
            </a:lvl3pPr>
            <a:lvl4pPr marL="1657350" indent="-285750">
              <a:buFont typeface="Arial" panose="020B0604020202020204" pitchFamily="34" charset="0"/>
              <a:buChar char="•"/>
              <a:defRPr sz="1800"/>
            </a:lvl4pPr>
            <a:lvl5pPr marL="2114550" indent="-285750">
              <a:buFont typeface="Arial" panose="020B0604020202020204" pitchFamily="34" charset="0"/>
              <a:buChar char="•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00982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Ccoluna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2000" y="1260000"/>
            <a:ext cx="4140000" cy="63976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252000" y="1932501"/>
            <a:ext cx="4140000" cy="395128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742950" indent="-285750">
              <a:buFont typeface="Arial" panose="020B0604020202020204" pitchFamily="34" charset="0"/>
              <a:buChar char="•"/>
              <a:defRPr sz="1800"/>
            </a:lvl2pPr>
            <a:lvl3pPr marL="1200150" indent="-285750">
              <a:buFont typeface="Arial" panose="020B0604020202020204" pitchFamily="34" charset="0"/>
              <a:buChar char="•"/>
              <a:defRPr sz="1800"/>
            </a:lvl3pPr>
            <a:lvl4pPr marL="1657350" indent="-285750">
              <a:buFont typeface="Arial" panose="020B0604020202020204" pitchFamily="34" charset="0"/>
              <a:buChar char="•"/>
              <a:defRPr sz="1800"/>
            </a:lvl4pPr>
            <a:lvl5pPr marL="2114550" indent="-285750">
              <a:buFont typeface="Arial" panose="020B0604020202020204" pitchFamily="34" charset="0"/>
              <a:buChar char="•"/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711126" y="1260000"/>
            <a:ext cx="4140000" cy="63976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711126" y="1932501"/>
            <a:ext cx="4140000" cy="395128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742950" indent="-285750">
              <a:buFont typeface="Arial" panose="020B0604020202020204" pitchFamily="34" charset="0"/>
              <a:buChar char="•"/>
              <a:defRPr sz="1800"/>
            </a:lvl2pPr>
            <a:lvl3pPr marL="1200150" indent="-285750">
              <a:buFont typeface="Arial" panose="020B0604020202020204" pitchFamily="34" charset="0"/>
              <a:buChar char="•"/>
              <a:defRPr sz="1800"/>
            </a:lvl3pPr>
            <a:lvl4pPr marL="1657350" indent="-285750">
              <a:buFont typeface="Arial" panose="020B0604020202020204" pitchFamily="34" charset="0"/>
              <a:buChar char="•"/>
              <a:defRPr sz="1800"/>
            </a:lvl4pPr>
            <a:lvl5pPr marL="2114550" indent="-285750">
              <a:buFont typeface="Arial" panose="020B0604020202020204" pitchFamily="34" charset="0"/>
              <a:buChar char="•"/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8243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Cconteudo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000" y="3962174"/>
            <a:ext cx="8640000" cy="1885951"/>
          </a:xfrm>
          <a:prstGeom prst="rect">
            <a:avLst/>
          </a:prstGeom>
        </p:spPr>
        <p:txBody>
          <a:bodyPr lIns="107287" tIns="53643" rIns="107287" bIns="53643">
            <a:normAutofit/>
          </a:bodyPr>
          <a:lstStyle>
            <a:lvl1pPr marL="0" indent="0">
              <a:buNone/>
              <a:defRPr lang="en-US" sz="1800" b="0" i="0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252000" y="2474685"/>
            <a:ext cx="8640000" cy="1325883"/>
          </a:xfrm>
          <a:prstGeom prst="rect">
            <a:avLst/>
          </a:prstGeom>
        </p:spPr>
        <p:txBody>
          <a:bodyPr lIns="107287" tIns="53643" rIns="107287" bIns="53643">
            <a:normAutofit/>
          </a:bodyPr>
          <a:lstStyle>
            <a:lvl1pPr marL="0" indent="0">
              <a:buFont typeface="Arial" pitchFamily="34" charset="0"/>
              <a:buNone/>
              <a:defRPr lang="x-none" sz="1800" b="0" i="0" dirty="0" smtClean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pt-BR" dirty="0" smtClean="0"/>
              <a:t>Clique para editar os estilos do texto mestre</a:t>
            </a:r>
          </a:p>
        </p:txBody>
      </p:sp>
      <p:sp>
        <p:nvSpPr>
          <p:cNvPr id="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252000" y="1260000"/>
            <a:ext cx="8640000" cy="510352"/>
          </a:xfrm>
          <a:prstGeom prst="rect">
            <a:avLst/>
          </a:prstGeom>
        </p:spPr>
        <p:txBody>
          <a:bodyPr vert="horz" lIns="107287" tIns="53643" rIns="107287" bIns="53643"/>
          <a:lstStyle>
            <a:lvl1pPr>
              <a:defRPr lang="x-none" sz="2400" baseline="0" dirty="0" smtClean="0">
                <a:solidFill>
                  <a:schemeClr val="accent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marL="0" lvl="0" indent="0">
              <a:buFont typeface="Arial" pitchFamily="34" charset="0"/>
              <a:buNone/>
            </a:pPr>
            <a:r>
              <a:rPr lang="pt-BR" dirty="0" smtClean="0"/>
              <a:t>Clique para editar os estilos do texto mestre</a:t>
            </a:r>
            <a:endParaRPr lang="x-none" dirty="0" smtClean="0"/>
          </a:p>
        </p:txBody>
      </p:sp>
      <p:sp>
        <p:nvSpPr>
          <p:cNvPr id="6" name="Text Placehold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252000" y="1936524"/>
            <a:ext cx="8640000" cy="371461"/>
          </a:xfrm>
          <a:prstGeom prst="rect">
            <a:avLst/>
          </a:prstGeom>
        </p:spPr>
        <p:txBody>
          <a:bodyPr vert="horz" lIns="107287" tIns="53643" rIns="107287" bIns="53643"/>
          <a:lstStyle>
            <a:lvl1pPr>
              <a:defRPr lang="en-US" sz="2000" dirty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marL="0" lvl="0" indent="0">
              <a:buFont typeface="Arial" pitchFamily="34" charset="0"/>
              <a:buNone/>
            </a:pPr>
            <a:r>
              <a:rPr lang="pt-BR" dirty="0" smtClean="0"/>
              <a:t>Clique para editar os estilos do texto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5357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Cconteudo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000" y="2474856"/>
            <a:ext cx="8640000" cy="3373267"/>
          </a:xfrm>
          <a:prstGeom prst="rect">
            <a:avLst/>
          </a:prstGeom>
        </p:spPr>
        <p:txBody>
          <a:bodyPr lIns="107287" tIns="53643" rIns="107287" bIns="53643">
            <a:normAutofit/>
          </a:bodyPr>
          <a:lstStyle>
            <a:lvl1pPr marL="0" indent="0">
              <a:buNone/>
              <a:defRPr lang="en-US" sz="1800" b="0" i="0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252000" y="1260000"/>
            <a:ext cx="8640000" cy="510352"/>
          </a:xfrm>
          <a:prstGeom prst="rect">
            <a:avLst/>
          </a:prstGeom>
        </p:spPr>
        <p:txBody>
          <a:bodyPr vert="horz" lIns="107287" tIns="53643" rIns="107287" bIns="53643"/>
          <a:lstStyle>
            <a:lvl1pPr>
              <a:defRPr lang="x-none" sz="2400" baseline="0" dirty="0" smtClean="0">
                <a:solidFill>
                  <a:schemeClr val="accent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marL="0" lvl="0" indent="0">
              <a:buFont typeface="Arial" pitchFamily="34" charset="0"/>
              <a:buNone/>
            </a:pPr>
            <a:r>
              <a:rPr lang="pt-BR" dirty="0" smtClean="0"/>
              <a:t>Clique para editar os estilos do texto mestre</a:t>
            </a:r>
            <a:endParaRPr lang="x-none" dirty="0" smtClean="0"/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252000" y="1936524"/>
            <a:ext cx="8640000" cy="371461"/>
          </a:xfrm>
          <a:prstGeom prst="rect">
            <a:avLst/>
          </a:prstGeom>
        </p:spPr>
        <p:txBody>
          <a:bodyPr vert="horz" lIns="107287" tIns="53643" rIns="107287" bIns="53643"/>
          <a:lstStyle>
            <a:lvl1pPr>
              <a:defRPr lang="en-US" sz="2000" dirty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marL="0" lvl="0" indent="0">
              <a:buFont typeface="Arial" pitchFamily="34" charset="0"/>
              <a:buNone/>
            </a:pPr>
            <a:r>
              <a:rPr lang="pt-BR" dirty="0" smtClean="0"/>
              <a:t>Clique para editar os estilos do texto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4021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Cconteudo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000" y="1918614"/>
            <a:ext cx="8640000" cy="3929508"/>
          </a:xfrm>
          <a:prstGeom prst="rect">
            <a:avLst/>
          </a:prstGeom>
        </p:spPr>
        <p:txBody>
          <a:bodyPr lIns="107287" tIns="53643" rIns="107287" bIns="53643">
            <a:normAutofit/>
          </a:bodyPr>
          <a:lstStyle>
            <a:lvl1pPr marL="0" indent="0">
              <a:buNone/>
              <a:defRPr lang="en-US" sz="1800" b="0" i="0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252000" y="1260000"/>
            <a:ext cx="8640000" cy="510352"/>
          </a:xfrm>
          <a:prstGeom prst="rect">
            <a:avLst/>
          </a:prstGeom>
        </p:spPr>
        <p:txBody>
          <a:bodyPr vert="horz" lIns="107287" tIns="53643" rIns="107287" bIns="53643"/>
          <a:lstStyle>
            <a:lvl1pPr>
              <a:defRPr lang="x-none" sz="2400" baseline="0" dirty="0" smtClean="0">
                <a:solidFill>
                  <a:schemeClr val="accent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marL="0" lvl="0" indent="0">
              <a:buFont typeface="Arial" pitchFamily="34" charset="0"/>
              <a:buNone/>
            </a:pPr>
            <a:r>
              <a:rPr lang="pt-BR" dirty="0" smtClean="0"/>
              <a:t>Clique para editar os estilos do texto mestre</a:t>
            </a:r>
            <a:endParaRPr lang="x-none" dirty="0" smtClean="0"/>
          </a:p>
        </p:txBody>
      </p:sp>
    </p:spTree>
    <p:extLst>
      <p:ext uri="{BB962C8B-B14F-4D97-AF65-F5344CB8AC3E}">
        <p14:creationId xmlns:p14="http://schemas.microsoft.com/office/powerpoint/2010/main" val="41950017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Cconteudo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000" y="1260002"/>
            <a:ext cx="8640000" cy="4624811"/>
          </a:xfrm>
          <a:prstGeom prst="rect">
            <a:avLst/>
          </a:prstGeom>
        </p:spPr>
        <p:txBody>
          <a:bodyPr lIns="107287" tIns="53643" rIns="107287" bIns="53643">
            <a:normAutofit/>
          </a:bodyPr>
          <a:lstStyle>
            <a:lvl1pPr marL="0" indent="0">
              <a:buNone/>
              <a:defRPr lang="en-US" sz="2000" b="0" i="0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3427983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Crod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" y="0"/>
            <a:ext cx="9143999" cy="6030000"/>
          </a:xfrm>
          <a:prstGeom prst="rect">
            <a:avLst/>
          </a:prstGeom>
        </p:spPr>
        <p:txBody>
          <a:bodyPr lIns="107287" tIns="53643" rIns="107287" bIns="53643">
            <a:normAutofit/>
          </a:bodyPr>
          <a:lstStyle>
            <a:lvl1pPr marL="0" indent="0">
              <a:buNone/>
              <a:defRPr lang="en-US" sz="1900" b="0" i="0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5980194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Cslide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" y="0"/>
            <a:ext cx="9143999" cy="6858000"/>
          </a:xfrm>
          <a:prstGeom prst="rect">
            <a:avLst/>
          </a:prstGeom>
        </p:spPr>
        <p:txBody>
          <a:bodyPr lIns="107287" tIns="53643" rIns="107287" bIns="53643">
            <a:normAutofit/>
          </a:bodyPr>
          <a:lstStyle>
            <a:lvl1pPr marL="0" indent="0">
              <a:buNone/>
              <a:defRPr lang="en-US" sz="1900" b="0" i="0" dirty="0">
                <a:solidFill>
                  <a:srgbClr val="5F5F5F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41619601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Ccontra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70492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 descr="Apresentação-26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2" y="-141271"/>
            <a:ext cx="9143999" cy="701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702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Arquivos_antigo-21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16710" y="0"/>
            <a:ext cx="9160710" cy="6865399"/>
          </a:xfrm>
          <a:prstGeom prst="rect">
            <a:avLst/>
          </a:prstGeom>
        </p:spPr>
      </p:pic>
      <p:sp>
        <p:nvSpPr>
          <p:cNvPr id="8" name="Espaço Reservado para Título 1"/>
          <p:cNvSpPr>
            <a:spLocks noGrp="1"/>
          </p:cNvSpPr>
          <p:nvPr>
            <p:ph type="title"/>
          </p:nvPr>
        </p:nvSpPr>
        <p:spPr>
          <a:xfrm>
            <a:off x="900000" y="90000"/>
            <a:ext cx="5580000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algn="l" defTabSz="536433">
              <a:spcBef>
                <a:spcPct val="20000"/>
              </a:spcBef>
              <a:buFont typeface="Arial"/>
            </a:pPr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9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2000" y="1259999"/>
            <a:ext cx="8640000" cy="468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 smtClean="0"/>
              <a:t>Clique para editar o texto mestre</a:t>
            </a:r>
          </a:p>
          <a:p>
            <a:pPr lvl="1">
              <a:buChar char="•"/>
            </a:pPr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marL="1714500" lvl="3" indent="-342900">
              <a:buChar char="•"/>
            </a:pPr>
            <a:r>
              <a:rPr lang="pt-BR" dirty="0" smtClean="0"/>
              <a:t>Quarto nível</a:t>
            </a:r>
          </a:p>
          <a:p>
            <a:pPr marL="2171700" lvl="4" indent="-342900">
              <a:buChar char="•"/>
            </a:pPr>
            <a:r>
              <a:rPr lang="pt-BR" dirty="0" smtClean="0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61310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lang="pt-BR" sz="2400" b="1" i="0" kern="1200" cap="none" baseline="0" dirty="0">
          <a:solidFill>
            <a:srgbClr val="003082"/>
          </a:solidFill>
          <a:latin typeface="Tahoma" pitchFamily="34" charset="0"/>
          <a:ea typeface="Tahoma" pitchFamily="34" charset="0"/>
          <a:cs typeface="Tahom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lang="pt-BR" sz="18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lang="pt-BR" sz="18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lang="pt-BR" sz="18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lang="pt-BR" sz="18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lang="pt-BR" sz="18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emplate_Conteudo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" y="6016685"/>
            <a:ext cx="9160193" cy="84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715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4025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presentação-26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6710" y="-76713"/>
            <a:ext cx="9160710" cy="694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208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pt-BR" dirty="0" smtClean="0"/>
              <a:t>Agosto, 2015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 smtClean="0"/>
              <a:t>Reestruturação </a:t>
            </a:r>
            <a:r>
              <a:rPr lang="pt-BR" i="1" dirty="0" smtClean="0"/>
              <a:t>tProcess!</a:t>
            </a:r>
            <a:endParaRPr lang="pt-BR" i="1" dirty="0"/>
          </a:p>
        </p:txBody>
      </p:sp>
    </p:spTree>
    <p:extLst>
      <p:ext uri="{BB962C8B-B14F-4D97-AF65-F5344CB8AC3E}">
        <p14:creationId xmlns:p14="http://schemas.microsoft.com/office/powerpoint/2010/main" val="1792536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Objetivo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2948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Objetivo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pt-BR" sz="2000" dirty="0" smtClean="0"/>
              <a:t>O objetivo desse material é apresentar as primeiras diretrizes para a reestruturação do </a:t>
            </a:r>
            <a:r>
              <a:rPr lang="pt-BR" sz="2000" b="1" i="1" dirty="0" smtClean="0">
                <a:solidFill>
                  <a:schemeClr val="accent6"/>
                </a:solidFill>
              </a:rPr>
              <a:t>tProcess! </a:t>
            </a:r>
            <a:r>
              <a:rPr lang="pt-BR" sz="2000" dirty="0" smtClean="0"/>
              <a:t>na Contax. 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4075245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Projeto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8665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Projeto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pt-BR" sz="2000" dirty="0" smtClean="0"/>
              <a:t>Esse projeto tem como objetivo reestruturar o sistema </a:t>
            </a:r>
            <a:r>
              <a:rPr lang="pt-BR" sz="2000" i="1" dirty="0" smtClean="0"/>
              <a:t>tProcess! </a:t>
            </a:r>
            <a:r>
              <a:rPr lang="pt-BR" sz="2000" dirty="0" smtClean="0"/>
              <a:t>na companhia, de modo que seja mais amigável para os usuários e mais assertivo nos workflows. 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630500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Projeto</a:t>
            </a:r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 smtClean="0"/>
              <a:t>Benefícios Esperados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pPr marL="285750" indent="-285750">
              <a:buFont typeface="Arial" pitchFamily="34" charset="0"/>
              <a:buChar char="•"/>
            </a:pPr>
            <a:r>
              <a:rPr lang="pt-BR" dirty="0" smtClean="0"/>
              <a:t>Melhoria na governança da área de TI;</a:t>
            </a:r>
          </a:p>
          <a:p>
            <a:pPr marL="285750" indent="-285750">
              <a:buFont typeface="Arial" pitchFamily="34" charset="0"/>
              <a:buChar char="•"/>
            </a:pPr>
            <a:endParaRPr lang="pt-BR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pt-BR" dirty="0" smtClean="0"/>
              <a:t>Melhoria nos tempos de atendimento da área de TI;</a:t>
            </a:r>
          </a:p>
          <a:p>
            <a:pPr marL="285750" indent="-285750">
              <a:buFont typeface="Arial" pitchFamily="34" charset="0"/>
              <a:buChar char="•"/>
            </a:pPr>
            <a:endParaRPr lang="pt-BR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pt-BR" dirty="0" smtClean="0"/>
              <a:t>Diminuição de retrabalho por conta de chamados fechados ou abertos indevidamente;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932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Diretrizes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8931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Diretrizes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pt-BR" dirty="0" smtClean="0">
                <a:solidFill>
                  <a:schemeClr val="accent4"/>
                </a:solidFill>
              </a:rPr>
              <a:t>Perfis: </a:t>
            </a:r>
            <a:r>
              <a:rPr lang="pt-BR" dirty="0" smtClean="0"/>
              <a:t>Limitar visualização e tipos de solicitação por perfil, diminuindo o número de usuários que conseguem abrir requisição de serviços e projetos. 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pt-BR" dirty="0"/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dirty="0" smtClean="0">
                <a:solidFill>
                  <a:schemeClr val="accent4"/>
                </a:solidFill>
              </a:rPr>
              <a:t>Grupos: </a:t>
            </a:r>
            <a:r>
              <a:rPr lang="pt-BR" dirty="0" smtClean="0"/>
              <a:t>Somente deixar no sistema grupos que estão em atividade; e que sua atividade e mensuração sejam justificáveis. 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pt-BR" dirty="0"/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dirty="0" smtClean="0">
                <a:solidFill>
                  <a:schemeClr val="accent4"/>
                </a:solidFill>
              </a:rPr>
              <a:t>Workflow: </a:t>
            </a:r>
            <a:r>
              <a:rPr lang="pt-BR" dirty="0" smtClean="0"/>
              <a:t>Definir o workflow das atividades e dos chamados, sem que haja possibilidade do solicitante definir o grupo </a:t>
            </a:r>
            <a:r>
              <a:rPr lang="pt-BR" dirty="0" err="1" smtClean="0"/>
              <a:t>resolvedor</a:t>
            </a:r>
            <a:r>
              <a:rPr lang="pt-BR" dirty="0" smtClean="0"/>
              <a:t>. 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pt-BR" dirty="0"/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dirty="0" smtClean="0">
                <a:solidFill>
                  <a:schemeClr val="accent4"/>
                </a:solidFill>
              </a:rPr>
              <a:t>Solicitações: </a:t>
            </a:r>
            <a:r>
              <a:rPr lang="pt-BR" dirty="0" smtClean="0"/>
              <a:t>Diminuir o tipos de solicitação e categorias, e melhorar a qualidade das informações a serem preenchidas.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4185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Perfis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8155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Perfis</a:t>
            </a:r>
            <a:endParaRPr lang="pt-BR" dirty="0"/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 smtClean="0"/>
              <a:t>Cenário Atual</a:t>
            </a:r>
            <a:endParaRPr lang="pt-BR" dirty="0"/>
          </a:p>
        </p:txBody>
      </p:sp>
      <p:sp>
        <p:nvSpPr>
          <p:cNvPr id="13" name="Espaço Reservado para Conteúdo 1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pt-BR" dirty="0" smtClean="0"/>
              <a:t>Temos somente 5 perfis cadastrados, somente 2 são usados:</a:t>
            </a:r>
          </a:p>
          <a:p>
            <a:pPr lvl="1" algn="just">
              <a:buFont typeface="Arial" pitchFamily="34" charset="0"/>
              <a:buChar char="•"/>
            </a:pPr>
            <a:r>
              <a:rPr lang="pt-BR" dirty="0" smtClean="0"/>
              <a:t>Solicitante</a:t>
            </a:r>
          </a:p>
          <a:p>
            <a:pPr lvl="1" algn="just">
              <a:buFont typeface="Arial" pitchFamily="34" charset="0"/>
              <a:buChar char="•"/>
            </a:pPr>
            <a:r>
              <a:rPr lang="pt-BR" dirty="0" err="1" smtClean="0"/>
              <a:t>Resolvedor</a:t>
            </a:r>
            <a:endParaRPr lang="pt-BR" dirty="0" smtClean="0"/>
          </a:p>
          <a:p>
            <a:pPr lvl="1" algn="just"/>
            <a:endParaRPr lang="pt-BR" dirty="0" smtClean="0"/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dirty="0" smtClean="0"/>
              <a:t>Solicitantes são diferenciados somente por site;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pt-BR" dirty="0" smtClean="0"/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dirty="0" smtClean="0"/>
              <a:t>Qualquer solicitante pode abrir um projeto;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pt-BR" dirty="0"/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dirty="0" smtClean="0"/>
              <a:t>Não há aprovação de solicitações de ativos ou acesso.</a:t>
            </a:r>
          </a:p>
        </p:txBody>
      </p:sp>
    </p:spTree>
    <p:extLst>
      <p:ext uri="{BB962C8B-B14F-4D97-AF65-F5344CB8AC3E}">
        <p14:creationId xmlns:p14="http://schemas.microsoft.com/office/powerpoint/2010/main" val="724795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 smtClean="0"/>
              <a:t>Cenário Futuro</a:t>
            </a:r>
            <a:endParaRPr lang="pt-BR" dirty="0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dirty="0"/>
              <a:t>Utilizar os 5 </a:t>
            </a:r>
            <a:r>
              <a:rPr lang="pt-BR" dirty="0"/>
              <a:t>tipos de perfil que temos disponíveis:</a:t>
            </a:r>
          </a:p>
          <a:p>
            <a:pPr lvl="1">
              <a:buFont typeface="Arial" pitchFamily="34" charset="0"/>
              <a:buChar char="•"/>
            </a:pPr>
            <a:r>
              <a:rPr lang="pt-BR" dirty="0"/>
              <a:t>Solicitante: Permissão para abrir, visualizar e encerrar chamados.</a:t>
            </a:r>
          </a:p>
          <a:p>
            <a:pPr lvl="1">
              <a:buFont typeface="Arial" pitchFamily="34" charset="0"/>
              <a:buChar char="•"/>
            </a:pPr>
            <a:r>
              <a:rPr lang="pt-BR" dirty="0" err="1"/>
              <a:t>Resolvedor</a:t>
            </a:r>
            <a:r>
              <a:rPr lang="pt-BR" dirty="0"/>
              <a:t>: Permissão para executar ações dos chamados.</a:t>
            </a:r>
          </a:p>
          <a:p>
            <a:pPr lvl="1">
              <a:buFont typeface="Arial" pitchFamily="34" charset="0"/>
              <a:buChar char="•"/>
            </a:pPr>
            <a:r>
              <a:rPr lang="pt-BR" dirty="0"/>
              <a:t>Gestor: Permissão para visualizar, delegar chamados</a:t>
            </a:r>
          </a:p>
          <a:p>
            <a:pPr lvl="1">
              <a:buFont typeface="Arial" pitchFamily="34" charset="0"/>
              <a:buChar char="•"/>
            </a:pPr>
            <a:r>
              <a:rPr lang="pt-BR" dirty="0"/>
              <a:t>Aprovador: Permissão apenas para aprovar chamados.</a:t>
            </a:r>
          </a:p>
          <a:p>
            <a:pPr lvl="1">
              <a:buFont typeface="Arial" pitchFamily="34" charset="0"/>
              <a:buChar char="•"/>
            </a:pPr>
            <a:r>
              <a:rPr lang="pt-BR" dirty="0"/>
              <a:t>Administrador: Permissão total para o projeto em </a:t>
            </a:r>
            <a:r>
              <a:rPr lang="pt-BR" dirty="0" smtClean="0"/>
              <a:t>questão;</a:t>
            </a:r>
          </a:p>
          <a:p>
            <a:pPr marL="457200" lvl="1" indent="0">
              <a:buNone/>
            </a:pPr>
            <a:endParaRPr lang="pt-BR" dirty="0"/>
          </a:p>
          <a:p>
            <a:pPr marL="285750" indent="-285750">
              <a:buFont typeface="Arial" pitchFamily="34" charset="0"/>
              <a:buChar char="•"/>
            </a:pPr>
            <a:r>
              <a:rPr lang="pt-BR" dirty="0" smtClean="0"/>
              <a:t>Diferenciar solicitantes por sites e por tipo de solicitação;</a:t>
            </a:r>
          </a:p>
          <a:p>
            <a:pPr>
              <a:buFont typeface="Arial" pitchFamily="34" charset="0"/>
              <a:buChar char="•"/>
            </a:pPr>
            <a:endParaRPr lang="pt-BR" dirty="0"/>
          </a:p>
          <a:p>
            <a:pPr marL="285750" indent="-285750">
              <a:buFont typeface="Arial" pitchFamily="34" charset="0"/>
              <a:buChar char="•"/>
            </a:pPr>
            <a:r>
              <a:rPr lang="pt-BR" dirty="0" smtClean="0"/>
              <a:t>Somente área de PMO poderá abrir e gerenciar projetos, de acordo com uma requisição de serviços;</a:t>
            </a:r>
          </a:p>
          <a:p>
            <a:pPr marL="285750" indent="-285750">
              <a:buFont typeface="Arial" pitchFamily="34" charset="0"/>
              <a:buChar char="•"/>
            </a:pPr>
            <a:endParaRPr lang="pt-BR" dirty="0"/>
          </a:p>
          <a:p>
            <a:pPr marL="285750" indent="-285750">
              <a:buFont typeface="Arial" pitchFamily="34" charset="0"/>
              <a:buChar char="•"/>
            </a:pPr>
            <a:r>
              <a:rPr lang="pt-BR" dirty="0" smtClean="0"/>
              <a:t>Requisições que gerem custo para a empresa devem ser aprovadas por gestores.</a:t>
            </a:r>
          </a:p>
          <a:p>
            <a:pPr>
              <a:buFont typeface="Arial" pitchFamily="34" charset="0"/>
              <a:buChar char="•"/>
            </a:pPr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99423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Grupos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24690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Grupos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Cenário Atual	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half" idx="2"/>
          </p:nvPr>
        </p:nvSpPr>
        <p:spPr>
          <a:xfrm>
            <a:off x="251520" y="1772816"/>
            <a:ext cx="4140000" cy="3951288"/>
          </a:xfrm>
        </p:spPr>
        <p:txBody>
          <a:bodyPr/>
          <a:lstStyle/>
          <a:p>
            <a:r>
              <a:rPr lang="pt-BR" dirty="0" smtClean="0"/>
              <a:t>174 grupos ativos;</a:t>
            </a:r>
          </a:p>
          <a:p>
            <a:endParaRPr lang="pt-BR" dirty="0"/>
          </a:p>
          <a:p>
            <a:r>
              <a:rPr lang="pt-BR" dirty="0" smtClean="0"/>
              <a:t>Grupos com equipes iguais;</a:t>
            </a:r>
          </a:p>
          <a:p>
            <a:endParaRPr lang="pt-BR" dirty="0"/>
          </a:p>
          <a:p>
            <a:r>
              <a:rPr lang="pt-BR" dirty="0" smtClean="0"/>
              <a:t>Grupos com chamados esporádicos;</a:t>
            </a:r>
          </a:p>
          <a:p>
            <a:endParaRPr lang="pt-BR" dirty="0"/>
          </a:p>
          <a:p>
            <a:r>
              <a:rPr lang="pt-BR" dirty="0" smtClean="0"/>
              <a:t>Grupos redundantes;</a:t>
            </a:r>
          </a:p>
          <a:p>
            <a:endParaRPr lang="pt-BR" dirty="0"/>
          </a:p>
          <a:p>
            <a:r>
              <a:rPr lang="pt-BR" dirty="0" smtClean="0"/>
              <a:t>Grupos que não receberam chamados no ano de 2015.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 smtClean="0"/>
              <a:t>Cenário Futuro</a:t>
            </a:r>
            <a:endParaRPr lang="pt-BR" dirty="0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4"/>
          </p:nvPr>
        </p:nvSpPr>
        <p:spPr>
          <a:xfrm>
            <a:off x="4716016" y="1771200"/>
            <a:ext cx="4140000" cy="3951288"/>
          </a:xfrm>
        </p:spPr>
        <p:txBody>
          <a:bodyPr/>
          <a:lstStyle/>
          <a:p>
            <a:r>
              <a:rPr lang="pt-BR" dirty="0" smtClean="0"/>
              <a:t>Eliminar grupos redundantes;</a:t>
            </a:r>
          </a:p>
          <a:p>
            <a:endParaRPr lang="pt-BR" dirty="0"/>
          </a:p>
          <a:p>
            <a:r>
              <a:rPr lang="pt-BR" dirty="0" smtClean="0"/>
              <a:t>Eliminar grupos que não receberam chamados no ano de 2015;</a:t>
            </a:r>
          </a:p>
          <a:p>
            <a:endParaRPr lang="pt-BR" dirty="0"/>
          </a:p>
          <a:p>
            <a:r>
              <a:rPr lang="pt-BR" dirty="0" smtClean="0"/>
              <a:t>Grupos com chamados esporádicos devem ser absorvidos por outros, quando possível;</a:t>
            </a:r>
          </a:p>
          <a:p>
            <a:endParaRPr lang="pt-BR" dirty="0"/>
          </a:p>
          <a:p>
            <a:r>
              <a:rPr lang="pt-BR" dirty="0" smtClean="0"/>
              <a:t>Eliminar grupos com equipes iguais que atendam o mesmo tipo de chamado. </a:t>
            </a:r>
            <a:endParaRPr lang="pt-BR" dirty="0"/>
          </a:p>
        </p:txBody>
      </p:sp>
      <p:sp>
        <p:nvSpPr>
          <p:cNvPr id="9" name="CaixaDeTexto 8"/>
          <p:cNvSpPr txBox="1"/>
          <p:nvPr/>
        </p:nvSpPr>
        <p:spPr>
          <a:xfrm>
            <a:off x="467544" y="5566846"/>
            <a:ext cx="82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>
                <a:solidFill>
                  <a:schemeClr val="accent6"/>
                </a:solidFill>
              </a:rPr>
              <a:t>Etapa deve ser feita em conjunto e entendimento com as áreas </a:t>
            </a:r>
            <a:r>
              <a:rPr lang="pt-BR" dirty="0" err="1" smtClean="0">
                <a:solidFill>
                  <a:schemeClr val="accent6"/>
                </a:solidFill>
              </a:rPr>
              <a:t>resolvedoras</a:t>
            </a:r>
            <a:r>
              <a:rPr lang="pt-BR" dirty="0" smtClean="0">
                <a:solidFill>
                  <a:schemeClr val="accent6"/>
                </a:solidFill>
              </a:rPr>
              <a:t>.</a:t>
            </a:r>
            <a:endParaRPr lang="pt-BR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735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Workflow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7006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Workflow</a:t>
            </a:r>
            <a:endParaRPr lang="pt-BR" dirty="0"/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 smtClean="0"/>
              <a:t>Cenário Futuro</a:t>
            </a:r>
            <a:endParaRPr lang="pt-BR" dirty="0"/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pt-BR" dirty="0" smtClean="0"/>
              <a:t>Devemos focar na assertividade para desenhar os novos workflows, dessa forma, diminuiremos o retrabalho, e, consequentemente, o tempo do atendimento. 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5111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Solicitações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56397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Solicitações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Cenário Atual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half" idx="2"/>
          </p:nvPr>
        </p:nvSpPr>
        <p:spPr>
          <a:xfrm>
            <a:off x="252000" y="1932500"/>
            <a:ext cx="4140000" cy="4088787"/>
          </a:xfrm>
        </p:spPr>
        <p:txBody>
          <a:bodyPr>
            <a:normAutofit/>
          </a:bodyPr>
          <a:lstStyle/>
          <a:p>
            <a:r>
              <a:rPr lang="pt-BR" dirty="0" smtClean="0"/>
              <a:t>7 tipos de solicitação</a:t>
            </a:r>
          </a:p>
          <a:p>
            <a:pPr lvl="1"/>
            <a:r>
              <a:rPr lang="pt-BR" dirty="0"/>
              <a:t>11 de incidentes</a:t>
            </a:r>
          </a:p>
          <a:p>
            <a:pPr lvl="1"/>
            <a:r>
              <a:rPr lang="pt-BR" dirty="0"/>
              <a:t>12 de incidentes técnicos</a:t>
            </a:r>
          </a:p>
          <a:p>
            <a:pPr lvl="1"/>
            <a:r>
              <a:rPr lang="pt-BR" dirty="0"/>
              <a:t>44 de requisições de serviços</a:t>
            </a:r>
          </a:p>
          <a:p>
            <a:pPr lvl="1"/>
            <a:r>
              <a:rPr lang="pt-BR" dirty="0"/>
              <a:t>58 de requisições técnicas</a:t>
            </a:r>
          </a:p>
          <a:p>
            <a:pPr lvl="1"/>
            <a:r>
              <a:rPr lang="pt-BR" dirty="0"/>
              <a:t>10 de núcleo de acesso</a:t>
            </a:r>
          </a:p>
          <a:p>
            <a:pPr lvl="1"/>
            <a:r>
              <a:rPr lang="pt-BR" dirty="0"/>
              <a:t>04 de solicitação de </a:t>
            </a:r>
            <a:r>
              <a:rPr lang="pt-BR" dirty="0" err="1"/>
              <a:t>retrieval</a:t>
            </a:r>
            <a:endParaRPr lang="pt-BR" dirty="0"/>
          </a:p>
          <a:p>
            <a:pPr lvl="1"/>
            <a:r>
              <a:rPr lang="pt-BR" dirty="0"/>
              <a:t>43 de GDP – </a:t>
            </a:r>
            <a:r>
              <a:rPr lang="pt-BR" dirty="0" smtClean="0"/>
              <a:t>Aplicações;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r>
              <a:rPr lang="pt-BR" dirty="0" smtClean="0"/>
              <a:t>Tipos de Solicitações redundantes;</a:t>
            </a:r>
          </a:p>
          <a:p>
            <a:endParaRPr lang="pt-BR" dirty="0" smtClean="0"/>
          </a:p>
          <a:p>
            <a:r>
              <a:rPr lang="pt-BR" dirty="0" smtClean="0"/>
              <a:t>Categorias repetidas.</a:t>
            </a:r>
          </a:p>
          <a:p>
            <a:pPr marL="0" indent="0">
              <a:buNone/>
            </a:pPr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 smtClean="0"/>
              <a:t>Cenário Futuro</a:t>
            </a:r>
            <a:endParaRPr lang="pt-BR" dirty="0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Eliminar redundância dos tipos de solicitação, baixando para 3:</a:t>
            </a:r>
          </a:p>
          <a:p>
            <a:pPr lvl="1"/>
            <a:r>
              <a:rPr lang="pt-BR" dirty="0" smtClean="0"/>
              <a:t>Incidentes</a:t>
            </a:r>
          </a:p>
          <a:p>
            <a:pPr lvl="1"/>
            <a:r>
              <a:rPr lang="pt-BR" dirty="0" smtClean="0"/>
              <a:t>Requisição de Serviços</a:t>
            </a:r>
          </a:p>
          <a:p>
            <a:pPr lvl="1"/>
            <a:r>
              <a:rPr lang="pt-BR" dirty="0" smtClean="0"/>
              <a:t>Projetos;</a:t>
            </a:r>
          </a:p>
          <a:p>
            <a:endParaRPr lang="pt-BR" dirty="0"/>
          </a:p>
          <a:p>
            <a:r>
              <a:rPr lang="pt-BR" dirty="0" smtClean="0"/>
              <a:t>Eliminar os tipos repetidos de categorias, tentando chegar a 50. 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 smtClean="0"/>
              <a:t>Melhorar a qualidade da informação.</a:t>
            </a:r>
          </a:p>
          <a:p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endParaRPr lang="pt-BR" dirty="0"/>
          </a:p>
          <a:p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2019358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9181613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GrupoContax">
  <a:themeElements>
    <a:clrScheme name="GrupoContax">
      <a:dk1>
        <a:srgbClr val="595959"/>
      </a:dk1>
      <a:lt1>
        <a:sysClr val="window" lastClr="FFFFFF"/>
      </a:lt1>
      <a:dk2>
        <a:srgbClr val="1F497D"/>
      </a:dk2>
      <a:lt2>
        <a:srgbClr val="EEECE1"/>
      </a:lt2>
      <a:accent1>
        <a:srgbClr val="1F497D"/>
      </a:accent1>
      <a:accent2>
        <a:srgbClr val="0089BB"/>
      </a:accent2>
      <a:accent3>
        <a:srgbClr val="39BB9C"/>
      </a:accent3>
      <a:accent4>
        <a:srgbClr val="F58644"/>
      </a:accent4>
      <a:accent5>
        <a:srgbClr val="EE4157"/>
      </a:accent5>
      <a:accent6>
        <a:srgbClr val="00818C"/>
      </a:accent6>
      <a:hlink>
        <a:srgbClr val="0D868F"/>
      </a:hlink>
      <a:folHlink>
        <a:srgbClr val="DE5A0B"/>
      </a:folHlink>
    </a:clrScheme>
    <a:fontScheme name="GrupoContax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GC conteudo">
  <a:themeElements>
    <a:clrScheme name="GrupoContax">
      <a:dk1>
        <a:srgbClr val="595959"/>
      </a:dk1>
      <a:lt1>
        <a:sysClr val="window" lastClr="FFFFFF"/>
      </a:lt1>
      <a:dk2>
        <a:srgbClr val="1F497D"/>
      </a:dk2>
      <a:lt2>
        <a:srgbClr val="EEECE1"/>
      </a:lt2>
      <a:accent1>
        <a:srgbClr val="1F497D"/>
      </a:accent1>
      <a:accent2>
        <a:srgbClr val="0089BB"/>
      </a:accent2>
      <a:accent3>
        <a:srgbClr val="39BB9C"/>
      </a:accent3>
      <a:accent4>
        <a:srgbClr val="F58644"/>
      </a:accent4>
      <a:accent5>
        <a:srgbClr val="EE4157"/>
      </a:accent5>
      <a:accent6>
        <a:srgbClr val="00818C"/>
      </a:accent6>
      <a:hlink>
        <a:srgbClr val="0D868F"/>
      </a:hlink>
      <a:folHlink>
        <a:srgbClr val="DE5A0B"/>
      </a:folHlink>
    </a:clrScheme>
    <a:fontScheme name="GrupoContax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GC rodape">
  <a:themeElements>
    <a:clrScheme name="GrupoContax">
      <a:dk1>
        <a:srgbClr val="595959"/>
      </a:dk1>
      <a:lt1>
        <a:sysClr val="window" lastClr="FFFFFF"/>
      </a:lt1>
      <a:dk2>
        <a:srgbClr val="1F497D"/>
      </a:dk2>
      <a:lt2>
        <a:srgbClr val="EEECE1"/>
      </a:lt2>
      <a:accent1>
        <a:srgbClr val="1F497D"/>
      </a:accent1>
      <a:accent2>
        <a:srgbClr val="0089BB"/>
      </a:accent2>
      <a:accent3>
        <a:srgbClr val="39BB9C"/>
      </a:accent3>
      <a:accent4>
        <a:srgbClr val="F58644"/>
      </a:accent4>
      <a:accent5>
        <a:srgbClr val="EE4157"/>
      </a:accent5>
      <a:accent6>
        <a:srgbClr val="00818C"/>
      </a:accent6>
      <a:hlink>
        <a:srgbClr val="0D868F"/>
      </a:hlink>
      <a:folHlink>
        <a:srgbClr val="DE5A0B"/>
      </a:folHlink>
    </a:clrScheme>
    <a:fontScheme name="GrupoContax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4_GC slide full">
  <a:themeElements>
    <a:clrScheme name="GrupoContax">
      <a:dk1>
        <a:srgbClr val="595959"/>
      </a:dk1>
      <a:lt1>
        <a:sysClr val="window" lastClr="FFFFFF"/>
      </a:lt1>
      <a:dk2>
        <a:srgbClr val="1F497D"/>
      </a:dk2>
      <a:lt2>
        <a:srgbClr val="EEECE1"/>
      </a:lt2>
      <a:accent1>
        <a:srgbClr val="1F497D"/>
      </a:accent1>
      <a:accent2>
        <a:srgbClr val="0089BB"/>
      </a:accent2>
      <a:accent3>
        <a:srgbClr val="39BB9C"/>
      </a:accent3>
      <a:accent4>
        <a:srgbClr val="F58644"/>
      </a:accent4>
      <a:accent5>
        <a:srgbClr val="EE4157"/>
      </a:accent5>
      <a:accent6>
        <a:srgbClr val="00818C"/>
      </a:accent6>
      <a:hlink>
        <a:srgbClr val="0D868F"/>
      </a:hlink>
      <a:folHlink>
        <a:srgbClr val="DE5A0B"/>
      </a:folHlink>
    </a:clrScheme>
    <a:fontScheme name="GrupoContax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GC contracapa">
  <a:themeElements>
    <a:clrScheme name="GrupoContax">
      <a:dk1>
        <a:srgbClr val="595959"/>
      </a:dk1>
      <a:lt1>
        <a:sysClr val="window" lastClr="FFFFFF"/>
      </a:lt1>
      <a:dk2>
        <a:srgbClr val="1F497D"/>
      </a:dk2>
      <a:lt2>
        <a:srgbClr val="EEECE1"/>
      </a:lt2>
      <a:accent1>
        <a:srgbClr val="1F497D"/>
      </a:accent1>
      <a:accent2>
        <a:srgbClr val="0089BB"/>
      </a:accent2>
      <a:accent3>
        <a:srgbClr val="39BB9C"/>
      </a:accent3>
      <a:accent4>
        <a:srgbClr val="F58644"/>
      </a:accent4>
      <a:accent5>
        <a:srgbClr val="EE4157"/>
      </a:accent5>
      <a:accent6>
        <a:srgbClr val="00818C"/>
      </a:accent6>
      <a:hlink>
        <a:srgbClr val="0D868F"/>
      </a:hlink>
      <a:folHlink>
        <a:srgbClr val="DE5A0B"/>
      </a:folHlink>
    </a:clrScheme>
    <a:fontScheme name="GrupoContax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TemplateGrupoContax</Template>
  <TotalTime>1332</TotalTime>
  <Words>524</Words>
  <Application>Microsoft Office PowerPoint</Application>
  <PresentationFormat>Apresentação na tela (4:3)</PresentationFormat>
  <Paragraphs>101</Paragraphs>
  <Slides>18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5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TemplateGrupoContax</vt:lpstr>
      <vt:lpstr>2_GC conteudo</vt:lpstr>
      <vt:lpstr>3_GC rodape</vt:lpstr>
      <vt:lpstr>4_GC slide full</vt:lpstr>
      <vt:lpstr>5_GC contracapa</vt:lpstr>
      <vt:lpstr>Apresentação do PowerPoint</vt:lpstr>
      <vt:lpstr>Objetivo</vt:lpstr>
      <vt:lpstr>Objetivo</vt:lpstr>
      <vt:lpstr>O Projeto</vt:lpstr>
      <vt:lpstr>O Projeto</vt:lpstr>
      <vt:lpstr>O Projeto</vt:lpstr>
      <vt:lpstr>Diretrizes</vt:lpstr>
      <vt:lpstr>Diretrizes</vt:lpstr>
      <vt:lpstr>Perfis</vt:lpstr>
      <vt:lpstr>Perfis</vt:lpstr>
      <vt:lpstr>Apresentação do PowerPoint</vt:lpstr>
      <vt:lpstr>Grupos</vt:lpstr>
      <vt:lpstr>Grupos</vt:lpstr>
      <vt:lpstr>Workflow</vt:lpstr>
      <vt:lpstr>Workflow</vt:lpstr>
      <vt:lpstr>Solicitações</vt:lpstr>
      <vt:lpstr>Solicitações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Mariana de Lima Boschiero</dc:creator>
  <cp:lastModifiedBy>Mariana de Lima Boschiero</cp:lastModifiedBy>
  <cp:revision>18</cp:revision>
  <dcterms:created xsi:type="dcterms:W3CDTF">2015-08-11T20:06:37Z</dcterms:created>
  <dcterms:modified xsi:type="dcterms:W3CDTF">2015-08-12T18:40:09Z</dcterms:modified>
</cp:coreProperties>
</file>