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6" r:id="rId2"/>
    <p:sldId id="274" r:id="rId3"/>
    <p:sldId id="281" r:id="rId4"/>
    <p:sldId id="280" r:id="rId5"/>
    <p:sldId id="277" r:id="rId6"/>
    <p:sldId id="290" r:id="rId7"/>
    <p:sldId id="283" r:id="rId8"/>
    <p:sldId id="282" r:id="rId9"/>
    <p:sldId id="286" r:id="rId10"/>
    <p:sldId id="287" r:id="rId11"/>
    <p:sldId id="289" r:id="rId12"/>
    <p:sldId id="288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0" autoAdjust="0"/>
    <p:restoredTop sz="99645" autoAdjust="0"/>
  </p:normalViewPr>
  <p:slideViewPr>
    <p:cSldViewPr>
      <p:cViewPr varScale="1">
        <p:scale>
          <a:sx n="63" d="100"/>
          <a:sy n="63" d="100"/>
        </p:scale>
        <p:origin x="100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175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1AC2ED-9056-40BE-BCFC-AF084A7E0599}" type="doc">
      <dgm:prSet loTypeId="urn:microsoft.com/office/officeart/2009/3/layout/PhasedProcess" loCatId="process" qsTypeId="urn:microsoft.com/office/officeart/2005/8/quickstyle/3d1" qsCatId="3D" csTypeId="urn:microsoft.com/office/officeart/2005/8/colors/accent5_1" csCatId="accent5" phldr="1"/>
      <dgm:spPr/>
      <dgm:t>
        <a:bodyPr/>
        <a:lstStyle/>
        <a:p>
          <a:endParaRPr lang="pt-BR"/>
        </a:p>
      </dgm:t>
    </dgm:pt>
    <dgm:pt modelId="{40098A9A-33F6-48DA-9C5A-D1028CE949BB}">
      <dgm:prSet phldrT="[Texto]" custT="1"/>
      <dgm:spPr/>
      <dgm:t>
        <a:bodyPr/>
        <a:lstStyle/>
        <a:p>
          <a:r>
            <a:rPr lang="pt-BR" sz="2200" i="1" dirty="0">
              <a:solidFill>
                <a:schemeClr val="bg1">
                  <a:lumMod val="95000"/>
                </a:schemeClr>
              </a:solidFill>
            </a:rPr>
            <a:t>Transition to Run</a:t>
          </a:r>
          <a:br>
            <a:rPr lang="pt-BR" sz="2200" i="1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dirty="0">
              <a:solidFill>
                <a:schemeClr val="bg1">
                  <a:lumMod val="95000"/>
                </a:schemeClr>
              </a:solidFill>
            </a:rPr>
            <a:t>(80 dias úteis)</a:t>
          </a:r>
        </a:p>
      </dgm:t>
    </dgm:pt>
    <dgm:pt modelId="{FBE9EF13-CC76-4090-B67D-077BDDEF8A6B}" type="parTrans" cxnId="{0A5100AF-90C6-4A26-8D27-83E29AB4A2C5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C9283C8D-7C60-4CB7-BFC0-F279C63FA9E3}" type="sibTrans" cxnId="{0A5100AF-90C6-4A26-8D27-83E29AB4A2C5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BCF92110-66E5-45B3-8F74-B5258CF7D2DB}">
      <dgm:prSet phldrT="[Texto]" custT="1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pt-BR" sz="1400" b="1">
              <a:solidFill>
                <a:schemeClr val="bg1">
                  <a:lumMod val="95000"/>
                </a:schemeClr>
              </a:solidFill>
            </a:rPr>
            <a:t>Canais e Serviços de TI</a:t>
          </a:r>
          <a:endParaRPr lang="pt-BR" sz="1400" b="1" i="1" dirty="0">
            <a:solidFill>
              <a:schemeClr val="bg1">
                <a:lumMod val="95000"/>
              </a:schemeClr>
            </a:solidFill>
          </a:endParaRPr>
        </a:p>
      </dgm:t>
    </dgm:pt>
    <dgm:pt modelId="{71BCA297-E86E-4CDE-8F0E-98AD76F4A278}" type="parTrans" cxnId="{48A3E18E-41E6-4F83-9D8D-79AC8AF957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F8345729-24AF-431E-B679-43D6141BFA7C}" type="sibTrans" cxnId="{48A3E18E-41E6-4F83-9D8D-79AC8AF957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392925C-47E3-4EF0-806A-51E717420CAE}">
      <dgm:prSet phldrT="[Texto]" custT="1"/>
      <dgm:spPr/>
      <dgm:t>
        <a:bodyPr/>
        <a:lstStyle/>
        <a:p>
          <a:r>
            <a:rPr lang="pt-BR" sz="2200" dirty="0">
              <a:solidFill>
                <a:schemeClr val="bg1">
                  <a:lumMod val="95000"/>
                </a:schemeClr>
              </a:solidFill>
            </a:rPr>
            <a:t>Evolução</a:t>
          </a:r>
          <a:br>
            <a:rPr lang="pt-BR" sz="2200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dirty="0">
              <a:solidFill>
                <a:schemeClr val="bg1">
                  <a:lumMod val="95000"/>
                </a:schemeClr>
              </a:solidFill>
            </a:rPr>
            <a:t>(40 dias úteis)</a:t>
          </a:r>
        </a:p>
      </dgm:t>
    </dgm:pt>
    <dgm:pt modelId="{00B41D76-F0CB-415E-AF40-9B45845C4B78}" type="parTrans" cxnId="{C5FF6DAF-74A3-48BA-A417-E5CC4318BC9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96BD10B-7ACF-4C75-BAD3-057C068C0952}" type="sibTrans" cxnId="{C5FF6DAF-74A3-48BA-A417-E5CC4318BC9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370D48AC-307F-4CF9-AA92-83B81CB0FFEE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1400" b="1" dirty="0">
              <a:solidFill>
                <a:schemeClr val="bg1">
                  <a:lumMod val="95000"/>
                </a:schemeClr>
              </a:solidFill>
            </a:rPr>
            <a:t>Demandas, Projetos e Mudanças</a:t>
          </a:r>
          <a:br>
            <a:rPr lang="pt-BR" sz="1400" b="1" dirty="0">
              <a:solidFill>
                <a:schemeClr val="bg1">
                  <a:lumMod val="95000"/>
                </a:schemeClr>
              </a:solidFill>
            </a:rPr>
          </a:br>
          <a:br>
            <a:rPr lang="pt-BR" sz="1400" b="1" dirty="0">
              <a:solidFill>
                <a:schemeClr val="bg1">
                  <a:lumMod val="95000"/>
                </a:schemeClr>
              </a:solidFill>
            </a:rPr>
          </a:br>
          <a:r>
            <a:rPr lang="pt-BR" sz="1400" b="1" dirty="0">
              <a:solidFill>
                <a:schemeClr val="bg1">
                  <a:lumMod val="95000"/>
                </a:schemeClr>
              </a:solidFill>
            </a:rPr>
            <a:t>Critérios de Aceite</a:t>
          </a:r>
        </a:p>
      </dgm:t>
    </dgm:pt>
    <dgm:pt modelId="{137D2DBA-ACFE-4860-A887-8471D44871B5}" type="parTrans" cxnId="{F0A05179-34F6-445A-B359-F872579855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A13E8A60-E25D-45DB-8AF6-68DEA9AD53EB}" type="sibTrans" cxnId="{F0A05179-34F6-445A-B359-F872579855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4EDD8DA6-4F29-4EE7-AAA7-DFFF56D037C9}">
      <dgm:prSet phldrT="[Texto]" custT="1"/>
      <dgm:spPr>
        <a:solidFill>
          <a:srgbClr val="0070C0">
            <a:alpha val="50000"/>
          </a:srgbClr>
        </a:solidFill>
      </dgm:spPr>
      <dgm:t>
        <a:bodyPr/>
        <a:lstStyle/>
        <a:p>
          <a:pPr algn="ctr"/>
          <a:r>
            <a:rPr lang="pt-BR" sz="1400" b="1">
              <a:solidFill>
                <a:schemeClr val="bg1">
                  <a:lumMod val="95000"/>
                </a:schemeClr>
              </a:solidFill>
            </a:rPr>
            <a:t>Ritos de Mudanças</a:t>
          </a:r>
          <a:endParaRPr lang="pt-BR" sz="1400" b="1" dirty="0">
            <a:solidFill>
              <a:schemeClr val="bg1">
                <a:lumMod val="95000"/>
              </a:schemeClr>
            </a:solidFill>
          </a:endParaRPr>
        </a:p>
      </dgm:t>
    </dgm:pt>
    <dgm:pt modelId="{1ADE154E-667F-4BD8-876D-D911E3416FD7}" type="parTrans" cxnId="{340AF12F-9008-4E52-979A-9E6F396559B9}">
      <dgm:prSet/>
      <dgm:spPr/>
      <dgm:t>
        <a:bodyPr/>
        <a:lstStyle/>
        <a:p>
          <a:endParaRPr lang="pt-BR"/>
        </a:p>
      </dgm:t>
    </dgm:pt>
    <dgm:pt modelId="{6741861B-D2AC-48B9-BC95-1DE449D70AC7}" type="sibTrans" cxnId="{340AF12F-9008-4E52-979A-9E6F396559B9}">
      <dgm:prSet/>
      <dgm:spPr/>
      <dgm:t>
        <a:bodyPr/>
        <a:lstStyle/>
        <a:p>
          <a:endParaRPr lang="pt-BR"/>
        </a:p>
      </dgm:t>
    </dgm:pt>
    <dgm:pt modelId="{41E0706B-D482-4607-B6B2-EB79AD18F19A}">
      <dgm:prSet phldrT="[Texto]" custT="1"/>
      <dgm:spPr/>
      <dgm:t>
        <a:bodyPr/>
        <a:lstStyle/>
        <a:p>
          <a:r>
            <a:rPr lang="pt-BR" sz="2200" dirty="0">
              <a:solidFill>
                <a:schemeClr val="bg1">
                  <a:lumMod val="95000"/>
                </a:schemeClr>
              </a:solidFill>
            </a:rPr>
            <a:t>Manter o Ímpeto</a:t>
          </a:r>
          <a:br>
            <a:rPr lang="pt-BR" sz="1800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dirty="0">
              <a:solidFill>
                <a:schemeClr val="bg1">
                  <a:lumMod val="95000"/>
                </a:schemeClr>
              </a:solidFill>
            </a:rPr>
            <a:t>(permanente)</a:t>
          </a:r>
        </a:p>
      </dgm:t>
    </dgm:pt>
    <dgm:pt modelId="{77F6ADB4-5888-418C-B14B-3F5AD5C45B63}" type="parTrans" cxnId="{B3832437-54CB-4EE0-BB8B-66294BEF0BA5}">
      <dgm:prSet/>
      <dgm:spPr/>
      <dgm:t>
        <a:bodyPr/>
        <a:lstStyle/>
        <a:p>
          <a:endParaRPr lang="pt-BR"/>
        </a:p>
      </dgm:t>
    </dgm:pt>
    <dgm:pt modelId="{690D985D-998F-4A12-ACAB-11F799048576}" type="sibTrans" cxnId="{B3832437-54CB-4EE0-BB8B-66294BEF0BA5}">
      <dgm:prSet/>
      <dgm:spPr/>
      <dgm:t>
        <a:bodyPr/>
        <a:lstStyle/>
        <a:p>
          <a:endParaRPr lang="pt-BR"/>
        </a:p>
      </dgm:t>
    </dgm:pt>
    <dgm:pt modelId="{B5334C76-4D93-488E-B1B4-2C45EBB8D34B}">
      <dgm:prSet phldrT="[Texto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pt-BR" sz="1400" b="1">
              <a:solidFill>
                <a:schemeClr val="bg1">
                  <a:lumMod val="95000"/>
                </a:schemeClr>
              </a:solidFill>
            </a:rPr>
            <a:t>Gestão da Rotina</a:t>
          </a:r>
          <a:endParaRPr lang="pt-BR" sz="1400" b="1" dirty="0">
            <a:solidFill>
              <a:schemeClr val="bg1">
                <a:lumMod val="95000"/>
              </a:schemeClr>
            </a:solidFill>
          </a:endParaRPr>
        </a:p>
      </dgm:t>
    </dgm:pt>
    <dgm:pt modelId="{E8AF1B82-FADB-48AB-A6ED-8DF99C735CA4}" type="parTrans" cxnId="{DF8C011F-DF66-456F-BA96-8E48266A0800}">
      <dgm:prSet/>
      <dgm:spPr/>
      <dgm:t>
        <a:bodyPr/>
        <a:lstStyle/>
        <a:p>
          <a:endParaRPr lang="pt-BR"/>
        </a:p>
      </dgm:t>
    </dgm:pt>
    <dgm:pt modelId="{FAFACF21-B8DA-481F-9723-1FD8B82E2934}" type="sibTrans" cxnId="{DF8C011F-DF66-456F-BA96-8E48266A0800}">
      <dgm:prSet/>
      <dgm:spPr/>
      <dgm:t>
        <a:bodyPr/>
        <a:lstStyle/>
        <a:p>
          <a:endParaRPr lang="pt-BR"/>
        </a:p>
      </dgm:t>
    </dgm:pt>
    <dgm:pt modelId="{8F1B8E88-6763-4FDD-A5E5-5DC856F2A269}">
      <dgm:prSet phldrT="[Texto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pt-BR" sz="1400" b="1">
              <a:solidFill>
                <a:schemeClr val="bg1">
                  <a:lumMod val="95000"/>
                </a:schemeClr>
              </a:solidFill>
            </a:rPr>
            <a:t>Indica-dores e Metas</a:t>
          </a:r>
          <a:endParaRPr lang="pt-BR" sz="1400" b="1" dirty="0">
            <a:solidFill>
              <a:schemeClr val="bg1">
                <a:lumMod val="95000"/>
              </a:schemeClr>
            </a:solidFill>
          </a:endParaRPr>
        </a:p>
      </dgm:t>
    </dgm:pt>
    <dgm:pt modelId="{75E5F3EE-2AA8-4EAA-BB59-D07DDA79EFD6}" type="parTrans" cxnId="{C46BF279-56DE-4E21-A422-EA9EE8879477}">
      <dgm:prSet/>
      <dgm:spPr/>
      <dgm:t>
        <a:bodyPr/>
        <a:lstStyle/>
        <a:p>
          <a:endParaRPr lang="pt-BR"/>
        </a:p>
      </dgm:t>
    </dgm:pt>
    <dgm:pt modelId="{85EAC9F9-90C1-44BA-95B7-838EF0563226}" type="sibTrans" cxnId="{C46BF279-56DE-4E21-A422-EA9EE8879477}">
      <dgm:prSet/>
      <dgm:spPr/>
      <dgm:t>
        <a:bodyPr/>
        <a:lstStyle/>
        <a:p>
          <a:endParaRPr lang="pt-BR"/>
        </a:p>
      </dgm:t>
    </dgm:pt>
    <dgm:pt modelId="{1BD3098B-E38A-4A09-A68A-8CF803CB09F1}">
      <dgm:prSet phldrT="[Texto]" custT="1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pt-BR" sz="1400" b="1">
              <a:solidFill>
                <a:schemeClr val="bg1">
                  <a:lumMod val="95000"/>
                </a:schemeClr>
              </a:solidFill>
            </a:rPr>
            <a:t>Ativos e Configura-ção</a:t>
          </a:r>
          <a:endParaRPr lang="pt-BR" sz="1400" b="1" i="1" dirty="0">
            <a:solidFill>
              <a:schemeClr val="bg1">
                <a:lumMod val="95000"/>
              </a:schemeClr>
            </a:solidFill>
          </a:endParaRPr>
        </a:p>
      </dgm:t>
    </dgm:pt>
    <dgm:pt modelId="{23374E79-C431-4ABA-9F7B-9C64946A2436}" type="parTrans" cxnId="{3A92244E-6AB7-44C6-B8D5-CB0DE85088AC}">
      <dgm:prSet/>
      <dgm:spPr/>
      <dgm:t>
        <a:bodyPr/>
        <a:lstStyle/>
        <a:p>
          <a:endParaRPr lang="pt-BR"/>
        </a:p>
      </dgm:t>
    </dgm:pt>
    <dgm:pt modelId="{934DBB28-45C7-4A4C-B44E-BDD5BB06AF7E}" type="sibTrans" cxnId="{3A92244E-6AB7-44C6-B8D5-CB0DE85088AC}">
      <dgm:prSet/>
      <dgm:spPr/>
      <dgm:t>
        <a:bodyPr/>
        <a:lstStyle/>
        <a:p>
          <a:endParaRPr lang="pt-BR"/>
        </a:p>
      </dgm:t>
    </dgm:pt>
    <dgm:pt modelId="{5A972DB7-B3A2-4766-A7E4-4E42C440507E}" type="pres">
      <dgm:prSet presAssocID="{F31AC2ED-9056-40BE-BCFC-AF084A7E0599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B19B0651-4184-459C-816F-3BCC2DBA2F68}" type="pres">
      <dgm:prSet presAssocID="{F31AC2ED-9056-40BE-BCFC-AF084A7E0599}" presName="arc1" presStyleLbl="node1" presStyleIdx="0" presStyleCnt="4" custScaleX="114734" custScaleY="91733" custLinFactNeighborX="-4319" custLinFactNeighborY="-810"/>
      <dgm:spPr/>
    </dgm:pt>
    <dgm:pt modelId="{233CF150-D326-4D5B-AEBD-69447BBC6CBC}" type="pres">
      <dgm:prSet presAssocID="{F31AC2ED-9056-40BE-BCFC-AF084A7E0599}" presName="arc3" presStyleLbl="node1" presStyleIdx="1" presStyleCnt="4" custScaleX="107080" custScaleY="88580"/>
      <dgm:spPr/>
    </dgm:pt>
    <dgm:pt modelId="{341825C6-E00B-459C-8BDA-1841AD91E4FD}" type="pres">
      <dgm:prSet presAssocID="{F31AC2ED-9056-40BE-BCFC-AF084A7E0599}" presName="parentText2" presStyleLbl="revTx" presStyleIdx="0" presStyleCnt="3" custLinFactNeighborX="-279" custLinFactNeighborY="6873">
        <dgm:presLayoutVars>
          <dgm:chMax val="4"/>
          <dgm:chPref val="3"/>
          <dgm:bulletEnabled val="1"/>
        </dgm:presLayoutVars>
      </dgm:prSet>
      <dgm:spPr/>
    </dgm:pt>
    <dgm:pt modelId="{3EE76166-C594-462D-93C0-82BCF4F9F9AF}" type="pres">
      <dgm:prSet presAssocID="{F31AC2ED-9056-40BE-BCFC-AF084A7E0599}" presName="arc2" presStyleLbl="node1" presStyleIdx="2" presStyleCnt="4" custScaleX="117119" custLinFactNeighborX="-6845" custLinFactNeighborY="937"/>
      <dgm:spPr/>
    </dgm:pt>
    <dgm:pt modelId="{B82E424E-2B8B-44B4-B97C-E155D1ACCEDA}" type="pres">
      <dgm:prSet presAssocID="{F31AC2ED-9056-40BE-BCFC-AF084A7E0599}" presName="arc4" presStyleLbl="node1" presStyleIdx="3" presStyleCnt="4" custScaleX="116064" custLinFactNeighborX="2904" custLinFactNeighborY="937"/>
      <dgm:spPr/>
    </dgm:pt>
    <dgm:pt modelId="{94AA5734-4EAB-43E6-B071-EBC10110F0B7}" type="pres">
      <dgm:prSet presAssocID="{F31AC2ED-9056-40BE-BCFC-AF084A7E0599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AAE93C1D-CBC3-4E03-AC04-36C8D01AC5F1}" type="pres">
      <dgm:prSet presAssocID="{F31AC2ED-9056-40BE-BCFC-AF084A7E0599}" presName="middleComposite" presStyleCnt="0"/>
      <dgm:spPr/>
    </dgm:pt>
    <dgm:pt modelId="{2CC3EFCA-EBE1-4AE4-B0AD-5C3E16F875C6}" type="pres">
      <dgm:prSet presAssocID="{BCF92110-66E5-45B3-8F74-B5258CF7D2DB}" presName="circ1" presStyleLbl="vennNode1" presStyleIdx="0" presStyleCnt="8"/>
      <dgm:spPr/>
    </dgm:pt>
    <dgm:pt modelId="{460F5BF6-E6F4-432E-AB2E-48B348650D38}" type="pres">
      <dgm:prSet presAssocID="{BCF92110-66E5-45B3-8F74-B5258CF7D2DB}" presName="circ1Tx" presStyleLbl="revTx" presStyleIdx="1" presStyleCnt="3">
        <dgm:presLayoutVars>
          <dgm:chMax val="0"/>
          <dgm:chPref val="0"/>
        </dgm:presLayoutVars>
      </dgm:prSet>
      <dgm:spPr/>
    </dgm:pt>
    <dgm:pt modelId="{6975F6CE-4019-47FD-A17A-652E954AA9FF}" type="pres">
      <dgm:prSet presAssocID="{1BD3098B-E38A-4A09-A68A-8CF803CB09F1}" presName="circ2" presStyleLbl="vennNode1" presStyleIdx="1" presStyleCnt="8"/>
      <dgm:spPr/>
    </dgm:pt>
    <dgm:pt modelId="{FDF95C67-B307-4A2D-A1CD-030FA75864DE}" type="pres">
      <dgm:prSet presAssocID="{1BD3098B-E38A-4A09-A68A-8CF803CB09F1}" presName="circ2Tx" presStyleLbl="revTx" presStyleIdx="1" presStyleCnt="3">
        <dgm:presLayoutVars>
          <dgm:chMax val="0"/>
          <dgm:chPref val="0"/>
        </dgm:presLayoutVars>
      </dgm:prSet>
      <dgm:spPr/>
    </dgm:pt>
    <dgm:pt modelId="{DF9A6FFC-5C43-4D90-8C7C-1D446FA77C9B}" type="pres">
      <dgm:prSet presAssocID="{4EDD8DA6-4F29-4EE7-AAA7-DFFF56D037C9}" presName="circ3" presStyleLbl="vennNode1" presStyleIdx="2" presStyleCnt="8"/>
      <dgm:spPr/>
    </dgm:pt>
    <dgm:pt modelId="{EA45E7E2-F619-4087-AAFC-19D6BDC31EEC}" type="pres">
      <dgm:prSet presAssocID="{4EDD8DA6-4F29-4EE7-AAA7-DFFF56D037C9}" presName="circ3Tx" presStyleLbl="revTx" presStyleIdx="1" presStyleCnt="3">
        <dgm:presLayoutVars>
          <dgm:chMax val="0"/>
          <dgm:chPref val="0"/>
        </dgm:presLayoutVars>
      </dgm:prSet>
      <dgm:spPr/>
    </dgm:pt>
    <dgm:pt modelId="{DD3C7C8B-1229-40F2-8F8B-A707200A1116}" type="pres">
      <dgm:prSet presAssocID="{F31AC2ED-9056-40BE-BCFC-AF084A7E0599}" presName="leftComposite" presStyleCnt="0"/>
      <dgm:spPr/>
    </dgm:pt>
    <dgm:pt modelId="{2558C80F-F303-4F87-A58F-5F6CE56041DC}" type="pres">
      <dgm:prSet presAssocID="{B5334C76-4D93-488E-B1B4-2C45EBB8D34B}" presName="childText1_1" presStyleLbl="vennNode1" presStyleIdx="3" presStyleCnt="8" custLinFactNeighborX="1824">
        <dgm:presLayoutVars>
          <dgm:chMax val="0"/>
          <dgm:chPref val="0"/>
        </dgm:presLayoutVars>
      </dgm:prSet>
      <dgm:spPr/>
    </dgm:pt>
    <dgm:pt modelId="{C0637D15-EB6D-4AB2-B8B0-23ED462F4D9C}" type="pres">
      <dgm:prSet presAssocID="{B5334C76-4D93-488E-B1B4-2C45EBB8D34B}" presName="ellipse1" presStyleLbl="vennNode1" presStyleIdx="4" presStyleCnt="8" custLinFactNeighborX="3716"/>
      <dgm:spPr>
        <a:solidFill>
          <a:schemeClr val="accent3">
            <a:alpha val="50000"/>
          </a:schemeClr>
        </a:solidFill>
      </dgm:spPr>
    </dgm:pt>
    <dgm:pt modelId="{94888386-3301-4A6F-98F6-705AF1A4A016}" type="pres">
      <dgm:prSet presAssocID="{B5334C76-4D93-488E-B1B4-2C45EBB8D34B}" presName="ellipse2" presStyleLbl="vennNode1" presStyleIdx="5" presStyleCnt="8"/>
      <dgm:spPr>
        <a:solidFill>
          <a:schemeClr val="accent3">
            <a:alpha val="50000"/>
          </a:schemeClr>
        </a:solidFill>
      </dgm:spPr>
    </dgm:pt>
    <dgm:pt modelId="{55058931-F455-4AF3-9A48-BFCEC46B3104}" type="pres">
      <dgm:prSet presAssocID="{8F1B8E88-6763-4FDD-A5E5-5DC856F2A269}" presName="childText1_2" presStyleLbl="vennNode1" presStyleIdx="6" presStyleCnt="8" custLinFactNeighborX="1824">
        <dgm:presLayoutVars>
          <dgm:chMax val="0"/>
          <dgm:chPref val="0"/>
        </dgm:presLayoutVars>
      </dgm:prSet>
      <dgm:spPr/>
    </dgm:pt>
    <dgm:pt modelId="{5A741488-9A4F-4C4E-A318-E383091409E8}" type="pres">
      <dgm:prSet presAssocID="{8F1B8E88-6763-4FDD-A5E5-5DC856F2A269}" presName="ellipse3" presStyleLbl="vennNode1" presStyleIdx="7" presStyleCnt="8" custLinFactNeighborX="6387"/>
      <dgm:spPr>
        <a:solidFill>
          <a:schemeClr val="accent3">
            <a:alpha val="50000"/>
          </a:schemeClr>
        </a:solidFill>
      </dgm:spPr>
    </dgm:pt>
    <dgm:pt modelId="{9A7D3314-14D2-483D-8B80-FEDB666B24E3}" type="pres">
      <dgm:prSet presAssocID="{F31AC2ED-9056-40BE-BCFC-AF084A7E0599}" presName="rightChild" presStyleLbl="node2" presStyleIdx="0" presStyleCnt="1">
        <dgm:presLayoutVars>
          <dgm:chMax val="0"/>
          <dgm:chPref val="0"/>
        </dgm:presLayoutVars>
      </dgm:prSet>
      <dgm:spPr/>
    </dgm:pt>
    <dgm:pt modelId="{337A97A9-27DC-4AE7-A12A-F4905D499F44}" type="pres">
      <dgm:prSet presAssocID="{F31AC2ED-9056-40BE-BCFC-AF084A7E0599}" presName="parentText1" presStyleLbl="revTx" presStyleIdx="2" presStyleCnt="3" custLinFactNeighborY="6872">
        <dgm:presLayoutVars>
          <dgm:chMax val="4"/>
          <dgm:chPref val="3"/>
          <dgm:bulletEnabled val="1"/>
        </dgm:presLayoutVars>
      </dgm:prSet>
      <dgm:spPr/>
    </dgm:pt>
  </dgm:ptLst>
  <dgm:cxnLst>
    <dgm:cxn modelId="{21CC28AF-6E56-443F-96B8-0CEF2361FE70}" type="presOf" srcId="{1BD3098B-E38A-4A09-A68A-8CF803CB09F1}" destId="{FDF95C67-B307-4A2D-A1CD-030FA75864DE}" srcOrd="1" destOrd="0" presId="urn:microsoft.com/office/officeart/2009/3/layout/PhasedProcess"/>
    <dgm:cxn modelId="{C46BF279-56DE-4E21-A422-EA9EE8879477}" srcId="{41E0706B-D482-4607-B6B2-EB79AD18F19A}" destId="{8F1B8E88-6763-4FDD-A5E5-5DC856F2A269}" srcOrd="1" destOrd="0" parTransId="{75E5F3EE-2AA8-4EAA-BB59-D07DDA79EFD6}" sibTransId="{85EAC9F9-90C1-44BA-95B7-838EF0563226}"/>
    <dgm:cxn modelId="{C5FF6DAF-74A3-48BA-A417-E5CC4318BC90}" srcId="{F31AC2ED-9056-40BE-BCFC-AF084A7E0599}" destId="{8392925C-47E3-4EF0-806A-51E717420CAE}" srcOrd="2" destOrd="0" parTransId="{00B41D76-F0CB-415E-AF40-9B45845C4B78}" sibTransId="{896BD10B-7ACF-4C75-BAD3-057C068C0952}"/>
    <dgm:cxn modelId="{B3A7065D-B0D5-4AFE-BE58-7A671EB8BAFA}" type="presOf" srcId="{41E0706B-D482-4607-B6B2-EB79AD18F19A}" destId="{337A97A9-27DC-4AE7-A12A-F4905D499F44}" srcOrd="0" destOrd="0" presId="urn:microsoft.com/office/officeart/2009/3/layout/PhasedProcess"/>
    <dgm:cxn modelId="{340AF12F-9008-4E52-979A-9E6F396559B9}" srcId="{40098A9A-33F6-48DA-9C5A-D1028CE949BB}" destId="{4EDD8DA6-4F29-4EE7-AAA7-DFFF56D037C9}" srcOrd="2" destOrd="0" parTransId="{1ADE154E-667F-4BD8-876D-D911E3416FD7}" sibTransId="{6741861B-D2AC-48B9-BC95-1DE449D70AC7}"/>
    <dgm:cxn modelId="{DF8C011F-DF66-456F-BA96-8E48266A0800}" srcId="{41E0706B-D482-4607-B6B2-EB79AD18F19A}" destId="{B5334C76-4D93-488E-B1B4-2C45EBB8D34B}" srcOrd="0" destOrd="0" parTransId="{E8AF1B82-FADB-48AB-A6ED-8DF99C735CA4}" sibTransId="{FAFACF21-B8DA-481F-9723-1FD8B82E2934}"/>
    <dgm:cxn modelId="{F0A05179-34F6-445A-B359-F87257985571}" srcId="{8392925C-47E3-4EF0-806A-51E717420CAE}" destId="{370D48AC-307F-4CF9-AA92-83B81CB0FFEE}" srcOrd="0" destOrd="0" parTransId="{137D2DBA-ACFE-4860-A887-8471D44871B5}" sibTransId="{A13E8A60-E25D-45DB-8AF6-68DEA9AD53EB}"/>
    <dgm:cxn modelId="{11EFAD37-2860-47E8-BEF0-565331B466A3}" type="presOf" srcId="{8392925C-47E3-4EF0-806A-51E717420CAE}" destId="{94AA5734-4EAB-43E6-B071-EBC10110F0B7}" srcOrd="0" destOrd="0" presId="urn:microsoft.com/office/officeart/2009/3/layout/PhasedProcess"/>
    <dgm:cxn modelId="{49632466-61BC-479A-A634-EF3D3E47E38F}" type="presOf" srcId="{BCF92110-66E5-45B3-8F74-B5258CF7D2DB}" destId="{2CC3EFCA-EBE1-4AE4-B0AD-5C3E16F875C6}" srcOrd="0" destOrd="0" presId="urn:microsoft.com/office/officeart/2009/3/layout/PhasedProcess"/>
    <dgm:cxn modelId="{6E387C90-E941-41D0-9E72-062C06D033D2}" type="presOf" srcId="{BCF92110-66E5-45B3-8F74-B5258CF7D2DB}" destId="{460F5BF6-E6F4-432E-AB2E-48B348650D38}" srcOrd="1" destOrd="0" presId="urn:microsoft.com/office/officeart/2009/3/layout/PhasedProcess"/>
    <dgm:cxn modelId="{DDD6E58B-593B-4C89-9062-5F74E336FAB9}" type="presOf" srcId="{4EDD8DA6-4F29-4EE7-AAA7-DFFF56D037C9}" destId="{EA45E7E2-F619-4087-AAFC-19D6BDC31EEC}" srcOrd="1" destOrd="0" presId="urn:microsoft.com/office/officeart/2009/3/layout/PhasedProcess"/>
    <dgm:cxn modelId="{B7BB565A-D34E-423D-8745-A2CEF267D019}" type="presOf" srcId="{8F1B8E88-6763-4FDD-A5E5-5DC856F2A269}" destId="{55058931-F455-4AF3-9A48-BFCEC46B3104}" srcOrd="0" destOrd="0" presId="urn:microsoft.com/office/officeart/2009/3/layout/PhasedProcess"/>
    <dgm:cxn modelId="{B3832437-54CB-4EE0-BB8B-66294BEF0BA5}" srcId="{F31AC2ED-9056-40BE-BCFC-AF084A7E0599}" destId="{41E0706B-D482-4607-B6B2-EB79AD18F19A}" srcOrd="0" destOrd="0" parTransId="{77F6ADB4-5888-418C-B14B-3F5AD5C45B63}" sibTransId="{690D985D-998F-4A12-ACAB-11F799048576}"/>
    <dgm:cxn modelId="{7943EEA5-0BBE-41CE-91C1-7C4A38158924}" type="presOf" srcId="{370D48AC-307F-4CF9-AA92-83B81CB0FFEE}" destId="{9A7D3314-14D2-483D-8B80-FEDB666B24E3}" srcOrd="0" destOrd="0" presId="urn:microsoft.com/office/officeart/2009/3/layout/PhasedProcess"/>
    <dgm:cxn modelId="{FF63ECCE-EFF1-442D-840D-6B92090F8F05}" type="presOf" srcId="{40098A9A-33F6-48DA-9C5A-D1028CE949BB}" destId="{341825C6-E00B-459C-8BDA-1841AD91E4FD}" srcOrd="0" destOrd="0" presId="urn:microsoft.com/office/officeart/2009/3/layout/PhasedProcess"/>
    <dgm:cxn modelId="{48A3E18E-41E6-4F83-9D8D-79AC8AF95771}" srcId="{40098A9A-33F6-48DA-9C5A-D1028CE949BB}" destId="{BCF92110-66E5-45B3-8F74-B5258CF7D2DB}" srcOrd="0" destOrd="0" parTransId="{71BCA297-E86E-4CDE-8F0E-98AD76F4A278}" sibTransId="{F8345729-24AF-431E-B679-43D6141BFA7C}"/>
    <dgm:cxn modelId="{BC36B3FF-40E7-4829-A103-6C7A6C11973B}" type="presOf" srcId="{4EDD8DA6-4F29-4EE7-AAA7-DFFF56D037C9}" destId="{DF9A6FFC-5C43-4D90-8C7C-1D446FA77C9B}" srcOrd="0" destOrd="0" presId="urn:microsoft.com/office/officeart/2009/3/layout/PhasedProcess"/>
    <dgm:cxn modelId="{2B5C80DC-8CBD-4038-AA4F-F25037F22DDE}" type="presOf" srcId="{F31AC2ED-9056-40BE-BCFC-AF084A7E0599}" destId="{5A972DB7-B3A2-4766-A7E4-4E42C440507E}" srcOrd="0" destOrd="0" presId="urn:microsoft.com/office/officeart/2009/3/layout/PhasedProcess"/>
    <dgm:cxn modelId="{0A5100AF-90C6-4A26-8D27-83E29AB4A2C5}" srcId="{F31AC2ED-9056-40BE-BCFC-AF084A7E0599}" destId="{40098A9A-33F6-48DA-9C5A-D1028CE949BB}" srcOrd="1" destOrd="0" parTransId="{FBE9EF13-CC76-4090-B67D-077BDDEF8A6B}" sibTransId="{C9283C8D-7C60-4CB7-BFC0-F279C63FA9E3}"/>
    <dgm:cxn modelId="{CDFFE0CA-4EB9-4452-ACC6-EC0BDAFE301D}" type="presOf" srcId="{B5334C76-4D93-488E-B1B4-2C45EBB8D34B}" destId="{2558C80F-F303-4F87-A58F-5F6CE56041DC}" srcOrd="0" destOrd="0" presId="urn:microsoft.com/office/officeart/2009/3/layout/PhasedProcess"/>
    <dgm:cxn modelId="{AC7A362E-870D-44B2-B0A0-6F52DD564DE0}" type="presOf" srcId="{1BD3098B-E38A-4A09-A68A-8CF803CB09F1}" destId="{6975F6CE-4019-47FD-A17A-652E954AA9FF}" srcOrd="0" destOrd="0" presId="urn:microsoft.com/office/officeart/2009/3/layout/PhasedProcess"/>
    <dgm:cxn modelId="{3A92244E-6AB7-44C6-B8D5-CB0DE85088AC}" srcId="{40098A9A-33F6-48DA-9C5A-D1028CE949BB}" destId="{1BD3098B-E38A-4A09-A68A-8CF803CB09F1}" srcOrd="1" destOrd="0" parTransId="{23374E79-C431-4ABA-9F7B-9C64946A2436}" sibTransId="{934DBB28-45C7-4A4C-B44E-BDD5BB06AF7E}"/>
    <dgm:cxn modelId="{B8D225D4-B84A-4759-A241-0BFDBCD47A37}" type="presParOf" srcId="{5A972DB7-B3A2-4766-A7E4-4E42C440507E}" destId="{B19B0651-4184-459C-816F-3BCC2DBA2F68}" srcOrd="0" destOrd="0" presId="urn:microsoft.com/office/officeart/2009/3/layout/PhasedProcess"/>
    <dgm:cxn modelId="{B5F62882-3137-49C6-AD76-F5092DC5E2EB}" type="presParOf" srcId="{5A972DB7-B3A2-4766-A7E4-4E42C440507E}" destId="{233CF150-D326-4D5B-AEBD-69447BBC6CBC}" srcOrd="1" destOrd="0" presId="urn:microsoft.com/office/officeart/2009/3/layout/PhasedProcess"/>
    <dgm:cxn modelId="{C019FE11-16BD-499B-BF14-E59A581E616C}" type="presParOf" srcId="{5A972DB7-B3A2-4766-A7E4-4E42C440507E}" destId="{341825C6-E00B-459C-8BDA-1841AD91E4FD}" srcOrd="2" destOrd="0" presId="urn:microsoft.com/office/officeart/2009/3/layout/PhasedProcess"/>
    <dgm:cxn modelId="{6E202DED-B27C-4E1E-834B-C697E8CC3F6D}" type="presParOf" srcId="{5A972DB7-B3A2-4766-A7E4-4E42C440507E}" destId="{3EE76166-C594-462D-93C0-82BCF4F9F9AF}" srcOrd="3" destOrd="0" presId="urn:microsoft.com/office/officeart/2009/3/layout/PhasedProcess"/>
    <dgm:cxn modelId="{7061BC0C-FFB6-48EC-ADE7-7E941CC05D5D}" type="presParOf" srcId="{5A972DB7-B3A2-4766-A7E4-4E42C440507E}" destId="{B82E424E-2B8B-44B4-B97C-E155D1ACCEDA}" srcOrd="4" destOrd="0" presId="urn:microsoft.com/office/officeart/2009/3/layout/PhasedProcess"/>
    <dgm:cxn modelId="{B7762A0D-1A08-4524-8B9A-891EDE1D6F2E}" type="presParOf" srcId="{5A972DB7-B3A2-4766-A7E4-4E42C440507E}" destId="{94AA5734-4EAB-43E6-B071-EBC10110F0B7}" srcOrd="5" destOrd="0" presId="urn:microsoft.com/office/officeart/2009/3/layout/PhasedProcess"/>
    <dgm:cxn modelId="{566044C8-9A8E-4EED-BECD-70246A3AC10B}" type="presParOf" srcId="{5A972DB7-B3A2-4766-A7E4-4E42C440507E}" destId="{AAE93C1D-CBC3-4E03-AC04-36C8D01AC5F1}" srcOrd="6" destOrd="0" presId="urn:microsoft.com/office/officeart/2009/3/layout/PhasedProcess"/>
    <dgm:cxn modelId="{9720E467-C444-4CB4-9EC7-F8650969A485}" type="presParOf" srcId="{AAE93C1D-CBC3-4E03-AC04-36C8D01AC5F1}" destId="{2CC3EFCA-EBE1-4AE4-B0AD-5C3E16F875C6}" srcOrd="0" destOrd="0" presId="urn:microsoft.com/office/officeart/2009/3/layout/PhasedProcess"/>
    <dgm:cxn modelId="{2F146FF0-CF3D-435C-AB2E-1966E0D3EBD9}" type="presParOf" srcId="{AAE93C1D-CBC3-4E03-AC04-36C8D01AC5F1}" destId="{460F5BF6-E6F4-432E-AB2E-48B348650D38}" srcOrd="1" destOrd="0" presId="urn:microsoft.com/office/officeart/2009/3/layout/PhasedProcess"/>
    <dgm:cxn modelId="{73DB4AE1-B515-43C9-8BC9-0E77AA5D022A}" type="presParOf" srcId="{AAE93C1D-CBC3-4E03-AC04-36C8D01AC5F1}" destId="{6975F6CE-4019-47FD-A17A-652E954AA9FF}" srcOrd="2" destOrd="0" presId="urn:microsoft.com/office/officeart/2009/3/layout/PhasedProcess"/>
    <dgm:cxn modelId="{645BCAD0-2110-445C-AF61-808B568EBEB5}" type="presParOf" srcId="{AAE93C1D-CBC3-4E03-AC04-36C8D01AC5F1}" destId="{FDF95C67-B307-4A2D-A1CD-030FA75864DE}" srcOrd="3" destOrd="0" presId="urn:microsoft.com/office/officeart/2009/3/layout/PhasedProcess"/>
    <dgm:cxn modelId="{0C83F057-90BA-42A2-BE78-B1398356D5DE}" type="presParOf" srcId="{AAE93C1D-CBC3-4E03-AC04-36C8D01AC5F1}" destId="{DF9A6FFC-5C43-4D90-8C7C-1D446FA77C9B}" srcOrd="4" destOrd="0" presId="urn:microsoft.com/office/officeart/2009/3/layout/PhasedProcess"/>
    <dgm:cxn modelId="{CE4B2733-6C17-45E3-A7C4-08E334A28C7F}" type="presParOf" srcId="{AAE93C1D-CBC3-4E03-AC04-36C8D01AC5F1}" destId="{EA45E7E2-F619-4087-AAFC-19D6BDC31EEC}" srcOrd="5" destOrd="0" presId="urn:microsoft.com/office/officeart/2009/3/layout/PhasedProcess"/>
    <dgm:cxn modelId="{D6628B8C-CDD4-490A-AA50-846FEAA6BECC}" type="presParOf" srcId="{5A972DB7-B3A2-4766-A7E4-4E42C440507E}" destId="{DD3C7C8B-1229-40F2-8F8B-A707200A1116}" srcOrd="7" destOrd="0" presId="urn:microsoft.com/office/officeart/2009/3/layout/PhasedProcess"/>
    <dgm:cxn modelId="{8D60B7CE-9B68-46C1-B4A9-1B0F16C27A68}" type="presParOf" srcId="{DD3C7C8B-1229-40F2-8F8B-A707200A1116}" destId="{2558C80F-F303-4F87-A58F-5F6CE56041DC}" srcOrd="0" destOrd="0" presId="urn:microsoft.com/office/officeart/2009/3/layout/PhasedProcess"/>
    <dgm:cxn modelId="{2847F5ED-F190-493D-B045-7AF61DAC76C8}" type="presParOf" srcId="{DD3C7C8B-1229-40F2-8F8B-A707200A1116}" destId="{C0637D15-EB6D-4AB2-B8B0-23ED462F4D9C}" srcOrd="1" destOrd="0" presId="urn:microsoft.com/office/officeart/2009/3/layout/PhasedProcess"/>
    <dgm:cxn modelId="{E501EDFB-9B35-46A9-B917-8B56EAC2009E}" type="presParOf" srcId="{DD3C7C8B-1229-40F2-8F8B-A707200A1116}" destId="{94888386-3301-4A6F-98F6-705AF1A4A016}" srcOrd="2" destOrd="0" presId="urn:microsoft.com/office/officeart/2009/3/layout/PhasedProcess"/>
    <dgm:cxn modelId="{720B04AA-72F2-4F9E-AEAC-9FC965245F1C}" type="presParOf" srcId="{DD3C7C8B-1229-40F2-8F8B-A707200A1116}" destId="{55058931-F455-4AF3-9A48-BFCEC46B3104}" srcOrd="3" destOrd="0" presId="urn:microsoft.com/office/officeart/2009/3/layout/PhasedProcess"/>
    <dgm:cxn modelId="{23A9FCAE-5DEF-46AF-8101-2B4BDCC15CBD}" type="presParOf" srcId="{DD3C7C8B-1229-40F2-8F8B-A707200A1116}" destId="{5A741488-9A4F-4C4E-A318-E383091409E8}" srcOrd="4" destOrd="0" presId="urn:microsoft.com/office/officeart/2009/3/layout/PhasedProcess"/>
    <dgm:cxn modelId="{51FFBF33-5A1A-4EDA-8998-B63314B006F2}" type="presParOf" srcId="{5A972DB7-B3A2-4766-A7E4-4E42C440507E}" destId="{9A7D3314-14D2-483D-8B80-FEDB666B24E3}" srcOrd="8" destOrd="0" presId="urn:microsoft.com/office/officeart/2009/3/layout/PhasedProcess"/>
    <dgm:cxn modelId="{876E8899-6B2C-4C47-8CA4-98E51F56B887}" type="presParOf" srcId="{5A972DB7-B3A2-4766-A7E4-4E42C440507E}" destId="{337A97A9-27DC-4AE7-A12A-F4905D499F44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032F14-7204-4E6E-B403-FC9356EA09B4}" type="doc">
      <dgm:prSet loTypeId="urn:microsoft.com/office/officeart/2008/layout/HalfCircleOrganizationChart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BF08328-4AEE-427B-A198-397669B0605F}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Consultor Líder</a:t>
          </a:r>
        </a:p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Adolpho Chacon</a:t>
          </a:r>
        </a:p>
      </dgm:t>
    </dgm:pt>
    <dgm:pt modelId="{A270643B-7BFC-41AE-9827-339A6747989D}" type="par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C0923C7F-CFCE-4AD0-867E-B287948566C3}" type="sib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1CDE9068-B616-4340-A9A8-B3137D3E7A5C}" type="asst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Profissionais</a:t>
          </a:r>
          <a:br>
            <a:rPr lang="pt-BR" sz="1400" b="1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Contax</a:t>
          </a:r>
        </a:p>
      </dgm:t>
    </dgm:pt>
    <dgm:pt modelId="{852B2F16-0C7F-46A0-84FD-3B01C4906394}" type="parTrans" cxnId="{54C60865-52F4-4B87-AF08-6EA9AF629BD1}">
      <dgm:prSet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31378578-1E2A-440F-9933-4D0D87F98FA9}" type="sibTrans" cxnId="{54C60865-52F4-4B87-AF08-6EA9AF629BD1}">
      <dgm:prSet/>
      <dgm:spPr/>
      <dgm:t>
        <a:bodyPr/>
        <a:lstStyle/>
        <a:p>
          <a:endParaRPr lang="pt-BR"/>
        </a:p>
      </dgm:t>
    </dgm:pt>
    <dgm:pt modelId="{B3E61335-6830-4BCC-846B-6D1CE89C339C}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Henrique </a:t>
          </a:r>
          <a:r>
            <a:rPr lang="pt-BR" sz="1400" b="1" dirty="0" err="1">
              <a:solidFill>
                <a:schemeClr val="bg1">
                  <a:lumMod val="85000"/>
                </a:schemeClr>
              </a:solidFill>
            </a:rPr>
            <a:t>Abrileri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0D4466BB-8FF6-441F-9FC0-4F5A6C2C549B}" type="parTrans" cxnId="{EDFF5AF8-5991-46C3-9939-6FBF8E96785E}">
      <dgm:prSet/>
      <dgm:spPr/>
      <dgm:t>
        <a:bodyPr/>
        <a:lstStyle/>
        <a:p>
          <a:endParaRPr lang="pt-BR"/>
        </a:p>
      </dgm:t>
    </dgm:pt>
    <dgm:pt modelId="{B41550E3-9BCB-4579-95AB-381BCF6EF4A2}" type="sibTrans" cxnId="{EDFF5AF8-5991-46C3-9939-6FBF8E96785E}">
      <dgm:prSet/>
      <dgm:spPr/>
      <dgm:t>
        <a:bodyPr/>
        <a:lstStyle/>
        <a:p>
          <a:endParaRPr lang="pt-BR"/>
        </a:p>
      </dgm:t>
    </dgm:pt>
    <dgm:pt modelId="{18088AEB-6653-406D-BD6A-7051D632B33E}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Consultor</a:t>
          </a:r>
        </a:p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Felipe Lima</a:t>
          </a:r>
        </a:p>
      </dgm:t>
    </dgm:pt>
    <dgm:pt modelId="{B224E4FA-05F1-4787-845E-B4072F41B2AF}" type="parTrans" cxnId="{ABEA6899-6E7A-44FF-993E-7AF51616824C}">
      <dgm:prSet/>
      <dgm:spPr/>
      <dgm:t>
        <a:bodyPr/>
        <a:lstStyle/>
        <a:p>
          <a:endParaRPr lang="pt-BR"/>
        </a:p>
      </dgm:t>
    </dgm:pt>
    <dgm:pt modelId="{936E3480-77F2-457C-BDEA-DFA3B2A82689}" type="sibTrans" cxnId="{ABEA6899-6E7A-44FF-993E-7AF51616824C}">
      <dgm:prSet/>
      <dgm:spPr/>
      <dgm:t>
        <a:bodyPr/>
        <a:lstStyle/>
        <a:p>
          <a:endParaRPr lang="pt-BR"/>
        </a:p>
      </dgm:t>
    </dgm:pt>
    <dgm:pt modelId="{C80308A4-417B-4CC8-B02E-2A3DDD5AA8EC}" type="asst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Gestor da Solução</a:t>
          </a:r>
        </a:p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Adolpho Chacon</a:t>
          </a:r>
        </a:p>
      </dgm:t>
    </dgm:pt>
    <dgm:pt modelId="{B06A9E56-C1AB-4D97-A88A-574F406CC1CD}" type="parTrans" cxnId="{76F2C61D-BFA2-4540-AB8D-2C532429D78F}">
      <dgm:prSet/>
      <dgm:spPr>
        <a:ln>
          <a:solidFill>
            <a:srgbClr val="0070C0"/>
          </a:solidFill>
        </a:ln>
      </dgm:spPr>
      <dgm:t>
        <a:bodyPr/>
        <a:lstStyle/>
        <a:p>
          <a:endParaRPr lang="pt-BR"/>
        </a:p>
      </dgm:t>
    </dgm:pt>
    <dgm:pt modelId="{F15DEF33-B72B-4418-8927-CF5016BE17B8}" type="sibTrans" cxnId="{76F2C61D-BFA2-4540-AB8D-2C532429D78F}">
      <dgm:prSet/>
      <dgm:spPr/>
      <dgm:t>
        <a:bodyPr/>
        <a:lstStyle/>
        <a:p>
          <a:endParaRPr lang="pt-BR"/>
        </a:p>
      </dgm:t>
    </dgm:pt>
    <dgm:pt modelId="{6C9613E9-747E-4AB5-9DF1-C1AC4BB7D70C}">
      <dgm:prSet phldrT="[Texto]" custT="1"/>
      <dgm:spPr/>
      <dgm:t>
        <a:bodyPr/>
        <a:lstStyle/>
        <a:p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>
              <a:solidFill>
                <a:schemeClr val="bg1">
                  <a:lumMod val="85000"/>
                </a:schemeClr>
              </a:solidFill>
            </a:rPr>
            <a:t>Thomas Kiss</a:t>
          </a:r>
        </a:p>
      </dgm:t>
    </dgm:pt>
    <dgm:pt modelId="{452C3B9B-33D2-4F0D-8037-2A2D2DBA27F3}" type="parTrans" cxnId="{85188677-A810-41EC-91F5-59EAC1BEEA35}">
      <dgm:prSet/>
      <dgm:spPr/>
      <dgm:t>
        <a:bodyPr/>
        <a:lstStyle/>
        <a:p>
          <a:endParaRPr lang="pt-BR"/>
        </a:p>
      </dgm:t>
    </dgm:pt>
    <dgm:pt modelId="{7905FB43-AABE-40CA-9544-119CF8440C0A}" type="sibTrans" cxnId="{85188677-A810-41EC-91F5-59EAC1BEEA35}">
      <dgm:prSet/>
      <dgm:spPr/>
      <dgm:t>
        <a:bodyPr/>
        <a:lstStyle/>
        <a:p>
          <a:endParaRPr lang="pt-BR"/>
        </a:p>
      </dgm:t>
    </dgm:pt>
    <dgm:pt modelId="{FC2DADDC-112C-421F-BCDD-6C896AAF5D8B}" type="pres">
      <dgm:prSet presAssocID="{06032F14-7204-4E6E-B403-FC9356EA09B4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5B40A4D-6FBF-48DA-B22C-7F1C2D980910}" type="pres">
      <dgm:prSet presAssocID="{7BF08328-4AEE-427B-A198-397669B0605F}" presName="hierRoot1" presStyleCnt="0">
        <dgm:presLayoutVars>
          <dgm:hierBranch val="init"/>
        </dgm:presLayoutVars>
      </dgm:prSet>
      <dgm:spPr/>
    </dgm:pt>
    <dgm:pt modelId="{64A98035-E62B-4DC0-B11E-77568F264B78}" type="pres">
      <dgm:prSet presAssocID="{7BF08328-4AEE-427B-A198-397669B0605F}" presName="rootComposite1" presStyleCnt="0"/>
      <dgm:spPr/>
    </dgm:pt>
    <dgm:pt modelId="{CA83CB3E-0087-4B22-A2BF-500EE4F79EFD}" type="pres">
      <dgm:prSet presAssocID="{7BF08328-4AEE-427B-A198-397669B0605F}" presName="rootText1" presStyleLbl="alignAcc1" presStyleIdx="0" presStyleCnt="0">
        <dgm:presLayoutVars>
          <dgm:chPref val="3"/>
        </dgm:presLayoutVars>
      </dgm:prSet>
      <dgm:spPr/>
    </dgm:pt>
    <dgm:pt modelId="{E0F3BEAE-58FB-494E-AA32-F4D6080EF2C7}" type="pres">
      <dgm:prSet presAssocID="{7BF08328-4AEE-427B-A198-397669B0605F}" presName="topArc1" presStyleLbl="parChTrans1D1" presStyleIdx="0" presStyleCnt="12"/>
      <dgm:spPr/>
    </dgm:pt>
    <dgm:pt modelId="{0306F5F8-4AF6-4B35-9E08-3A85628F2F14}" type="pres">
      <dgm:prSet presAssocID="{7BF08328-4AEE-427B-A198-397669B0605F}" presName="bottomArc1" presStyleLbl="parChTrans1D1" presStyleIdx="1" presStyleCnt="12"/>
      <dgm:spPr/>
    </dgm:pt>
    <dgm:pt modelId="{942639C5-63D8-4363-B553-0B431276E011}" type="pres">
      <dgm:prSet presAssocID="{7BF08328-4AEE-427B-A198-397669B0605F}" presName="topConnNode1" presStyleLbl="node1" presStyleIdx="0" presStyleCnt="0"/>
      <dgm:spPr/>
    </dgm:pt>
    <dgm:pt modelId="{EB2018C7-5454-4382-945F-FF8121FD3AC6}" type="pres">
      <dgm:prSet presAssocID="{7BF08328-4AEE-427B-A198-397669B0605F}" presName="hierChild2" presStyleCnt="0"/>
      <dgm:spPr/>
    </dgm:pt>
    <dgm:pt modelId="{21E2A4D5-07E5-49C2-A7D7-D42A1A2FD452}" type="pres">
      <dgm:prSet presAssocID="{0D4466BB-8FF6-441F-9FC0-4F5A6C2C549B}" presName="Name28" presStyleLbl="parChTrans1D2" presStyleIdx="0" presStyleCnt="5"/>
      <dgm:spPr/>
    </dgm:pt>
    <dgm:pt modelId="{470DB233-5B24-4D82-A5F4-28C14D032F90}" type="pres">
      <dgm:prSet presAssocID="{B3E61335-6830-4BCC-846B-6D1CE89C339C}" presName="hierRoot2" presStyleCnt="0">
        <dgm:presLayoutVars>
          <dgm:hierBranch val="init"/>
        </dgm:presLayoutVars>
      </dgm:prSet>
      <dgm:spPr/>
    </dgm:pt>
    <dgm:pt modelId="{9F339970-140F-4CDC-BDB9-7D90D5FFE6EC}" type="pres">
      <dgm:prSet presAssocID="{B3E61335-6830-4BCC-846B-6D1CE89C339C}" presName="rootComposite2" presStyleCnt="0"/>
      <dgm:spPr/>
    </dgm:pt>
    <dgm:pt modelId="{BB18F6D0-F976-40AD-881E-50CDC5FD353B}" type="pres">
      <dgm:prSet presAssocID="{B3E61335-6830-4BCC-846B-6D1CE89C339C}" presName="rootText2" presStyleLbl="alignAcc1" presStyleIdx="0" presStyleCnt="0">
        <dgm:presLayoutVars>
          <dgm:chPref val="3"/>
        </dgm:presLayoutVars>
      </dgm:prSet>
      <dgm:spPr/>
    </dgm:pt>
    <dgm:pt modelId="{E48C7F48-506B-4D37-B423-6596D75B3FFD}" type="pres">
      <dgm:prSet presAssocID="{B3E61335-6830-4BCC-846B-6D1CE89C339C}" presName="topArc2" presStyleLbl="parChTrans1D1" presStyleIdx="2" presStyleCnt="12"/>
      <dgm:spPr/>
    </dgm:pt>
    <dgm:pt modelId="{6E934EF0-034C-4B01-BA74-7B5A14B750CF}" type="pres">
      <dgm:prSet presAssocID="{B3E61335-6830-4BCC-846B-6D1CE89C339C}" presName="bottomArc2" presStyleLbl="parChTrans1D1" presStyleIdx="3" presStyleCnt="12"/>
      <dgm:spPr/>
    </dgm:pt>
    <dgm:pt modelId="{B51EC769-24D4-4B1A-A4B4-3EA00ACF135A}" type="pres">
      <dgm:prSet presAssocID="{B3E61335-6830-4BCC-846B-6D1CE89C339C}" presName="topConnNode2" presStyleLbl="node2" presStyleIdx="0" presStyleCnt="0"/>
      <dgm:spPr/>
    </dgm:pt>
    <dgm:pt modelId="{A52A98A0-FB8E-4F81-AB61-CCA1BBC7F501}" type="pres">
      <dgm:prSet presAssocID="{B3E61335-6830-4BCC-846B-6D1CE89C339C}" presName="hierChild4" presStyleCnt="0"/>
      <dgm:spPr/>
    </dgm:pt>
    <dgm:pt modelId="{559F65B8-C106-46ED-8386-014694C73EBD}" type="pres">
      <dgm:prSet presAssocID="{B3E61335-6830-4BCC-846B-6D1CE89C339C}" presName="hierChild5" presStyleCnt="0"/>
      <dgm:spPr/>
    </dgm:pt>
    <dgm:pt modelId="{95C0E193-AA50-4B7F-98F6-3FB4938CC1BD}" type="pres">
      <dgm:prSet presAssocID="{452C3B9B-33D2-4F0D-8037-2A2D2DBA27F3}" presName="Name28" presStyleLbl="parChTrans1D2" presStyleIdx="1" presStyleCnt="5"/>
      <dgm:spPr/>
    </dgm:pt>
    <dgm:pt modelId="{F3636291-FC3F-42F8-87C4-FC5D48EC0FF1}" type="pres">
      <dgm:prSet presAssocID="{6C9613E9-747E-4AB5-9DF1-C1AC4BB7D70C}" presName="hierRoot2" presStyleCnt="0">
        <dgm:presLayoutVars>
          <dgm:hierBranch val="init"/>
        </dgm:presLayoutVars>
      </dgm:prSet>
      <dgm:spPr/>
    </dgm:pt>
    <dgm:pt modelId="{844AFECA-DED8-4A65-855B-DC5C7F287F0F}" type="pres">
      <dgm:prSet presAssocID="{6C9613E9-747E-4AB5-9DF1-C1AC4BB7D70C}" presName="rootComposite2" presStyleCnt="0"/>
      <dgm:spPr/>
    </dgm:pt>
    <dgm:pt modelId="{32B247AA-E7C0-47F0-8165-393D2A5480D8}" type="pres">
      <dgm:prSet presAssocID="{6C9613E9-747E-4AB5-9DF1-C1AC4BB7D70C}" presName="rootText2" presStyleLbl="alignAcc1" presStyleIdx="0" presStyleCnt="0">
        <dgm:presLayoutVars>
          <dgm:chPref val="3"/>
        </dgm:presLayoutVars>
      </dgm:prSet>
      <dgm:spPr/>
    </dgm:pt>
    <dgm:pt modelId="{404FFCBA-A04A-42C6-9AC5-C829163E028D}" type="pres">
      <dgm:prSet presAssocID="{6C9613E9-747E-4AB5-9DF1-C1AC4BB7D70C}" presName="topArc2" presStyleLbl="parChTrans1D1" presStyleIdx="4" presStyleCnt="12"/>
      <dgm:spPr/>
    </dgm:pt>
    <dgm:pt modelId="{E266D795-549E-426B-9E52-AF066D79419F}" type="pres">
      <dgm:prSet presAssocID="{6C9613E9-747E-4AB5-9DF1-C1AC4BB7D70C}" presName="bottomArc2" presStyleLbl="parChTrans1D1" presStyleIdx="5" presStyleCnt="12"/>
      <dgm:spPr/>
    </dgm:pt>
    <dgm:pt modelId="{2194274F-02F3-4D86-8C43-3906D853D819}" type="pres">
      <dgm:prSet presAssocID="{6C9613E9-747E-4AB5-9DF1-C1AC4BB7D70C}" presName="topConnNode2" presStyleLbl="node2" presStyleIdx="0" presStyleCnt="0"/>
      <dgm:spPr/>
    </dgm:pt>
    <dgm:pt modelId="{3C1A5711-2645-4722-A7A7-4CEFBBFBFF56}" type="pres">
      <dgm:prSet presAssocID="{6C9613E9-747E-4AB5-9DF1-C1AC4BB7D70C}" presName="hierChild4" presStyleCnt="0"/>
      <dgm:spPr/>
    </dgm:pt>
    <dgm:pt modelId="{BE431AE2-F673-4726-961A-240CF646B192}" type="pres">
      <dgm:prSet presAssocID="{6C9613E9-747E-4AB5-9DF1-C1AC4BB7D70C}" presName="hierChild5" presStyleCnt="0"/>
      <dgm:spPr/>
    </dgm:pt>
    <dgm:pt modelId="{F2B6B462-5D82-4F05-8429-49A2A6415660}" type="pres">
      <dgm:prSet presAssocID="{B224E4FA-05F1-4787-845E-B4072F41B2AF}" presName="Name28" presStyleLbl="parChTrans1D2" presStyleIdx="2" presStyleCnt="5"/>
      <dgm:spPr/>
    </dgm:pt>
    <dgm:pt modelId="{D2C36ACC-E178-49BF-84E9-C4A313D901BE}" type="pres">
      <dgm:prSet presAssocID="{18088AEB-6653-406D-BD6A-7051D632B33E}" presName="hierRoot2" presStyleCnt="0">
        <dgm:presLayoutVars>
          <dgm:hierBranch val="init"/>
        </dgm:presLayoutVars>
      </dgm:prSet>
      <dgm:spPr/>
    </dgm:pt>
    <dgm:pt modelId="{312CE47F-5E4F-4215-A49A-E9F4AAB03442}" type="pres">
      <dgm:prSet presAssocID="{18088AEB-6653-406D-BD6A-7051D632B33E}" presName="rootComposite2" presStyleCnt="0"/>
      <dgm:spPr/>
    </dgm:pt>
    <dgm:pt modelId="{70769567-EA15-481B-AF46-F4DE8AAFFF3A}" type="pres">
      <dgm:prSet presAssocID="{18088AEB-6653-406D-BD6A-7051D632B33E}" presName="rootText2" presStyleLbl="alignAcc1" presStyleIdx="0" presStyleCnt="0">
        <dgm:presLayoutVars>
          <dgm:chPref val="3"/>
        </dgm:presLayoutVars>
      </dgm:prSet>
      <dgm:spPr/>
    </dgm:pt>
    <dgm:pt modelId="{CCE5EB95-700F-4AA5-9412-108E3A40BE39}" type="pres">
      <dgm:prSet presAssocID="{18088AEB-6653-406D-BD6A-7051D632B33E}" presName="topArc2" presStyleLbl="parChTrans1D1" presStyleIdx="6" presStyleCnt="12"/>
      <dgm:spPr>
        <a:ln>
          <a:solidFill>
            <a:srgbClr val="0070C0"/>
          </a:solidFill>
        </a:ln>
      </dgm:spPr>
    </dgm:pt>
    <dgm:pt modelId="{5F756206-1D30-49D8-9617-9C0513022DDD}" type="pres">
      <dgm:prSet presAssocID="{18088AEB-6653-406D-BD6A-7051D632B33E}" presName="bottomArc2" presStyleLbl="parChTrans1D1" presStyleIdx="7" presStyleCnt="12"/>
      <dgm:spPr>
        <a:ln>
          <a:solidFill>
            <a:srgbClr val="0070C0"/>
          </a:solidFill>
        </a:ln>
      </dgm:spPr>
    </dgm:pt>
    <dgm:pt modelId="{668DC85D-56EB-4575-AD0C-AD7DABDDB712}" type="pres">
      <dgm:prSet presAssocID="{18088AEB-6653-406D-BD6A-7051D632B33E}" presName="topConnNode2" presStyleLbl="node2" presStyleIdx="0" presStyleCnt="0"/>
      <dgm:spPr/>
    </dgm:pt>
    <dgm:pt modelId="{B4CD4A4A-E78D-45E7-B213-B43A513E03A0}" type="pres">
      <dgm:prSet presAssocID="{18088AEB-6653-406D-BD6A-7051D632B33E}" presName="hierChild4" presStyleCnt="0"/>
      <dgm:spPr/>
    </dgm:pt>
    <dgm:pt modelId="{F5DE3968-E6F4-4BC6-81A1-F00A35E23D92}" type="pres">
      <dgm:prSet presAssocID="{18088AEB-6653-406D-BD6A-7051D632B33E}" presName="hierChild5" presStyleCnt="0"/>
      <dgm:spPr/>
    </dgm:pt>
    <dgm:pt modelId="{5DED963F-72DE-4E34-BD50-3F0EB55228B4}" type="pres">
      <dgm:prSet presAssocID="{7BF08328-4AEE-427B-A198-397669B0605F}" presName="hierChild3" presStyleCnt="0"/>
      <dgm:spPr/>
    </dgm:pt>
    <dgm:pt modelId="{7BC50992-AD64-49D2-8091-6BE14E77EBA9}" type="pres">
      <dgm:prSet presAssocID="{B06A9E56-C1AB-4D97-A88A-574F406CC1CD}" presName="Name101" presStyleLbl="parChTrans1D2" presStyleIdx="3" presStyleCnt="5"/>
      <dgm:spPr/>
    </dgm:pt>
    <dgm:pt modelId="{F9CAA0C3-A333-45E3-A42E-01C3EDAF12C6}" type="pres">
      <dgm:prSet presAssocID="{C80308A4-417B-4CC8-B02E-2A3DDD5AA8EC}" presName="hierRoot3" presStyleCnt="0">
        <dgm:presLayoutVars>
          <dgm:hierBranch val="init"/>
        </dgm:presLayoutVars>
      </dgm:prSet>
      <dgm:spPr/>
    </dgm:pt>
    <dgm:pt modelId="{D4488E5F-A030-487B-8A82-A78E8F4CE021}" type="pres">
      <dgm:prSet presAssocID="{C80308A4-417B-4CC8-B02E-2A3DDD5AA8EC}" presName="rootComposite3" presStyleCnt="0"/>
      <dgm:spPr/>
    </dgm:pt>
    <dgm:pt modelId="{52F16349-3543-4BAB-8829-82E6C3768092}" type="pres">
      <dgm:prSet presAssocID="{C80308A4-417B-4CC8-B02E-2A3DDD5AA8EC}" presName="rootText3" presStyleLbl="alignAcc1" presStyleIdx="0" presStyleCnt="0">
        <dgm:presLayoutVars>
          <dgm:chPref val="3"/>
        </dgm:presLayoutVars>
      </dgm:prSet>
      <dgm:spPr/>
    </dgm:pt>
    <dgm:pt modelId="{D24AC5BF-364C-4BFA-BB32-D7F4CB325E6C}" type="pres">
      <dgm:prSet presAssocID="{C80308A4-417B-4CC8-B02E-2A3DDD5AA8EC}" presName="topArc3" presStyleLbl="parChTrans1D1" presStyleIdx="8" presStyleCnt="12"/>
      <dgm:spPr>
        <a:ln>
          <a:solidFill>
            <a:srgbClr val="0070C0"/>
          </a:solidFill>
        </a:ln>
      </dgm:spPr>
    </dgm:pt>
    <dgm:pt modelId="{E75AC8F2-3C2A-41AD-BA38-4375028D472C}" type="pres">
      <dgm:prSet presAssocID="{C80308A4-417B-4CC8-B02E-2A3DDD5AA8EC}" presName="bottomArc3" presStyleLbl="parChTrans1D1" presStyleIdx="9" presStyleCnt="12"/>
      <dgm:spPr>
        <a:ln>
          <a:solidFill>
            <a:srgbClr val="0070C0"/>
          </a:solidFill>
        </a:ln>
      </dgm:spPr>
    </dgm:pt>
    <dgm:pt modelId="{D3813D50-41F8-45C8-850B-1B6304372147}" type="pres">
      <dgm:prSet presAssocID="{C80308A4-417B-4CC8-B02E-2A3DDD5AA8EC}" presName="topConnNode3" presStyleLbl="asst1" presStyleIdx="0" presStyleCnt="0"/>
      <dgm:spPr/>
    </dgm:pt>
    <dgm:pt modelId="{F4079C8D-2737-472F-B620-D7C3775B55C8}" type="pres">
      <dgm:prSet presAssocID="{C80308A4-417B-4CC8-B02E-2A3DDD5AA8EC}" presName="hierChild6" presStyleCnt="0"/>
      <dgm:spPr/>
    </dgm:pt>
    <dgm:pt modelId="{2FC82667-6D83-4E1E-89C7-409EC79E5CED}" type="pres">
      <dgm:prSet presAssocID="{C80308A4-417B-4CC8-B02E-2A3DDD5AA8EC}" presName="hierChild7" presStyleCnt="0"/>
      <dgm:spPr/>
    </dgm:pt>
    <dgm:pt modelId="{B32EBD1C-8FA2-4AF0-A654-30768BC666FD}" type="pres">
      <dgm:prSet presAssocID="{852B2F16-0C7F-46A0-84FD-3B01C4906394}" presName="Name101" presStyleLbl="parChTrans1D2" presStyleIdx="4" presStyleCnt="5"/>
      <dgm:spPr/>
    </dgm:pt>
    <dgm:pt modelId="{5380C55C-CBFA-42E1-BA23-A5E3BFC295B3}" type="pres">
      <dgm:prSet presAssocID="{1CDE9068-B616-4340-A9A8-B3137D3E7A5C}" presName="hierRoot3" presStyleCnt="0">
        <dgm:presLayoutVars>
          <dgm:hierBranch val="init"/>
        </dgm:presLayoutVars>
      </dgm:prSet>
      <dgm:spPr/>
    </dgm:pt>
    <dgm:pt modelId="{32A26223-A623-46B3-B7D4-A9F80AF20340}" type="pres">
      <dgm:prSet presAssocID="{1CDE9068-B616-4340-A9A8-B3137D3E7A5C}" presName="rootComposite3" presStyleCnt="0"/>
      <dgm:spPr/>
    </dgm:pt>
    <dgm:pt modelId="{A76E1BE0-EDCB-4117-B35A-AC608D1AF34B}" type="pres">
      <dgm:prSet presAssocID="{1CDE9068-B616-4340-A9A8-B3137D3E7A5C}" presName="rootText3" presStyleLbl="alignAcc1" presStyleIdx="0" presStyleCnt="0">
        <dgm:presLayoutVars>
          <dgm:chPref val="3"/>
        </dgm:presLayoutVars>
      </dgm:prSet>
      <dgm:spPr/>
    </dgm:pt>
    <dgm:pt modelId="{3A9F63A1-2095-4E58-B294-B812656BDFF5}" type="pres">
      <dgm:prSet presAssocID="{1CDE9068-B616-4340-A9A8-B3137D3E7A5C}" presName="topArc3" presStyleLbl="parChTrans1D1" presStyleIdx="10" presStyleCnt="12"/>
      <dgm:spPr>
        <a:ln>
          <a:solidFill>
            <a:srgbClr val="C00000"/>
          </a:solidFill>
        </a:ln>
      </dgm:spPr>
    </dgm:pt>
    <dgm:pt modelId="{04F833F7-E796-4403-9611-9E0BF507DE09}" type="pres">
      <dgm:prSet presAssocID="{1CDE9068-B616-4340-A9A8-B3137D3E7A5C}" presName="bottomArc3" presStyleLbl="parChTrans1D1" presStyleIdx="11" presStyleCnt="12"/>
      <dgm:spPr>
        <a:ln>
          <a:solidFill>
            <a:schemeClr val="accent2"/>
          </a:solidFill>
        </a:ln>
      </dgm:spPr>
    </dgm:pt>
    <dgm:pt modelId="{B9E307E5-038B-408A-B1DC-7E08B61E71C6}" type="pres">
      <dgm:prSet presAssocID="{1CDE9068-B616-4340-A9A8-B3137D3E7A5C}" presName="topConnNode3" presStyleLbl="asst1" presStyleIdx="0" presStyleCnt="0"/>
      <dgm:spPr/>
    </dgm:pt>
    <dgm:pt modelId="{9EA968DC-4A8A-455D-A1CD-68573092998A}" type="pres">
      <dgm:prSet presAssocID="{1CDE9068-B616-4340-A9A8-B3137D3E7A5C}" presName="hierChild6" presStyleCnt="0"/>
      <dgm:spPr/>
    </dgm:pt>
    <dgm:pt modelId="{E2BC54E0-8744-445E-A8F7-13B0696656FD}" type="pres">
      <dgm:prSet presAssocID="{1CDE9068-B616-4340-A9A8-B3137D3E7A5C}" presName="hierChild7" presStyleCnt="0"/>
      <dgm:spPr/>
    </dgm:pt>
  </dgm:ptLst>
  <dgm:cxnLst>
    <dgm:cxn modelId="{4B1D00DF-0971-4924-8D12-7F75398F75F0}" type="presOf" srcId="{18088AEB-6653-406D-BD6A-7051D632B33E}" destId="{668DC85D-56EB-4575-AD0C-AD7DABDDB712}" srcOrd="1" destOrd="0" presId="urn:microsoft.com/office/officeart/2008/layout/HalfCircleOrganizationChart"/>
    <dgm:cxn modelId="{EDFF5AF8-5991-46C3-9939-6FBF8E96785E}" srcId="{7BF08328-4AEE-427B-A198-397669B0605F}" destId="{B3E61335-6830-4BCC-846B-6D1CE89C339C}" srcOrd="2" destOrd="0" parTransId="{0D4466BB-8FF6-441F-9FC0-4F5A6C2C549B}" sibTransId="{B41550E3-9BCB-4579-95AB-381BCF6EF4A2}"/>
    <dgm:cxn modelId="{11B03E13-D9AB-41AD-8610-D6B2C969BECA}" type="presOf" srcId="{B3E61335-6830-4BCC-846B-6D1CE89C339C}" destId="{BB18F6D0-F976-40AD-881E-50CDC5FD353B}" srcOrd="0" destOrd="0" presId="urn:microsoft.com/office/officeart/2008/layout/HalfCircleOrganizationChart"/>
    <dgm:cxn modelId="{85188677-A810-41EC-91F5-59EAC1BEEA35}" srcId="{7BF08328-4AEE-427B-A198-397669B0605F}" destId="{6C9613E9-747E-4AB5-9DF1-C1AC4BB7D70C}" srcOrd="3" destOrd="0" parTransId="{452C3B9B-33D2-4F0D-8037-2A2D2DBA27F3}" sibTransId="{7905FB43-AABE-40CA-9544-119CF8440C0A}"/>
    <dgm:cxn modelId="{76F2C61D-BFA2-4540-AB8D-2C532429D78F}" srcId="{7BF08328-4AEE-427B-A198-397669B0605F}" destId="{C80308A4-417B-4CC8-B02E-2A3DDD5AA8EC}" srcOrd="0" destOrd="0" parTransId="{B06A9E56-C1AB-4D97-A88A-574F406CC1CD}" sibTransId="{F15DEF33-B72B-4418-8927-CF5016BE17B8}"/>
    <dgm:cxn modelId="{FCFDC9B9-8BD3-4B09-8F78-D9EFB20EC60A}" type="presOf" srcId="{C80308A4-417B-4CC8-B02E-2A3DDD5AA8EC}" destId="{D3813D50-41F8-45C8-850B-1B6304372147}" srcOrd="1" destOrd="0" presId="urn:microsoft.com/office/officeart/2008/layout/HalfCircleOrganizationChart"/>
    <dgm:cxn modelId="{CCB30BDD-8E43-4B71-AC0A-6ACCBE758465}" type="presOf" srcId="{B224E4FA-05F1-4787-845E-B4072F41B2AF}" destId="{F2B6B462-5D82-4F05-8429-49A2A6415660}" srcOrd="0" destOrd="0" presId="urn:microsoft.com/office/officeart/2008/layout/HalfCircleOrganizationChart"/>
    <dgm:cxn modelId="{64C0545D-EB57-4252-9B3B-EA034D786FDA}" type="presOf" srcId="{0D4466BB-8FF6-441F-9FC0-4F5A6C2C549B}" destId="{21E2A4D5-07E5-49C2-A7D7-D42A1A2FD452}" srcOrd="0" destOrd="0" presId="urn:microsoft.com/office/officeart/2008/layout/HalfCircleOrganizationChart"/>
    <dgm:cxn modelId="{ABEA6899-6E7A-44FF-993E-7AF51616824C}" srcId="{7BF08328-4AEE-427B-A198-397669B0605F}" destId="{18088AEB-6653-406D-BD6A-7051D632B33E}" srcOrd="4" destOrd="0" parTransId="{B224E4FA-05F1-4787-845E-B4072F41B2AF}" sibTransId="{936E3480-77F2-457C-BDEA-DFA3B2A82689}"/>
    <dgm:cxn modelId="{8A426EF6-19B6-4B70-BFD5-2111EEC759ED}" srcId="{06032F14-7204-4E6E-B403-FC9356EA09B4}" destId="{7BF08328-4AEE-427B-A198-397669B0605F}" srcOrd="0" destOrd="0" parTransId="{A270643B-7BFC-41AE-9827-339A6747989D}" sibTransId="{C0923C7F-CFCE-4AD0-867E-B287948566C3}"/>
    <dgm:cxn modelId="{68D50004-2473-4A5C-B3C4-F27F0EE8EB56}" type="presOf" srcId="{06032F14-7204-4E6E-B403-FC9356EA09B4}" destId="{FC2DADDC-112C-421F-BCDD-6C896AAF5D8B}" srcOrd="0" destOrd="0" presId="urn:microsoft.com/office/officeart/2008/layout/HalfCircleOrganizationChart"/>
    <dgm:cxn modelId="{7353882B-50BC-494E-9725-F739A92C9470}" type="presOf" srcId="{1CDE9068-B616-4340-A9A8-B3137D3E7A5C}" destId="{A76E1BE0-EDCB-4117-B35A-AC608D1AF34B}" srcOrd="0" destOrd="0" presId="urn:microsoft.com/office/officeart/2008/layout/HalfCircleOrganizationChart"/>
    <dgm:cxn modelId="{37C76B0F-221D-4397-9D00-2AF380EECC61}" type="presOf" srcId="{852B2F16-0C7F-46A0-84FD-3B01C4906394}" destId="{B32EBD1C-8FA2-4AF0-A654-30768BC666FD}" srcOrd="0" destOrd="0" presId="urn:microsoft.com/office/officeart/2008/layout/HalfCircleOrganizationChart"/>
    <dgm:cxn modelId="{DC7397C7-A274-4764-AB7A-7CE77E12F8EC}" type="presOf" srcId="{7BF08328-4AEE-427B-A198-397669B0605F}" destId="{CA83CB3E-0087-4B22-A2BF-500EE4F79EFD}" srcOrd="0" destOrd="0" presId="urn:microsoft.com/office/officeart/2008/layout/HalfCircleOrganizationChart"/>
    <dgm:cxn modelId="{075ED8E6-F342-476B-8855-176C0E3BEB5D}" type="presOf" srcId="{6C9613E9-747E-4AB5-9DF1-C1AC4BB7D70C}" destId="{2194274F-02F3-4D86-8C43-3906D853D819}" srcOrd="1" destOrd="0" presId="urn:microsoft.com/office/officeart/2008/layout/HalfCircleOrganizationChart"/>
    <dgm:cxn modelId="{FA769ACC-B1D0-4662-A8E4-2AE3BEB78CD6}" type="presOf" srcId="{18088AEB-6653-406D-BD6A-7051D632B33E}" destId="{70769567-EA15-481B-AF46-F4DE8AAFFF3A}" srcOrd="0" destOrd="0" presId="urn:microsoft.com/office/officeart/2008/layout/HalfCircleOrganizationChart"/>
    <dgm:cxn modelId="{FA392755-F84E-4EF0-9318-65CE24316264}" type="presOf" srcId="{6C9613E9-747E-4AB5-9DF1-C1AC4BB7D70C}" destId="{32B247AA-E7C0-47F0-8165-393D2A5480D8}" srcOrd="0" destOrd="0" presId="urn:microsoft.com/office/officeart/2008/layout/HalfCircleOrganizationChart"/>
    <dgm:cxn modelId="{9C6E17D3-C166-46C1-B771-6AA04240577B}" type="presOf" srcId="{1CDE9068-B616-4340-A9A8-B3137D3E7A5C}" destId="{B9E307E5-038B-408A-B1DC-7E08B61E71C6}" srcOrd="1" destOrd="0" presId="urn:microsoft.com/office/officeart/2008/layout/HalfCircleOrganizationChart"/>
    <dgm:cxn modelId="{C3EC4CD8-7D79-478F-A965-C9BFEB49A2DE}" type="presOf" srcId="{7BF08328-4AEE-427B-A198-397669B0605F}" destId="{942639C5-63D8-4363-B553-0B431276E011}" srcOrd="1" destOrd="0" presId="urn:microsoft.com/office/officeart/2008/layout/HalfCircleOrganizationChart"/>
    <dgm:cxn modelId="{54C60865-52F4-4B87-AF08-6EA9AF629BD1}" srcId="{7BF08328-4AEE-427B-A198-397669B0605F}" destId="{1CDE9068-B616-4340-A9A8-B3137D3E7A5C}" srcOrd="1" destOrd="0" parTransId="{852B2F16-0C7F-46A0-84FD-3B01C4906394}" sibTransId="{31378578-1E2A-440F-9933-4D0D87F98FA9}"/>
    <dgm:cxn modelId="{8B9B3F47-BD2F-48BC-9763-3DD1072B1CAB}" type="presOf" srcId="{B3E61335-6830-4BCC-846B-6D1CE89C339C}" destId="{B51EC769-24D4-4B1A-A4B4-3EA00ACF135A}" srcOrd="1" destOrd="0" presId="urn:microsoft.com/office/officeart/2008/layout/HalfCircleOrganizationChart"/>
    <dgm:cxn modelId="{099213C0-E299-4658-8D3E-D58A1411874F}" type="presOf" srcId="{C80308A4-417B-4CC8-B02E-2A3DDD5AA8EC}" destId="{52F16349-3543-4BAB-8829-82E6C3768092}" srcOrd="0" destOrd="0" presId="urn:microsoft.com/office/officeart/2008/layout/HalfCircleOrganizationChart"/>
    <dgm:cxn modelId="{3D4A4343-5854-45F5-A678-3DC494F38156}" type="presOf" srcId="{452C3B9B-33D2-4F0D-8037-2A2D2DBA27F3}" destId="{95C0E193-AA50-4B7F-98F6-3FB4938CC1BD}" srcOrd="0" destOrd="0" presId="urn:microsoft.com/office/officeart/2008/layout/HalfCircleOrganizationChart"/>
    <dgm:cxn modelId="{B3E2AF5C-E160-4936-B4F3-8F7FE496ABB8}" type="presOf" srcId="{B06A9E56-C1AB-4D97-A88A-574F406CC1CD}" destId="{7BC50992-AD64-49D2-8091-6BE14E77EBA9}" srcOrd="0" destOrd="0" presId="urn:microsoft.com/office/officeart/2008/layout/HalfCircleOrganizationChart"/>
    <dgm:cxn modelId="{02316B08-5AB5-4C39-A88C-C9A72B2F621A}" type="presParOf" srcId="{FC2DADDC-112C-421F-BCDD-6C896AAF5D8B}" destId="{45B40A4D-6FBF-48DA-B22C-7F1C2D980910}" srcOrd="0" destOrd="0" presId="urn:microsoft.com/office/officeart/2008/layout/HalfCircleOrganizationChart"/>
    <dgm:cxn modelId="{9E5EBE5E-2F91-4D29-AF43-CBB6044F8201}" type="presParOf" srcId="{45B40A4D-6FBF-48DA-B22C-7F1C2D980910}" destId="{64A98035-E62B-4DC0-B11E-77568F264B78}" srcOrd="0" destOrd="0" presId="urn:microsoft.com/office/officeart/2008/layout/HalfCircleOrganizationChart"/>
    <dgm:cxn modelId="{68A09AF5-D8DF-4CFF-B6C7-336A18555BFD}" type="presParOf" srcId="{64A98035-E62B-4DC0-B11E-77568F264B78}" destId="{CA83CB3E-0087-4B22-A2BF-500EE4F79EFD}" srcOrd="0" destOrd="0" presId="urn:microsoft.com/office/officeart/2008/layout/HalfCircleOrganizationChart"/>
    <dgm:cxn modelId="{ED0120BC-F7E8-42A2-9867-E85217F8B16B}" type="presParOf" srcId="{64A98035-E62B-4DC0-B11E-77568F264B78}" destId="{E0F3BEAE-58FB-494E-AA32-F4D6080EF2C7}" srcOrd="1" destOrd="0" presId="urn:microsoft.com/office/officeart/2008/layout/HalfCircleOrganizationChart"/>
    <dgm:cxn modelId="{49B882F6-2E96-4165-9BA7-719F46ABD8C9}" type="presParOf" srcId="{64A98035-E62B-4DC0-B11E-77568F264B78}" destId="{0306F5F8-4AF6-4B35-9E08-3A85628F2F14}" srcOrd="2" destOrd="0" presId="urn:microsoft.com/office/officeart/2008/layout/HalfCircleOrganizationChart"/>
    <dgm:cxn modelId="{2507089D-AB5B-4366-96D6-30B82BDFF980}" type="presParOf" srcId="{64A98035-E62B-4DC0-B11E-77568F264B78}" destId="{942639C5-63D8-4363-B553-0B431276E011}" srcOrd="3" destOrd="0" presId="urn:microsoft.com/office/officeart/2008/layout/HalfCircleOrganizationChart"/>
    <dgm:cxn modelId="{51376328-1172-44D1-8764-F6C66B8830CC}" type="presParOf" srcId="{45B40A4D-6FBF-48DA-B22C-7F1C2D980910}" destId="{EB2018C7-5454-4382-945F-FF8121FD3AC6}" srcOrd="1" destOrd="0" presId="urn:microsoft.com/office/officeart/2008/layout/HalfCircleOrganizationChart"/>
    <dgm:cxn modelId="{93045BFF-A589-44C0-849E-4CD814470823}" type="presParOf" srcId="{EB2018C7-5454-4382-945F-FF8121FD3AC6}" destId="{21E2A4D5-07E5-49C2-A7D7-D42A1A2FD452}" srcOrd="0" destOrd="0" presId="urn:microsoft.com/office/officeart/2008/layout/HalfCircleOrganizationChart"/>
    <dgm:cxn modelId="{F8AFCBCE-2748-428C-9FCC-A4C16125DA00}" type="presParOf" srcId="{EB2018C7-5454-4382-945F-FF8121FD3AC6}" destId="{470DB233-5B24-4D82-A5F4-28C14D032F90}" srcOrd="1" destOrd="0" presId="urn:microsoft.com/office/officeart/2008/layout/HalfCircleOrganizationChart"/>
    <dgm:cxn modelId="{2870BB06-313A-4663-9FCE-B99FC69DA216}" type="presParOf" srcId="{470DB233-5B24-4D82-A5F4-28C14D032F90}" destId="{9F339970-140F-4CDC-BDB9-7D90D5FFE6EC}" srcOrd="0" destOrd="0" presId="urn:microsoft.com/office/officeart/2008/layout/HalfCircleOrganizationChart"/>
    <dgm:cxn modelId="{7D2D2BB8-BF3F-40D8-B4EC-5E3E272F7827}" type="presParOf" srcId="{9F339970-140F-4CDC-BDB9-7D90D5FFE6EC}" destId="{BB18F6D0-F976-40AD-881E-50CDC5FD353B}" srcOrd="0" destOrd="0" presId="urn:microsoft.com/office/officeart/2008/layout/HalfCircleOrganizationChart"/>
    <dgm:cxn modelId="{C32BD74F-3F3D-474C-9601-280E12F07DFA}" type="presParOf" srcId="{9F339970-140F-4CDC-BDB9-7D90D5FFE6EC}" destId="{E48C7F48-506B-4D37-B423-6596D75B3FFD}" srcOrd="1" destOrd="0" presId="urn:microsoft.com/office/officeart/2008/layout/HalfCircleOrganizationChart"/>
    <dgm:cxn modelId="{0D3888D7-3279-4090-B120-8A2FD543189C}" type="presParOf" srcId="{9F339970-140F-4CDC-BDB9-7D90D5FFE6EC}" destId="{6E934EF0-034C-4B01-BA74-7B5A14B750CF}" srcOrd="2" destOrd="0" presId="urn:microsoft.com/office/officeart/2008/layout/HalfCircleOrganizationChart"/>
    <dgm:cxn modelId="{C835F89C-F752-4E1C-8066-716EDB1320CC}" type="presParOf" srcId="{9F339970-140F-4CDC-BDB9-7D90D5FFE6EC}" destId="{B51EC769-24D4-4B1A-A4B4-3EA00ACF135A}" srcOrd="3" destOrd="0" presId="urn:microsoft.com/office/officeart/2008/layout/HalfCircleOrganizationChart"/>
    <dgm:cxn modelId="{76ECA9F1-B7C3-42A7-9766-7143922CC5B3}" type="presParOf" srcId="{470DB233-5B24-4D82-A5F4-28C14D032F90}" destId="{A52A98A0-FB8E-4F81-AB61-CCA1BBC7F501}" srcOrd="1" destOrd="0" presId="urn:microsoft.com/office/officeart/2008/layout/HalfCircleOrganizationChart"/>
    <dgm:cxn modelId="{B981CC32-C671-4A1B-8B0D-EE2878E8D83A}" type="presParOf" srcId="{470DB233-5B24-4D82-A5F4-28C14D032F90}" destId="{559F65B8-C106-46ED-8386-014694C73EBD}" srcOrd="2" destOrd="0" presId="urn:microsoft.com/office/officeart/2008/layout/HalfCircleOrganizationChart"/>
    <dgm:cxn modelId="{47FC29B2-49E9-46A7-9F50-9AE7709AA493}" type="presParOf" srcId="{EB2018C7-5454-4382-945F-FF8121FD3AC6}" destId="{95C0E193-AA50-4B7F-98F6-3FB4938CC1BD}" srcOrd="2" destOrd="0" presId="urn:microsoft.com/office/officeart/2008/layout/HalfCircleOrganizationChart"/>
    <dgm:cxn modelId="{FD6511D9-E621-4A6C-B72C-52034C9FC58C}" type="presParOf" srcId="{EB2018C7-5454-4382-945F-FF8121FD3AC6}" destId="{F3636291-FC3F-42F8-87C4-FC5D48EC0FF1}" srcOrd="3" destOrd="0" presId="urn:microsoft.com/office/officeart/2008/layout/HalfCircleOrganizationChart"/>
    <dgm:cxn modelId="{EA665F75-7E43-4A5F-B497-38AE6AD78A52}" type="presParOf" srcId="{F3636291-FC3F-42F8-87C4-FC5D48EC0FF1}" destId="{844AFECA-DED8-4A65-855B-DC5C7F287F0F}" srcOrd="0" destOrd="0" presId="urn:microsoft.com/office/officeart/2008/layout/HalfCircleOrganizationChart"/>
    <dgm:cxn modelId="{E6130DCA-19BE-4453-A6C9-B7F2FA01758B}" type="presParOf" srcId="{844AFECA-DED8-4A65-855B-DC5C7F287F0F}" destId="{32B247AA-E7C0-47F0-8165-393D2A5480D8}" srcOrd="0" destOrd="0" presId="urn:microsoft.com/office/officeart/2008/layout/HalfCircleOrganizationChart"/>
    <dgm:cxn modelId="{81FF58CC-357A-4821-B649-0F345564121F}" type="presParOf" srcId="{844AFECA-DED8-4A65-855B-DC5C7F287F0F}" destId="{404FFCBA-A04A-42C6-9AC5-C829163E028D}" srcOrd="1" destOrd="0" presId="urn:microsoft.com/office/officeart/2008/layout/HalfCircleOrganizationChart"/>
    <dgm:cxn modelId="{CC6B703F-903B-478E-A534-0F5D5D4AEA92}" type="presParOf" srcId="{844AFECA-DED8-4A65-855B-DC5C7F287F0F}" destId="{E266D795-549E-426B-9E52-AF066D79419F}" srcOrd="2" destOrd="0" presId="urn:microsoft.com/office/officeart/2008/layout/HalfCircleOrganizationChart"/>
    <dgm:cxn modelId="{B87CDFF1-D253-481F-8615-84E357682F8E}" type="presParOf" srcId="{844AFECA-DED8-4A65-855B-DC5C7F287F0F}" destId="{2194274F-02F3-4D86-8C43-3906D853D819}" srcOrd="3" destOrd="0" presId="urn:microsoft.com/office/officeart/2008/layout/HalfCircleOrganizationChart"/>
    <dgm:cxn modelId="{7F9F9457-0CC1-43BD-878E-7FFDDA6BCB43}" type="presParOf" srcId="{F3636291-FC3F-42F8-87C4-FC5D48EC0FF1}" destId="{3C1A5711-2645-4722-A7A7-4CEFBBFBFF56}" srcOrd="1" destOrd="0" presId="urn:microsoft.com/office/officeart/2008/layout/HalfCircleOrganizationChart"/>
    <dgm:cxn modelId="{6820AFC8-A562-4B32-9362-3F05CC7AD4B4}" type="presParOf" srcId="{F3636291-FC3F-42F8-87C4-FC5D48EC0FF1}" destId="{BE431AE2-F673-4726-961A-240CF646B192}" srcOrd="2" destOrd="0" presId="urn:microsoft.com/office/officeart/2008/layout/HalfCircleOrganizationChart"/>
    <dgm:cxn modelId="{71258681-A701-41EB-BEB6-8ADCD8EBBB1B}" type="presParOf" srcId="{EB2018C7-5454-4382-945F-FF8121FD3AC6}" destId="{F2B6B462-5D82-4F05-8429-49A2A6415660}" srcOrd="4" destOrd="0" presId="urn:microsoft.com/office/officeart/2008/layout/HalfCircleOrganizationChart"/>
    <dgm:cxn modelId="{F8D33515-1647-403F-B588-90A0A269BA98}" type="presParOf" srcId="{EB2018C7-5454-4382-945F-FF8121FD3AC6}" destId="{D2C36ACC-E178-49BF-84E9-C4A313D901BE}" srcOrd="5" destOrd="0" presId="urn:microsoft.com/office/officeart/2008/layout/HalfCircleOrganizationChart"/>
    <dgm:cxn modelId="{DDCA9D93-0F11-44D3-8CC5-122E1F892A03}" type="presParOf" srcId="{D2C36ACC-E178-49BF-84E9-C4A313D901BE}" destId="{312CE47F-5E4F-4215-A49A-E9F4AAB03442}" srcOrd="0" destOrd="0" presId="urn:microsoft.com/office/officeart/2008/layout/HalfCircleOrganizationChart"/>
    <dgm:cxn modelId="{64DDC06C-4E69-47E8-9E2E-B5AE81001A0A}" type="presParOf" srcId="{312CE47F-5E4F-4215-A49A-E9F4AAB03442}" destId="{70769567-EA15-481B-AF46-F4DE8AAFFF3A}" srcOrd="0" destOrd="0" presId="urn:microsoft.com/office/officeart/2008/layout/HalfCircleOrganizationChart"/>
    <dgm:cxn modelId="{05C3DF67-08CE-4455-88E8-3EC739BFDF32}" type="presParOf" srcId="{312CE47F-5E4F-4215-A49A-E9F4AAB03442}" destId="{CCE5EB95-700F-4AA5-9412-108E3A40BE39}" srcOrd="1" destOrd="0" presId="urn:microsoft.com/office/officeart/2008/layout/HalfCircleOrganizationChart"/>
    <dgm:cxn modelId="{A905546C-E680-472A-8AC4-4E61C79E7A0B}" type="presParOf" srcId="{312CE47F-5E4F-4215-A49A-E9F4AAB03442}" destId="{5F756206-1D30-49D8-9617-9C0513022DDD}" srcOrd="2" destOrd="0" presId="urn:microsoft.com/office/officeart/2008/layout/HalfCircleOrganizationChart"/>
    <dgm:cxn modelId="{02D0DD3A-1A3B-44AA-A51C-BEF1F45CA311}" type="presParOf" srcId="{312CE47F-5E4F-4215-A49A-E9F4AAB03442}" destId="{668DC85D-56EB-4575-AD0C-AD7DABDDB712}" srcOrd="3" destOrd="0" presId="urn:microsoft.com/office/officeart/2008/layout/HalfCircleOrganizationChart"/>
    <dgm:cxn modelId="{95AE01EE-2A12-48FE-8091-0371801C5417}" type="presParOf" srcId="{D2C36ACC-E178-49BF-84E9-C4A313D901BE}" destId="{B4CD4A4A-E78D-45E7-B213-B43A513E03A0}" srcOrd="1" destOrd="0" presId="urn:microsoft.com/office/officeart/2008/layout/HalfCircleOrganizationChart"/>
    <dgm:cxn modelId="{13A95CEE-B5DF-4196-A7AD-CE10ED920158}" type="presParOf" srcId="{D2C36ACC-E178-49BF-84E9-C4A313D901BE}" destId="{F5DE3968-E6F4-4BC6-81A1-F00A35E23D92}" srcOrd="2" destOrd="0" presId="urn:microsoft.com/office/officeart/2008/layout/HalfCircleOrganizationChart"/>
    <dgm:cxn modelId="{1E215A94-45D7-4768-81D2-64287845FE4B}" type="presParOf" srcId="{45B40A4D-6FBF-48DA-B22C-7F1C2D980910}" destId="{5DED963F-72DE-4E34-BD50-3F0EB55228B4}" srcOrd="2" destOrd="0" presId="urn:microsoft.com/office/officeart/2008/layout/HalfCircleOrganizationChart"/>
    <dgm:cxn modelId="{42F5CE36-C082-48F6-858B-C4E5C6AD6FDF}" type="presParOf" srcId="{5DED963F-72DE-4E34-BD50-3F0EB55228B4}" destId="{7BC50992-AD64-49D2-8091-6BE14E77EBA9}" srcOrd="0" destOrd="0" presId="urn:microsoft.com/office/officeart/2008/layout/HalfCircleOrganizationChart"/>
    <dgm:cxn modelId="{CEDF0100-4105-48D6-AB64-91A2B4564B9A}" type="presParOf" srcId="{5DED963F-72DE-4E34-BD50-3F0EB55228B4}" destId="{F9CAA0C3-A333-45E3-A42E-01C3EDAF12C6}" srcOrd="1" destOrd="0" presId="urn:microsoft.com/office/officeart/2008/layout/HalfCircleOrganizationChart"/>
    <dgm:cxn modelId="{3FCE7C72-C0B1-48D4-9129-1BC3A2387B60}" type="presParOf" srcId="{F9CAA0C3-A333-45E3-A42E-01C3EDAF12C6}" destId="{D4488E5F-A030-487B-8A82-A78E8F4CE021}" srcOrd="0" destOrd="0" presId="urn:microsoft.com/office/officeart/2008/layout/HalfCircleOrganizationChart"/>
    <dgm:cxn modelId="{C26A020B-0D22-4D1C-A706-6044909CB7F3}" type="presParOf" srcId="{D4488E5F-A030-487B-8A82-A78E8F4CE021}" destId="{52F16349-3543-4BAB-8829-82E6C3768092}" srcOrd="0" destOrd="0" presId="urn:microsoft.com/office/officeart/2008/layout/HalfCircleOrganizationChart"/>
    <dgm:cxn modelId="{DD90511F-B4C9-4AEA-8C50-A434707F0677}" type="presParOf" srcId="{D4488E5F-A030-487B-8A82-A78E8F4CE021}" destId="{D24AC5BF-364C-4BFA-BB32-D7F4CB325E6C}" srcOrd="1" destOrd="0" presId="urn:microsoft.com/office/officeart/2008/layout/HalfCircleOrganizationChart"/>
    <dgm:cxn modelId="{63D3C662-1502-4E3C-B6BD-C14A2217EC90}" type="presParOf" srcId="{D4488E5F-A030-487B-8A82-A78E8F4CE021}" destId="{E75AC8F2-3C2A-41AD-BA38-4375028D472C}" srcOrd="2" destOrd="0" presId="urn:microsoft.com/office/officeart/2008/layout/HalfCircleOrganizationChart"/>
    <dgm:cxn modelId="{E0C6BACD-C585-4281-AEA0-993F07615C12}" type="presParOf" srcId="{D4488E5F-A030-487B-8A82-A78E8F4CE021}" destId="{D3813D50-41F8-45C8-850B-1B6304372147}" srcOrd="3" destOrd="0" presId="urn:microsoft.com/office/officeart/2008/layout/HalfCircleOrganizationChart"/>
    <dgm:cxn modelId="{1BB6333E-F79C-48FC-AA9A-0C96D78B3362}" type="presParOf" srcId="{F9CAA0C3-A333-45E3-A42E-01C3EDAF12C6}" destId="{F4079C8D-2737-472F-B620-D7C3775B55C8}" srcOrd="1" destOrd="0" presId="urn:microsoft.com/office/officeart/2008/layout/HalfCircleOrganizationChart"/>
    <dgm:cxn modelId="{C47510F1-2957-40AC-9F82-7D64346F185E}" type="presParOf" srcId="{F9CAA0C3-A333-45E3-A42E-01C3EDAF12C6}" destId="{2FC82667-6D83-4E1E-89C7-409EC79E5CED}" srcOrd="2" destOrd="0" presId="urn:microsoft.com/office/officeart/2008/layout/HalfCircleOrganizationChart"/>
    <dgm:cxn modelId="{79FBA628-F501-43DD-A7EF-54DD9239B640}" type="presParOf" srcId="{5DED963F-72DE-4E34-BD50-3F0EB55228B4}" destId="{B32EBD1C-8FA2-4AF0-A654-30768BC666FD}" srcOrd="2" destOrd="0" presId="urn:microsoft.com/office/officeart/2008/layout/HalfCircleOrganizationChart"/>
    <dgm:cxn modelId="{DA2FD477-C87C-48D0-9E22-9ADF08C2FC22}" type="presParOf" srcId="{5DED963F-72DE-4E34-BD50-3F0EB55228B4}" destId="{5380C55C-CBFA-42E1-BA23-A5E3BFC295B3}" srcOrd="3" destOrd="0" presId="urn:microsoft.com/office/officeart/2008/layout/HalfCircleOrganizationChart"/>
    <dgm:cxn modelId="{EF2600D9-EFDA-4104-93EE-69F168CCBC28}" type="presParOf" srcId="{5380C55C-CBFA-42E1-BA23-A5E3BFC295B3}" destId="{32A26223-A623-46B3-B7D4-A9F80AF20340}" srcOrd="0" destOrd="0" presId="urn:microsoft.com/office/officeart/2008/layout/HalfCircleOrganizationChart"/>
    <dgm:cxn modelId="{935FAE10-E4E3-4B07-97A3-129EAD6B791A}" type="presParOf" srcId="{32A26223-A623-46B3-B7D4-A9F80AF20340}" destId="{A76E1BE0-EDCB-4117-B35A-AC608D1AF34B}" srcOrd="0" destOrd="0" presId="urn:microsoft.com/office/officeart/2008/layout/HalfCircleOrganizationChart"/>
    <dgm:cxn modelId="{207D64FE-5D8B-4363-801A-9B6753AC1419}" type="presParOf" srcId="{32A26223-A623-46B3-B7D4-A9F80AF20340}" destId="{3A9F63A1-2095-4E58-B294-B812656BDFF5}" srcOrd="1" destOrd="0" presId="urn:microsoft.com/office/officeart/2008/layout/HalfCircleOrganizationChart"/>
    <dgm:cxn modelId="{31195D71-709F-497C-A646-D91515A17B0F}" type="presParOf" srcId="{32A26223-A623-46B3-B7D4-A9F80AF20340}" destId="{04F833F7-E796-4403-9611-9E0BF507DE09}" srcOrd="2" destOrd="0" presId="urn:microsoft.com/office/officeart/2008/layout/HalfCircleOrganizationChart"/>
    <dgm:cxn modelId="{651BBF34-851C-4901-8808-E5509671B15C}" type="presParOf" srcId="{32A26223-A623-46B3-B7D4-A9F80AF20340}" destId="{B9E307E5-038B-408A-B1DC-7E08B61E71C6}" srcOrd="3" destOrd="0" presId="urn:microsoft.com/office/officeart/2008/layout/HalfCircleOrganizationChart"/>
    <dgm:cxn modelId="{B5CE227F-615E-4A04-8265-4D765128CFEC}" type="presParOf" srcId="{5380C55C-CBFA-42E1-BA23-A5E3BFC295B3}" destId="{9EA968DC-4A8A-455D-A1CD-68573092998A}" srcOrd="1" destOrd="0" presId="urn:microsoft.com/office/officeart/2008/layout/HalfCircleOrganizationChart"/>
    <dgm:cxn modelId="{14AEDEFE-6804-4551-8E0E-39E04C317DFF}" type="presParOf" srcId="{5380C55C-CBFA-42E1-BA23-A5E3BFC295B3}" destId="{E2BC54E0-8744-445E-A8F7-13B0696656FD}" srcOrd="2" destOrd="0" presId="urn:microsoft.com/office/officeart/2008/layout/HalfCircle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B0651-4184-459C-816F-3BCC2DBA2F68}">
      <dsp:nvSpPr>
        <dsp:cNvPr id="0" name=""/>
        <dsp:cNvSpPr/>
      </dsp:nvSpPr>
      <dsp:spPr>
        <a:xfrm rot="5400000">
          <a:off x="-15420" y="439925"/>
          <a:ext cx="2768094" cy="3462694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3CF150-D326-4D5B-AEBD-69447BBC6CBC}">
      <dsp:nvSpPr>
        <dsp:cNvPr id="0" name=""/>
        <dsp:cNvSpPr/>
      </dsp:nvSpPr>
      <dsp:spPr>
        <a:xfrm rot="16200000">
          <a:off x="3268182" y="579866"/>
          <a:ext cx="2672950" cy="323169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1825C6-E00B-459C-8BDA-1841AD91E4FD}">
      <dsp:nvSpPr>
        <dsp:cNvPr id="0" name=""/>
        <dsp:cNvSpPr/>
      </dsp:nvSpPr>
      <dsp:spPr>
        <a:xfrm>
          <a:off x="3446304" y="3349642"/>
          <a:ext cx="2291137" cy="60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i="1" kern="1200" dirty="0">
              <a:solidFill>
                <a:schemeClr val="bg1">
                  <a:lumMod val="95000"/>
                </a:schemeClr>
              </a:solidFill>
            </a:rPr>
            <a:t>Transition to Run</a:t>
          </a:r>
          <a:br>
            <a:rPr lang="pt-BR" sz="2200" i="1" kern="1200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kern="1200" dirty="0">
              <a:solidFill>
                <a:schemeClr val="bg1">
                  <a:lumMod val="95000"/>
                </a:schemeClr>
              </a:solidFill>
            </a:rPr>
            <a:t>(80 dias úteis)</a:t>
          </a:r>
        </a:p>
      </dsp:txBody>
      <dsp:txXfrm>
        <a:off x="3446304" y="3349642"/>
        <a:ext cx="2291137" cy="603704"/>
      </dsp:txXfrm>
    </dsp:sp>
    <dsp:sp modelId="{3EE76166-C594-462D-93C0-82BCF4F9F9AF}">
      <dsp:nvSpPr>
        <dsp:cNvPr id="0" name=""/>
        <dsp:cNvSpPr/>
      </dsp:nvSpPr>
      <dsp:spPr>
        <a:xfrm rot="5400000">
          <a:off x="2792501" y="456651"/>
          <a:ext cx="3017555" cy="353467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2E424E-2B8B-44B4-B97C-E155D1ACCEDA}">
      <dsp:nvSpPr>
        <dsp:cNvPr id="0" name=""/>
        <dsp:cNvSpPr/>
      </dsp:nvSpPr>
      <dsp:spPr>
        <a:xfrm rot="16200000">
          <a:off x="6191497" y="472571"/>
          <a:ext cx="3017555" cy="350283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A5734-4EAB-43E6-B071-EBC10110F0B7}">
      <dsp:nvSpPr>
        <dsp:cNvPr id="0" name=""/>
        <dsp:cNvSpPr/>
      </dsp:nvSpPr>
      <dsp:spPr>
        <a:xfrm>
          <a:off x="6240597" y="3308149"/>
          <a:ext cx="2291137" cy="60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kern="1200" dirty="0">
              <a:solidFill>
                <a:schemeClr val="bg1">
                  <a:lumMod val="95000"/>
                </a:schemeClr>
              </a:solidFill>
            </a:rPr>
            <a:t>Evolução</a:t>
          </a:r>
          <a:br>
            <a:rPr lang="pt-BR" sz="2200" kern="1200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kern="1200" dirty="0">
              <a:solidFill>
                <a:schemeClr val="bg1">
                  <a:lumMod val="95000"/>
                </a:schemeClr>
              </a:solidFill>
            </a:rPr>
            <a:t>(40 dias úteis)</a:t>
          </a:r>
        </a:p>
      </dsp:txBody>
      <dsp:txXfrm>
        <a:off x="6240597" y="3308149"/>
        <a:ext cx="2291137" cy="603704"/>
      </dsp:txXfrm>
    </dsp:sp>
    <dsp:sp modelId="{2CC3EFCA-EBE1-4AE4-B0AD-5C3E16F875C6}">
      <dsp:nvSpPr>
        <dsp:cNvPr id="0" name=""/>
        <dsp:cNvSpPr/>
      </dsp:nvSpPr>
      <dsp:spPr>
        <a:xfrm>
          <a:off x="3933246" y="1211658"/>
          <a:ext cx="1270682" cy="1270682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bg1">
                  <a:lumMod val="95000"/>
                </a:schemeClr>
              </a:solidFill>
            </a:rPr>
            <a:t>Canais e Serviços de TI</a:t>
          </a:r>
          <a:endParaRPr lang="pt-BR" sz="1400" b="1" i="1" kern="1200" dirty="0">
            <a:solidFill>
              <a:schemeClr val="bg1">
                <a:lumMod val="95000"/>
              </a:schemeClr>
            </a:solidFill>
          </a:endParaRPr>
        </a:p>
      </dsp:txBody>
      <dsp:txXfrm>
        <a:off x="4102671" y="1434028"/>
        <a:ext cx="931833" cy="571806"/>
      </dsp:txXfrm>
    </dsp:sp>
    <dsp:sp modelId="{6975F6CE-4019-47FD-A17A-652E954AA9FF}">
      <dsp:nvSpPr>
        <dsp:cNvPr id="0" name=""/>
        <dsp:cNvSpPr/>
      </dsp:nvSpPr>
      <dsp:spPr>
        <a:xfrm>
          <a:off x="4391751" y="2005835"/>
          <a:ext cx="1270682" cy="1270682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bg1">
                  <a:lumMod val="95000"/>
                </a:schemeClr>
              </a:solidFill>
            </a:rPr>
            <a:t>Ativos e Configura-ção</a:t>
          </a:r>
          <a:endParaRPr lang="pt-BR" sz="1400" b="1" i="1" kern="1200" dirty="0">
            <a:solidFill>
              <a:schemeClr val="bg1">
                <a:lumMod val="95000"/>
              </a:schemeClr>
            </a:solidFill>
          </a:endParaRPr>
        </a:p>
      </dsp:txBody>
      <dsp:txXfrm>
        <a:off x="4780368" y="2334094"/>
        <a:ext cx="762409" cy="698875"/>
      </dsp:txXfrm>
    </dsp:sp>
    <dsp:sp modelId="{DF9A6FFC-5C43-4D90-8C7C-1D446FA77C9B}">
      <dsp:nvSpPr>
        <dsp:cNvPr id="0" name=""/>
        <dsp:cNvSpPr/>
      </dsp:nvSpPr>
      <dsp:spPr>
        <a:xfrm>
          <a:off x="3474742" y="2005835"/>
          <a:ext cx="1270682" cy="1270682"/>
        </a:xfrm>
        <a:prstGeom prst="ellipse">
          <a:avLst/>
        </a:prstGeom>
        <a:solidFill>
          <a:srgbClr val="0070C0">
            <a:alpha val="5000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bg1">
                  <a:lumMod val="95000"/>
                </a:schemeClr>
              </a:solidFill>
            </a:rPr>
            <a:t>Ritos de Mudanças</a:t>
          </a:r>
          <a:endParaRPr lang="pt-BR" sz="1400" b="1" kern="1200" dirty="0">
            <a:solidFill>
              <a:schemeClr val="bg1">
                <a:lumMod val="95000"/>
              </a:schemeClr>
            </a:solidFill>
          </a:endParaRPr>
        </a:p>
      </dsp:txBody>
      <dsp:txXfrm>
        <a:off x="3594398" y="2334094"/>
        <a:ext cx="762409" cy="698875"/>
      </dsp:txXfrm>
    </dsp:sp>
    <dsp:sp modelId="{2558C80F-F303-4F87-A58F-5F6CE56041DC}">
      <dsp:nvSpPr>
        <dsp:cNvPr id="0" name=""/>
        <dsp:cNvSpPr/>
      </dsp:nvSpPr>
      <dsp:spPr>
        <a:xfrm>
          <a:off x="1020053" y="1060704"/>
          <a:ext cx="1010719" cy="1010597"/>
        </a:xfrm>
        <a:prstGeom prst="ellipse">
          <a:avLst/>
        </a:prstGeom>
        <a:solidFill>
          <a:schemeClr val="accent3"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bg1">
                  <a:lumMod val="95000"/>
                </a:schemeClr>
              </a:solidFill>
            </a:rPr>
            <a:t>Gestão da Rotina</a:t>
          </a:r>
          <a:endParaRPr lang="pt-BR" sz="1400" b="1" kern="1200" dirty="0">
            <a:solidFill>
              <a:schemeClr val="bg1">
                <a:lumMod val="95000"/>
              </a:schemeClr>
            </a:solidFill>
          </a:endParaRPr>
        </a:p>
      </dsp:txBody>
      <dsp:txXfrm>
        <a:off x="1168069" y="1208703"/>
        <a:ext cx="714687" cy="714599"/>
      </dsp:txXfrm>
    </dsp:sp>
    <dsp:sp modelId="{C0637D15-EB6D-4AB2-B8B0-23ED462F4D9C}">
      <dsp:nvSpPr>
        <dsp:cNvPr id="0" name=""/>
        <dsp:cNvSpPr/>
      </dsp:nvSpPr>
      <dsp:spPr>
        <a:xfrm>
          <a:off x="647362" y="1905597"/>
          <a:ext cx="496262" cy="496217"/>
        </a:xfrm>
        <a:prstGeom prst="ellipse">
          <a:avLst/>
        </a:prstGeom>
        <a:solidFill>
          <a:schemeClr val="accent3"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94888386-3301-4A6F-98F6-705AF1A4A016}">
      <dsp:nvSpPr>
        <dsp:cNvPr id="0" name=""/>
        <dsp:cNvSpPr/>
      </dsp:nvSpPr>
      <dsp:spPr>
        <a:xfrm>
          <a:off x="2095115" y="1259595"/>
          <a:ext cx="288719" cy="288806"/>
        </a:xfrm>
        <a:prstGeom prst="ellipse">
          <a:avLst/>
        </a:prstGeom>
        <a:solidFill>
          <a:schemeClr val="accent3"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55058931-F455-4AF3-9A48-BFCEC46B3104}">
      <dsp:nvSpPr>
        <dsp:cNvPr id="0" name=""/>
        <dsp:cNvSpPr/>
      </dsp:nvSpPr>
      <dsp:spPr>
        <a:xfrm>
          <a:off x="1636083" y="1941698"/>
          <a:ext cx="1010719" cy="1010597"/>
        </a:xfrm>
        <a:prstGeom prst="ellipse">
          <a:avLst/>
        </a:prstGeom>
        <a:solidFill>
          <a:schemeClr val="accent3"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bg1">
                  <a:lumMod val="95000"/>
                </a:schemeClr>
              </a:solidFill>
            </a:rPr>
            <a:t>Indica-dores e Metas</a:t>
          </a:r>
          <a:endParaRPr lang="pt-BR" sz="1400" b="1" kern="1200" dirty="0">
            <a:solidFill>
              <a:schemeClr val="bg1">
                <a:lumMod val="95000"/>
              </a:schemeClr>
            </a:solidFill>
          </a:endParaRPr>
        </a:p>
      </dsp:txBody>
      <dsp:txXfrm>
        <a:off x="1784099" y="2089697"/>
        <a:ext cx="714687" cy="714599"/>
      </dsp:txXfrm>
    </dsp:sp>
    <dsp:sp modelId="{5A741488-9A4F-4C4E-A318-E383091409E8}">
      <dsp:nvSpPr>
        <dsp:cNvPr id="0" name=""/>
        <dsp:cNvSpPr/>
      </dsp:nvSpPr>
      <dsp:spPr>
        <a:xfrm>
          <a:off x="1741858" y="3014183"/>
          <a:ext cx="288719" cy="288806"/>
        </a:xfrm>
        <a:prstGeom prst="ellipse">
          <a:avLst/>
        </a:prstGeom>
        <a:solidFill>
          <a:schemeClr val="accent3"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9A7D3314-14D2-483D-8B80-FEDB666B24E3}">
      <dsp:nvSpPr>
        <dsp:cNvPr id="0" name=""/>
        <dsp:cNvSpPr/>
      </dsp:nvSpPr>
      <dsp:spPr>
        <a:xfrm>
          <a:off x="6500850" y="1310635"/>
          <a:ext cx="1762413" cy="1762095"/>
        </a:xfrm>
        <a:prstGeom prst="ellipse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95000"/>
                </a:schemeClr>
              </a:solidFill>
            </a:rPr>
            <a:t>Demandas, Projetos e Mudanças</a:t>
          </a:r>
          <a:br>
            <a:rPr lang="pt-BR" sz="1400" b="1" kern="1200" dirty="0">
              <a:solidFill>
                <a:schemeClr val="bg1">
                  <a:lumMod val="95000"/>
                </a:schemeClr>
              </a:solidFill>
            </a:rPr>
          </a:br>
          <a:br>
            <a:rPr lang="pt-BR" sz="1400" b="1" kern="1200" dirty="0">
              <a:solidFill>
                <a:schemeClr val="bg1">
                  <a:lumMod val="95000"/>
                </a:schemeClr>
              </a:solidFill>
            </a:rPr>
          </a:br>
          <a:r>
            <a:rPr lang="pt-BR" sz="1400" b="1" kern="1200" dirty="0">
              <a:solidFill>
                <a:schemeClr val="bg1">
                  <a:lumMod val="95000"/>
                </a:schemeClr>
              </a:solidFill>
            </a:rPr>
            <a:t>Critérios de Aceite</a:t>
          </a:r>
        </a:p>
      </dsp:txBody>
      <dsp:txXfrm>
        <a:off x="6758949" y="1568688"/>
        <a:ext cx="1246215" cy="1245989"/>
      </dsp:txXfrm>
    </dsp:sp>
    <dsp:sp modelId="{337A97A9-27DC-4AE7-A12A-F4905D499F44}">
      <dsp:nvSpPr>
        <dsp:cNvPr id="0" name=""/>
        <dsp:cNvSpPr/>
      </dsp:nvSpPr>
      <dsp:spPr>
        <a:xfrm>
          <a:off x="557042" y="3349636"/>
          <a:ext cx="2291137" cy="603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kern="1200" dirty="0">
              <a:solidFill>
                <a:schemeClr val="bg1">
                  <a:lumMod val="95000"/>
                </a:schemeClr>
              </a:solidFill>
            </a:rPr>
            <a:t>Manter o Ímpeto</a:t>
          </a:r>
          <a:br>
            <a:rPr lang="pt-BR" sz="1800" kern="1200" dirty="0">
              <a:solidFill>
                <a:schemeClr val="bg1">
                  <a:lumMod val="95000"/>
                </a:schemeClr>
              </a:solidFill>
            </a:rPr>
          </a:br>
          <a:r>
            <a:rPr lang="pt-BR" sz="1800" kern="1200" dirty="0">
              <a:solidFill>
                <a:schemeClr val="bg1">
                  <a:lumMod val="95000"/>
                </a:schemeClr>
              </a:solidFill>
            </a:rPr>
            <a:t>(permanente)</a:t>
          </a:r>
        </a:p>
      </dsp:txBody>
      <dsp:txXfrm>
        <a:off x="557042" y="3349636"/>
        <a:ext cx="2291137" cy="603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BD1C-8FA2-4AF0-A654-30768BC666FD}">
      <dsp:nvSpPr>
        <dsp:cNvPr id="0" name=""/>
        <dsp:cNvSpPr/>
      </dsp:nvSpPr>
      <dsp:spPr>
        <a:xfrm>
          <a:off x="3816139" y="1017705"/>
          <a:ext cx="843852" cy="610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0013"/>
              </a:lnTo>
              <a:lnTo>
                <a:pt x="843852" y="610013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C50992-AD64-49D2-8091-6BE14E77EBA9}">
      <dsp:nvSpPr>
        <dsp:cNvPr id="0" name=""/>
        <dsp:cNvSpPr/>
      </dsp:nvSpPr>
      <dsp:spPr>
        <a:xfrm>
          <a:off x="2972286" y="1017705"/>
          <a:ext cx="843852" cy="610013"/>
        </a:xfrm>
        <a:custGeom>
          <a:avLst/>
          <a:gdLst/>
          <a:ahLst/>
          <a:cxnLst/>
          <a:rect l="0" t="0" r="0" b="0"/>
          <a:pathLst>
            <a:path>
              <a:moveTo>
                <a:pt x="843852" y="0"/>
              </a:moveTo>
              <a:lnTo>
                <a:pt x="843852" y="610013"/>
              </a:lnTo>
              <a:lnTo>
                <a:pt x="0" y="610013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6B462-5D82-4F05-8429-49A2A6415660}">
      <dsp:nvSpPr>
        <dsp:cNvPr id="0" name=""/>
        <dsp:cNvSpPr/>
      </dsp:nvSpPr>
      <dsp:spPr>
        <a:xfrm>
          <a:off x="3816139" y="1017705"/>
          <a:ext cx="2460389" cy="18707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7204"/>
              </a:lnTo>
              <a:lnTo>
                <a:pt x="2460389" y="1657204"/>
              </a:lnTo>
              <a:lnTo>
                <a:pt x="2460389" y="18707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C0E193-AA50-4B7F-98F6-3FB4938CC1BD}">
      <dsp:nvSpPr>
        <dsp:cNvPr id="0" name=""/>
        <dsp:cNvSpPr/>
      </dsp:nvSpPr>
      <dsp:spPr>
        <a:xfrm>
          <a:off x="3770419" y="1017705"/>
          <a:ext cx="91440" cy="1870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707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2A4D5-07E5-49C2-A7D7-D42A1A2FD452}">
      <dsp:nvSpPr>
        <dsp:cNvPr id="0" name=""/>
        <dsp:cNvSpPr/>
      </dsp:nvSpPr>
      <dsp:spPr>
        <a:xfrm>
          <a:off x="1355749" y="1017705"/>
          <a:ext cx="2460389" cy="1870709"/>
        </a:xfrm>
        <a:custGeom>
          <a:avLst/>
          <a:gdLst/>
          <a:ahLst/>
          <a:cxnLst/>
          <a:rect l="0" t="0" r="0" b="0"/>
          <a:pathLst>
            <a:path>
              <a:moveTo>
                <a:pt x="2460389" y="0"/>
              </a:moveTo>
              <a:lnTo>
                <a:pt x="2460389" y="1657204"/>
              </a:lnTo>
              <a:lnTo>
                <a:pt x="0" y="1657204"/>
              </a:lnTo>
              <a:lnTo>
                <a:pt x="0" y="18707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3BEAE-58FB-494E-AA32-F4D6080EF2C7}">
      <dsp:nvSpPr>
        <dsp:cNvPr id="0" name=""/>
        <dsp:cNvSpPr/>
      </dsp:nvSpPr>
      <dsp:spPr>
        <a:xfrm>
          <a:off x="3307794" y="10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6F5F8-4AF6-4B35-9E08-3A85628F2F14}">
      <dsp:nvSpPr>
        <dsp:cNvPr id="0" name=""/>
        <dsp:cNvSpPr/>
      </dsp:nvSpPr>
      <dsp:spPr>
        <a:xfrm>
          <a:off x="3307794" y="10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83CB3E-0087-4B22-A2BF-500EE4F79EFD}">
      <dsp:nvSpPr>
        <dsp:cNvPr id="0" name=""/>
        <dsp:cNvSpPr/>
      </dsp:nvSpPr>
      <dsp:spPr>
        <a:xfrm>
          <a:off x="2799449" y="184020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Consultor Líder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Adolpho Chacon</a:t>
          </a:r>
        </a:p>
      </dsp:txBody>
      <dsp:txXfrm>
        <a:off x="2799449" y="184020"/>
        <a:ext cx="2033379" cy="650681"/>
      </dsp:txXfrm>
    </dsp:sp>
    <dsp:sp modelId="{E48C7F48-506B-4D37-B423-6596D75B3FFD}">
      <dsp:nvSpPr>
        <dsp:cNvPr id="0" name=""/>
        <dsp:cNvSpPr/>
      </dsp:nvSpPr>
      <dsp:spPr>
        <a:xfrm>
          <a:off x="847404" y="28884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34EF0-034C-4B01-BA74-7B5A14B750CF}">
      <dsp:nvSpPr>
        <dsp:cNvPr id="0" name=""/>
        <dsp:cNvSpPr/>
      </dsp:nvSpPr>
      <dsp:spPr>
        <a:xfrm>
          <a:off x="847404" y="28884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8F6D0-F976-40AD-881E-50CDC5FD353B}">
      <dsp:nvSpPr>
        <dsp:cNvPr id="0" name=""/>
        <dsp:cNvSpPr/>
      </dsp:nvSpPr>
      <dsp:spPr>
        <a:xfrm>
          <a:off x="339059" y="3071419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Henrique </a:t>
          </a:r>
          <a:r>
            <a:rPr lang="pt-BR" sz="1400" b="1" kern="1200" dirty="0" err="1">
              <a:solidFill>
                <a:schemeClr val="bg1">
                  <a:lumMod val="85000"/>
                </a:schemeClr>
              </a:solidFill>
            </a:rPr>
            <a:t>Abrileri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339059" y="3071419"/>
        <a:ext cx="2033379" cy="650681"/>
      </dsp:txXfrm>
    </dsp:sp>
    <dsp:sp modelId="{404FFCBA-A04A-42C6-9AC5-C829163E028D}">
      <dsp:nvSpPr>
        <dsp:cNvPr id="0" name=""/>
        <dsp:cNvSpPr/>
      </dsp:nvSpPr>
      <dsp:spPr>
        <a:xfrm>
          <a:off x="3307794" y="28884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6D795-549E-426B-9E52-AF066D79419F}">
      <dsp:nvSpPr>
        <dsp:cNvPr id="0" name=""/>
        <dsp:cNvSpPr/>
      </dsp:nvSpPr>
      <dsp:spPr>
        <a:xfrm>
          <a:off x="3307794" y="28884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B247AA-E7C0-47F0-8165-393D2A5480D8}">
      <dsp:nvSpPr>
        <dsp:cNvPr id="0" name=""/>
        <dsp:cNvSpPr/>
      </dsp:nvSpPr>
      <dsp:spPr>
        <a:xfrm>
          <a:off x="2799449" y="3071419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Thomas Kiss</a:t>
          </a:r>
        </a:p>
      </dsp:txBody>
      <dsp:txXfrm>
        <a:off x="2799449" y="3071419"/>
        <a:ext cx="2033379" cy="650681"/>
      </dsp:txXfrm>
    </dsp:sp>
    <dsp:sp modelId="{CCE5EB95-700F-4AA5-9412-108E3A40BE39}">
      <dsp:nvSpPr>
        <dsp:cNvPr id="0" name=""/>
        <dsp:cNvSpPr/>
      </dsp:nvSpPr>
      <dsp:spPr>
        <a:xfrm>
          <a:off x="5768183" y="28884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0070C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56206-1D30-49D8-9617-9C0513022DDD}">
      <dsp:nvSpPr>
        <dsp:cNvPr id="0" name=""/>
        <dsp:cNvSpPr/>
      </dsp:nvSpPr>
      <dsp:spPr>
        <a:xfrm>
          <a:off x="5768183" y="28884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0070C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69567-EA15-481B-AF46-F4DE8AAFFF3A}">
      <dsp:nvSpPr>
        <dsp:cNvPr id="0" name=""/>
        <dsp:cNvSpPr/>
      </dsp:nvSpPr>
      <dsp:spPr>
        <a:xfrm>
          <a:off x="5259838" y="3071419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Consultor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Felipe Lima</a:t>
          </a:r>
        </a:p>
      </dsp:txBody>
      <dsp:txXfrm>
        <a:off x="5259838" y="3071419"/>
        <a:ext cx="2033379" cy="650681"/>
      </dsp:txXfrm>
    </dsp:sp>
    <dsp:sp modelId="{D24AC5BF-364C-4BFA-BB32-D7F4CB325E6C}">
      <dsp:nvSpPr>
        <dsp:cNvPr id="0" name=""/>
        <dsp:cNvSpPr/>
      </dsp:nvSpPr>
      <dsp:spPr>
        <a:xfrm>
          <a:off x="2077599" y="14447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0070C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AC8F2-3C2A-41AD-BA38-4375028D472C}">
      <dsp:nvSpPr>
        <dsp:cNvPr id="0" name=""/>
        <dsp:cNvSpPr/>
      </dsp:nvSpPr>
      <dsp:spPr>
        <a:xfrm>
          <a:off x="2077599" y="14447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0070C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F16349-3543-4BAB-8829-82E6C3768092}">
      <dsp:nvSpPr>
        <dsp:cNvPr id="0" name=""/>
        <dsp:cNvSpPr/>
      </dsp:nvSpPr>
      <dsp:spPr>
        <a:xfrm>
          <a:off x="1569254" y="1627719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Gestor da Solução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Adolpho Chacon</a:t>
          </a:r>
        </a:p>
      </dsp:txBody>
      <dsp:txXfrm>
        <a:off x="1569254" y="1627719"/>
        <a:ext cx="2033379" cy="650681"/>
      </dsp:txXfrm>
    </dsp:sp>
    <dsp:sp modelId="{3A9F63A1-2095-4E58-B294-B812656BDFF5}">
      <dsp:nvSpPr>
        <dsp:cNvPr id="0" name=""/>
        <dsp:cNvSpPr/>
      </dsp:nvSpPr>
      <dsp:spPr>
        <a:xfrm>
          <a:off x="4537988" y="1444715"/>
          <a:ext cx="1016689" cy="101668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833F7-E796-4403-9611-9E0BF507DE09}">
      <dsp:nvSpPr>
        <dsp:cNvPr id="0" name=""/>
        <dsp:cNvSpPr/>
      </dsp:nvSpPr>
      <dsp:spPr>
        <a:xfrm>
          <a:off x="4537988" y="1444715"/>
          <a:ext cx="1016689" cy="101668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E1BE0-EDCB-4117-B35A-AC608D1AF34B}">
      <dsp:nvSpPr>
        <dsp:cNvPr id="0" name=""/>
        <dsp:cNvSpPr/>
      </dsp:nvSpPr>
      <dsp:spPr>
        <a:xfrm>
          <a:off x="4029643" y="1627719"/>
          <a:ext cx="2033379" cy="65068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Profissionais</a:t>
          </a:r>
          <a:br>
            <a:rPr lang="pt-BR" sz="1400" b="1" kern="1200" dirty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>
              <a:solidFill>
                <a:schemeClr val="bg1">
                  <a:lumMod val="85000"/>
                </a:schemeClr>
              </a:solidFill>
            </a:rPr>
            <a:t>Contax</a:t>
          </a:r>
        </a:p>
      </dsp:txBody>
      <dsp:txXfrm>
        <a:off x="4029643" y="1627719"/>
        <a:ext cx="2033379" cy="650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E60F-52BA-47BF-A2C2-0E353875FB29}" type="datetimeFigureOut">
              <a:rPr lang="pt-BR" smtClean="0"/>
              <a:t>21/03/2016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348F5-9817-4669-B00C-1F69B519C3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074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7873" y="2130427"/>
            <a:ext cx="8654608" cy="14700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4344" y="3886200"/>
            <a:ext cx="869555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52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0850" indent="-450850">
              <a:buFont typeface="Wingdings" panose="05000000000000000000" pitchFamily="2" charset="2"/>
              <a:buChar char="§"/>
              <a:defRPr/>
            </a:lvl1pPr>
            <a:lvl2pPr marL="900113" indent="-449263">
              <a:buFont typeface="Wingdings" panose="05000000000000000000" pitchFamily="2" charset="2"/>
              <a:buChar char="§"/>
              <a:defRPr/>
            </a:lvl2pPr>
            <a:lvl3pPr marL="1350963" indent="-436563">
              <a:buFont typeface="Wingdings" panose="05000000000000000000" pitchFamily="2" charset="2"/>
              <a:buChar char="§"/>
              <a:defRPr/>
            </a:lvl3pPr>
            <a:lvl4pPr marL="1882775" indent="-511175">
              <a:buFont typeface="Wingdings" panose="05000000000000000000" pitchFamily="2" charset="2"/>
              <a:buChar char="§"/>
              <a:defRPr/>
            </a:lvl4pPr>
            <a:lvl5pPr marL="2330450" indent="-44767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84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-13735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5507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12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866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06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0" y="-13735"/>
            <a:ext cx="9144000" cy="10233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9609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09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310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039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30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tx2"/>
            </a:gs>
            <a:gs pos="13000">
              <a:schemeClr val="bg1"/>
            </a:gs>
            <a:gs pos="17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-13735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412776"/>
            <a:ext cx="8640960" cy="47525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5152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1F658-0411-4B9D-B0A5-A13F058A6338}" type="datetimeFigureOut">
              <a:rPr lang="pt-BR" smtClean="0"/>
              <a:t>21/03/2016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75888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5868144" y="1482"/>
            <a:ext cx="3255108" cy="4031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800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18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318381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85000"/>
            </a:schemeClr>
          </a:solidFill>
          <a:latin typeface="+mj-lt"/>
          <a:ea typeface="+mj-ea"/>
          <a:cs typeface="+mj-cs"/>
        </a:defRPr>
      </a:lvl1pPr>
    </p:titleStyle>
    <p:bodyStyle>
      <a:lvl1pPr marL="452438" indent="-452438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906463" indent="-45561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350963" indent="-43656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792288" indent="-4413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238375" indent="-4508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3832" y="5614200"/>
            <a:ext cx="9129252" cy="1224136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Proposta de Solução</a:t>
            </a:r>
          </a:p>
          <a:p>
            <a:pPr algn="r"/>
            <a:r>
              <a:rPr lang="pt-BR" sz="2800" b="1" dirty="0">
                <a:solidFill>
                  <a:schemeClr val="bg1">
                    <a:lumMod val="95000"/>
                  </a:schemeClr>
                </a:solidFill>
              </a:rPr>
              <a:t>Estabilidade Operacional – Consolidação</a:t>
            </a:r>
          </a:p>
          <a:p>
            <a:pPr algn="r"/>
            <a:r>
              <a:rPr lang="pt-BR" sz="2000" dirty="0">
                <a:solidFill>
                  <a:schemeClr val="bg1">
                    <a:lumMod val="95000"/>
                  </a:schemeClr>
                </a:solidFill>
              </a:rPr>
              <a:t>2015, dezembro</a:t>
            </a: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4437670"/>
            <a:ext cx="3739659" cy="9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1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685083"/>
            <a:ext cx="9134476" cy="2688133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A TI da Contax solicita o apoio consultivo da </a:t>
            </a:r>
            <a:r>
              <a:rPr lang="pt-BR" sz="2200" dirty="0">
                <a:solidFill>
                  <a:schemeClr val="accent1">
                    <a:lumMod val="75000"/>
                  </a:schemeClr>
                </a:solidFill>
                <a:cs typeface="Aharoni" panose="02010803020104030203" pitchFamily="2" charset="-79"/>
              </a:rPr>
              <a:t>CHACON</a:t>
            </a:r>
            <a:r>
              <a:rPr lang="pt-BR" sz="2200" dirty="0">
                <a:cs typeface="Aharoni" panose="02010803020104030203" pitchFamily="2" charset="-79"/>
              </a:rPr>
              <a:t> | </a:t>
            </a:r>
            <a:r>
              <a:rPr lang="pt-BR" sz="2200" dirty="0">
                <a:solidFill>
                  <a:schemeClr val="tx1">
                    <a:lumMod val="50000"/>
                    <a:lumOff val="50000"/>
                  </a:schemeClr>
                </a:solidFill>
                <a:cs typeface="Aharoni" panose="02010803020104030203" pitchFamily="2" charset="-79"/>
              </a:rPr>
              <a:t>Consultoria Ilimitada</a:t>
            </a:r>
            <a:r>
              <a:rPr lang="pt-BR" sz="2200" dirty="0">
                <a:cs typeface="Aharoni" panose="02010803020104030203" pitchFamily="2" charset="-79"/>
              </a:rPr>
              <a:t> para a </a:t>
            </a:r>
            <a:r>
              <a:rPr lang="pt-BR" sz="2200" b="1" dirty="0">
                <a:cs typeface="Aharoni" panose="02010803020104030203" pitchFamily="2" charset="-79"/>
              </a:rPr>
              <a:t>manutenção dos resultados obtidos e a implantação de novas ações de melhoria </a:t>
            </a:r>
            <a:r>
              <a:rPr lang="pt-BR" sz="2200" dirty="0">
                <a:cs typeface="Aharoni" panose="02010803020104030203" pitchFamily="2" charset="-79"/>
              </a:rPr>
              <a:t>em processos e tecnologia, visando consolidar as práticas e ampliar a abrangência da gestão de serviços para outros processos.</a:t>
            </a:r>
          </a:p>
          <a:p>
            <a:pPr algn="r"/>
            <a:endParaRPr lang="pt-BR" sz="2200" dirty="0">
              <a:cs typeface="Aharoni" panose="02010803020104030203" pitchFamily="2" charset="-79"/>
            </a:endParaRPr>
          </a:p>
          <a:p>
            <a:pPr algn="r"/>
            <a:r>
              <a:rPr lang="pt-BR" sz="2400" dirty="0">
                <a:cs typeface="Aharoni" panose="02010803020104030203" pitchFamily="2" charset="-79"/>
              </a:rPr>
              <a:t>Garantir a </a:t>
            </a:r>
            <a:r>
              <a:rPr lang="pt-BR" sz="2400" b="1" dirty="0">
                <a:cs typeface="Aharoni" panose="02010803020104030203" pitchFamily="2" charset="-79"/>
              </a:rPr>
              <a:t>ampliação da mentalidade de gestão orientada a resultados</a:t>
            </a:r>
            <a:r>
              <a:rPr lang="pt-BR" sz="2400" dirty="0">
                <a:cs typeface="Aharoni" panose="02010803020104030203" pitchFamily="2" charset="-79"/>
              </a:rPr>
              <a:t> </a:t>
            </a:r>
            <a:br>
              <a:rPr lang="pt-BR" sz="2400" dirty="0">
                <a:cs typeface="Aharoni" panose="02010803020104030203" pitchFamily="2" charset="-79"/>
              </a:rPr>
            </a:br>
            <a:r>
              <a:rPr lang="pt-BR" sz="2400" dirty="0">
                <a:cs typeface="Aharoni" panose="02010803020104030203" pitchFamily="2" charset="-79"/>
              </a:rPr>
              <a:t>para toda a TI é </a:t>
            </a:r>
            <a:r>
              <a:rPr lang="pt-BR" sz="2400" b="1" dirty="0">
                <a:cs typeface="Aharoni" panose="02010803020104030203" pitchFamily="2" charset="-79"/>
              </a:rPr>
              <a:t>objetivo da direção de TI da Contax</a:t>
            </a:r>
            <a:r>
              <a:rPr lang="pt-BR" sz="2400" dirty="0">
                <a:cs typeface="Aharoni" panose="02010803020104030203" pitchFamily="2" charset="-79"/>
              </a:rPr>
              <a:t>.</a:t>
            </a:r>
            <a:endParaRPr lang="pt-BR" sz="2400" dirty="0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Demanda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2050" name="Picture 2" descr="http://czm-bd.org/wp-content/uploads/2015/01/CZM-objective-bann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373216"/>
            <a:ext cx="9134475" cy="148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8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Solução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621" y="1356380"/>
            <a:ext cx="4546479" cy="1629862"/>
          </a:xfrm>
          <a:noFill/>
        </p:spPr>
        <p:txBody>
          <a:bodyPr>
            <a:normAutofit fontScale="92500" lnSpcReduction="10000"/>
          </a:bodyPr>
          <a:lstStyle/>
          <a:p>
            <a:pPr algn="r"/>
            <a:r>
              <a:rPr lang="pt-BR" sz="2400" dirty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400" b="1" dirty="0">
                <a:cs typeface="Aharoni" panose="02010803020104030203" pitchFamily="2" charset="-79"/>
              </a:rPr>
              <a:t>manter o ímpeto</a:t>
            </a:r>
            <a:r>
              <a:rPr lang="pt-BR" sz="2400" dirty="0">
                <a:cs typeface="Aharoni" panose="02010803020104030203" pitchFamily="2" charset="-79"/>
              </a:rPr>
              <a:t> e melhorar as práticas relacionadas a</a:t>
            </a:r>
            <a:br>
              <a:rPr lang="pt-BR" sz="2400" dirty="0">
                <a:cs typeface="Aharoni" panose="02010803020104030203" pitchFamily="2" charset="-79"/>
              </a:rPr>
            </a:br>
            <a:r>
              <a:rPr lang="pt-BR" sz="2600" b="1" i="1" dirty="0">
                <a:cs typeface="Aharoni" panose="02010803020104030203" pitchFamily="2" charset="-79"/>
              </a:rPr>
              <a:t>Transition to Run </a:t>
            </a:r>
            <a:r>
              <a:rPr lang="pt-BR" sz="2600" b="1" dirty="0">
                <a:cs typeface="Aharoni" panose="02010803020104030203" pitchFamily="2" charset="-79"/>
              </a:rPr>
              <a:t>– T2R</a:t>
            </a:r>
            <a:r>
              <a:rPr lang="pt-BR" sz="2600" dirty="0"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grpSp>
        <p:nvGrpSpPr>
          <p:cNvPr id="11" name="Agrupar 10"/>
          <p:cNvGrpSpPr/>
          <p:nvPr/>
        </p:nvGrpSpPr>
        <p:grpSpPr>
          <a:xfrm rot="20909702">
            <a:off x="5404377" y="1486884"/>
            <a:ext cx="3534938" cy="1482136"/>
            <a:chOff x="4656528" y="1976904"/>
            <a:chExt cx="4176406" cy="1726180"/>
          </a:xfrm>
        </p:grpSpPr>
        <p:grpSp>
          <p:nvGrpSpPr>
            <p:cNvPr id="4" name="Agrupar 3"/>
            <p:cNvGrpSpPr/>
            <p:nvPr/>
          </p:nvGrpSpPr>
          <p:grpSpPr>
            <a:xfrm>
              <a:off x="4656528" y="1976904"/>
              <a:ext cx="4176406" cy="1726180"/>
              <a:chOff x="-19680" y="3562773"/>
              <a:chExt cx="8928992" cy="3156767"/>
            </a:xfrm>
          </p:grpSpPr>
          <p:pic>
            <p:nvPicPr>
              <p:cNvPr id="6" name="Imagem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7" name="CaixaDeTexto 6"/>
              <p:cNvSpPr txBox="1"/>
              <p:nvPr/>
            </p:nvSpPr>
            <p:spPr>
              <a:xfrm>
                <a:off x="1043608" y="3598319"/>
                <a:ext cx="7200799" cy="675419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9" name="CaixaDeTexto 8"/>
              <p:cNvSpPr txBox="1"/>
              <p:nvPr/>
            </p:nvSpPr>
            <p:spPr>
              <a:xfrm>
                <a:off x="2152303" y="5720458"/>
                <a:ext cx="3509341" cy="675419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10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Subtítulo 2"/>
          <p:cNvSpPr txBox="1">
            <a:spLocks/>
          </p:cNvSpPr>
          <p:nvPr/>
        </p:nvSpPr>
        <p:spPr>
          <a:xfrm>
            <a:off x="-2994" y="3501008"/>
            <a:ext cx="9146994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200" dirty="0">
                <a:cs typeface="Aharoni" panose="02010803020104030203" pitchFamily="2" charset="-79"/>
              </a:rPr>
              <a:t>Os processos de </a:t>
            </a:r>
            <a:r>
              <a:rPr lang="pt-BR" sz="2200" b="1" dirty="0">
                <a:cs typeface="Aharoni" panose="02010803020104030203" pitchFamily="2" charset="-79"/>
              </a:rPr>
              <a:t>T2R</a:t>
            </a:r>
            <a:r>
              <a:rPr lang="pt-BR" sz="2200" dirty="0"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200" b="1" dirty="0">
                <a:cs typeface="Aharoni" panose="02010803020104030203" pitchFamily="2" charset="-79"/>
              </a:rPr>
              <a:t>demanda por serviços novos ou alterados</a:t>
            </a:r>
            <a:r>
              <a:rPr lang="pt-BR" sz="2200" dirty="0">
                <a:cs typeface="Aharoni" panose="02010803020104030203" pitchFamily="2" charset="-79"/>
              </a:rPr>
              <a:t> por parte das unidades de</a:t>
            </a:r>
            <a:br>
              <a:rPr lang="pt-BR" sz="2200" dirty="0">
                <a:cs typeface="Aharoni" panose="02010803020104030203" pitchFamily="2" charset="-79"/>
              </a:rPr>
            </a:br>
            <a:r>
              <a:rPr lang="pt-BR" sz="2200" dirty="0">
                <a:cs typeface="Aharoni" panose="02010803020104030203" pitchFamily="2" charset="-79"/>
              </a:rPr>
              <a:t>negócio e atualizações tecnológicas efetuadas pelas equipes de TI até sua </a:t>
            </a:r>
            <a:r>
              <a:rPr lang="pt-BR" sz="2400" b="1" dirty="0">
                <a:cs typeface="Aharoni" panose="02010803020104030203" pitchFamily="2" charset="-79"/>
              </a:rPr>
              <a:t>estabilização em ambiente de produção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200" dirty="0">
              <a:cs typeface="Aharoni" panose="02010803020104030203" pitchFamily="2" charset="-79"/>
            </a:endParaRPr>
          </a:p>
          <a:p>
            <a:pPr algn="r"/>
            <a:endParaRPr lang="pt-BR" sz="2200" dirty="0">
              <a:cs typeface="Aharoni" panose="02010803020104030203" pitchFamily="2" charset="-79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" y="4980496"/>
            <a:ext cx="9134475" cy="193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5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480" y="2144771"/>
            <a:ext cx="9121520" cy="2940413"/>
          </a:xfrm>
          <a:noFill/>
        </p:spPr>
        <p:txBody>
          <a:bodyPr>
            <a:normAutofit lnSpcReduction="10000"/>
          </a:bodyPr>
          <a:lstStyle/>
          <a:p>
            <a:pPr algn="l"/>
            <a:r>
              <a:rPr lang="pt-BR" sz="2000" dirty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algn="l"/>
            <a:endParaRPr lang="pt-BR" sz="2000" dirty="0">
              <a:cs typeface="Aharoni" panose="02010803020104030203" pitchFamily="2" charset="-79"/>
            </a:endParaRP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0. Manter o ímpeto das conquistas da Gestão de Problemas e Incidentes;</a:t>
            </a: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1. Identificar e documentar </a:t>
            </a:r>
            <a:r>
              <a:rPr lang="pt-BR" sz="2200" b="1" dirty="0">
                <a:cs typeface="Aharoni" panose="02010803020104030203" pitchFamily="2" charset="-79"/>
              </a:rPr>
              <a:t>Canais e Serviços de TI</a:t>
            </a:r>
            <a:r>
              <a:rPr lang="pt-BR" sz="2200" dirty="0">
                <a:cs typeface="Aharoni" panose="02010803020104030203" pitchFamily="2" charset="-79"/>
              </a:rPr>
              <a:t>;</a:t>
            </a: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2. Identificar os </a:t>
            </a:r>
            <a:r>
              <a:rPr lang="pt-BR" sz="2200" b="1" dirty="0">
                <a:cs typeface="Aharoni" panose="02010803020104030203" pitchFamily="2" charset="-79"/>
              </a:rPr>
              <a:t>Ativos dos Serviços</a:t>
            </a:r>
            <a:r>
              <a:rPr lang="pt-BR" sz="2200" dirty="0">
                <a:cs typeface="Aharoni" panose="02010803020104030203" pitchFamily="2" charset="-79"/>
              </a:rPr>
              <a:t> e sua </a:t>
            </a:r>
            <a:r>
              <a:rPr lang="pt-BR" sz="2200" b="1" dirty="0">
                <a:cs typeface="Aharoni" panose="02010803020104030203" pitchFamily="2" charset="-79"/>
              </a:rPr>
              <a:t>Configuração;</a:t>
            </a:r>
            <a:endParaRPr lang="pt-BR" sz="2200" dirty="0">
              <a:cs typeface="Aharoni" panose="02010803020104030203" pitchFamily="2" charset="-79"/>
            </a:endParaRP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3. Revisar e melhorar o processo e os </a:t>
            </a:r>
            <a:r>
              <a:rPr lang="pt-BR" sz="2200" b="1" dirty="0">
                <a:cs typeface="Aharoni" panose="02010803020104030203" pitchFamily="2" charset="-79"/>
              </a:rPr>
              <a:t>ritos de Gestão de Mudanças</a:t>
            </a:r>
            <a:r>
              <a:rPr lang="pt-BR" sz="2200" dirty="0">
                <a:cs typeface="Aharoni" panose="02010803020104030203" pitchFamily="2" charset="-79"/>
              </a:rPr>
              <a:t>;</a:t>
            </a: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4. Vincular Gestão de </a:t>
            </a:r>
            <a:r>
              <a:rPr lang="pt-BR" sz="2200" b="1" dirty="0">
                <a:cs typeface="Aharoni" panose="02010803020104030203" pitchFamily="2" charset="-79"/>
              </a:rPr>
              <a:t>Demandas, Projetos e Mudanças</a:t>
            </a:r>
            <a:r>
              <a:rPr lang="pt-BR" sz="2200" dirty="0">
                <a:cs typeface="Aharoni" panose="02010803020104030203" pitchFamily="2" charset="-79"/>
              </a:rPr>
              <a:t>;</a:t>
            </a:r>
          </a:p>
          <a:p>
            <a:pPr algn="r"/>
            <a:r>
              <a:rPr lang="pt-BR" sz="2200" dirty="0">
                <a:cs typeface="Aharoni" panose="02010803020104030203" pitchFamily="2" charset="-79"/>
              </a:rPr>
              <a:t>5. Aumentar o </a:t>
            </a:r>
            <a:r>
              <a:rPr lang="pt-BR" sz="2200" b="1" dirty="0">
                <a:cs typeface="Aharoni" panose="02010803020104030203" pitchFamily="2" charset="-79"/>
              </a:rPr>
              <a:t>compromisso com a qualidade </a:t>
            </a:r>
            <a:r>
              <a:rPr lang="pt-BR" sz="2200" dirty="0">
                <a:cs typeface="Aharoni" panose="02010803020104030203" pitchFamily="2" charset="-79"/>
              </a:rPr>
              <a:t>nas implantações e Mudanças.</a:t>
            </a:r>
          </a:p>
          <a:p>
            <a:pPr marL="457200" indent="-457200" algn="r">
              <a:buFont typeface="+mj-lt"/>
              <a:buAutoNum type="arabicPeriod"/>
            </a:pPr>
            <a:endParaRPr lang="pt-BR" sz="2200" dirty="0">
              <a:cs typeface="Aharoni" panose="02010803020104030203" pitchFamily="2" charset="-79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085184"/>
            <a:ext cx="9134475" cy="17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7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987475"/>
            <a:ext cx="9134475" cy="2097709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0. Manter o ímpeto das conquistas da </a:t>
            </a:r>
            <a:r>
              <a:rPr lang="pt-BR" sz="2200" b="1" dirty="0">
                <a:cs typeface="Aharoni" panose="02010803020104030203" pitchFamily="2" charset="-79"/>
              </a:rPr>
              <a:t>Gestão de Problemas e Incidentes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/>
          </a:p>
          <a:p>
            <a:pPr algn="r"/>
            <a:r>
              <a:rPr lang="pt-BR" sz="2000" dirty="0"/>
              <a:t>Manter ações de </a:t>
            </a:r>
            <a:r>
              <a:rPr lang="pt-BR" sz="2000" b="1" dirty="0"/>
              <a:t>estímulo e controle </a:t>
            </a:r>
            <a:r>
              <a:rPr lang="pt-BR" sz="2000" dirty="0"/>
              <a:t>para sustentação e evolução das práticas de gestão de problemas e incidentes, impedindo que outras demandas e prioridades prejudiquem ou impeçam a mobilização dos profissionais de Ti na </a:t>
            </a:r>
            <a:r>
              <a:rPr lang="pt-BR" sz="2000" b="1" dirty="0"/>
              <a:t>busca incessante por melhorias na Estabilidade Operacional</a:t>
            </a:r>
            <a:r>
              <a:rPr lang="pt-BR" sz="2000" dirty="0"/>
              <a:t>.</a:t>
            </a:r>
            <a:endParaRPr lang="pt-BR" sz="1600" dirty="0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2" y="5085184"/>
            <a:ext cx="9131677" cy="179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9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34475" cy="2376264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1. Identificar e documentar </a:t>
            </a:r>
            <a:r>
              <a:rPr lang="pt-BR" sz="2200" b="1" dirty="0">
                <a:cs typeface="Aharoni" panose="02010803020104030203" pitchFamily="2" charset="-79"/>
              </a:rPr>
              <a:t>Canais e Serviços de TI.</a:t>
            </a:r>
            <a:endParaRPr lang="pt-BR" sz="2200" dirty="0">
              <a:cs typeface="Aharoni" panose="02010803020104030203" pitchFamily="2" charset="-79"/>
            </a:endParaRPr>
          </a:p>
          <a:p>
            <a:pPr marL="457200" indent="-457200" algn="r">
              <a:buFont typeface="+mj-lt"/>
              <a:buAutoNum type="arabicPeriod"/>
            </a:pPr>
            <a:endParaRPr lang="pt-BR" sz="2000" dirty="0"/>
          </a:p>
          <a:p>
            <a:pPr algn="r"/>
            <a:r>
              <a:rPr lang="pt-BR" sz="2000" dirty="0"/>
              <a:t>Identificar os diferentes canais de relacionamento e os serviços de TI que suportam os objetivos de negócios dos clientes e os documentar em um </a:t>
            </a:r>
            <a:r>
              <a:rPr lang="pt-BR" sz="2000" b="1" dirty="0"/>
              <a:t>Catálogo de Serviços simples e eficaz</a:t>
            </a:r>
            <a:r>
              <a:rPr lang="pt-BR" sz="2000" dirty="0"/>
              <a:t>, para estabelecer a compreensão comum sobre os serviços da Contax e melhorar a interlocução com as unidades de negócio sobre mudanças e níveis de serviços (prazos, custos e qualidade dos serviços de TI).</a:t>
            </a:r>
            <a:endParaRPr lang="pt-BR" sz="1600" dirty="0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" y="5085184"/>
            <a:ext cx="9134475" cy="18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1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411410"/>
            <a:ext cx="9121520" cy="2673774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2. Identificar os </a:t>
            </a:r>
            <a:r>
              <a:rPr lang="pt-BR" sz="2200" b="1" dirty="0">
                <a:cs typeface="Aharoni" panose="02010803020104030203" pitchFamily="2" charset="-79"/>
              </a:rPr>
              <a:t>Ativos dos Serviços</a:t>
            </a:r>
            <a:r>
              <a:rPr lang="pt-BR" sz="2200" dirty="0">
                <a:cs typeface="Aharoni" panose="02010803020104030203" pitchFamily="2" charset="-79"/>
              </a:rPr>
              <a:t> e sua </a:t>
            </a:r>
            <a:r>
              <a:rPr lang="pt-BR" sz="2200" b="1" dirty="0">
                <a:cs typeface="Aharoni" panose="02010803020104030203" pitchFamily="2" charset="-79"/>
              </a:rPr>
              <a:t>Configuração.</a:t>
            </a:r>
            <a:endParaRPr lang="pt-BR" sz="2200" dirty="0">
              <a:cs typeface="Aharoni" panose="02010803020104030203" pitchFamily="2" charset="-79"/>
            </a:endParaRPr>
          </a:p>
          <a:p>
            <a:pPr algn="r"/>
            <a:endParaRPr lang="pt-BR" sz="2000" dirty="0"/>
          </a:p>
          <a:p>
            <a:pPr algn="r"/>
            <a:r>
              <a:rPr lang="pt-BR" sz="2000" dirty="0"/>
              <a:t>Para cada serviço catalogado, identificar os principais ativos e os relacionar, produzindo a </a:t>
            </a:r>
            <a:r>
              <a:rPr lang="pt-BR" sz="2000" b="1" dirty="0"/>
              <a:t>base de configuração dos serviços</a:t>
            </a:r>
            <a:r>
              <a:rPr lang="pt-BR" sz="2000" dirty="0"/>
              <a:t> para identificar e gerenciar as dependências críticas com sistemas, componentes de hardware, sites, clientes, incidentes, problemas e mudanças, de modo a favorecer a </a:t>
            </a:r>
            <a:r>
              <a:rPr lang="pt-BR" sz="2000" b="1" dirty="0"/>
              <a:t>precisão e a agilidade</a:t>
            </a:r>
            <a:r>
              <a:rPr lang="pt-BR" sz="2000" dirty="0"/>
              <a:t> das avaliações de causas e impactos, as decisões de gerenciamento e a </a:t>
            </a:r>
            <a:r>
              <a:rPr lang="pt-BR" sz="2000" b="1" dirty="0"/>
              <a:t>monitoração proativa dos serviços</a:t>
            </a:r>
            <a:r>
              <a:rPr lang="pt-BR" sz="2000" dirty="0"/>
              <a:t> de negócio.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5184"/>
            <a:ext cx="9144000" cy="179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7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9872" y="2924944"/>
            <a:ext cx="9121520" cy="2160240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3. Revisar e melhorar o processo e os </a:t>
            </a:r>
            <a:r>
              <a:rPr lang="pt-BR" sz="2200" b="1" dirty="0">
                <a:cs typeface="Aharoni" panose="02010803020104030203" pitchFamily="2" charset="-79"/>
              </a:rPr>
              <a:t>ritos de Gestão de Mudanças.</a:t>
            </a:r>
            <a:endParaRPr lang="pt-BR" sz="2200" dirty="0">
              <a:cs typeface="Aharoni" panose="02010803020104030203" pitchFamily="2" charset="-79"/>
            </a:endParaRPr>
          </a:p>
          <a:p>
            <a:pPr algn="r"/>
            <a:endParaRPr lang="pt-BR" sz="2000" dirty="0"/>
          </a:p>
          <a:p>
            <a:pPr algn="r"/>
            <a:r>
              <a:rPr lang="pt-BR" sz="2000" dirty="0"/>
              <a:t>Revisar e melhorar o processo de Gestão de Mudanças, </a:t>
            </a:r>
            <a:r>
              <a:rPr lang="pt-BR" sz="2000" b="1" dirty="0"/>
              <a:t>estabelecendo ritos diferentes para mudanças diferentes</a:t>
            </a:r>
            <a:r>
              <a:rPr lang="pt-BR" sz="2000" dirty="0"/>
              <a:t>, adequados à complexidade, ao impacto e aos recursos envolvidos, estabelecendo ritos rápidos para mudanças menores, normais para mudanças significativas e completos para mudanças maiores (projetos).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" y="5085184"/>
            <a:ext cx="9122152" cy="17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3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240" y="2627434"/>
            <a:ext cx="9121520" cy="2385742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4. Vincular Gestão de </a:t>
            </a:r>
            <a:r>
              <a:rPr lang="pt-BR" sz="2200" b="1" dirty="0">
                <a:cs typeface="Aharoni" panose="02010803020104030203" pitchFamily="2" charset="-79"/>
              </a:rPr>
              <a:t>Demandas, Projetos e Mudanças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/>
          </a:p>
          <a:p>
            <a:pPr algn="r"/>
            <a:r>
              <a:rPr lang="pt-BR" sz="2000" dirty="0"/>
              <a:t>Estabelecer os vínculos entre os processos de Gestão de Demandas (Portfólio de Serviços), Gestão de Projetos e Gestão de Mudanças, estabelecendo uma gestão linear, fim-a-fim, sobre todo o </a:t>
            </a:r>
            <a:r>
              <a:rPr lang="pt-BR" sz="2000" b="1" dirty="0"/>
              <a:t>ciclo de aprovação, desenvolvimento e implantação</a:t>
            </a:r>
            <a:r>
              <a:rPr lang="pt-BR" sz="2000" dirty="0"/>
              <a:t> de serviços novos ou alterados e os controles sobre </a:t>
            </a:r>
            <a:r>
              <a:rPr lang="pt-BR" sz="2000" b="1" dirty="0"/>
              <a:t>capacidades e limitações</a:t>
            </a:r>
            <a:r>
              <a:rPr lang="pt-BR" sz="2000" dirty="0"/>
              <a:t> operacionais e financeiras.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3176"/>
            <a:ext cx="9144000" cy="184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586512"/>
            <a:ext cx="9121520" cy="2426665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200" dirty="0">
                <a:cs typeface="Aharoni" panose="02010803020104030203" pitchFamily="2" charset="-79"/>
              </a:rPr>
              <a:t>5. Aumentar o </a:t>
            </a:r>
            <a:r>
              <a:rPr lang="pt-BR" sz="2200" b="1" dirty="0">
                <a:cs typeface="Aharoni" panose="02010803020104030203" pitchFamily="2" charset="-79"/>
              </a:rPr>
              <a:t>compromisso com a qualidade </a:t>
            </a:r>
            <a:r>
              <a:rPr lang="pt-BR" sz="2200" dirty="0">
                <a:cs typeface="Aharoni" panose="02010803020104030203" pitchFamily="2" charset="-79"/>
              </a:rPr>
              <a:t>nas implantações e mudanças.</a:t>
            </a:r>
          </a:p>
          <a:p>
            <a:pPr marL="457200" indent="-457200" algn="r">
              <a:buFont typeface="+mj-lt"/>
              <a:buAutoNum type="arabicPeriod" startAt="5"/>
            </a:pPr>
            <a:endParaRPr lang="pt-BR" sz="2000" dirty="0"/>
          </a:p>
          <a:p>
            <a:pPr algn="r"/>
            <a:r>
              <a:rPr lang="pt-BR" sz="2000" dirty="0"/>
              <a:t>Estabelecer </a:t>
            </a:r>
            <a:r>
              <a:rPr lang="pt-BR" sz="2000" b="1" dirty="0"/>
              <a:t>controles objetivos</a:t>
            </a:r>
            <a:r>
              <a:rPr lang="pt-BR" sz="2000" dirty="0"/>
              <a:t>, baseados em </a:t>
            </a:r>
            <a:r>
              <a:rPr lang="pt-BR" sz="2000" b="1" dirty="0"/>
              <a:t>critérios de aceitação do serviço</a:t>
            </a:r>
            <a:r>
              <a:rPr lang="pt-BR" sz="2000" dirty="0"/>
              <a:t> sobre a qualidade do desenvolvimento de soluções, dos testes, da homologação e da implantação de serviços novos ou alterados em ambientes de produção para efetiva avaliação da abrangência das entregas de serviços aos clientes e </a:t>
            </a:r>
            <a:r>
              <a:rPr lang="pt-BR" sz="2000" b="1" dirty="0"/>
              <a:t>habilitação das funções e processos de suporte</a:t>
            </a:r>
            <a:r>
              <a:rPr lang="pt-BR" sz="2000" dirty="0"/>
              <a:t>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Prática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" y="5032842"/>
            <a:ext cx="9131677" cy="183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err="1">
                <a:solidFill>
                  <a:schemeClr val="accent1">
                    <a:lumMod val="75000"/>
                  </a:schemeClr>
                </a:solidFill>
              </a:rPr>
              <a:t>Timeline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Subtítulo 2"/>
          <p:cNvSpPr>
            <a:spLocks noGrp="1"/>
          </p:cNvSpPr>
          <p:nvPr>
            <p:ph type="subTitle" idx="1"/>
          </p:nvPr>
        </p:nvSpPr>
        <p:spPr>
          <a:xfrm>
            <a:off x="12323" y="1510285"/>
            <a:ext cx="9121520" cy="1990725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>
                <a:cs typeface="Aharoni" panose="02010803020104030203" pitchFamily="2" charset="-79"/>
              </a:rPr>
              <a:t>A manutenção das melhorias é permanente.</a:t>
            </a: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r>
              <a:rPr lang="pt-BR" sz="2000" dirty="0">
                <a:cs typeface="Aharoni" panose="02010803020104030203" pitchFamily="2" charset="-79"/>
              </a:rPr>
              <a:t>O projeto tem início em janeiro e término em junho de 2016.</a:t>
            </a:r>
          </a:p>
          <a:p>
            <a:pPr algn="r"/>
            <a:r>
              <a:rPr lang="pt-BR" sz="2200" b="1" dirty="0">
                <a:cs typeface="Aharoni" panose="02010803020104030203" pitchFamily="2" charset="-79"/>
              </a:rPr>
              <a:t>Prazo total para realização dos serviços: 06 meses.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538728423"/>
              </p:ext>
            </p:extLst>
          </p:nvPr>
        </p:nvGraphicFramePr>
        <p:xfrm>
          <a:off x="107504" y="1412776"/>
          <a:ext cx="9131677" cy="4598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4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>
                <a:solidFill>
                  <a:schemeClr val="accent1">
                    <a:lumMod val="75000"/>
                  </a:schemeClr>
                </a:solidFill>
              </a:rPr>
              <a:t>Equipe</a:t>
            </a:r>
          </a:p>
        </p:txBody>
      </p:sp>
      <p:sp>
        <p:nvSpPr>
          <p:cNvPr id="36" name="Subtítulo 2"/>
          <p:cNvSpPr>
            <a:spLocks noGrp="1"/>
          </p:cNvSpPr>
          <p:nvPr>
            <p:ph type="subTitle" idx="1"/>
          </p:nvPr>
        </p:nvSpPr>
        <p:spPr>
          <a:xfrm>
            <a:off x="3442352" y="1481286"/>
            <a:ext cx="5701648" cy="576064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>
                <a:cs typeface="Aharoni" panose="02010803020104030203" pitchFamily="2" charset="-79"/>
              </a:rPr>
              <a:t>A equipe adequada e necessária para este trabalho será composta pelos seguintes profissionais:</a:t>
            </a:r>
            <a:endParaRPr lang="pt-BR" sz="2000" b="1" dirty="0">
              <a:cs typeface="Aharoni" panose="02010803020104030203" pitchFamily="2" charset="-79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340976132"/>
              </p:ext>
            </p:extLst>
          </p:nvPr>
        </p:nvGraphicFramePr>
        <p:xfrm>
          <a:off x="827584" y="2492896"/>
          <a:ext cx="7632278" cy="3906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2" y="155960"/>
            <a:ext cx="2554237" cy="61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4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714</Words>
  <Application>Microsoft Office PowerPoint</Application>
  <PresentationFormat>Apresentação na tela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Aharoni</vt:lpstr>
      <vt:lpstr>Arial</vt:lpstr>
      <vt:lpstr>Calibri</vt:lpstr>
      <vt:lpstr>Wingdings</vt:lpstr>
      <vt:lpstr>Tema do Office</vt:lpstr>
      <vt:lpstr>Apresentação do PowerPoint</vt:lpstr>
      <vt:lpstr>Apresentação do PowerPoint</vt:lpstr>
      <vt:lpstr>Solução</vt:lpstr>
      <vt:lpstr>Ações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CONTAX - T2R</dc:title>
  <dc:creator>CHACON | Consultoria Ilimitada</dc:creator>
  <cp:lastModifiedBy>Chacon</cp:lastModifiedBy>
  <cp:revision>244</cp:revision>
  <dcterms:created xsi:type="dcterms:W3CDTF">2014-01-30T16:52:26Z</dcterms:created>
  <dcterms:modified xsi:type="dcterms:W3CDTF">2016-03-21T12:19:49Z</dcterms:modified>
</cp:coreProperties>
</file>