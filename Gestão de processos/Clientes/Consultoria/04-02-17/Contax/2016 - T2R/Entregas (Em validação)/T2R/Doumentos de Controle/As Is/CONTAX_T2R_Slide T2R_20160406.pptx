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7" r:id="rId3"/>
  </p:sldMasterIdLst>
  <p:notesMasterIdLst>
    <p:notesMasterId r:id="rId11"/>
  </p:notesMasterIdLst>
  <p:sldIdLst>
    <p:sldId id="533" r:id="rId4"/>
    <p:sldId id="535" r:id="rId5"/>
    <p:sldId id="534" r:id="rId6"/>
    <p:sldId id="536" r:id="rId7"/>
    <p:sldId id="537" r:id="rId8"/>
    <p:sldId id="538" r:id="rId9"/>
    <p:sldId id="539" r:id="rId10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1785" autoAdjust="0"/>
  </p:normalViewPr>
  <p:slideViewPr>
    <p:cSldViewPr snapToGrid="0" snapToObjects="1">
      <p:cViewPr varScale="1">
        <p:scale>
          <a:sx n="101" d="100"/>
          <a:sy n="101" d="100"/>
        </p:scale>
        <p:origin x="845" y="67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13/04/2016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77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0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5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Projeto: T2R – Transição de Serviços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mapeamento As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(Demandas, Projetos e Mudanças)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a abordagem para desenvolvimento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o desenho macro da solução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10%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Ritos diferentes para Mudanças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critérios para qualificação de solicitações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Desenhar fluxo detalhado das solicitações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</p:spTree>
    <p:extLst>
      <p:ext uri="{BB962C8B-B14F-4D97-AF65-F5344CB8AC3E}">
        <p14:creationId xmlns:p14="http://schemas.microsoft.com/office/powerpoint/2010/main" val="23717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1" y="0"/>
            <a:ext cx="2478704" cy="5436013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Mudança</a:t>
            </a:r>
          </a:p>
          <a:p>
            <a:r>
              <a:rPr lang="pt-BR" dirty="0"/>
              <a:t>Alteração</a:t>
            </a:r>
          </a:p>
          <a:p>
            <a:r>
              <a:rPr lang="pt-BR" dirty="0"/>
              <a:t>Modificações</a:t>
            </a:r>
          </a:p>
          <a:p>
            <a:r>
              <a:rPr lang="pt-BR" dirty="0"/>
              <a:t>Transformação</a:t>
            </a:r>
          </a:p>
          <a:p>
            <a:r>
              <a:rPr lang="pt-BR" dirty="0"/>
              <a:t>Mutação</a:t>
            </a:r>
          </a:p>
          <a:p>
            <a:r>
              <a:rPr lang="pt-BR" dirty="0"/>
              <a:t>Melhoria</a:t>
            </a:r>
          </a:p>
          <a:p>
            <a:r>
              <a:rPr lang="pt-BR" dirty="0"/>
              <a:t>Upgrade</a:t>
            </a:r>
          </a:p>
          <a:p>
            <a:r>
              <a:rPr lang="pt-BR" dirty="0"/>
              <a:t>Aperfeiçoamento</a:t>
            </a:r>
          </a:p>
          <a:p>
            <a:r>
              <a:rPr lang="pt-BR" dirty="0"/>
              <a:t>Avanço</a:t>
            </a:r>
          </a:p>
          <a:p>
            <a:r>
              <a:rPr lang="pt-BR" dirty="0"/>
              <a:t>Desenvolvimento</a:t>
            </a:r>
          </a:p>
          <a:p>
            <a:r>
              <a:rPr lang="pt-BR" dirty="0"/>
              <a:t>Evolução</a:t>
            </a:r>
          </a:p>
          <a:p>
            <a:r>
              <a:rPr lang="pt-BR" dirty="0"/>
              <a:t>Reparação</a:t>
            </a:r>
          </a:p>
          <a:p>
            <a:r>
              <a:rPr lang="pt-BR" dirty="0"/>
              <a:t>Benfeitoria</a:t>
            </a:r>
          </a:p>
          <a:p>
            <a:r>
              <a:rPr lang="pt-BR" dirty="0"/>
              <a:t>Ampliação</a:t>
            </a:r>
          </a:p>
          <a:p>
            <a:r>
              <a:rPr lang="pt-BR" dirty="0"/>
              <a:t>Progresso</a:t>
            </a:r>
          </a:p>
          <a:p>
            <a:r>
              <a:rPr lang="pt-BR" dirty="0"/>
              <a:t>Crescimento</a:t>
            </a:r>
          </a:p>
          <a:p>
            <a:r>
              <a:rPr lang="pt-BR" dirty="0"/>
              <a:t>Transformação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413737" y="0"/>
            <a:ext cx="2478704" cy="5159014"/>
          </a:xfrm>
          <a:prstGeom prst="rect">
            <a:avLst/>
          </a:prstGeom>
          <a:noFill/>
        </p:spPr>
        <p:txBody>
          <a:bodyPr wrap="square" lIns="360000" tIns="360000" rIns="360000" bIns="360000" rtlCol="0">
            <a:spAutoFit/>
          </a:bodyPr>
          <a:lstStyle/>
          <a:p>
            <a:r>
              <a:rPr lang="pt-BR" dirty="0"/>
              <a:t>Aperfeiçoamento</a:t>
            </a:r>
          </a:p>
          <a:p>
            <a:r>
              <a:rPr lang="pt-BR" dirty="0"/>
              <a:t>Manobra</a:t>
            </a:r>
          </a:p>
          <a:p>
            <a:r>
              <a:rPr lang="pt-BR" dirty="0"/>
              <a:t>Movimentação</a:t>
            </a:r>
          </a:p>
          <a:p>
            <a:r>
              <a:rPr lang="pt-BR" dirty="0"/>
              <a:t>Atividade</a:t>
            </a:r>
          </a:p>
          <a:p>
            <a:r>
              <a:rPr lang="pt-BR" dirty="0"/>
              <a:t>Dinâmica</a:t>
            </a:r>
          </a:p>
          <a:p>
            <a:r>
              <a:rPr lang="pt-BR" dirty="0"/>
              <a:t>Ação</a:t>
            </a:r>
          </a:p>
          <a:p>
            <a:r>
              <a:rPr lang="pt-BR" dirty="0"/>
              <a:t>Execução</a:t>
            </a:r>
          </a:p>
          <a:p>
            <a:r>
              <a:rPr lang="pt-BR" dirty="0"/>
              <a:t>Movimentação</a:t>
            </a:r>
          </a:p>
          <a:p>
            <a:r>
              <a:rPr lang="pt-BR" b="1" dirty="0"/>
              <a:t>Interação</a:t>
            </a:r>
          </a:p>
          <a:p>
            <a:r>
              <a:rPr lang="pt-BR" dirty="0"/>
              <a:t>Comunicação</a:t>
            </a:r>
          </a:p>
          <a:p>
            <a:r>
              <a:rPr lang="pt-BR" dirty="0"/>
              <a:t>Solicitação</a:t>
            </a:r>
          </a:p>
          <a:p>
            <a:r>
              <a:rPr lang="pt-BR" dirty="0"/>
              <a:t>Requisição</a:t>
            </a:r>
          </a:p>
          <a:p>
            <a:r>
              <a:rPr lang="pt-BR" dirty="0"/>
              <a:t>Integração</a:t>
            </a:r>
          </a:p>
          <a:p>
            <a:r>
              <a:rPr lang="pt-BR" dirty="0"/>
              <a:t>Convergência</a:t>
            </a:r>
          </a:p>
          <a:p>
            <a:r>
              <a:rPr lang="pt-BR" dirty="0"/>
              <a:t>Conversão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4980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386060"/>
            <a:ext cx="7164060" cy="6764581"/>
          </a:xfrm>
          <a:prstGeom prst="rect">
            <a:avLst/>
          </a:prstGeom>
        </p:spPr>
        <p:txBody>
          <a:bodyPr wrap="square" lIns="360000" tIns="360000" rIns="360000" bIns="36000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pt-BR" dirty="0"/>
              <a:t>Avaliação de Mudanças e Projetos devem considerar: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Ativos - Especialistas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Itens de Configuração – Especialistas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Nível de Serviço acordado – Gerentes de TI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Cláusulas contratuais de SLA - Gerentes de TI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Gestão de Capacidade – Operação e Tecnológica – Gerentes de TI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387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386060"/>
            <a:ext cx="7164060" cy="4481905"/>
          </a:xfrm>
          <a:prstGeom prst="rect">
            <a:avLst/>
          </a:prstGeom>
        </p:spPr>
        <p:txBody>
          <a:bodyPr wrap="square" lIns="360000" tIns="360000" rIns="360000" bIns="36000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pt-BR" dirty="0"/>
              <a:t>Pauta de reunião T2R – Gerenciamento de Mudanças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Início de Comitês presenciais com presença de representantes de cada área técnica para 20/04.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Início de construção de ambiente de homologação.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Definição de </a:t>
            </a:r>
            <a:r>
              <a:rPr lang="pt-BR" dirty="0" err="1"/>
              <a:t>Dashboards</a:t>
            </a:r>
            <a:r>
              <a:rPr lang="pt-BR" dirty="0"/>
              <a:t> e escalonamento de cobrança.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Revisão de ferramenta </a:t>
            </a:r>
            <a:r>
              <a:rPr lang="pt-BR" dirty="0" err="1"/>
              <a:t>eGmud</a:t>
            </a:r>
            <a:r>
              <a:rPr lang="pt-BR" dirty="0"/>
              <a:t> - 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Inicio de criação de página na intranet para TI.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pt-BR" dirty="0"/>
              <a:t>Quem é Gestão de Incidentes?</a:t>
            </a:r>
          </a:p>
        </p:txBody>
      </p:sp>
    </p:spTree>
    <p:extLst>
      <p:ext uri="{BB962C8B-B14F-4D97-AF65-F5344CB8AC3E}">
        <p14:creationId xmlns:p14="http://schemas.microsoft.com/office/powerpoint/2010/main" val="103213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16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842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04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15023</TotalTime>
  <Words>245</Words>
  <Application>Microsoft Office PowerPoint</Application>
  <PresentationFormat>Personalizar</PresentationFormat>
  <Paragraphs>69</Paragraphs>
  <Slides>7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Wingdings</vt:lpstr>
      <vt:lpstr>Tema do Office</vt:lpstr>
      <vt:lpstr>5_Tema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Kiss</cp:lastModifiedBy>
  <cp:revision>1221</cp:revision>
  <dcterms:created xsi:type="dcterms:W3CDTF">2015-08-20T14:57:26Z</dcterms:created>
  <dcterms:modified xsi:type="dcterms:W3CDTF">2016-04-13T13:57:06Z</dcterms:modified>
</cp:coreProperties>
</file>