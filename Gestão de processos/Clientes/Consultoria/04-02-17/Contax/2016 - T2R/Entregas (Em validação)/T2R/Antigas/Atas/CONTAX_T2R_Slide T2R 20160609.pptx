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6"/>
  </p:notesMasterIdLst>
  <p:sldIdLst>
    <p:sldId id="643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5" autoAdjust="0"/>
    <p:restoredTop sz="88220" autoAdjust="0"/>
  </p:normalViewPr>
  <p:slideViewPr>
    <p:cSldViewPr snapToGrid="0" snapToObjects="1">
      <p:cViewPr varScale="1">
        <p:scale>
          <a:sx n="97" d="100"/>
          <a:sy n="97" d="100"/>
        </p:scale>
        <p:origin x="874" y="67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08/06/2016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699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6/8/2016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54755" y="2012334"/>
            <a:ext cx="2821854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integração (“gatilhos”) entre o processo GMUD e os de Demandas e de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ferramenta para automação dos processos de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Identificação de requisitos funcionais para automação integrada de Demandas, Projetos e Mudanças.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Especificação Funcional para solução de automação integrada dos processos T2R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 (Demandas, Projetos e Mudanças).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54754" y="791106"/>
            <a:ext cx="3028202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75%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214721" y="2012334"/>
            <a:ext cx="2701049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Fluxograma, Matriz RACI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SLA`s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Gerenciamento de Projetos. (Em andamento)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Controles para Projetos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Acompanhamento da solução de automação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Conclusão da definição de indicadores e de sua automação.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53882" y="2012334"/>
            <a:ext cx="2623388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limita a automação integrada dos processos.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Prazo para desenvolvimento de solução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20" name="Group 27"/>
          <p:cNvGrpSpPr>
            <a:grpSpLocks/>
          </p:cNvGrpSpPr>
          <p:nvPr/>
        </p:nvGrpSpPr>
        <p:grpSpPr bwMode="auto">
          <a:xfrm>
            <a:off x="2929962" y="1520632"/>
            <a:ext cx="274637" cy="274638"/>
            <a:chOff x="0" y="0"/>
            <a:chExt cx="173" cy="173"/>
          </a:xfrm>
        </p:grpSpPr>
        <p:sp>
          <p:nvSpPr>
            <p:cNvPr id="21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6415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19439</TotalTime>
  <Words>205</Words>
  <Application>Microsoft Office PowerPoint</Application>
  <PresentationFormat>Personalizar</PresentationFormat>
  <Paragraphs>22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1490</cp:revision>
  <dcterms:created xsi:type="dcterms:W3CDTF">2015-08-20T14:57:26Z</dcterms:created>
  <dcterms:modified xsi:type="dcterms:W3CDTF">2016-06-08T13:12:42Z</dcterms:modified>
</cp:coreProperties>
</file>