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7"/>
  </p:notesMasterIdLst>
  <p:sldIdLst>
    <p:sldId id="262" r:id="rId5"/>
    <p:sldId id="288" r:id="rId6"/>
    <p:sldId id="289" r:id="rId7"/>
    <p:sldId id="290" r:id="rId8"/>
    <p:sldId id="293" r:id="rId9"/>
    <p:sldId id="294" r:id="rId10"/>
    <p:sldId id="295" r:id="rId11"/>
    <p:sldId id="291" r:id="rId12"/>
    <p:sldId id="296" r:id="rId13"/>
    <p:sldId id="298" r:id="rId14"/>
    <p:sldId id="292" r:id="rId15"/>
    <p:sldId id="297" r:id="rId1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3809" autoAdjust="0"/>
  </p:normalViewPr>
  <p:slideViewPr>
    <p:cSldViewPr snapToGrid="0" snapToObjects="1">
      <p:cViewPr varScale="1">
        <p:scale>
          <a:sx n="98" d="100"/>
          <a:sy n="98" d="100"/>
        </p:scale>
        <p:origin x="624" y="84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63688-85F7-4BB0-BCF7-CA923CFDA3C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5925727-6E4E-4970-A330-08064ADF1B3A}">
      <dgm:prSet phldrT="[Texto]"/>
      <dgm:spPr/>
      <dgm:t>
        <a:bodyPr/>
        <a:lstStyle/>
        <a:p>
          <a:r>
            <a:rPr lang="pt-BR" dirty="0" smtClean="0"/>
            <a:t>Área de Negocio</a:t>
          </a:r>
          <a:endParaRPr lang="pt-BR" dirty="0"/>
        </a:p>
      </dgm:t>
    </dgm:pt>
    <dgm:pt modelId="{3974A9FF-66DE-4837-ABB1-9E1144AD7D98}" type="parTrans" cxnId="{69B1C087-D93E-4DB8-99EF-4D1028D48D4B}">
      <dgm:prSet/>
      <dgm:spPr/>
      <dgm:t>
        <a:bodyPr/>
        <a:lstStyle/>
        <a:p>
          <a:endParaRPr lang="pt-BR"/>
        </a:p>
      </dgm:t>
    </dgm:pt>
    <dgm:pt modelId="{17EAD259-75F9-4C94-8E95-66408B5078C5}" type="sibTrans" cxnId="{69B1C087-D93E-4DB8-99EF-4D1028D48D4B}">
      <dgm:prSet/>
      <dgm:spPr/>
      <dgm:t>
        <a:bodyPr/>
        <a:lstStyle/>
        <a:p>
          <a:endParaRPr lang="pt-BR"/>
        </a:p>
      </dgm:t>
    </dgm:pt>
    <dgm:pt modelId="{F1285014-28AA-45D9-ADEE-AE91877D442E}">
      <dgm:prSet phldrT="[Texto]"/>
      <dgm:spPr/>
      <dgm:t>
        <a:bodyPr/>
        <a:lstStyle/>
        <a:p>
          <a:r>
            <a:rPr lang="pt-BR" dirty="0" smtClean="0"/>
            <a:t>Serviços de Negocio</a:t>
          </a:r>
          <a:endParaRPr lang="pt-BR" dirty="0"/>
        </a:p>
      </dgm:t>
    </dgm:pt>
    <dgm:pt modelId="{8C9170B1-696D-4FD1-BD51-FEF029D4CB8E}" type="parTrans" cxnId="{7028510D-286A-4FDD-9D79-9C67C4D96710}">
      <dgm:prSet/>
      <dgm:spPr/>
      <dgm:t>
        <a:bodyPr/>
        <a:lstStyle/>
        <a:p>
          <a:endParaRPr lang="pt-BR"/>
        </a:p>
      </dgm:t>
    </dgm:pt>
    <dgm:pt modelId="{7D2974FE-1947-48F3-844F-5AEF96672C1F}" type="sibTrans" cxnId="{7028510D-286A-4FDD-9D79-9C67C4D96710}">
      <dgm:prSet/>
      <dgm:spPr/>
      <dgm:t>
        <a:bodyPr/>
        <a:lstStyle/>
        <a:p>
          <a:endParaRPr lang="pt-BR"/>
        </a:p>
      </dgm:t>
    </dgm:pt>
    <dgm:pt modelId="{1EECB3BF-E710-4144-9EAF-218C572ACF9B}">
      <dgm:prSet phldrT="[Texto]"/>
      <dgm:spPr/>
      <dgm:t>
        <a:bodyPr/>
        <a:lstStyle/>
        <a:p>
          <a:r>
            <a:rPr lang="pt-BR" dirty="0" smtClean="0"/>
            <a:t>Serviços de TI</a:t>
          </a:r>
          <a:endParaRPr lang="pt-BR" dirty="0"/>
        </a:p>
      </dgm:t>
    </dgm:pt>
    <dgm:pt modelId="{A9316EB5-2951-4164-BF3F-A4A0E386F6C3}" type="parTrans" cxnId="{1455B914-9438-46B8-960A-87999A8ED3D4}">
      <dgm:prSet/>
      <dgm:spPr/>
      <dgm:t>
        <a:bodyPr/>
        <a:lstStyle/>
        <a:p>
          <a:endParaRPr lang="pt-BR"/>
        </a:p>
      </dgm:t>
    </dgm:pt>
    <dgm:pt modelId="{9A79DA62-458F-4DE2-B981-61B48BDE5CAC}" type="sibTrans" cxnId="{1455B914-9438-46B8-960A-87999A8ED3D4}">
      <dgm:prSet/>
      <dgm:spPr/>
      <dgm:t>
        <a:bodyPr/>
        <a:lstStyle/>
        <a:p>
          <a:endParaRPr lang="pt-BR"/>
        </a:p>
      </dgm:t>
    </dgm:pt>
    <dgm:pt modelId="{C806A913-F286-43F6-8467-F5B3E4FDCA6A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Linha de Negocio da Empresa, gera receita para o conglomerado</a:t>
          </a:r>
          <a:endParaRPr lang="pt-BR" dirty="0"/>
        </a:p>
      </dgm:t>
    </dgm:pt>
    <dgm:pt modelId="{20D0CF8D-8A4B-49CE-AC15-917E7E96801E}" type="parTrans" cxnId="{5ACF69B1-5908-444A-8FFF-D5ED59342BCE}">
      <dgm:prSet/>
      <dgm:spPr/>
      <dgm:t>
        <a:bodyPr/>
        <a:lstStyle/>
        <a:p>
          <a:endParaRPr lang="pt-BR"/>
        </a:p>
      </dgm:t>
    </dgm:pt>
    <dgm:pt modelId="{6E0DD9F1-2991-4524-8301-FD24E5ADA463}" type="sibTrans" cxnId="{5ACF69B1-5908-444A-8FFF-D5ED59342BCE}">
      <dgm:prSet/>
      <dgm:spPr/>
      <dgm:t>
        <a:bodyPr/>
        <a:lstStyle/>
        <a:p>
          <a:endParaRPr lang="pt-BR"/>
        </a:p>
      </dgm:t>
    </dgm:pt>
    <dgm:pt modelId="{F93FF64A-92D3-4F79-A21B-5B01E66E2168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São utilizados pelos usuários</a:t>
          </a:r>
          <a:endParaRPr lang="pt-BR" dirty="0"/>
        </a:p>
      </dgm:t>
    </dgm:pt>
    <dgm:pt modelId="{74CA492C-5BE9-40AA-90DF-922876801DC0}" type="parTrans" cxnId="{BDED8074-302D-4CFF-BC39-FAF2B160749D}">
      <dgm:prSet/>
      <dgm:spPr/>
      <dgm:t>
        <a:bodyPr/>
        <a:lstStyle/>
        <a:p>
          <a:endParaRPr lang="pt-BR"/>
        </a:p>
      </dgm:t>
    </dgm:pt>
    <dgm:pt modelId="{8E83C059-F59E-4791-B298-9D39C7BF4291}" type="sibTrans" cxnId="{BDED8074-302D-4CFF-BC39-FAF2B160749D}">
      <dgm:prSet/>
      <dgm:spPr/>
      <dgm:t>
        <a:bodyPr/>
        <a:lstStyle/>
        <a:p>
          <a:endParaRPr lang="pt-BR"/>
        </a:p>
      </dgm:t>
    </dgm:pt>
    <dgm:pt modelId="{5D89FA9F-6E58-4D11-9178-79957703BF70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São </a:t>
          </a:r>
          <a:r>
            <a:rPr lang="pt-BR" dirty="0" err="1" smtClean="0"/>
            <a:t>agrupadores</a:t>
          </a:r>
          <a:r>
            <a:rPr lang="pt-BR" dirty="0" smtClean="0"/>
            <a:t> de TI e entendidos apenas pela TI</a:t>
          </a:r>
          <a:endParaRPr lang="pt-BR" dirty="0"/>
        </a:p>
      </dgm:t>
    </dgm:pt>
    <dgm:pt modelId="{A085AEF6-0A1A-40BA-9FD1-262011016571}" type="parTrans" cxnId="{B34C275B-D847-47FF-98A6-A665A1D8B678}">
      <dgm:prSet/>
      <dgm:spPr/>
      <dgm:t>
        <a:bodyPr/>
        <a:lstStyle/>
        <a:p>
          <a:endParaRPr lang="pt-BR"/>
        </a:p>
      </dgm:t>
    </dgm:pt>
    <dgm:pt modelId="{63BD2915-CA0E-4927-8F47-C9980A5769DB}" type="sibTrans" cxnId="{B34C275B-D847-47FF-98A6-A665A1D8B678}">
      <dgm:prSet/>
      <dgm:spPr/>
      <dgm:t>
        <a:bodyPr/>
        <a:lstStyle/>
        <a:p>
          <a:endParaRPr lang="pt-BR"/>
        </a:p>
      </dgm:t>
    </dgm:pt>
    <dgm:pt modelId="{CEA640C1-809B-4224-9CE8-43E79C5800F7}">
      <dgm:prSet/>
      <dgm:spPr>
        <a:solidFill>
          <a:srgbClr val="00B050"/>
        </a:solidFill>
      </dgm:spPr>
      <dgm:t>
        <a:bodyPr/>
        <a:lstStyle/>
        <a:p>
          <a:r>
            <a:rPr lang="pt-BR" dirty="0" smtClean="0"/>
            <a:t>Componentes de TI</a:t>
          </a:r>
          <a:endParaRPr lang="pt-BR" dirty="0"/>
        </a:p>
      </dgm:t>
    </dgm:pt>
    <dgm:pt modelId="{0B527810-1174-439C-81A2-6165EF2028B8}" type="parTrans" cxnId="{59844A15-8C5D-492D-9CFA-032E62500B13}">
      <dgm:prSet/>
      <dgm:spPr/>
      <dgm:t>
        <a:bodyPr/>
        <a:lstStyle/>
        <a:p>
          <a:endParaRPr lang="pt-BR"/>
        </a:p>
      </dgm:t>
    </dgm:pt>
    <dgm:pt modelId="{9CA16B0E-380E-4AA8-AFCD-1C724CA05E2F}" type="sibTrans" cxnId="{59844A15-8C5D-492D-9CFA-032E62500B13}">
      <dgm:prSet/>
      <dgm:spPr/>
      <dgm:t>
        <a:bodyPr/>
        <a:lstStyle/>
        <a:p>
          <a:endParaRPr lang="pt-BR"/>
        </a:p>
      </dgm:t>
    </dgm:pt>
    <dgm:pt modelId="{08090EE0-0F52-4CAE-9C9D-282ADC75058A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São todos os componentes de TI como Hardware, Software e documentação associada</a:t>
          </a:r>
          <a:endParaRPr lang="pt-BR" dirty="0"/>
        </a:p>
      </dgm:t>
    </dgm:pt>
    <dgm:pt modelId="{9FFD9CA9-0E55-4DB4-A1F4-7FD761988823}" type="parTrans" cxnId="{EFCFFB47-CE4A-4AFE-A0B5-471FACB1609A}">
      <dgm:prSet/>
      <dgm:spPr/>
      <dgm:t>
        <a:bodyPr/>
        <a:lstStyle/>
        <a:p>
          <a:endParaRPr lang="pt-BR"/>
        </a:p>
      </dgm:t>
    </dgm:pt>
    <dgm:pt modelId="{BBF34DDC-F2E2-4681-98D3-DEAB3EDEA6C2}" type="sibTrans" cxnId="{EFCFFB47-CE4A-4AFE-A0B5-471FACB1609A}">
      <dgm:prSet/>
      <dgm:spPr/>
      <dgm:t>
        <a:bodyPr/>
        <a:lstStyle/>
        <a:p>
          <a:endParaRPr lang="pt-BR"/>
        </a:p>
      </dgm:t>
    </dgm:pt>
    <dgm:pt modelId="{394F75A3-66AF-4999-866E-3F34E43C9DDC}" type="pres">
      <dgm:prSet presAssocID="{F9163688-85F7-4BB0-BCF7-CA923CFDA3C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0FDFE736-AD26-4769-B43F-D56D2E33497A}" type="pres">
      <dgm:prSet presAssocID="{F9163688-85F7-4BB0-BCF7-CA923CFDA3CA}" presName="hierFlow" presStyleCnt="0"/>
      <dgm:spPr/>
    </dgm:pt>
    <dgm:pt modelId="{CD5BF193-19D0-45D4-BDE0-7DA75710BB87}" type="pres">
      <dgm:prSet presAssocID="{F9163688-85F7-4BB0-BCF7-CA923CFDA3CA}" presName="firstBuf" presStyleCnt="0"/>
      <dgm:spPr/>
    </dgm:pt>
    <dgm:pt modelId="{C8C67CF5-A1BC-43A2-B594-77668408828D}" type="pres">
      <dgm:prSet presAssocID="{F9163688-85F7-4BB0-BCF7-CA923CFDA3C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F6BA0C7-61B3-4539-9986-86AFA0848883}" type="pres">
      <dgm:prSet presAssocID="{25925727-6E4E-4970-A330-08064ADF1B3A}" presName="Name14" presStyleCnt="0"/>
      <dgm:spPr/>
    </dgm:pt>
    <dgm:pt modelId="{F5F55FE9-EA24-4432-AC90-5C6C43A62517}" type="pres">
      <dgm:prSet presAssocID="{25925727-6E4E-4970-A330-08064ADF1B3A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EFE2CEC-D63E-4F20-BACB-173A7704A9EF}" type="pres">
      <dgm:prSet presAssocID="{25925727-6E4E-4970-A330-08064ADF1B3A}" presName="hierChild2" presStyleCnt="0"/>
      <dgm:spPr/>
    </dgm:pt>
    <dgm:pt modelId="{720B351B-F931-4BD1-BE31-470A7A3233EB}" type="pres">
      <dgm:prSet presAssocID="{8C9170B1-696D-4FD1-BD51-FEF029D4CB8E}" presName="Name19" presStyleLbl="parChTrans1D2" presStyleIdx="0" presStyleCnt="1"/>
      <dgm:spPr/>
      <dgm:t>
        <a:bodyPr/>
        <a:lstStyle/>
        <a:p>
          <a:endParaRPr lang="pt-BR"/>
        </a:p>
      </dgm:t>
    </dgm:pt>
    <dgm:pt modelId="{245CA802-F5CA-44BB-BF59-2459AF470572}" type="pres">
      <dgm:prSet presAssocID="{F1285014-28AA-45D9-ADEE-AE91877D442E}" presName="Name21" presStyleCnt="0"/>
      <dgm:spPr/>
    </dgm:pt>
    <dgm:pt modelId="{35517F46-B349-48E6-B6D7-9EBBCBAD24CA}" type="pres">
      <dgm:prSet presAssocID="{F1285014-28AA-45D9-ADEE-AE91877D442E}" presName="level2Shape" presStyleLbl="node2" presStyleIdx="0" presStyleCnt="1"/>
      <dgm:spPr/>
      <dgm:t>
        <a:bodyPr/>
        <a:lstStyle/>
        <a:p>
          <a:endParaRPr lang="pt-BR"/>
        </a:p>
      </dgm:t>
    </dgm:pt>
    <dgm:pt modelId="{BF080F17-2B0D-40E9-941E-C6883BDC8D80}" type="pres">
      <dgm:prSet presAssocID="{F1285014-28AA-45D9-ADEE-AE91877D442E}" presName="hierChild3" presStyleCnt="0"/>
      <dgm:spPr/>
    </dgm:pt>
    <dgm:pt modelId="{05200CFD-AEC3-4EF6-BA6D-19AFA5A1ED66}" type="pres">
      <dgm:prSet presAssocID="{A9316EB5-2951-4164-BF3F-A4A0E386F6C3}" presName="Name19" presStyleLbl="parChTrans1D3" presStyleIdx="0" presStyleCnt="1"/>
      <dgm:spPr/>
      <dgm:t>
        <a:bodyPr/>
        <a:lstStyle/>
        <a:p>
          <a:endParaRPr lang="pt-BR"/>
        </a:p>
      </dgm:t>
    </dgm:pt>
    <dgm:pt modelId="{9B3BEDF4-B6DC-4A3C-9730-169A1D983649}" type="pres">
      <dgm:prSet presAssocID="{1EECB3BF-E710-4144-9EAF-218C572ACF9B}" presName="Name21" presStyleCnt="0"/>
      <dgm:spPr/>
    </dgm:pt>
    <dgm:pt modelId="{426F6866-51F4-48FC-82A2-42E92C40A665}" type="pres">
      <dgm:prSet presAssocID="{1EECB3BF-E710-4144-9EAF-218C572ACF9B}" presName="level2Shape" presStyleLbl="node3" presStyleIdx="0" presStyleCnt="1"/>
      <dgm:spPr/>
      <dgm:t>
        <a:bodyPr/>
        <a:lstStyle/>
        <a:p>
          <a:endParaRPr lang="pt-BR"/>
        </a:p>
      </dgm:t>
    </dgm:pt>
    <dgm:pt modelId="{7B86E2B5-54D3-40BC-A10D-144160A4ED57}" type="pres">
      <dgm:prSet presAssocID="{1EECB3BF-E710-4144-9EAF-218C572ACF9B}" presName="hierChild3" presStyleCnt="0"/>
      <dgm:spPr/>
    </dgm:pt>
    <dgm:pt modelId="{3118BB90-8790-4CAC-BD47-CABE60EFCE45}" type="pres">
      <dgm:prSet presAssocID="{0B527810-1174-439C-81A2-6165EF2028B8}" presName="Name19" presStyleLbl="parChTrans1D4" presStyleIdx="0" presStyleCnt="1"/>
      <dgm:spPr/>
      <dgm:t>
        <a:bodyPr/>
        <a:lstStyle/>
        <a:p>
          <a:endParaRPr lang="pt-BR"/>
        </a:p>
      </dgm:t>
    </dgm:pt>
    <dgm:pt modelId="{09425E91-6BBE-4BCF-A424-8FE5915EEF5F}" type="pres">
      <dgm:prSet presAssocID="{CEA640C1-809B-4224-9CE8-43E79C5800F7}" presName="Name21" presStyleCnt="0"/>
      <dgm:spPr/>
    </dgm:pt>
    <dgm:pt modelId="{6C71C0A6-5CB2-4496-A875-F7F1A448CB36}" type="pres">
      <dgm:prSet presAssocID="{CEA640C1-809B-4224-9CE8-43E79C5800F7}" presName="level2Shape" presStyleLbl="node4" presStyleIdx="0" presStyleCnt="1"/>
      <dgm:spPr/>
      <dgm:t>
        <a:bodyPr/>
        <a:lstStyle/>
        <a:p>
          <a:endParaRPr lang="pt-BR"/>
        </a:p>
      </dgm:t>
    </dgm:pt>
    <dgm:pt modelId="{1C4E5EB0-50D4-49FA-A46E-C96046FD732C}" type="pres">
      <dgm:prSet presAssocID="{CEA640C1-809B-4224-9CE8-43E79C5800F7}" presName="hierChild3" presStyleCnt="0"/>
      <dgm:spPr/>
    </dgm:pt>
    <dgm:pt modelId="{BBCFD8D7-11A0-4990-8779-5FBE94ED0B28}" type="pres">
      <dgm:prSet presAssocID="{F9163688-85F7-4BB0-BCF7-CA923CFDA3CA}" presName="bgShapesFlow" presStyleCnt="0"/>
      <dgm:spPr/>
    </dgm:pt>
    <dgm:pt modelId="{B8A2B8D9-25B8-4B53-B125-F6838601B80C}" type="pres">
      <dgm:prSet presAssocID="{C806A913-F286-43F6-8467-F5B3E4FDCA6A}" presName="rectComp" presStyleCnt="0"/>
      <dgm:spPr/>
    </dgm:pt>
    <dgm:pt modelId="{25F108FF-0A8C-45FE-BD17-5AC2A4FEEBFF}" type="pres">
      <dgm:prSet presAssocID="{C806A913-F286-43F6-8467-F5B3E4FDCA6A}" presName="bgRect" presStyleLbl="bgShp" presStyleIdx="0" presStyleCnt="4"/>
      <dgm:spPr/>
      <dgm:t>
        <a:bodyPr/>
        <a:lstStyle/>
        <a:p>
          <a:endParaRPr lang="pt-BR"/>
        </a:p>
      </dgm:t>
    </dgm:pt>
    <dgm:pt modelId="{320323EE-229D-413F-9CB8-BE13514A7AB5}" type="pres">
      <dgm:prSet presAssocID="{C806A913-F286-43F6-8467-F5B3E4FDCA6A}" presName="bgRectTx" presStyleLbl="bgShp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E92E28A-092D-4899-B0E7-41B726402B55}" type="pres">
      <dgm:prSet presAssocID="{C806A913-F286-43F6-8467-F5B3E4FDCA6A}" presName="spComp" presStyleCnt="0"/>
      <dgm:spPr/>
    </dgm:pt>
    <dgm:pt modelId="{71E03746-59C1-459C-96FA-04A0271439DC}" type="pres">
      <dgm:prSet presAssocID="{C806A913-F286-43F6-8467-F5B3E4FDCA6A}" presName="vSp" presStyleCnt="0"/>
      <dgm:spPr/>
    </dgm:pt>
    <dgm:pt modelId="{1779F9DC-3B1B-49ED-A00D-7C66EFE0288A}" type="pres">
      <dgm:prSet presAssocID="{F93FF64A-92D3-4F79-A21B-5B01E66E2168}" presName="rectComp" presStyleCnt="0"/>
      <dgm:spPr/>
    </dgm:pt>
    <dgm:pt modelId="{BD52C9BF-FA86-47D4-8A37-BD174CB687F1}" type="pres">
      <dgm:prSet presAssocID="{F93FF64A-92D3-4F79-A21B-5B01E66E2168}" presName="bgRect" presStyleLbl="bgShp" presStyleIdx="1" presStyleCnt="4"/>
      <dgm:spPr/>
      <dgm:t>
        <a:bodyPr/>
        <a:lstStyle/>
        <a:p>
          <a:endParaRPr lang="pt-BR"/>
        </a:p>
      </dgm:t>
    </dgm:pt>
    <dgm:pt modelId="{45B11416-7524-4E24-98D0-664457AA89A1}" type="pres">
      <dgm:prSet presAssocID="{F93FF64A-92D3-4F79-A21B-5B01E66E2168}" presName="bgRectTx" presStyleLbl="bgShp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2A3DEA2-6837-49AA-8789-F19357C0813A}" type="pres">
      <dgm:prSet presAssocID="{F93FF64A-92D3-4F79-A21B-5B01E66E2168}" presName="spComp" presStyleCnt="0"/>
      <dgm:spPr/>
    </dgm:pt>
    <dgm:pt modelId="{1A1794FD-48C1-415B-8FF1-0FE94652EE54}" type="pres">
      <dgm:prSet presAssocID="{F93FF64A-92D3-4F79-A21B-5B01E66E2168}" presName="vSp" presStyleCnt="0"/>
      <dgm:spPr/>
    </dgm:pt>
    <dgm:pt modelId="{5612A689-8178-43C6-A1A9-538C04E18751}" type="pres">
      <dgm:prSet presAssocID="{5D89FA9F-6E58-4D11-9178-79957703BF70}" presName="rectComp" presStyleCnt="0"/>
      <dgm:spPr/>
    </dgm:pt>
    <dgm:pt modelId="{6F8ED05D-06B2-489F-8630-523FCD4AFC79}" type="pres">
      <dgm:prSet presAssocID="{5D89FA9F-6E58-4D11-9178-79957703BF70}" presName="bgRect" presStyleLbl="bgShp" presStyleIdx="2" presStyleCnt="4"/>
      <dgm:spPr/>
      <dgm:t>
        <a:bodyPr/>
        <a:lstStyle/>
        <a:p>
          <a:endParaRPr lang="pt-BR"/>
        </a:p>
      </dgm:t>
    </dgm:pt>
    <dgm:pt modelId="{2FF8A7F1-36C4-4B5F-9598-FCBDB02D80A1}" type="pres">
      <dgm:prSet presAssocID="{5D89FA9F-6E58-4D11-9178-79957703BF70}" presName="bgRectTx" presStyleLbl="bgShp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1F4EE2D-AF7E-4C14-90E7-02B13E239CF5}" type="pres">
      <dgm:prSet presAssocID="{5D89FA9F-6E58-4D11-9178-79957703BF70}" presName="spComp" presStyleCnt="0"/>
      <dgm:spPr/>
    </dgm:pt>
    <dgm:pt modelId="{EC90E656-7B9C-4267-8527-91947223F774}" type="pres">
      <dgm:prSet presAssocID="{5D89FA9F-6E58-4D11-9178-79957703BF70}" presName="vSp" presStyleCnt="0"/>
      <dgm:spPr/>
    </dgm:pt>
    <dgm:pt modelId="{1DFEEBEF-72D5-435F-B948-305963752894}" type="pres">
      <dgm:prSet presAssocID="{08090EE0-0F52-4CAE-9C9D-282ADC75058A}" presName="rectComp" presStyleCnt="0"/>
      <dgm:spPr/>
    </dgm:pt>
    <dgm:pt modelId="{678013A4-64EE-4143-B374-F5C28D4D7C7E}" type="pres">
      <dgm:prSet presAssocID="{08090EE0-0F52-4CAE-9C9D-282ADC75058A}" presName="bgRect" presStyleLbl="bgShp" presStyleIdx="3" presStyleCnt="4" custLinFactNeighborY="395"/>
      <dgm:spPr/>
      <dgm:t>
        <a:bodyPr/>
        <a:lstStyle/>
        <a:p>
          <a:endParaRPr lang="pt-BR"/>
        </a:p>
      </dgm:t>
    </dgm:pt>
    <dgm:pt modelId="{14DEF4FA-A74A-43A4-B121-C0696F045790}" type="pres">
      <dgm:prSet presAssocID="{08090EE0-0F52-4CAE-9C9D-282ADC75058A}" presName="bgRectTx" presStyleLbl="bgShp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FCFFB47-CE4A-4AFE-A0B5-471FACB1609A}" srcId="{F9163688-85F7-4BB0-BCF7-CA923CFDA3CA}" destId="{08090EE0-0F52-4CAE-9C9D-282ADC75058A}" srcOrd="4" destOrd="0" parTransId="{9FFD9CA9-0E55-4DB4-A1F4-7FD761988823}" sibTransId="{BBF34DDC-F2E2-4681-98D3-DEAB3EDEA6C2}"/>
    <dgm:cxn modelId="{BC19230F-CA26-4DB2-9134-D747BF2B61E8}" type="presOf" srcId="{08090EE0-0F52-4CAE-9C9D-282ADC75058A}" destId="{678013A4-64EE-4143-B374-F5C28D4D7C7E}" srcOrd="0" destOrd="0" presId="urn:microsoft.com/office/officeart/2005/8/layout/hierarchy6"/>
    <dgm:cxn modelId="{23D6CF4A-EB4B-40AF-9C63-1DD47022C804}" type="presOf" srcId="{CEA640C1-809B-4224-9CE8-43E79C5800F7}" destId="{6C71C0A6-5CB2-4496-A875-F7F1A448CB36}" srcOrd="0" destOrd="0" presId="urn:microsoft.com/office/officeart/2005/8/layout/hierarchy6"/>
    <dgm:cxn modelId="{2492C00D-4CFB-4BE2-AE33-3E5CCFED970B}" type="presOf" srcId="{C806A913-F286-43F6-8467-F5B3E4FDCA6A}" destId="{25F108FF-0A8C-45FE-BD17-5AC2A4FEEBFF}" srcOrd="0" destOrd="0" presId="urn:microsoft.com/office/officeart/2005/8/layout/hierarchy6"/>
    <dgm:cxn modelId="{B8203BBE-00F8-494A-97BE-669DA752DD17}" type="presOf" srcId="{0B527810-1174-439C-81A2-6165EF2028B8}" destId="{3118BB90-8790-4CAC-BD47-CABE60EFCE45}" srcOrd="0" destOrd="0" presId="urn:microsoft.com/office/officeart/2005/8/layout/hierarchy6"/>
    <dgm:cxn modelId="{9D0A670B-F391-42C4-9F29-127A2F0C598D}" type="presOf" srcId="{08090EE0-0F52-4CAE-9C9D-282ADC75058A}" destId="{14DEF4FA-A74A-43A4-B121-C0696F045790}" srcOrd="1" destOrd="0" presId="urn:microsoft.com/office/officeart/2005/8/layout/hierarchy6"/>
    <dgm:cxn modelId="{1455B914-9438-46B8-960A-87999A8ED3D4}" srcId="{F1285014-28AA-45D9-ADEE-AE91877D442E}" destId="{1EECB3BF-E710-4144-9EAF-218C572ACF9B}" srcOrd="0" destOrd="0" parTransId="{A9316EB5-2951-4164-BF3F-A4A0E386F6C3}" sibTransId="{9A79DA62-458F-4DE2-B981-61B48BDE5CAC}"/>
    <dgm:cxn modelId="{40AEB04E-D92F-4828-B627-D7B3702CD0FB}" type="presOf" srcId="{F93FF64A-92D3-4F79-A21B-5B01E66E2168}" destId="{BD52C9BF-FA86-47D4-8A37-BD174CB687F1}" srcOrd="0" destOrd="0" presId="urn:microsoft.com/office/officeart/2005/8/layout/hierarchy6"/>
    <dgm:cxn modelId="{B34C275B-D847-47FF-98A6-A665A1D8B678}" srcId="{F9163688-85F7-4BB0-BCF7-CA923CFDA3CA}" destId="{5D89FA9F-6E58-4D11-9178-79957703BF70}" srcOrd="3" destOrd="0" parTransId="{A085AEF6-0A1A-40BA-9FD1-262011016571}" sibTransId="{63BD2915-CA0E-4927-8F47-C9980A5769DB}"/>
    <dgm:cxn modelId="{5ACF69B1-5908-444A-8FFF-D5ED59342BCE}" srcId="{F9163688-85F7-4BB0-BCF7-CA923CFDA3CA}" destId="{C806A913-F286-43F6-8467-F5B3E4FDCA6A}" srcOrd="1" destOrd="0" parTransId="{20D0CF8D-8A4B-49CE-AC15-917E7E96801E}" sibTransId="{6E0DD9F1-2991-4524-8301-FD24E5ADA463}"/>
    <dgm:cxn modelId="{59844A15-8C5D-492D-9CFA-032E62500B13}" srcId="{1EECB3BF-E710-4144-9EAF-218C572ACF9B}" destId="{CEA640C1-809B-4224-9CE8-43E79C5800F7}" srcOrd="0" destOrd="0" parTransId="{0B527810-1174-439C-81A2-6165EF2028B8}" sibTransId="{9CA16B0E-380E-4AA8-AFCD-1C724CA05E2F}"/>
    <dgm:cxn modelId="{7028510D-286A-4FDD-9D79-9C67C4D96710}" srcId="{25925727-6E4E-4970-A330-08064ADF1B3A}" destId="{F1285014-28AA-45D9-ADEE-AE91877D442E}" srcOrd="0" destOrd="0" parTransId="{8C9170B1-696D-4FD1-BD51-FEF029D4CB8E}" sibTransId="{7D2974FE-1947-48F3-844F-5AEF96672C1F}"/>
    <dgm:cxn modelId="{E6BC2A0C-2D89-4415-BC03-84FCD3F1150B}" type="presOf" srcId="{F9163688-85F7-4BB0-BCF7-CA923CFDA3CA}" destId="{394F75A3-66AF-4999-866E-3F34E43C9DDC}" srcOrd="0" destOrd="0" presId="urn:microsoft.com/office/officeart/2005/8/layout/hierarchy6"/>
    <dgm:cxn modelId="{69B1C087-D93E-4DB8-99EF-4D1028D48D4B}" srcId="{F9163688-85F7-4BB0-BCF7-CA923CFDA3CA}" destId="{25925727-6E4E-4970-A330-08064ADF1B3A}" srcOrd="0" destOrd="0" parTransId="{3974A9FF-66DE-4837-ABB1-9E1144AD7D98}" sibTransId="{17EAD259-75F9-4C94-8E95-66408B5078C5}"/>
    <dgm:cxn modelId="{BDED8074-302D-4CFF-BC39-FAF2B160749D}" srcId="{F9163688-85F7-4BB0-BCF7-CA923CFDA3CA}" destId="{F93FF64A-92D3-4F79-A21B-5B01E66E2168}" srcOrd="2" destOrd="0" parTransId="{74CA492C-5BE9-40AA-90DF-922876801DC0}" sibTransId="{8E83C059-F59E-4791-B298-9D39C7BF4291}"/>
    <dgm:cxn modelId="{AC347C37-9145-46BD-8969-0863AC5FD530}" type="presOf" srcId="{1EECB3BF-E710-4144-9EAF-218C572ACF9B}" destId="{426F6866-51F4-48FC-82A2-42E92C40A665}" srcOrd="0" destOrd="0" presId="urn:microsoft.com/office/officeart/2005/8/layout/hierarchy6"/>
    <dgm:cxn modelId="{04FAB1B7-F2DA-458F-9644-EDBC5FD654E5}" type="presOf" srcId="{5D89FA9F-6E58-4D11-9178-79957703BF70}" destId="{2FF8A7F1-36C4-4B5F-9598-FCBDB02D80A1}" srcOrd="1" destOrd="0" presId="urn:microsoft.com/office/officeart/2005/8/layout/hierarchy6"/>
    <dgm:cxn modelId="{559851C2-C210-4914-8EA2-156CDAAB74D1}" type="presOf" srcId="{A9316EB5-2951-4164-BF3F-A4A0E386F6C3}" destId="{05200CFD-AEC3-4EF6-BA6D-19AFA5A1ED66}" srcOrd="0" destOrd="0" presId="urn:microsoft.com/office/officeart/2005/8/layout/hierarchy6"/>
    <dgm:cxn modelId="{EC56ABBE-8152-4562-B260-A2DEF822A2A0}" type="presOf" srcId="{5D89FA9F-6E58-4D11-9178-79957703BF70}" destId="{6F8ED05D-06B2-489F-8630-523FCD4AFC79}" srcOrd="0" destOrd="0" presId="urn:microsoft.com/office/officeart/2005/8/layout/hierarchy6"/>
    <dgm:cxn modelId="{F08303E7-1DFB-42F6-92A2-7EC8297DA08A}" type="presOf" srcId="{8C9170B1-696D-4FD1-BD51-FEF029D4CB8E}" destId="{720B351B-F931-4BD1-BE31-470A7A3233EB}" srcOrd="0" destOrd="0" presId="urn:microsoft.com/office/officeart/2005/8/layout/hierarchy6"/>
    <dgm:cxn modelId="{FC6EEA20-5DD3-4FFB-A782-5098C17CB9EC}" type="presOf" srcId="{F1285014-28AA-45D9-ADEE-AE91877D442E}" destId="{35517F46-B349-48E6-B6D7-9EBBCBAD24CA}" srcOrd="0" destOrd="0" presId="urn:microsoft.com/office/officeart/2005/8/layout/hierarchy6"/>
    <dgm:cxn modelId="{0EE56FA7-7D0A-4652-AC32-FD4C82113578}" type="presOf" srcId="{C806A913-F286-43F6-8467-F5B3E4FDCA6A}" destId="{320323EE-229D-413F-9CB8-BE13514A7AB5}" srcOrd="1" destOrd="0" presId="urn:microsoft.com/office/officeart/2005/8/layout/hierarchy6"/>
    <dgm:cxn modelId="{4BF43783-9C83-42C0-9D30-16924E3A59CC}" type="presOf" srcId="{25925727-6E4E-4970-A330-08064ADF1B3A}" destId="{F5F55FE9-EA24-4432-AC90-5C6C43A62517}" srcOrd="0" destOrd="0" presId="urn:microsoft.com/office/officeart/2005/8/layout/hierarchy6"/>
    <dgm:cxn modelId="{C397DC3B-83BD-496F-8985-816399A3B0FD}" type="presOf" srcId="{F93FF64A-92D3-4F79-A21B-5B01E66E2168}" destId="{45B11416-7524-4E24-98D0-664457AA89A1}" srcOrd="1" destOrd="0" presId="urn:microsoft.com/office/officeart/2005/8/layout/hierarchy6"/>
    <dgm:cxn modelId="{89512A88-B52F-41DA-B5F7-E3CF85603B92}" type="presParOf" srcId="{394F75A3-66AF-4999-866E-3F34E43C9DDC}" destId="{0FDFE736-AD26-4769-B43F-D56D2E33497A}" srcOrd="0" destOrd="0" presId="urn:microsoft.com/office/officeart/2005/8/layout/hierarchy6"/>
    <dgm:cxn modelId="{1A057086-1AEE-4A61-8E95-792C773E72D9}" type="presParOf" srcId="{0FDFE736-AD26-4769-B43F-D56D2E33497A}" destId="{CD5BF193-19D0-45D4-BDE0-7DA75710BB87}" srcOrd="0" destOrd="0" presId="urn:microsoft.com/office/officeart/2005/8/layout/hierarchy6"/>
    <dgm:cxn modelId="{7B3BD61B-9C70-4434-8790-420EE58A4FE5}" type="presParOf" srcId="{0FDFE736-AD26-4769-B43F-D56D2E33497A}" destId="{C8C67CF5-A1BC-43A2-B594-77668408828D}" srcOrd="1" destOrd="0" presId="urn:microsoft.com/office/officeart/2005/8/layout/hierarchy6"/>
    <dgm:cxn modelId="{74C2FD12-73F8-44D9-AE8A-237C6D5BDB7C}" type="presParOf" srcId="{C8C67CF5-A1BC-43A2-B594-77668408828D}" destId="{0F6BA0C7-61B3-4539-9986-86AFA0848883}" srcOrd="0" destOrd="0" presId="urn:microsoft.com/office/officeart/2005/8/layout/hierarchy6"/>
    <dgm:cxn modelId="{04D6C34E-1775-421C-A2DD-CC1DC315B889}" type="presParOf" srcId="{0F6BA0C7-61B3-4539-9986-86AFA0848883}" destId="{F5F55FE9-EA24-4432-AC90-5C6C43A62517}" srcOrd="0" destOrd="0" presId="urn:microsoft.com/office/officeart/2005/8/layout/hierarchy6"/>
    <dgm:cxn modelId="{77DD7636-F04B-4191-AB0C-91D85D522EB8}" type="presParOf" srcId="{0F6BA0C7-61B3-4539-9986-86AFA0848883}" destId="{DEFE2CEC-D63E-4F20-BACB-173A7704A9EF}" srcOrd="1" destOrd="0" presId="urn:microsoft.com/office/officeart/2005/8/layout/hierarchy6"/>
    <dgm:cxn modelId="{1DEDCABD-D9E5-42E2-9A4A-FD0755BCF4E9}" type="presParOf" srcId="{DEFE2CEC-D63E-4F20-BACB-173A7704A9EF}" destId="{720B351B-F931-4BD1-BE31-470A7A3233EB}" srcOrd="0" destOrd="0" presId="urn:microsoft.com/office/officeart/2005/8/layout/hierarchy6"/>
    <dgm:cxn modelId="{61CA805E-28E5-4FBA-8258-1A1050CE5292}" type="presParOf" srcId="{DEFE2CEC-D63E-4F20-BACB-173A7704A9EF}" destId="{245CA802-F5CA-44BB-BF59-2459AF470572}" srcOrd="1" destOrd="0" presId="urn:microsoft.com/office/officeart/2005/8/layout/hierarchy6"/>
    <dgm:cxn modelId="{EC8FF67D-7CF1-4EFD-AA0A-1B32D42B6F1E}" type="presParOf" srcId="{245CA802-F5CA-44BB-BF59-2459AF470572}" destId="{35517F46-B349-48E6-B6D7-9EBBCBAD24CA}" srcOrd="0" destOrd="0" presId="urn:microsoft.com/office/officeart/2005/8/layout/hierarchy6"/>
    <dgm:cxn modelId="{3448A18E-F612-4F76-AEA3-B9A8FE3CB5CD}" type="presParOf" srcId="{245CA802-F5CA-44BB-BF59-2459AF470572}" destId="{BF080F17-2B0D-40E9-941E-C6883BDC8D80}" srcOrd="1" destOrd="0" presId="urn:microsoft.com/office/officeart/2005/8/layout/hierarchy6"/>
    <dgm:cxn modelId="{39EF200F-7179-4B3D-A6DA-A87A422FCAA1}" type="presParOf" srcId="{BF080F17-2B0D-40E9-941E-C6883BDC8D80}" destId="{05200CFD-AEC3-4EF6-BA6D-19AFA5A1ED66}" srcOrd="0" destOrd="0" presId="urn:microsoft.com/office/officeart/2005/8/layout/hierarchy6"/>
    <dgm:cxn modelId="{E21EBE27-6330-460B-9C72-A59EF6339385}" type="presParOf" srcId="{BF080F17-2B0D-40E9-941E-C6883BDC8D80}" destId="{9B3BEDF4-B6DC-4A3C-9730-169A1D983649}" srcOrd="1" destOrd="0" presId="urn:microsoft.com/office/officeart/2005/8/layout/hierarchy6"/>
    <dgm:cxn modelId="{DF5B295E-E32B-450A-9145-07CAFFBBE831}" type="presParOf" srcId="{9B3BEDF4-B6DC-4A3C-9730-169A1D983649}" destId="{426F6866-51F4-48FC-82A2-42E92C40A665}" srcOrd="0" destOrd="0" presId="urn:microsoft.com/office/officeart/2005/8/layout/hierarchy6"/>
    <dgm:cxn modelId="{ABF8E6F1-64F3-4BEA-830B-D443BC1E3208}" type="presParOf" srcId="{9B3BEDF4-B6DC-4A3C-9730-169A1D983649}" destId="{7B86E2B5-54D3-40BC-A10D-144160A4ED57}" srcOrd="1" destOrd="0" presId="urn:microsoft.com/office/officeart/2005/8/layout/hierarchy6"/>
    <dgm:cxn modelId="{01A93C97-8C74-4803-B5AA-D1198F2BD728}" type="presParOf" srcId="{7B86E2B5-54D3-40BC-A10D-144160A4ED57}" destId="{3118BB90-8790-4CAC-BD47-CABE60EFCE45}" srcOrd="0" destOrd="0" presId="urn:microsoft.com/office/officeart/2005/8/layout/hierarchy6"/>
    <dgm:cxn modelId="{B7712DAC-F028-4A39-BBF3-AE0B5B3101DE}" type="presParOf" srcId="{7B86E2B5-54D3-40BC-A10D-144160A4ED57}" destId="{09425E91-6BBE-4BCF-A424-8FE5915EEF5F}" srcOrd="1" destOrd="0" presId="urn:microsoft.com/office/officeart/2005/8/layout/hierarchy6"/>
    <dgm:cxn modelId="{AF934C5B-218C-487A-8B33-0D4BD65EEBAF}" type="presParOf" srcId="{09425E91-6BBE-4BCF-A424-8FE5915EEF5F}" destId="{6C71C0A6-5CB2-4496-A875-F7F1A448CB36}" srcOrd="0" destOrd="0" presId="urn:microsoft.com/office/officeart/2005/8/layout/hierarchy6"/>
    <dgm:cxn modelId="{E82131D3-4930-48A0-8D0C-080B0C646135}" type="presParOf" srcId="{09425E91-6BBE-4BCF-A424-8FE5915EEF5F}" destId="{1C4E5EB0-50D4-49FA-A46E-C96046FD732C}" srcOrd="1" destOrd="0" presId="urn:microsoft.com/office/officeart/2005/8/layout/hierarchy6"/>
    <dgm:cxn modelId="{A836927C-EEBC-436C-8567-1EAE23D47A14}" type="presParOf" srcId="{394F75A3-66AF-4999-866E-3F34E43C9DDC}" destId="{BBCFD8D7-11A0-4990-8779-5FBE94ED0B28}" srcOrd="1" destOrd="0" presId="urn:microsoft.com/office/officeart/2005/8/layout/hierarchy6"/>
    <dgm:cxn modelId="{545F2F39-0B0C-4797-BBC5-469234A898C0}" type="presParOf" srcId="{BBCFD8D7-11A0-4990-8779-5FBE94ED0B28}" destId="{B8A2B8D9-25B8-4B53-B125-F6838601B80C}" srcOrd="0" destOrd="0" presId="urn:microsoft.com/office/officeart/2005/8/layout/hierarchy6"/>
    <dgm:cxn modelId="{725DA5B4-6B24-4883-8041-4D8B2E8D15E3}" type="presParOf" srcId="{B8A2B8D9-25B8-4B53-B125-F6838601B80C}" destId="{25F108FF-0A8C-45FE-BD17-5AC2A4FEEBFF}" srcOrd="0" destOrd="0" presId="urn:microsoft.com/office/officeart/2005/8/layout/hierarchy6"/>
    <dgm:cxn modelId="{9C5BE7E5-8DC2-46D2-A2A9-C555C3D5E300}" type="presParOf" srcId="{B8A2B8D9-25B8-4B53-B125-F6838601B80C}" destId="{320323EE-229D-413F-9CB8-BE13514A7AB5}" srcOrd="1" destOrd="0" presId="urn:microsoft.com/office/officeart/2005/8/layout/hierarchy6"/>
    <dgm:cxn modelId="{5CF3935C-E4E0-40A9-8BDB-CC4BAB6E6691}" type="presParOf" srcId="{BBCFD8D7-11A0-4990-8779-5FBE94ED0B28}" destId="{9E92E28A-092D-4899-B0E7-41B726402B55}" srcOrd="1" destOrd="0" presId="urn:microsoft.com/office/officeart/2005/8/layout/hierarchy6"/>
    <dgm:cxn modelId="{FA7970D8-6624-4F73-A1CA-3B60E02DF093}" type="presParOf" srcId="{9E92E28A-092D-4899-B0E7-41B726402B55}" destId="{71E03746-59C1-459C-96FA-04A0271439DC}" srcOrd="0" destOrd="0" presId="urn:microsoft.com/office/officeart/2005/8/layout/hierarchy6"/>
    <dgm:cxn modelId="{D5D869CA-EE92-47A1-A781-B44A0AFFFCEE}" type="presParOf" srcId="{BBCFD8D7-11A0-4990-8779-5FBE94ED0B28}" destId="{1779F9DC-3B1B-49ED-A00D-7C66EFE0288A}" srcOrd="2" destOrd="0" presId="urn:microsoft.com/office/officeart/2005/8/layout/hierarchy6"/>
    <dgm:cxn modelId="{791C1B79-7CF9-4912-9087-D1A4C130131F}" type="presParOf" srcId="{1779F9DC-3B1B-49ED-A00D-7C66EFE0288A}" destId="{BD52C9BF-FA86-47D4-8A37-BD174CB687F1}" srcOrd="0" destOrd="0" presId="urn:microsoft.com/office/officeart/2005/8/layout/hierarchy6"/>
    <dgm:cxn modelId="{E25ED33C-185D-4CC2-B222-6D345A99F9FA}" type="presParOf" srcId="{1779F9DC-3B1B-49ED-A00D-7C66EFE0288A}" destId="{45B11416-7524-4E24-98D0-664457AA89A1}" srcOrd="1" destOrd="0" presId="urn:microsoft.com/office/officeart/2005/8/layout/hierarchy6"/>
    <dgm:cxn modelId="{883ACEF9-8F8D-4FE5-91A5-983329A43224}" type="presParOf" srcId="{BBCFD8D7-11A0-4990-8779-5FBE94ED0B28}" destId="{E2A3DEA2-6837-49AA-8789-F19357C0813A}" srcOrd="3" destOrd="0" presId="urn:microsoft.com/office/officeart/2005/8/layout/hierarchy6"/>
    <dgm:cxn modelId="{049E849F-37B8-47CC-A98B-8A6F94534CAC}" type="presParOf" srcId="{E2A3DEA2-6837-49AA-8789-F19357C0813A}" destId="{1A1794FD-48C1-415B-8FF1-0FE94652EE54}" srcOrd="0" destOrd="0" presId="urn:microsoft.com/office/officeart/2005/8/layout/hierarchy6"/>
    <dgm:cxn modelId="{3D550D69-2865-4B95-A4B6-F848A6A786D7}" type="presParOf" srcId="{BBCFD8D7-11A0-4990-8779-5FBE94ED0B28}" destId="{5612A689-8178-43C6-A1A9-538C04E18751}" srcOrd="4" destOrd="0" presId="urn:microsoft.com/office/officeart/2005/8/layout/hierarchy6"/>
    <dgm:cxn modelId="{5FB7B57B-141B-45A9-8BCB-776ACF4C78DD}" type="presParOf" srcId="{5612A689-8178-43C6-A1A9-538C04E18751}" destId="{6F8ED05D-06B2-489F-8630-523FCD4AFC79}" srcOrd="0" destOrd="0" presId="urn:microsoft.com/office/officeart/2005/8/layout/hierarchy6"/>
    <dgm:cxn modelId="{7ECDE236-811A-4874-9FF0-BAA0D1723747}" type="presParOf" srcId="{5612A689-8178-43C6-A1A9-538C04E18751}" destId="{2FF8A7F1-36C4-4B5F-9598-FCBDB02D80A1}" srcOrd="1" destOrd="0" presId="urn:microsoft.com/office/officeart/2005/8/layout/hierarchy6"/>
    <dgm:cxn modelId="{F105CE0B-44A7-429D-9FFD-630A29D1F046}" type="presParOf" srcId="{BBCFD8D7-11A0-4990-8779-5FBE94ED0B28}" destId="{B1F4EE2D-AF7E-4C14-90E7-02B13E239CF5}" srcOrd="5" destOrd="0" presId="urn:microsoft.com/office/officeart/2005/8/layout/hierarchy6"/>
    <dgm:cxn modelId="{2826DEDC-7679-492B-AB07-65417B567B26}" type="presParOf" srcId="{B1F4EE2D-AF7E-4C14-90E7-02B13E239CF5}" destId="{EC90E656-7B9C-4267-8527-91947223F774}" srcOrd="0" destOrd="0" presId="urn:microsoft.com/office/officeart/2005/8/layout/hierarchy6"/>
    <dgm:cxn modelId="{892CE7BA-8BD6-494F-8657-64599FABC2CC}" type="presParOf" srcId="{BBCFD8D7-11A0-4990-8779-5FBE94ED0B28}" destId="{1DFEEBEF-72D5-435F-B948-305963752894}" srcOrd="6" destOrd="0" presId="urn:microsoft.com/office/officeart/2005/8/layout/hierarchy6"/>
    <dgm:cxn modelId="{41F0DBB3-4C94-48EC-B133-B8E2519B18D7}" type="presParOf" srcId="{1DFEEBEF-72D5-435F-B948-305963752894}" destId="{678013A4-64EE-4143-B374-F5C28D4D7C7E}" srcOrd="0" destOrd="0" presId="urn:microsoft.com/office/officeart/2005/8/layout/hierarchy6"/>
    <dgm:cxn modelId="{B06262A1-2C35-4C12-AD0C-842D470EDBEA}" type="presParOf" srcId="{1DFEEBEF-72D5-435F-B948-305963752894}" destId="{14DEF4FA-A74A-43A4-B121-C0696F04579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ABF8B-55C7-40DE-8FE7-89BB4F062321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CDC0ECA-F467-4051-9EAA-DA8BDE1DE1BA}">
      <dgm:prSet phldrT="[Texto]"/>
      <dgm:spPr/>
      <dgm:t>
        <a:bodyPr/>
        <a:lstStyle/>
        <a:p>
          <a:r>
            <a:rPr lang="pt-BR" dirty="0" err="1" smtClean="0"/>
            <a:t>Call</a:t>
          </a:r>
          <a:r>
            <a:rPr lang="pt-BR" dirty="0" smtClean="0"/>
            <a:t> Center</a:t>
          </a:r>
          <a:endParaRPr lang="pt-BR" dirty="0"/>
        </a:p>
      </dgm:t>
    </dgm:pt>
    <dgm:pt modelId="{B7A67582-A61D-4D0C-85EB-036170DE00F6}" type="parTrans" cxnId="{E0DEBBF9-8848-4450-AFD0-E0AD21CE71E2}">
      <dgm:prSet/>
      <dgm:spPr/>
      <dgm:t>
        <a:bodyPr/>
        <a:lstStyle/>
        <a:p>
          <a:endParaRPr lang="pt-BR"/>
        </a:p>
      </dgm:t>
    </dgm:pt>
    <dgm:pt modelId="{DA28B2B1-2BC8-499E-B886-CAA77EB32474}" type="sibTrans" cxnId="{E0DEBBF9-8848-4450-AFD0-E0AD21CE71E2}">
      <dgm:prSet/>
      <dgm:spPr/>
      <dgm:t>
        <a:bodyPr/>
        <a:lstStyle/>
        <a:p>
          <a:endParaRPr lang="pt-BR"/>
        </a:p>
      </dgm:t>
    </dgm:pt>
    <dgm:pt modelId="{25CB5114-697F-48D2-AF92-D71E88A66EAC}">
      <dgm:prSet phldrT="[Texto]"/>
      <dgm:spPr/>
      <dgm:t>
        <a:bodyPr/>
        <a:lstStyle/>
        <a:p>
          <a:r>
            <a:rPr lang="pt-BR" dirty="0" smtClean="0"/>
            <a:t>Gravadores</a:t>
          </a:r>
          <a:endParaRPr lang="pt-BR" dirty="0"/>
        </a:p>
      </dgm:t>
    </dgm:pt>
    <dgm:pt modelId="{368B3EED-1D94-43CE-9657-64FE124C5237}" type="parTrans" cxnId="{18947C8E-B863-44B4-B873-CC21447009AF}">
      <dgm:prSet/>
      <dgm:spPr/>
      <dgm:t>
        <a:bodyPr/>
        <a:lstStyle/>
        <a:p>
          <a:endParaRPr lang="pt-BR"/>
        </a:p>
      </dgm:t>
    </dgm:pt>
    <dgm:pt modelId="{791FE1A9-CB75-4684-B448-E9B71A84FEDD}" type="sibTrans" cxnId="{18947C8E-B863-44B4-B873-CC21447009AF}">
      <dgm:prSet/>
      <dgm:spPr/>
      <dgm:t>
        <a:bodyPr/>
        <a:lstStyle/>
        <a:p>
          <a:endParaRPr lang="pt-BR"/>
        </a:p>
      </dgm:t>
    </dgm:pt>
    <dgm:pt modelId="{0C5B7B02-E963-4613-998A-2A46074F19A5}">
      <dgm:prSet phldrT="[Texto]"/>
      <dgm:spPr/>
      <dgm:t>
        <a:bodyPr/>
        <a:lstStyle/>
        <a:p>
          <a:r>
            <a:rPr lang="pt-BR" dirty="0" err="1" smtClean="0"/>
            <a:t>Storage</a:t>
          </a:r>
          <a:endParaRPr lang="pt-BR" dirty="0"/>
        </a:p>
      </dgm:t>
    </dgm:pt>
    <dgm:pt modelId="{2CCEEB76-B938-406F-963E-503D87B18190}" type="parTrans" cxnId="{69868FD9-8E31-4FCD-B710-ED1844B2E8CE}">
      <dgm:prSet/>
      <dgm:spPr/>
      <dgm:t>
        <a:bodyPr/>
        <a:lstStyle/>
        <a:p>
          <a:endParaRPr lang="pt-BR"/>
        </a:p>
      </dgm:t>
    </dgm:pt>
    <dgm:pt modelId="{53029BF1-3D99-44C7-981F-FF276CCA507B}" type="sibTrans" cxnId="{69868FD9-8E31-4FCD-B710-ED1844B2E8CE}">
      <dgm:prSet/>
      <dgm:spPr/>
      <dgm:t>
        <a:bodyPr/>
        <a:lstStyle/>
        <a:p>
          <a:endParaRPr lang="pt-BR"/>
        </a:p>
      </dgm:t>
    </dgm:pt>
    <dgm:pt modelId="{9CB29B6B-6639-4691-889C-C31F7331E817}">
      <dgm:prSet/>
      <dgm:spPr/>
      <dgm:t>
        <a:bodyPr/>
        <a:lstStyle/>
        <a:p>
          <a:r>
            <a:rPr lang="pt-BR" dirty="0" smtClean="0"/>
            <a:t>brspopl135</a:t>
          </a:r>
          <a:endParaRPr lang="pt-BR" dirty="0"/>
        </a:p>
      </dgm:t>
    </dgm:pt>
    <dgm:pt modelId="{76B66317-4446-474F-A446-14B7947FCB8E}" type="parTrans" cxnId="{B4679CFD-54B9-4A0C-8C41-9D0838E16580}">
      <dgm:prSet/>
      <dgm:spPr/>
      <dgm:t>
        <a:bodyPr/>
        <a:lstStyle/>
        <a:p>
          <a:endParaRPr lang="pt-BR"/>
        </a:p>
      </dgm:t>
    </dgm:pt>
    <dgm:pt modelId="{3CDF955F-5714-4F06-8B1D-766C6040E150}" type="sibTrans" cxnId="{B4679CFD-54B9-4A0C-8C41-9D0838E16580}">
      <dgm:prSet/>
      <dgm:spPr/>
      <dgm:t>
        <a:bodyPr/>
        <a:lstStyle/>
        <a:p>
          <a:endParaRPr lang="pt-BR"/>
        </a:p>
      </dgm:t>
    </dgm:pt>
    <dgm:pt modelId="{7DC41EB3-BC36-4329-BED4-561736143498}">
      <dgm:prSet/>
      <dgm:spPr/>
      <dgm:t>
        <a:bodyPr/>
        <a:lstStyle/>
        <a:p>
          <a:r>
            <a:rPr lang="pt-BR" dirty="0" smtClean="0"/>
            <a:t>brldala138</a:t>
          </a:r>
          <a:endParaRPr lang="pt-BR" dirty="0"/>
        </a:p>
      </dgm:t>
    </dgm:pt>
    <dgm:pt modelId="{700ED92C-D6E4-43FB-A7D9-486B0D65965F}" type="parTrans" cxnId="{F090D95B-F3DF-4002-A4E0-16F9E5FE275B}">
      <dgm:prSet/>
      <dgm:spPr/>
      <dgm:t>
        <a:bodyPr/>
        <a:lstStyle/>
        <a:p>
          <a:endParaRPr lang="pt-BR"/>
        </a:p>
      </dgm:t>
    </dgm:pt>
    <dgm:pt modelId="{8F5D42D1-917B-4934-ADDA-C9A7CE8228D2}" type="sibTrans" cxnId="{F090D95B-F3DF-4002-A4E0-16F9E5FE275B}">
      <dgm:prSet/>
      <dgm:spPr/>
      <dgm:t>
        <a:bodyPr/>
        <a:lstStyle/>
        <a:p>
          <a:endParaRPr lang="pt-BR"/>
        </a:p>
      </dgm:t>
    </dgm:pt>
    <dgm:pt modelId="{0DB130BB-0FF8-47C5-B378-E11B16EF621E}">
      <dgm:prSet/>
      <dgm:spPr/>
      <dgm:t>
        <a:bodyPr/>
        <a:lstStyle/>
        <a:p>
          <a:r>
            <a:rPr lang="pt-BR" dirty="0" smtClean="0"/>
            <a:t>Sistema</a:t>
          </a:r>
          <a:endParaRPr lang="pt-BR" dirty="0"/>
        </a:p>
      </dgm:t>
    </dgm:pt>
    <dgm:pt modelId="{9B2D23B3-4847-4BDF-B4FD-049039A1725E}" type="parTrans" cxnId="{F708F3E9-5CD5-46E0-8517-6B884767EB64}">
      <dgm:prSet/>
      <dgm:spPr/>
      <dgm:t>
        <a:bodyPr/>
        <a:lstStyle/>
        <a:p>
          <a:endParaRPr lang="pt-BR"/>
        </a:p>
      </dgm:t>
    </dgm:pt>
    <dgm:pt modelId="{38F525DC-7879-4D69-BA57-0E2C23695F09}" type="sibTrans" cxnId="{F708F3E9-5CD5-46E0-8517-6B884767EB64}">
      <dgm:prSet/>
      <dgm:spPr/>
      <dgm:t>
        <a:bodyPr/>
        <a:lstStyle/>
        <a:p>
          <a:endParaRPr lang="pt-BR"/>
        </a:p>
      </dgm:t>
    </dgm:pt>
    <dgm:pt modelId="{1BAA05DA-1215-4204-957D-1F1018948CA1}">
      <dgm:prSet/>
      <dgm:spPr/>
      <dgm:t>
        <a:bodyPr/>
        <a:lstStyle/>
        <a:p>
          <a:r>
            <a:rPr lang="pt-BR" dirty="0" smtClean="0"/>
            <a:t>NGR</a:t>
          </a:r>
          <a:endParaRPr lang="pt-BR" dirty="0"/>
        </a:p>
      </dgm:t>
    </dgm:pt>
    <dgm:pt modelId="{E41ACE6A-FA01-487E-AD3C-3823D52A9819}" type="parTrans" cxnId="{2EBB5AAD-9831-409C-9F62-2A74D3AACD85}">
      <dgm:prSet/>
      <dgm:spPr/>
      <dgm:t>
        <a:bodyPr/>
        <a:lstStyle/>
        <a:p>
          <a:endParaRPr lang="pt-BR"/>
        </a:p>
      </dgm:t>
    </dgm:pt>
    <dgm:pt modelId="{506F5C37-D98D-4A92-9C93-42DB92D313F0}" type="sibTrans" cxnId="{2EBB5AAD-9831-409C-9F62-2A74D3AACD85}">
      <dgm:prSet/>
      <dgm:spPr/>
      <dgm:t>
        <a:bodyPr/>
        <a:lstStyle/>
        <a:p>
          <a:endParaRPr lang="pt-BR"/>
        </a:p>
      </dgm:t>
    </dgm:pt>
    <dgm:pt modelId="{64FD6E5D-46E1-433C-B1B9-60F126674208}">
      <dgm:prSet/>
      <dgm:spPr/>
      <dgm:t>
        <a:bodyPr/>
        <a:lstStyle/>
        <a:p>
          <a:r>
            <a:rPr lang="pt-BR" dirty="0" smtClean="0"/>
            <a:t>Nice</a:t>
          </a:r>
          <a:endParaRPr lang="pt-BR" dirty="0"/>
        </a:p>
      </dgm:t>
    </dgm:pt>
    <dgm:pt modelId="{CD13142B-FF7C-438A-A30F-A395660D5F50}" type="parTrans" cxnId="{295CC3A6-DB1D-493A-B31D-3F08A4FFFD3E}">
      <dgm:prSet/>
      <dgm:spPr/>
      <dgm:t>
        <a:bodyPr/>
        <a:lstStyle/>
        <a:p>
          <a:endParaRPr lang="pt-BR"/>
        </a:p>
      </dgm:t>
    </dgm:pt>
    <dgm:pt modelId="{55586204-8763-4F24-92A6-1BD016B6EC00}" type="sibTrans" cxnId="{295CC3A6-DB1D-493A-B31D-3F08A4FFFD3E}">
      <dgm:prSet/>
      <dgm:spPr/>
      <dgm:t>
        <a:bodyPr/>
        <a:lstStyle/>
        <a:p>
          <a:endParaRPr lang="pt-BR"/>
        </a:p>
      </dgm:t>
    </dgm:pt>
    <dgm:pt modelId="{D81FCF57-B57D-4D66-80D7-2288CACE4DF8}">
      <dgm:prSet/>
      <dgm:spPr/>
      <dgm:t>
        <a:bodyPr/>
        <a:lstStyle/>
        <a:p>
          <a:r>
            <a:rPr lang="pt-BR" dirty="0" smtClean="0"/>
            <a:t>Site</a:t>
          </a:r>
          <a:endParaRPr lang="pt-BR" dirty="0"/>
        </a:p>
      </dgm:t>
    </dgm:pt>
    <dgm:pt modelId="{AC7DFA3F-3579-4FC2-AB9C-BA8CFD4F619C}" type="parTrans" cxnId="{B8C87EC6-6E56-45C2-A745-72EF1B00F1E6}">
      <dgm:prSet/>
      <dgm:spPr/>
      <dgm:t>
        <a:bodyPr/>
        <a:lstStyle/>
        <a:p>
          <a:endParaRPr lang="pt-BR"/>
        </a:p>
      </dgm:t>
    </dgm:pt>
    <dgm:pt modelId="{36723035-BA63-485B-A0AF-E940D5AF5436}" type="sibTrans" cxnId="{B8C87EC6-6E56-45C2-A745-72EF1B00F1E6}">
      <dgm:prSet/>
      <dgm:spPr/>
      <dgm:t>
        <a:bodyPr/>
        <a:lstStyle/>
        <a:p>
          <a:endParaRPr lang="pt-BR"/>
        </a:p>
      </dgm:t>
    </dgm:pt>
    <dgm:pt modelId="{573D01B8-643E-47B2-8702-BB834259180D}">
      <dgm:prSet/>
      <dgm:spPr/>
      <dgm:t>
        <a:bodyPr/>
        <a:lstStyle/>
        <a:p>
          <a:r>
            <a:rPr lang="pt-BR" dirty="0" smtClean="0"/>
            <a:t>scsctx01recsa</a:t>
          </a:r>
          <a:endParaRPr lang="pt-BR" dirty="0"/>
        </a:p>
      </dgm:t>
    </dgm:pt>
    <dgm:pt modelId="{6AF21B27-2A81-40FE-90C4-72C145DD8457}" type="parTrans" cxnId="{F4DAC7C0-2524-4CA2-B098-12CC8FAAAD4E}">
      <dgm:prSet/>
      <dgm:spPr/>
      <dgm:t>
        <a:bodyPr/>
        <a:lstStyle/>
        <a:p>
          <a:endParaRPr lang="pt-BR"/>
        </a:p>
      </dgm:t>
    </dgm:pt>
    <dgm:pt modelId="{DEB8E25D-1296-42C6-975F-654C15BA0869}" type="sibTrans" cxnId="{F4DAC7C0-2524-4CA2-B098-12CC8FAAAD4E}">
      <dgm:prSet/>
      <dgm:spPr/>
      <dgm:t>
        <a:bodyPr/>
        <a:lstStyle/>
        <a:p>
          <a:endParaRPr lang="pt-BR"/>
        </a:p>
      </dgm:t>
    </dgm:pt>
    <dgm:pt modelId="{DD645CEE-DD8A-4AA4-8182-A37841A27FD6}">
      <dgm:prSet/>
      <dgm:spPr/>
      <dgm:t>
        <a:bodyPr/>
        <a:lstStyle/>
        <a:p>
          <a:r>
            <a:rPr lang="pt-BR" dirty="0" smtClean="0"/>
            <a:t>Lapa</a:t>
          </a:r>
          <a:endParaRPr lang="pt-BR" dirty="0"/>
        </a:p>
      </dgm:t>
    </dgm:pt>
    <dgm:pt modelId="{F46CFA07-64BC-4638-8CD9-5C886DF02378}" type="parTrans" cxnId="{82501518-D8D5-49F3-8B2B-367F7621C135}">
      <dgm:prSet/>
      <dgm:spPr/>
      <dgm:t>
        <a:bodyPr/>
        <a:lstStyle/>
        <a:p>
          <a:endParaRPr lang="pt-BR"/>
        </a:p>
      </dgm:t>
    </dgm:pt>
    <dgm:pt modelId="{B2F25793-7DD3-44F6-BBD1-B1728DE2A4D3}" type="sibTrans" cxnId="{82501518-D8D5-49F3-8B2B-367F7621C135}">
      <dgm:prSet/>
      <dgm:spPr/>
      <dgm:t>
        <a:bodyPr/>
        <a:lstStyle/>
        <a:p>
          <a:endParaRPr lang="pt-BR"/>
        </a:p>
      </dgm:t>
    </dgm:pt>
    <dgm:pt modelId="{F3AEA311-7CFB-41F8-B4EE-D6FF0E4DC1B9}">
      <dgm:prSet/>
      <dgm:spPr/>
      <dgm:t>
        <a:bodyPr/>
        <a:lstStyle/>
        <a:p>
          <a:r>
            <a:rPr lang="pt-BR" dirty="0" smtClean="0"/>
            <a:t>Aurora</a:t>
          </a:r>
        </a:p>
      </dgm:t>
    </dgm:pt>
    <dgm:pt modelId="{4D7B4795-0176-4100-80B3-2334AF6EC5BE}" type="parTrans" cxnId="{49092FD5-6AC6-4E8C-8B75-DFBD0AE2FE6D}">
      <dgm:prSet/>
      <dgm:spPr/>
      <dgm:t>
        <a:bodyPr/>
        <a:lstStyle/>
        <a:p>
          <a:endParaRPr lang="pt-BR"/>
        </a:p>
      </dgm:t>
    </dgm:pt>
    <dgm:pt modelId="{D7C56006-D8BD-4552-BA21-34FD46F19082}" type="sibTrans" cxnId="{49092FD5-6AC6-4E8C-8B75-DFBD0AE2FE6D}">
      <dgm:prSet/>
      <dgm:spPr/>
      <dgm:t>
        <a:bodyPr/>
        <a:lstStyle/>
        <a:p>
          <a:endParaRPr lang="pt-BR"/>
        </a:p>
      </dgm:t>
    </dgm:pt>
    <dgm:pt modelId="{2FA326A9-3F04-4927-AD6A-B4856589C068}" type="pres">
      <dgm:prSet presAssocID="{A8CABF8B-55C7-40DE-8FE7-89BB4F0623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9ACA44A7-2AC0-4A8C-9A4D-E762F64FAD28}" type="pres">
      <dgm:prSet presAssocID="{1CDC0ECA-F467-4051-9EAA-DA8BDE1DE1BA}" presName="hierRoot1" presStyleCnt="0"/>
      <dgm:spPr/>
      <dgm:t>
        <a:bodyPr/>
        <a:lstStyle/>
        <a:p>
          <a:endParaRPr lang="pt-BR"/>
        </a:p>
      </dgm:t>
    </dgm:pt>
    <dgm:pt modelId="{222BB52E-8900-470C-AB0E-9B46F4485805}" type="pres">
      <dgm:prSet presAssocID="{1CDC0ECA-F467-4051-9EAA-DA8BDE1DE1BA}" presName="composite" presStyleCnt="0"/>
      <dgm:spPr/>
      <dgm:t>
        <a:bodyPr/>
        <a:lstStyle/>
        <a:p>
          <a:endParaRPr lang="pt-BR"/>
        </a:p>
      </dgm:t>
    </dgm:pt>
    <dgm:pt modelId="{B6B513E1-8ACA-4B6A-AFB4-87A077C726E0}" type="pres">
      <dgm:prSet presAssocID="{1CDC0ECA-F467-4051-9EAA-DA8BDE1DE1BA}" presName="background" presStyleLbl="node0" presStyleIdx="0" presStyleCnt="1"/>
      <dgm:spPr/>
      <dgm:t>
        <a:bodyPr/>
        <a:lstStyle/>
        <a:p>
          <a:endParaRPr lang="pt-BR"/>
        </a:p>
      </dgm:t>
    </dgm:pt>
    <dgm:pt modelId="{D914E590-CFC0-4AB7-A3CF-44CD38316987}" type="pres">
      <dgm:prSet presAssocID="{1CDC0ECA-F467-4051-9EAA-DA8BDE1DE1BA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0EBE1AC-98DF-4C3F-8594-D3ADF780788B}" type="pres">
      <dgm:prSet presAssocID="{1CDC0ECA-F467-4051-9EAA-DA8BDE1DE1BA}" presName="hierChild2" presStyleCnt="0"/>
      <dgm:spPr/>
      <dgm:t>
        <a:bodyPr/>
        <a:lstStyle/>
        <a:p>
          <a:endParaRPr lang="pt-BR"/>
        </a:p>
      </dgm:t>
    </dgm:pt>
    <dgm:pt modelId="{474F8C02-3C2D-418C-8524-F57590600409}" type="pres">
      <dgm:prSet presAssocID="{368B3EED-1D94-43CE-9657-64FE124C5237}" presName="Name10" presStyleLbl="parChTrans1D2" presStyleIdx="0" presStyleCnt="1"/>
      <dgm:spPr/>
      <dgm:t>
        <a:bodyPr/>
        <a:lstStyle/>
        <a:p>
          <a:endParaRPr lang="pt-BR"/>
        </a:p>
      </dgm:t>
    </dgm:pt>
    <dgm:pt modelId="{BCBBCB24-0FDC-47E2-BCAA-E85004DAEBE7}" type="pres">
      <dgm:prSet presAssocID="{25CB5114-697F-48D2-AF92-D71E88A66EAC}" presName="hierRoot2" presStyleCnt="0"/>
      <dgm:spPr/>
      <dgm:t>
        <a:bodyPr/>
        <a:lstStyle/>
        <a:p>
          <a:endParaRPr lang="pt-BR"/>
        </a:p>
      </dgm:t>
    </dgm:pt>
    <dgm:pt modelId="{17811006-E293-4528-9FC1-6E6E0E0C3C63}" type="pres">
      <dgm:prSet presAssocID="{25CB5114-697F-48D2-AF92-D71E88A66EAC}" presName="composite2" presStyleCnt="0"/>
      <dgm:spPr/>
      <dgm:t>
        <a:bodyPr/>
        <a:lstStyle/>
        <a:p>
          <a:endParaRPr lang="pt-BR"/>
        </a:p>
      </dgm:t>
    </dgm:pt>
    <dgm:pt modelId="{78DA706B-B5D4-49A7-AE64-C8FD76F608CC}" type="pres">
      <dgm:prSet presAssocID="{25CB5114-697F-48D2-AF92-D71E88A66EAC}" presName="background2" presStyleLbl="node2" presStyleIdx="0" presStyleCnt="1"/>
      <dgm:spPr/>
      <dgm:t>
        <a:bodyPr/>
        <a:lstStyle/>
        <a:p>
          <a:endParaRPr lang="pt-BR"/>
        </a:p>
      </dgm:t>
    </dgm:pt>
    <dgm:pt modelId="{B904EABE-E193-40DD-9392-F4F4662974F9}" type="pres">
      <dgm:prSet presAssocID="{25CB5114-697F-48D2-AF92-D71E88A66EAC}" presName="text2" presStyleLbl="fgAcc2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38A24D8-C6EC-49CC-AD1F-FF4419091C23}" type="pres">
      <dgm:prSet presAssocID="{25CB5114-697F-48D2-AF92-D71E88A66EAC}" presName="hierChild3" presStyleCnt="0"/>
      <dgm:spPr/>
      <dgm:t>
        <a:bodyPr/>
        <a:lstStyle/>
        <a:p>
          <a:endParaRPr lang="pt-BR"/>
        </a:p>
      </dgm:t>
    </dgm:pt>
    <dgm:pt modelId="{6B6C569D-D412-4309-B839-1F980EBC3C5C}" type="pres">
      <dgm:prSet presAssocID="{2CCEEB76-B938-406F-963E-503D87B18190}" presName="Name17" presStyleLbl="parChTrans1D3" presStyleIdx="0" presStyleCnt="3"/>
      <dgm:spPr/>
      <dgm:t>
        <a:bodyPr/>
        <a:lstStyle/>
        <a:p>
          <a:endParaRPr lang="pt-BR"/>
        </a:p>
      </dgm:t>
    </dgm:pt>
    <dgm:pt modelId="{6E65A070-01B0-4D9C-B3B0-90508975EBA9}" type="pres">
      <dgm:prSet presAssocID="{0C5B7B02-E963-4613-998A-2A46074F19A5}" presName="hierRoot3" presStyleCnt="0"/>
      <dgm:spPr/>
      <dgm:t>
        <a:bodyPr/>
        <a:lstStyle/>
        <a:p>
          <a:endParaRPr lang="pt-BR"/>
        </a:p>
      </dgm:t>
    </dgm:pt>
    <dgm:pt modelId="{92E9A091-A5CF-40E7-AB56-CEC0CF7B2C40}" type="pres">
      <dgm:prSet presAssocID="{0C5B7B02-E963-4613-998A-2A46074F19A5}" presName="composite3" presStyleCnt="0"/>
      <dgm:spPr/>
      <dgm:t>
        <a:bodyPr/>
        <a:lstStyle/>
        <a:p>
          <a:endParaRPr lang="pt-BR"/>
        </a:p>
      </dgm:t>
    </dgm:pt>
    <dgm:pt modelId="{8F9E0936-FDD5-4BC4-BE41-45D2AFF2879D}" type="pres">
      <dgm:prSet presAssocID="{0C5B7B02-E963-4613-998A-2A46074F19A5}" presName="background3" presStyleLbl="node3" presStyleIdx="0" presStyleCnt="3"/>
      <dgm:spPr/>
      <dgm:t>
        <a:bodyPr/>
        <a:lstStyle/>
        <a:p>
          <a:endParaRPr lang="pt-BR"/>
        </a:p>
      </dgm:t>
    </dgm:pt>
    <dgm:pt modelId="{D8EEDB42-3FC9-4EBC-B80D-B438EB67A1F5}" type="pres">
      <dgm:prSet presAssocID="{0C5B7B02-E963-4613-998A-2A46074F19A5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15F7C4C-7A67-4D3F-9F4D-6C54F64CF0AD}" type="pres">
      <dgm:prSet presAssocID="{0C5B7B02-E963-4613-998A-2A46074F19A5}" presName="hierChild4" presStyleCnt="0"/>
      <dgm:spPr/>
      <dgm:t>
        <a:bodyPr/>
        <a:lstStyle/>
        <a:p>
          <a:endParaRPr lang="pt-BR"/>
        </a:p>
      </dgm:t>
    </dgm:pt>
    <dgm:pt modelId="{7D350278-0980-4DF7-8488-2BAE70FDF2A5}" type="pres">
      <dgm:prSet presAssocID="{76B66317-4446-474F-A446-14B7947FCB8E}" presName="Name23" presStyleLbl="parChTrans1D4" presStyleIdx="0" presStyleCnt="7"/>
      <dgm:spPr/>
      <dgm:t>
        <a:bodyPr/>
        <a:lstStyle/>
        <a:p>
          <a:endParaRPr lang="pt-BR"/>
        </a:p>
      </dgm:t>
    </dgm:pt>
    <dgm:pt modelId="{A878356F-D522-4EE5-B2C0-8C37E59FCC3A}" type="pres">
      <dgm:prSet presAssocID="{9CB29B6B-6639-4691-889C-C31F7331E817}" presName="hierRoot4" presStyleCnt="0"/>
      <dgm:spPr/>
      <dgm:t>
        <a:bodyPr/>
        <a:lstStyle/>
        <a:p>
          <a:endParaRPr lang="pt-BR"/>
        </a:p>
      </dgm:t>
    </dgm:pt>
    <dgm:pt modelId="{1D134104-D08D-499D-B635-D3B1FDBB748B}" type="pres">
      <dgm:prSet presAssocID="{9CB29B6B-6639-4691-889C-C31F7331E817}" presName="composite4" presStyleCnt="0"/>
      <dgm:spPr/>
      <dgm:t>
        <a:bodyPr/>
        <a:lstStyle/>
        <a:p>
          <a:endParaRPr lang="pt-BR"/>
        </a:p>
      </dgm:t>
    </dgm:pt>
    <dgm:pt modelId="{670DB065-0912-4EBD-8A97-7E0EF692DA25}" type="pres">
      <dgm:prSet presAssocID="{9CB29B6B-6639-4691-889C-C31F7331E817}" presName="background4" presStyleLbl="node4" presStyleIdx="0" presStyleCnt="7"/>
      <dgm:spPr/>
      <dgm:t>
        <a:bodyPr/>
        <a:lstStyle/>
        <a:p>
          <a:endParaRPr lang="pt-BR"/>
        </a:p>
      </dgm:t>
    </dgm:pt>
    <dgm:pt modelId="{6435016A-C080-41E9-8ABA-C8E78F9858C2}" type="pres">
      <dgm:prSet presAssocID="{9CB29B6B-6639-4691-889C-C31F7331E817}" presName="text4" presStyleLbl="fgAcc4" presStyleIdx="0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194BFFD-6D22-4D51-9AAC-D09A51D3DFFF}" type="pres">
      <dgm:prSet presAssocID="{9CB29B6B-6639-4691-889C-C31F7331E817}" presName="hierChild5" presStyleCnt="0"/>
      <dgm:spPr/>
      <dgm:t>
        <a:bodyPr/>
        <a:lstStyle/>
        <a:p>
          <a:endParaRPr lang="pt-BR"/>
        </a:p>
      </dgm:t>
    </dgm:pt>
    <dgm:pt modelId="{5CD50B0B-E2BD-4B63-89CE-9FAFC11B21A6}" type="pres">
      <dgm:prSet presAssocID="{700ED92C-D6E4-43FB-A7D9-486B0D65965F}" presName="Name23" presStyleLbl="parChTrans1D4" presStyleIdx="1" presStyleCnt="7"/>
      <dgm:spPr/>
      <dgm:t>
        <a:bodyPr/>
        <a:lstStyle/>
        <a:p>
          <a:endParaRPr lang="pt-BR"/>
        </a:p>
      </dgm:t>
    </dgm:pt>
    <dgm:pt modelId="{CCC0AAF7-160E-4534-9C38-9AAA081E65BB}" type="pres">
      <dgm:prSet presAssocID="{7DC41EB3-BC36-4329-BED4-561736143498}" presName="hierRoot4" presStyleCnt="0"/>
      <dgm:spPr/>
      <dgm:t>
        <a:bodyPr/>
        <a:lstStyle/>
        <a:p>
          <a:endParaRPr lang="pt-BR"/>
        </a:p>
      </dgm:t>
    </dgm:pt>
    <dgm:pt modelId="{682CDCC1-BB58-4D75-8573-9BAB2841CEA8}" type="pres">
      <dgm:prSet presAssocID="{7DC41EB3-BC36-4329-BED4-561736143498}" presName="composite4" presStyleCnt="0"/>
      <dgm:spPr/>
      <dgm:t>
        <a:bodyPr/>
        <a:lstStyle/>
        <a:p>
          <a:endParaRPr lang="pt-BR"/>
        </a:p>
      </dgm:t>
    </dgm:pt>
    <dgm:pt modelId="{8F461994-2ECE-4D8C-BAC4-1D12138B5165}" type="pres">
      <dgm:prSet presAssocID="{7DC41EB3-BC36-4329-BED4-561736143498}" presName="background4" presStyleLbl="node4" presStyleIdx="1" presStyleCnt="7"/>
      <dgm:spPr/>
      <dgm:t>
        <a:bodyPr/>
        <a:lstStyle/>
        <a:p>
          <a:endParaRPr lang="pt-BR"/>
        </a:p>
      </dgm:t>
    </dgm:pt>
    <dgm:pt modelId="{FDEEEC0A-01D1-40D5-971B-BBF7BAD5835C}" type="pres">
      <dgm:prSet presAssocID="{7DC41EB3-BC36-4329-BED4-561736143498}" presName="text4" presStyleLbl="fgAcc4" presStyleIdx="1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AB2A2F8-714C-48A4-9D2F-360E8B6804A9}" type="pres">
      <dgm:prSet presAssocID="{7DC41EB3-BC36-4329-BED4-561736143498}" presName="hierChild5" presStyleCnt="0"/>
      <dgm:spPr/>
      <dgm:t>
        <a:bodyPr/>
        <a:lstStyle/>
        <a:p>
          <a:endParaRPr lang="pt-BR"/>
        </a:p>
      </dgm:t>
    </dgm:pt>
    <dgm:pt modelId="{F3A2E6F8-0F1F-4FE3-9CF6-A7B02CAAC301}" type="pres">
      <dgm:prSet presAssocID="{6AF21B27-2A81-40FE-90C4-72C145DD8457}" presName="Name23" presStyleLbl="parChTrans1D4" presStyleIdx="2" presStyleCnt="7"/>
      <dgm:spPr/>
      <dgm:t>
        <a:bodyPr/>
        <a:lstStyle/>
        <a:p>
          <a:endParaRPr lang="pt-BR"/>
        </a:p>
      </dgm:t>
    </dgm:pt>
    <dgm:pt modelId="{9E23B694-7575-4FCF-A42F-13D13FD3A449}" type="pres">
      <dgm:prSet presAssocID="{573D01B8-643E-47B2-8702-BB834259180D}" presName="hierRoot4" presStyleCnt="0"/>
      <dgm:spPr/>
      <dgm:t>
        <a:bodyPr/>
        <a:lstStyle/>
        <a:p>
          <a:endParaRPr lang="pt-BR"/>
        </a:p>
      </dgm:t>
    </dgm:pt>
    <dgm:pt modelId="{712D5F84-0ED6-4F37-8327-D8E0DE8BD107}" type="pres">
      <dgm:prSet presAssocID="{573D01B8-643E-47B2-8702-BB834259180D}" presName="composite4" presStyleCnt="0"/>
      <dgm:spPr/>
      <dgm:t>
        <a:bodyPr/>
        <a:lstStyle/>
        <a:p>
          <a:endParaRPr lang="pt-BR"/>
        </a:p>
      </dgm:t>
    </dgm:pt>
    <dgm:pt modelId="{3393AAF0-38E2-4222-BE01-17B08038A0A5}" type="pres">
      <dgm:prSet presAssocID="{573D01B8-643E-47B2-8702-BB834259180D}" presName="background4" presStyleLbl="node4" presStyleIdx="2" presStyleCnt="7"/>
      <dgm:spPr/>
      <dgm:t>
        <a:bodyPr/>
        <a:lstStyle/>
        <a:p>
          <a:endParaRPr lang="pt-BR"/>
        </a:p>
      </dgm:t>
    </dgm:pt>
    <dgm:pt modelId="{7B715408-4CA3-46CC-935F-E3CAD415FEC5}" type="pres">
      <dgm:prSet presAssocID="{573D01B8-643E-47B2-8702-BB834259180D}" presName="text4" presStyleLbl="fgAcc4" presStyleIdx="2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F1B7760-97AC-47D7-8829-43DE548A174A}" type="pres">
      <dgm:prSet presAssocID="{573D01B8-643E-47B2-8702-BB834259180D}" presName="hierChild5" presStyleCnt="0"/>
      <dgm:spPr/>
      <dgm:t>
        <a:bodyPr/>
        <a:lstStyle/>
        <a:p>
          <a:endParaRPr lang="pt-BR"/>
        </a:p>
      </dgm:t>
    </dgm:pt>
    <dgm:pt modelId="{92C4291A-8937-4FBE-9266-4AE0016B5765}" type="pres">
      <dgm:prSet presAssocID="{9B2D23B3-4847-4BDF-B4FD-049039A1725E}" presName="Name17" presStyleLbl="parChTrans1D3" presStyleIdx="1" presStyleCnt="3"/>
      <dgm:spPr/>
      <dgm:t>
        <a:bodyPr/>
        <a:lstStyle/>
        <a:p>
          <a:endParaRPr lang="pt-BR"/>
        </a:p>
      </dgm:t>
    </dgm:pt>
    <dgm:pt modelId="{27610782-1323-4C63-8F34-5AA90A713BEB}" type="pres">
      <dgm:prSet presAssocID="{0DB130BB-0FF8-47C5-B378-E11B16EF621E}" presName="hierRoot3" presStyleCnt="0"/>
      <dgm:spPr/>
      <dgm:t>
        <a:bodyPr/>
        <a:lstStyle/>
        <a:p>
          <a:endParaRPr lang="pt-BR"/>
        </a:p>
      </dgm:t>
    </dgm:pt>
    <dgm:pt modelId="{D1A637EB-B492-45D2-B1B0-B0D1732B088E}" type="pres">
      <dgm:prSet presAssocID="{0DB130BB-0FF8-47C5-B378-E11B16EF621E}" presName="composite3" presStyleCnt="0"/>
      <dgm:spPr/>
      <dgm:t>
        <a:bodyPr/>
        <a:lstStyle/>
        <a:p>
          <a:endParaRPr lang="pt-BR"/>
        </a:p>
      </dgm:t>
    </dgm:pt>
    <dgm:pt modelId="{F4E385D6-B604-4126-840B-2A4E09EA7335}" type="pres">
      <dgm:prSet presAssocID="{0DB130BB-0FF8-47C5-B378-E11B16EF621E}" presName="background3" presStyleLbl="node3" presStyleIdx="1" presStyleCnt="3"/>
      <dgm:spPr/>
      <dgm:t>
        <a:bodyPr/>
        <a:lstStyle/>
        <a:p>
          <a:endParaRPr lang="pt-BR"/>
        </a:p>
      </dgm:t>
    </dgm:pt>
    <dgm:pt modelId="{3D4B5480-E057-4CD7-A604-48AE9C5673EA}" type="pres">
      <dgm:prSet presAssocID="{0DB130BB-0FF8-47C5-B378-E11B16EF621E}" presName="text3" presStyleLbl="fgAcc3" presStyleIdx="1" presStyleCnt="3" custLinFactNeighborX="-30428" custLinFactNeighborY="330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0B213F9-7F86-429D-9C32-4427973063CE}" type="pres">
      <dgm:prSet presAssocID="{0DB130BB-0FF8-47C5-B378-E11B16EF621E}" presName="hierChild4" presStyleCnt="0"/>
      <dgm:spPr/>
      <dgm:t>
        <a:bodyPr/>
        <a:lstStyle/>
        <a:p>
          <a:endParaRPr lang="pt-BR"/>
        </a:p>
      </dgm:t>
    </dgm:pt>
    <dgm:pt modelId="{F0DFEE0A-8A68-437C-8EF8-544D1B49AF12}" type="pres">
      <dgm:prSet presAssocID="{E41ACE6A-FA01-487E-AD3C-3823D52A9819}" presName="Name23" presStyleLbl="parChTrans1D4" presStyleIdx="3" presStyleCnt="7"/>
      <dgm:spPr/>
      <dgm:t>
        <a:bodyPr/>
        <a:lstStyle/>
        <a:p>
          <a:endParaRPr lang="pt-BR"/>
        </a:p>
      </dgm:t>
    </dgm:pt>
    <dgm:pt modelId="{24DA1425-051F-4AA6-8D8A-9A8214874FFA}" type="pres">
      <dgm:prSet presAssocID="{1BAA05DA-1215-4204-957D-1F1018948CA1}" presName="hierRoot4" presStyleCnt="0"/>
      <dgm:spPr/>
      <dgm:t>
        <a:bodyPr/>
        <a:lstStyle/>
        <a:p>
          <a:endParaRPr lang="pt-BR"/>
        </a:p>
      </dgm:t>
    </dgm:pt>
    <dgm:pt modelId="{929C44F9-AFAB-4AE5-A72C-4B5C20E98690}" type="pres">
      <dgm:prSet presAssocID="{1BAA05DA-1215-4204-957D-1F1018948CA1}" presName="composite4" presStyleCnt="0"/>
      <dgm:spPr/>
      <dgm:t>
        <a:bodyPr/>
        <a:lstStyle/>
        <a:p>
          <a:endParaRPr lang="pt-BR"/>
        </a:p>
      </dgm:t>
    </dgm:pt>
    <dgm:pt modelId="{07E7822A-FEB9-4D3D-B6D7-68271672BFB8}" type="pres">
      <dgm:prSet presAssocID="{1BAA05DA-1215-4204-957D-1F1018948CA1}" presName="background4" presStyleLbl="node4" presStyleIdx="3" presStyleCnt="7"/>
      <dgm:spPr/>
      <dgm:t>
        <a:bodyPr/>
        <a:lstStyle/>
        <a:p>
          <a:endParaRPr lang="pt-BR"/>
        </a:p>
      </dgm:t>
    </dgm:pt>
    <dgm:pt modelId="{8549E694-7E2D-43B1-9618-F2E2102852B7}" type="pres">
      <dgm:prSet presAssocID="{1BAA05DA-1215-4204-957D-1F1018948CA1}" presName="text4" presStyleLbl="fgAcc4" presStyleIdx="3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6E1012E-600D-4A7C-B11C-7CA7C87C0BF2}" type="pres">
      <dgm:prSet presAssocID="{1BAA05DA-1215-4204-957D-1F1018948CA1}" presName="hierChild5" presStyleCnt="0"/>
      <dgm:spPr/>
      <dgm:t>
        <a:bodyPr/>
        <a:lstStyle/>
        <a:p>
          <a:endParaRPr lang="pt-BR"/>
        </a:p>
      </dgm:t>
    </dgm:pt>
    <dgm:pt modelId="{BC96BE36-2C5B-4594-A791-68BDD2A6289A}" type="pres">
      <dgm:prSet presAssocID="{CD13142B-FF7C-438A-A30F-A395660D5F50}" presName="Name23" presStyleLbl="parChTrans1D4" presStyleIdx="4" presStyleCnt="7"/>
      <dgm:spPr/>
      <dgm:t>
        <a:bodyPr/>
        <a:lstStyle/>
        <a:p>
          <a:endParaRPr lang="pt-BR"/>
        </a:p>
      </dgm:t>
    </dgm:pt>
    <dgm:pt modelId="{74EEE495-BE4F-462F-846A-E6E417E9F84C}" type="pres">
      <dgm:prSet presAssocID="{64FD6E5D-46E1-433C-B1B9-60F126674208}" presName="hierRoot4" presStyleCnt="0"/>
      <dgm:spPr/>
      <dgm:t>
        <a:bodyPr/>
        <a:lstStyle/>
        <a:p>
          <a:endParaRPr lang="pt-BR"/>
        </a:p>
      </dgm:t>
    </dgm:pt>
    <dgm:pt modelId="{7AE2A229-154C-4960-8ADF-4333B640E9FE}" type="pres">
      <dgm:prSet presAssocID="{64FD6E5D-46E1-433C-B1B9-60F126674208}" presName="composite4" presStyleCnt="0"/>
      <dgm:spPr/>
      <dgm:t>
        <a:bodyPr/>
        <a:lstStyle/>
        <a:p>
          <a:endParaRPr lang="pt-BR"/>
        </a:p>
      </dgm:t>
    </dgm:pt>
    <dgm:pt modelId="{C3B7AED1-3DCF-4E5B-8EC1-8B4B32E0FE74}" type="pres">
      <dgm:prSet presAssocID="{64FD6E5D-46E1-433C-B1B9-60F126674208}" presName="background4" presStyleLbl="node4" presStyleIdx="4" presStyleCnt="7"/>
      <dgm:spPr/>
      <dgm:t>
        <a:bodyPr/>
        <a:lstStyle/>
        <a:p>
          <a:endParaRPr lang="pt-BR"/>
        </a:p>
      </dgm:t>
    </dgm:pt>
    <dgm:pt modelId="{63566980-C121-4DC6-812A-74F2DAF8E638}" type="pres">
      <dgm:prSet presAssocID="{64FD6E5D-46E1-433C-B1B9-60F126674208}" presName="text4" presStyleLbl="fgAcc4" presStyleIdx="4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9F3FFD0-5F97-4856-8F8F-8CEF31CDB093}" type="pres">
      <dgm:prSet presAssocID="{64FD6E5D-46E1-433C-B1B9-60F126674208}" presName="hierChild5" presStyleCnt="0"/>
      <dgm:spPr/>
      <dgm:t>
        <a:bodyPr/>
        <a:lstStyle/>
        <a:p>
          <a:endParaRPr lang="pt-BR"/>
        </a:p>
      </dgm:t>
    </dgm:pt>
    <dgm:pt modelId="{00598EF6-16D1-4F2E-B2E9-918879E1C335}" type="pres">
      <dgm:prSet presAssocID="{AC7DFA3F-3579-4FC2-AB9C-BA8CFD4F619C}" presName="Name17" presStyleLbl="parChTrans1D3" presStyleIdx="2" presStyleCnt="3"/>
      <dgm:spPr/>
      <dgm:t>
        <a:bodyPr/>
        <a:lstStyle/>
        <a:p>
          <a:endParaRPr lang="pt-BR"/>
        </a:p>
      </dgm:t>
    </dgm:pt>
    <dgm:pt modelId="{6A425BA1-F45E-4DBF-8395-C7EA2BAA2BBE}" type="pres">
      <dgm:prSet presAssocID="{D81FCF57-B57D-4D66-80D7-2288CACE4DF8}" presName="hierRoot3" presStyleCnt="0"/>
      <dgm:spPr/>
      <dgm:t>
        <a:bodyPr/>
        <a:lstStyle/>
        <a:p>
          <a:endParaRPr lang="pt-BR"/>
        </a:p>
      </dgm:t>
    </dgm:pt>
    <dgm:pt modelId="{63D6DC83-4A7A-4BC4-9FD5-80280BED1473}" type="pres">
      <dgm:prSet presAssocID="{D81FCF57-B57D-4D66-80D7-2288CACE4DF8}" presName="composite3" presStyleCnt="0"/>
      <dgm:spPr/>
      <dgm:t>
        <a:bodyPr/>
        <a:lstStyle/>
        <a:p>
          <a:endParaRPr lang="pt-BR"/>
        </a:p>
      </dgm:t>
    </dgm:pt>
    <dgm:pt modelId="{5B7E4926-2233-42FE-8512-F0854AFEB078}" type="pres">
      <dgm:prSet presAssocID="{D81FCF57-B57D-4D66-80D7-2288CACE4DF8}" presName="background3" presStyleLbl="node3" presStyleIdx="2" presStyleCnt="3"/>
      <dgm:spPr/>
      <dgm:t>
        <a:bodyPr/>
        <a:lstStyle/>
        <a:p>
          <a:endParaRPr lang="pt-BR"/>
        </a:p>
      </dgm:t>
    </dgm:pt>
    <dgm:pt modelId="{2168C662-A548-4DE1-9545-54B249CF322F}" type="pres">
      <dgm:prSet presAssocID="{D81FCF57-B57D-4D66-80D7-2288CACE4DF8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D1C4FAB-BB88-4B83-9937-A47F1DB42C31}" type="pres">
      <dgm:prSet presAssocID="{D81FCF57-B57D-4D66-80D7-2288CACE4DF8}" presName="hierChild4" presStyleCnt="0"/>
      <dgm:spPr/>
      <dgm:t>
        <a:bodyPr/>
        <a:lstStyle/>
        <a:p>
          <a:endParaRPr lang="pt-BR"/>
        </a:p>
      </dgm:t>
    </dgm:pt>
    <dgm:pt modelId="{2FB69976-6316-4AA5-A11A-E657DB263F3B}" type="pres">
      <dgm:prSet presAssocID="{F46CFA07-64BC-4638-8CD9-5C886DF02378}" presName="Name23" presStyleLbl="parChTrans1D4" presStyleIdx="5" presStyleCnt="7"/>
      <dgm:spPr/>
      <dgm:t>
        <a:bodyPr/>
        <a:lstStyle/>
        <a:p>
          <a:endParaRPr lang="pt-BR"/>
        </a:p>
      </dgm:t>
    </dgm:pt>
    <dgm:pt modelId="{963AE185-D109-4713-8D24-DE18339A27AB}" type="pres">
      <dgm:prSet presAssocID="{DD645CEE-DD8A-4AA4-8182-A37841A27FD6}" presName="hierRoot4" presStyleCnt="0"/>
      <dgm:spPr/>
      <dgm:t>
        <a:bodyPr/>
        <a:lstStyle/>
        <a:p>
          <a:endParaRPr lang="pt-BR"/>
        </a:p>
      </dgm:t>
    </dgm:pt>
    <dgm:pt modelId="{DF7AEEBF-C759-4B54-B9DF-CDF973653087}" type="pres">
      <dgm:prSet presAssocID="{DD645CEE-DD8A-4AA4-8182-A37841A27FD6}" presName="composite4" presStyleCnt="0"/>
      <dgm:spPr/>
      <dgm:t>
        <a:bodyPr/>
        <a:lstStyle/>
        <a:p>
          <a:endParaRPr lang="pt-BR"/>
        </a:p>
      </dgm:t>
    </dgm:pt>
    <dgm:pt modelId="{DBB47C8D-70D2-4ADE-98D5-CD88F72EE3FB}" type="pres">
      <dgm:prSet presAssocID="{DD645CEE-DD8A-4AA4-8182-A37841A27FD6}" presName="background4" presStyleLbl="node4" presStyleIdx="5" presStyleCnt="7"/>
      <dgm:spPr/>
      <dgm:t>
        <a:bodyPr/>
        <a:lstStyle/>
        <a:p>
          <a:endParaRPr lang="pt-BR"/>
        </a:p>
      </dgm:t>
    </dgm:pt>
    <dgm:pt modelId="{D9289493-DC44-459B-9B23-678D8D9EBB9A}" type="pres">
      <dgm:prSet presAssocID="{DD645CEE-DD8A-4AA4-8182-A37841A27FD6}" presName="text4" presStyleLbl="fgAcc4" presStyleIdx="5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3C24E68-DE50-47A2-870D-E05A14992BFB}" type="pres">
      <dgm:prSet presAssocID="{DD645CEE-DD8A-4AA4-8182-A37841A27FD6}" presName="hierChild5" presStyleCnt="0"/>
      <dgm:spPr/>
      <dgm:t>
        <a:bodyPr/>
        <a:lstStyle/>
        <a:p>
          <a:endParaRPr lang="pt-BR"/>
        </a:p>
      </dgm:t>
    </dgm:pt>
    <dgm:pt modelId="{5769700B-9E9A-4578-8FA4-34FA75BAC13F}" type="pres">
      <dgm:prSet presAssocID="{4D7B4795-0176-4100-80B3-2334AF6EC5BE}" presName="Name23" presStyleLbl="parChTrans1D4" presStyleIdx="6" presStyleCnt="7"/>
      <dgm:spPr/>
      <dgm:t>
        <a:bodyPr/>
        <a:lstStyle/>
        <a:p>
          <a:endParaRPr lang="pt-BR"/>
        </a:p>
      </dgm:t>
    </dgm:pt>
    <dgm:pt modelId="{AA9D6548-1077-46B0-B293-E2A958CA5779}" type="pres">
      <dgm:prSet presAssocID="{F3AEA311-7CFB-41F8-B4EE-D6FF0E4DC1B9}" presName="hierRoot4" presStyleCnt="0"/>
      <dgm:spPr/>
      <dgm:t>
        <a:bodyPr/>
        <a:lstStyle/>
        <a:p>
          <a:endParaRPr lang="pt-BR"/>
        </a:p>
      </dgm:t>
    </dgm:pt>
    <dgm:pt modelId="{F508798A-FD31-43F4-BB30-575872625F24}" type="pres">
      <dgm:prSet presAssocID="{F3AEA311-7CFB-41F8-B4EE-D6FF0E4DC1B9}" presName="composite4" presStyleCnt="0"/>
      <dgm:spPr/>
      <dgm:t>
        <a:bodyPr/>
        <a:lstStyle/>
        <a:p>
          <a:endParaRPr lang="pt-BR"/>
        </a:p>
      </dgm:t>
    </dgm:pt>
    <dgm:pt modelId="{15517688-B39A-4C75-8C6B-85A4E579F037}" type="pres">
      <dgm:prSet presAssocID="{F3AEA311-7CFB-41F8-B4EE-D6FF0E4DC1B9}" presName="background4" presStyleLbl="node4" presStyleIdx="6" presStyleCnt="7"/>
      <dgm:spPr/>
      <dgm:t>
        <a:bodyPr/>
        <a:lstStyle/>
        <a:p>
          <a:endParaRPr lang="pt-BR"/>
        </a:p>
      </dgm:t>
    </dgm:pt>
    <dgm:pt modelId="{45E293E0-500B-4BEF-BB73-A0EFD1A125DA}" type="pres">
      <dgm:prSet presAssocID="{F3AEA311-7CFB-41F8-B4EE-D6FF0E4DC1B9}" presName="text4" presStyleLbl="fgAcc4" presStyleIdx="6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0DB6F92-A0FD-44D4-A04E-E0ACF1AC638D}" type="pres">
      <dgm:prSet presAssocID="{F3AEA311-7CFB-41F8-B4EE-D6FF0E4DC1B9}" presName="hierChild5" presStyleCnt="0"/>
      <dgm:spPr/>
      <dgm:t>
        <a:bodyPr/>
        <a:lstStyle/>
        <a:p>
          <a:endParaRPr lang="pt-BR"/>
        </a:p>
      </dgm:t>
    </dgm:pt>
  </dgm:ptLst>
  <dgm:cxnLst>
    <dgm:cxn modelId="{A4375622-0ABA-400E-9315-596E85BC9EE9}" type="presOf" srcId="{AC7DFA3F-3579-4FC2-AB9C-BA8CFD4F619C}" destId="{00598EF6-16D1-4F2E-B2E9-918879E1C335}" srcOrd="0" destOrd="0" presId="urn:microsoft.com/office/officeart/2005/8/layout/hierarchy1"/>
    <dgm:cxn modelId="{013B3EC4-8CEC-4258-AD62-974A37F2EC40}" type="presOf" srcId="{4D7B4795-0176-4100-80B3-2334AF6EC5BE}" destId="{5769700B-9E9A-4578-8FA4-34FA75BAC13F}" srcOrd="0" destOrd="0" presId="urn:microsoft.com/office/officeart/2005/8/layout/hierarchy1"/>
    <dgm:cxn modelId="{E0DEBBF9-8848-4450-AFD0-E0AD21CE71E2}" srcId="{A8CABF8B-55C7-40DE-8FE7-89BB4F062321}" destId="{1CDC0ECA-F467-4051-9EAA-DA8BDE1DE1BA}" srcOrd="0" destOrd="0" parTransId="{B7A67582-A61D-4D0C-85EB-036170DE00F6}" sibTransId="{DA28B2B1-2BC8-499E-B886-CAA77EB32474}"/>
    <dgm:cxn modelId="{C4EB0834-FFF1-4FA2-B6C1-BBE1813B6403}" type="presOf" srcId="{700ED92C-D6E4-43FB-A7D9-486B0D65965F}" destId="{5CD50B0B-E2BD-4B63-89CE-9FAFC11B21A6}" srcOrd="0" destOrd="0" presId="urn:microsoft.com/office/officeart/2005/8/layout/hierarchy1"/>
    <dgm:cxn modelId="{29AE8EF2-EB4C-40FE-8A75-30144ED816BD}" type="presOf" srcId="{F3AEA311-7CFB-41F8-B4EE-D6FF0E4DC1B9}" destId="{45E293E0-500B-4BEF-BB73-A0EFD1A125DA}" srcOrd="0" destOrd="0" presId="urn:microsoft.com/office/officeart/2005/8/layout/hierarchy1"/>
    <dgm:cxn modelId="{965DC8B9-066E-4934-9BAE-145B321229DD}" type="presOf" srcId="{64FD6E5D-46E1-433C-B1B9-60F126674208}" destId="{63566980-C121-4DC6-812A-74F2DAF8E638}" srcOrd="0" destOrd="0" presId="urn:microsoft.com/office/officeart/2005/8/layout/hierarchy1"/>
    <dgm:cxn modelId="{509C20F3-C4CB-4362-A9FD-10ED9EF0AA76}" type="presOf" srcId="{1BAA05DA-1215-4204-957D-1F1018948CA1}" destId="{8549E694-7E2D-43B1-9618-F2E2102852B7}" srcOrd="0" destOrd="0" presId="urn:microsoft.com/office/officeart/2005/8/layout/hierarchy1"/>
    <dgm:cxn modelId="{02651A01-E494-4BE4-8DAF-C7FB7ECE6E66}" type="presOf" srcId="{0DB130BB-0FF8-47C5-B378-E11B16EF621E}" destId="{3D4B5480-E057-4CD7-A604-48AE9C5673EA}" srcOrd="0" destOrd="0" presId="urn:microsoft.com/office/officeart/2005/8/layout/hierarchy1"/>
    <dgm:cxn modelId="{5B431862-C981-4BD1-B4C7-1F4B9C49C5B2}" type="presOf" srcId="{0C5B7B02-E963-4613-998A-2A46074F19A5}" destId="{D8EEDB42-3FC9-4EBC-B80D-B438EB67A1F5}" srcOrd="0" destOrd="0" presId="urn:microsoft.com/office/officeart/2005/8/layout/hierarchy1"/>
    <dgm:cxn modelId="{746D0B34-514D-403D-8423-009AAF3FD3C4}" type="presOf" srcId="{CD13142B-FF7C-438A-A30F-A395660D5F50}" destId="{BC96BE36-2C5B-4594-A791-68BDD2A6289A}" srcOrd="0" destOrd="0" presId="urn:microsoft.com/office/officeart/2005/8/layout/hierarchy1"/>
    <dgm:cxn modelId="{C923D221-00DF-4175-B1F7-162956EAD0C8}" type="presOf" srcId="{368B3EED-1D94-43CE-9657-64FE124C5237}" destId="{474F8C02-3C2D-418C-8524-F57590600409}" srcOrd="0" destOrd="0" presId="urn:microsoft.com/office/officeart/2005/8/layout/hierarchy1"/>
    <dgm:cxn modelId="{D9BDD9D6-21A0-402C-993B-26444678D496}" type="presOf" srcId="{A8CABF8B-55C7-40DE-8FE7-89BB4F062321}" destId="{2FA326A9-3F04-4927-AD6A-B4856589C068}" srcOrd="0" destOrd="0" presId="urn:microsoft.com/office/officeart/2005/8/layout/hierarchy1"/>
    <dgm:cxn modelId="{3D5BBFBD-B77E-4DB5-8395-3F42D37733DA}" type="presOf" srcId="{9B2D23B3-4847-4BDF-B4FD-049039A1725E}" destId="{92C4291A-8937-4FBE-9266-4AE0016B5765}" srcOrd="0" destOrd="0" presId="urn:microsoft.com/office/officeart/2005/8/layout/hierarchy1"/>
    <dgm:cxn modelId="{295CC3A6-DB1D-493A-B31D-3F08A4FFFD3E}" srcId="{0DB130BB-0FF8-47C5-B378-E11B16EF621E}" destId="{64FD6E5D-46E1-433C-B1B9-60F126674208}" srcOrd="1" destOrd="0" parTransId="{CD13142B-FF7C-438A-A30F-A395660D5F50}" sibTransId="{55586204-8763-4F24-92A6-1BD016B6EC00}"/>
    <dgm:cxn modelId="{18947C8E-B863-44B4-B873-CC21447009AF}" srcId="{1CDC0ECA-F467-4051-9EAA-DA8BDE1DE1BA}" destId="{25CB5114-697F-48D2-AF92-D71E88A66EAC}" srcOrd="0" destOrd="0" parTransId="{368B3EED-1D94-43CE-9657-64FE124C5237}" sibTransId="{791FE1A9-CB75-4684-B448-E9B71A84FEDD}"/>
    <dgm:cxn modelId="{F090D95B-F3DF-4002-A4E0-16F9E5FE275B}" srcId="{0C5B7B02-E963-4613-998A-2A46074F19A5}" destId="{7DC41EB3-BC36-4329-BED4-561736143498}" srcOrd="1" destOrd="0" parTransId="{700ED92C-D6E4-43FB-A7D9-486B0D65965F}" sibTransId="{8F5D42D1-917B-4934-ADDA-C9A7CE8228D2}"/>
    <dgm:cxn modelId="{978CE9D8-1DFB-4C37-A70D-0398ED97B563}" type="presOf" srcId="{9CB29B6B-6639-4691-889C-C31F7331E817}" destId="{6435016A-C080-41E9-8ABA-C8E78F9858C2}" srcOrd="0" destOrd="0" presId="urn:microsoft.com/office/officeart/2005/8/layout/hierarchy1"/>
    <dgm:cxn modelId="{7D813391-2200-43A4-9960-16B630A293B6}" type="presOf" srcId="{7DC41EB3-BC36-4329-BED4-561736143498}" destId="{FDEEEC0A-01D1-40D5-971B-BBF7BAD5835C}" srcOrd="0" destOrd="0" presId="urn:microsoft.com/office/officeart/2005/8/layout/hierarchy1"/>
    <dgm:cxn modelId="{49092FD5-6AC6-4E8C-8B75-DFBD0AE2FE6D}" srcId="{D81FCF57-B57D-4D66-80D7-2288CACE4DF8}" destId="{F3AEA311-7CFB-41F8-B4EE-D6FF0E4DC1B9}" srcOrd="1" destOrd="0" parTransId="{4D7B4795-0176-4100-80B3-2334AF6EC5BE}" sibTransId="{D7C56006-D8BD-4552-BA21-34FD46F19082}"/>
    <dgm:cxn modelId="{D2438A91-6386-4C82-BDC1-408E98D89FED}" type="presOf" srcId="{1CDC0ECA-F467-4051-9EAA-DA8BDE1DE1BA}" destId="{D914E590-CFC0-4AB7-A3CF-44CD38316987}" srcOrd="0" destOrd="0" presId="urn:microsoft.com/office/officeart/2005/8/layout/hierarchy1"/>
    <dgm:cxn modelId="{0F549094-158F-447B-8925-A34E51FA5046}" type="presOf" srcId="{25CB5114-697F-48D2-AF92-D71E88A66EAC}" destId="{B904EABE-E193-40DD-9392-F4F4662974F9}" srcOrd="0" destOrd="0" presId="urn:microsoft.com/office/officeart/2005/8/layout/hierarchy1"/>
    <dgm:cxn modelId="{69868FD9-8E31-4FCD-B710-ED1844B2E8CE}" srcId="{25CB5114-697F-48D2-AF92-D71E88A66EAC}" destId="{0C5B7B02-E963-4613-998A-2A46074F19A5}" srcOrd="0" destOrd="0" parTransId="{2CCEEB76-B938-406F-963E-503D87B18190}" sibTransId="{53029BF1-3D99-44C7-981F-FF276CCA507B}"/>
    <dgm:cxn modelId="{CC407A83-6A98-4D1C-898A-5E3585DCEC16}" type="presOf" srcId="{76B66317-4446-474F-A446-14B7947FCB8E}" destId="{7D350278-0980-4DF7-8488-2BAE70FDF2A5}" srcOrd="0" destOrd="0" presId="urn:microsoft.com/office/officeart/2005/8/layout/hierarchy1"/>
    <dgm:cxn modelId="{C1193137-1DA9-4FF5-B1FC-6516B21513E7}" type="presOf" srcId="{E41ACE6A-FA01-487E-AD3C-3823D52A9819}" destId="{F0DFEE0A-8A68-437C-8EF8-544D1B49AF12}" srcOrd="0" destOrd="0" presId="urn:microsoft.com/office/officeart/2005/8/layout/hierarchy1"/>
    <dgm:cxn modelId="{CBECC20C-DED5-4D9C-B075-0B30C4FD8C9A}" type="presOf" srcId="{6AF21B27-2A81-40FE-90C4-72C145DD8457}" destId="{F3A2E6F8-0F1F-4FE3-9CF6-A7B02CAAC301}" srcOrd="0" destOrd="0" presId="urn:microsoft.com/office/officeart/2005/8/layout/hierarchy1"/>
    <dgm:cxn modelId="{F4DAC7C0-2524-4CA2-B098-12CC8FAAAD4E}" srcId="{0C5B7B02-E963-4613-998A-2A46074F19A5}" destId="{573D01B8-643E-47B2-8702-BB834259180D}" srcOrd="2" destOrd="0" parTransId="{6AF21B27-2A81-40FE-90C4-72C145DD8457}" sibTransId="{DEB8E25D-1296-42C6-975F-654C15BA0869}"/>
    <dgm:cxn modelId="{F0D2054E-6E05-4370-B6CD-CFBC99D76ADB}" type="presOf" srcId="{D81FCF57-B57D-4D66-80D7-2288CACE4DF8}" destId="{2168C662-A548-4DE1-9545-54B249CF322F}" srcOrd="0" destOrd="0" presId="urn:microsoft.com/office/officeart/2005/8/layout/hierarchy1"/>
    <dgm:cxn modelId="{B8C87EC6-6E56-45C2-A745-72EF1B00F1E6}" srcId="{25CB5114-697F-48D2-AF92-D71E88A66EAC}" destId="{D81FCF57-B57D-4D66-80D7-2288CACE4DF8}" srcOrd="2" destOrd="0" parTransId="{AC7DFA3F-3579-4FC2-AB9C-BA8CFD4F619C}" sibTransId="{36723035-BA63-485B-A0AF-E940D5AF5436}"/>
    <dgm:cxn modelId="{BA0CEF19-1C2D-4F2A-B572-C99B735360B1}" type="presOf" srcId="{2CCEEB76-B938-406F-963E-503D87B18190}" destId="{6B6C569D-D412-4309-B839-1F980EBC3C5C}" srcOrd="0" destOrd="0" presId="urn:microsoft.com/office/officeart/2005/8/layout/hierarchy1"/>
    <dgm:cxn modelId="{1432E8F7-0235-496F-95EC-6995D0AE0383}" type="presOf" srcId="{573D01B8-643E-47B2-8702-BB834259180D}" destId="{7B715408-4CA3-46CC-935F-E3CAD415FEC5}" srcOrd="0" destOrd="0" presId="urn:microsoft.com/office/officeart/2005/8/layout/hierarchy1"/>
    <dgm:cxn modelId="{B4679CFD-54B9-4A0C-8C41-9D0838E16580}" srcId="{0C5B7B02-E963-4613-998A-2A46074F19A5}" destId="{9CB29B6B-6639-4691-889C-C31F7331E817}" srcOrd="0" destOrd="0" parTransId="{76B66317-4446-474F-A446-14B7947FCB8E}" sibTransId="{3CDF955F-5714-4F06-8B1D-766C6040E150}"/>
    <dgm:cxn modelId="{F894F84B-14BD-4517-AD9F-C4CC948661FA}" type="presOf" srcId="{F46CFA07-64BC-4638-8CD9-5C886DF02378}" destId="{2FB69976-6316-4AA5-A11A-E657DB263F3B}" srcOrd="0" destOrd="0" presId="urn:microsoft.com/office/officeart/2005/8/layout/hierarchy1"/>
    <dgm:cxn modelId="{82501518-D8D5-49F3-8B2B-367F7621C135}" srcId="{D81FCF57-B57D-4D66-80D7-2288CACE4DF8}" destId="{DD645CEE-DD8A-4AA4-8182-A37841A27FD6}" srcOrd="0" destOrd="0" parTransId="{F46CFA07-64BC-4638-8CD9-5C886DF02378}" sibTransId="{B2F25793-7DD3-44F6-BBD1-B1728DE2A4D3}"/>
    <dgm:cxn modelId="{2EBB5AAD-9831-409C-9F62-2A74D3AACD85}" srcId="{0DB130BB-0FF8-47C5-B378-E11B16EF621E}" destId="{1BAA05DA-1215-4204-957D-1F1018948CA1}" srcOrd="0" destOrd="0" parTransId="{E41ACE6A-FA01-487E-AD3C-3823D52A9819}" sibTransId="{506F5C37-D98D-4A92-9C93-42DB92D313F0}"/>
    <dgm:cxn modelId="{F708F3E9-5CD5-46E0-8517-6B884767EB64}" srcId="{25CB5114-697F-48D2-AF92-D71E88A66EAC}" destId="{0DB130BB-0FF8-47C5-B378-E11B16EF621E}" srcOrd="1" destOrd="0" parTransId="{9B2D23B3-4847-4BDF-B4FD-049039A1725E}" sibTransId="{38F525DC-7879-4D69-BA57-0E2C23695F09}"/>
    <dgm:cxn modelId="{53394CDF-03BE-4396-AEA1-6D6364B8A80A}" type="presOf" srcId="{DD645CEE-DD8A-4AA4-8182-A37841A27FD6}" destId="{D9289493-DC44-459B-9B23-678D8D9EBB9A}" srcOrd="0" destOrd="0" presId="urn:microsoft.com/office/officeart/2005/8/layout/hierarchy1"/>
    <dgm:cxn modelId="{96F27BAC-C725-4F24-AFC1-D60F848C5F3C}" type="presParOf" srcId="{2FA326A9-3F04-4927-AD6A-B4856589C068}" destId="{9ACA44A7-2AC0-4A8C-9A4D-E762F64FAD28}" srcOrd="0" destOrd="0" presId="urn:microsoft.com/office/officeart/2005/8/layout/hierarchy1"/>
    <dgm:cxn modelId="{E603A57C-6DC3-49A1-9CFC-9F6E590AE65C}" type="presParOf" srcId="{9ACA44A7-2AC0-4A8C-9A4D-E762F64FAD28}" destId="{222BB52E-8900-470C-AB0E-9B46F4485805}" srcOrd="0" destOrd="0" presId="urn:microsoft.com/office/officeart/2005/8/layout/hierarchy1"/>
    <dgm:cxn modelId="{76BFD278-4E98-4911-AE5E-B66B2EC559B4}" type="presParOf" srcId="{222BB52E-8900-470C-AB0E-9B46F4485805}" destId="{B6B513E1-8ACA-4B6A-AFB4-87A077C726E0}" srcOrd="0" destOrd="0" presId="urn:microsoft.com/office/officeart/2005/8/layout/hierarchy1"/>
    <dgm:cxn modelId="{AC4B260E-5494-4205-A57C-7595DAB4D34D}" type="presParOf" srcId="{222BB52E-8900-470C-AB0E-9B46F4485805}" destId="{D914E590-CFC0-4AB7-A3CF-44CD38316987}" srcOrd="1" destOrd="0" presId="urn:microsoft.com/office/officeart/2005/8/layout/hierarchy1"/>
    <dgm:cxn modelId="{90D42D44-3B81-4EB3-A03C-2629131A67C5}" type="presParOf" srcId="{9ACA44A7-2AC0-4A8C-9A4D-E762F64FAD28}" destId="{E0EBE1AC-98DF-4C3F-8594-D3ADF780788B}" srcOrd="1" destOrd="0" presId="urn:microsoft.com/office/officeart/2005/8/layout/hierarchy1"/>
    <dgm:cxn modelId="{9D9F3EEC-A78A-41FA-9E74-A41217578880}" type="presParOf" srcId="{E0EBE1AC-98DF-4C3F-8594-D3ADF780788B}" destId="{474F8C02-3C2D-418C-8524-F57590600409}" srcOrd="0" destOrd="0" presId="urn:microsoft.com/office/officeart/2005/8/layout/hierarchy1"/>
    <dgm:cxn modelId="{61694ACB-F1C5-43D5-9B2E-33CD2043F4FA}" type="presParOf" srcId="{E0EBE1AC-98DF-4C3F-8594-D3ADF780788B}" destId="{BCBBCB24-0FDC-47E2-BCAA-E85004DAEBE7}" srcOrd="1" destOrd="0" presId="urn:microsoft.com/office/officeart/2005/8/layout/hierarchy1"/>
    <dgm:cxn modelId="{6D62B03E-5677-4C02-B98E-B33428B0D729}" type="presParOf" srcId="{BCBBCB24-0FDC-47E2-BCAA-E85004DAEBE7}" destId="{17811006-E293-4528-9FC1-6E6E0E0C3C63}" srcOrd="0" destOrd="0" presId="urn:microsoft.com/office/officeart/2005/8/layout/hierarchy1"/>
    <dgm:cxn modelId="{715EDA03-4B8B-40FE-9FD7-12DAA418E8AB}" type="presParOf" srcId="{17811006-E293-4528-9FC1-6E6E0E0C3C63}" destId="{78DA706B-B5D4-49A7-AE64-C8FD76F608CC}" srcOrd="0" destOrd="0" presId="urn:microsoft.com/office/officeart/2005/8/layout/hierarchy1"/>
    <dgm:cxn modelId="{DBAA85B5-D3FB-4E50-BA3C-4F38DCAB86A0}" type="presParOf" srcId="{17811006-E293-4528-9FC1-6E6E0E0C3C63}" destId="{B904EABE-E193-40DD-9392-F4F4662974F9}" srcOrd="1" destOrd="0" presId="urn:microsoft.com/office/officeart/2005/8/layout/hierarchy1"/>
    <dgm:cxn modelId="{C73AF742-1722-48C7-8D74-9AA7015D5819}" type="presParOf" srcId="{BCBBCB24-0FDC-47E2-BCAA-E85004DAEBE7}" destId="{038A24D8-C6EC-49CC-AD1F-FF4419091C23}" srcOrd="1" destOrd="0" presId="urn:microsoft.com/office/officeart/2005/8/layout/hierarchy1"/>
    <dgm:cxn modelId="{08E720C3-6EE3-4F91-936D-A5E749A472A9}" type="presParOf" srcId="{038A24D8-C6EC-49CC-AD1F-FF4419091C23}" destId="{6B6C569D-D412-4309-B839-1F980EBC3C5C}" srcOrd="0" destOrd="0" presId="urn:microsoft.com/office/officeart/2005/8/layout/hierarchy1"/>
    <dgm:cxn modelId="{64FDB39D-63AA-433D-A8FA-A2F5687BFE53}" type="presParOf" srcId="{038A24D8-C6EC-49CC-AD1F-FF4419091C23}" destId="{6E65A070-01B0-4D9C-B3B0-90508975EBA9}" srcOrd="1" destOrd="0" presId="urn:microsoft.com/office/officeart/2005/8/layout/hierarchy1"/>
    <dgm:cxn modelId="{7D54D05F-51B7-4C6B-9075-F9AFBC906B79}" type="presParOf" srcId="{6E65A070-01B0-4D9C-B3B0-90508975EBA9}" destId="{92E9A091-A5CF-40E7-AB56-CEC0CF7B2C40}" srcOrd="0" destOrd="0" presId="urn:microsoft.com/office/officeart/2005/8/layout/hierarchy1"/>
    <dgm:cxn modelId="{DE1AE8FF-686E-488D-998B-2C5D06452071}" type="presParOf" srcId="{92E9A091-A5CF-40E7-AB56-CEC0CF7B2C40}" destId="{8F9E0936-FDD5-4BC4-BE41-45D2AFF2879D}" srcOrd="0" destOrd="0" presId="urn:microsoft.com/office/officeart/2005/8/layout/hierarchy1"/>
    <dgm:cxn modelId="{C81A34DD-B2EC-4223-A1FC-3BBC1C08328B}" type="presParOf" srcId="{92E9A091-A5CF-40E7-AB56-CEC0CF7B2C40}" destId="{D8EEDB42-3FC9-4EBC-B80D-B438EB67A1F5}" srcOrd="1" destOrd="0" presId="urn:microsoft.com/office/officeart/2005/8/layout/hierarchy1"/>
    <dgm:cxn modelId="{3750913F-A20E-4FD2-878C-8AD9D07A86F2}" type="presParOf" srcId="{6E65A070-01B0-4D9C-B3B0-90508975EBA9}" destId="{915F7C4C-7A67-4D3F-9F4D-6C54F64CF0AD}" srcOrd="1" destOrd="0" presId="urn:microsoft.com/office/officeart/2005/8/layout/hierarchy1"/>
    <dgm:cxn modelId="{87E33755-F9EB-4AB0-AB6D-C0E854E70B56}" type="presParOf" srcId="{915F7C4C-7A67-4D3F-9F4D-6C54F64CF0AD}" destId="{7D350278-0980-4DF7-8488-2BAE70FDF2A5}" srcOrd="0" destOrd="0" presId="urn:microsoft.com/office/officeart/2005/8/layout/hierarchy1"/>
    <dgm:cxn modelId="{D430BE25-70B0-433B-A49D-339AC96C74ED}" type="presParOf" srcId="{915F7C4C-7A67-4D3F-9F4D-6C54F64CF0AD}" destId="{A878356F-D522-4EE5-B2C0-8C37E59FCC3A}" srcOrd="1" destOrd="0" presId="urn:microsoft.com/office/officeart/2005/8/layout/hierarchy1"/>
    <dgm:cxn modelId="{D9155C45-1EE9-4440-A0C2-06E7A1E69D7F}" type="presParOf" srcId="{A878356F-D522-4EE5-B2C0-8C37E59FCC3A}" destId="{1D134104-D08D-499D-B635-D3B1FDBB748B}" srcOrd="0" destOrd="0" presId="urn:microsoft.com/office/officeart/2005/8/layout/hierarchy1"/>
    <dgm:cxn modelId="{360B9F8B-4644-4556-BA08-4C44AAD9DEF2}" type="presParOf" srcId="{1D134104-D08D-499D-B635-D3B1FDBB748B}" destId="{670DB065-0912-4EBD-8A97-7E0EF692DA25}" srcOrd="0" destOrd="0" presId="urn:microsoft.com/office/officeart/2005/8/layout/hierarchy1"/>
    <dgm:cxn modelId="{36AA3BAA-1957-43FD-8943-6EE74C6F73AA}" type="presParOf" srcId="{1D134104-D08D-499D-B635-D3B1FDBB748B}" destId="{6435016A-C080-41E9-8ABA-C8E78F9858C2}" srcOrd="1" destOrd="0" presId="urn:microsoft.com/office/officeart/2005/8/layout/hierarchy1"/>
    <dgm:cxn modelId="{5FC0874B-25CB-4DAD-B3EB-86BADEEC020E}" type="presParOf" srcId="{A878356F-D522-4EE5-B2C0-8C37E59FCC3A}" destId="{F194BFFD-6D22-4D51-9AAC-D09A51D3DFFF}" srcOrd="1" destOrd="0" presId="urn:microsoft.com/office/officeart/2005/8/layout/hierarchy1"/>
    <dgm:cxn modelId="{2DBF3265-663A-4F46-B9F1-387D89223B64}" type="presParOf" srcId="{915F7C4C-7A67-4D3F-9F4D-6C54F64CF0AD}" destId="{5CD50B0B-E2BD-4B63-89CE-9FAFC11B21A6}" srcOrd="2" destOrd="0" presId="urn:microsoft.com/office/officeart/2005/8/layout/hierarchy1"/>
    <dgm:cxn modelId="{28059617-E04B-4887-A959-5DC0C696266C}" type="presParOf" srcId="{915F7C4C-7A67-4D3F-9F4D-6C54F64CF0AD}" destId="{CCC0AAF7-160E-4534-9C38-9AAA081E65BB}" srcOrd="3" destOrd="0" presId="urn:microsoft.com/office/officeart/2005/8/layout/hierarchy1"/>
    <dgm:cxn modelId="{E5BB5634-8683-4CA4-BD0F-08CD978CF861}" type="presParOf" srcId="{CCC0AAF7-160E-4534-9C38-9AAA081E65BB}" destId="{682CDCC1-BB58-4D75-8573-9BAB2841CEA8}" srcOrd="0" destOrd="0" presId="urn:microsoft.com/office/officeart/2005/8/layout/hierarchy1"/>
    <dgm:cxn modelId="{6CB6656F-8AF5-4AFC-BAA0-4827B7E1C539}" type="presParOf" srcId="{682CDCC1-BB58-4D75-8573-9BAB2841CEA8}" destId="{8F461994-2ECE-4D8C-BAC4-1D12138B5165}" srcOrd="0" destOrd="0" presId="urn:microsoft.com/office/officeart/2005/8/layout/hierarchy1"/>
    <dgm:cxn modelId="{4B8F20CE-7E16-4163-940D-59441858D9D4}" type="presParOf" srcId="{682CDCC1-BB58-4D75-8573-9BAB2841CEA8}" destId="{FDEEEC0A-01D1-40D5-971B-BBF7BAD5835C}" srcOrd="1" destOrd="0" presId="urn:microsoft.com/office/officeart/2005/8/layout/hierarchy1"/>
    <dgm:cxn modelId="{6BE85A14-2D13-4CC0-A9C2-88253B016402}" type="presParOf" srcId="{CCC0AAF7-160E-4534-9C38-9AAA081E65BB}" destId="{5AB2A2F8-714C-48A4-9D2F-360E8B6804A9}" srcOrd="1" destOrd="0" presId="urn:microsoft.com/office/officeart/2005/8/layout/hierarchy1"/>
    <dgm:cxn modelId="{EFFF233A-61B7-4E88-8AFE-688302A4EE26}" type="presParOf" srcId="{915F7C4C-7A67-4D3F-9F4D-6C54F64CF0AD}" destId="{F3A2E6F8-0F1F-4FE3-9CF6-A7B02CAAC301}" srcOrd="4" destOrd="0" presId="urn:microsoft.com/office/officeart/2005/8/layout/hierarchy1"/>
    <dgm:cxn modelId="{5E8D5F38-259F-4301-B36D-D21EB3E71F4D}" type="presParOf" srcId="{915F7C4C-7A67-4D3F-9F4D-6C54F64CF0AD}" destId="{9E23B694-7575-4FCF-A42F-13D13FD3A449}" srcOrd="5" destOrd="0" presId="urn:microsoft.com/office/officeart/2005/8/layout/hierarchy1"/>
    <dgm:cxn modelId="{E1CF5E24-C7DA-43C9-8074-FEC45727DABF}" type="presParOf" srcId="{9E23B694-7575-4FCF-A42F-13D13FD3A449}" destId="{712D5F84-0ED6-4F37-8327-D8E0DE8BD107}" srcOrd="0" destOrd="0" presId="urn:microsoft.com/office/officeart/2005/8/layout/hierarchy1"/>
    <dgm:cxn modelId="{D52EBBF4-3EED-407A-8EA4-CF32D575E491}" type="presParOf" srcId="{712D5F84-0ED6-4F37-8327-D8E0DE8BD107}" destId="{3393AAF0-38E2-4222-BE01-17B08038A0A5}" srcOrd="0" destOrd="0" presId="urn:microsoft.com/office/officeart/2005/8/layout/hierarchy1"/>
    <dgm:cxn modelId="{0C54546C-321D-4A22-AEAC-63463499A1CA}" type="presParOf" srcId="{712D5F84-0ED6-4F37-8327-D8E0DE8BD107}" destId="{7B715408-4CA3-46CC-935F-E3CAD415FEC5}" srcOrd="1" destOrd="0" presId="urn:microsoft.com/office/officeart/2005/8/layout/hierarchy1"/>
    <dgm:cxn modelId="{786F12D7-BBA5-4EED-82B0-553B5CD9331B}" type="presParOf" srcId="{9E23B694-7575-4FCF-A42F-13D13FD3A449}" destId="{4F1B7760-97AC-47D7-8829-43DE548A174A}" srcOrd="1" destOrd="0" presId="urn:microsoft.com/office/officeart/2005/8/layout/hierarchy1"/>
    <dgm:cxn modelId="{C24E8824-7465-4BE6-B7A9-E954D6EB8737}" type="presParOf" srcId="{038A24D8-C6EC-49CC-AD1F-FF4419091C23}" destId="{92C4291A-8937-4FBE-9266-4AE0016B5765}" srcOrd="2" destOrd="0" presId="urn:microsoft.com/office/officeart/2005/8/layout/hierarchy1"/>
    <dgm:cxn modelId="{846B4241-37A4-45C4-BE32-7340C1ABD846}" type="presParOf" srcId="{038A24D8-C6EC-49CC-AD1F-FF4419091C23}" destId="{27610782-1323-4C63-8F34-5AA90A713BEB}" srcOrd="3" destOrd="0" presId="urn:microsoft.com/office/officeart/2005/8/layout/hierarchy1"/>
    <dgm:cxn modelId="{43620996-E8C4-454D-83DF-2CD5F51D19F6}" type="presParOf" srcId="{27610782-1323-4C63-8F34-5AA90A713BEB}" destId="{D1A637EB-B492-45D2-B1B0-B0D1732B088E}" srcOrd="0" destOrd="0" presId="urn:microsoft.com/office/officeart/2005/8/layout/hierarchy1"/>
    <dgm:cxn modelId="{78A28ED1-4944-453C-AFA8-03292473E014}" type="presParOf" srcId="{D1A637EB-B492-45D2-B1B0-B0D1732B088E}" destId="{F4E385D6-B604-4126-840B-2A4E09EA7335}" srcOrd="0" destOrd="0" presId="urn:microsoft.com/office/officeart/2005/8/layout/hierarchy1"/>
    <dgm:cxn modelId="{F63DF9C8-83A5-494F-BC2B-F2412AA51375}" type="presParOf" srcId="{D1A637EB-B492-45D2-B1B0-B0D1732B088E}" destId="{3D4B5480-E057-4CD7-A604-48AE9C5673EA}" srcOrd="1" destOrd="0" presId="urn:microsoft.com/office/officeart/2005/8/layout/hierarchy1"/>
    <dgm:cxn modelId="{01D4829D-5AE8-4DE2-A433-226B051EE599}" type="presParOf" srcId="{27610782-1323-4C63-8F34-5AA90A713BEB}" destId="{90B213F9-7F86-429D-9C32-4427973063CE}" srcOrd="1" destOrd="0" presId="urn:microsoft.com/office/officeart/2005/8/layout/hierarchy1"/>
    <dgm:cxn modelId="{65D5FDF4-BAFE-4514-8250-629C94C44E48}" type="presParOf" srcId="{90B213F9-7F86-429D-9C32-4427973063CE}" destId="{F0DFEE0A-8A68-437C-8EF8-544D1B49AF12}" srcOrd="0" destOrd="0" presId="urn:microsoft.com/office/officeart/2005/8/layout/hierarchy1"/>
    <dgm:cxn modelId="{EE465C01-B9EF-442A-B8FE-EA439B2B392A}" type="presParOf" srcId="{90B213F9-7F86-429D-9C32-4427973063CE}" destId="{24DA1425-051F-4AA6-8D8A-9A8214874FFA}" srcOrd="1" destOrd="0" presId="urn:microsoft.com/office/officeart/2005/8/layout/hierarchy1"/>
    <dgm:cxn modelId="{5BC7C573-6B73-422E-87A2-3D68F2D05FF4}" type="presParOf" srcId="{24DA1425-051F-4AA6-8D8A-9A8214874FFA}" destId="{929C44F9-AFAB-4AE5-A72C-4B5C20E98690}" srcOrd="0" destOrd="0" presId="urn:microsoft.com/office/officeart/2005/8/layout/hierarchy1"/>
    <dgm:cxn modelId="{B603241A-80B5-433A-9E3E-55B94FB6E205}" type="presParOf" srcId="{929C44F9-AFAB-4AE5-A72C-4B5C20E98690}" destId="{07E7822A-FEB9-4D3D-B6D7-68271672BFB8}" srcOrd="0" destOrd="0" presId="urn:microsoft.com/office/officeart/2005/8/layout/hierarchy1"/>
    <dgm:cxn modelId="{A6A301F3-8F61-4A84-9DB9-7C03D6328AA0}" type="presParOf" srcId="{929C44F9-AFAB-4AE5-A72C-4B5C20E98690}" destId="{8549E694-7E2D-43B1-9618-F2E2102852B7}" srcOrd="1" destOrd="0" presId="urn:microsoft.com/office/officeart/2005/8/layout/hierarchy1"/>
    <dgm:cxn modelId="{E59AA83F-39C4-44D5-AD1D-902DB76D5FDC}" type="presParOf" srcId="{24DA1425-051F-4AA6-8D8A-9A8214874FFA}" destId="{26E1012E-600D-4A7C-B11C-7CA7C87C0BF2}" srcOrd="1" destOrd="0" presId="urn:microsoft.com/office/officeart/2005/8/layout/hierarchy1"/>
    <dgm:cxn modelId="{1D774CD5-72A3-41D7-AF64-ACDA4AC9D35B}" type="presParOf" srcId="{90B213F9-7F86-429D-9C32-4427973063CE}" destId="{BC96BE36-2C5B-4594-A791-68BDD2A6289A}" srcOrd="2" destOrd="0" presId="urn:microsoft.com/office/officeart/2005/8/layout/hierarchy1"/>
    <dgm:cxn modelId="{5B84B3F8-C4E7-4B9D-9928-FCBDF86FA4E1}" type="presParOf" srcId="{90B213F9-7F86-429D-9C32-4427973063CE}" destId="{74EEE495-BE4F-462F-846A-E6E417E9F84C}" srcOrd="3" destOrd="0" presId="urn:microsoft.com/office/officeart/2005/8/layout/hierarchy1"/>
    <dgm:cxn modelId="{5FFCB33D-6DF4-4449-ABF1-4554B9047E6B}" type="presParOf" srcId="{74EEE495-BE4F-462F-846A-E6E417E9F84C}" destId="{7AE2A229-154C-4960-8ADF-4333B640E9FE}" srcOrd="0" destOrd="0" presId="urn:microsoft.com/office/officeart/2005/8/layout/hierarchy1"/>
    <dgm:cxn modelId="{95EBEFB3-BCEA-4AC0-8AFC-B00294FBAC3C}" type="presParOf" srcId="{7AE2A229-154C-4960-8ADF-4333B640E9FE}" destId="{C3B7AED1-3DCF-4E5B-8EC1-8B4B32E0FE74}" srcOrd="0" destOrd="0" presId="urn:microsoft.com/office/officeart/2005/8/layout/hierarchy1"/>
    <dgm:cxn modelId="{57DD7864-DDA9-42C6-972B-219F76709CE7}" type="presParOf" srcId="{7AE2A229-154C-4960-8ADF-4333B640E9FE}" destId="{63566980-C121-4DC6-812A-74F2DAF8E638}" srcOrd="1" destOrd="0" presId="urn:microsoft.com/office/officeart/2005/8/layout/hierarchy1"/>
    <dgm:cxn modelId="{8E93A808-0EA7-476B-B174-F05A2F350958}" type="presParOf" srcId="{74EEE495-BE4F-462F-846A-E6E417E9F84C}" destId="{79F3FFD0-5F97-4856-8F8F-8CEF31CDB093}" srcOrd="1" destOrd="0" presId="urn:microsoft.com/office/officeart/2005/8/layout/hierarchy1"/>
    <dgm:cxn modelId="{3A3E050D-8E06-41DE-9BB0-786F4F884D85}" type="presParOf" srcId="{038A24D8-C6EC-49CC-AD1F-FF4419091C23}" destId="{00598EF6-16D1-4F2E-B2E9-918879E1C335}" srcOrd="4" destOrd="0" presId="urn:microsoft.com/office/officeart/2005/8/layout/hierarchy1"/>
    <dgm:cxn modelId="{C81ABE7E-B93B-44BE-B7AB-0A1C1D3FE539}" type="presParOf" srcId="{038A24D8-C6EC-49CC-AD1F-FF4419091C23}" destId="{6A425BA1-F45E-4DBF-8395-C7EA2BAA2BBE}" srcOrd="5" destOrd="0" presId="urn:microsoft.com/office/officeart/2005/8/layout/hierarchy1"/>
    <dgm:cxn modelId="{DD96145B-F417-40A2-9722-9C63D596790F}" type="presParOf" srcId="{6A425BA1-F45E-4DBF-8395-C7EA2BAA2BBE}" destId="{63D6DC83-4A7A-4BC4-9FD5-80280BED1473}" srcOrd="0" destOrd="0" presId="urn:microsoft.com/office/officeart/2005/8/layout/hierarchy1"/>
    <dgm:cxn modelId="{4590392E-93C5-4079-8CAA-581293503C90}" type="presParOf" srcId="{63D6DC83-4A7A-4BC4-9FD5-80280BED1473}" destId="{5B7E4926-2233-42FE-8512-F0854AFEB078}" srcOrd="0" destOrd="0" presId="urn:microsoft.com/office/officeart/2005/8/layout/hierarchy1"/>
    <dgm:cxn modelId="{834498A7-108E-43FC-941F-95BED6BBFAEC}" type="presParOf" srcId="{63D6DC83-4A7A-4BC4-9FD5-80280BED1473}" destId="{2168C662-A548-4DE1-9545-54B249CF322F}" srcOrd="1" destOrd="0" presId="urn:microsoft.com/office/officeart/2005/8/layout/hierarchy1"/>
    <dgm:cxn modelId="{732F5E81-47FD-4EC4-A4FC-0C4D7C08B117}" type="presParOf" srcId="{6A425BA1-F45E-4DBF-8395-C7EA2BAA2BBE}" destId="{DD1C4FAB-BB88-4B83-9937-A47F1DB42C31}" srcOrd="1" destOrd="0" presId="urn:microsoft.com/office/officeart/2005/8/layout/hierarchy1"/>
    <dgm:cxn modelId="{D296B851-76F8-4F0F-94BC-E06AC898029B}" type="presParOf" srcId="{DD1C4FAB-BB88-4B83-9937-A47F1DB42C31}" destId="{2FB69976-6316-4AA5-A11A-E657DB263F3B}" srcOrd="0" destOrd="0" presId="urn:microsoft.com/office/officeart/2005/8/layout/hierarchy1"/>
    <dgm:cxn modelId="{E83A836A-1978-4642-80D7-E16C97BEF8CB}" type="presParOf" srcId="{DD1C4FAB-BB88-4B83-9937-A47F1DB42C31}" destId="{963AE185-D109-4713-8D24-DE18339A27AB}" srcOrd="1" destOrd="0" presId="urn:microsoft.com/office/officeart/2005/8/layout/hierarchy1"/>
    <dgm:cxn modelId="{FC96F75B-B46C-457F-9A04-4A926A14A252}" type="presParOf" srcId="{963AE185-D109-4713-8D24-DE18339A27AB}" destId="{DF7AEEBF-C759-4B54-B9DF-CDF973653087}" srcOrd="0" destOrd="0" presId="urn:microsoft.com/office/officeart/2005/8/layout/hierarchy1"/>
    <dgm:cxn modelId="{69136C80-D2FB-4FEC-AB18-66320E9682CC}" type="presParOf" srcId="{DF7AEEBF-C759-4B54-B9DF-CDF973653087}" destId="{DBB47C8D-70D2-4ADE-98D5-CD88F72EE3FB}" srcOrd="0" destOrd="0" presId="urn:microsoft.com/office/officeart/2005/8/layout/hierarchy1"/>
    <dgm:cxn modelId="{DFD3FFB1-0EA9-4035-B3AF-6D0813C1E541}" type="presParOf" srcId="{DF7AEEBF-C759-4B54-B9DF-CDF973653087}" destId="{D9289493-DC44-459B-9B23-678D8D9EBB9A}" srcOrd="1" destOrd="0" presId="urn:microsoft.com/office/officeart/2005/8/layout/hierarchy1"/>
    <dgm:cxn modelId="{3A45ABBA-CD87-4A0F-A112-28A78F4210E0}" type="presParOf" srcId="{963AE185-D109-4713-8D24-DE18339A27AB}" destId="{13C24E68-DE50-47A2-870D-E05A14992BFB}" srcOrd="1" destOrd="0" presId="urn:microsoft.com/office/officeart/2005/8/layout/hierarchy1"/>
    <dgm:cxn modelId="{B8DEDCF0-F0D3-4E28-A6BD-E988BE8A1428}" type="presParOf" srcId="{DD1C4FAB-BB88-4B83-9937-A47F1DB42C31}" destId="{5769700B-9E9A-4578-8FA4-34FA75BAC13F}" srcOrd="2" destOrd="0" presId="urn:microsoft.com/office/officeart/2005/8/layout/hierarchy1"/>
    <dgm:cxn modelId="{3EB9458F-3953-41DA-8AFD-687584A74123}" type="presParOf" srcId="{DD1C4FAB-BB88-4B83-9937-A47F1DB42C31}" destId="{AA9D6548-1077-46B0-B293-E2A958CA5779}" srcOrd="3" destOrd="0" presId="urn:microsoft.com/office/officeart/2005/8/layout/hierarchy1"/>
    <dgm:cxn modelId="{1C1FAA0E-5BD9-49C1-8F89-BEE599967B58}" type="presParOf" srcId="{AA9D6548-1077-46B0-B293-E2A958CA5779}" destId="{F508798A-FD31-43F4-BB30-575872625F24}" srcOrd="0" destOrd="0" presId="urn:microsoft.com/office/officeart/2005/8/layout/hierarchy1"/>
    <dgm:cxn modelId="{2052E6E9-7CE1-4901-B09B-B06AC8D88DD4}" type="presParOf" srcId="{F508798A-FD31-43F4-BB30-575872625F24}" destId="{15517688-B39A-4C75-8C6B-85A4E579F037}" srcOrd="0" destOrd="0" presId="urn:microsoft.com/office/officeart/2005/8/layout/hierarchy1"/>
    <dgm:cxn modelId="{E137E0B8-0229-467C-96AD-0057ED7CB347}" type="presParOf" srcId="{F508798A-FD31-43F4-BB30-575872625F24}" destId="{45E293E0-500B-4BEF-BB73-A0EFD1A125DA}" srcOrd="1" destOrd="0" presId="urn:microsoft.com/office/officeart/2005/8/layout/hierarchy1"/>
    <dgm:cxn modelId="{E6E085F4-5CD8-47EF-B8C0-7F7F42F0EA1C}" type="presParOf" srcId="{AA9D6548-1077-46B0-B293-E2A958CA5779}" destId="{F0DB6F92-A0FD-44D4-A04E-E0ACF1AC638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AEEC6D-6D5F-4F60-B0A4-E6FF780A72A1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t-BR"/>
        </a:p>
      </dgm:t>
    </dgm:pt>
    <dgm:pt modelId="{BD423A5D-4DD9-40DB-A533-2031379575C8}">
      <dgm:prSet phldrT="[Texto]"/>
      <dgm:spPr/>
      <dgm:t>
        <a:bodyPr/>
        <a:lstStyle/>
        <a:p>
          <a:r>
            <a:rPr lang="pt-BR" dirty="0" smtClean="0"/>
            <a:t>Gravação</a:t>
          </a:r>
          <a:endParaRPr lang="pt-BR" dirty="0"/>
        </a:p>
      </dgm:t>
    </dgm:pt>
    <dgm:pt modelId="{A37C327A-18CF-4909-836E-15F6A1AB4861}" type="parTrans" cxnId="{040C8D9B-D2B4-4959-9789-1310994EA162}">
      <dgm:prSet/>
      <dgm:spPr/>
      <dgm:t>
        <a:bodyPr/>
        <a:lstStyle/>
        <a:p>
          <a:endParaRPr lang="pt-BR"/>
        </a:p>
      </dgm:t>
    </dgm:pt>
    <dgm:pt modelId="{F8F6B1C9-80A0-4117-A602-74D3EBBC256B}" type="sibTrans" cxnId="{040C8D9B-D2B4-4959-9789-1310994EA162}">
      <dgm:prSet/>
      <dgm:spPr/>
      <dgm:t>
        <a:bodyPr/>
        <a:lstStyle/>
        <a:p>
          <a:endParaRPr lang="pt-BR"/>
        </a:p>
      </dgm:t>
    </dgm:pt>
    <dgm:pt modelId="{9A0D672F-9160-442F-A044-4A954AE6322F}">
      <dgm:prSet phldrT="[Texto]"/>
      <dgm:spPr/>
      <dgm:t>
        <a:bodyPr/>
        <a:lstStyle/>
        <a:p>
          <a:r>
            <a:rPr lang="pt-BR" dirty="0" smtClean="0"/>
            <a:t>Alegria</a:t>
          </a:r>
          <a:endParaRPr lang="pt-BR" dirty="0"/>
        </a:p>
      </dgm:t>
    </dgm:pt>
    <dgm:pt modelId="{BFF24A63-5E05-457A-9B8D-1A941E0D6877}" type="parTrans" cxnId="{8B8F0E6F-D306-48E7-AAF3-842BF9F976E1}">
      <dgm:prSet/>
      <dgm:spPr/>
      <dgm:t>
        <a:bodyPr/>
        <a:lstStyle/>
        <a:p>
          <a:endParaRPr lang="pt-BR"/>
        </a:p>
      </dgm:t>
    </dgm:pt>
    <dgm:pt modelId="{7376985C-9239-4D8E-8BCD-495B7C2EB17E}" type="sibTrans" cxnId="{8B8F0E6F-D306-48E7-AAF3-842BF9F976E1}">
      <dgm:prSet/>
      <dgm:spPr/>
      <dgm:t>
        <a:bodyPr/>
        <a:lstStyle/>
        <a:p>
          <a:endParaRPr lang="pt-BR"/>
        </a:p>
      </dgm:t>
    </dgm:pt>
    <dgm:pt modelId="{FAB78E4D-FBA1-4584-ACB2-AE4C48B522AE}">
      <dgm:prSet phldrT="[Texto]"/>
      <dgm:spPr/>
      <dgm:t>
        <a:bodyPr/>
        <a:lstStyle/>
        <a:p>
          <a:r>
            <a:rPr lang="pt-BR" dirty="0" smtClean="0"/>
            <a:t>Antártica</a:t>
          </a:r>
          <a:endParaRPr lang="pt-BR" dirty="0"/>
        </a:p>
      </dgm:t>
    </dgm:pt>
    <dgm:pt modelId="{341785FF-F6DC-49C9-B9BF-9B7872D40A55}" type="parTrans" cxnId="{3EF52AFE-AC8D-42A5-A8DC-57CDABF1BBE2}">
      <dgm:prSet/>
      <dgm:spPr/>
      <dgm:t>
        <a:bodyPr/>
        <a:lstStyle/>
        <a:p>
          <a:endParaRPr lang="pt-BR"/>
        </a:p>
      </dgm:t>
    </dgm:pt>
    <dgm:pt modelId="{0B66FB81-CEDF-4C75-864D-FFF73295923E}" type="sibTrans" cxnId="{3EF52AFE-AC8D-42A5-A8DC-57CDABF1BBE2}">
      <dgm:prSet/>
      <dgm:spPr/>
      <dgm:t>
        <a:bodyPr/>
        <a:lstStyle/>
        <a:p>
          <a:endParaRPr lang="pt-BR"/>
        </a:p>
      </dgm:t>
    </dgm:pt>
    <dgm:pt modelId="{1B947FF5-9965-4386-836D-4503A6DD4FB8}">
      <dgm:prSet phldrT="[Texto]"/>
      <dgm:spPr/>
      <dgm:t>
        <a:bodyPr/>
        <a:lstStyle/>
        <a:p>
          <a:r>
            <a:rPr lang="pt-BR" dirty="0" smtClean="0"/>
            <a:t>Borges de Melo</a:t>
          </a:r>
          <a:endParaRPr lang="pt-BR" dirty="0"/>
        </a:p>
      </dgm:t>
    </dgm:pt>
    <dgm:pt modelId="{5E359547-F5BF-4795-8B49-1B2ABAB2176F}" type="parTrans" cxnId="{31EAA19A-5D3B-4D42-AA74-76DE59425403}">
      <dgm:prSet/>
      <dgm:spPr/>
      <dgm:t>
        <a:bodyPr/>
        <a:lstStyle/>
        <a:p>
          <a:endParaRPr lang="pt-BR"/>
        </a:p>
      </dgm:t>
    </dgm:pt>
    <dgm:pt modelId="{A2AA82B7-4290-46FE-8E5E-59345E01AD16}" type="sibTrans" cxnId="{31EAA19A-5D3B-4D42-AA74-76DE59425403}">
      <dgm:prSet/>
      <dgm:spPr/>
      <dgm:t>
        <a:bodyPr/>
        <a:lstStyle/>
        <a:p>
          <a:endParaRPr lang="pt-BR"/>
        </a:p>
      </dgm:t>
    </dgm:pt>
    <dgm:pt modelId="{33870653-4166-4D8B-AE9A-894DFF38006E}">
      <dgm:prSet phldrT="[Texto]"/>
      <dgm:spPr/>
      <dgm:t>
        <a:bodyPr/>
        <a:lstStyle/>
        <a:p>
          <a:r>
            <a:rPr lang="pt-BR" dirty="0" smtClean="0"/>
            <a:t>....</a:t>
          </a:r>
          <a:endParaRPr lang="pt-BR" dirty="0"/>
        </a:p>
      </dgm:t>
    </dgm:pt>
    <dgm:pt modelId="{4EDEB9D3-8039-4D13-981C-68CE27B12F41}" type="parTrans" cxnId="{A66FC5E0-6ABE-4786-89C5-F9BA650AB0AA}">
      <dgm:prSet/>
      <dgm:spPr/>
      <dgm:t>
        <a:bodyPr/>
        <a:lstStyle/>
        <a:p>
          <a:endParaRPr lang="pt-BR"/>
        </a:p>
      </dgm:t>
    </dgm:pt>
    <dgm:pt modelId="{CFD96B59-20DF-452D-BE53-16230ADFB72F}" type="sibTrans" cxnId="{A66FC5E0-6ABE-4786-89C5-F9BA650AB0AA}">
      <dgm:prSet/>
      <dgm:spPr/>
      <dgm:t>
        <a:bodyPr/>
        <a:lstStyle/>
        <a:p>
          <a:endParaRPr lang="pt-BR"/>
        </a:p>
      </dgm:t>
    </dgm:pt>
    <dgm:pt modelId="{4580EB53-6934-48DD-A074-93D7900EF4AA}">
      <dgm:prSet/>
      <dgm:spPr/>
      <dgm:t>
        <a:bodyPr/>
        <a:lstStyle/>
        <a:p>
          <a:r>
            <a:rPr lang="pt-BR" dirty="0" smtClean="0"/>
            <a:t>NICE </a:t>
          </a:r>
          <a:r>
            <a:rPr lang="pt-BR" dirty="0" err="1" smtClean="0"/>
            <a:t>Perform</a:t>
          </a:r>
          <a:r>
            <a:rPr lang="pt-BR" dirty="0" smtClean="0"/>
            <a:t> 3.0</a:t>
          </a:r>
          <a:endParaRPr lang="pt-BR" dirty="0"/>
        </a:p>
      </dgm:t>
    </dgm:pt>
    <dgm:pt modelId="{8F568507-3AE8-4884-A8CE-978A95F76A58}" type="parTrans" cxnId="{F966855E-31E3-484F-B471-AE265785AC56}">
      <dgm:prSet/>
      <dgm:spPr/>
      <dgm:t>
        <a:bodyPr/>
        <a:lstStyle/>
        <a:p>
          <a:endParaRPr lang="pt-BR"/>
        </a:p>
      </dgm:t>
    </dgm:pt>
    <dgm:pt modelId="{EA62846C-8EFA-4EC1-A776-022C7B0F3BB4}" type="sibTrans" cxnId="{F966855E-31E3-484F-B471-AE265785AC56}">
      <dgm:prSet/>
      <dgm:spPr/>
      <dgm:t>
        <a:bodyPr/>
        <a:lstStyle/>
        <a:p>
          <a:endParaRPr lang="pt-BR"/>
        </a:p>
      </dgm:t>
    </dgm:pt>
    <dgm:pt modelId="{6BFA581B-DDBE-435B-8468-A3C0BB6BAC60}">
      <dgm:prSet/>
      <dgm:spPr/>
      <dgm:t>
        <a:bodyPr/>
        <a:lstStyle/>
        <a:p>
          <a:r>
            <a:rPr lang="pt-BR" dirty="0" smtClean="0"/>
            <a:t>20 </a:t>
          </a:r>
          <a:r>
            <a:rPr lang="pt-BR" dirty="0" err="1" smtClean="0"/>
            <a:t>ICs</a:t>
          </a:r>
          <a:r>
            <a:rPr lang="pt-BR" dirty="0" smtClean="0"/>
            <a:t>....</a:t>
          </a:r>
          <a:endParaRPr lang="pt-BR" dirty="0"/>
        </a:p>
      </dgm:t>
    </dgm:pt>
    <dgm:pt modelId="{5B6483B7-8CEC-4D79-9E5F-C53503C3C6F8}" type="parTrans" cxnId="{980627B4-7C61-4C87-9735-8E83F6C03E2C}">
      <dgm:prSet/>
      <dgm:spPr/>
      <dgm:t>
        <a:bodyPr/>
        <a:lstStyle/>
        <a:p>
          <a:endParaRPr lang="pt-BR"/>
        </a:p>
      </dgm:t>
    </dgm:pt>
    <dgm:pt modelId="{B1ED5EED-756E-4746-A9BF-1F912BFB31BB}" type="sibTrans" cxnId="{980627B4-7C61-4C87-9735-8E83F6C03E2C}">
      <dgm:prSet/>
      <dgm:spPr/>
      <dgm:t>
        <a:bodyPr/>
        <a:lstStyle/>
        <a:p>
          <a:endParaRPr lang="pt-BR"/>
        </a:p>
      </dgm:t>
    </dgm:pt>
    <dgm:pt modelId="{6D9FB56D-72F4-446E-AFD7-3CCAFDC0023C}">
      <dgm:prSet/>
      <dgm:spPr/>
      <dgm:t>
        <a:bodyPr/>
        <a:lstStyle/>
        <a:p>
          <a:r>
            <a:rPr lang="pt-BR" dirty="0" smtClean="0"/>
            <a:t> NICE PERFORM 3.5</a:t>
          </a:r>
          <a:endParaRPr lang="pt-BR" dirty="0"/>
        </a:p>
      </dgm:t>
    </dgm:pt>
    <dgm:pt modelId="{353E95B0-989E-434C-85A6-D71E9606E6FC}" type="parTrans" cxnId="{27E9B8ED-B440-4049-B8A6-7C038C361D95}">
      <dgm:prSet/>
      <dgm:spPr/>
      <dgm:t>
        <a:bodyPr/>
        <a:lstStyle/>
        <a:p>
          <a:endParaRPr lang="pt-BR"/>
        </a:p>
      </dgm:t>
    </dgm:pt>
    <dgm:pt modelId="{0428C23F-F4AB-4DA7-A44C-915DCBA9A12A}" type="sibTrans" cxnId="{27E9B8ED-B440-4049-B8A6-7C038C361D95}">
      <dgm:prSet/>
      <dgm:spPr/>
      <dgm:t>
        <a:bodyPr/>
        <a:lstStyle/>
        <a:p>
          <a:endParaRPr lang="pt-BR"/>
        </a:p>
      </dgm:t>
    </dgm:pt>
    <dgm:pt modelId="{42A8460C-5855-40F3-8E2E-E52A036D0B48}">
      <dgm:prSet/>
      <dgm:spPr/>
      <dgm:t>
        <a:bodyPr/>
        <a:lstStyle/>
        <a:p>
          <a:r>
            <a:rPr lang="pt-BR" dirty="0" smtClean="0"/>
            <a:t>NICE 8X</a:t>
          </a:r>
          <a:endParaRPr lang="pt-BR" dirty="0"/>
        </a:p>
      </dgm:t>
    </dgm:pt>
    <dgm:pt modelId="{132F81F9-7E66-4E63-B4FC-E83105369620}" type="parTrans" cxnId="{E2AD43AB-2565-4743-94B5-126D364895FA}">
      <dgm:prSet/>
      <dgm:spPr/>
      <dgm:t>
        <a:bodyPr/>
        <a:lstStyle/>
        <a:p>
          <a:endParaRPr lang="pt-BR"/>
        </a:p>
      </dgm:t>
    </dgm:pt>
    <dgm:pt modelId="{6DB8B774-B169-4B04-A5D5-DB5B6B102884}" type="sibTrans" cxnId="{E2AD43AB-2565-4743-94B5-126D364895FA}">
      <dgm:prSet/>
      <dgm:spPr/>
      <dgm:t>
        <a:bodyPr/>
        <a:lstStyle/>
        <a:p>
          <a:endParaRPr lang="pt-BR"/>
        </a:p>
      </dgm:t>
    </dgm:pt>
    <dgm:pt modelId="{8BDEE1AA-1919-439D-A64B-99FC96F8DA71}">
      <dgm:prSet/>
      <dgm:spPr/>
      <dgm:t>
        <a:bodyPr/>
        <a:lstStyle/>
        <a:p>
          <a:r>
            <a:rPr lang="pt-BR" dirty="0" smtClean="0"/>
            <a:t>7 </a:t>
          </a:r>
          <a:r>
            <a:rPr lang="pt-BR" dirty="0" err="1" smtClean="0"/>
            <a:t>Ics</a:t>
          </a:r>
          <a:r>
            <a:rPr lang="pt-BR" dirty="0" smtClean="0"/>
            <a:t>...</a:t>
          </a:r>
          <a:endParaRPr lang="pt-BR" dirty="0"/>
        </a:p>
      </dgm:t>
    </dgm:pt>
    <dgm:pt modelId="{7BC0F48F-F3F6-4FA1-BC56-B6D335DC2364}" type="parTrans" cxnId="{89520B4A-ECD8-4DD8-A68F-BBB913635D91}">
      <dgm:prSet/>
      <dgm:spPr/>
      <dgm:t>
        <a:bodyPr/>
        <a:lstStyle/>
        <a:p>
          <a:endParaRPr lang="pt-BR"/>
        </a:p>
      </dgm:t>
    </dgm:pt>
    <dgm:pt modelId="{61AAC3A9-9E98-4224-B5E9-9E71DBAD4F0B}" type="sibTrans" cxnId="{89520B4A-ECD8-4DD8-A68F-BBB913635D91}">
      <dgm:prSet/>
      <dgm:spPr/>
      <dgm:t>
        <a:bodyPr/>
        <a:lstStyle/>
        <a:p>
          <a:endParaRPr lang="pt-BR"/>
        </a:p>
      </dgm:t>
    </dgm:pt>
    <dgm:pt modelId="{7F6B7514-07FC-409A-A713-5BAAE0711CB8}">
      <dgm:prSet/>
      <dgm:spPr/>
      <dgm:t>
        <a:bodyPr/>
        <a:lstStyle/>
        <a:p>
          <a:r>
            <a:rPr lang="pt-BR" dirty="0" smtClean="0"/>
            <a:t>14 </a:t>
          </a:r>
          <a:r>
            <a:rPr lang="pt-BR" dirty="0" err="1" smtClean="0"/>
            <a:t>Ics</a:t>
          </a:r>
          <a:r>
            <a:rPr lang="pt-BR" dirty="0" smtClean="0"/>
            <a:t>...</a:t>
          </a:r>
          <a:endParaRPr lang="pt-BR" dirty="0"/>
        </a:p>
      </dgm:t>
    </dgm:pt>
    <dgm:pt modelId="{7BFB74E3-8837-41C9-B416-075E244A5E70}" type="parTrans" cxnId="{1BFB12D7-2E4C-4D2F-BF4C-08DC11D3B293}">
      <dgm:prSet/>
      <dgm:spPr/>
      <dgm:t>
        <a:bodyPr/>
        <a:lstStyle/>
        <a:p>
          <a:endParaRPr lang="pt-BR"/>
        </a:p>
      </dgm:t>
    </dgm:pt>
    <dgm:pt modelId="{5397DE5B-5415-4D01-8F1C-6786F025860F}" type="sibTrans" cxnId="{1BFB12D7-2E4C-4D2F-BF4C-08DC11D3B293}">
      <dgm:prSet/>
      <dgm:spPr/>
      <dgm:t>
        <a:bodyPr/>
        <a:lstStyle/>
        <a:p>
          <a:endParaRPr lang="pt-BR"/>
        </a:p>
      </dgm:t>
    </dgm:pt>
    <dgm:pt modelId="{C0D6D2FC-8B5F-47F5-8155-3C417FCEE297}">
      <dgm:prSet/>
      <dgm:spPr/>
      <dgm:t>
        <a:bodyPr/>
        <a:lstStyle/>
        <a:p>
          <a:r>
            <a:rPr lang="pt-BR" dirty="0" smtClean="0"/>
            <a:t>NICE 8X</a:t>
          </a:r>
          <a:endParaRPr lang="pt-BR" dirty="0"/>
        </a:p>
      </dgm:t>
    </dgm:pt>
    <dgm:pt modelId="{4D01C891-7487-410E-B408-9A6496F64ABA}" type="parTrans" cxnId="{ADB05B8E-8FEF-47CA-9E90-158F43FC2A2E}">
      <dgm:prSet/>
      <dgm:spPr/>
      <dgm:t>
        <a:bodyPr/>
        <a:lstStyle/>
        <a:p>
          <a:endParaRPr lang="pt-BR"/>
        </a:p>
      </dgm:t>
    </dgm:pt>
    <dgm:pt modelId="{193F636B-755C-4CED-AE7B-5079BBF6582F}" type="sibTrans" cxnId="{ADB05B8E-8FEF-47CA-9E90-158F43FC2A2E}">
      <dgm:prSet/>
      <dgm:spPr/>
      <dgm:t>
        <a:bodyPr/>
        <a:lstStyle/>
        <a:p>
          <a:endParaRPr lang="pt-BR"/>
        </a:p>
      </dgm:t>
    </dgm:pt>
    <dgm:pt modelId="{A416F630-FB3A-4160-9A94-DD76E1781C5D}">
      <dgm:prSet/>
      <dgm:spPr/>
      <dgm:t>
        <a:bodyPr/>
        <a:lstStyle/>
        <a:p>
          <a:r>
            <a:rPr lang="pt-BR" dirty="0" smtClean="0"/>
            <a:t>5 </a:t>
          </a:r>
          <a:r>
            <a:rPr lang="pt-BR" dirty="0" err="1" smtClean="0"/>
            <a:t>Ics</a:t>
          </a:r>
          <a:r>
            <a:rPr lang="pt-BR" dirty="0" smtClean="0"/>
            <a:t>...</a:t>
          </a:r>
          <a:endParaRPr lang="pt-BR" dirty="0"/>
        </a:p>
      </dgm:t>
    </dgm:pt>
    <dgm:pt modelId="{867C44A0-229B-4C00-9405-4566F1ED421A}" type="parTrans" cxnId="{F83FDDCB-E403-45FA-8D96-8150E524AED7}">
      <dgm:prSet/>
      <dgm:spPr/>
      <dgm:t>
        <a:bodyPr/>
        <a:lstStyle/>
        <a:p>
          <a:endParaRPr lang="pt-BR"/>
        </a:p>
      </dgm:t>
    </dgm:pt>
    <dgm:pt modelId="{545CAC22-945E-4302-B31D-06ADEFCED15B}" type="sibTrans" cxnId="{F83FDDCB-E403-45FA-8D96-8150E524AED7}">
      <dgm:prSet/>
      <dgm:spPr/>
      <dgm:t>
        <a:bodyPr/>
        <a:lstStyle/>
        <a:p>
          <a:endParaRPr lang="pt-BR"/>
        </a:p>
      </dgm:t>
    </dgm:pt>
    <dgm:pt modelId="{E9559B9D-C395-4017-914A-7B5605276622}" type="pres">
      <dgm:prSet presAssocID="{AAAEEC6D-6D5F-4F60-B0A4-E6FF780A72A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389F4A15-6444-4054-9706-92BECDA62DFF}" type="pres">
      <dgm:prSet presAssocID="{BD423A5D-4DD9-40DB-A533-2031379575C8}" presName="hierRoot1" presStyleCnt="0">
        <dgm:presLayoutVars>
          <dgm:hierBranch val="init"/>
        </dgm:presLayoutVars>
      </dgm:prSet>
      <dgm:spPr/>
    </dgm:pt>
    <dgm:pt modelId="{638EE615-6DC6-4DFF-9218-E4AE98354081}" type="pres">
      <dgm:prSet presAssocID="{BD423A5D-4DD9-40DB-A533-2031379575C8}" presName="rootComposite1" presStyleCnt="0"/>
      <dgm:spPr/>
    </dgm:pt>
    <dgm:pt modelId="{B4C0BC63-959E-452F-9AE4-28132FBDEAD9}" type="pres">
      <dgm:prSet presAssocID="{BD423A5D-4DD9-40DB-A533-2031379575C8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DD13D65-A648-4311-AB91-F57BA2684341}" type="pres">
      <dgm:prSet presAssocID="{BD423A5D-4DD9-40DB-A533-2031379575C8}" presName="rootConnector1" presStyleLbl="node1" presStyleIdx="0" presStyleCnt="0"/>
      <dgm:spPr/>
      <dgm:t>
        <a:bodyPr/>
        <a:lstStyle/>
        <a:p>
          <a:endParaRPr lang="pt-BR"/>
        </a:p>
      </dgm:t>
    </dgm:pt>
    <dgm:pt modelId="{4E82627F-0E08-401C-A5BE-37D3BBA211A9}" type="pres">
      <dgm:prSet presAssocID="{BD423A5D-4DD9-40DB-A533-2031379575C8}" presName="hierChild2" presStyleCnt="0"/>
      <dgm:spPr/>
    </dgm:pt>
    <dgm:pt modelId="{0BEBC81E-10C6-4939-8022-1766189B2D89}" type="pres">
      <dgm:prSet presAssocID="{BFF24A63-5E05-457A-9B8D-1A941E0D6877}" presName="Name37" presStyleLbl="parChTrans1D2" presStyleIdx="0" presStyleCnt="4"/>
      <dgm:spPr/>
      <dgm:t>
        <a:bodyPr/>
        <a:lstStyle/>
        <a:p>
          <a:endParaRPr lang="pt-BR"/>
        </a:p>
      </dgm:t>
    </dgm:pt>
    <dgm:pt modelId="{4825F6C4-0C00-42A1-846C-3885750839AA}" type="pres">
      <dgm:prSet presAssocID="{9A0D672F-9160-442F-A044-4A954AE6322F}" presName="hierRoot2" presStyleCnt="0">
        <dgm:presLayoutVars>
          <dgm:hierBranch val="init"/>
        </dgm:presLayoutVars>
      </dgm:prSet>
      <dgm:spPr/>
    </dgm:pt>
    <dgm:pt modelId="{A764BA3B-3713-4F7E-B5E5-B3BA86F57F48}" type="pres">
      <dgm:prSet presAssocID="{9A0D672F-9160-442F-A044-4A954AE6322F}" presName="rootComposite" presStyleCnt="0"/>
      <dgm:spPr/>
    </dgm:pt>
    <dgm:pt modelId="{C81AE926-C9A6-44BC-B713-CCDC50EAD34F}" type="pres">
      <dgm:prSet presAssocID="{9A0D672F-9160-442F-A044-4A954AE6322F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A6BCF09-061A-4DA8-B7B4-5292772C52E7}" type="pres">
      <dgm:prSet presAssocID="{9A0D672F-9160-442F-A044-4A954AE6322F}" presName="rootConnector" presStyleLbl="node2" presStyleIdx="0" presStyleCnt="4"/>
      <dgm:spPr/>
      <dgm:t>
        <a:bodyPr/>
        <a:lstStyle/>
        <a:p>
          <a:endParaRPr lang="pt-BR"/>
        </a:p>
      </dgm:t>
    </dgm:pt>
    <dgm:pt modelId="{D2B16B06-5F1C-441C-9B85-7A3E7CE1545F}" type="pres">
      <dgm:prSet presAssocID="{9A0D672F-9160-442F-A044-4A954AE6322F}" presName="hierChild4" presStyleCnt="0"/>
      <dgm:spPr/>
    </dgm:pt>
    <dgm:pt modelId="{C03046FE-BBA1-48E3-B480-6C6441009E73}" type="pres">
      <dgm:prSet presAssocID="{8F568507-3AE8-4884-A8CE-978A95F76A58}" presName="Name37" presStyleLbl="parChTrans1D3" presStyleIdx="0" presStyleCnt="4"/>
      <dgm:spPr/>
      <dgm:t>
        <a:bodyPr/>
        <a:lstStyle/>
        <a:p>
          <a:endParaRPr lang="pt-BR"/>
        </a:p>
      </dgm:t>
    </dgm:pt>
    <dgm:pt modelId="{2761D590-9FAA-44EF-872D-165D71883B84}" type="pres">
      <dgm:prSet presAssocID="{4580EB53-6934-48DD-A074-93D7900EF4AA}" presName="hierRoot2" presStyleCnt="0">
        <dgm:presLayoutVars>
          <dgm:hierBranch val="init"/>
        </dgm:presLayoutVars>
      </dgm:prSet>
      <dgm:spPr/>
    </dgm:pt>
    <dgm:pt modelId="{05F28010-7853-40AA-A9ED-49D62F1CA04A}" type="pres">
      <dgm:prSet presAssocID="{4580EB53-6934-48DD-A074-93D7900EF4AA}" presName="rootComposite" presStyleCnt="0"/>
      <dgm:spPr/>
    </dgm:pt>
    <dgm:pt modelId="{8068A883-2B5F-4FA7-B050-403C207BA81D}" type="pres">
      <dgm:prSet presAssocID="{4580EB53-6934-48DD-A074-93D7900EF4AA}" presName="rootText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0E95A40-1D90-4490-8F35-E9670FB32260}" type="pres">
      <dgm:prSet presAssocID="{4580EB53-6934-48DD-A074-93D7900EF4AA}" presName="rootConnector" presStyleLbl="node3" presStyleIdx="0" presStyleCnt="4"/>
      <dgm:spPr/>
      <dgm:t>
        <a:bodyPr/>
        <a:lstStyle/>
        <a:p>
          <a:endParaRPr lang="pt-BR"/>
        </a:p>
      </dgm:t>
    </dgm:pt>
    <dgm:pt modelId="{CDB8393B-C615-4F4D-AEF7-F5DC6CAD0975}" type="pres">
      <dgm:prSet presAssocID="{4580EB53-6934-48DD-A074-93D7900EF4AA}" presName="hierChild4" presStyleCnt="0"/>
      <dgm:spPr/>
    </dgm:pt>
    <dgm:pt modelId="{8B0E02EC-7335-4789-A396-BE236CE22FB3}" type="pres">
      <dgm:prSet presAssocID="{5B6483B7-8CEC-4D79-9E5F-C53503C3C6F8}" presName="Name37" presStyleLbl="parChTrans1D4" presStyleIdx="0" presStyleCnt="4"/>
      <dgm:spPr/>
      <dgm:t>
        <a:bodyPr/>
        <a:lstStyle/>
        <a:p>
          <a:endParaRPr lang="pt-BR"/>
        </a:p>
      </dgm:t>
    </dgm:pt>
    <dgm:pt modelId="{859136D3-5DBE-4136-946F-E83AEDC5A95C}" type="pres">
      <dgm:prSet presAssocID="{6BFA581B-DDBE-435B-8468-A3C0BB6BAC60}" presName="hierRoot2" presStyleCnt="0">
        <dgm:presLayoutVars>
          <dgm:hierBranch val="init"/>
        </dgm:presLayoutVars>
      </dgm:prSet>
      <dgm:spPr/>
    </dgm:pt>
    <dgm:pt modelId="{1F7FDE76-C873-4689-A7DF-D127C09A5503}" type="pres">
      <dgm:prSet presAssocID="{6BFA581B-DDBE-435B-8468-A3C0BB6BAC60}" presName="rootComposite" presStyleCnt="0"/>
      <dgm:spPr/>
    </dgm:pt>
    <dgm:pt modelId="{D44E8907-72B3-48A4-BED2-20185159D90F}" type="pres">
      <dgm:prSet presAssocID="{6BFA581B-DDBE-435B-8468-A3C0BB6BAC60}" presName="rootText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6F743C3-C07A-4395-B5C2-1F0B75C7ADA3}" type="pres">
      <dgm:prSet presAssocID="{6BFA581B-DDBE-435B-8468-A3C0BB6BAC60}" presName="rootConnector" presStyleLbl="node4" presStyleIdx="0" presStyleCnt="4"/>
      <dgm:spPr/>
      <dgm:t>
        <a:bodyPr/>
        <a:lstStyle/>
        <a:p>
          <a:endParaRPr lang="pt-BR"/>
        </a:p>
      </dgm:t>
    </dgm:pt>
    <dgm:pt modelId="{E690E25F-CB60-4C5D-8349-CFDF847A534B}" type="pres">
      <dgm:prSet presAssocID="{6BFA581B-DDBE-435B-8468-A3C0BB6BAC60}" presName="hierChild4" presStyleCnt="0"/>
      <dgm:spPr/>
    </dgm:pt>
    <dgm:pt modelId="{47537C60-2448-4AD1-B849-28D4708A2C13}" type="pres">
      <dgm:prSet presAssocID="{6BFA581B-DDBE-435B-8468-A3C0BB6BAC60}" presName="hierChild5" presStyleCnt="0"/>
      <dgm:spPr/>
    </dgm:pt>
    <dgm:pt modelId="{F397673A-3C89-4F87-B09E-2335DCB155BE}" type="pres">
      <dgm:prSet presAssocID="{4580EB53-6934-48DD-A074-93D7900EF4AA}" presName="hierChild5" presStyleCnt="0"/>
      <dgm:spPr/>
    </dgm:pt>
    <dgm:pt modelId="{4B30B8D1-95FF-40F6-AA9C-125AA7FFFA69}" type="pres">
      <dgm:prSet presAssocID="{9A0D672F-9160-442F-A044-4A954AE6322F}" presName="hierChild5" presStyleCnt="0"/>
      <dgm:spPr/>
    </dgm:pt>
    <dgm:pt modelId="{E3481392-5F24-4ED7-86A5-7DD09353D16A}" type="pres">
      <dgm:prSet presAssocID="{341785FF-F6DC-49C9-B9BF-9B7872D40A55}" presName="Name37" presStyleLbl="parChTrans1D2" presStyleIdx="1" presStyleCnt="4"/>
      <dgm:spPr/>
      <dgm:t>
        <a:bodyPr/>
        <a:lstStyle/>
        <a:p>
          <a:endParaRPr lang="pt-BR"/>
        </a:p>
      </dgm:t>
    </dgm:pt>
    <dgm:pt modelId="{1FDDB943-F774-4CF3-853A-9A9421CBAD57}" type="pres">
      <dgm:prSet presAssocID="{FAB78E4D-FBA1-4584-ACB2-AE4C48B522AE}" presName="hierRoot2" presStyleCnt="0">
        <dgm:presLayoutVars>
          <dgm:hierBranch val="init"/>
        </dgm:presLayoutVars>
      </dgm:prSet>
      <dgm:spPr/>
    </dgm:pt>
    <dgm:pt modelId="{84662285-9A70-4DA4-A9D0-915CCC810AC5}" type="pres">
      <dgm:prSet presAssocID="{FAB78E4D-FBA1-4584-ACB2-AE4C48B522AE}" presName="rootComposite" presStyleCnt="0"/>
      <dgm:spPr/>
    </dgm:pt>
    <dgm:pt modelId="{3BCF681E-48EB-4F8C-8761-A1DCE177564F}" type="pres">
      <dgm:prSet presAssocID="{FAB78E4D-FBA1-4584-ACB2-AE4C48B522AE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6EA6C29-D5E3-4FC0-B645-C264741C9FB1}" type="pres">
      <dgm:prSet presAssocID="{FAB78E4D-FBA1-4584-ACB2-AE4C48B522AE}" presName="rootConnector" presStyleLbl="node2" presStyleIdx="1" presStyleCnt="4"/>
      <dgm:spPr/>
      <dgm:t>
        <a:bodyPr/>
        <a:lstStyle/>
        <a:p>
          <a:endParaRPr lang="pt-BR"/>
        </a:p>
      </dgm:t>
    </dgm:pt>
    <dgm:pt modelId="{728209BA-88A5-4878-B4D4-292FB3676AEF}" type="pres">
      <dgm:prSet presAssocID="{FAB78E4D-FBA1-4584-ACB2-AE4C48B522AE}" presName="hierChild4" presStyleCnt="0"/>
      <dgm:spPr/>
    </dgm:pt>
    <dgm:pt modelId="{EBC74A62-F803-4CB0-B16B-2192EA197B9F}" type="pres">
      <dgm:prSet presAssocID="{353E95B0-989E-434C-85A6-D71E9606E6FC}" presName="Name37" presStyleLbl="parChTrans1D3" presStyleIdx="1" presStyleCnt="4"/>
      <dgm:spPr/>
      <dgm:t>
        <a:bodyPr/>
        <a:lstStyle/>
        <a:p>
          <a:endParaRPr lang="pt-BR"/>
        </a:p>
      </dgm:t>
    </dgm:pt>
    <dgm:pt modelId="{86521A29-4DEF-4229-8A36-64C7C156371D}" type="pres">
      <dgm:prSet presAssocID="{6D9FB56D-72F4-446E-AFD7-3CCAFDC0023C}" presName="hierRoot2" presStyleCnt="0">
        <dgm:presLayoutVars>
          <dgm:hierBranch val="init"/>
        </dgm:presLayoutVars>
      </dgm:prSet>
      <dgm:spPr/>
    </dgm:pt>
    <dgm:pt modelId="{36EAFA94-DADC-43FC-B43A-FDEA5057329C}" type="pres">
      <dgm:prSet presAssocID="{6D9FB56D-72F4-446E-AFD7-3CCAFDC0023C}" presName="rootComposite" presStyleCnt="0"/>
      <dgm:spPr/>
    </dgm:pt>
    <dgm:pt modelId="{01E89E41-AAE5-40DB-8C48-7B6D763F1950}" type="pres">
      <dgm:prSet presAssocID="{6D9FB56D-72F4-446E-AFD7-3CCAFDC0023C}" presName="rootText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40CB02E-9B0A-43DF-A4C7-00CABA6470FA}" type="pres">
      <dgm:prSet presAssocID="{6D9FB56D-72F4-446E-AFD7-3CCAFDC0023C}" presName="rootConnector" presStyleLbl="node3" presStyleIdx="1" presStyleCnt="4"/>
      <dgm:spPr/>
      <dgm:t>
        <a:bodyPr/>
        <a:lstStyle/>
        <a:p>
          <a:endParaRPr lang="pt-BR"/>
        </a:p>
      </dgm:t>
    </dgm:pt>
    <dgm:pt modelId="{9DE9AA92-A920-424B-8237-DB7E967615F6}" type="pres">
      <dgm:prSet presAssocID="{6D9FB56D-72F4-446E-AFD7-3CCAFDC0023C}" presName="hierChild4" presStyleCnt="0"/>
      <dgm:spPr/>
    </dgm:pt>
    <dgm:pt modelId="{BFC51243-D6DB-4706-98E6-74B0116FE599}" type="pres">
      <dgm:prSet presAssocID="{7BC0F48F-F3F6-4FA1-BC56-B6D335DC2364}" presName="Name37" presStyleLbl="parChTrans1D4" presStyleIdx="1" presStyleCnt="4"/>
      <dgm:spPr/>
      <dgm:t>
        <a:bodyPr/>
        <a:lstStyle/>
        <a:p>
          <a:endParaRPr lang="pt-BR"/>
        </a:p>
      </dgm:t>
    </dgm:pt>
    <dgm:pt modelId="{3A7F292A-B720-4459-A89E-91A11B43CC72}" type="pres">
      <dgm:prSet presAssocID="{8BDEE1AA-1919-439D-A64B-99FC96F8DA71}" presName="hierRoot2" presStyleCnt="0">
        <dgm:presLayoutVars>
          <dgm:hierBranch val="init"/>
        </dgm:presLayoutVars>
      </dgm:prSet>
      <dgm:spPr/>
    </dgm:pt>
    <dgm:pt modelId="{7C5E9E6E-9513-49BF-87F5-438701407AC1}" type="pres">
      <dgm:prSet presAssocID="{8BDEE1AA-1919-439D-A64B-99FC96F8DA71}" presName="rootComposite" presStyleCnt="0"/>
      <dgm:spPr/>
    </dgm:pt>
    <dgm:pt modelId="{4C9EB59F-83CA-423A-9137-4669EB859840}" type="pres">
      <dgm:prSet presAssocID="{8BDEE1AA-1919-439D-A64B-99FC96F8DA71}" presName="rootText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D94BAA9-28CD-4BA0-8A20-D89D34FB2F89}" type="pres">
      <dgm:prSet presAssocID="{8BDEE1AA-1919-439D-A64B-99FC96F8DA71}" presName="rootConnector" presStyleLbl="node4" presStyleIdx="1" presStyleCnt="4"/>
      <dgm:spPr/>
      <dgm:t>
        <a:bodyPr/>
        <a:lstStyle/>
        <a:p>
          <a:endParaRPr lang="pt-BR"/>
        </a:p>
      </dgm:t>
    </dgm:pt>
    <dgm:pt modelId="{63E37005-E5DA-4371-9777-8C2B8F3CA9E5}" type="pres">
      <dgm:prSet presAssocID="{8BDEE1AA-1919-439D-A64B-99FC96F8DA71}" presName="hierChild4" presStyleCnt="0"/>
      <dgm:spPr/>
    </dgm:pt>
    <dgm:pt modelId="{B4A068D0-BDA9-4A93-86C8-08B303E3210F}" type="pres">
      <dgm:prSet presAssocID="{8BDEE1AA-1919-439D-A64B-99FC96F8DA71}" presName="hierChild5" presStyleCnt="0"/>
      <dgm:spPr/>
    </dgm:pt>
    <dgm:pt modelId="{31CB4DAA-D961-4F7D-A3B4-D7E117875F76}" type="pres">
      <dgm:prSet presAssocID="{6D9FB56D-72F4-446E-AFD7-3CCAFDC0023C}" presName="hierChild5" presStyleCnt="0"/>
      <dgm:spPr/>
    </dgm:pt>
    <dgm:pt modelId="{B537CC86-8A11-4204-BE4B-FCDD98C9DB56}" type="pres">
      <dgm:prSet presAssocID="{132F81F9-7E66-4E63-B4FC-E83105369620}" presName="Name37" presStyleLbl="parChTrans1D3" presStyleIdx="2" presStyleCnt="4"/>
      <dgm:spPr/>
      <dgm:t>
        <a:bodyPr/>
        <a:lstStyle/>
        <a:p>
          <a:endParaRPr lang="pt-BR"/>
        </a:p>
      </dgm:t>
    </dgm:pt>
    <dgm:pt modelId="{E2D05849-EBB4-4D99-B482-A4B743DA24A9}" type="pres">
      <dgm:prSet presAssocID="{42A8460C-5855-40F3-8E2E-E52A036D0B48}" presName="hierRoot2" presStyleCnt="0">
        <dgm:presLayoutVars>
          <dgm:hierBranch val="init"/>
        </dgm:presLayoutVars>
      </dgm:prSet>
      <dgm:spPr/>
    </dgm:pt>
    <dgm:pt modelId="{67E33DBA-2088-41F4-B96A-62F95D1E7B73}" type="pres">
      <dgm:prSet presAssocID="{42A8460C-5855-40F3-8E2E-E52A036D0B48}" presName="rootComposite" presStyleCnt="0"/>
      <dgm:spPr/>
    </dgm:pt>
    <dgm:pt modelId="{C2437C46-4BCA-400F-B4C9-509C86E6ECF8}" type="pres">
      <dgm:prSet presAssocID="{42A8460C-5855-40F3-8E2E-E52A036D0B48}" presName="rootText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CAF1F67-71DB-4A88-B390-3256F251768E}" type="pres">
      <dgm:prSet presAssocID="{42A8460C-5855-40F3-8E2E-E52A036D0B48}" presName="rootConnector" presStyleLbl="node3" presStyleIdx="2" presStyleCnt="4"/>
      <dgm:spPr/>
      <dgm:t>
        <a:bodyPr/>
        <a:lstStyle/>
        <a:p>
          <a:endParaRPr lang="pt-BR"/>
        </a:p>
      </dgm:t>
    </dgm:pt>
    <dgm:pt modelId="{0FD1BB24-077D-4193-8C92-7339B4110C8E}" type="pres">
      <dgm:prSet presAssocID="{42A8460C-5855-40F3-8E2E-E52A036D0B48}" presName="hierChild4" presStyleCnt="0"/>
      <dgm:spPr/>
    </dgm:pt>
    <dgm:pt modelId="{C52E5011-3DC7-498F-82A0-19D17FBB051A}" type="pres">
      <dgm:prSet presAssocID="{7BFB74E3-8837-41C9-B416-075E244A5E70}" presName="Name37" presStyleLbl="parChTrans1D4" presStyleIdx="2" presStyleCnt="4"/>
      <dgm:spPr/>
      <dgm:t>
        <a:bodyPr/>
        <a:lstStyle/>
        <a:p>
          <a:endParaRPr lang="pt-BR"/>
        </a:p>
      </dgm:t>
    </dgm:pt>
    <dgm:pt modelId="{13FB1456-E1BF-4DDC-A6BA-148EDC79DD5F}" type="pres">
      <dgm:prSet presAssocID="{7F6B7514-07FC-409A-A713-5BAAE0711CB8}" presName="hierRoot2" presStyleCnt="0">
        <dgm:presLayoutVars>
          <dgm:hierBranch val="init"/>
        </dgm:presLayoutVars>
      </dgm:prSet>
      <dgm:spPr/>
    </dgm:pt>
    <dgm:pt modelId="{7EE46245-5AF3-41A8-B0D4-B082ED6F9627}" type="pres">
      <dgm:prSet presAssocID="{7F6B7514-07FC-409A-A713-5BAAE0711CB8}" presName="rootComposite" presStyleCnt="0"/>
      <dgm:spPr/>
    </dgm:pt>
    <dgm:pt modelId="{53A40453-3FE1-4988-9F2A-253637F67AF4}" type="pres">
      <dgm:prSet presAssocID="{7F6B7514-07FC-409A-A713-5BAAE0711CB8}" presName="rootText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9CDFD96-AE62-4C8B-8BA7-45C18D34A6F4}" type="pres">
      <dgm:prSet presAssocID="{7F6B7514-07FC-409A-A713-5BAAE0711CB8}" presName="rootConnector" presStyleLbl="node4" presStyleIdx="2" presStyleCnt="4"/>
      <dgm:spPr/>
      <dgm:t>
        <a:bodyPr/>
        <a:lstStyle/>
        <a:p>
          <a:endParaRPr lang="pt-BR"/>
        </a:p>
      </dgm:t>
    </dgm:pt>
    <dgm:pt modelId="{69FA6A1A-C983-4167-9AFE-5DB1D29BEFF8}" type="pres">
      <dgm:prSet presAssocID="{7F6B7514-07FC-409A-A713-5BAAE0711CB8}" presName="hierChild4" presStyleCnt="0"/>
      <dgm:spPr/>
    </dgm:pt>
    <dgm:pt modelId="{830F1622-0678-470E-9EDB-4D139CD06901}" type="pres">
      <dgm:prSet presAssocID="{7F6B7514-07FC-409A-A713-5BAAE0711CB8}" presName="hierChild5" presStyleCnt="0"/>
      <dgm:spPr/>
    </dgm:pt>
    <dgm:pt modelId="{29CC700F-854D-40DF-B548-86C91BFBE2D2}" type="pres">
      <dgm:prSet presAssocID="{42A8460C-5855-40F3-8E2E-E52A036D0B48}" presName="hierChild5" presStyleCnt="0"/>
      <dgm:spPr/>
    </dgm:pt>
    <dgm:pt modelId="{B4D6828F-6863-49FE-9BCB-BBAF5906FD3B}" type="pres">
      <dgm:prSet presAssocID="{FAB78E4D-FBA1-4584-ACB2-AE4C48B522AE}" presName="hierChild5" presStyleCnt="0"/>
      <dgm:spPr/>
    </dgm:pt>
    <dgm:pt modelId="{86F26742-FD8F-42A2-9E70-8CF423D46ACA}" type="pres">
      <dgm:prSet presAssocID="{5E359547-F5BF-4795-8B49-1B2ABAB2176F}" presName="Name37" presStyleLbl="parChTrans1D2" presStyleIdx="2" presStyleCnt="4"/>
      <dgm:spPr/>
      <dgm:t>
        <a:bodyPr/>
        <a:lstStyle/>
        <a:p>
          <a:endParaRPr lang="pt-BR"/>
        </a:p>
      </dgm:t>
    </dgm:pt>
    <dgm:pt modelId="{0A624C31-13F4-4C3B-AF29-CA4392AC264E}" type="pres">
      <dgm:prSet presAssocID="{1B947FF5-9965-4386-836D-4503A6DD4FB8}" presName="hierRoot2" presStyleCnt="0">
        <dgm:presLayoutVars>
          <dgm:hierBranch val="init"/>
        </dgm:presLayoutVars>
      </dgm:prSet>
      <dgm:spPr/>
    </dgm:pt>
    <dgm:pt modelId="{31441C4A-64FD-4707-BBD7-F1C3B8902BC0}" type="pres">
      <dgm:prSet presAssocID="{1B947FF5-9965-4386-836D-4503A6DD4FB8}" presName="rootComposite" presStyleCnt="0"/>
      <dgm:spPr/>
    </dgm:pt>
    <dgm:pt modelId="{B83F95BF-0CBB-45A3-A9E8-B2FB8BDAB375}" type="pres">
      <dgm:prSet presAssocID="{1B947FF5-9965-4386-836D-4503A6DD4FB8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911C127-5D04-4E01-A912-8FEFF1C687E5}" type="pres">
      <dgm:prSet presAssocID="{1B947FF5-9965-4386-836D-4503A6DD4FB8}" presName="rootConnector" presStyleLbl="node2" presStyleIdx="2" presStyleCnt="4"/>
      <dgm:spPr/>
      <dgm:t>
        <a:bodyPr/>
        <a:lstStyle/>
        <a:p>
          <a:endParaRPr lang="pt-BR"/>
        </a:p>
      </dgm:t>
    </dgm:pt>
    <dgm:pt modelId="{DB823145-AAA7-4F61-A285-18A79C1B94CA}" type="pres">
      <dgm:prSet presAssocID="{1B947FF5-9965-4386-836D-4503A6DD4FB8}" presName="hierChild4" presStyleCnt="0"/>
      <dgm:spPr/>
    </dgm:pt>
    <dgm:pt modelId="{86EB7ECC-104A-4BAE-989C-2400EB7A553D}" type="pres">
      <dgm:prSet presAssocID="{4D01C891-7487-410E-B408-9A6496F64ABA}" presName="Name37" presStyleLbl="parChTrans1D3" presStyleIdx="3" presStyleCnt="4"/>
      <dgm:spPr/>
      <dgm:t>
        <a:bodyPr/>
        <a:lstStyle/>
        <a:p>
          <a:endParaRPr lang="pt-BR"/>
        </a:p>
      </dgm:t>
    </dgm:pt>
    <dgm:pt modelId="{D3B3037E-754D-4C9A-8F2B-0CC9273B45B4}" type="pres">
      <dgm:prSet presAssocID="{C0D6D2FC-8B5F-47F5-8155-3C417FCEE297}" presName="hierRoot2" presStyleCnt="0">
        <dgm:presLayoutVars>
          <dgm:hierBranch val="init"/>
        </dgm:presLayoutVars>
      </dgm:prSet>
      <dgm:spPr/>
    </dgm:pt>
    <dgm:pt modelId="{8DB5CEAD-F448-4C36-BD6E-8CAEFCAF8153}" type="pres">
      <dgm:prSet presAssocID="{C0D6D2FC-8B5F-47F5-8155-3C417FCEE297}" presName="rootComposite" presStyleCnt="0"/>
      <dgm:spPr/>
    </dgm:pt>
    <dgm:pt modelId="{3FBECBBF-C124-46CF-A2CA-3609EE685C56}" type="pres">
      <dgm:prSet presAssocID="{C0D6D2FC-8B5F-47F5-8155-3C417FCEE297}" presName="rootText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78CF983-986F-4D88-980C-FAF09534BF59}" type="pres">
      <dgm:prSet presAssocID="{C0D6D2FC-8B5F-47F5-8155-3C417FCEE297}" presName="rootConnector" presStyleLbl="node3" presStyleIdx="3" presStyleCnt="4"/>
      <dgm:spPr/>
      <dgm:t>
        <a:bodyPr/>
        <a:lstStyle/>
        <a:p>
          <a:endParaRPr lang="pt-BR"/>
        </a:p>
      </dgm:t>
    </dgm:pt>
    <dgm:pt modelId="{BC31D5AA-6A8D-4F93-A60F-452E219A242C}" type="pres">
      <dgm:prSet presAssocID="{C0D6D2FC-8B5F-47F5-8155-3C417FCEE297}" presName="hierChild4" presStyleCnt="0"/>
      <dgm:spPr/>
    </dgm:pt>
    <dgm:pt modelId="{04DA7FD2-29DC-4C77-BF9D-BB12E5AFBB8B}" type="pres">
      <dgm:prSet presAssocID="{867C44A0-229B-4C00-9405-4566F1ED421A}" presName="Name37" presStyleLbl="parChTrans1D4" presStyleIdx="3" presStyleCnt="4"/>
      <dgm:spPr/>
      <dgm:t>
        <a:bodyPr/>
        <a:lstStyle/>
        <a:p>
          <a:endParaRPr lang="pt-BR"/>
        </a:p>
      </dgm:t>
    </dgm:pt>
    <dgm:pt modelId="{A74B75D5-BA33-45D6-9860-2814285B8605}" type="pres">
      <dgm:prSet presAssocID="{A416F630-FB3A-4160-9A94-DD76E1781C5D}" presName="hierRoot2" presStyleCnt="0">
        <dgm:presLayoutVars>
          <dgm:hierBranch val="init"/>
        </dgm:presLayoutVars>
      </dgm:prSet>
      <dgm:spPr/>
    </dgm:pt>
    <dgm:pt modelId="{F781E0C4-00C0-4D75-BB8F-9F87392CCC17}" type="pres">
      <dgm:prSet presAssocID="{A416F630-FB3A-4160-9A94-DD76E1781C5D}" presName="rootComposite" presStyleCnt="0"/>
      <dgm:spPr/>
    </dgm:pt>
    <dgm:pt modelId="{3C9FCD60-3558-42AD-AED7-5B8AB2E33DCE}" type="pres">
      <dgm:prSet presAssocID="{A416F630-FB3A-4160-9A94-DD76E1781C5D}" presName="rootText" presStyleLbl="node4" presStyleIdx="3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1BA6921-33E6-4050-92A2-B7F7B3511449}" type="pres">
      <dgm:prSet presAssocID="{A416F630-FB3A-4160-9A94-DD76E1781C5D}" presName="rootConnector" presStyleLbl="node4" presStyleIdx="3" presStyleCnt="4"/>
      <dgm:spPr/>
      <dgm:t>
        <a:bodyPr/>
        <a:lstStyle/>
        <a:p>
          <a:endParaRPr lang="pt-BR"/>
        </a:p>
      </dgm:t>
    </dgm:pt>
    <dgm:pt modelId="{65B1A9D0-CA11-4143-984C-26EDCB45C525}" type="pres">
      <dgm:prSet presAssocID="{A416F630-FB3A-4160-9A94-DD76E1781C5D}" presName="hierChild4" presStyleCnt="0"/>
      <dgm:spPr/>
    </dgm:pt>
    <dgm:pt modelId="{B931EC6D-CBC2-49B6-AA03-57B13BE6DA51}" type="pres">
      <dgm:prSet presAssocID="{A416F630-FB3A-4160-9A94-DD76E1781C5D}" presName="hierChild5" presStyleCnt="0"/>
      <dgm:spPr/>
    </dgm:pt>
    <dgm:pt modelId="{AC8DAB6D-ADCB-4E98-A310-1F1C6F2348C2}" type="pres">
      <dgm:prSet presAssocID="{C0D6D2FC-8B5F-47F5-8155-3C417FCEE297}" presName="hierChild5" presStyleCnt="0"/>
      <dgm:spPr/>
    </dgm:pt>
    <dgm:pt modelId="{2F539CE9-EA21-4C2F-944F-43D099FF5AFD}" type="pres">
      <dgm:prSet presAssocID="{1B947FF5-9965-4386-836D-4503A6DD4FB8}" presName="hierChild5" presStyleCnt="0"/>
      <dgm:spPr/>
    </dgm:pt>
    <dgm:pt modelId="{1DC9CD39-CF03-430F-A644-FD968D29553E}" type="pres">
      <dgm:prSet presAssocID="{4EDEB9D3-8039-4D13-981C-68CE27B12F41}" presName="Name37" presStyleLbl="parChTrans1D2" presStyleIdx="3" presStyleCnt="4"/>
      <dgm:spPr/>
      <dgm:t>
        <a:bodyPr/>
        <a:lstStyle/>
        <a:p>
          <a:endParaRPr lang="pt-BR"/>
        </a:p>
      </dgm:t>
    </dgm:pt>
    <dgm:pt modelId="{43332BB2-AFD4-492D-9B4B-0A78FB628B06}" type="pres">
      <dgm:prSet presAssocID="{33870653-4166-4D8B-AE9A-894DFF38006E}" presName="hierRoot2" presStyleCnt="0">
        <dgm:presLayoutVars>
          <dgm:hierBranch val="init"/>
        </dgm:presLayoutVars>
      </dgm:prSet>
      <dgm:spPr/>
    </dgm:pt>
    <dgm:pt modelId="{A58CD7E9-3880-4EF9-898D-DA45A8F5D4DF}" type="pres">
      <dgm:prSet presAssocID="{33870653-4166-4D8B-AE9A-894DFF38006E}" presName="rootComposite" presStyleCnt="0"/>
      <dgm:spPr/>
    </dgm:pt>
    <dgm:pt modelId="{039ED79F-A960-44D6-9336-49BA70B18C3C}" type="pres">
      <dgm:prSet presAssocID="{33870653-4166-4D8B-AE9A-894DFF38006E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4FBB707-86F7-4409-B04F-C82AFE05E939}" type="pres">
      <dgm:prSet presAssocID="{33870653-4166-4D8B-AE9A-894DFF38006E}" presName="rootConnector" presStyleLbl="node2" presStyleIdx="3" presStyleCnt="4"/>
      <dgm:spPr/>
      <dgm:t>
        <a:bodyPr/>
        <a:lstStyle/>
        <a:p>
          <a:endParaRPr lang="pt-BR"/>
        </a:p>
      </dgm:t>
    </dgm:pt>
    <dgm:pt modelId="{D5C21280-5046-45D4-9FDC-944D9089D826}" type="pres">
      <dgm:prSet presAssocID="{33870653-4166-4D8B-AE9A-894DFF38006E}" presName="hierChild4" presStyleCnt="0"/>
      <dgm:spPr/>
    </dgm:pt>
    <dgm:pt modelId="{2C74EA72-C2B3-4083-A1AD-844063278422}" type="pres">
      <dgm:prSet presAssocID="{33870653-4166-4D8B-AE9A-894DFF38006E}" presName="hierChild5" presStyleCnt="0"/>
      <dgm:spPr/>
    </dgm:pt>
    <dgm:pt modelId="{3D7F2AA5-9BD9-467B-930A-42C20679571B}" type="pres">
      <dgm:prSet presAssocID="{BD423A5D-4DD9-40DB-A533-2031379575C8}" presName="hierChild3" presStyleCnt="0"/>
      <dgm:spPr/>
    </dgm:pt>
  </dgm:ptLst>
  <dgm:cxnLst>
    <dgm:cxn modelId="{66C3B98D-E87A-4274-A4BB-8480B75C9B05}" type="presOf" srcId="{5B6483B7-8CEC-4D79-9E5F-C53503C3C6F8}" destId="{8B0E02EC-7335-4789-A396-BE236CE22FB3}" srcOrd="0" destOrd="0" presId="urn:microsoft.com/office/officeart/2005/8/layout/orgChart1"/>
    <dgm:cxn modelId="{916E5ACC-FBD7-4B3A-AAEF-AAA53FF5B34A}" type="presOf" srcId="{132F81F9-7E66-4E63-B4FC-E83105369620}" destId="{B537CC86-8A11-4204-BE4B-FCDD98C9DB56}" srcOrd="0" destOrd="0" presId="urn:microsoft.com/office/officeart/2005/8/layout/orgChart1"/>
    <dgm:cxn modelId="{1F2B2ED0-72D4-4826-B5A3-A77AD39AD919}" type="presOf" srcId="{4580EB53-6934-48DD-A074-93D7900EF4AA}" destId="{E0E95A40-1D90-4490-8F35-E9670FB32260}" srcOrd="1" destOrd="0" presId="urn:microsoft.com/office/officeart/2005/8/layout/orgChart1"/>
    <dgm:cxn modelId="{D2917A26-82B2-4AD3-AF41-6DBF0955B908}" type="presOf" srcId="{33870653-4166-4D8B-AE9A-894DFF38006E}" destId="{94FBB707-86F7-4409-B04F-C82AFE05E939}" srcOrd="1" destOrd="0" presId="urn:microsoft.com/office/officeart/2005/8/layout/orgChart1"/>
    <dgm:cxn modelId="{01E85679-D06C-40F6-AA27-0E7493DB5E78}" type="presOf" srcId="{A416F630-FB3A-4160-9A94-DD76E1781C5D}" destId="{C1BA6921-33E6-4050-92A2-B7F7B3511449}" srcOrd="1" destOrd="0" presId="urn:microsoft.com/office/officeart/2005/8/layout/orgChart1"/>
    <dgm:cxn modelId="{180716CA-EF56-46C3-B6B0-31C8A11D5B16}" type="presOf" srcId="{33870653-4166-4D8B-AE9A-894DFF38006E}" destId="{039ED79F-A960-44D6-9336-49BA70B18C3C}" srcOrd="0" destOrd="0" presId="urn:microsoft.com/office/officeart/2005/8/layout/orgChart1"/>
    <dgm:cxn modelId="{D17AF968-6752-4A27-A5A3-EFC2B20218FF}" type="presOf" srcId="{8F568507-3AE8-4884-A8CE-978A95F76A58}" destId="{C03046FE-BBA1-48E3-B480-6C6441009E73}" srcOrd="0" destOrd="0" presId="urn:microsoft.com/office/officeart/2005/8/layout/orgChart1"/>
    <dgm:cxn modelId="{0A17FF59-A177-4A50-877B-3F2502A04BA3}" type="presOf" srcId="{FAB78E4D-FBA1-4584-ACB2-AE4C48B522AE}" destId="{56EA6C29-D5E3-4FC0-B645-C264741C9FB1}" srcOrd="1" destOrd="0" presId="urn:microsoft.com/office/officeart/2005/8/layout/orgChart1"/>
    <dgm:cxn modelId="{88481E1C-7236-43C2-B0CD-B69955176A9F}" type="presOf" srcId="{1B947FF5-9965-4386-836D-4503A6DD4FB8}" destId="{7911C127-5D04-4E01-A912-8FEFF1C687E5}" srcOrd="1" destOrd="0" presId="urn:microsoft.com/office/officeart/2005/8/layout/orgChart1"/>
    <dgm:cxn modelId="{ADB05B8E-8FEF-47CA-9E90-158F43FC2A2E}" srcId="{1B947FF5-9965-4386-836D-4503A6DD4FB8}" destId="{C0D6D2FC-8B5F-47F5-8155-3C417FCEE297}" srcOrd="0" destOrd="0" parTransId="{4D01C891-7487-410E-B408-9A6496F64ABA}" sibTransId="{193F636B-755C-4CED-AE7B-5079BBF6582F}"/>
    <dgm:cxn modelId="{1890DA29-4F44-42B9-87E8-5DAD25C09C16}" type="presOf" srcId="{341785FF-F6DC-49C9-B9BF-9B7872D40A55}" destId="{E3481392-5F24-4ED7-86A5-7DD09353D16A}" srcOrd="0" destOrd="0" presId="urn:microsoft.com/office/officeart/2005/8/layout/orgChart1"/>
    <dgm:cxn modelId="{C6F069F8-DD1B-4C01-BDE7-BF7C201EE348}" type="presOf" srcId="{6BFA581B-DDBE-435B-8468-A3C0BB6BAC60}" destId="{96F743C3-C07A-4395-B5C2-1F0B75C7ADA3}" srcOrd="1" destOrd="0" presId="urn:microsoft.com/office/officeart/2005/8/layout/orgChart1"/>
    <dgm:cxn modelId="{DEF8563A-ABC2-4724-B10B-D1C4EAF0E99A}" type="presOf" srcId="{7F6B7514-07FC-409A-A713-5BAAE0711CB8}" destId="{53A40453-3FE1-4988-9F2A-253637F67AF4}" srcOrd="0" destOrd="0" presId="urn:microsoft.com/office/officeart/2005/8/layout/orgChart1"/>
    <dgm:cxn modelId="{31EAA19A-5D3B-4D42-AA74-76DE59425403}" srcId="{BD423A5D-4DD9-40DB-A533-2031379575C8}" destId="{1B947FF5-9965-4386-836D-4503A6DD4FB8}" srcOrd="2" destOrd="0" parTransId="{5E359547-F5BF-4795-8B49-1B2ABAB2176F}" sibTransId="{A2AA82B7-4290-46FE-8E5E-59345E01AD16}"/>
    <dgm:cxn modelId="{77A8511E-6C2B-4C65-8801-418F409714A0}" type="presOf" srcId="{8BDEE1AA-1919-439D-A64B-99FC96F8DA71}" destId="{4C9EB59F-83CA-423A-9137-4669EB859840}" srcOrd="0" destOrd="0" presId="urn:microsoft.com/office/officeart/2005/8/layout/orgChart1"/>
    <dgm:cxn modelId="{2815B2EF-D2AF-453B-9D09-DD923EF07871}" type="presOf" srcId="{FAB78E4D-FBA1-4584-ACB2-AE4C48B522AE}" destId="{3BCF681E-48EB-4F8C-8761-A1DCE177564F}" srcOrd="0" destOrd="0" presId="urn:microsoft.com/office/officeart/2005/8/layout/orgChart1"/>
    <dgm:cxn modelId="{A8C76869-17CC-4FD8-A601-529AA36D1190}" type="presOf" srcId="{4EDEB9D3-8039-4D13-981C-68CE27B12F41}" destId="{1DC9CD39-CF03-430F-A644-FD968D29553E}" srcOrd="0" destOrd="0" presId="urn:microsoft.com/office/officeart/2005/8/layout/orgChart1"/>
    <dgm:cxn modelId="{9457EE7B-9629-4BAC-A0B7-510F36DB5EEF}" type="presOf" srcId="{A416F630-FB3A-4160-9A94-DD76E1781C5D}" destId="{3C9FCD60-3558-42AD-AED7-5B8AB2E33DCE}" srcOrd="0" destOrd="0" presId="urn:microsoft.com/office/officeart/2005/8/layout/orgChart1"/>
    <dgm:cxn modelId="{E2AD43AB-2565-4743-94B5-126D364895FA}" srcId="{FAB78E4D-FBA1-4584-ACB2-AE4C48B522AE}" destId="{42A8460C-5855-40F3-8E2E-E52A036D0B48}" srcOrd="1" destOrd="0" parTransId="{132F81F9-7E66-4E63-B4FC-E83105369620}" sibTransId="{6DB8B774-B169-4B04-A5D5-DB5B6B102884}"/>
    <dgm:cxn modelId="{6DB5A2FE-2BB3-468F-B82B-6E811E7A2D37}" type="presOf" srcId="{BD423A5D-4DD9-40DB-A533-2031379575C8}" destId="{ADD13D65-A648-4311-AB91-F57BA2684341}" srcOrd="1" destOrd="0" presId="urn:microsoft.com/office/officeart/2005/8/layout/orgChart1"/>
    <dgm:cxn modelId="{CE2C7D34-AF91-4868-90FF-2F5CFDCD2BA2}" type="presOf" srcId="{42A8460C-5855-40F3-8E2E-E52A036D0B48}" destId="{7CAF1F67-71DB-4A88-B390-3256F251768E}" srcOrd="1" destOrd="0" presId="urn:microsoft.com/office/officeart/2005/8/layout/orgChart1"/>
    <dgm:cxn modelId="{A0A983E3-BE45-4251-BF34-D843ED0D2B12}" type="presOf" srcId="{C0D6D2FC-8B5F-47F5-8155-3C417FCEE297}" destId="{3FBECBBF-C124-46CF-A2CA-3609EE685C56}" srcOrd="0" destOrd="0" presId="urn:microsoft.com/office/officeart/2005/8/layout/orgChart1"/>
    <dgm:cxn modelId="{3EF52AFE-AC8D-42A5-A8DC-57CDABF1BBE2}" srcId="{BD423A5D-4DD9-40DB-A533-2031379575C8}" destId="{FAB78E4D-FBA1-4584-ACB2-AE4C48B522AE}" srcOrd="1" destOrd="0" parTransId="{341785FF-F6DC-49C9-B9BF-9B7872D40A55}" sibTransId="{0B66FB81-CEDF-4C75-864D-FFF73295923E}"/>
    <dgm:cxn modelId="{AC63BA54-3D9E-4CB4-A208-803A4A166AB5}" type="presOf" srcId="{4580EB53-6934-48DD-A074-93D7900EF4AA}" destId="{8068A883-2B5F-4FA7-B050-403C207BA81D}" srcOrd="0" destOrd="0" presId="urn:microsoft.com/office/officeart/2005/8/layout/orgChart1"/>
    <dgm:cxn modelId="{5809222A-CF12-4455-BEA2-2DB1664C03C7}" type="presOf" srcId="{7BFB74E3-8837-41C9-B416-075E244A5E70}" destId="{C52E5011-3DC7-498F-82A0-19D17FBB051A}" srcOrd="0" destOrd="0" presId="urn:microsoft.com/office/officeart/2005/8/layout/orgChart1"/>
    <dgm:cxn modelId="{5E5292A8-DD13-4E13-8066-631E4B092B75}" type="presOf" srcId="{4D01C891-7487-410E-B408-9A6496F64ABA}" destId="{86EB7ECC-104A-4BAE-989C-2400EB7A553D}" srcOrd="0" destOrd="0" presId="urn:microsoft.com/office/officeart/2005/8/layout/orgChart1"/>
    <dgm:cxn modelId="{D4C1F862-B38B-4674-8504-D999B3152323}" type="presOf" srcId="{7BC0F48F-F3F6-4FA1-BC56-B6D335DC2364}" destId="{BFC51243-D6DB-4706-98E6-74B0116FE599}" srcOrd="0" destOrd="0" presId="urn:microsoft.com/office/officeart/2005/8/layout/orgChart1"/>
    <dgm:cxn modelId="{BB6252B2-13B4-4E2D-AC3B-B2FC03A41AB5}" type="presOf" srcId="{AAAEEC6D-6D5F-4F60-B0A4-E6FF780A72A1}" destId="{E9559B9D-C395-4017-914A-7B5605276622}" srcOrd="0" destOrd="0" presId="urn:microsoft.com/office/officeart/2005/8/layout/orgChart1"/>
    <dgm:cxn modelId="{16A07972-1A68-4469-A447-6F2BA0D66086}" type="presOf" srcId="{7F6B7514-07FC-409A-A713-5BAAE0711CB8}" destId="{09CDFD96-AE62-4C8B-8BA7-45C18D34A6F4}" srcOrd="1" destOrd="0" presId="urn:microsoft.com/office/officeart/2005/8/layout/orgChart1"/>
    <dgm:cxn modelId="{F9702CC2-C3A5-4C9E-A2D4-238CA71C0F24}" type="presOf" srcId="{BFF24A63-5E05-457A-9B8D-1A941E0D6877}" destId="{0BEBC81E-10C6-4939-8022-1766189B2D89}" srcOrd="0" destOrd="0" presId="urn:microsoft.com/office/officeart/2005/8/layout/orgChart1"/>
    <dgm:cxn modelId="{101881D1-2E1B-4960-B438-F2EB517E8C67}" type="presOf" srcId="{6D9FB56D-72F4-446E-AFD7-3CCAFDC0023C}" destId="{440CB02E-9B0A-43DF-A4C7-00CABA6470FA}" srcOrd="1" destOrd="0" presId="urn:microsoft.com/office/officeart/2005/8/layout/orgChart1"/>
    <dgm:cxn modelId="{8B8F0E6F-D306-48E7-AAF3-842BF9F976E1}" srcId="{BD423A5D-4DD9-40DB-A533-2031379575C8}" destId="{9A0D672F-9160-442F-A044-4A954AE6322F}" srcOrd="0" destOrd="0" parTransId="{BFF24A63-5E05-457A-9B8D-1A941E0D6877}" sibTransId="{7376985C-9239-4D8E-8BCD-495B7C2EB17E}"/>
    <dgm:cxn modelId="{1B6A2211-63A1-4A81-BDDE-79861F8BC7E2}" type="presOf" srcId="{6D9FB56D-72F4-446E-AFD7-3CCAFDC0023C}" destId="{01E89E41-AAE5-40DB-8C48-7B6D763F1950}" srcOrd="0" destOrd="0" presId="urn:microsoft.com/office/officeart/2005/8/layout/orgChart1"/>
    <dgm:cxn modelId="{E7148C7F-2304-4B76-8EC0-6D2FC82BAC33}" type="presOf" srcId="{8BDEE1AA-1919-439D-A64B-99FC96F8DA71}" destId="{7D94BAA9-28CD-4BA0-8A20-D89D34FB2F89}" srcOrd="1" destOrd="0" presId="urn:microsoft.com/office/officeart/2005/8/layout/orgChart1"/>
    <dgm:cxn modelId="{765FD946-39F2-48FB-B73C-55A252215DA7}" type="presOf" srcId="{9A0D672F-9160-442F-A044-4A954AE6322F}" destId="{DA6BCF09-061A-4DA8-B7B4-5292772C52E7}" srcOrd="1" destOrd="0" presId="urn:microsoft.com/office/officeart/2005/8/layout/orgChart1"/>
    <dgm:cxn modelId="{6DFC7A91-B3F5-4200-B818-4060026D2433}" type="presOf" srcId="{BD423A5D-4DD9-40DB-A533-2031379575C8}" destId="{B4C0BC63-959E-452F-9AE4-28132FBDEAD9}" srcOrd="0" destOrd="0" presId="urn:microsoft.com/office/officeart/2005/8/layout/orgChart1"/>
    <dgm:cxn modelId="{F7928903-BF35-4B85-9D11-054F7C8DDEE0}" type="presOf" srcId="{6BFA581B-DDBE-435B-8468-A3C0BB6BAC60}" destId="{D44E8907-72B3-48A4-BED2-20185159D90F}" srcOrd="0" destOrd="0" presId="urn:microsoft.com/office/officeart/2005/8/layout/orgChart1"/>
    <dgm:cxn modelId="{F966855E-31E3-484F-B471-AE265785AC56}" srcId="{9A0D672F-9160-442F-A044-4A954AE6322F}" destId="{4580EB53-6934-48DD-A074-93D7900EF4AA}" srcOrd="0" destOrd="0" parTransId="{8F568507-3AE8-4884-A8CE-978A95F76A58}" sibTransId="{EA62846C-8EFA-4EC1-A776-022C7B0F3BB4}"/>
    <dgm:cxn modelId="{89520B4A-ECD8-4DD8-A68F-BBB913635D91}" srcId="{6D9FB56D-72F4-446E-AFD7-3CCAFDC0023C}" destId="{8BDEE1AA-1919-439D-A64B-99FC96F8DA71}" srcOrd="0" destOrd="0" parTransId="{7BC0F48F-F3F6-4FA1-BC56-B6D335DC2364}" sibTransId="{61AAC3A9-9E98-4224-B5E9-9E71DBAD4F0B}"/>
    <dgm:cxn modelId="{F83FDDCB-E403-45FA-8D96-8150E524AED7}" srcId="{C0D6D2FC-8B5F-47F5-8155-3C417FCEE297}" destId="{A416F630-FB3A-4160-9A94-DD76E1781C5D}" srcOrd="0" destOrd="0" parTransId="{867C44A0-229B-4C00-9405-4566F1ED421A}" sibTransId="{545CAC22-945E-4302-B31D-06ADEFCED15B}"/>
    <dgm:cxn modelId="{B18D65E4-DBC9-487A-A0E5-93D15C90F88F}" type="presOf" srcId="{C0D6D2FC-8B5F-47F5-8155-3C417FCEE297}" destId="{778CF983-986F-4D88-980C-FAF09534BF59}" srcOrd="1" destOrd="0" presId="urn:microsoft.com/office/officeart/2005/8/layout/orgChart1"/>
    <dgm:cxn modelId="{AF775C81-7804-46AE-8D4D-1889157BF323}" type="presOf" srcId="{5E359547-F5BF-4795-8B49-1B2ABAB2176F}" destId="{86F26742-FD8F-42A2-9E70-8CF423D46ACA}" srcOrd="0" destOrd="0" presId="urn:microsoft.com/office/officeart/2005/8/layout/orgChart1"/>
    <dgm:cxn modelId="{980627B4-7C61-4C87-9735-8E83F6C03E2C}" srcId="{4580EB53-6934-48DD-A074-93D7900EF4AA}" destId="{6BFA581B-DDBE-435B-8468-A3C0BB6BAC60}" srcOrd="0" destOrd="0" parTransId="{5B6483B7-8CEC-4D79-9E5F-C53503C3C6F8}" sibTransId="{B1ED5EED-756E-4746-A9BF-1F912BFB31BB}"/>
    <dgm:cxn modelId="{040C8D9B-D2B4-4959-9789-1310994EA162}" srcId="{AAAEEC6D-6D5F-4F60-B0A4-E6FF780A72A1}" destId="{BD423A5D-4DD9-40DB-A533-2031379575C8}" srcOrd="0" destOrd="0" parTransId="{A37C327A-18CF-4909-836E-15F6A1AB4861}" sibTransId="{F8F6B1C9-80A0-4117-A602-74D3EBBC256B}"/>
    <dgm:cxn modelId="{A66FC5E0-6ABE-4786-89C5-F9BA650AB0AA}" srcId="{BD423A5D-4DD9-40DB-A533-2031379575C8}" destId="{33870653-4166-4D8B-AE9A-894DFF38006E}" srcOrd="3" destOrd="0" parTransId="{4EDEB9D3-8039-4D13-981C-68CE27B12F41}" sibTransId="{CFD96B59-20DF-452D-BE53-16230ADFB72F}"/>
    <dgm:cxn modelId="{1BFB12D7-2E4C-4D2F-BF4C-08DC11D3B293}" srcId="{42A8460C-5855-40F3-8E2E-E52A036D0B48}" destId="{7F6B7514-07FC-409A-A713-5BAAE0711CB8}" srcOrd="0" destOrd="0" parTransId="{7BFB74E3-8837-41C9-B416-075E244A5E70}" sibTransId="{5397DE5B-5415-4D01-8F1C-6786F025860F}"/>
    <dgm:cxn modelId="{E5C371B4-442D-4711-B3C5-762B21681E63}" type="presOf" srcId="{867C44A0-229B-4C00-9405-4566F1ED421A}" destId="{04DA7FD2-29DC-4C77-BF9D-BB12E5AFBB8B}" srcOrd="0" destOrd="0" presId="urn:microsoft.com/office/officeart/2005/8/layout/orgChart1"/>
    <dgm:cxn modelId="{7D050672-00D2-4ECB-9013-035DF7215F16}" type="presOf" srcId="{353E95B0-989E-434C-85A6-D71E9606E6FC}" destId="{EBC74A62-F803-4CB0-B16B-2192EA197B9F}" srcOrd="0" destOrd="0" presId="urn:microsoft.com/office/officeart/2005/8/layout/orgChart1"/>
    <dgm:cxn modelId="{27E9B8ED-B440-4049-B8A6-7C038C361D95}" srcId="{FAB78E4D-FBA1-4584-ACB2-AE4C48B522AE}" destId="{6D9FB56D-72F4-446E-AFD7-3CCAFDC0023C}" srcOrd="0" destOrd="0" parTransId="{353E95B0-989E-434C-85A6-D71E9606E6FC}" sibTransId="{0428C23F-F4AB-4DA7-A44C-915DCBA9A12A}"/>
    <dgm:cxn modelId="{D6B72058-A4C3-4AA4-8D13-B60CA177C054}" type="presOf" srcId="{1B947FF5-9965-4386-836D-4503A6DD4FB8}" destId="{B83F95BF-0CBB-45A3-A9E8-B2FB8BDAB375}" srcOrd="0" destOrd="0" presId="urn:microsoft.com/office/officeart/2005/8/layout/orgChart1"/>
    <dgm:cxn modelId="{E03B83E8-BDD2-4FE1-A4E4-418B05BC88F5}" type="presOf" srcId="{42A8460C-5855-40F3-8E2E-E52A036D0B48}" destId="{C2437C46-4BCA-400F-B4C9-509C86E6ECF8}" srcOrd="0" destOrd="0" presId="urn:microsoft.com/office/officeart/2005/8/layout/orgChart1"/>
    <dgm:cxn modelId="{87DD0F80-62DD-43ED-BB6B-9A0FCF8944DC}" type="presOf" srcId="{9A0D672F-9160-442F-A044-4A954AE6322F}" destId="{C81AE926-C9A6-44BC-B713-CCDC50EAD34F}" srcOrd="0" destOrd="0" presId="urn:microsoft.com/office/officeart/2005/8/layout/orgChart1"/>
    <dgm:cxn modelId="{D73022C3-ED3B-4166-BD4C-7C94D3A10EA6}" type="presParOf" srcId="{E9559B9D-C395-4017-914A-7B5605276622}" destId="{389F4A15-6444-4054-9706-92BECDA62DFF}" srcOrd="0" destOrd="0" presId="urn:microsoft.com/office/officeart/2005/8/layout/orgChart1"/>
    <dgm:cxn modelId="{17E7E24A-7478-4AFA-A945-DF61FA379631}" type="presParOf" srcId="{389F4A15-6444-4054-9706-92BECDA62DFF}" destId="{638EE615-6DC6-4DFF-9218-E4AE98354081}" srcOrd="0" destOrd="0" presId="urn:microsoft.com/office/officeart/2005/8/layout/orgChart1"/>
    <dgm:cxn modelId="{43B34D56-FD44-4CAA-A724-7561B2532B87}" type="presParOf" srcId="{638EE615-6DC6-4DFF-9218-E4AE98354081}" destId="{B4C0BC63-959E-452F-9AE4-28132FBDEAD9}" srcOrd="0" destOrd="0" presId="urn:microsoft.com/office/officeart/2005/8/layout/orgChart1"/>
    <dgm:cxn modelId="{15FEDCD5-850A-4C84-872A-A8B2E19BE26F}" type="presParOf" srcId="{638EE615-6DC6-4DFF-9218-E4AE98354081}" destId="{ADD13D65-A648-4311-AB91-F57BA2684341}" srcOrd="1" destOrd="0" presId="urn:microsoft.com/office/officeart/2005/8/layout/orgChart1"/>
    <dgm:cxn modelId="{FE38D19B-38DC-4E25-A8A5-85F131A07AC4}" type="presParOf" srcId="{389F4A15-6444-4054-9706-92BECDA62DFF}" destId="{4E82627F-0E08-401C-A5BE-37D3BBA211A9}" srcOrd="1" destOrd="0" presId="urn:microsoft.com/office/officeart/2005/8/layout/orgChart1"/>
    <dgm:cxn modelId="{A86046B3-8952-400C-BA36-9956AE88FF8C}" type="presParOf" srcId="{4E82627F-0E08-401C-A5BE-37D3BBA211A9}" destId="{0BEBC81E-10C6-4939-8022-1766189B2D89}" srcOrd="0" destOrd="0" presId="urn:microsoft.com/office/officeart/2005/8/layout/orgChart1"/>
    <dgm:cxn modelId="{02BC8A96-ED91-4173-A11A-0A94CFD5C28E}" type="presParOf" srcId="{4E82627F-0E08-401C-A5BE-37D3BBA211A9}" destId="{4825F6C4-0C00-42A1-846C-3885750839AA}" srcOrd="1" destOrd="0" presId="urn:microsoft.com/office/officeart/2005/8/layout/orgChart1"/>
    <dgm:cxn modelId="{93446E2A-69F7-42E2-962B-2D9F427D8C6B}" type="presParOf" srcId="{4825F6C4-0C00-42A1-846C-3885750839AA}" destId="{A764BA3B-3713-4F7E-B5E5-B3BA86F57F48}" srcOrd="0" destOrd="0" presId="urn:microsoft.com/office/officeart/2005/8/layout/orgChart1"/>
    <dgm:cxn modelId="{CA7021DB-30E7-4626-A3BA-E373FEEB3B7B}" type="presParOf" srcId="{A764BA3B-3713-4F7E-B5E5-B3BA86F57F48}" destId="{C81AE926-C9A6-44BC-B713-CCDC50EAD34F}" srcOrd="0" destOrd="0" presId="urn:microsoft.com/office/officeart/2005/8/layout/orgChart1"/>
    <dgm:cxn modelId="{4F636010-4A88-4A49-9A0A-C9C5792FE4A1}" type="presParOf" srcId="{A764BA3B-3713-4F7E-B5E5-B3BA86F57F48}" destId="{DA6BCF09-061A-4DA8-B7B4-5292772C52E7}" srcOrd="1" destOrd="0" presId="urn:microsoft.com/office/officeart/2005/8/layout/orgChart1"/>
    <dgm:cxn modelId="{B3A1EC82-16A4-4F8D-ACB9-B47C1AA4FE89}" type="presParOf" srcId="{4825F6C4-0C00-42A1-846C-3885750839AA}" destId="{D2B16B06-5F1C-441C-9B85-7A3E7CE1545F}" srcOrd="1" destOrd="0" presId="urn:microsoft.com/office/officeart/2005/8/layout/orgChart1"/>
    <dgm:cxn modelId="{2C393596-3D57-4ACE-9435-2FB4AD174707}" type="presParOf" srcId="{D2B16B06-5F1C-441C-9B85-7A3E7CE1545F}" destId="{C03046FE-BBA1-48E3-B480-6C6441009E73}" srcOrd="0" destOrd="0" presId="urn:microsoft.com/office/officeart/2005/8/layout/orgChart1"/>
    <dgm:cxn modelId="{6FB80AA2-0B88-497D-8857-FA412650E896}" type="presParOf" srcId="{D2B16B06-5F1C-441C-9B85-7A3E7CE1545F}" destId="{2761D590-9FAA-44EF-872D-165D71883B84}" srcOrd="1" destOrd="0" presId="urn:microsoft.com/office/officeart/2005/8/layout/orgChart1"/>
    <dgm:cxn modelId="{B70D4C9F-90AC-418D-8503-D2062F352734}" type="presParOf" srcId="{2761D590-9FAA-44EF-872D-165D71883B84}" destId="{05F28010-7853-40AA-A9ED-49D62F1CA04A}" srcOrd="0" destOrd="0" presId="urn:microsoft.com/office/officeart/2005/8/layout/orgChart1"/>
    <dgm:cxn modelId="{F45682E5-DC0A-4F0C-9052-D3FC127C5E2C}" type="presParOf" srcId="{05F28010-7853-40AA-A9ED-49D62F1CA04A}" destId="{8068A883-2B5F-4FA7-B050-403C207BA81D}" srcOrd="0" destOrd="0" presId="urn:microsoft.com/office/officeart/2005/8/layout/orgChart1"/>
    <dgm:cxn modelId="{E0405A03-4CAE-4301-9722-89B7CD476288}" type="presParOf" srcId="{05F28010-7853-40AA-A9ED-49D62F1CA04A}" destId="{E0E95A40-1D90-4490-8F35-E9670FB32260}" srcOrd="1" destOrd="0" presId="urn:microsoft.com/office/officeart/2005/8/layout/orgChart1"/>
    <dgm:cxn modelId="{A9142270-615C-4658-961D-F0FA9C3AEF56}" type="presParOf" srcId="{2761D590-9FAA-44EF-872D-165D71883B84}" destId="{CDB8393B-C615-4F4D-AEF7-F5DC6CAD0975}" srcOrd="1" destOrd="0" presId="urn:microsoft.com/office/officeart/2005/8/layout/orgChart1"/>
    <dgm:cxn modelId="{44FDE656-21B7-4800-A847-64EAB5FD025D}" type="presParOf" srcId="{CDB8393B-C615-4F4D-AEF7-F5DC6CAD0975}" destId="{8B0E02EC-7335-4789-A396-BE236CE22FB3}" srcOrd="0" destOrd="0" presId="urn:microsoft.com/office/officeart/2005/8/layout/orgChart1"/>
    <dgm:cxn modelId="{B446DBDD-92F5-4580-A127-20DF894FB49A}" type="presParOf" srcId="{CDB8393B-C615-4F4D-AEF7-F5DC6CAD0975}" destId="{859136D3-5DBE-4136-946F-E83AEDC5A95C}" srcOrd="1" destOrd="0" presId="urn:microsoft.com/office/officeart/2005/8/layout/orgChart1"/>
    <dgm:cxn modelId="{7F80B841-1F73-4CCC-9DEE-17F047336D1B}" type="presParOf" srcId="{859136D3-5DBE-4136-946F-E83AEDC5A95C}" destId="{1F7FDE76-C873-4689-A7DF-D127C09A5503}" srcOrd="0" destOrd="0" presId="urn:microsoft.com/office/officeart/2005/8/layout/orgChart1"/>
    <dgm:cxn modelId="{7C87683A-4209-4BFC-90EA-6EF975E2C07A}" type="presParOf" srcId="{1F7FDE76-C873-4689-A7DF-D127C09A5503}" destId="{D44E8907-72B3-48A4-BED2-20185159D90F}" srcOrd="0" destOrd="0" presId="urn:microsoft.com/office/officeart/2005/8/layout/orgChart1"/>
    <dgm:cxn modelId="{E8B591DC-CA44-4D61-9F9C-481F3264F05B}" type="presParOf" srcId="{1F7FDE76-C873-4689-A7DF-D127C09A5503}" destId="{96F743C3-C07A-4395-B5C2-1F0B75C7ADA3}" srcOrd="1" destOrd="0" presId="urn:microsoft.com/office/officeart/2005/8/layout/orgChart1"/>
    <dgm:cxn modelId="{3FF29846-1909-4752-BF1D-16DF1A440402}" type="presParOf" srcId="{859136D3-5DBE-4136-946F-E83AEDC5A95C}" destId="{E690E25F-CB60-4C5D-8349-CFDF847A534B}" srcOrd="1" destOrd="0" presId="urn:microsoft.com/office/officeart/2005/8/layout/orgChart1"/>
    <dgm:cxn modelId="{10A70F17-C4CA-4FC0-B98E-2B4BC280829D}" type="presParOf" srcId="{859136D3-5DBE-4136-946F-E83AEDC5A95C}" destId="{47537C60-2448-4AD1-B849-28D4708A2C13}" srcOrd="2" destOrd="0" presId="urn:microsoft.com/office/officeart/2005/8/layout/orgChart1"/>
    <dgm:cxn modelId="{27E2633B-F10A-4ECD-9D5E-616685CFFC38}" type="presParOf" srcId="{2761D590-9FAA-44EF-872D-165D71883B84}" destId="{F397673A-3C89-4F87-B09E-2335DCB155BE}" srcOrd="2" destOrd="0" presId="urn:microsoft.com/office/officeart/2005/8/layout/orgChart1"/>
    <dgm:cxn modelId="{3EC7E3F3-903B-4D41-B4D1-FA36881427CB}" type="presParOf" srcId="{4825F6C4-0C00-42A1-846C-3885750839AA}" destId="{4B30B8D1-95FF-40F6-AA9C-125AA7FFFA69}" srcOrd="2" destOrd="0" presId="urn:microsoft.com/office/officeart/2005/8/layout/orgChart1"/>
    <dgm:cxn modelId="{E2E998EB-1445-4610-BB06-9C2B63AB6E69}" type="presParOf" srcId="{4E82627F-0E08-401C-A5BE-37D3BBA211A9}" destId="{E3481392-5F24-4ED7-86A5-7DD09353D16A}" srcOrd="2" destOrd="0" presId="urn:microsoft.com/office/officeart/2005/8/layout/orgChart1"/>
    <dgm:cxn modelId="{8A165278-40C0-405D-BA4E-C624A1882ED4}" type="presParOf" srcId="{4E82627F-0E08-401C-A5BE-37D3BBA211A9}" destId="{1FDDB943-F774-4CF3-853A-9A9421CBAD57}" srcOrd="3" destOrd="0" presId="urn:microsoft.com/office/officeart/2005/8/layout/orgChart1"/>
    <dgm:cxn modelId="{43B9D9C5-5DE2-4075-96BC-F3E7F08ADC8F}" type="presParOf" srcId="{1FDDB943-F774-4CF3-853A-9A9421CBAD57}" destId="{84662285-9A70-4DA4-A9D0-915CCC810AC5}" srcOrd="0" destOrd="0" presId="urn:microsoft.com/office/officeart/2005/8/layout/orgChart1"/>
    <dgm:cxn modelId="{A5E78EED-2B25-433F-AF4E-3A38026F1CBB}" type="presParOf" srcId="{84662285-9A70-4DA4-A9D0-915CCC810AC5}" destId="{3BCF681E-48EB-4F8C-8761-A1DCE177564F}" srcOrd="0" destOrd="0" presId="urn:microsoft.com/office/officeart/2005/8/layout/orgChart1"/>
    <dgm:cxn modelId="{6DD9025B-E79F-45D3-8304-837A7AD49F32}" type="presParOf" srcId="{84662285-9A70-4DA4-A9D0-915CCC810AC5}" destId="{56EA6C29-D5E3-4FC0-B645-C264741C9FB1}" srcOrd="1" destOrd="0" presId="urn:microsoft.com/office/officeart/2005/8/layout/orgChart1"/>
    <dgm:cxn modelId="{F00E291C-A338-4020-8A60-A7BBF9691BDE}" type="presParOf" srcId="{1FDDB943-F774-4CF3-853A-9A9421CBAD57}" destId="{728209BA-88A5-4878-B4D4-292FB3676AEF}" srcOrd="1" destOrd="0" presId="urn:microsoft.com/office/officeart/2005/8/layout/orgChart1"/>
    <dgm:cxn modelId="{25A88B37-9080-477A-A86A-C9FD17777EA4}" type="presParOf" srcId="{728209BA-88A5-4878-B4D4-292FB3676AEF}" destId="{EBC74A62-F803-4CB0-B16B-2192EA197B9F}" srcOrd="0" destOrd="0" presId="urn:microsoft.com/office/officeart/2005/8/layout/orgChart1"/>
    <dgm:cxn modelId="{97B0E267-CEDE-4857-8035-6F9BE71848BD}" type="presParOf" srcId="{728209BA-88A5-4878-B4D4-292FB3676AEF}" destId="{86521A29-4DEF-4229-8A36-64C7C156371D}" srcOrd="1" destOrd="0" presId="urn:microsoft.com/office/officeart/2005/8/layout/orgChart1"/>
    <dgm:cxn modelId="{89B5D087-3DAC-421C-9335-5B08D80A6080}" type="presParOf" srcId="{86521A29-4DEF-4229-8A36-64C7C156371D}" destId="{36EAFA94-DADC-43FC-B43A-FDEA5057329C}" srcOrd="0" destOrd="0" presId="urn:microsoft.com/office/officeart/2005/8/layout/orgChart1"/>
    <dgm:cxn modelId="{B068BDE9-AB98-49A8-9B06-A9F19F296913}" type="presParOf" srcId="{36EAFA94-DADC-43FC-B43A-FDEA5057329C}" destId="{01E89E41-AAE5-40DB-8C48-7B6D763F1950}" srcOrd="0" destOrd="0" presId="urn:microsoft.com/office/officeart/2005/8/layout/orgChart1"/>
    <dgm:cxn modelId="{865D5B8F-F380-4371-980A-56C28CCF9B5D}" type="presParOf" srcId="{36EAFA94-DADC-43FC-B43A-FDEA5057329C}" destId="{440CB02E-9B0A-43DF-A4C7-00CABA6470FA}" srcOrd="1" destOrd="0" presId="urn:microsoft.com/office/officeart/2005/8/layout/orgChart1"/>
    <dgm:cxn modelId="{937F9BFD-293F-4B35-8124-67443DBC2D6C}" type="presParOf" srcId="{86521A29-4DEF-4229-8A36-64C7C156371D}" destId="{9DE9AA92-A920-424B-8237-DB7E967615F6}" srcOrd="1" destOrd="0" presId="urn:microsoft.com/office/officeart/2005/8/layout/orgChart1"/>
    <dgm:cxn modelId="{E95CE2C8-25BC-4D25-BCD7-3A338DFFC986}" type="presParOf" srcId="{9DE9AA92-A920-424B-8237-DB7E967615F6}" destId="{BFC51243-D6DB-4706-98E6-74B0116FE599}" srcOrd="0" destOrd="0" presId="urn:microsoft.com/office/officeart/2005/8/layout/orgChart1"/>
    <dgm:cxn modelId="{18C1BFBC-D44C-4C65-A80D-069F4D791573}" type="presParOf" srcId="{9DE9AA92-A920-424B-8237-DB7E967615F6}" destId="{3A7F292A-B720-4459-A89E-91A11B43CC72}" srcOrd="1" destOrd="0" presId="urn:microsoft.com/office/officeart/2005/8/layout/orgChart1"/>
    <dgm:cxn modelId="{7EE33B51-943D-4034-9C4A-1E53564CCECE}" type="presParOf" srcId="{3A7F292A-B720-4459-A89E-91A11B43CC72}" destId="{7C5E9E6E-9513-49BF-87F5-438701407AC1}" srcOrd="0" destOrd="0" presId="urn:microsoft.com/office/officeart/2005/8/layout/orgChart1"/>
    <dgm:cxn modelId="{6FC3D664-25C8-4BB8-B8E2-40E607E09C90}" type="presParOf" srcId="{7C5E9E6E-9513-49BF-87F5-438701407AC1}" destId="{4C9EB59F-83CA-423A-9137-4669EB859840}" srcOrd="0" destOrd="0" presId="urn:microsoft.com/office/officeart/2005/8/layout/orgChart1"/>
    <dgm:cxn modelId="{51484BB3-CBED-4129-B62B-AC99CA9503BA}" type="presParOf" srcId="{7C5E9E6E-9513-49BF-87F5-438701407AC1}" destId="{7D94BAA9-28CD-4BA0-8A20-D89D34FB2F89}" srcOrd="1" destOrd="0" presId="urn:microsoft.com/office/officeart/2005/8/layout/orgChart1"/>
    <dgm:cxn modelId="{55881644-B654-48D7-BC9D-A6FE23A80341}" type="presParOf" srcId="{3A7F292A-B720-4459-A89E-91A11B43CC72}" destId="{63E37005-E5DA-4371-9777-8C2B8F3CA9E5}" srcOrd="1" destOrd="0" presId="urn:microsoft.com/office/officeart/2005/8/layout/orgChart1"/>
    <dgm:cxn modelId="{FFE498C5-6CFB-4074-834A-D943141C9E38}" type="presParOf" srcId="{3A7F292A-B720-4459-A89E-91A11B43CC72}" destId="{B4A068D0-BDA9-4A93-86C8-08B303E3210F}" srcOrd="2" destOrd="0" presId="urn:microsoft.com/office/officeart/2005/8/layout/orgChart1"/>
    <dgm:cxn modelId="{D3961D8E-31EF-4848-AD37-945B6509B775}" type="presParOf" srcId="{86521A29-4DEF-4229-8A36-64C7C156371D}" destId="{31CB4DAA-D961-4F7D-A3B4-D7E117875F76}" srcOrd="2" destOrd="0" presId="urn:microsoft.com/office/officeart/2005/8/layout/orgChart1"/>
    <dgm:cxn modelId="{04EC0591-8385-4927-AB24-1A9EDF43665B}" type="presParOf" srcId="{728209BA-88A5-4878-B4D4-292FB3676AEF}" destId="{B537CC86-8A11-4204-BE4B-FCDD98C9DB56}" srcOrd="2" destOrd="0" presId="urn:microsoft.com/office/officeart/2005/8/layout/orgChart1"/>
    <dgm:cxn modelId="{EC0C1726-E3FE-4D26-B7F6-57857C9BD18F}" type="presParOf" srcId="{728209BA-88A5-4878-B4D4-292FB3676AEF}" destId="{E2D05849-EBB4-4D99-B482-A4B743DA24A9}" srcOrd="3" destOrd="0" presId="urn:microsoft.com/office/officeart/2005/8/layout/orgChart1"/>
    <dgm:cxn modelId="{DDEF9A69-8EF2-4ACE-9F99-5B78568343E7}" type="presParOf" srcId="{E2D05849-EBB4-4D99-B482-A4B743DA24A9}" destId="{67E33DBA-2088-41F4-B96A-62F95D1E7B73}" srcOrd="0" destOrd="0" presId="urn:microsoft.com/office/officeart/2005/8/layout/orgChart1"/>
    <dgm:cxn modelId="{CE61E201-BAC8-4C42-83A0-C4B13B01297A}" type="presParOf" srcId="{67E33DBA-2088-41F4-B96A-62F95D1E7B73}" destId="{C2437C46-4BCA-400F-B4C9-509C86E6ECF8}" srcOrd="0" destOrd="0" presId="urn:microsoft.com/office/officeart/2005/8/layout/orgChart1"/>
    <dgm:cxn modelId="{12D60E05-1FAD-4CF2-81EE-396353318F4A}" type="presParOf" srcId="{67E33DBA-2088-41F4-B96A-62F95D1E7B73}" destId="{7CAF1F67-71DB-4A88-B390-3256F251768E}" srcOrd="1" destOrd="0" presId="urn:microsoft.com/office/officeart/2005/8/layout/orgChart1"/>
    <dgm:cxn modelId="{2F44B672-581A-493A-A318-EC4746808D0D}" type="presParOf" srcId="{E2D05849-EBB4-4D99-B482-A4B743DA24A9}" destId="{0FD1BB24-077D-4193-8C92-7339B4110C8E}" srcOrd="1" destOrd="0" presId="urn:microsoft.com/office/officeart/2005/8/layout/orgChart1"/>
    <dgm:cxn modelId="{74624CED-B391-4A8D-8766-15976F4AAF4A}" type="presParOf" srcId="{0FD1BB24-077D-4193-8C92-7339B4110C8E}" destId="{C52E5011-3DC7-498F-82A0-19D17FBB051A}" srcOrd="0" destOrd="0" presId="urn:microsoft.com/office/officeart/2005/8/layout/orgChart1"/>
    <dgm:cxn modelId="{FDDB1A89-869B-41BB-BA7F-41BF09E427E5}" type="presParOf" srcId="{0FD1BB24-077D-4193-8C92-7339B4110C8E}" destId="{13FB1456-E1BF-4DDC-A6BA-148EDC79DD5F}" srcOrd="1" destOrd="0" presId="urn:microsoft.com/office/officeart/2005/8/layout/orgChart1"/>
    <dgm:cxn modelId="{1159E1FE-9124-4053-B65C-460306FF52D7}" type="presParOf" srcId="{13FB1456-E1BF-4DDC-A6BA-148EDC79DD5F}" destId="{7EE46245-5AF3-41A8-B0D4-B082ED6F9627}" srcOrd="0" destOrd="0" presId="urn:microsoft.com/office/officeart/2005/8/layout/orgChart1"/>
    <dgm:cxn modelId="{6CD7F84B-A975-4DE2-A1B4-3EE39E35FADF}" type="presParOf" srcId="{7EE46245-5AF3-41A8-B0D4-B082ED6F9627}" destId="{53A40453-3FE1-4988-9F2A-253637F67AF4}" srcOrd="0" destOrd="0" presId="urn:microsoft.com/office/officeart/2005/8/layout/orgChart1"/>
    <dgm:cxn modelId="{8F294D6D-F300-42FF-B7C3-2E0EAF83AB9C}" type="presParOf" srcId="{7EE46245-5AF3-41A8-B0D4-B082ED6F9627}" destId="{09CDFD96-AE62-4C8B-8BA7-45C18D34A6F4}" srcOrd="1" destOrd="0" presId="urn:microsoft.com/office/officeart/2005/8/layout/orgChart1"/>
    <dgm:cxn modelId="{D1D0022A-A1C1-44A0-B086-12A4F88B7F8B}" type="presParOf" srcId="{13FB1456-E1BF-4DDC-A6BA-148EDC79DD5F}" destId="{69FA6A1A-C983-4167-9AFE-5DB1D29BEFF8}" srcOrd="1" destOrd="0" presId="urn:microsoft.com/office/officeart/2005/8/layout/orgChart1"/>
    <dgm:cxn modelId="{F35B3B1E-B1C2-48CA-962F-3E262F3A1B41}" type="presParOf" srcId="{13FB1456-E1BF-4DDC-A6BA-148EDC79DD5F}" destId="{830F1622-0678-470E-9EDB-4D139CD06901}" srcOrd="2" destOrd="0" presId="urn:microsoft.com/office/officeart/2005/8/layout/orgChart1"/>
    <dgm:cxn modelId="{5388B925-0DEE-4283-A7D2-5414D9BFA713}" type="presParOf" srcId="{E2D05849-EBB4-4D99-B482-A4B743DA24A9}" destId="{29CC700F-854D-40DF-B548-86C91BFBE2D2}" srcOrd="2" destOrd="0" presId="urn:microsoft.com/office/officeart/2005/8/layout/orgChart1"/>
    <dgm:cxn modelId="{F856B771-2748-4F44-9DF4-EB794E96435D}" type="presParOf" srcId="{1FDDB943-F774-4CF3-853A-9A9421CBAD57}" destId="{B4D6828F-6863-49FE-9BCB-BBAF5906FD3B}" srcOrd="2" destOrd="0" presId="urn:microsoft.com/office/officeart/2005/8/layout/orgChart1"/>
    <dgm:cxn modelId="{DC441C72-334B-40DE-A895-B0C979051678}" type="presParOf" srcId="{4E82627F-0E08-401C-A5BE-37D3BBA211A9}" destId="{86F26742-FD8F-42A2-9E70-8CF423D46ACA}" srcOrd="4" destOrd="0" presId="urn:microsoft.com/office/officeart/2005/8/layout/orgChart1"/>
    <dgm:cxn modelId="{F59C65D9-37B9-4CED-ACE4-9D7EFFB9DA28}" type="presParOf" srcId="{4E82627F-0E08-401C-A5BE-37D3BBA211A9}" destId="{0A624C31-13F4-4C3B-AF29-CA4392AC264E}" srcOrd="5" destOrd="0" presId="urn:microsoft.com/office/officeart/2005/8/layout/orgChart1"/>
    <dgm:cxn modelId="{DA25042A-C6B7-4302-9BCF-E29A72C7C24B}" type="presParOf" srcId="{0A624C31-13F4-4C3B-AF29-CA4392AC264E}" destId="{31441C4A-64FD-4707-BBD7-F1C3B8902BC0}" srcOrd="0" destOrd="0" presId="urn:microsoft.com/office/officeart/2005/8/layout/orgChart1"/>
    <dgm:cxn modelId="{8CE5F8AC-57CB-45E9-B6E7-15F94BF642E6}" type="presParOf" srcId="{31441C4A-64FD-4707-BBD7-F1C3B8902BC0}" destId="{B83F95BF-0CBB-45A3-A9E8-B2FB8BDAB375}" srcOrd="0" destOrd="0" presId="urn:microsoft.com/office/officeart/2005/8/layout/orgChart1"/>
    <dgm:cxn modelId="{62AF06E7-6712-4DFA-8B5A-9801A0343BC1}" type="presParOf" srcId="{31441C4A-64FD-4707-BBD7-F1C3B8902BC0}" destId="{7911C127-5D04-4E01-A912-8FEFF1C687E5}" srcOrd="1" destOrd="0" presId="urn:microsoft.com/office/officeart/2005/8/layout/orgChart1"/>
    <dgm:cxn modelId="{4F8508D6-DD50-4973-AE5A-D378F0585A2D}" type="presParOf" srcId="{0A624C31-13F4-4C3B-AF29-CA4392AC264E}" destId="{DB823145-AAA7-4F61-A285-18A79C1B94CA}" srcOrd="1" destOrd="0" presId="urn:microsoft.com/office/officeart/2005/8/layout/orgChart1"/>
    <dgm:cxn modelId="{45FCB551-B6EA-4FA9-9523-9EDCAFBB654C}" type="presParOf" srcId="{DB823145-AAA7-4F61-A285-18A79C1B94CA}" destId="{86EB7ECC-104A-4BAE-989C-2400EB7A553D}" srcOrd="0" destOrd="0" presId="urn:microsoft.com/office/officeart/2005/8/layout/orgChart1"/>
    <dgm:cxn modelId="{388156B2-F42B-4BB9-9450-A2A6AE3DBB11}" type="presParOf" srcId="{DB823145-AAA7-4F61-A285-18A79C1B94CA}" destId="{D3B3037E-754D-4C9A-8F2B-0CC9273B45B4}" srcOrd="1" destOrd="0" presId="urn:microsoft.com/office/officeart/2005/8/layout/orgChart1"/>
    <dgm:cxn modelId="{ECCBBD80-F6E0-4923-8004-498AF08C8829}" type="presParOf" srcId="{D3B3037E-754D-4C9A-8F2B-0CC9273B45B4}" destId="{8DB5CEAD-F448-4C36-BD6E-8CAEFCAF8153}" srcOrd="0" destOrd="0" presId="urn:microsoft.com/office/officeart/2005/8/layout/orgChart1"/>
    <dgm:cxn modelId="{58151B6F-AB85-474F-8CB0-83897C89BE3F}" type="presParOf" srcId="{8DB5CEAD-F448-4C36-BD6E-8CAEFCAF8153}" destId="{3FBECBBF-C124-46CF-A2CA-3609EE685C56}" srcOrd="0" destOrd="0" presId="urn:microsoft.com/office/officeart/2005/8/layout/orgChart1"/>
    <dgm:cxn modelId="{D09FA098-B0B9-48AD-9132-997349228BBA}" type="presParOf" srcId="{8DB5CEAD-F448-4C36-BD6E-8CAEFCAF8153}" destId="{778CF983-986F-4D88-980C-FAF09534BF59}" srcOrd="1" destOrd="0" presId="urn:microsoft.com/office/officeart/2005/8/layout/orgChart1"/>
    <dgm:cxn modelId="{B8BE6F9F-0C98-43B8-81C0-2AECC4C1391B}" type="presParOf" srcId="{D3B3037E-754D-4C9A-8F2B-0CC9273B45B4}" destId="{BC31D5AA-6A8D-4F93-A60F-452E219A242C}" srcOrd="1" destOrd="0" presId="urn:microsoft.com/office/officeart/2005/8/layout/orgChart1"/>
    <dgm:cxn modelId="{6DCAE1ED-77AA-44AD-BDC1-DBBD588FD531}" type="presParOf" srcId="{BC31D5AA-6A8D-4F93-A60F-452E219A242C}" destId="{04DA7FD2-29DC-4C77-BF9D-BB12E5AFBB8B}" srcOrd="0" destOrd="0" presId="urn:microsoft.com/office/officeart/2005/8/layout/orgChart1"/>
    <dgm:cxn modelId="{4168ECF2-0C13-46AA-8EB0-98F1ECD844D2}" type="presParOf" srcId="{BC31D5AA-6A8D-4F93-A60F-452E219A242C}" destId="{A74B75D5-BA33-45D6-9860-2814285B8605}" srcOrd="1" destOrd="0" presId="urn:microsoft.com/office/officeart/2005/8/layout/orgChart1"/>
    <dgm:cxn modelId="{590F6074-78C5-4FE7-B9F2-2F7B79535FFD}" type="presParOf" srcId="{A74B75D5-BA33-45D6-9860-2814285B8605}" destId="{F781E0C4-00C0-4D75-BB8F-9F87392CCC17}" srcOrd="0" destOrd="0" presId="urn:microsoft.com/office/officeart/2005/8/layout/orgChart1"/>
    <dgm:cxn modelId="{67F4194A-962C-4A0D-BA10-8BAFA1A98BA1}" type="presParOf" srcId="{F781E0C4-00C0-4D75-BB8F-9F87392CCC17}" destId="{3C9FCD60-3558-42AD-AED7-5B8AB2E33DCE}" srcOrd="0" destOrd="0" presId="urn:microsoft.com/office/officeart/2005/8/layout/orgChart1"/>
    <dgm:cxn modelId="{816D8EC1-4456-489B-B41A-BD9F87963672}" type="presParOf" srcId="{F781E0C4-00C0-4D75-BB8F-9F87392CCC17}" destId="{C1BA6921-33E6-4050-92A2-B7F7B3511449}" srcOrd="1" destOrd="0" presId="urn:microsoft.com/office/officeart/2005/8/layout/orgChart1"/>
    <dgm:cxn modelId="{416C48EB-3E8A-444C-B8BD-8C2BBB067D41}" type="presParOf" srcId="{A74B75D5-BA33-45D6-9860-2814285B8605}" destId="{65B1A9D0-CA11-4143-984C-26EDCB45C525}" srcOrd="1" destOrd="0" presId="urn:microsoft.com/office/officeart/2005/8/layout/orgChart1"/>
    <dgm:cxn modelId="{B53E3173-AC20-44BD-ADE9-0D5B2AF37864}" type="presParOf" srcId="{A74B75D5-BA33-45D6-9860-2814285B8605}" destId="{B931EC6D-CBC2-49B6-AA03-57B13BE6DA51}" srcOrd="2" destOrd="0" presId="urn:microsoft.com/office/officeart/2005/8/layout/orgChart1"/>
    <dgm:cxn modelId="{1DC35490-A333-46A1-93BE-81A17ACD797E}" type="presParOf" srcId="{D3B3037E-754D-4C9A-8F2B-0CC9273B45B4}" destId="{AC8DAB6D-ADCB-4E98-A310-1F1C6F2348C2}" srcOrd="2" destOrd="0" presId="urn:microsoft.com/office/officeart/2005/8/layout/orgChart1"/>
    <dgm:cxn modelId="{1051B965-57C0-4EEB-AC4E-54A2745ACD33}" type="presParOf" srcId="{0A624C31-13F4-4C3B-AF29-CA4392AC264E}" destId="{2F539CE9-EA21-4C2F-944F-43D099FF5AFD}" srcOrd="2" destOrd="0" presId="urn:microsoft.com/office/officeart/2005/8/layout/orgChart1"/>
    <dgm:cxn modelId="{EB0976DD-43FC-449C-9A3C-1D759757D2E5}" type="presParOf" srcId="{4E82627F-0E08-401C-A5BE-37D3BBA211A9}" destId="{1DC9CD39-CF03-430F-A644-FD968D29553E}" srcOrd="6" destOrd="0" presId="urn:microsoft.com/office/officeart/2005/8/layout/orgChart1"/>
    <dgm:cxn modelId="{A097A45E-E213-4099-A83B-D691D6676698}" type="presParOf" srcId="{4E82627F-0E08-401C-A5BE-37D3BBA211A9}" destId="{43332BB2-AFD4-492D-9B4B-0A78FB628B06}" srcOrd="7" destOrd="0" presId="urn:microsoft.com/office/officeart/2005/8/layout/orgChart1"/>
    <dgm:cxn modelId="{39DE697A-C70E-4DEF-8988-8EDFC52F7D94}" type="presParOf" srcId="{43332BB2-AFD4-492D-9B4B-0A78FB628B06}" destId="{A58CD7E9-3880-4EF9-898D-DA45A8F5D4DF}" srcOrd="0" destOrd="0" presId="urn:microsoft.com/office/officeart/2005/8/layout/orgChart1"/>
    <dgm:cxn modelId="{2C8146B5-1308-424C-BAD4-18A6408395A9}" type="presParOf" srcId="{A58CD7E9-3880-4EF9-898D-DA45A8F5D4DF}" destId="{039ED79F-A960-44D6-9336-49BA70B18C3C}" srcOrd="0" destOrd="0" presId="urn:microsoft.com/office/officeart/2005/8/layout/orgChart1"/>
    <dgm:cxn modelId="{4B89C680-0BAD-4AE9-BE60-871C73A5A8A8}" type="presParOf" srcId="{A58CD7E9-3880-4EF9-898D-DA45A8F5D4DF}" destId="{94FBB707-86F7-4409-B04F-C82AFE05E939}" srcOrd="1" destOrd="0" presId="urn:microsoft.com/office/officeart/2005/8/layout/orgChart1"/>
    <dgm:cxn modelId="{8C2E91BF-5730-430D-A574-4B9C03B8A091}" type="presParOf" srcId="{43332BB2-AFD4-492D-9B4B-0A78FB628B06}" destId="{D5C21280-5046-45D4-9FDC-944D9089D826}" srcOrd="1" destOrd="0" presId="urn:microsoft.com/office/officeart/2005/8/layout/orgChart1"/>
    <dgm:cxn modelId="{16703942-6DB4-4A25-9AD0-1123CD86F7F3}" type="presParOf" srcId="{43332BB2-AFD4-492D-9B4B-0A78FB628B06}" destId="{2C74EA72-C2B3-4083-A1AD-844063278422}" srcOrd="2" destOrd="0" presId="urn:microsoft.com/office/officeart/2005/8/layout/orgChart1"/>
    <dgm:cxn modelId="{7963C4EA-41DA-4F35-9B34-6F5EEADBEF59}" type="presParOf" srcId="{389F4A15-6444-4054-9706-92BECDA62DFF}" destId="{3D7F2AA5-9BD9-467B-930A-42C20679571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013A4-64EE-4143-B374-F5C28D4D7C7E}">
      <dsp:nvSpPr>
        <dsp:cNvPr id="0" name=""/>
        <dsp:cNvSpPr/>
      </dsp:nvSpPr>
      <dsp:spPr>
        <a:xfrm>
          <a:off x="0" y="2542330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São todos os componentes de TI como Hardware, Software e documentação associada</a:t>
          </a:r>
          <a:endParaRPr lang="pt-BR" sz="1200" kern="1200" dirty="0"/>
        </a:p>
      </dsp:txBody>
      <dsp:txXfrm>
        <a:off x="0" y="2542330"/>
        <a:ext cx="2366010" cy="724744"/>
      </dsp:txXfrm>
    </dsp:sp>
    <dsp:sp modelId="{6F8ED05D-06B2-489F-8630-523FCD4AFC79}">
      <dsp:nvSpPr>
        <dsp:cNvPr id="0" name=""/>
        <dsp:cNvSpPr/>
      </dsp:nvSpPr>
      <dsp:spPr>
        <a:xfrm>
          <a:off x="0" y="1693932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São </a:t>
          </a:r>
          <a:r>
            <a:rPr lang="pt-BR" sz="1200" kern="1200" dirty="0" err="1" smtClean="0"/>
            <a:t>agrupadores</a:t>
          </a:r>
          <a:r>
            <a:rPr lang="pt-BR" sz="1200" kern="1200" dirty="0" smtClean="0"/>
            <a:t> de TI e entendidos apenas pela TI</a:t>
          </a:r>
          <a:endParaRPr lang="pt-BR" sz="1200" kern="1200" dirty="0"/>
        </a:p>
      </dsp:txBody>
      <dsp:txXfrm>
        <a:off x="0" y="1693932"/>
        <a:ext cx="2366010" cy="724744"/>
      </dsp:txXfrm>
    </dsp:sp>
    <dsp:sp modelId="{BD52C9BF-FA86-47D4-8A37-BD174CB687F1}">
      <dsp:nvSpPr>
        <dsp:cNvPr id="0" name=""/>
        <dsp:cNvSpPr/>
      </dsp:nvSpPr>
      <dsp:spPr>
        <a:xfrm>
          <a:off x="0" y="848397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São utilizados pelos usuários</a:t>
          </a:r>
          <a:endParaRPr lang="pt-BR" sz="1200" kern="1200" dirty="0"/>
        </a:p>
      </dsp:txBody>
      <dsp:txXfrm>
        <a:off x="0" y="848397"/>
        <a:ext cx="2366010" cy="724744"/>
      </dsp:txXfrm>
    </dsp:sp>
    <dsp:sp modelId="{25F108FF-0A8C-45FE-BD17-5AC2A4FEEBFF}">
      <dsp:nvSpPr>
        <dsp:cNvPr id="0" name=""/>
        <dsp:cNvSpPr/>
      </dsp:nvSpPr>
      <dsp:spPr>
        <a:xfrm>
          <a:off x="0" y="2862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Linha de Negocio da Empresa, gera receita para o conglomerado</a:t>
          </a:r>
          <a:endParaRPr lang="pt-BR" sz="1200" kern="1200" dirty="0"/>
        </a:p>
      </dsp:txBody>
      <dsp:txXfrm>
        <a:off x="0" y="2862"/>
        <a:ext cx="2366010" cy="724744"/>
      </dsp:txXfrm>
    </dsp:sp>
    <dsp:sp modelId="{F5F55FE9-EA24-4432-AC90-5C6C43A62517}">
      <dsp:nvSpPr>
        <dsp:cNvPr id="0" name=""/>
        <dsp:cNvSpPr/>
      </dsp:nvSpPr>
      <dsp:spPr>
        <a:xfrm>
          <a:off x="4594522" y="63257"/>
          <a:ext cx="905930" cy="603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Área de Negocio</a:t>
          </a:r>
          <a:endParaRPr lang="pt-BR" sz="1000" kern="1200" dirty="0"/>
        </a:p>
      </dsp:txBody>
      <dsp:txXfrm>
        <a:off x="4612211" y="80946"/>
        <a:ext cx="870552" cy="568575"/>
      </dsp:txXfrm>
    </dsp:sp>
    <dsp:sp modelId="{720B351B-F931-4BD1-BE31-470A7A3233EB}">
      <dsp:nvSpPr>
        <dsp:cNvPr id="0" name=""/>
        <dsp:cNvSpPr/>
      </dsp:nvSpPr>
      <dsp:spPr>
        <a:xfrm>
          <a:off x="5001767" y="667211"/>
          <a:ext cx="91440" cy="2415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58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17F46-B349-48E6-B6D7-9EBBCBAD24CA}">
      <dsp:nvSpPr>
        <dsp:cNvPr id="0" name=""/>
        <dsp:cNvSpPr/>
      </dsp:nvSpPr>
      <dsp:spPr>
        <a:xfrm>
          <a:off x="4594522" y="908792"/>
          <a:ext cx="905930" cy="603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Serviços de Negocio</a:t>
          </a:r>
          <a:endParaRPr lang="pt-BR" sz="1000" kern="1200" dirty="0"/>
        </a:p>
      </dsp:txBody>
      <dsp:txXfrm>
        <a:off x="4612211" y="926481"/>
        <a:ext cx="870552" cy="568575"/>
      </dsp:txXfrm>
    </dsp:sp>
    <dsp:sp modelId="{05200CFD-AEC3-4EF6-BA6D-19AFA5A1ED66}">
      <dsp:nvSpPr>
        <dsp:cNvPr id="0" name=""/>
        <dsp:cNvSpPr/>
      </dsp:nvSpPr>
      <dsp:spPr>
        <a:xfrm>
          <a:off x="5001767" y="1512746"/>
          <a:ext cx="91440" cy="2415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5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6F6866-51F4-48FC-82A2-42E92C40A665}">
      <dsp:nvSpPr>
        <dsp:cNvPr id="0" name=""/>
        <dsp:cNvSpPr/>
      </dsp:nvSpPr>
      <dsp:spPr>
        <a:xfrm>
          <a:off x="4594522" y="1754328"/>
          <a:ext cx="905930" cy="603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Serviços de TI</a:t>
          </a:r>
          <a:endParaRPr lang="pt-BR" sz="1000" kern="1200" dirty="0"/>
        </a:p>
      </dsp:txBody>
      <dsp:txXfrm>
        <a:off x="4612211" y="1772017"/>
        <a:ext cx="870552" cy="568575"/>
      </dsp:txXfrm>
    </dsp:sp>
    <dsp:sp modelId="{3118BB90-8790-4CAC-BD47-CABE60EFCE45}">
      <dsp:nvSpPr>
        <dsp:cNvPr id="0" name=""/>
        <dsp:cNvSpPr/>
      </dsp:nvSpPr>
      <dsp:spPr>
        <a:xfrm>
          <a:off x="5001767" y="2358282"/>
          <a:ext cx="91440" cy="2415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5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71C0A6-5CB2-4496-A875-F7F1A448CB36}">
      <dsp:nvSpPr>
        <dsp:cNvPr id="0" name=""/>
        <dsp:cNvSpPr/>
      </dsp:nvSpPr>
      <dsp:spPr>
        <a:xfrm>
          <a:off x="4594522" y="2599863"/>
          <a:ext cx="905930" cy="603953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Componentes de TI</a:t>
          </a:r>
          <a:endParaRPr lang="pt-BR" sz="1000" kern="1200" dirty="0"/>
        </a:p>
      </dsp:txBody>
      <dsp:txXfrm>
        <a:off x="4612211" y="2617552"/>
        <a:ext cx="870552" cy="5685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9700B-9E9A-4578-8FA4-34FA75BAC13F}">
      <dsp:nvSpPr>
        <dsp:cNvPr id="0" name=""/>
        <dsp:cNvSpPr/>
      </dsp:nvSpPr>
      <dsp:spPr>
        <a:xfrm>
          <a:off x="6724682" y="2308139"/>
          <a:ext cx="566567" cy="26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748"/>
              </a:lnTo>
              <a:lnTo>
                <a:pt x="566567" y="183748"/>
              </a:lnTo>
              <a:lnTo>
                <a:pt x="566567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B69976-6316-4AA5-A11A-E657DB263F3B}">
      <dsp:nvSpPr>
        <dsp:cNvPr id="0" name=""/>
        <dsp:cNvSpPr/>
      </dsp:nvSpPr>
      <dsp:spPr>
        <a:xfrm>
          <a:off x="6158114" y="2308139"/>
          <a:ext cx="566567" cy="269634"/>
        </a:xfrm>
        <a:custGeom>
          <a:avLst/>
          <a:gdLst/>
          <a:ahLst/>
          <a:cxnLst/>
          <a:rect l="0" t="0" r="0" b="0"/>
          <a:pathLst>
            <a:path>
              <a:moveTo>
                <a:pt x="566567" y="0"/>
              </a:moveTo>
              <a:lnTo>
                <a:pt x="566567" y="183748"/>
              </a:lnTo>
              <a:lnTo>
                <a:pt x="0" y="183748"/>
              </a:lnTo>
              <a:lnTo>
                <a:pt x="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598EF6-16D1-4F2E-B2E9-918879E1C335}">
      <dsp:nvSpPr>
        <dsp:cNvPr id="0" name=""/>
        <dsp:cNvSpPr/>
      </dsp:nvSpPr>
      <dsp:spPr>
        <a:xfrm>
          <a:off x="4175127" y="1449789"/>
          <a:ext cx="2549554" cy="26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748"/>
              </a:lnTo>
              <a:lnTo>
                <a:pt x="2549554" y="183748"/>
              </a:lnTo>
              <a:lnTo>
                <a:pt x="2549554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6BE36-2C5B-4594-A791-68BDD2A6289A}">
      <dsp:nvSpPr>
        <dsp:cNvPr id="0" name=""/>
        <dsp:cNvSpPr/>
      </dsp:nvSpPr>
      <dsp:spPr>
        <a:xfrm>
          <a:off x="4176310" y="2327602"/>
          <a:ext cx="848669" cy="250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285"/>
              </a:lnTo>
              <a:lnTo>
                <a:pt x="848669" y="164285"/>
              </a:lnTo>
              <a:lnTo>
                <a:pt x="848669" y="25017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FEE0A-8A68-437C-8EF8-544D1B49AF12}">
      <dsp:nvSpPr>
        <dsp:cNvPr id="0" name=""/>
        <dsp:cNvSpPr/>
      </dsp:nvSpPr>
      <dsp:spPr>
        <a:xfrm>
          <a:off x="3891843" y="2327602"/>
          <a:ext cx="284466" cy="250171"/>
        </a:xfrm>
        <a:custGeom>
          <a:avLst/>
          <a:gdLst/>
          <a:ahLst/>
          <a:cxnLst/>
          <a:rect l="0" t="0" r="0" b="0"/>
          <a:pathLst>
            <a:path>
              <a:moveTo>
                <a:pt x="284466" y="0"/>
              </a:moveTo>
              <a:lnTo>
                <a:pt x="284466" y="164285"/>
              </a:lnTo>
              <a:lnTo>
                <a:pt x="0" y="164285"/>
              </a:lnTo>
              <a:lnTo>
                <a:pt x="0" y="25017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C4291A-8937-4FBE-9266-4AE0016B5765}">
      <dsp:nvSpPr>
        <dsp:cNvPr id="0" name=""/>
        <dsp:cNvSpPr/>
      </dsp:nvSpPr>
      <dsp:spPr>
        <a:xfrm>
          <a:off x="4129407" y="1449789"/>
          <a:ext cx="91440" cy="2890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3211"/>
              </a:lnTo>
              <a:lnTo>
                <a:pt x="46902" y="203211"/>
              </a:lnTo>
              <a:lnTo>
                <a:pt x="46902" y="289097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2E6F8-0F1F-4FE3-9CF6-A7B02CAAC301}">
      <dsp:nvSpPr>
        <dsp:cNvPr id="0" name=""/>
        <dsp:cNvSpPr/>
      </dsp:nvSpPr>
      <dsp:spPr>
        <a:xfrm>
          <a:off x="1625572" y="2308139"/>
          <a:ext cx="1133135" cy="26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748"/>
              </a:lnTo>
              <a:lnTo>
                <a:pt x="1133135" y="183748"/>
              </a:lnTo>
              <a:lnTo>
                <a:pt x="1133135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D50B0B-E2BD-4B63-89CE-9FAFC11B21A6}">
      <dsp:nvSpPr>
        <dsp:cNvPr id="0" name=""/>
        <dsp:cNvSpPr/>
      </dsp:nvSpPr>
      <dsp:spPr>
        <a:xfrm>
          <a:off x="1579852" y="2308139"/>
          <a:ext cx="91440" cy="269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350278-0980-4DF7-8488-2BAE70FDF2A5}">
      <dsp:nvSpPr>
        <dsp:cNvPr id="0" name=""/>
        <dsp:cNvSpPr/>
      </dsp:nvSpPr>
      <dsp:spPr>
        <a:xfrm>
          <a:off x="492437" y="2308139"/>
          <a:ext cx="1133135" cy="269634"/>
        </a:xfrm>
        <a:custGeom>
          <a:avLst/>
          <a:gdLst/>
          <a:ahLst/>
          <a:cxnLst/>
          <a:rect l="0" t="0" r="0" b="0"/>
          <a:pathLst>
            <a:path>
              <a:moveTo>
                <a:pt x="1133135" y="0"/>
              </a:moveTo>
              <a:lnTo>
                <a:pt x="1133135" y="183748"/>
              </a:lnTo>
              <a:lnTo>
                <a:pt x="0" y="183748"/>
              </a:lnTo>
              <a:lnTo>
                <a:pt x="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C569D-D412-4309-B839-1F980EBC3C5C}">
      <dsp:nvSpPr>
        <dsp:cNvPr id="0" name=""/>
        <dsp:cNvSpPr/>
      </dsp:nvSpPr>
      <dsp:spPr>
        <a:xfrm>
          <a:off x="1625572" y="1449789"/>
          <a:ext cx="2549554" cy="269634"/>
        </a:xfrm>
        <a:custGeom>
          <a:avLst/>
          <a:gdLst/>
          <a:ahLst/>
          <a:cxnLst/>
          <a:rect l="0" t="0" r="0" b="0"/>
          <a:pathLst>
            <a:path>
              <a:moveTo>
                <a:pt x="2549554" y="0"/>
              </a:moveTo>
              <a:lnTo>
                <a:pt x="2549554" y="183748"/>
              </a:lnTo>
              <a:lnTo>
                <a:pt x="0" y="183748"/>
              </a:lnTo>
              <a:lnTo>
                <a:pt x="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4F8C02-3C2D-418C-8524-F57590600409}">
      <dsp:nvSpPr>
        <dsp:cNvPr id="0" name=""/>
        <dsp:cNvSpPr/>
      </dsp:nvSpPr>
      <dsp:spPr>
        <a:xfrm>
          <a:off x="4129407" y="591439"/>
          <a:ext cx="91440" cy="269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63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B513E1-8ACA-4B6A-AFB4-87A077C726E0}">
      <dsp:nvSpPr>
        <dsp:cNvPr id="0" name=""/>
        <dsp:cNvSpPr/>
      </dsp:nvSpPr>
      <dsp:spPr>
        <a:xfrm>
          <a:off x="3711572" y="2723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14E590-CFC0-4AB7-A3CF-44CD38316987}">
      <dsp:nvSpPr>
        <dsp:cNvPr id="0" name=""/>
        <dsp:cNvSpPr/>
      </dsp:nvSpPr>
      <dsp:spPr>
        <a:xfrm>
          <a:off x="3814584" y="10058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err="1" smtClean="0"/>
            <a:t>Call</a:t>
          </a:r>
          <a:r>
            <a:rPr lang="pt-BR" sz="1100" kern="1200" dirty="0" smtClean="0"/>
            <a:t> Center</a:t>
          </a:r>
          <a:endParaRPr lang="pt-BR" sz="1100" kern="1200" dirty="0"/>
        </a:p>
      </dsp:txBody>
      <dsp:txXfrm>
        <a:off x="3831827" y="117828"/>
        <a:ext cx="892624" cy="554229"/>
      </dsp:txXfrm>
    </dsp:sp>
    <dsp:sp modelId="{78DA706B-B5D4-49A7-AE64-C8FD76F608CC}">
      <dsp:nvSpPr>
        <dsp:cNvPr id="0" name=""/>
        <dsp:cNvSpPr/>
      </dsp:nvSpPr>
      <dsp:spPr>
        <a:xfrm>
          <a:off x="3711572" y="861073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04EABE-E193-40DD-9392-F4F4662974F9}">
      <dsp:nvSpPr>
        <dsp:cNvPr id="0" name=""/>
        <dsp:cNvSpPr/>
      </dsp:nvSpPr>
      <dsp:spPr>
        <a:xfrm>
          <a:off x="3814584" y="9589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Gravadores</a:t>
          </a:r>
          <a:endParaRPr lang="pt-BR" sz="1100" kern="1200" dirty="0"/>
        </a:p>
      </dsp:txBody>
      <dsp:txXfrm>
        <a:off x="3831827" y="976178"/>
        <a:ext cx="892624" cy="554229"/>
      </dsp:txXfrm>
    </dsp:sp>
    <dsp:sp modelId="{8F9E0936-FDD5-4BC4-BE41-45D2AFF2879D}">
      <dsp:nvSpPr>
        <dsp:cNvPr id="0" name=""/>
        <dsp:cNvSpPr/>
      </dsp:nvSpPr>
      <dsp:spPr>
        <a:xfrm>
          <a:off x="1162017" y="171942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EEDB42-3FC9-4EBC-B80D-B438EB67A1F5}">
      <dsp:nvSpPr>
        <dsp:cNvPr id="0" name=""/>
        <dsp:cNvSpPr/>
      </dsp:nvSpPr>
      <dsp:spPr>
        <a:xfrm>
          <a:off x="1265029" y="181728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err="1" smtClean="0"/>
            <a:t>Storage</a:t>
          </a:r>
          <a:endParaRPr lang="pt-BR" sz="1100" kern="1200" dirty="0"/>
        </a:p>
      </dsp:txBody>
      <dsp:txXfrm>
        <a:off x="1282272" y="1834528"/>
        <a:ext cx="892624" cy="554229"/>
      </dsp:txXfrm>
    </dsp:sp>
    <dsp:sp modelId="{670DB065-0912-4EBD-8A97-7E0EF692DA25}">
      <dsp:nvSpPr>
        <dsp:cNvPr id="0" name=""/>
        <dsp:cNvSpPr/>
      </dsp:nvSpPr>
      <dsp:spPr>
        <a:xfrm>
          <a:off x="28881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35016A-C080-41E9-8ABA-C8E78F9858C2}">
      <dsp:nvSpPr>
        <dsp:cNvPr id="0" name=""/>
        <dsp:cNvSpPr/>
      </dsp:nvSpPr>
      <dsp:spPr>
        <a:xfrm>
          <a:off x="131894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brspopl135</a:t>
          </a:r>
          <a:endParaRPr lang="pt-BR" sz="1100" kern="1200" dirty="0"/>
        </a:p>
      </dsp:txBody>
      <dsp:txXfrm>
        <a:off x="149137" y="2692878"/>
        <a:ext cx="892624" cy="554229"/>
      </dsp:txXfrm>
    </dsp:sp>
    <dsp:sp modelId="{8F461994-2ECE-4D8C-BAC4-1D12138B5165}">
      <dsp:nvSpPr>
        <dsp:cNvPr id="0" name=""/>
        <dsp:cNvSpPr/>
      </dsp:nvSpPr>
      <dsp:spPr>
        <a:xfrm>
          <a:off x="1162017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EEEC0A-01D1-40D5-971B-BBF7BAD5835C}">
      <dsp:nvSpPr>
        <dsp:cNvPr id="0" name=""/>
        <dsp:cNvSpPr/>
      </dsp:nvSpPr>
      <dsp:spPr>
        <a:xfrm>
          <a:off x="1265029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brldala138</a:t>
          </a:r>
          <a:endParaRPr lang="pt-BR" sz="1100" kern="1200" dirty="0"/>
        </a:p>
      </dsp:txBody>
      <dsp:txXfrm>
        <a:off x="1282272" y="2692878"/>
        <a:ext cx="892624" cy="554229"/>
      </dsp:txXfrm>
    </dsp:sp>
    <dsp:sp modelId="{3393AAF0-38E2-4222-BE01-17B08038A0A5}">
      <dsp:nvSpPr>
        <dsp:cNvPr id="0" name=""/>
        <dsp:cNvSpPr/>
      </dsp:nvSpPr>
      <dsp:spPr>
        <a:xfrm>
          <a:off x="2295152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715408-4CA3-46CC-935F-E3CAD415FEC5}">
      <dsp:nvSpPr>
        <dsp:cNvPr id="0" name=""/>
        <dsp:cNvSpPr/>
      </dsp:nvSpPr>
      <dsp:spPr>
        <a:xfrm>
          <a:off x="2398165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scsctx01recsa</a:t>
          </a:r>
          <a:endParaRPr lang="pt-BR" sz="1100" kern="1200" dirty="0"/>
        </a:p>
      </dsp:txBody>
      <dsp:txXfrm>
        <a:off x="2415408" y="2692878"/>
        <a:ext cx="892624" cy="554229"/>
      </dsp:txXfrm>
    </dsp:sp>
    <dsp:sp modelId="{F4E385D6-B604-4126-840B-2A4E09EA7335}">
      <dsp:nvSpPr>
        <dsp:cNvPr id="0" name=""/>
        <dsp:cNvSpPr/>
      </dsp:nvSpPr>
      <dsp:spPr>
        <a:xfrm>
          <a:off x="3712754" y="1738886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4B5480-E057-4CD7-A604-48AE9C5673EA}">
      <dsp:nvSpPr>
        <dsp:cNvPr id="0" name=""/>
        <dsp:cNvSpPr/>
      </dsp:nvSpPr>
      <dsp:spPr>
        <a:xfrm>
          <a:off x="3815767" y="1836748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Sistema</a:t>
          </a:r>
          <a:endParaRPr lang="pt-BR" sz="1100" kern="1200" dirty="0"/>
        </a:p>
      </dsp:txBody>
      <dsp:txXfrm>
        <a:off x="3833010" y="1853991"/>
        <a:ext cx="892624" cy="554229"/>
      </dsp:txXfrm>
    </dsp:sp>
    <dsp:sp modelId="{07E7822A-FEB9-4D3D-B6D7-68271672BFB8}">
      <dsp:nvSpPr>
        <dsp:cNvPr id="0" name=""/>
        <dsp:cNvSpPr/>
      </dsp:nvSpPr>
      <dsp:spPr>
        <a:xfrm>
          <a:off x="3428288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49E694-7E2D-43B1-9618-F2E2102852B7}">
      <dsp:nvSpPr>
        <dsp:cNvPr id="0" name=""/>
        <dsp:cNvSpPr/>
      </dsp:nvSpPr>
      <dsp:spPr>
        <a:xfrm>
          <a:off x="3531300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NGR</a:t>
          </a:r>
          <a:endParaRPr lang="pt-BR" sz="1100" kern="1200" dirty="0"/>
        </a:p>
      </dsp:txBody>
      <dsp:txXfrm>
        <a:off x="3548543" y="2692878"/>
        <a:ext cx="892624" cy="554229"/>
      </dsp:txXfrm>
    </dsp:sp>
    <dsp:sp modelId="{C3B7AED1-3DCF-4E5B-8EC1-8B4B32E0FE74}">
      <dsp:nvSpPr>
        <dsp:cNvPr id="0" name=""/>
        <dsp:cNvSpPr/>
      </dsp:nvSpPr>
      <dsp:spPr>
        <a:xfrm>
          <a:off x="4561423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566980-C121-4DC6-812A-74F2DAF8E638}">
      <dsp:nvSpPr>
        <dsp:cNvPr id="0" name=""/>
        <dsp:cNvSpPr/>
      </dsp:nvSpPr>
      <dsp:spPr>
        <a:xfrm>
          <a:off x="4664436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Nice</a:t>
          </a:r>
          <a:endParaRPr lang="pt-BR" sz="1100" kern="1200" dirty="0"/>
        </a:p>
      </dsp:txBody>
      <dsp:txXfrm>
        <a:off x="4681679" y="2692878"/>
        <a:ext cx="892624" cy="554229"/>
      </dsp:txXfrm>
    </dsp:sp>
    <dsp:sp modelId="{5B7E4926-2233-42FE-8512-F0854AFEB078}">
      <dsp:nvSpPr>
        <dsp:cNvPr id="0" name=""/>
        <dsp:cNvSpPr/>
      </dsp:nvSpPr>
      <dsp:spPr>
        <a:xfrm>
          <a:off x="6261127" y="171942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68C662-A548-4DE1-9545-54B249CF322F}">
      <dsp:nvSpPr>
        <dsp:cNvPr id="0" name=""/>
        <dsp:cNvSpPr/>
      </dsp:nvSpPr>
      <dsp:spPr>
        <a:xfrm>
          <a:off x="6364139" y="181728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Site</a:t>
          </a:r>
          <a:endParaRPr lang="pt-BR" sz="1100" kern="1200" dirty="0"/>
        </a:p>
      </dsp:txBody>
      <dsp:txXfrm>
        <a:off x="6381382" y="1834528"/>
        <a:ext cx="892624" cy="554229"/>
      </dsp:txXfrm>
    </dsp:sp>
    <dsp:sp modelId="{DBB47C8D-70D2-4ADE-98D5-CD88F72EE3FB}">
      <dsp:nvSpPr>
        <dsp:cNvPr id="0" name=""/>
        <dsp:cNvSpPr/>
      </dsp:nvSpPr>
      <dsp:spPr>
        <a:xfrm>
          <a:off x="5694559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289493-DC44-459B-9B23-678D8D9EBB9A}">
      <dsp:nvSpPr>
        <dsp:cNvPr id="0" name=""/>
        <dsp:cNvSpPr/>
      </dsp:nvSpPr>
      <dsp:spPr>
        <a:xfrm>
          <a:off x="5797571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Lapa</a:t>
          </a:r>
          <a:endParaRPr lang="pt-BR" sz="1100" kern="1200" dirty="0"/>
        </a:p>
      </dsp:txBody>
      <dsp:txXfrm>
        <a:off x="5814814" y="2692878"/>
        <a:ext cx="892624" cy="554229"/>
      </dsp:txXfrm>
    </dsp:sp>
    <dsp:sp modelId="{15517688-B39A-4C75-8C6B-85A4E579F037}">
      <dsp:nvSpPr>
        <dsp:cNvPr id="0" name=""/>
        <dsp:cNvSpPr/>
      </dsp:nvSpPr>
      <dsp:spPr>
        <a:xfrm>
          <a:off x="6827694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E293E0-500B-4BEF-BB73-A0EFD1A125DA}">
      <dsp:nvSpPr>
        <dsp:cNvPr id="0" name=""/>
        <dsp:cNvSpPr/>
      </dsp:nvSpPr>
      <dsp:spPr>
        <a:xfrm>
          <a:off x="6930707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Aurora</a:t>
          </a:r>
        </a:p>
      </dsp:txBody>
      <dsp:txXfrm>
        <a:off x="6947950" y="2692878"/>
        <a:ext cx="892624" cy="5542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9CD39-CF03-430F-A644-FD968D29553E}">
      <dsp:nvSpPr>
        <dsp:cNvPr id="0" name=""/>
        <dsp:cNvSpPr/>
      </dsp:nvSpPr>
      <dsp:spPr>
        <a:xfrm>
          <a:off x="3719848" y="1210681"/>
          <a:ext cx="3082360" cy="2674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738"/>
              </a:lnTo>
              <a:lnTo>
                <a:pt x="3082360" y="133738"/>
              </a:lnTo>
              <a:lnTo>
                <a:pt x="3082360" y="26747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DA7FD2-29DC-4C77-BF9D-BB12E5AFBB8B}">
      <dsp:nvSpPr>
        <dsp:cNvPr id="0" name=""/>
        <dsp:cNvSpPr/>
      </dsp:nvSpPr>
      <dsp:spPr>
        <a:xfrm>
          <a:off x="4751547" y="3019339"/>
          <a:ext cx="191055" cy="585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903"/>
              </a:lnTo>
              <a:lnTo>
                <a:pt x="191055" y="58590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EB7ECC-104A-4BAE-989C-2400EB7A553D}">
      <dsp:nvSpPr>
        <dsp:cNvPr id="0" name=""/>
        <dsp:cNvSpPr/>
      </dsp:nvSpPr>
      <dsp:spPr>
        <a:xfrm>
          <a:off x="5215308" y="2115010"/>
          <a:ext cx="91440" cy="2674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74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26742-FD8F-42A2-9E70-8CF423D46ACA}">
      <dsp:nvSpPr>
        <dsp:cNvPr id="0" name=""/>
        <dsp:cNvSpPr/>
      </dsp:nvSpPr>
      <dsp:spPr>
        <a:xfrm>
          <a:off x="3719848" y="1210681"/>
          <a:ext cx="1541180" cy="2674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738"/>
              </a:lnTo>
              <a:lnTo>
                <a:pt x="1541180" y="133738"/>
              </a:lnTo>
              <a:lnTo>
                <a:pt x="1541180" y="26747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2E5011-3DC7-498F-82A0-19D17FBB051A}">
      <dsp:nvSpPr>
        <dsp:cNvPr id="0" name=""/>
        <dsp:cNvSpPr/>
      </dsp:nvSpPr>
      <dsp:spPr>
        <a:xfrm>
          <a:off x="3210366" y="3019339"/>
          <a:ext cx="191055" cy="585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903"/>
              </a:lnTo>
              <a:lnTo>
                <a:pt x="191055" y="58590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7CC86-8A11-4204-BE4B-FCDD98C9DB56}">
      <dsp:nvSpPr>
        <dsp:cNvPr id="0" name=""/>
        <dsp:cNvSpPr/>
      </dsp:nvSpPr>
      <dsp:spPr>
        <a:xfrm>
          <a:off x="2949257" y="2115010"/>
          <a:ext cx="770590" cy="2674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738"/>
              </a:lnTo>
              <a:lnTo>
                <a:pt x="770590" y="133738"/>
              </a:lnTo>
              <a:lnTo>
                <a:pt x="770590" y="2674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C51243-D6DB-4706-98E6-74B0116FE599}">
      <dsp:nvSpPr>
        <dsp:cNvPr id="0" name=""/>
        <dsp:cNvSpPr/>
      </dsp:nvSpPr>
      <dsp:spPr>
        <a:xfrm>
          <a:off x="1669186" y="3019339"/>
          <a:ext cx="191055" cy="585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903"/>
              </a:lnTo>
              <a:lnTo>
                <a:pt x="191055" y="58590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C74A62-F803-4CB0-B16B-2192EA197B9F}">
      <dsp:nvSpPr>
        <dsp:cNvPr id="0" name=""/>
        <dsp:cNvSpPr/>
      </dsp:nvSpPr>
      <dsp:spPr>
        <a:xfrm>
          <a:off x="2178667" y="2115010"/>
          <a:ext cx="770590" cy="267477"/>
        </a:xfrm>
        <a:custGeom>
          <a:avLst/>
          <a:gdLst/>
          <a:ahLst/>
          <a:cxnLst/>
          <a:rect l="0" t="0" r="0" b="0"/>
          <a:pathLst>
            <a:path>
              <a:moveTo>
                <a:pt x="770590" y="0"/>
              </a:moveTo>
              <a:lnTo>
                <a:pt x="770590" y="133738"/>
              </a:lnTo>
              <a:lnTo>
                <a:pt x="0" y="133738"/>
              </a:lnTo>
              <a:lnTo>
                <a:pt x="0" y="2674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81392-5F24-4ED7-86A5-7DD09353D16A}">
      <dsp:nvSpPr>
        <dsp:cNvPr id="0" name=""/>
        <dsp:cNvSpPr/>
      </dsp:nvSpPr>
      <dsp:spPr>
        <a:xfrm>
          <a:off x="2949257" y="1210681"/>
          <a:ext cx="770590" cy="267477"/>
        </a:xfrm>
        <a:custGeom>
          <a:avLst/>
          <a:gdLst/>
          <a:ahLst/>
          <a:cxnLst/>
          <a:rect l="0" t="0" r="0" b="0"/>
          <a:pathLst>
            <a:path>
              <a:moveTo>
                <a:pt x="770590" y="0"/>
              </a:moveTo>
              <a:lnTo>
                <a:pt x="770590" y="133738"/>
              </a:lnTo>
              <a:lnTo>
                <a:pt x="0" y="133738"/>
              </a:lnTo>
              <a:lnTo>
                <a:pt x="0" y="26747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0E02EC-7335-4789-A396-BE236CE22FB3}">
      <dsp:nvSpPr>
        <dsp:cNvPr id="0" name=""/>
        <dsp:cNvSpPr/>
      </dsp:nvSpPr>
      <dsp:spPr>
        <a:xfrm>
          <a:off x="128005" y="3019339"/>
          <a:ext cx="191055" cy="585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903"/>
              </a:lnTo>
              <a:lnTo>
                <a:pt x="191055" y="58590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3046FE-BBA1-48E3-B480-6C6441009E73}">
      <dsp:nvSpPr>
        <dsp:cNvPr id="0" name=""/>
        <dsp:cNvSpPr/>
      </dsp:nvSpPr>
      <dsp:spPr>
        <a:xfrm>
          <a:off x="591767" y="2115010"/>
          <a:ext cx="91440" cy="2674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74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BC81E-10C6-4939-8022-1766189B2D89}">
      <dsp:nvSpPr>
        <dsp:cNvPr id="0" name=""/>
        <dsp:cNvSpPr/>
      </dsp:nvSpPr>
      <dsp:spPr>
        <a:xfrm>
          <a:off x="637487" y="1210681"/>
          <a:ext cx="3082360" cy="267477"/>
        </a:xfrm>
        <a:custGeom>
          <a:avLst/>
          <a:gdLst/>
          <a:ahLst/>
          <a:cxnLst/>
          <a:rect l="0" t="0" r="0" b="0"/>
          <a:pathLst>
            <a:path>
              <a:moveTo>
                <a:pt x="3082360" y="0"/>
              </a:moveTo>
              <a:lnTo>
                <a:pt x="3082360" y="133738"/>
              </a:lnTo>
              <a:lnTo>
                <a:pt x="0" y="133738"/>
              </a:lnTo>
              <a:lnTo>
                <a:pt x="0" y="26747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C0BC63-959E-452F-9AE4-28132FBDEAD9}">
      <dsp:nvSpPr>
        <dsp:cNvPr id="0" name=""/>
        <dsp:cNvSpPr/>
      </dsp:nvSpPr>
      <dsp:spPr>
        <a:xfrm>
          <a:off x="3082996" y="573830"/>
          <a:ext cx="1273702" cy="6368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Gravação</a:t>
          </a:r>
          <a:endParaRPr lang="pt-BR" sz="1700" kern="1200" dirty="0"/>
        </a:p>
      </dsp:txBody>
      <dsp:txXfrm>
        <a:off x="3082996" y="573830"/>
        <a:ext cx="1273702" cy="636851"/>
      </dsp:txXfrm>
    </dsp:sp>
    <dsp:sp modelId="{C81AE926-C9A6-44BC-B713-CCDC50EAD34F}">
      <dsp:nvSpPr>
        <dsp:cNvPr id="0" name=""/>
        <dsp:cNvSpPr/>
      </dsp:nvSpPr>
      <dsp:spPr>
        <a:xfrm>
          <a:off x="635" y="1478159"/>
          <a:ext cx="1273702" cy="6368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Alegria</a:t>
          </a:r>
          <a:endParaRPr lang="pt-BR" sz="1700" kern="1200" dirty="0"/>
        </a:p>
      </dsp:txBody>
      <dsp:txXfrm>
        <a:off x="635" y="1478159"/>
        <a:ext cx="1273702" cy="636851"/>
      </dsp:txXfrm>
    </dsp:sp>
    <dsp:sp modelId="{8068A883-2B5F-4FA7-B050-403C207BA81D}">
      <dsp:nvSpPr>
        <dsp:cNvPr id="0" name=""/>
        <dsp:cNvSpPr/>
      </dsp:nvSpPr>
      <dsp:spPr>
        <a:xfrm>
          <a:off x="635" y="2382488"/>
          <a:ext cx="1273702" cy="63685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NICE </a:t>
          </a:r>
          <a:r>
            <a:rPr lang="pt-BR" sz="1700" kern="1200" dirty="0" err="1" smtClean="0"/>
            <a:t>Perform</a:t>
          </a:r>
          <a:r>
            <a:rPr lang="pt-BR" sz="1700" kern="1200" dirty="0" smtClean="0"/>
            <a:t> 3.0</a:t>
          </a:r>
          <a:endParaRPr lang="pt-BR" sz="1700" kern="1200" dirty="0"/>
        </a:p>
      </dsp:txBody>
      <dsp:txXfrm>
        <a:off x="635" y="2382488"/>
        <a:ext cx="1273702" cy="636851"/>
      </dsp:txXfrm>
    </dsp:sp>
    <dsp:sp modelId="{D44E8907-72B3-48A4-BED2-20185159D90F}">
      <dsp:nvSpPr>
        <dsp:cNvPr id="0" name=""/>
        <dsp:cNvSpPr/>
      </dsp:nvSpPr>
      <dsp:spPr>
        <a:xfrm>
          <a:off x="319061" y="3286817"/>
          <a:ext cx="1273702" cy="63685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20 </a:t>
          </a:r>
          <a:r>
            <a:rPr lang="pt-BR" sz="1700" kern="1200" dirty="0" err="1" smtClean="0"/>
            <a:t>ICs</a:t>
          </a:r>
          <a:r>
            <a:rPr lang="pt-BR" sz="1700" kern="1200" dirty="0" smtClean="0"/>
            <a:t>....</a:t>
          </a:r>
          <a:endParaRPr lang="pt-BR" sz="1700" kern="1200" dirty="0"/>
        </a:p>
      </dsp:txBody>
      <dsp:txXfrm>
        <a:off x="319061" y="3286817"/>
        <a:ext cx="1273702" cy="636851"/>
      </dsp:txXfrm>
    </dsp:sp>
    <dsp:sp modelId="{3BCF681E-48EB-4F8C-8761-A1DCE177564F}">
      <dsp:nvSpPr>
        <dsp:cNvPr id="0" name=""/>
        <dsp:cNvSpPr/>
      </dsp:nvSpPr>
      <dsp:spPr>
        <a:xfrm>
          <a:off x="2312406" y="1478159"/>
          <a:ext cx="1273702" cy="6368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Antártica</a:t>
          </a:r>
          <a:endParaRPr lang="pt-BR" sz="1700" kern="1200" dirty="0"/>
        </a:p>
      </dsp:txBody>
      <dsp:txXfrm>
        <a:off x="2312406" y="1478159"/>
        <a:ext cx="1273702" cy="636851"/>
      </dsp:txXfrm>
    </dsp:sp>
    <dsp:sp modelId="{01E89E41-AAE5-40DB-8C48-7B6D763F1950}">
      <dsp:nvSpPr>
        <dsp:cNvPr id="0" name=""/>
        <dsp:cNvSpPr/>
      </dsp:nvSpPr>
      <dsp:spPr>
        <a:xfrm>
          <a:off x="1541816" y="2382488"/>
          <a:ext cx="1273702" cy="63685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 NICE PERFORM 3.5</a:t>
          </a:r>
          <a:endParaRPr lang="pt-BR" sz="1700" kern="1200" dirty="0"/>
        </a:p>
      </dsp:txBody>
      <dsp:txXfrm>
        <a:off x="1541816" y="2382488"/>
        <a:ext cx="1273702" cy="636851"/>
      </dsp:txXfrm>
    </dsp:sp>
    <dsp:sp modelId="{4C9EB59F-83CA-423A-9137-4669EB859840}">
      <dsp:nvSpPr>
        <dsp:cNvPr id="0" name=""/>
        <dsp:cNvSpPr/>
      </dsp:nvSpPr>
      <dsp:spPr>
        <a:xfrm>
          <a:off x="1860241" y="3286817"/>
          <a:ext cx="1273702" cy="63685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7 </a:t>
          </a:r>
          <a:r>
            <a:rPr lang="pt-BR" sz="1700" kern="1200" dirty="0" err="1" smtClean="0"/>
            <a:t>Ics</a:t>
          </a:r>
          <a:r>
            <a:rPr lang="pt-BR" sz="1700" kern="1200" dirty="0" smtClean="0"/>
            <a:t>...</a:t>
          </a:r>
          <a:endParaRPr lang="pt-BR" sz="1700" kern="1200" dirty="0"/>
        </a:p>
      </dsp:txBody>
      <dsp:txXfrm>
        <a:off x="1860241" y="3286817"/>
        <a:ext cx="1273702" cy="636851"/>
      </dsp:txXfrm>
    </dsp:sp>
    <dsp:sp modelId="{C2437C46-4BCA-400F-B4C9-509C86E6ECF8}">
      <dsp:nvSpPr>
        <dsp:cNvPr id="0" name=""/>
        <dsp:cNvSpPr/>
      </dsp:nvSpPr>
      <dsp:spPr>
        <a:xfrm>
          <a:off x="3082996" y="2382488"/>
          <a:ext cx="1273702" cy="63685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NICE 8X</a:t>
          </a:r>
          <a:endParaRPr lang="pt-BR" sz="1700" kern="1200" dirty="0"/>
        </a:p>
      </dsp:txBody>
      <dsp:txXfrm>
        <a:off x="3082996" y="2382488"/>
        <a:ext cx="1273702" cy="636851"/>
      </dsp:txXfrm>
    </dsp:sp>
    <dsp:sp modelId="{53A40453-3FE1-4988-9F2A-253637F67AF4}">
      <dsp:nvSpPr>
        <dsp:cNvPr id="0" name=""/>
        <dsp:cNvSpPr/>
      </dsp:nvSpPr>
      <dsp:spPr>
        <a:xfrm>
          <a:off x="3401422" y="3286817"/>
          <a:ext cx="1273702" cy="63685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14 </a:t>
          </a:r>
          <a:r>
            <a:rPr lang="pt-BR" sz="1700" kern="1200" dirty="0" err="1" smtClean="0"/>
            <a:t>Ics</a:t>
          </a:r>
          <a:r>
            <a:rPr lang="pt-BR" sz="1700" kern="1200" dirty="0" smtClean="0"/>
            <a:t>...</a:t>
          </a:r>
          <a:endParaRPr lang="pt-BR" sz="1700" kern="1200" dirty="0"/>
        </a:p>
      </dsp:txBody>
      <dsp:txXfrm>
        <a:off x="3401422" y="3286817"/>
        <a:ext cx="1273702" cy="636851"/>
      </dsp:txXfrm>
    </dsp:sp>
    <dsp:sp modelId="{B83F95BF-0CBB-45A3-A9E8-B2FB8BDAB375}">
      <dsp:nvSpPr>
        <dsp:cNvPr id="0" name=""/>
        <dsp:cNvSpPr/>
      </dsp:nvSpPr>
      <dsp:spPr>
        <a:xfrm>
          <a:off x="4624177" y="1478159"/>
          <a:ext cx="1273702" cy="6368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Borges de Melo</a:t>
          </a:r>
          <a:endParaRPr lang="pt-BR" sz="1700" kern="1200" dirty="0"/>
        </a:p>
      </dsp:txBody>
      <dsp:txXfrm>
        <a:off x="4624177" y="1478159"/>
        <a:ext cx="1273702" cy="636851"/>
      </dsp:txXfrm>
    </dsp:sp>
    <dsp:sp modelId="{3FBECBBF-C124-46CF-A2CA-3609EE685C56}">
      <dsp:nvSpPr>
        <dsp:cNvPr id="0" name=""/>
        <dsp:cNvSpPr/>
      </dsp:nvSpPr>
      <dsp:spPr>
        <a:xfrm>
          <a:off x="4624177" y="2382488"/>
          <a:ext cx="1273702" cy="63685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NICE 8X</a:t>
          </a:r>
          <a:endParaRPr lang="pt-BR" sz="1700" kern="1200" dirty="0"/>
        </a:p>
      </dsp:txBody>
      <dsp:txXfrm>
        <a:off x="4624177" y="2382488"/>
        <a:ext cx="1273702" cy="636851"/>
      </dsp:txXfrm>
    </dsp:sp>
    <dsp:sp modelId="{3C9FCD60-3558-42AD-AED7-5B8AB2E33DCE}">
      <dsp:nvSpPr>
        <dsp:cNvPr id="0" name=""/>
        <dsp:cNvSpPr/>
      </dsp:nvSpPr>
      <dsp:spPr>
        <a:xfrm>
          <a:off x="4942602" y="3286817"/>
          <a:ext cx="1273702" cy="63685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5 </a:t>
          </a:r>
          <a:r>
            <a:rPr lang="pt-BR" sz="1700" kern="1200" dirty="0" err="1" smtClean="0"/>
            <a:t>Ics</a:t>
          </a:r>
          <a:r>
            <a:rPr lang="pt-BR" sz="1700" kern="1200" dirty="0" smtClean="0"/>
            <a:t>...</a:t>
          </a:r>
          <a:endParaRPr lang="pt-BR" sz="1700" kern="1200" dirty="0"/>
        </a:p>
      </dsp:txBody>
      <dsp:txXfrm>
        <a:off x="4942602" y="3286817"/>
        <a:ext cx="1273702" cy="636851"/>
      </dsp:txXfrm>
    </dsp:sp>
    <dsp:sp modelId="{039ED79F-A960-44D6-9336-49BA70B18C3C}">
      <dsp:nvSpPr>
        <dsp:cNvPr id="0" name=""/>
        <dsp:cNvSpPr/>
      </dsp:nvSpPr>
      <dsp:spPr>
        <a:xfrm>
          <a:off x="6165357" y="1478159"/>
          <a:ext cx="1273702" cy="6368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....</a:t>
          </a:r>
          <a:endParaRPr lang="pt-BR" sz="1700" kern="1200" dirty="0"/>
        </a:p>
      </dsp:txBody>
      <dsp:txXfrm>
        <a:off x="6165357" y="1478159"/>
        <a:ext cx="1273702" cy="636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20/05/2016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5/20/2016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5/20/2016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5/20/2016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5/20/2016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5/20/2016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5/20/2016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5/20/2016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5/20/2016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5/20/2016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5/20/2016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5/20/2016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5/20/2016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gi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accent5">
                    <a:lumMod val="75000"/>
                  </a:schemeClr>
                </a:solidFill>
              </a:rPr>
              <a:t>Projeto Qualidade em Gravação</a:t>
            </a:r>
            <a:endParaRPr lang="pt-BR" sz="24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pt-BR" sz="26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da Configuração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</a:t>
            </a:r>
            <a:r>
              <a:rPr lang="pt-BR" sz="1200" dirty="0" smtClean="0">
                <a:solidFill>
                  <a:schemeClr val="bg1">
                    <a:lumMod val="50000"/>
                  </a:schemeClr>
                </a:solidFill>
              </a:rPr>
              <a:t>Abril</a:t>
            </a:r>
            <a:endParaRPr lang="pt-B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Conceitos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Missão e Benefícios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Objetivo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Ciclo </a:t>
            </a:r>
            <a:r>
              <a:rPr lang="pt-BR" dirty="0" smtClean="0"/>
              <a:t>de Vida de cada 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Interação com outros </a:t>
            </a:r>
            <a:r>
              <a:rPr lang="pt-BR" dirty="0" smtClean="0"/>
              <a:t>Processos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Responsabilidades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/>
              <a:t>Modelo </a:t>
            </a:r>
            <a:r>
              <a:rPr lang="pt-BR" dirty="0" smtClean="0"/>
              <a:t>Conceitual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Mapa do Serviço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Ciclo de Vida do 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Escopo</a:t>
            </a:r>
            <a:endParaRPr lang="pt-BR" dirty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69840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5" name="Pentágono 4"/>
          <p:cNvSpPr/>
          <p:nvPr/>
        </p:nvSpPr>
        <p:spPr>
          <a:xfrm>
            <a:off x="285065" y="1360760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O que é o CMDB?</a:t>
            </a:r>
            <a:endParaRPr lang="pt-BR" sz="16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091447" y="1276558"/>
            <a:ext cx="5768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É um banco de dados </a:t>
            </a:r>
            <a:r>
              <a:rPr lang="pt-BR" sz="1600" dirty="0" smtClean="0"/>
              <a:t>único onde </a:t>
            </a:r>
            <a:r>
              <a:rPr lang="pt-BR" sz="1600" dirty="0"/>
              <a:t>está representado logicamente toda a infraestrutura de TI (Hardware e Software), os serviços, negócios e seus relacionamentos</a:t>
            </a:r>
            <a:r>
              <a:rPr lang="pt-BR" sz="1600" dirty="0" smtClean="0"/>
              <a:t>.</a:t>
            </a:r>
            <a:endParaRPr lang="pt-BR" sz="1600" dirty="0"/>
          </a:p>
        </p:txBody>
      </p:sp>
      <p:sp>
        <p:nvSpPr>
          <p:cNvPr id="10" name="Pentágono 9"/>
          <p:cNvSpPr/>
          <p:nvPr/>
        </p:nvSpPr>
        <p:spPr>
          <a:xfrm>
            <a:off x="291551" y="2145461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 que </a:t>
            </a:r>
            <a:r>
              <a:rPr lang="pt-BR" sz="1400" dirty="0" smtClean="0"/>
              <a:t>é o </a:t>
            </a:r>
            <a:r>
              <a:rPr lang="pt-BR" sz="1400" dirty="0"/>
              <a:t>IC (Item de Configuração</a:t>
            </a:r>
            <a:r>
              <a:rPr lang="pt-BR" sz="1400" dirty="0" smtClean="0"/>
              <a:t>)?</a:t>
            </a:r>
            <a:endParaRPr lang="pt-BR" sz="14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2097933" y="2184370"/>
            <a:ext cx="5768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É a representação de cada componente de infraestrutura de TI e serviços no CMDB.</a:t>
            </a:r>
            <a:endParaRPr lang="pt-BR" sz="1600" dirty="0"/>
          </a:p>
        </p:txBody>
      </p:sp>
      <p:sp>
        <p:nvSpPr>
          <p:cNvPr id="14" name="Pentágono 13"/>
          <p:cNvSpPr/>
          <p:nvPr/>
        </p:nvSpPr>
        <p:spPr>
          <a:xfrm>
            <a:off x="307763" y="2998251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 que são os atributos do IC?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23873" y="2908605"/>
            <a:ext cx="5768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Os atributos de um item de configuração são as características individuais de cada Item, como: número de </a:t>
            </a:r>
            <a:r>
              <a:rPr lang="pt-BR" sz="1600" dirty="0" smtClean="0"/>
              <a:t>série, </a:t>
            </a:r>
            <a:r>
              <a:rPr lang="pt-BR" sz="1600" dirty="0"/>
              <a:t>memória, velocidade do processador, </a:t>
            </a:r>
            <a:r>
              <a:rPr lang="pt-BR" sz="1600" dirty="0" smtClean="0"/>
              <a:t>contrato, garantia, suporte, </a:t>
            </a:r>
            <a:r>
              <a:rPr lang="pt-BR" sz="1600" dirty="0"/>
              <a:t>etc.</a:t>
            </a:r>
          </a:p>
        </p:txBody>
      </p:sp>
      <p:sp>
        <p:nvSpPr>
          <p:cNvPr id="16" name="Pentágono 15"/>
          <p:cNvSpPr/>
          <p:nvPr/>
        </p:nvSpPr>
        <p:spPr>
          <a:xfrm>
            <a:off x="317491" y="3834834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/>
              <a:t>Relacionamentos</a:t>
            </a:r>
            <a:endParaRPr lang="pt-BR" sz="1400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123873" y="3853973"/>
            <a:ext cx="5768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O </a:t>
            </a:r>
            <a:r>
              <a:rPr lang="pt-BR" sz="1600" dirty="0"/>
              <a:t>armazenamento dos relacionamentos no CMDB permite a visualização da </a:t>
            </a:r>
            <a:r>
              <a:rPr lang="pt-BR" sz="1600" dirty="0" smtClean="0"/>
              <a:t>inter-relação </a:t>
            </a:r>
            <a:r>
              <a:rPr lang="pt-BR" sz="1600" dirty="0"/>
              <a:t>dos itens de configuração. </a:t>
            </a:r>
          </a:p>
        </p:txBody>
      </p:sp>
    </p:spTree>
    <p:extLst>
      <p:ext uri="{BB962C8B-B14F-4D97-AF65-F5344CB8AC3E}">
        <p14:creationId xmlns:p14="http://schemas.microsoft.com/office/powerpoint/2010/main" val="276777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Missão e Benefícios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7" name="Pentágono 6"/>
          <p:cNvSpPr/>
          <p:nvPr/>
        </p:nvSpPr>
        <p:spPr>
          <a:xfrm>
            <a:off x="570129" y="1586773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Missão</a:t>
            </a:r>
            <a:endParaRPr lang="pt-BR" dirty="0"/>
          </a:p>
        </p:txBody>
      </p:sp>
      <p:sp>
        <p:nvSpPr>
          <p:cNvPr id="10" name="Pentágono 9"/>
          <p:cNvSpPr/>
          <p:nvPr/>
        </p:nvSpPr>
        <p:spPr>
          <a:xfrm>
            <a:off x="570130" y="3363503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Benefícios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253014" y="1412951"/>
            <a:ext cx="61028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Identificar, controlar e auditar as informações necessárias para gerir os serviços de TI, mantendo a integridade das informações contidas no CMDB corporativo, representados através dos seus </a:t>
            </a:r>
            <a:r>
              <a:rPr lang="pt-BR" sz="1600" dirty="0" err="1"/>
              <a:t>IC´s</a:t>
            </a:r>
            <a:r>
              <a:rPr lang="pt-BR" sz="1600" dirty="0"/>
              <a:t> (Itens de Configuração), atributos, ciclos de vida e relacionamentos</a:t>
            </a:r>
            <a:r>
              <a:rPr lang="pt-BR" sz="1600" dirty="0" smtClean="0"/>
              <a:t>.</a:t>
            </a:r>
            <a:endParaRPr lang="pt-BR" sz="16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292827" y="2672840"/>
            <a:ext cx="65523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- Controle dos Itens de Configuração, maximizando a disponibilidade dos serviços de TI e garantindo o aumento da qualidade no suporte aos processos envolvidos na operação da infraestrutura;</a:t>
            </a:r>
          </a:p>
          <a:p>
            <a:r>
              <a:rPr lang="pt-BR" sz="1600" dirty="0"/>
              <a:t>- Fornecer subsídios para analise de impacto no planejamento em Gestão de Mudanças e dados para solução de problemas e análise de tendências das ocorrências; </a:t>
            </a:r>
          </a:p>
          <a:p>
            <a:r>
              <a:rPr lang="pt-BR" sz="1600" dirty="0"/>
              <a:t>- Direcionamento correto do incidente, reduzindo o tempo do serviço afetado;</a:t>
            </a:r>
          </a:p>
          <a:p>
            <a:r>
              <a:rPr lang="pt-BR" sz="1600" dirty="0"/>
              <a:t>- Viabilização da apresentação por Serviço e Negócio impactado</a:t>
            </a:r>
            <a:r>
              <a:rPr lang="pt-BR" sz="1600" dirty="0" smtClean="0"/>
              <a:t>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9400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54094" y="1370486"/>
            <a:ext cx="6161256" cy="14408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600" dirty="0"/>
              <a:t>O objetivo do CMDB (</a:t>
            </a:r>
            <a:r>
              <a:rPr lang="pt-BR" sz="1600" dirty="0" err="1"/>
              <a:t>Configuration</a:t>
            </a:r>
            <a:r>
              <a:rPr lang="pt-BR" sz="1600" dirty="0"/>
              <a:t> Management </a:t>
            </a:r>
            <a:r>
              <a:rPr lang="pt-BR" sz="1600" dirty="0" err="1"/>
              <a:t>Database</a:t>
            </a:r>
            <a:r>
              <a:rPr lang="pt-BR" sz="1600" dirty="0"/>
              <a:t>) é dar aos gestores uma visão dinâmica e sempre atualizada da infraestrutura tecnológica, apresentando todas as Áreas de Negócio relacionados a cada um dos Serviços de Negócio, disponibilizando todos os recursos necessários para a Gestão de Serviços de TI além de habilitar a visão crítica de impacto em todos os níveis de componentes.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5" name="Pentágono 4"/>
          <p:cNvSpPr/>
          <p:nvPr/>
        </p:nvSpPr>
        <p:spPr>
          <a:xfrm>
            <a:off x="570129" y="1586773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Objetivo</a:t>
            </a:r>
            <a:endParaRPr lang="pt-BR" dirty="0"/>
          </a:p>
        </p:txBody>
      </p:sp>
      <p:sp>
        <p:nvSpPr>
          <p:cNvPr id="6" name="Pentágono 5"/>
          <p:cNvSpPr/>
          <p:nvPr/>
        </p:nvSpPr>
        <p:spPr>
          <a:xfrm>
            <a:off x="570128" y="3424197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Abrangência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2354094" y="3373485"/>
            <a:ext cx="5976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Utilizar o Projeto Qualidade em Gravação como Piloto para iniciar o Processo de Gestão de Configuração, criando todos os relacionamentos e disponibilizando a visão de Negocio para a Contax.</a:t>
            </a:r>
            <a:endParaRPr lang="pt-BR" sz="1600" dirty="0"/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4035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Interação com outros Processos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2" descr="Resultado de imagem para datacent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331" y="1454923"/>
            <a:ext cx="1136458" cy="70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8" descr="Resultado de imagem para servid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428" y="3339404"/>
            <a:ext cx="1012096" cy="56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Resultado de imagem para re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769" y="2417259"/>
            <a:ext cx="808678" cy="59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Resultado de imagem para computado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134" y="2251937"/>
            <a:ext cx="980715" cy="87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ilindro 8"/>
          <p:cNvSpPr/>
          <p:nvPr/>
        </p:nvSpPr>
        <p:spPr>
          <a:xfrm>
            <a:off x="3867350" y="2106920"/>
            <a:ext cx="1527419" cy="122596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/>
              <a:t>CMDB</a:t>
            </a:r>
            <a:endParaRPr lang="pt-BR" sz="40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1897550" y="4085159"/>
            <a:ext cx="2150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Nível de Serviço: </a:t>
            </a:r>
            <a:r>
              <a:rPr lang="pt-BR" sz="900" dirty="0"/>
              <a:t>Utiliza a visualização por Serviços e não mais por componentes, necessário para o acompanhamento dos níveis de serviço acordados com os cliente e área de negócio</a:t>
            </a:r>
            <a:r>
              <a:rPr lang="pt-BR" sz="900" dirty="0" smtClean="0"/>
              <a:t>.</a:t>
            </a:r>
            <a:endParaRPr lang="pt-BR" sz="9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1139666" y="1328607"/>
            <a:ext cx="2222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Continuidade Serviços de TI</a:t>
            </a:r>
            <a:r>
              <a:rPr lang="pt-BR" sz="900" dirty="0"/>
              <a:t>: Identifica quais Processos de Negócio possuem Plano de Contingência e quais componentes da infraestrutura possuem DR, além de disponibilizarem no CMDB todos os planos de continuidade dos Serviços de TI.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80138" y="2398245"/>
            <a:ext cx="19490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Capacidade</a:t>
            </a:r>
            <a:r>
              <a:rPr lang="pt-BR" sz="900" dirty="0"/>
              <a:t>: Utilizar as informações dos atributos dos componentes para a tomada de decisões relacionadas a desempenho e performance dos serviços.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065082" y="3240634"/>
            <a:ext cx="197865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Disponibilidade</a:t>
            </a:r>
            <a:r>
              <a:rPr lang="pt-BR" sz="900" dirty="0"/>
              <a:t>: </a:t>
            </a:r>
            <a:r>
              <a:rPr lang="pt-BR" sz="900" dirty="0" smtClean="0"/>
              <a:t>Apresenta </a:t>
            </a:r>
            <a:r>
              <a:rPr lang="pt-BR" sz="900" dirty="0"/>
              <a:t>o tipo de implementação de cada uma das tecnologias necessárias para definir o nível de disponibilidade de um serviço.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369033" y="4099985"/>
            <a:ext cx="22366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Mudanças e Liberações: </a:t>
            </a:r>
            <a:r>
              <a:rPr lang="pt-BR" sz="900" dirty="0"/>
              <a:t>Ferramenta indispensável para análise de impacto, onde a partir do item objeto da mudança, são exibidos os serviços de negocio diretamente relacionados.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052354" y="3172256"/>
            <a:ext cx="176225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Problemas</a:t>
            </a:r>
            <a:r>
              <a:rPr lang="pt-BR" sz="900" dirty="0"/>
              <a:t>: Pelo histórico de incidentes e mudanças em um IC, auxilia na análise e busca da causa-raiz de um problema.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523906" y="1387462"/>
            <a:ext cx="176225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Central de Serviços: </a:t>
            </a:r>
            <a:r>
              <a:rPr lang="pt-BR" sz="900" dirty="0"/>
              <a:t>Faz uso do CMDB para registrar e associar os componentes aos chamados,  garantindo agilidade no atendimento.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777828" y="2251937"/>
            <a:ext cx="19060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Incidentes: </a:t>
            </a:r>
            <a:r>
              <a:rPr lang="pt-BR" sz="900" dirty="0"/>
              <a:t>Ajuda na identificação da infraestrutura, isolando rapidamente a origem do incidente, garantindo a redução no tempo de reparo.</a:t>
            </a:r>
          </a:p>
        </p:txBody>
      </p:sp>
      <p:pic>
        <p:nvPicPr>
          <p:cNvPr id="1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1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83977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Responsabilidade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370486"/>
            <a:ext cx="7886700" cy="1538119"/>
          </a:xfrm>
        </p:spPr>
        <p:txBody>
          <a:bodyPr/>
          <a:lstStyle/>
          <a:p>
            <a:r>
              <a:rPr lang="pt-BR" dirty="0"/>
              <a:t>Dono do IC: O Proprietário de um IC (ou dono do IC) é sempre um Grupo de Pessoas que tem por responsabilidade manter a informação atualizada sobre o componente, utilizando o processo de mudanças nas situações de inclusão, alteração ou exclusão dos Itens, seus atributos e relacionamentos.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73" y="3104981"/>
            <a:ext cx="2356635" cy="1500391"/>
          </a:xfrm>
          <a:prstGeom prst="rect">
            <a:avLst/>
          </a:prstGeom>
        </p:spPr>
      </p:pic>
      <p:pic>
        <p:nvPicPr>
          <p:cNvPr id="15362" name="Picture 2" descr="Resultado de imagem para servidor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379" y="3153822"/>
            <a:ext cx="1402707" cy="140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eta para a direita 7"/>
          <p:cNvSpPr/>
          <p:nvPr/>
        </p:nvSpPr>
        <p:spPr>
          <a:xfrm>
            <a:off x="3618689" y="3647872"/>
            <a:ext cx="1575881" cy="5642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10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Conceitual</a:t>
            </a:r>
            <a:endParaRPr lang="pt-BR" dirty="0"/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599261"/>
              </p:ext>
            </p:extLst>
          </p:nvPr>
        </p:nvGraphicFramePr>
        <p:xfrm>
          <a:off x="628650" y="1370013"/>
          <a:ext cx="7886700" cy="326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43910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Ex. Mapa do Serviço - Gravadores</a:t>
            </a:r>
            <a:endParaRPr lang="pt-BR" dirty="0"/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60362"/>
              </p:ext>
            </p:extLst>
          </p:nvPr>
        </p:nvGraphicFramePr>
        <p:xfrm>
          <a:off x="628650" y="1370013"/>
          <a:ext cx="7886700" cy="326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46168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/>
        </p:nvGraphicFramePr>
        <p:xfrm>
          <a:off x="1524000" y="108632"/>
          <a:ext cx="7439696" cy="4497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Conector reto 5"/>
          <p:cNvCxnSpPr/>
          <p:nvPr/>
        </p:nvCxnSpPr>
        <p:spPr>
          <a:xfrm flipV="1">
            <a:off x="444321" y="1316027"/>
            <a:ext cx="8519375" cy="48296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 flipV="1">
            <a:off x="453111" y="2284935"/>
            <a:ext cx="8519375" cy="48296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V="1">
            <a:off x="442560" y="3213408"/>
            <a:ext cx="8519375" cy="48296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flipV="1">
            <a:off x="474213" y="4141881"/>
            <a:ext cx="8519375" cy="48296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211013" y="909748"/>
            <a:ext cx="86516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50" dirty="0"/>
              <a:t>Serviço de Negocio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58262" y="1997674"/>
            <a:ext cx="99177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50" dirty="0"/>
              <a:t>Localidade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07495" y="2868675"/>
            <a:ext cx="1117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50" dirty="0"/>
              <a:t>Serviços de TI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11016" y="3805934"/>
            <a:ext cx="16248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50" dirty="0"/>
              <a:t>Componentes de TI</a:t>
            </a:r>
          </a:p>
        </p:txBody>
      </p:sp>
    </p:spTree>
    <p:extLst>
      <p:ext uri="{BB962C8B-B14F-4D97-AF65-F5344CB8AC3E}">
        <p14:creationId xmlns:p14="http://schemas.microsoft.com/office/powerpoint/2010/main" val="236528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de cada IC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cxnSp>
        <p:nvCxnSpPr>
          <p:cNvPr id="9" name="Conector de seta reta 8"/>
          <p:cNvCxnSpPr/>
          <p:nvPr/>
        </p:nvCxnSpPr>
        <p:spPr>
          <a:xfrm>
            <a:off x="2443906" y="2545554"/>
            <a:ext cx="457200" cy="45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de cantos arredondados 2"/>
          <p:cNvSpPr>
            <a:spLocks noChangeArrowheads="1"/>
          </p:cNvSpPr>
          <p:nvPr/>
        </p:nvSpPr>
        <p:spPr bwMode="auto">
          <a:xfrm>
            <a:off x="1387678" y="2292189"/>
            <a:ext cx="1057275" cy="552450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Configuração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Fluxograma: Conector 3"/>
          <p:cNvSpPr>
            <a:spLocks noChangeArrowheads="1"/>
          </p:cNvSpPr>
          <p:nvPr/>
        </p:nvSpPr>
        <p:spPr bwMode="auto">
          <a:xfrm>
            <a:off x="4321784" y="2206464"/>
            <a:ext cx="847725" cy="790575"/>
          </a:xfrm>
          <a:prstGeom prst="flowChartConnector">
            <a:avLst/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Uso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Fluxograma: Conector 4"/>
          <p:cNvSpPr>
            <a:spLocks noChangeArrowheads="1"/>
          </p:cNvSpPr>
          <p:nvPr/>
        </p:nvSpPr>
        <p:spPr bwMode="auto">
          <a:xfrm>
            <a:off x="2930728" y="2196939"/>
            <a:ext cx="847725" cy="790575"/>
          </a:xfrm>
          <a:prstGeom prst="flowChartConnector">
            <a:avLst/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Pronto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tângulo de cantos arredondados 5"/>
          <p:cNvSpPr>
            <a:spLocks noChangeArrowheads="1"/>
          </p:cNvSpPr>
          <p:nvPr/>
        </p:nvSpPr>
        <p:spPr bwMode="auto">
          <a:xfrm>
            <a:off x="4807153" y="3206589"/>
            <a:ext cx="1057275" cy="552450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Manutenção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tângulo de cantos arredondados 6"/>
          <p:cNvSpPr>
            <a:spLocks noChangeArrowheads="1"/>
          </p:cNvSpPr>
          <p:nvPr/>
        </p:nvSpPr>
        <p:spPr bwMode="auto">
          <a:xfrm>
            <a:off x="5760871" y="2339814"/>
            <a:ext cx="1057275" cy="55245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Desativado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3749878" y="2553174"/>
            <a:ext cx="55245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5007990" y="2958840"/>
            <a:ext cx="361950" cy="19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em curva 17"/>
          <p:cNvCxnSpPr/>
          <p:nvPr/>
        </p:nvCxnSpPr>
        <p:spPr>
          <a:xfrm flipH="1" flipV="1">
            <a:off x="4718559" y="3054090"/>
            <a:ext cx="66675" cy="419100"/>
          </a:xfrm>
          <a:prstGeom prst="curvedConnector3">
            <a:avLst>
              <a:gd name="adj1" fmla="val 344855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5188965" y="2582602"/>
            <a:ext cx="55245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381328" y="11089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381328" y="175665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47" name="Imagem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102" y="2244564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m 2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741" y="2150572"/>
            <a:ext cx="227965" cy="227965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959" y="3559013"/>
            <a:ext cx="371376" cy="371376"/>
          </a:xfrm>
          <a:prstGeom prst="rect">
            <a:avLst/>
          </a:prstGeom>
        </p:spPr>
      </p:pic>
      <p:pic>
        <p:nvPicPr>
          <p:cNvPr id="14360" name="Picture 24" descr="https://image.freepik.com/icones-gratis/simbolo-interface-de-configuracao_318-3301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536" y="2107717"/>
            <a:ext cx="296965" cy="29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2" name="Picture 26" descr="http://www.sitographics.com/enciclog/formas/flechas/image/Flecha_038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241" y="2063932"/>
            <a:ext cx="364413" cy="35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ixaDeTexto 28"/>
          <p:cNvSpPr txBox="1"/>
          <p:nvPr/>
        </p:nvSpPr>
        <p:spPr>
          <a:xfrm>
            <a:off x="168332" y="2892264"/>
            <a:ext cx="163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Informa que um novo elemento da infraestrutura de serviços de TI foi registrado e encontra-se disponível para uso na ferramenta</a:t>
            </a:r>
            <a:endParaRPr lang="pt-BR" sz="1000" dirty="0"/>
          </a:p>
        </p:txBody>
      </p:sp>
      <p:cxnSp>
        <p:nvCxnSpPr>
          <p:cNvPr id="31" name="Conector reto 30"/>
          <p:cNvCxnSpPr/>
          <p:nvPr/>
        </p:nvCxnSpPr>
        <p:spPr>
          <a:xfrm flipV="1">
            <a:off x="1712028" y="2844639"/>
            <a:ext cx="1" cy="71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37" name="CaixaDeTexto 14336"/>
          <p:cNvSpPr txBox="1"/>
          <p:nvPr/>
        </p:nvSpPr>
        <p:spPr>
          <a:xfrm>
            <a:off x="2367129" y="3139612"/>
            <a:ext cx="12747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O componente está pronto para entrada em produção, aguardando apenas a autorização da RDM para ser inserido no ambiente de produção</a:t>
            </a:r>
            <a:endParaRPr lang="pt-BR" sz="1000" dirty="0"/>
          </a:p>
        </p:txBody>
      </p:sp>
      <p:cxnSp>
        <p:nvCxnSpPr>
          <p:cNvPr id="14339" name="Conector reto 14338"/>
          <p:cNvCxnSpPr/>
          <p:nvPr/>
        </p:nvCxnSpPr>
        <p:spPr>
          <a:xfrm>
            <a:off x="3541310" y="2958840"/>
            <a:ext cx="0" cy="971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40" name="CaixaDeTexto 14339"/>
          <p:cNvSpPr txBox="1"/>
          <p:nvPr/>
        </p:nvSpPr>
        <p:spPr>
          <a:xfrm>
            <a:off x="4531970" y="1338985"/>
            <a:ext cx="2710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Informa que o IC encontra-se instalado e operacional no ambiente de produção. É um estado protegido podendo apenas ser alterado mediante uma RDM</a:t>
            </a:r>
          </a:p>
        </p:txBody>
      </p:sp>
      <p:cxnSp>
        <p:nvCxnSpPr>
          <p:cNvPr id="14342" name="Conector reto 14341"/>
          <p:cNvCxnSpPr/>
          <p:nvPr/>
        </p:nvCxnSpPr>
        <p:spPr>
          <a:xfrm>
            <a:off x="4548810" y="1439701"/>
            <a:ext cx="13854" cy="814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44" name="CaixaDeTexto 14343"/>
          <p:cNvSpPr txBox="1"/>
          <p:nvPr/>
        </p:nvSpPr>
        <p:spPr>
          <a:xfrm>
            <a:off x="4909176" y="3956628"/>
            <a:ext cx="1458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Representa uma parada programada para manutenção ou modificação do IC. Nesse caso, </a:t>
            </a:r>
            <a:r>
              <a:rPr lang="pt-BR" sz="1000" dirty="0" smtClean="0"/>
              <a:t>encontra-se indisponível </a:t>
            </a:r>
            <a:r>
              <a:rPr lang="pt-BR" sz="1000" dirty="0"/>
              <a:t>para uso.</a:t>
            </a:r>
          </a:p>
        </p:txBody>
      </p:sp>
      <p:cxnSp>
        <p:nvCxnSpPr>
          <p:cNvPr id="14346" name="Conector reto 14345"/>
          <p:cNvCxnSpPr/>
          <p:nvPr/>
        </p:nvCxnSpPr>
        <p:spPr>
          <a:xfrm>
            <a:off x="4909176" y="3749311"/>
            <a:ext cx="0" cy="822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48" name="CaixaDeTexto 14347"/>
          <p:cNvSpPr txBox="1"/>
          <p:nvPr/>
        </p:nvSpPr>
        <p:spPr>
          <a:xfrm>
            <a:off x="6798982" y="3001741"/>
            <a:ext cx="20567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Nesse caso, o IC não será mais utilizado na infraestrutura de serviços de TI.</a:t>
            </a:r>
          </a:p>
        </p:txBody>
      </p:sp>
      <p:cxnSp>
        <p:nvCxnSpPr>
          <p:cNvPr id="14350" name="Conector reto 14349"/>
          <p:cNvCxnSpPr>
            <a:stCxn id="14" idx="3"/>
          </p:cNvCxnSpPr>
          <p:nvPr/>
        </p:nvCxnSpPr>
        <p:spPr>
          <a:xfrm>
            <a:off x="6818146" y="2616039"/>
            <a:ext cx="0" cy="71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14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Escopo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302390"/>
            <a:ext cx="7886700" cy="3726810"/>
          </a:xfrm>
        </p:spPr>
        <p:txBody>
          <a:bodyPr>
            <a:noAutofit/>
          </a:bodyPr>
          <a:lstStyle/>
          <a:p>
            <a:pPr marL="800100" lvl="3" indent="-342900" algn="just">
              <a:spcAft>
                <a:spcPts val="50"/>
              </a:spcAft>
            </a:pPr>
            <a:r>
              <a:rPr lang="pt-BR" sz="1100" dirty="0" smtClean="0"/>
              <a:t>Identificar a ferramenta a ser utilizada (GDI ou HP)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 smtClean="0"/>
              <a:t>Identificar </a:t>
            </a:r>
            <a:r>
              <a:rPr lang="pt-BR" sz="1100" dirty="0"/>
              <a:t>o cenário atual do BDGC (Famílias, relacionamentos, atributos e impactos);</a:t>
            </a:r>
          </a:p>
          <a:p>
            <a:pPr marL="800100" lvl="3" indent="-342900" algn="just">
              <a:lnSpc>
                <a:spcPct val="120000"/>
              </a:lnSpc>
              <a:spcAft>
                <a:spcPts val="50"/>
              </a:spcAft>
            </a:pPr>
            <a:r>
              <a:rPr lang="pt-BR" sz="1100" dirty="0"/>
              <a:t>Definir quais são os serviços, softwares, hardwares, contratos e / ou documentos deverão ser controlados pelo processo de Gerenciamento de Configuração e Ativos de TI;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a granularidade dos Itens de Configuração;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o padrão de nomenclatura;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as regras de relacionamentos entre os </a:t>
            </a:r>
            <a:r>
              <a:rPr lang="pt-BR" sz="1100" dirty="0" err="1"/>
              <a:t>IC´s</a:t>
            </a:r>
            <a:r>
              <a:rPr lang="pt-BR" sz="1100" dirty="0"/>
              <a:t>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o ciclo de vida dos Itens de Configuração (status, classificações e atributos);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a política de utilização, administração e expurgo;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regras e periodicidade de cargas de dados;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regras e periodicidade para verificação da aderência (auditoria);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a prioridade de popular o BDGC;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Definir as Fases para popular o BDGC;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Solicitar parametrizações / customizações na ferramenta;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Criar relatórios analíticos, executivos e visões gráficas;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Criar indicadores e relatórios de análise crítica;</a:t>
            </a:r>
          </a:p>
          <a:p>
            <a:pPr marL="800100" lvl="3" indent="-342900" algn="just">
              <a:spcAft>
                <a:spcPts val="50"/>
              </a:spcAft>
            </a:pPr>
            <a:r>
              <a:rPr lang="pt-BR" sz="1100" dirty="0"/>
              <a:t>Revisar o Processo atual e adequar a nova realidade</a:t>
            </a:r>
            <a:r>
              <a:rPr lang="pt-BR" sz="1100" dirty="0" smtClean="0"/>
              <a:t>;</a:t>
            </a:r>
            <a:endParaRPr lang="pt-BR" sz="11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627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15107</TotalTime>
  <Words>1115</Words>
  <Application>Microsoft Office PowerPoint</Application>
  <PresentationFormat>Personalizar</PresentationFormat>
  <Paragraphs>138</Paragraphs>
  <Slides>12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Índice</vt:lpstr>
      <vt:lpstr>Conceitos</vt:lpstr>
      <vt:lpstr>Missão e Benefícios</vt:lpstr>
      <vt:lpstr>Objetivo</vt:lpstr>
      <vt:lpstr>Interação com outros Processos</vt:lpstr>
      <vt:lpstr>Responsabilidade</vt:lpstr>
      <vt:lpstr>Modelo Conceitual</vt:lpstr>
      <vt:lpstr>Ex. Mapa do Serviço - Gravadores</vt:lpstr>
      <vt:lpstr>Apresentação do PowerPoint</vt:lpstr>
      <vt:lpstr>Ciclo de Vida de cada IC</vt:lpstr>
      <vt:lpstr>Escopo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Chacon;Henrique</dc:creator>
  <cp:lastModifiedBy>Henrique</cp:lastModifiedBy>
  <cp:revision>873</cp:revision>
  <dcterms:created xsi:type="dcterms:W3CDTF">2015-08-20T14:57:26Z</dcterms:created>
  <dcterms:modified xsi:type="dcterms:W3CDTF">2016-05-20T19:47:20Z</dcterms:modified>
</cp:coreProperties>
</file>