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</p:sldMasterIdLst>
  <p:notesMasterIdLst>
    <p:notesMasterId r:id="rId8"/>
  </p:notesMasterIdLst>
  <p:sldIdLst>
    <p:sldId id="274" r:id="rId3"/>
    <p:sldId id="258" r:id="rId4"/>
    <p:sldId id="275" r:id="rId5"/>
    <p:sldId id="276" r:id="rId6"/>
    <p:sldId id="277" r:id="rId7"/>
  </p:sldIdLst>
  <p:sldSz cx="10691813" cy="6642100"/>
  <p:notesSz cx="6858000" cy="9144000"/>
  <p:defaultTextStyle>
    <a:defPPr>
      <a:defRPr lang="pt-BR"/>
    </a:defPPr>
    <a:lvl1pPr marL="0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1pPr>
    <a:lvl2pPr marL="416006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2pPr>
    <a:lvl3pPr marL="832013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3pPr>
    <a:lvl4pPr marL="1248019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4pPr>
    <a:lvl5pPr marL="1664025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5pPr>
    <a:lvl6pPr marL="2080031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6pPr>
    <a:lvl7pPr marL="2496038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7pPr>
    <a:lvl8pPr marL="2912044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8pPr>
    <a:lvl9pPr marL="3328050" algn="l" defTabSz="832013" rtl="0" eaLnBrk="1" latinLnBrk="0" hangingPunct="1">
      <a:defRPr sz="163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092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4" d="100"/>
          <a:sy n="84" d="100"/>
        </p:scale>
        <p:origin x="-336" y="240"/>
      </p:cViewPr>
      <p:guideLst>
        <p:guide orient="horz" pos="2092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CD5B3-594F-4C31-93F8-563646B11F32}" type="datetimeFigureOut">
              <a:rPr lang="pt-BR" smtClean="0"/>
              <a:t>30/10/2013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9925" y="685800"/>
            <a:ext cx="55181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422C8-F614-4B43-8D57-72DEEC3BC2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324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422C8-F614-4B43-8D57-72DEEC3BC2B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097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Institucional_V5.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691813" cy="664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43914-64A8-474A-BEE3-26B904CF20EA}" type="datetimeFigureOut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83E01-E0A2-425A-8D49-20C9054FD08D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95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Institucional_V5.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691813" cy="664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506FE-DA6B-4A9C-A87B-161AE52CA45B}" type="datetimeFigureOut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DC26B-472B-4479-BADF-5A5326C0B2EC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014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B1DF4-0184-41F6-9213-0B02BC5F5809}" type="datetimeFigureOut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B2EE4-6F07-49FB-8C6D-1A6826F3E52E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017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Institucional_V5.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691813" cy="664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43914-64A8-474A-BEE3-26B904CF20EA}" type="datetimeFigureOut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83E01-E0A2-425A-8D49-20C9054FD08D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65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Institucional_V5.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691813" cy="664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506FE-DA6B-4A9C-A87B-161AE52CA45B}" type="datetimeFigureOut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DC26B-472B-4479-BADF-5A5326C0B2EC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35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B1DF4-0184-41F6-9213-0B02BC5F5809}" type="datetimeFigureOut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B2EE4-6F07-49FB-8C6D-1A6826F3E52E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04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534909" y="266700"/>
            <a:ext cx="9621997" cy="110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534909" y="1549401"/>
            <a:ext cx="9621997" cy="438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4908" y="6156327"/>
            <a:ext cx="2495180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87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914309">
              <a:defRPr/>
            </a:pPr>
            <a:fld id="{872057AA-2220-4CC5-838A-F2821CBAE4F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309"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652297" y="6156327"/>
            <a:ext cx="3387222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87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914309"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7661727" y="6156327"/>
            <a:ext cx="2495180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87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914309">
              <a:defRPr/>
            </a:pPr>
            <a:fld id="{2DAC3970-1756-4AAB-99FC-A1261C8C75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309"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1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398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5pPr>
      <a:lvl6pPr marL="414002"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6pPr>
      <a:lvl7pPr marL="828003"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7pPr>
      <a:lvl8pPr marL="1242005"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8pPr>
      <a:lvl9pPr marL="1656006" algn="ctr" rtl="0" fontAlgn="base">
        <a:spcBef>
          <a:spcPct val="0"/>
        </a:spcBef>
        <a:spcAft>
          <a:spcPct val="0"/>
        </a:spcAft>
        <a:defRPr sz="3985">
          <a:solidFill>
            <a:schemeClr val="tx1"/>
          </a:solidFill>
          <a:latin typeface="Calibri" pitchFamily="34" charset="0"/>
        </a:defRPr>
      </a:lvl9pPr>
    </p:titleStyle>
    <p:bodyStyle>
      <a:lvl1pPr marL="310501" indent="-310501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1pPr>
      <a:lvl2pPr marL="672753" indent="-258751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536" kern="1200">
          <a:solidFill>
            <a:schemeClr val="tx1"/>
          </a:solidFill>
          <a:latin typeface="+mn-lt"/>
          <a:ea typeface="+mn-ea"/>
          <a:cs typeface="+mn-cs"/>
        </a:defRPr>
      </a:lvl2pPr>
      <a:lvl3pPr marL="1035004" indent="-207001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449006" indent="-207001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1811" kern="1200">
          <a:solidFill>
            <a:schemeClr val="tx1"/>
          </a:solidFill>
          <a:latin typeface="+mn-lt"/>
          <a:ea typeface="+mn-ea"/>
          <a:cs typeface="+mn-cs"/>
        </a:defRPr>
      </a:lvl4pPr>
      <a:lvl5pPr marL="1863008" indent="-207001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811" kern="1200">
          <a:solidFill>
            <a:schemeClr val="tx1"/>
          </a:solidFill>
          <a:latin typeface="+mn-lt"/>
          <a:ea typeface="+mn-ea"/>
          <a:cs typeface="+mn-cs"/>
        </a:defRPr>
      </a:lvl5pPr>
      <a:lvl6pPr marL="2277009" indent="-207001" algn="l" defTabSz="828003" rtl="0" eaLnBrk="1" latinLnBrk="0" hangingPunct="1">
        <a:spcBef>
          <a:spcPct val="20000"/>
        </a:spcBef>
        <a:buFont typeface="Arial" pitchFamily="34" charset="0"/>
        <a:buChar char="•"/>
        <a:defRPr sz="1811" kern="1200">
          <a:solidFill>
            <a:schemeClr val="tx1"/>
          </a:solidFill>
          <a:latin typeface="+mn-lt"/>
          <a:ea typeface="+mn-ea"/>
          <a:cs typeface="+mn-cs"/>
        </a:defRPr>
      </a:lvl6pPr>
      <a:lvl7pPr marL="2691011" indent="-207001" algn="l" defTabSz="828003" rtl="0" eaLnBrk="1" latinLnBrk="0" hangingPunct="1">
        <a:spcBef>
          <a:spcPct val="20000"/>
        </a:spcBef>
        <a:buFont typeface="Arial" pitchFamily="34" charset="0"/>
        <a:buChar char="•"/>
        <a:defRPr sz="1811" kern="1200">
          <a:solidFill>
            <a:schemeClr val="tx1"/>
          </a:solidFill>
          <a:latin typeface="+mn-lt"/>
          <a:ea typeface="+mn-ea"/>
          <a:cs typeface="+mn-cs"/>
        </a:defRPr>
      </a:lvl7pPr>
      <a:lvl8pPr marL="3105012" indent="-207001" algn="l" defTabSz="828003" rtl="0" eaLnBrk="1" latinLnBrk="0" hangingPunct="1">
        <a:spcBef>
          <a:spcPct val="20000"/>
        </a:spcBef>
        <a:buFont typeface="Arial" pitchFamily="34" charset="0"/>
        <a:buChar char="•"/>
        <a:defRPr sz="1811" kern="1200">
          <a:solidFill>
            <a:schemeClr val="tx1"/>
          </a:solidFill>
          <a:latin typeface="+mn-lt"/>
          <a:ea typeface="+mn-ea"/>
          <a:cs typeface="+mn-cs"/>
        </a:defRPr>
      </a:lvl8pPr>
      <a:lvl9pPr marL="3519014" indent="-207001" algn="l" defTabSz="828003" rtl="0" eaLnBrk="1" latinLnBrk="0" hangingPunct="1">
        <a:spcBef>
          <a:spcPct val="20000"/>
        </a:spcBef>
        <a:buFont typeface="Arial" pitchFamily="34" charset="0"/>
        <a:buChar char="•"/>
        <a:defRPr sz="1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414002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2pPr>
      <a:lvl3pPr marL="828003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3pPr>
      <a:lvl4pPr marL="1242005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656006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070008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484010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2898011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312013" algn="l" defTabSz="828003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534909" y="266700"/>
            <a:ext cx="9621997" cy="110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534909" y="1549401"/>
            <a:ext cx="9621997" cy="438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4908" y="6156326"/>
            <a:ext cx="2495180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914309">
              <a:defRPr/>
            </a:pPr>
            <a:fld id="{872057AA-2220-4CC5-838A-F2821CBAE4F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309">
                <a:defRPr/>
              </a:pPr>
              <a:t>30/10/2013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652296" y="6156326"/>
            <a:ext cx="3387222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914309">
              <a:defRPr/>
            </a:pPr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7661726" y="6156326"/>
            <a:ext cx="2495180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914309">
              <a:defRPr/>
            </a:pPr>
            <a:fld id="{2DAC3970-1756-4AAB-99FC-A1261C8C75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309">
                <a:defRPr/>
              </a:pPr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53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0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463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617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866" indent="-342866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6" indent="-285721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8"/>
          <a:stretch/>
        </p:blipFill>
        <p:spPr>
          <a:xfrm>
            <a:off x="-1" y="1161131"/>
            <a:ext cx="10691813" cy="548047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381686" y="1886327"/>
            <a:ext cx="79284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09" fontAlgn="base">
              <a:spcBef>
                <a:spcPct val="0"/>
              </a:spcBef>
              <a:spcAft>
                <a:spcPct val="0"/>
              </a:spcAft>
            </a:pPr>
            <a:r>
              <a:rPr lang="pt-BR" sz="4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ea typeface="Verdana" pitchFamily="34" charset="0"/>
                <a:cs typeface="Verdana" pitchFamily="34" charset="0"/>
              </a:rPr>
              <a:t>Solicitação de Laudo</a:t>
            </a:r>
            <a:endParaRPr lang="pt-BR" sz="4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  <a:ea typeface="Verdana" pitchFamily="34" charset="0"/>
              <a:cs typeface="Verdana" pitchFamily="34" charset="0"/>
            </a:endParaRPr>
          </a:p>
          <a:p>
            <a:pPr algn="ctr" defTabSz="914309" fontAlgn="base">
              <a:spcBef>
                <a:spcPct val="0"/>
              </a:spcBef>
              <a:spcAft>
                <a:spcPct val="0"/>
              </a:spcAft>
            </a:pPr>
            <a:endParaRPr lang="pt-BR" sz="4000" dirty="0">
              <a:solidFill>
                <a:prstClr val="black"/>
              </a:solidFill>
              <a:latin typeface="Century Gothic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5018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84"/>
          <a:stretch/>
        </p:blipFill>
        <p:spPr>
          <a:xfrm>
            <a:off x="0" y="9174"/>
            <a:ext cx="10691812" cy="652277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954972" y="58388"/>
            <a:ext cx="486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latin typeface="+mj-lt"/>
              </a:rPr>
              <a:t>Como solicitar um laudo técnico</a:t>
            </a:r>
            <a:endParaRPr lang="pt-BR" sz="2800" dirty="0">
              <a:latin typeface="+mj-l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462" y="1448842"/>
            <a:ext cx="5486400" cy="1666875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341" y="3537074"/>
            <a:ext cx="5495925" cy="230505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0" name="Texto explicativo retangular com cantos arredondados 69"/>
          <p:cNvSpPr/>
          <p:nvPr/>
        </p:nvSpPr>
        <p:spPr>
          <a:xfrm>
            <a:off x="593378" y="1448842"/>
            <a:ext cx="1956548" cy="967804"/>
          </a:xfrm>
          <a:prstGeom prst="wedgeRoundRectCallout">
            <a:avLst>
              <a:gd name="adj1" fmla="val 75288"/>
              <a:gd name="adj2" fmla="val 53322"/>
              <a:gd name="adj3" fmla="val 16667"/>
            </a:avLst>
          </a:prstGeom>
          <a:solidFill>
            <a:schemeClr val="bg1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100" b="1" dirty="0" smtClean="0">
                <a:solidFill>
                  <a:schemeClr val="tx1"/>
                </a:solidFill>
              </a:rPr>
              <a:t>Criar solicitação</a:t>
            </a:r>
            <a:endParaRPr lang="pt-BR" sz="1100" b="1" dirty="0">
              <a:solidFill>
                <a:schemeClr val="tx1"/>
              </a:solidFill>
            </a:endParaRPr>
          </a:p>
        </p:txBody>
      </p:sp>
      <p:sp>
        <p:nvSpPr>
          <p:cNvPr id="71" name="Texto explicativo retangular com cantos arredondados 70"/>
          <p:cNvSpPr/>
          <p:nvPr/>
        </p:nvSpPr>
        <p:spPr>
          <a:xfrm>
            <a:off x="305346" y="3537074"/>
            <a:ext cx="1956548" cy="967804"/>
          </a:xfrm>
          <a:prstGeom prst="wedgeRoundRectCallout">
            <a:avLst>
              <a:gd name="adj1" fmla="val 89712"/>
              <a:gd name="adj2" fmla="val 74318"/>
              <a:gd name="adj3" fmla="val 16667"/>
            </a:avLst>
          </a:prstGeom>
          <a:solidFill>
            <a:schemeClr val="bg1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100" b="1" dirty="0" smtClean="0">
                <a:solidFill>
                  <a:schemeClr val="tx1"/>
                </a:solidFill>
              </a:rPr>
              <a:t>Escolher site</a:t>
            </a:r>
          </a:p>
          <a:p>
            <a:pPr algn="ctr"/>
            <a:r>
              <a:rPr lang="pt-BR" sz="1100" b="1" dirty="0" smtClean="0">
                <a:solidFill>
                  <a:schemeClr val="tx1"/>
                </a:solidFill>
              </a:rPr>
              <a:t>O tipo de solicitação deve ser </a:t>
            </a:r>
            <a:r>
              <a:rPr lang="pt-BR" sz="1100" b="1" u="sng" dirty="0" smtClean="0">
                <a:solidFill>
                  <a:schemeClr val="tx1"/>
                </a:solidFill>
              </a:rPr>
              <a:t>REQUISIÇÃO DE SERVIÇO</a:t>
            </a:r>
            <a:endParaRPr lang="pt-BR" sz="11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67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84"/>
          <a:stretch/>
        </p:blipFill>
        <p:spPr>
          <a:xfrm>
            <a:off x="0" y="9174"/>
            <a:ext cx="10691812" cy="652277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954972" y="58388"/>
            <a:ext cx="486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latin typeface="+mj-lt"/>
              </a:rPr>
              <a:t>Como solicitar um laudo técnico</a:t>
            </a:r>
            <a:endParaRPr lang="pt-BR" sz="2800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434" y="2096914"/>
            <a:ext cx="6562725" cy="215265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o explicativo retangular com cantos arredondados 6"/>
          <p:cNvSpPr/>
          <p:nvPr/>
        </p:nvSpPr>
        <p:spPr>
          <a:xfrm>
            <a:off x="8298234" y="3105026"/>
            <a:ext cx="1956548" cy="927497"/>
          </a:xfrm>
          <a:prstGeom prst="wedgeRoundRectCallout">
            <a:avLst>
              <a:gd name="adj1" fmla="val -81073"/>
              <a:gd name="adj2" fmla="val -742"/>
              <a:gd name="adj3" fmla="val 16667"/>
            </a:avLst>
          </a:prstGeom>
          <a:solidFill>
            <a:schemeClr val="bg1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 smtClean="0">
                <a:solidFill>
                  <a:schemeClr val="tx1"/>
                </a:solidFill>
              </a:rPr>
              <a:t>Selecionar cliente operação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eta para a esquerda 2"/>
          <p:cNvSpPr/>
          <p:nvPr/>
        </p:nvSpPr>
        <p:spPr>
          <a:xfrm>
            <a:off x="6570042" y="3465066"/>
            <a:ext cx="792088" cy="360040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eta para baixo 3"/>
          <p:cNvSpPr/>
          <p:nvPr/>
        </p:nvSpPr>
        <p:spPr>
          <a:xfrm>
            <a:off x="4049762" y="3033018"/>
            <a:ext cx="329034" cy="432048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231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84"/>
          <a:stretch/>
        </p:blipFill>
        <p:spPr>
          <a:xfrm>
            <a:off x="0" y="9174"/>
            <a:ext cx="10691812" cy="652277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954972" y="58388"/>
            <a:ext cx="486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latin typeface="+mj-lt"/>
              </a:rPr>
              <a:t>Como solicitar um laudo técnico</a:t>
            </a:r>
            <a:endParaRPr lang="pt-BR" sz="28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434" y="2240930"/>
            <a:ext cx="7981950" cy="3915544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o explicativo retangular com cantos arredondados 5"/>
          <p:cNvSpPr/>
          <p:nvPr/>
        </p:nvSpPr>
        <p:spPr>
          <a:xfrm>
            <a:off x="7146106" y="809377"/>
            <a:ext cx="2880320" cy="927497"/>
          </a:xfrm>
          <a:prstGeom prst="wedgeRoundRectCallout">
            <a:avLst>
              <a:gd name="adj1" fmla="val -100223"/>
              <a:gd name="adj2" fmla="val 96629"/>
              <a:gd name="adj3" fmla="val 16667"/>
            </a:avLst>
          </a:prstGeom>
          <a:solidFill>
            <a:schemeClr val="bg1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 smtClean="0">
                <a:solidFill>
                  <a:schemeClr val="tx1"/>
                </a:solidFill>
              </a:rPr>
              <a:t>Preencher categoria subcategoria</a:t>
            </a:r>
          </a:p>
          <a:p>
            <a:pPr algn="ctr"/>
            <a:r>
              <a:rPr lang="pt-BR" sz="1600" b="1" dirty="0" smtClean="0">
                <a:solidFill>
                  <a:schemeClr val="tx1"/>
                </a:solidFill>
              </a:rPr>
              <a:t>Relatórios / desenvolvimento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eta para cima 2"/>
          <p:cNvSpPr/>
          <p:nvPr/>
        </p:nvSpPr>
        <p:spPr>
          <a:xfrm>
            <a:off x="4193778" y="3681090"/>
            <a:ext cx="360040" cy="432048"/>
          </a:xfrm>
          <a:prstGeom prst="up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eta para cima 7"/>
          <p:cNvSpPr/>
          <p:nvPr/>
        </p:nvSpPr>
        <p:spPr>
          <a:xfrm>
            <a:off x="6426026" y="3681090"/>
            <a:ext cx="360040" cy="432048"/>
          </a:xfrm>
          <a:prstGeom prst="up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240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11" y="2240930"/>
            <a:ext cx="8507858" cy="4283968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Imagem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84"/>
          <a:stretch/>
        </p:blipFill>
        <p:spPr>
          <a:xfrm>
            <a:off x="0" y="9174"/>
            <a:ext cx="10691812" cy="652277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954972" y="58388"/>
            <a:ext cx="486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latin typeface="+mj-lt"/>
              </a:rPr>
              <a:t>Como solicitar um laudo técnico</a:t>
            </a:r>
            <a:endParaRPr lang="pt-BR" sz="2800" dirty="0">
              <a:latin typeface="+mj-lt"/>
            </a:endParaRPr>
          </a:p>
        </p:txBody>
      </p:sp>
      <p:sp>
        <p:nvSpPr>
          <p:cNvPr id="6" name="Texto explicativo retangular com cantos arredondados 5"/>
          <p:cNvSpPr/>
          <p:nvPr/>
        </p:nvSpPr>
        <p:spPr>
          <a:xfrm>
            <a:off x="449362" y="805467"/>
            <a:ext cx="3672408" cy="1003415"/>
          </a:xfrm>
          <a:prstGeom prst="wedgeRoundRectCallout">
            <a:avLst>
              <a:gd name="adj1" fmla="val 42814"/>
              <a:gd name="adj2" fmla="val 85267"/>
              <a:gd name="adj3" fmla="val 16667"/>
            </a:avLst>
          </a:prstGeom>
          <a:solidFill>
            <a:schemeClr val="bg1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 dirty="0" smtClean="0">
                <a:solidFill>
                  <a:schemeClr val="tx1"/>
                </a:solidFill>
              </a:rPr>
              <a:t>No campo descrição: Informar o que deseja,</a:t>
            </a:r>
          </a:p>
          <a:p>
            <a:pPr algn="ctr"/>
            <a:r>
              <a:rPr lang="pt-BR" sz="1400" b="1" dirty="0" smtClean="0">
                <a:solidFill>
                  <a:schemeClr val="tx1"/>
                </a:solidFill>
              </a:rPr>
              <a:t>É obrigatório no numero do chamado de incidente pelo qual o problema esta sendo tratado.</a:t>
            </a:r>
          </a:p>
        </p:txBody>
      </p:sp>
    </p:spTree>
    <p:extLst>
      <p:ext uri="{BB962C8B-B14F-4D97-AF65-F5344CB8AC3E}">
        <p14:creationId xmlns:p14="http://schemas.microsoft.com/office/powerpoint/2010/main" val="102097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71</Words>
  <Application>Microsoft Office PowerPoint</Application>
  <PresentationFormat>Personalizar</PresentationFormat>
  <Paragraphs>14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1_Tema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eduardo.pires</dc:creator>
  <cp:lastModifiedBy>Simone Araujo de Oliveira Lopes</cp:lastModifiedBy>
  <cp:revision>31</cp:revision>
  <dcterms:created xsi:type="dcterms:W3CDTF">2013-09-02T12:39:01Z</dcterms:created>
  <dcterms:modified xsi:type="dcterms:W3CDTF">2013-10-30T17:08:31Z</dcterms:modified>
</cp:coreProperties>
</file>