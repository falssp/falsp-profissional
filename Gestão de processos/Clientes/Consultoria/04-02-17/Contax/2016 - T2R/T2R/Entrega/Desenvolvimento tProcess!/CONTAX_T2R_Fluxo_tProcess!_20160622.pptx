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47" d="100"/>
          <a:sy n="47" d="100"/>
        </p:scale>
        <p:origin x="2774" y="67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AD1E-B9E1-45C5-BDF8-777B76F9FD16}" type="datetimeFigureOut">
              <a:rPr lang="pt-BR" smtClean="0"/>
              <a:t>22/06/2016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E2E5B-5BE1-4174-80CF-9F39C094EE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952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AD1E-B9E1-45C5-BDF8-777B76F9FD16}" type="datetimeFigureOut">
              <a:rPr lang="pt-BR" smtClean="0"/>
              <a:t>22/06/2016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E2E5B-5BE1-4174-80CF-9F39C094EE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4457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AD1E-B9E1-45C5-BDF8-777B76F9FD16}" type="datetimeFigureOut">
              <a:rPr lang="pt-BR" smtClean="0"/>
              <a:t>22/06/2016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E2E5B-5BE1-4174-80CF-9F39C094EE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706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AD1E-B9E1-45C5-BDF8-777B76F9FD16}" type="datetimeFigureOut">
              <a:rPr lang="pt-BR" smtClean="0"/>
              <a:t>22/06/2016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E2E5B-5BE1-4174-80CF-9F39C094EE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7327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AD1E-B9E1-45C5-BDF8-777B76F9FD16}" type="datetimeFigureOut">
              <a:rPr lang="pt-BR" smtClean="0"/>
              <a:t>22/06/2016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E2E5B-5BE1-4174-80CF-9F39C094EE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2438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AD1E-B9E1-45C5-BDF8-777B76F9FD16}" type="datetimeFigureOut">
              <a:rPr lang="pt-BR" smtClean="0"/>
              <a:t>22/06/2016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E2E5B-5BE1-4174-80CF-9F39C094EE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5606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AD1E-B9E1-45C5-BDF8-777B76F9FD16}" type="datetimeFigureOut">
              <a:rPr lang="pt-BR" smtClean="0"/>
              <a:t>22/06/2016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E2E5B-5BE1-4174-80CF-9F39C094EE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7802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AD1E-B9E1-45C5-BDF8-777B76F9FD16}" type="datetimeFigureOut">
              <a:rPr lang="pt-BR" smtClean="0"/>
              <a:t>22/06/2016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E2E5B-5BE1-4174-80CF-9F39C094EE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4163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AD1E-B9E1-45C5-BDF8-777B76F9FD16}" type="datetimeFigureOut">
              <a:rPr lang="pt-BR" smtClean="0"/>
              <a:t>22/06/2016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E2E5B-5BE1-4174-80CF-9F39C094EE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9340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AD1E-B9E1-45C5-BDF8-777B76F9FD16}" type="datetimeFigureOut">
              <a:rPr lang="pt-BR" smtClean="0"/>
              <a:t>22/06/2016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E2E5B-5BE1-4174-80CF-9F39C094EE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677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AD1E-B9E1-45C5-BDF8-777B76F9FD16}" type="datetimeFigureOut">
              <a:rPr lang="pt-BR" smtClean="0"/>
              <a:t>22/06/2016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E2E5B-5BE1-4174-80CF-9F39C094EE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7502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1AD1E-B9E1-45C5-BDF8-777B76F9FD16}" type="datetimeFigureOut">
              <a:rPr lang="pt-BR" smtClean="0"/>
              <a:t>22/06/2016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E2E5B-5BE1-4174-80CF-9F39C094EE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3964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2706624" y="804672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Aberto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0" y="15240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Mudança Técnica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-4319" y="29289"/>
            <a:ext cx="5854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Usuário</a:t>
            </a:r>
          </a:p>
        </p:txBody>
      </p:sp>
      <p:cxnSp>
        <p:nvCxnSpPr>
          <p:cNvPr id="9" name="Conector reto 8"/>
          <p:cNvCxnSpPr/>
          <p:nvPr/>
        </p:nvCxnSpPr>
        <p:spPr>
          <a:xfrm>
            <a:off x="0" y="1773936"/>
            <a:ext cx="6858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/>
          <p:cNvSpPr/>
          <p:nvPr/>
        </p:nvSpPr>
        <p:spPr>
          <a:xfrm>
            <a:off x="2706624" y="2237233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Validação</a:t>
            </a:r>
          </a:p>
        </p:txBody>
      </p:sp>
      <p:cxnSp>
        <p:nvCxnSpPr>
          <p:cNvPr id="13" name="Conector de Seta Reta 12"/>
          <p:cNvCxnSpPr>
            <a:stCxn id="5" idx="2"/>
            <a:endCxn id="11" idx="0"/>
          </p:cNvCxnSpPr>
          <p:nvPr/>
        </p:nvCxnSpPr>
        <p:spPr>
          <a:xfrm>
            <a:off x="3432048" y="1310640"/>
            <a:ext cx="0" cy="926593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0" y="3218688"/>
            <a:ext cx="6858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-4319" y="1804941"/>
            <a:ext cx="17203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Gerenciamento de Mudanças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2703576" y="3676554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Execução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0" y="3301843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Executor</a:t>
            </a:r>
          </a:p>
        </p:txBody>
      </p:sp>
      <p:cxnSp>
        <p:nvCxnSpPr>
          <p:cNvPr id="18" name="Conector de Seta Reta 17"/>
          <p:cNvCxnSpPr>
            <a:stCxn id="11" idx="2"/>
            <a:endCxn id="16" idx="0"/>
          </p:cNvCxnSpPr>
          <p:nvPr/>
        </p:nvCxnSpPr>
        <p:spPr>
          <a:xfrm flipH="1">
            <a:off x="3429000" y="2743201"/>
            <a:ext cx="3048" cy="933353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2703576" y="4773834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Revisão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2703576" y="5843016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Resolvido</a:t>
            </a:r>
          </a:p>
        </p:txBody>
      </p:sp>
      <p:cxnSp>
        <p:nvCxnSpPr>
          <p:cNvPr id="23" name="Conector reto 22"/>
          <p:cNvCxnSpPr/>
          <p:nvPr/>
        </p:nvCxnSpPr>
        <p:spPr>
          <a:xfrm>
            <a:off x="0" y="6809232"/>
            <a:ext cx="6858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>
            <a:stCxn id="16" idx="2"/>
            <a:endCxn id="21" idx="0"/>
          </p:cNvCxnSpPr>
          <p:nvPr/>
        </p:nvCxnSpPr>
        <p:spPr>
          <a:xfrm>
            <a:off x="3429000" y="4182522"/>
            <a:ext cx="0" cy="591312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21" idx="2"/>
            <a:endCxn id="22" idx="0"/>
          </p:cNvCxnSpPr>
          <p:nvPr/>
        </p:nvCxnSpPr>
        <p:spPr>
          <a:xfrm>
            <a:off x="3429000" y="5279802"/>
            <a:ext cx="0" cy="563214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/>
          <p:cNvCxnSpPr>
            <a:stCxn id="22" idx="2"/>
            <a:endCxn id="32" idx="0"/>
          </p:cNvCxnSpPr>
          <p:nvPr/>
        </p:nvCxnSpPr>
        <p:spPr>
          <a:xfrm>
            <a:off x="3429000" y="6348984"/>
            <a:ext cx="0" cy="924018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tângulo 31"/>
          <p:cNvSpPr/>
          <p:nvPr/>
        </p:nvSpPr>
        <p:spPr>
          <a:xfrm>
            <a:off x="2703576" y="7273002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Fechado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0" y="6809232"/>
            <a:ext cx="17203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Gerenciamento de Mudanças</a:t>
            </a:r>
          </a:p>
        </p:txBody>
      </p:sp>
      <p:cxnSp>
        <p:nvCxnSpPr>
          <p:cNvPr id="36" name="Conector Angulado 35"/>
          <p:cNvCxnSpPr>
            <a:stCxn id="32" idx="1"/>
            <a:endCxn id="21" idx="1"/>
          </p:cNvCxnSpPr>
          <p:nvPr/>
        </p:nvCxnSpPr>
        <p:spPr>
          <a:xfrm rot="10800000">
            <a:off x="2703576" y="5026818"/>
            <a:ext cx="12700" cy="2499168"/>
          </a:xfrm>
          <a:prstGeom prst="bentConnector3">
            <a:avLst>
              <a:gd name="adj1" fmla="val 2700000"/>
            </a:avLst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Angulado 37"/>
          <p:cNvCxnSpPr>
            <a:stCxn id="11" idx="1"/>
            <a:endCxn id="5" idx="1"/>
          </p:cNvCxnSpPr>
          <p:nvPr/>
        </p:nvCxnSpPr>
        <p:spPr>
          <a:xfrm rot="10800000">
            <a:off x="2706624" y="1057657"/>
            <a:ext cx="12700" cy="1432561"/>
          </a:xfrm>
          <a:prstGeom prst="bentConnector3">
            <a:avLst>
              <a:gd name="adj1" fmla="val 2820000"/>
            </a:avLst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tângulo 44"/>
          <p:cNvSpPr/>
          <p:nvPr/>
        </p:nvSpPr>
        <p:spPr>
          <a:xfrm>
            <a:off x="4870196" y="2237233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Cancelado</a:t>
            </a:r>
          </a:p>
        </p:txBody>
      </p:sp>
      <p:cxnSp>
        <p:nvCxnSpPr>
          <p:cNvPr id="46" name="Conector de Seta Reta 45"/>
          <p:cNvCxnSpPr>
            <a:stCxn id="11" idx="3"/>
            <a:endCxn id="45" idx="1"/>
          </p:cNvCxnSpPr>
          <p:nvPr/>
        </p:nvCxnSpPr>
        <p:spPr>
          <a:xfrm>
            <a:off x="4157472" y="2490217"/>
            <a:ext cx="712724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Angulado 48"/>
          <p:cNvCxnSpPr>
            <a:stCxn id="45" idx="2"/>
            <a:endCxn id="32" idx="3"/>
          </p:cNvCxnSpPr>
          <p:nvPr/>
        </p:nvCxnSpPr>
        <p:spPr>
          <a:xfrm rot="5400000">
            <a:off x="2483630" y="4413995"/>
            <a:ext cx="4782785" cy="1441196"/>
          </a:xfrm>
          <a:prstGeom prst="bentConnector2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034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2706624" y="804672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Aberto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0" y="15240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Mudança Emergencial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-4319" y="29289"/>
            <a:ext cx="5854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Usuário</a:t>
            </a:r>
          </a:p>
        </p:txBody>
      </p:sp>
      <p:cxnSp>
        <p:nvCxnSpPr>
          <p:cNvPr id="9" name="Conector reto 8"/>
          <p:cNvCxnSpPr/>
          <p:nvPr/>
        </p:nvCxnSpPr>
        <p:spPr>
          <a:xfrm>
            <a:off x="0" y="1773936"/>
            <a:ext cx="6858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/>
          <p:cNvSpPr/>
          <p:nvPr/>
        </p:nvSpPr>
        <p:spPr>
          <a:xfrm>
            <a:off x="2706624" y="2237233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Validação</a:t>
            </a:r>
          </a:p>
        </p:txBody>
      </p:sp>
      <p:cxnSp>
        <p:nvCxnSpPr>
          <p:cNvPr id="13" name="Conector de Seta Reta 12"/>
          <p:cNvCxnSpPr>
            <a:stCxn id="5" idx="2"/>
            <a:endCxn id="11" idx="0"/>
          </p:cNvCxnSpPr>
          <p:nvPr/>
        </p:nvCxnSpPr>
        <p:spPr>
          <a:xfrm>
            <a:off x="3432048" y="1310640"/>
            <a:ext cx="0" cy="926593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0" y="4300728"/>
            <a:ext cx="6858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-4319" y="1804941"/>
            <a:ext cx="17203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Gerenciamento de Mudanças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2703576" y="4651914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Execução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0" y="4383883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Executor</a:t>
            </a:r>
          </a:p>
        </p:txBody>
      </p:sp>
      <p:cxnSp>
        <p:nvCxnSpPr>
          <p:cNvPr id="18" name="Conector de Seta Reta 17"/>
          <p:cNvCxnSpPr>
            <a:stCxn id="11" idx="2"/>
            <a:endCxn id="25" idx="0"/>
          </p:cNvCxnSpPr>
          <p:nvPr/>
        </p:nvCxnSpPr>
        <p:spPr>
          <a:xfrm>
            <a:off x="3432048" y="2743201"/>
            <a:ext cx="2032" cy="569975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2703576" y="5749194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Revisão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2703576" y="6818376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Resolvido</a:t>
            </a:r>
          </a:p>
        </p:txBody>
      </p:sp>
      <p:cxnSp>
        <p:nvCxnSpPr>
          <p:cNvPr id="23" name="Conector reto 22"/>
          <p:cNvCxnSpPr/>
          <p:nvPr/>
        </p:nvCxnSpPr>
        <p:spPr>
          <a:xfrm>
            <a:off x="0" y="7784592"/>
            <a:ext cx="6858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>
            <a:stCxn id="16" idx="2"/>
            <a:endCxn id="21" idx="0"/>
          </p:cNvCxnSpPr>
          <p:nvPr/>
        </p:nvCxnSpPr>
        <p:spPr>
          <a:xfrm>
            <a:off x="3429000" y="5157882"/>
            <a:ext cx="0" cy="591312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21" idx="2"/>
            <a:endCxn id="22" idx="0"/>
          </p:cNvCxnSpPr>
          <p:nvPr/>
        </p:nvCxnSpPr>
        <p:spPr>
          <a:xfrm>
            <a:off x="3429000" y="6255162"/>
            <a:ext cx="0" cy="563214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/>
          <p:cNvCxnSpPr>
            <a:stCxn id="22" idx="2"/>
            <a:endCxn id="32" idx="0"/>
          </p:cNvCxnSpPr>
          <p:nvPr/>
        </p:nvCxnSpPr>
        <p:spPr>
          <a:xfrm>
            <a:off x="3429000" y="7324344"/>
            <a:ext cx="0" cy="924018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tângulo 31"/>
          <p:cNvSpPr/>
          <p:nvPr/>
        </p:nvSpPr>
        <p:spPr>
          <a:xfrm>
            <a:off x="2703576" y="8248362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Fechado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0" y="7784592"/>
            <a:ext cx="17203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Gerenciamento de Mudanças</a:t>
            </a:r>
          </a:p>
        </p:txBody>
      </p:sp>
      <p:cxnSp>
        <p:nvCxnSpPr>
          <p:cNvPr id="36" name="Conector Angulado 35"/>
          <p:cNvCxnSpPr>
            <a:stCxn id="32" idx="1"/>
            <a:endCxn id="21" idx="1"/>
          </p:cNvCxnSpPr>
          <p:nvPr/>
        </p:nvCxnSpPr>
        <p:spPr>
          <a:xfrm rot="10800000">
            <a:off x="2703576" y="6002178"/>
            <a:ext cx="12700" cy="2499168"/>
          </a:xfrm>
          <a:prstGeom prst="bentConnector3">
            <a:avLst>
              <a:gd name="adj1" fmla="val 2940000"/>
            </a:avLst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Angulado 37"/>
          <p:cNvCxnSpPr>
            <a:stCxn id="11" idx="3"/>
            <a:endCxn id="5" idx="3"/>
          </p:cNvCxnSpPr>
          <p:nvPr/>
        </p:nvCxnSpPr>
        <p:spPr>
          <a:xfrm flipV="1">
            <a:off x="4157472" y="1057656"/>
            <a:ext cx="12700" cy="1432561"/>
          </a:xfrm>
          <a:prstGeom prst="bentConnector3">
            <a:avLst>
              <a:gd name="adj1" fmla="val 1800000"/>
            </a:avLst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ângulo 24"/>
          <p:cNvSpPr/>
          <p:nvPr/>
        </p:nvSpPr>
        <p:spPr>
          <a:xfrm>
            <a:off x="2708656" y="3313176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Pendente Aprovação</a:t>
            </a:r>
          </a:p>
        </p:txBody>
      </p:sp>
      <p:cxnSp>
        <p:nvCxnSpPr>
          <p:cNvPr id="26" name="Conector de Seta Reta 25"/>
          <p:cNvCxnSpPr>
            <a:stCxn id="25" idx="2"/>
            <a:endCxn id="16" idx="0"/>
          </p:cNvCxnSpPr>
          <p:nvPr/>
        </p:nvCxnSpPr>
        <p:spPr>
          <a:xfrm flipH="1">
            <a:off x="3429000" y="3819144"/>
            <a:ext cx="5080" cy="83277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ângulo 30"/>
          <p:cNvSpPr/>
          <p:nvPr/>
        </p:nvSpPr>
        <p:spPr>
          <a:xfrm>
            <a:off x="4879848" y="3313699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Cancelado</a:t>
            </a:r>
          </a:p>
        </p:txBody>
      </p:sp>
      <p:cxnSp>
        <p:nvCxnSpPr>
          <p:cNvPr id="35" name="Conector de Seta Reta 34"/>
          <p:cNvCxnSpPr>
            <a:stCxn id="25" idx="3"/>
            <a:endCxn id="31" idx="1"/>
          </p:cNvCxnSpPr>
          <p:nvPr/>
        </p:nvCxnSpPr>
        <p:spPr>
          <a:xfrm>
            <a:off x="4159504" y="3566160"/>
            <a:ext cx="720344" cy="523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Angulado 38"/>
          <p:cNvCxnSpPr>
            <a:stCxn id="31" idx="2"/>
            <a:endCxn id="32" idx="3"/>
          </p:cNvCxnSpPr>
          <p:nvPr/>
        </p:nvCxnSpPr>
        <p:spPr>
          <a:xfrm rot="5400000">
            <a:off x="2539009" y="5435082"/>
            <a:ext cx="4681679" cy="1450848"/>
          </a:xfrm>
          <a:prstGeom prst="bentConnector2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Angulado 39"/>
          <p:cNvCxnSpPr>
            <a:stCxn id="22" idx="1"/>
            <a:endCxn id="21" idx="1"/>
          </p:cNvCxnSpPr>
          <p:nvPr/>
        </p:nvCxnSpPr>
        <p:spPr>
          <a:xfrm rot="10800000">
            <a:off x="2703576" y="6002178"/>
            <a:ext cx="12700" cy="1069182"/>
          </a:xfrm>
          <a:prstGeom prst="bentConnector3">
            <a:avLst>
              <a:gd name="adj1" fmla="val 2940000"/>
            </a:avLst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283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2706624" y="804672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Aberto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0" y="15240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Mudança Infra/</a:t>
            </a:r>
            <a:r>
              <a:rPr lang="pt-BR" dirty="0" err="1"/>
              <a:t>Facilities</a:t>
            </a:r>
            <a:endParaRPr lang="pt-BR" dirty="0"/>
          </a:p>
        </p:txBody>
      </p:sp>
      <p:sp>
        <p:nvSpPr>
          <p:cNvPr id="7" name="CaixaDeTexto 6"/>
          <p:cNvSpPr txBox="1"/>
          <p:nvPr/>
        </p:nvSpPr>
        <p:spPr>
          <a:xfrm>
            <a:off x="-4319" y="29289"/>
            <a:ext cx="5854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Usuário</a:t>
            </a:r>
          </a:p>
        </p:txBody>
      </p:sp>
      <p:cxnSp>
        <p:nvCxnSpPr>
          <p:cNvPr id="9" name="Conector reto 8"/>
          <p:cNvCxnSpPr/>
          <p:nvPr/>
        </p:nvCxnSpPr>
        <p:spPr>
          <a:xfrm>
            <a:off x="0" y="3579876"/>
            <a:ext cx="6858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/>
          <p:cNvSpPr/>
          <p:nvPr/>
        </p:nvSpPr>
        <p:spPr>
          <a:xfrm>
            <a:off x="2706624" y="1772413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Definição de Requisitos</a:t>
            </a:r>
          </a:p>
        </p:txBody>
      </p:sp>
      <p:cxnSp>
        <p:nvCxnSpPr>
          <p:cNvPr id="13" name="Conector de Seta Reta 12"/>
          <p:cNvCxnSpPr>
            <a:stCxn id="5" idx="2"/>
            <a:endCxn id="11" idx="0"/>
          </p:cNvCxnSpPr>
          <p:nvPr/>
        </p:nvCxnSpPr>
        <p:spPr>
          <a:xfrm>
            <a:off x="3432048" y="1310640"/>
            <a:ext cx="0" cy="461773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0" y="6642608"/>
            <a:ext cx="6858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3208" y="3634740"/>
            <a:ext cx="17203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Gerenciamento de Mudanças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2703576" y="7019194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Execução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0" y="6796883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Executor</a:t>
            </a:r>
          </a:p>
        </p:txBody>
      </p:sp>
      <p:cxnSp>
        <p:nvCxnSpPr>
          <p:cNvPr id="18" name="Conector de Seta Reta 17"/>
          <p:cNvCxnSpPr>
            <a:stCxn id="29" idx="2"/>
            <a:endCxn id="37" idx="0"/>
          </p:cNvCxnSpPr>
          <p:nvPr/>
        </p:nvCxnSpPr>
        <p:spPr>
          <a:xfrm>
            <a:off x="3437128" y="3224784"/>
            <a:ext cx="2540" cy="727107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2703576" y="7755794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Revisão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2703576" y="8555736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Resolvido</a:t>
            </a:r>
          </a:p>
        </p:txBody>
      </p:sp>
      <p:cxnSp>
        <p:nvCxnSpPr>
          <p:cNvPr id="23" name="Conector reto 22"/>
          <p:cNvCxnSpPr/>
          <p:nvPr/>
        </p:nvCxnSpPr>
        <p:spPr>
          <a:xfrm>
            <a:off x="0" y="9333992"/>
            <a:ext cx="6858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>
            <a:stCxn id="16" idx="2"/>
            <a:endCxn id="21" idx="0"/>
          </p:cNvCxnSpPr>
          <p:nvPr/>
        </p:nvCxnSpPr>
        <p:spPr>
          <a:xfrm>
            <a:off x="3429000" y="7525162"/>
            <a:ext cx="0" cy="230632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21" idx="2"/>
            <a:endCxn id="22" idx="0"/>
          </p:cNvCxnSpPr>
          <p:nvPr/>
        </p:nvCxnSpPr>
        <p:spPr>
          <a:xfrm>
            <a:off x="3429000" y="8261762"/>
            <a:ext cx="0" cy="293974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/>
          <p:cNvCxnSpPr>
            <a:stCxn id="22" idx="2"/>
            <a:endCxn id="32" idx="0"/>
          </p:cNvCxnSpPr>
          <p:nvPr/>
        </p:nvCxnSpPr>
        <p:spPr>
          <a:xfrm>
            <a:off x="3429000" y="9061704"/>
            <a:ext cx="0" cy="979898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tângulo 31"/>
          <p:cNvSpPr/>
          <p:nvPr/>
        </p:nvSpPr>
        <p:spPr>
          <a:xfrm>
            <a:off x="2703576" y="10041602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Fechado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0" y="9577832"/>
            <a:ext cx="17203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Gerenciamento de Mudanças</a:t>
            </a:r>
          </a:p>
        </p:txBody>
      </p:sp>
      <p:cxnSp>
        <p:nvCxnSpPr>
          <p:cNvPr id="36" name="Conector Angulado 35"/>
          <p:cNvCxnSpPr>
            <a:stCxn id="32" idx="1"/>
            <a:endCxn id="21" idx="1"/>
          </p:cNvCxnSpPr>
          <p:nvPr/>
        </p:nvCxnSpPr>
        <p:spPr>
          <a:xfrm rot="10800000">
            <a:off x="2703576" y="8008778"/>
            <a:ext cx="12700" cy="2285808"/>
          </a:xfrm>
          <a:prstGeom prst="bentConnector3">
            <a:avLst>
              <a:gd name="adj1" fmla="val 3480000"/>
            </a:avLst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Angulado 37"/>
          <p:cNvCxnSpPr>
            <a:stCxn id="37" idx="1"/>
            <a:endCxn id="11" idx="1"/>
          </p:cNvCxnSpPr>
          <p:nvPr/>
        </p:nvCxnSpPr>
        <p:spPr>
          <a:xfrm rot="10800000">
            <a:off x="2706624" y="2025397"/>
            <a:ext cx="7620" cy="2179478"/>
          </a:xfrm>
          <a:prstGeom prst="bentConnector3">
            <a:avLst>
              <a:gd name="adj1" fmla="val 5000000"/>
            </a:avLst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ângulo 24"/>
          <p:cNvSpPr/>
          <p:nvPr/>
        </p:nvSpPr>
        <p:spPr>
          <a:xfrm>
            <a:off x="2708656" y="4938776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Pendente Aprovação</a:t>
            </a:r>
          </a:p>
        </p:txBody>
      </p:sp>
      <p:cxnSp>
        <p:nvCxnSpPr>
          <p:cNvPr id="26" name="Conector de Seta Reta 25"/>
          <p:cNvCxnSpPr>
            <a:stCxn id="25" idx="2"/>
            <a:endCxn id="52" idx="0"/>
          </p:cNvCxnSpPr>
          <p:nvPr/>
        </p:nvCxnSpPr>
        <p:spPr>
          <a:xfrm flipH="1">
            <a:off x="3430269" y="5444744"/>
            <a:ext cx="3811" cy="300735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ângulo 30"/>
          <p:cNvSpPr/>
          <p:nvPr/>
        </p:nvSpPr>
        <p:spPr>
          <a:xfrm>
            <a:off x="4879848" y="4939299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Cancelado</a:t>
            </a:r>
          </a:p>
        </p:txBody>
      </p:sp>
      <p:cxnSp>
        <p:nvCxnSpPr>
          <p:cNvPr id="35" name="Conector de Seta Reta 34"/>
          <p:cNvCxnSpPr>
            <a:stCxn id="25" idx="3"/>
            <a:endCxn id="31" idx="1"/>
          </p:cNvCxnSpPr>
          <p:nvPr/>
        </p:nvCxnSpPr>
        <p:spPr>
          <a:xfrm>
            <a:off x="4159504" y="5191760"/>
            <a:ext cx="720344" cy="523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Angulado 38"/>
          <p:cNvCxnSpPr>
            <a:stCxn id="31" idx="2"/>
            <a:endCxn id="32" idx="3"/>
          </p:cNvCxnSpPr>
          <p:nvPr/>
        </p:nvCxnSpPr>
        <p:spPr>
          <a:xfrm rot="5400000">
            <a:off x="2455189" y="7144502"/>
            <a:ext cx="4849319" cy="1450848"/>
          </a:xfrm>
          <a:prstGeom prst="bentConnector2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tângulo 28"/>
          <p:cNvSpPr/>
          <p:nvPr/>
        </p:nvSpPr>
        <p:spPr>
          <a:xfrm>
            <a:off x="2711704" y="2718816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Planejamento</a:t>
            </a:r>
          </a:p>
        </p:txBody>
      </p:sp>
      <p:cxnSp>
        <p:nvCxnSpPr>
          <p:cNvPr id="33" name="Conector de Seta Reta 32"/>
          <p:cNvCxnSpPr>
            <a:stCxn id="11" idx="2"/>
            <a:endCxn id="29" idx="0"/>
          </p:cNvCxnSpPr>
          <p:nvPr/>
        </p:nvCxnSpPr>
        <p:spPr>
          <a:xfrm>
            <a:off x="3432048" y="2278381"/>
            <a:ext cx="5080" cy="440435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tângulo 36"/>
          <p:cNvSpPr/>
          <p:nvPr/>
        </p:nvSpPr>
        <p:spPr>
          <a:xfrm>
            <a:off x="2714244" y="3951891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Validação</a:t>
            </a:r>
          </a:p>
        </p:txBody>
      </p:sp>
      <p:cxnSp>
        <p:nvCxnSpPr>
          <p:cNvPr id="41" name="Conector de Seta Reta 40"/>
          <p:cNvCxnSpPr>
            <a:stCxn id="37" idx="2"/>
            <a:endCxn id="25" idx="0"/>
          </p:cNvCxnSpPr>
          <p:nvPr/>
        </p:nvCxnSpPr>
        <p:spPr>
          <a:xfrm flipH="1">
            <a:off x="3434080" y="4457859"/>
            <a:ext cx="5588" cy="480917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Angulado 27"/>
          <p:cNvCxnSpPr>
            <a:stCxn id="37" idx="1"/>
            <a:endCxn id="29" idx="1"/>
          </p:cNvCxnSpPr>
          <p:nvPr/>
        </p:nvCxnSpPr>
        <p:spPr>
          <a:xfrm rot="10800000">
            <a:off x="2711704" y="2971801"/>
            <a:ext cx="2540" cy="1233075"/>
          </a:xfrm>
          <a:prstGeom prst="bentConnector3">
            <a:avLst>
              <a:gd name="adj1" fmla="val 15100000"/>
            </a:avLst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Angulado 46"/>
          <p:cNvCxnSpPr>
            <a:stCxn id="22" idx="1"/>
            <a:endCxn id="21" idx="1"/>
          </p:cNvCxnSpPr>
          <p:nvPr/>
        </p:nvCxnSpPr>
        <p:spPr>
          <a:xfrm rot="10800000">
            <a:off x="2703576" y="8008778"/>
            <a:ext cx="12700" cy="799942"/>
          </a:xfrm>
          <a:prstGeom prst="bentConnector3">
            <a:avLst>
              <a:gd name="adj1" fmla="val 3480000"/>
            </a:avLst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tângulo 51"/>
          <p:cNvSpPr/>
          <p:nvPr/>
        </p:nvSpPr>
        <p:spPr>
          <a:xfrm>
            <a:off x="2704845" y="5745479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Liberação</a:t>
            </a:r>
          </a:p>
        </p:txBody>
      </p:sp>
      <p:cxnSp>
        <p:nvCxnSpPr>
          <p:cNvPr id="54" name="Conector de Seta Reta 53"/>
          <p:cNvCxnSpPr>
            <a:stCxn id="52" idx="2"/>
            <a:endCxn id="16" idx="0"/>
          </p:cNvCxnSpPr>
          <p:nvPr/>
        </p:nvCxnSpPr>
        <p:spPr>
          <a:xfrm flipH="1">
            <a:off x="3429000" y="6251447"/>
            <a:ext cx="1269" cy="767747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Angulado 60"/>
          <p:cNvCxnSpPr>
            <a:stCxn id="29" idx="3"/>
            <a:endCxn id="11" idx="3"/>
          </p:cNvCxnSpPr>
          <p:nvPr/>
        </p:nvCxnSpPr>
        <p:spPr>
          <a:xfrm flipH="1" flipV="1">
            <a:off x="4157472" y="2025397"/>
            <a:ext cx="5080" cy="946403"/>
          </a:xfrm>
          <a:prstGeom prst="bentConnector3">
            <a:avLst>
              <a:gd name="adj1" fmla="val -5700000"/>
            </a:avLst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/>
          <p:cNvCxnSpPr/>
          <p:nvPr/>
        </p:nvCxnSpPr>
        <p:spPr>
          <a:xfrm>
            <a:off x="3581400" y="7677562"/>
            <a:ext cx="0" cy="230632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662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2706624" y="804672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Aberto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0" y="15240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Mudança Planejada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-4319" y="29289"/>
            <a:ext cx="5854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Usuário</a:t>
            </a:r>
          </a:p>
        </p:txBody>
      </p:sp>
      <p:cxnSp>
        <p:nvCxnSpPr>
          <p:cNvPr id="9" name="Conector reto 8"/>
          <p:cNvCxnSpPr/>
          <p:nvPr/>
        </p:nvCxnSpPr>
        <p:spPr>
          <a:xfrm>
            <a:off x="-4319" y="2711196"/>
            <a:ext cx="6858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/>
          <p:cNvSpPr/>
          <p:nvPr/>
        </p:nvSpPr>
        <p:spPr>
          <a:xfrm>
            <a:off x="2706624" y="1780033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Definição de Requisitos</a:t>
            </a:r>
          </a:p>
        </p:txBody>
      </p:sp>
      <p:cxnSp>
        <p:nvCxnSpPr>
          <p:cNvPr id="13" name="Conector de Seta Reta 12"/>
          <p:cNvCxnSpPr>
            <a:stCxn id="5" idx="2"/>
            <a:endCxn id="11" idx="0"/>
          </p:cNvCxnSpPr>
          <p:nvPr/>
        </p:nvCxnSpPr>
        <p:spPr>
          <a:xfrm>
            <a:off x="3432048" y="1310640"/>
            <a:ext cx="0" cy="469393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0" y="6416548"/>
            <a:ext cx="6858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3208" y="3710940"/>
            <a:ext cx="17203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Gerenciamento de Mudanças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2703576" y="6638194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Execução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0" y="6428583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Executor</a:t>
            </a:r>
          </a:p>
        </p:txBody>
      </p:sp>
      <p:cxnSp>
        <p:nvCxnSpPr>
          <p:cNvPr id="18" name="Conector de Seta Reta 17"/>
          <p:cNvCxnSpPr>
            <a:stCxn id="29" idx="2"/>
            <a:endCxn id="37" idx="0"/>
          </p:cNvCxnSpPr>
          <p:nvPr/>
        </p:nvCxnSpPr>
        <p:spPr>
          <a:xfrm>
            <a:off x="3437128" y="3463544"/>
            <a:ext cx="2540" cy="488347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2703576" y="7374794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Revisão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2703576" y="8174736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Resolvido</a:t>
            </a:r>
          </a:p>
        </p:txBody>
      </p:sp>
      <p:cxnSp>
        <p:nvCxnSpPr>
          <p:cNvPr id="23" name="Conector reto 22"/>
          <p:cNvCxnSpPr/>
          <p:nvPr/>
        </p:nvCxnSpPr>
        <p:spPr>
          <a:xfrm>
            <a:off x="0" y="8983472"/>
            <a:ext cx="6858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>
            <a:stCxn id="16" idx="2"/>
            <a:endCxn id="21" idx="0"/>
          </p:cNvCxnSpPr>
          <p:nvPr/>
        </p:nvCxnSpPr>
        <p:spPr>
          <a:xfrm>
            <a:off x="3429000" y="7144162"/>
            <a:ext cx="0" cy="230632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21" idx="2"/>
            <a:endCxn id="22" idx="0"/>
          </p:cNvCxnSpPr>
          <p:nvPr/>
        </p:nvCxnSpPr>
        <p:spPr>
          <a:xfrm>
            <a:off x="3429000" y="7880762"/>
            <a:ext cx="0" cy="293974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/>
          <p:cNvCxnSpPr>
            <a:stCxn id="22" idx="2"/>
            <a:endCxn id="32" idx="0"/>
          </p:cNvCxnSpPr>
          <p:nvPr/>
        </p:nvCxnSpPr>
        <p:spPr>
          <a:xfrm>
            <a:off x="3429000" y="8680704"/>
            <a:ext cx="0" cy="507458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tângulo 31"/>
          <p:cNvSpPr/>
          <p:nvPr/>
        </p:nvSpPr>
        <p:spPr>
          <a:xfrm>
            <a:off x="2703576" y="9188162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Fechado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0" y="9024112"/>
            <a:ext cx="17203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Gerenciamento de Mudanças</a:t>
            </a:r>
          </a:p>
        </p:txBody>
      </p:sp>
      <p:cxnSp>
        <p:nvCxnSpPr>
          <p:cNvPr id="36" name="Conector Angulado 35"/>
          <p:cNvCxnSpPr>
            <a:stCxn id="32" idx="1"/>
            <a:endCxn id="21" idx="1"/>
          </p:cNvCxnSpPr>
          <p:nvPr/>
        </p:nvCxnSpPr>
        <p:spPr>
          <a:xfrm rot="10800000">
            <a:off x="2703576" y="7627778"/>
            <a:ext cx="12700" cy="1813368"/>
          </a:xfrm>
          <a:prstGeom prst="bentConnector3">
            <a:avLst>
              <a:gd name="adj1" fmla="val 3520000"/>
            </a:avLst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Angulado 37"/>
          <p:cNvCxnSpPr>
            <a:stCxn id="37" idx="1"/>
            <a:endCxn id="11" idx="1"/>
          </p:cNvCxnSpPr>
          <p:nvPr/>
        </p:nvCxnSpPr>
        <p:spPr>
          <a:xfrm rot="10800000">
            <a:off x="2706624" y="2033017"/>
            <a:ext cx="7620" cy="2171858"/>
          </a:xfrm>
          <a:prstGeom prst="bentConnector3">
            <a:avLst>
              <a:gd name="adj1" fmla="val 4900000"/>
            </a:avLst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ângulo 24"/>
          <p:cNvSpPr/>
          <p:nvPr/>
        </p:nvSpPr>
        <p:spPr>
          <a:xfrm>
            <a:off x="2708656" y="4842256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Pendente Aprovação</a:t>
            </a:r>
          </a:p>
        </p:txBody>
      </p:sp>
      <p:cxnSp>
        <p:nvCxnSpPr>
          <p:cNvPr id="26" name="Conector de Seta Reta 25"/>
          <p:cNvCxnSpPr>
            <a:stCxn id="25" idx="2"/>
            <a:endCxn id="52" idx="0"/>
          </p:cNvCxnSpPr>
          <p:nvPr/>
        </p:nvCxnSpPr>
        <p:spPr>
          <a:xfrm flipH="1">
            <a:off x="3430269" y="5348224"/>
            <a:ext cx="3811" cy="300735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ângulo 30"/>
          <p:cNvSpPr/>
          <p:nvPr/>
        </p:nvSpPr>
        <p:spPr>
          <a:xfrm>
            <a:off x="4879848" y="4842779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Cancelado</a:t>
            </a:r>
          </a:p>
        </p:txBody>
      </p:sp>
      <p:cxnSp>
        <p:nvCxnSpPr>
          <p:cNvPr id="35" name="Conector de Seta Reta 34"/>
          <p:cNvCxnSpPr>
            <a:stCxn id="25" idx="3"/>
            <a:endCxn id="31" idx="1"/>
          </p:cNvCxnSpPr>
          <p:nvPr/>
        </p:nvCxnSpPr>
        <p:spPr>
          <a:xfrm>
            <a:off x="4159504" y="5095240"/>
            <a:ext cx="720344" cy="523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Angulado 38"/>
          <p:cNvCxnSpPr>
            <a:stCxn id="31" idx="2"/>
            <a:endCxn id="32" idx="3"/>
          </p:cNvCxnSpPr>
          <p:nvPr/>
        </p:nvCxnSpPr>
        <p:spPr>
          <a:xfrm rot="5400000">
            <a:off x="2833649" y="6669522"/>
            <a:ext cx="4092399" cy="1450848"/>
          </a:xfrm>
          <a:prstGeom prst="bentConnector2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tângulo 28"/>
          <p:cNvSpPr/>
          <p:nvPr/>
        </p:nvSpPr>
        <p:spPr>
          <a:xfrm>
            <a:off x="2711704" y="2957576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Planejamento</a:t>
            </a:r>
          </a:p>
        </p:txBody>
      </p:sp>
      <p:cxnSp>
        <p:nvCxnSpPr>
          <p:cNvPr id="33" name="Conector de Seta Reta 32"/>
          <p:cNvCxnSpPr>
            <a:stCxn id="11" idx="2"/>
            <a:endCxn id="29" idx="0"/>
          </p:cNvCxnSpPr>
          <p:nvPr/>
        </p:nvCxnSpPr>
        <p:spPr>
          <a:xfrm>
            <a:off x="3432048" y="2286001"/>
            <a:ext cx="5080" cy="671575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tângulo 36"/>
          <p:cNvSpPr/>
          <p:nvPr/>
        </p:nvSpPr>
        <p:spPr>
          <a:xfrm>
            <a:off x="2714244" y="3951891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Validação</a:t>
            </a:r>
          </a:p>
        </p:txBody>
      </p:sp>
      <p:cxnSp>
        <p:nvCxnSpPr>
          <p:cNvPr id="41" name="Conector de Seta Reta 40"/>
          <p:cNvCxnSpPr>
            <a:stCxn id="37" idx="2"/>
            <a:endCxn id="25" idx="0"/>
          </p:cNvCxnSpPr>
          <p:nvPr/>
        </p:nvCxnSpPr>
        <p:spPr>
          <a:xfrm flipH="1">
            <a:off x="3434080" y="4457859"/>
            <a:ext cx="5588" cy="384397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Angulado 27"/>
          <p:cNvCxnSpPr>
            <a:stCxn id="37" idx="1"/>
            <a:endCxn id="29" idx="1"/>
          </p:cNvCxnSpPr>
          <p:nvPr/>
        </p:nvCxnSpPr>
        <p:spPr>
          <a:xfrm rot="10800000">
            <a:off x="2711704" y="3210561"/>
            <a:ext cx="2540" cy="994315"/>
          </a:xfrm>
          <a:prstGeom prst="bentConnector3">
            <a:avLst>
              <a:gd name="adj1" fmla="val 14900000"/>
            </a:avLst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Angulado 46"/>
          <p:cNvCxnSpPr>
            <a:stCxn id="22" idx="1"/>
            <a:endCxn id="21" idx="1"/>
          </p:cNvCxnSpPr>
          <p:nvPr/>
        </p:nvCxnSpPr>
        <p:spPr>
          <a:xfrm rot="10800000">
            <a:off x="2703576" y="7627778"/>
            <a:ext cx="12700" cy="799942"/>
          </a:xfrm>
          <a:prstGeom prst="bentConnector3">
            <a:avLst>
              <a:gd name="adj1" fmla="val 3520000"/>
            </a:avLst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tângulo 51"/>
          <p:cNvSpPr/>
          <p:nvPr/>
        </p:nvSpPr>
        <p:spPr>
          <a:xfrm>
            <a:off x="2704845" y="5648959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Liberação</a:t>
            </a:r>
          </a:p>
        </p:txBody>
      </p:sp>
      <p:cxnSp>
        <p:nvCxnSpPr>
          <p:cNvPr id="54" name="Conector de Seta Reta 53"/>
          <p:cNvCxnSpPr>
            <a:stCxn id="52" idx="2"/>
            <a:endCxn id="16" idx="0"/>
          </p:cNvCxnSpPr>
          <p:nvPr/>
        </p:nvCxnSpPr>
        <p:spPr>
          <a:xfrm flipH="1">
            <a:off x="3429000" y="6154927"/>
            <a:ext cx="1269" cy="483267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/>
          <p:cNvCxnSpPr/>
          <p:nvPr/>
        </p:nvCxnSpPr>
        <p:spPr>
          <a:xfrm>
            <a:off x="8128" y="1522476"/>
            <a:ext cx="6858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/>
          <p:cNvSpPr txBox="1"/>
          <p:nvPr/>
        </p:nvSpPr>
        <p:spPr>
          <a:xfrm>
            <a:off x="0" y="1572005"/>
            <a:ext cx="17347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Gerenciamento de Demandas</a:t>
            </a:r>
          </a:p>
        </p:txBody>
      </p:sp>
      <p:sp>
        <p:nvSpPr>
          <p:cNvPr id="44" name="Retângulo 43"/>
          <p:cNvSpPr/>
          <p:nvPr/>
        </p:nvSpPr>
        <p:spPr>
          <a:xfrm>
            <a:off x="4882896" y="1777683"/>
            <a:ext cx="1450848" cy="50596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Fluxo e Tipo de requisição: Projetos</a:t>
            </a:r>
          </a:p>
        </p:txBody>
      </p:sp>
      <p:cxnSp>
        <p:nvCxnSpPr>
          <p:cNvPr id="3" name="Conector de Seta Reta 2"/>
          <p:cNvCxnSpPr>
            <a:stCxn id="11" idx="3"/>
            <a:endCxn id="44" idx="1"/>
          </p:cNvCxnSpPr>
          <p:nvPr/>
        </p:nvCxnSpPr>
        <p:spPr>
          <a:xfrm flipV="1">
            <a:off x="4157472" y="2030667"/>
            <a:ext cx="725424" cy="235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Angulado 9"/>
          <p:cNvCxnSpPr>
            <a:stCxn id="52" idx="3"/>
            <a:endCxn id="31" idx="1"/>
          </p:cNvCxnSpPr>
          <p:nvPr/>
        </p:nvCxnSpPr>
        <p:spPr>
          <a:xfrm flipV="1">
            <a:off x="4155693" y="5095763"/>
            <a:ext cx="724155" cy="806180"/>
          </a:xfrm>
          <a:prstGeom prst="bentConnector3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4636008" y="2296573"/>
            <a:ext cx="197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/>
              <a:t>Seguirá o fluxo de Projeto a partir de Definição de Requisitos</a:t>
            </a:r>
          </a:p>
        </p:txBody>
      </p:sp>
      <p:cxnSp>
        <p:nvCxnSpPr>
          <p:cNvPr id="55" name="Conector reto 54"/>
          <p:cNvCxnSpPr/>
          <p:nvPr/>
        </p:nvCxnSpPr>
        <p:spPr>
          <a:xfrm>
            <a:off x="8128" y="3681476"/>
            <a:ext cx="6858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/>
          <p:cNvSpPr txBox="1"/>
          <p:nvPr/>
        </p:nvSpPr>
        <p:spPr>
          <a:xfrm>
            <a:off x="-4319" y="2715927"/>
            <a:ext cx="10198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Grupos técnicos</a:t>
            </a:r>
          </a:p>
        </p:txBody>
      </p:sp>
    </p:spTree>
    <p:extLst>
      <p:ext uri="{BB962C8B-B14F-4D97-AF65-F5344CB8AC3E}">
        <p14:creationId xmlns:p14="http://schemas.microsoft.com/office/powerpoint/2010/main" val="3376844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2706624" y="804672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Aberto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0" y="15240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Projeto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-4319" y="29289"/>
            <a:ext cx="5854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Usuário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2706624" y="2008633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Definição de Requisitos</a:t>
            </a:r>
          </a:p>
        </p:txBody>
      </p:sp>
      <p:cxnSp>
        <p:nvCxnSpPr>
          <p:cNvPr id="13" name="Conector de Seta Reta 12"/>
          <p:cNvCxnSpPr>
            <a:stCxn id="5" idx="2"/>
            <a:endCxn id="11" idx="0"/>
          </p:cNvCxnSpPr>
          <p:nvPr/>
        </p:nvCxnSpPr>
        <p:spPr>
          <a:xfrm>
            <a:off x="3432048" y="1310640"/>
            <a:ext cx="0" cy="697993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3208" y="4241800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Projetos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2703576" y="7230014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Monitoração e Controle</a:t>
            </a:r>
          </a:p>
        </p:txBody>
      </p:sp>
      <p:cxnSp>
        <p:nvCxnSpPr>
          <p:cNvPr id="38" name="Conector Angulado 37"/>
          <p:cNvCxnSpPr>
            <a:stCxn id="37" idx="1"/>
            <a:endCxn id="11" idx="1"/>
          </p:cNvCxnSpPr>
          <p:nvPr/>
        </p:nvCxnSpPr>
        <p:spPr>
          <a:xfrm rot="10800000">
            <a:off x="2706624" y="2261617"/>
            <a:ext cx="7620" cy="2606198"/>
          </a:xfrm>
          <a:prstGeom prst="bentConnector3">
            <a:avLst>
              <a:gd name="adj1" fmla="val 4700000"/>
            </a:avLst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ângulo 24"/>
          <p:cNvSpPr/>
          <p:nvPr/>
        </p:nvSpPr>
        <p:spPr>
          <a:xfrm>
            <a:off x="2708656" y="5505196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Planejamento</a:t>
            </a:r>
          </a:p>
        </p:txBody>
      </p:sp>
      <p:cxnSp>
        <p:nvCxnSpPr>
          <p:cNvPr id="26" name="Conector de Seta Reta 25"/>
          <p:cNvCxnSpPr>
            <a:stCxn id="25" idx="2"/>
            <a:endCxn id="52" idx="0"/>
          </p:cNvCxnSpPr>
          <p:nvPr/>
        </p:nvCxnSpPr>
        <p:spPr>
          <a:xfrm flipH="1">
            <a:off x="3430269" y="6011164"/>
            <a:ext cx="3811" cy="323595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ângulo 30"/>
          <p:cNvSpPr/>
          <p:nvPr/>
        </p:nvSpPr>
        <p:spPr>
          <a:xfrm>
            <a:off x="4885436" y="3219066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Cancelado</a:t>
            </a:r>
          </a:p>
        </p:txBody>
      </p:sp>
      <p:cxnSp>
        <p:nvCxnSpPr>
          <p:cNvPr id="33" name="Conector de Seta Reta 32"/>
          <p:cNvCxnSpPr>
            <a:stCxn id="11" idx="2"/>
            <a:endCxn id="46" idx="0"/>
          </p:cNvCxnSpPr>
          <p:nvPr/>
        </p:nvCxnSpPr>
        <p:spPr>
          <a:xfrm>
            <a:off x="3432048" y="2514601"/>
            <a:ext cx="2540" cy="70596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tângulo 36"/>
          <p:cNvSpPr/>
          <p:nvPr/>
        </p:nvSpPr>
        <p:spPr>
          <a:xfrm>
            <a:off x="2714244" y="4614831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Início do Projeto</a:t>
            </a:r>
          </a:p>
        </p:txBody>
      </p:sp>
      <p:cxnSp>
        <p:nvCxnSpPr>
          <p:cNvPr id="41" name="Conector de Seta Reta 40"/>
          <p:cNvCxnSpPr>
            <a:stCxn id="37" idx="2"/>
            <a:endCxn id="25" idx="0"/>
          </p:cNvCxnSpPr>
          <p:nvPr/>
        </p:nvCxnSpPr>
        <p:spPr>
          <a:xfrm flipH="1">
            <a:off x="3434080" y="5120799"/>
            <a:ext cx="5588" cy="384397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tângulo 51"/>
          <p:cNvSpPr/>
          <p:nvPr/>
        </p:nvSpPr>
        <p:spPr>
          <a:xfrm>
            <a:off x="2704845" y="6334759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Execução</a:t>
            </a:r>
          </a:p>
        </p:txBody>
      </p:sp>
      <p:cxnSp>
        <p:nvCxnSpPr>
          <p:cNvPr id="54" name="Conector de Seta Reta 53"/>
          <p:cNvCxnSpPr>
            <a:stCxn id="52" idx="2"/>
            <a:endCxn id="16" idx="0"/>
          </p:cNvCxnSpPr>
          <p:nvPr/>
        </p:nvCxnSpPr>
        <p:spPr>
          <a:xfrm flipH="1">
            <a:off x="3429000" y="6840727"/>
            <a:ext cx="1269" cy="389287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/>
          <p:cNvCxnSpPr/>
          <p:nvPr/>
        </p:nvCxnSpPr>
        <p:spPr>
          <a:xfrm>
            <a:off x="8128" y="1522476"/>
            <a:ext cx="6858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/>
          <p:cNvSpPr txBox="1"/>
          <p:nvPr/>
        </p:nvSpPr>
        <p:spPr>
          <a:xfrm>
            <a:off x="0" y="1572005"/>
            <a:ext cx="17347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Gerenciamento de Demandas</a:t>
            </a:r>
          </a:p>
        </p:txBody>
      </p:sp>
      <p:sp>
        <p:nvSpPr>
          <p:cNvPr id="44" name="Retângulo 43"/>
          <p:cNvSpPr/>
          <p:nvPr/>
        </p:nvSpPr>
        <p:spPr>
          <a:xfrm>
            <a:off x="4882896" y="2006283"/>
            <a:ext cx="1450848" cy="50596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Fluxo e Tipo de requisição: Mudança Planejada</a:t>
            </a:r>
          </a:p>
        </p:txBody>
      </p:sp>
      <p:cxnSp>
        <p:nvCxnSpPr>
          <p:cNvPr id="3" name="Conector de Seta Reta 2"/>
          <p:cNvCxnSpPr>
            <a:stCxn id="11" idx="3"/>
            <a:endCxn id="44" idx="1"/>
          </p:cNvCxnSpPr>
          <p:nvPr/>
        </p:nvCxnSpPr>
        <p:spPr>
          <a:xfrm flipV="1">
            <a:off x="4157472" y="2259267"/>
            <a:ext cx="725424" cy="235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4636008" y="2525173"/>
            <a:ext cx="19781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/>
              <a:t>Seguirá o fluxo de Mudança Planejada a partir de Definição de Requisitos</a:t>
            </a:r>
          </a:p>
        </p:txBody>
      </p:sp>
      <p:cxnSp>
        <p:nvCxnSpPr>
          <p:cNvPr id="55" name="Conector reto 54"/>
          <p:cNvCxnSpPr/>
          <p:nvPr/>
        </p:nvCxnSpPr>
        <p:spPr>
          <a:xfrm>
            <a:off x="8128" y="4212336"/>
            <a:ext cx="6858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tângulo 45"/>
          <p:cNvSpPr/>
          <p:nvPr/>
        </p:nvSpPr>
        <p:spPr>
          <a:xfrm>
            <a:off x="2709164" y="3220561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Pendente Priorização</a:t>
            </a:r>
          </a:p>
        </p:txBody>
      </p:sp>
      <p:cxnSp>
        <p:nvCxnSpPr>
          <p:cNvPr id="49" name="Conector de Seta Reta 48"/>
          <p:cNvCxnSpPr>
            <a:stCxn id="46" idx="2"/>
            <a:endCxn id="37" idx="0"/>
          </p:cNvCxnSpPr>
          <p:nvPr/>
        </p:nvCxnSpPr>
        <p:spPr>
          <a:xfrm>
            <a:off x="3434588" y="3726529"/>
            <a:ext cx="5080" cy="888302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tângulo 50"/>
          <p:cNvSpPr/>
          <p:nvPr/>
        </p:nvSpPr>
        <p:spPr>
          <a:xfrm>
            <a:off x="2703576" y="8195880"/>
            <a:ext cx="1450848" cy="5059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Encerramento</a:t>
            </a:r>
          </a:p>
        </p:txBody>
      </p:sp>
      <p:cxnSp>
        <p:nvCxnSpPr>
          <p:cNvPr id="53" name="Conector de Seta Reta 52"/>
          <p:cNvCxnSpPr>
            <a:stCxn id="16" idx="2"/>
            <a:endCxn id="51" idx="0"/>
          </p:cNvCxnSpPr>
          <p:nvPr/>
        </p:nvCxnSpPr>
        <p:spPr>
          <a:xfrm>
            <a:off x="3429000" y="7735982"/>
            <a:ext cx="0" cy="459898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de Seta Reta 58"/>
          <p:cNvCxnSpPr>
            <a:stCxn id="46" idx="3"/>
            <a:endCxn id="31" idx="1"/>
          </p:cNvCxnSpPr>
          <p:nvPr/>
        </p:nvCxnSpPr>
        <p:spPr>
          <a:xfrm flipV="1">
            <a:off x="4160012" y="3472050"/>
            <a:ext cx="725424" cy="1495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Angulado 60"/>
          <p:cNvCxnSpPr>
            <a:stCxn id="31" idx="2"/>
            <a:endCxn id="51" idx="3"/>
          </p:cNvCxnSpPr>
          <p:nvPr/>
        </p:nvCxnSpPr>
        <p:spPr>
          <a:xfrm rot="5400000">
            <a:off x="2520727" y="5358731"/>
            <a:ext cx="4723830" cy="1456436"/>
          </a:xfrm>
          <a:prstGeom prst="bentConnector2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Angulado 64"/>
          <p:cNvCxnSpPr>
            <a:stCxn id="51" idx="1"/>
            <a:endCxn id="16" idx="1"/>
          </p:cNvCxnSpPr>
          <p:nvPr/>
        </p:nvCxnSpPr>
        <p:spPr>
          <a:xfrm rot="10800000">
            <a:off x="2703576" y="7482998"/>
            <a:ext cx="12700" cy="965866"/>
          </a:xfrm>
          <a:prstGeom prst="bentConnector3">
            <a:avLst>
              <a:gd name="adj1" fmla="val 2940000"/>
            </a:avLst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5118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</TotalTime>
  <Words>149</Words>
  <Application>Microsoft Office PowerPoint</Application>
  <PresentationFormat>Widescreen</PresentationFormat>
  <Paragraphs>76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Kiss</dc:creator>
  <cp:lastModifiedBy>Kiss</cp:lastModifiedBy>
  <cp:revision>3</cp:revision>
  <dcterms:created xsi:type="dcterms:W3CDTF">2016-06-21T18:46:29Z</dcterms:created>
  <dcterms:modified xsi:type="dcterms:W3CDTF">2016-06-22T13:25:08Z</dcterms:modified>
</cp:coreProperties>
</file>