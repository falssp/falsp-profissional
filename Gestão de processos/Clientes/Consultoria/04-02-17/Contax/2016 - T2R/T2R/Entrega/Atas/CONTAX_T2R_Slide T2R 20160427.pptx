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ags/tag3.xml" ContentType="application/vnd.openxmlformats-officedocument.presentationml.tags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3" r:id="rId2"/>
    <p:sldMasterId id="2147483675" r:id="rId3"/>
    <p:sldMasterId id="2147483677" r:id="rId4"/>
  </p:sldMasterIdLst>
  <p:notesMasterIdLst>
    <p:notesMasterId r:id="rId6"/>
  </p:notesMasterIdLst>
  <p:sldIdLst>
    <p:sldId id="586" r:id="rId5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3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" initials="a" lastIdx="1" clrIdx="0">
    <p:extLst>
      <p:ext uri="{19B8F6BF-5375-455C-9EA6-DF929625EA0E}">
        <p15:presenceInfo xmlns:p15="http://schemas.microsoft.com/office/powerpoint/2012/main" userId="adm" providerId="None"/>
      </p:ext>
    </p:extLst>
  </p:cmAuthor>
  <p:cmAuthor id="2" name="Luis Marcal" initials="LM" lastIdx="0" clrIdx="1">
    <p:extLst>
      <p:ext uri="{19B8F6BF-5375-455C-9EA6-DF929625EA0E}">
        <p15:presenceInfo xmlns:p15="http://schemas.microsoft.com/office/powerpoint/2012/main" userId="Luis Marca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CCC00"/>
    <a:srgbClr val="19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88220" autoAdjust="0"/>
  </p:normalViewPr>
  <p:slideViewPr>
    <p:cSldViewPr snapToGrid="0" snapToObjects="1">
      <p:cViewPr varScale="1">
        <p:scale>
          <a:sx n="92" d="100"/>
          <a:sy n="92" d="100"/>
        </p:scale>
        <p:origin x="1109" y="67"/>
      </p:cViewPr>
      <p:guideLst>
        <p:guide orient="horz" pos="2483"/>
        <p:guide pos="61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0D43F-B80B-40D7-B843-4AC81DACC905}" type="datetimeFigureOut">
              <a:rPr lang="pt-BR" smtClean="0"/>
              <a:t>27/04/2016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626FD-18EF-494C-A467-3D85C3950B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095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8207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4/27/2016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29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4/27/2016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06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4/27/2016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64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4/27/2016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21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4/27/2016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08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4/27/2016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59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4/27/2016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58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4/27/2016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32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4/27/2016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529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4/27/2016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717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4/27/2016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3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7314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69956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460693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vmlDrawing" Target="../drawings/vmlDrawing1.vml"/><Relationship Id="rId7" Type="http://schemas.openxmlformats.org/officeDocument/2006/relationships/image" Target="../media/image2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vmlDrawing" Target="../drawings/vmlDrawing2.vml"/><Relationship Id="rId7" Type="http://schemas.openxmlformats.org/officeDocument/2006/relationships/image" Target="../media/image3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tags" Target="../tags/tag2.xml"/><Relationship Id="rId9" Type="http://schemas.openxmlformats.org/officeDocument/2006/relationships/image" Target="../media/image5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vmlDrawing" Target="../drawings/vmlDrawing3.vml"/><Relationship Id="rId7" Type="http://schemas.openxmlformats.org/officeDocument/2006/relationships/image" Target="../media/image6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tags" Target="../tags/tag3.xml"/><Relationship Id="rId9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96241-9EE8-3241-9C65-A8F2A1D83BB2}" type="datetimeFigureOut">
              <a:rPr lang="en-US" smtClean="0"/>
              <a:t>4/27/2016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42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7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14" descr="t02-02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263"/>
          </a:xfrm>
          <a:prstGeom prst="rect">
            <a:avLst/>
          </a:prstGeom>
        </p:spPr>
      </p:pic>
      <p:pic>
        <p:nvPicPr>
          <p:cNvPr id="7" name="Picture 10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38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11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9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062980" y="289005"/>
            <a:ext cx="1603348" cy="291323"/>
          </a:xfrm>
          <a:prstGeom prst="rect">
            <a:avLst/>
          </a:prstGeom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2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35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nterna_img-3.png"/>
          <p:cNvPicPr/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82"/>
          <a:stretch>
            <a:fillRect/>
          </a:stretch>
        </p:blipFill>
        <p:spPr>
          <a:xfrm>
            <a:off x="1" y="-4669"/>
            <a:ext cx="3640873" cy="515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5.png"/>
          <p:cNvPicPr/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8118917" y="4410609"/>
            <a:ext cx="1043999" cy="770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1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96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g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6. Projeto: T2R – Transição de Serviços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221121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Últimas Realizações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Definir Ritos diferentes para Mudanças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Definir critérios para qualificação de </a:t>
            </a:r>
            <a:r>
              <a:rPr lang="pt-BR" sz="1200" dirty="0">
                <a:solidFill>
                  <a:schemeClr val="tx1"/>
                </a:solidFill>
              </a:rPr>
              <a:t>solicitações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/>
                </a:solidFill>
              </a:rPr>
              <a:t>Desenhar fluxo detalhado das solicitações.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221121" y="776935"/>
            <a:ext cx="3064339" cy="1080993"/>
          </a:xfrm>
          <a:prstGeom prst="roundRect">
            <a:avLst/>
          </a:prstGeom>
          <a:solidFill>
            <a:srgbClr val="00B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T2R – Transição de Serviços</a:t>
            </a:r>
          </a:p>
          <a:p>
            <a:r>
              <a:rPr lang="pt-BR" sz="1200" i="1" dirty="0"/>
              <a:t>Data Inicio: 22-03-2016</a:t>
            </a:r>
          </a:p>
          <a:p>
            <a:r>
              <a:rPr lang="pt-BR" sz="1200" i="1" dirty="0"/>
              <a:t>Data Conclusão: 22-07-2016</a:t>
            </a:r>
          </a:p>
          <a:p>
            <a:r>
              <a:rPr lang="pt-BR" sz="1200" i="1" dirty="0"/>
              <a:t>Progresso</a:t>
            </a:r>
            <a:r>
              <a:rPr lang="pt-BR" sz="1200" i="1"/>
              <a:t>: 15%</a:t>
            </a:r>
            <a:endParaRPr lang="pt-BR" sz="1200" i="1" dirty="0"/>
          </a:p>
          <a:p>
            <a:r>
              <a:rPr lang="pt-BR" sz="1200" i="1" dirty="0"/>
              <a:t>PM: </a:t>
            </a:r>
            <a:r>
              <a:rPr lang="pt-BR" sz="1200" i="1" dirty="0" err="1"/>
              <a:t>Luis</a:t>
            </a:r>
            <a:r>
              <a:rPr lang="pt-BR" sz="1200" i="1" dirty="0"/>
              <a:t> Marçal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12569" y="2081341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Próximas Ações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Levantamento de controles por atividade da T2R.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Início de documentação e padronização dos controles.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Desenho de fluxograma detalhado por processos.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6004018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Ferramenta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eGEMUD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sem manutenção</a:t>
            </a: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776936"/>
            <a:ext cx="5338175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 </a:t>
            </a:r>
            <a:r>
              <a:rPr lang="pt-BR" sz="1400" dirty="0"/>
              <a:t>Integração entre os processos de gerenciamento de Demandas, Projetos e Mudanças, para controle sobre o desenvolvimento e a implantação de Serviços novos ou alterados. </a:t>
            </a:r>
          </a:p>
        </p:txBody>
      </p:sp>
      <p:grpSp>
        <p:nvGrpSpPr>
          <p:cNvPr id="13" name="Group 9"/>
          <p:cNvGrpSpPr>
            <a:grpSpLocks/>
          </p:cNvGrpSpPr>
          <p:nvPr/>
        </p:nvGrpSpPr>
        <p:grpSpPr bwMode="auto">
          <a:xfrm>
            <a:off x="2957987" y="1524532"/>
            <a:ext cx="274638" cy="274638"/>
            <a:chOff x="0" y="0"/>
            <a:chExt cx="173" cy="173"/>
          </a:xfrm>
        </p:grpSpPr>
        <p:sp>
          <p:nvSpPr>
            <p:cNvPr id="14" name="Oval 10"/>
            <p:cNvSpPr>
              <a:spLocks noChangeArrowheads="1"/>
            </p:cNvSpPr>
            <p:nvPr/>
          </p:nvSpPr>
          <p:spPr bwMode="auto">
            <a:xfrm>
              <a:off x="0" y="0"/>
              <a:ext cx="173" cy="17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9" name="Arc 11"/>
            <p:cNvSpPr>
              <a:spLocks/>
            </p:cNvSpPr>
            <p:nvPr/>
          </p:nvSpPr>
          <p:spPr bwMode="auto">
            <a:xfrm>
              <a:off x="86" y="0"/>
              <a:ext cx="62" cy="86"/>
            </a:xfrm>
            <a:custGeom>
              <a:avLst/>
              <a:gdLst>
                <a:gd name="G0" fmla="+- 58 0 0"/>
                <a:gd name="G1" fmla="+- 21600 0 0"/>
                <a:gd name="G2" fmla="+- 21600 0 0"/>
                <a:gd name="T0" fmla="*/ 0 w 15318"/>
                <a:gd name="T1" fmla="*/ 1 h 21600"/>
                <a:gd name="T2" fmla="*/ 15318 w 15318"/>
                <a:gd name="T3" fmla="*/ 6314 h 21600"/>
                <a:gd name="T4" fmla="*/ 58 w 1531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18" h="21600" fill="none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</a:path>
                <a:path w="15318" h="21600" stroke="0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  <a:lnTo>
                    <a:pt x="58" y="216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285980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7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0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15699</TotalTime>
  <Words>111</Words>
  <Application>Microsoft Office PowerPoint</Application>
  <PresentationFormat>Personalizar</PresentationFormat>
  <Paragraphs>18</Paragraphs>
  <Slides>1</Slides>
  <Notes>1</Notes>
  <HiddenSlides>0</HiddenSlides>
  <MMClips>0</MMClips>
  <ScaleCrop>false</ScaleCrop>
  <HeadingPairs>
    <vt:vector size="8" baseType="variant">
      <vt:variant>
        <vt:lpstr>Fontes usadas</vt:lpstr>
      </vt:variant>
      <vt:variant>
        <vt:i4>4</vt:i4>
      </vt:variant>
      <vt:variant>
        <vt:lpstr>Tema</vt:lpstr>
      </vt:variant>
      <vt:variant>
        <vt:i4>4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10" baseType="lpstr">
      <vt:lpstr>Arial</vt:lpstr>
      <vt:lpstr>Calibri</vt:lpstr>
      <vt:lpstr>Calibri Light</vt:lpstr>
      <vt:lpstr>Wingdings</vt:lpstr>
      <vt:lpstr>Tema do Office</vt:lpstr>
      <vt:lpstr>5_Tema do Office</vt:lpstr>
      <vt:lpstr>7_Tema do Office</vt:lpstr>
      <vt:lpstr>10_Tema do Office</vt:lpstr>
      <vt:lpstr>Slide do think-cell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Gustavo Nitzsche</dc:creator>
  <cp:lastModifiedBy>Kiss</cp:lastModifiedBy>
  <cp:revision>1331</cp:revision>
  <dcterms:created xsi:type="dcterms:W3CDTF">2015-08-20T14:57:26Z</dcterms:created>
  <dcterms:modified xsi:type="dcterms:W3CDTF">2016-04-27T17:52:49Z</dcterms:modified>
</cp:coreProperties>
</file>