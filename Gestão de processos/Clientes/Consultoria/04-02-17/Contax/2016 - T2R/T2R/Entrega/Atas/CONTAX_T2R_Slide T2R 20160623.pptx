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6"/>
  </p:notesMasterIdLst>
  <p:sldIdLst>
    <p:sldId id="686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5" autoAdjust="0"/>
    <p:restoredTop sz="89623" autoAdjust="0"/>
  </p:normalViewPr>
  <p:slideViewPr>
    <p:cSldViewPr snapToGrid="0" snapToObjects="1">
      <p:cViewPr varScale="1">
        <p:scale>
          <a:sx n="98" d="100"/>
          <a:sy n="98" d="100"/>
        </p:scale>
        <p:origin x="850" y="10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21/06/2016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25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-86707"/>
            <a:ext cx="6254098" cy="61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54755" y="2012334"/>
            <a:ext cx="2821854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Fluxograma, Matriz RACI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SLA`s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Gerenciamento de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Controles para Projetos.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Conclusão da definição de indicadores e de sua automação.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54754" y="791106"/>
            <a:ext cx="3028202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80%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Adolp</a:t>
            </a:r>
            <a:r>
              <a:rPr lang="pt-BR" sz="1200" i="1" dirty="0"/>
              <a:t> </a:t>
            </a:r>
            <a:r>
              <a:rPr lang="pt-BR" sz="1200" i="1" dirty="0" err="1"/>
              <a:t>Chacon</a:t>
            </a:r>
            <a:endParaRPr lang="pt-BR" sz="1200" i="1" dirty="0"/>
          </a:p>
        </p:txBody>
      </p:sp>
      <p:sp>
        <p:nvSpPr>
          <p:cNvPr id="16" name="Retângulo 15"/>
          <p:cNvSpPr/>
          <p:nvPr/>
        </p:nvSpPr>
        <p:spPr>
          <a:xfrm>
            <a:off x="3214721" y="2012334"/>
            <a:ext cx="2701049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Acompanhamento da solução de automação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de novos indicadores.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e Implantação dos novos critérios para definição de Mudança ou Projeto.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Implementação do 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acompanhamento de atividades mandatórios em Mudanças.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Revisão da documentação de Gerenciamento de Projetos.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53882" y="2012334"/>
            <a:ext cx="2623388" cy="27425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limita a automação integrada dos processos.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Prazo para desenvolvimento de solução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2934128" y="1534139"/>
            <a:ext cx="274638" cy="274638"/>
            <a:chOff x="0" y="0"/>
            <a:chExt cx="173" cy="173"/>
          </a:xfrm>
        </p:grpSpPr>
        <p:sp>
          <p:nvSpPr>
            <p:cNvPr id="2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8575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21878</TotalTime>
  <Words>176</Words>
  <Application>Microsoft Office PowerPoint</Application>
  <PresentationFormat>Personalizar</PresentationFormat>
  <Paragraphs>22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1609</cp:revision>
  <dcterms:created xsi:type="dcterms:W3CDTF">2015-08-20T14:57:26Z</dcterms:created>
  <dcterms:modified xsi:type="dcterms:W3CDTF">2016-06-21T15:51:36Z</dcterms:modified>
</cp:coreProperties>
</file>