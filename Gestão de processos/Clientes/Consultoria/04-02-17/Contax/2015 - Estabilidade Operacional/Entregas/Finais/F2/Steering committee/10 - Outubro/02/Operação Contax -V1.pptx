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2"/>
    <p:sldId id="265" r:id="rId3"/>
    <p:sldId id="267" r:id="rId4"/>
    <p:sldId id="268" r:id="rId5"/>
    <p:sldId id="269" r:id="rId6"/>
    <p:sldId id="270" r:id="rId7"/>
    <p:sldId id="282" r:id="rId8"/>
    <p:sldId id="283" r:id="rId9"/>
    <p:sldId id="272" r:id="rId10"/>
    <p:sldId id="278" r:id="rId11"/>
    <p:sldId id="276" r:id="rId12"/>
    <p:sldId id="277" r:id="rId13"/>
    <p:sldId id="279" r:id="rId14"/>
    <p:sldId id="281" r:id="rId15"/>
    <p:sldId id="280" r:id="rId16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70" userDrawn="1">
          <p15:clr>
            <a:srgbClr val="A4A3A4"/>
          </p15:clr>
        </p15:guide>
        <p15:guide id="2" pos="60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34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1785" autoAdjust="0"/>
  </p:normalViewPr>
  <p:slideViewPr>
    <p:cSldViewPr snapToGrid="0" snapToObjects="1">
      <p:cViewPr varScale="1">
        <p:scale>
          <a:sx n="88" d="100"/>
          <a:sy n="88" d="100"/>
        </p:scale>
        <p:origin x="84" y="432"/>
      </p:cViewPr>
      <p:guideLst>
        <p:guide orient="horz" pos="2370"/>
        <p:guide pos="60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70A7D3E-8BA3-4C17-A21F-56E9B95423BB}" type="doc">
      <dgm:prSet loTypeId="urn:microsoft.com/office/officeart/2009/3/layout/CircleRelationship" loCatId="relationship" qsTypeId="urn:microsoft.com/office/officeart/2005/8/quickstyle/3d5" qsCatId="3D" csTypeId="urn:microsoft.com/office/officeart/2005/8/colors/accent2_3" csCatId="accent2" phldr="1"/>
      <dgm:spPr/>
      <dgm:t>
        <a:bodyPr/>
        <a:lstStyle/>
        <a:p>
          <a:endParaRPr lang="pt-BR"/>
        </a:p>
      </dgm:t>
    </dgm:pt>
    <dgm:pt modelId="{046775BF-8223-4933-B284-18FF024A7E46}">
      <dgm:prSet phldrT="[Texto]" custT="1"/>
      <dgm:spPr/>
      <dgm:t>
        <a:bodyPr/>
        <a:lstStyle/>
        <a:p>
          <a:r>
            <a:rPr lang="pt-BR" sz="1800" dirty="0" smtClean="0"/>
            <a:t>Problema</a:t>
          </a:r>
          <a:endParaRPr lang="pt-BR" sz="1800" dirty="0"/>
        </a:p>
      </dgm:t>
    </dgm:pt>
    <dgm:pt modelId="{6700D5B7-536B-47D7-A1A1-60A5964F8049}" type="parTrans" cxnId="{F937BC51-EDA9-47E2-936A-8D080029C903}">
      <dgm:prSet/>
      <dgm:spPr/>
      <dgm:t>
        <a:bodyPr/>
        <a:lstStyle/>
        <a:p>
          <a:endParaRPr lang="pt-BR"/>
        </a:p>
      </dgm:t>
    </dgm:pt>
    <dgm:pt modelId="{647CD963-2DBD-40BE-A57D-84E2FD0BFEE6}" type="sibTrans" cxnId="{F937BC51-EDA9-47E2-936A-8D080029C903}">
      <dgm:prSet/>
      <dgm:spPr/>
      <dgm:t>
        <a:bodyPr/>
        <a:lstStyle/>
        <a:p>
          <a:endParaRPr lang="pt-BR"/>
        </a:p>
      </dgm:t>
    </dgm:pt>
    <dgm:pt modelId="{6F50FB9B-D1BE-4C0D-AD22-4F4C12B2F4CE}">
      <dgm:prSet phldrT="[Texto]" custT="1"/>
      <dgm:spPr/>
      <dgm:t>
        <a:bodyPr/>
        <a:lstStyle/>
        <a:p>
          <a:r>
            <a:rPr lang="pt-BR" sz="800" b="1" dirty="0" smtClean="0"/>
            <a:t>Incidente</a:t>
          </a:r>
          <a:endParaRPr lang="pt-BR" sz="800" b="1" dirty="0"/>
        </a:p>
      </dgm:t>
    </dgm:pt>
    <dgm:pt modelId="{F25D0FD2-0AD4-412A-91CF-9F69903B1A5B}" type="parTrans" cxnId="{3FEDF14D-8EFE-4FAB-BE0E-DC13AC728FAD}">
      <dgm:prSet/>
      <dgm:spPr/>
      <dgm:t>
        <a:bodyPr/>
        <a:lstStyle/>
        <a:p>
          <a:endParaRPr lang="pt-BR"/>
        </a:p>
      </dgm:t>
    </dgm:pt>
    <dgm:pt modelId="{43F3BB9A-9A88-459F-9F7A-6C36CF907EB4}" type="sibTrans" cxnId="{3FEDF14D-8EFE-4FAB-BE0E-DC13AC728FAD}">
      <dgm:prSet/>
      <dgm:spPr/>
      <dgm:t>
        <a:bodyPr/>
        <a:lstStyle/>
        <a:p>
          <a:endParaRPr lang="pt-BR"/>
        </a:p>
      </dgm:t>
    </dgm:pt>
    <dgm:pt modelId="{66646519-BECE-497C-B03E-34783313945A}">
      <dgm:prSet phldrT="[Texto]"/>
      <dgm:spPr/>
      <dgm:t>
        <a:bodyPr/>
        <a:lstStyle/>
        <a:p>
          <a:r>
            <a:rPr lang="pt-BR" b="1" dirty="0" smtClean="0"/>
            <a:t>Incidente</a:t>
          </a:r>
          <a:endParaRPr lang="pt-BR" b="1" dirty="0"/>
        </a:p>
      </dgm:t>
    </dgm:pt>
    <dgm:pt modelId="{B7CD8CB6-ED4A-4549-AC0D-1621A31CD468}" type="parTrans" cxnId="{0E3954D3-E828-4C1D-9C76-C7337844C770}">
      <dgm:prSet/>
      <dgm:spPr/>
      <dgm:t>
        <a:bodyPr/>
        <a:lstStyle/>
        <a:p>
          <a:endParaRPr lang="pt-BR"/>
        </a:p>
      </dgm:t>
    </dgm:pt>
    <dgm:pt modelId="{F084D8C0-CEA4-4ED6-86FD-CB923C9F91DA}" type="sibTrans" cxnId="{0E3954D3-E828-4C1D-9C76-C7337844C770}">
      <dgm:prSet/>
      <dgm:spPr/>
      <dgm:t>
        <a:bodyPr/>
        <a:lstStyle/>
        <a:p>
          <a:endParaRPr lang="pt-BR"/>
        </a:p>
      </dgm:t>
    </dgm:pt>
    <dgm:pt modelId="{5BB6EBED-E4AC-48BE-A3E8-BBD6B329F424}">
      <dgm:prSet phldrT="[Texto]"/>
      <dgm:spPr/>
      <dgm:t>
        <a:bodyPr/>
        <a:lstStyle/>
        <a:p>
          <a:r>
            <a:rPr lang="pt-BR" b="1" dirty="0" smtClean="0"/>
            <a:t>Incidente</a:t>
          </a:r>
          <a:endParaRPr lang="pt-BR" b="1" dirty="0"/>
        </a:p>
      </dgm:t>
    </dgm:pt>
    <dgm:pt modelId="{EF44F079-E6F2-4D2A-A01C-54FFC55EE6CC}" type="parTrans" cxnId="{6AE5D2F0-987C-43BB-B5BE-EDC0A7DAEF26}">
      <dgm:prSet/>
      <dgm:spPr/>
      <dgm:t>
        <a:bodyPr/>
        <a:lstStyle/>
        <a:p>
          <a:endParaRPr lang="pt-BR"/>
        </a:p>
      </dgm:t>
    </dgm:pt>
    <dgm:pt modelId="{1C04FDA9-A2D7-4330-A291-9294D2049EBB}" type="sibTrans" cxnId="{6AE5D2F0-987C-43BB-B5BE-EDC0A7DAEF26}">
      <dgm:prSet/>
      <dgm:spPr/>
      <dgm:t>
        <a:bodyPr/>
        <a:lstStyle/>
        <a:p>
          <a:endParaRPr lang="pt-BR"/>
        </a:p>
      </dgm:t>
    </dgm:pt>
    <dgm:pt modelId="{79F2C91C-A48D-4FE2-AFB7-5E16A1903141}">
      <dgm:prSet phldrT="[Texto]"/>
      <dgm:spPr/>
      <dgm:t>
        <a:bodyPr/>
        <a:lstStyle/>
        <a:p>
          <a:r>
            <a:rPr lang="pt-BR" b="1" dirty="0" smtClean="0"/>
            <a:t>Incidente</a:t>
          </a:r>
          <a:endParaRPr lang="pt-BR" b="1" dirty="0"/>
        </a:p>
      </dgm:t>
    </dgm:pt>
    <dgm:pt modelId="{CD914AAF-08F5-49F7-8144-19AAA90C0DCA}" type="parTrans" cxnId="{722C53B6-EA12-435D-A19C-A50AC5F28254}">
      <dgm:prSet/>
      <dgm:spPr/>
      <dgm:t>
        <a:bodyPr/>
        <a:lstStyle/>
        <a:p>
          <a:endParaRPr lang="pt-BR"/>
        </a:p>
      </dgm:t>
    </dgm:pt>
    <dgm:pt modelId="{8C80812E-775C-4CE9-9C52-530F85813107}" type="sibTrans" cxnId="{722C53B6-EA12-435D-A19C-A50AC5F28254}">
      <dgm:prSet/>
      <dgm:spPr/>
      <dgm:t>
        <a:bodyPr/>
        <a:lstStyle/>
        <a:p>
          <a:endParaRPr lang="pt-BR"/>
        </a:p>
      </dgm:t>
    </dgm:pt>
    <dgm:pt modelId="{742D1D68-02BB-4B12-9396-51DF2AC700B8}" type="pres">
      <dgm:prSet presAssocID="{E70A7D3E-8BA3-4C17-A21F-56E9B95423BB}" presName="Name0" presStyleCnt="0">
        <dgm:presLayoutVars>
          <dgm:chMax val="1"/>
          <dgm:chPref val="1"/>
        </dgm:presLayoutVars>
      </dgm:prSet>
      <dgm:spPr/>
      <dgm:t>
        <a:bodyPr/>
        <a:lstStyle/>
        <a:p>
          <a:endParaRPr lang="pt-BR"/>
        </a:p>
      </dgm:t>
    </dgm:pt>
    <dgm:pt modelId="{220A5EFA-D054-477E-8606-8FCD624D518E}" type="pres">
      <dgm:prSet presAssocID="{046775BF-8223-4933-B284-18FF024A7E46}" presName="Parent" presStyleLbl="node0" presStyleIdx="0" presStyleCnt="1">
        <dgm:presLayoutVars>
          <dgm:chMax val="5"/>
          <dgm:chPref val="5"/>
        </dgm:presLayoutVars>
      </dgm:prSet>
      <dgm:spPr/>
      <dgm:t>
        <a:bodyPr/>
        <a:lstStyle/>
        <a:p>
          <a:endParaRPr lang="pt-BR"/>
        </a:p>
      </dgm:t>
    </dgm:pt>
    <dgm:pt modelId="{480D3E95-470A-4270-AD4D-E943B561A487}" type="pres">
      <dgm:prSet presAssocID="{046775BF-8223-4933-B284-18FF024A7E46}" presName="Accent1" presStyleLbl="node1" presStyleIdx="0" presStyleCnt="17"/>
      <dgm:spPr/>
    </dgm:pt>
    <dgm:pt modelId="{1FB05B8A-32C0-48F8-8091-2D1744998690}" type="pres">
      <dgm:prSet presAssocID="{046775BF-8223-4933-B284-18FF024A7E46}" presName="Accent2" presStyleLbl="node1" presStyleIdx="1" presStyleCnt="17"/>
      <dgm:spPr/>
    </dgm:pt>
    <dgm:pt modelId="{D6F39350-2B11-4256-9C2D-EDFD500135A4}" type="pres">
      <dgm:prSet presAssocID="{046775BF-8223-4933-B284-18FF024A7E46}" presName="Accent3" presStyleLbl="node1" presStyleIdx="2" presStyleCnt="17"/>
      <dgm:spPr/>
    </dgm:pt>
    <dgm:pt modelId="{7C29A490-44B4-498C-807D-2B096125A047}" type="pres">
      <dgm:prSet presAssocID="{046775BF-8223-4933-B284-18FF024A7E46}" presName="Accent4" presStyleLbl="node1" presStyleIdx="3" presStyleCnt="17"/>
      <dgm:spPr/>
    </dgm:pt>
    <dgm:pt modelId="{04A349EA-1BDA-4743-9DA9-165840FD925A}" type="pres">
      <dgm:prSet presAssocID="{046775BF-8223-4933-B284-18FF024A7E46}" presName="Accent5" presStyleLbl="node1" presStyleIdx="4" presStyleCnt="17"/>
      <dgm:spPr/>
    </dgm:pt>
    <dgm:pt modelId="{8263A6A3-150B-4D30-B97D-CD98030DF110}" type="pres">
      <dgm:prSet presAssocID="{046775BF-8223-4933-B284-18FF024A7E46}" presName="Accent6" presStyleLbl="node1" presStyleIdx="5" presStyleCnt="17"/>
      <dgm:spPr/>
    </dgm:pt>
    <dgm:pt modelId="{D09455E6-F024-4DA4-97EC-67890DFE82BD}" type="pres">
      <dgm:prSet presAssocID="{6F50FB9B-D1BE-4C0D-AD22-4F4C12B2F4CE}" presName="Child1" presStyleLbl="node1" presStyleIdx="6" presStyleCnt="17">
        <dgm:presLayoutVars>
          <dgm:chMax val="0"/>
          <dgm:chPref val="0"/>
        </dgm:presLayoutVars>
      </dgm:prSet>
      <dgm:spPr/>
      <dgm:t>
        <a:bodyPr/>
        <a:lstStyle/>
        <a:p>
          <a:endParaRPr lang="pt-BR"/>
        </a:p>
      </dgm:t>
    </dgm:pt>
    <dgm:pt modelId="{1328ABE7-EFA1-4848-8452-6B5AD28B5F66}" type="pres">
      <dgm:prSet presAssocID="{6F50FB9B-D1BE-4C0D-AD22-4F4C12B2F4CE}" presName="Accent7" presStyleCnt="0"/>
      <dgm:spPr/>
    </dgm:pt>
    <dgm:pt modelId="{E393E4DA-A4E6-4B48-AFD8-FA1E0CA5729A}" type="pres">
      <dgm:prSet presAssocID="{6F50FB9B-D1BE-4C0D-AD22-4F4C12B2F4CE}" presName="AccentHold1" presStyleLbl="node1" presStyleIdx="7" presStyleCnt="17"/>
      <dgm:spPr/>
    </dgm:pt>
    <dgm:pt modelId="{A6DA9FBF-0459-4891-8115-F6DE8E19D034}" type="pres">
      <dgm:prSet presAssocID="{6F50FB9B-D1BE-4C0D-AD22-4F4C12B2F4CE}" presName="Accent8" presStyleCnt="0"/>
      <dgm:spPr/>
    </dgm:pt>
    <dgm:pt modelId="{7C8AE9CC-4508-48D1-8E6F-FF119711DEB2}" type="pres">
      <dgm:prSet presAssocID="{6F50FB9B-D1BE-4C0D-AD22-4F4C12B2F4CE}" presName="AccentHold2" presStyleLbl="node1" presStyleIdx="8" presStyleCnt="17"/>
      <dgm:spPr/>
    </dgm:pt>
    <dgm:pt modelId="{165009C9-D403-4C8E-BCF7-BAA97FD5FBA9}" type="pres">
      <dgm:prSet presAssocID="{5BB6EBED-E4AC-48BE-A3E8-BBD6B329F424}" presName="Child2" presStyleLbl="node1" presStyleIdx="9" presStyleCnt="17">
        <dgm:presLayoutVars>
          <dgm:chMax val="0"/>
          <dgm:chPref val="0"/>
        </dgm:presLayoutVars>
      </dgm:prSet>
      <dgm:spPr/>
      <dgm:t>
        <a:bodyPr/>
        <a:lstStyle/>
        <a:p>
          <a:endParaRPr lang="pt-BR"/>
        </a:p>
      </dgm:t>
    </dgm:pt>
    <dgm:pt modelId="{393E797D-F8C6-445B-A7B4-EFD49F15D8C9}" type="pres">
      <dgm:prSet presAssocID="{5BB6EBED-E4AC-48BE-A3E8-BBD6B329F424}" presName="Accent9" presStyleCnt="0"/>
      <dgm:spPr/>
    </dgm:pt>
    <dgm:pt modelId="{D844F324-7771-4EA5-8C2F-A9887D8AFE84}" type="pres">
      <dgm:prSet presAssocID="{5BB6EBED-E4AC-48BE-A3E8-BBD6B329F424}" presName="AccentHold1" presStyleLbl="node1" presStyleIdx="10" presStyleCnt="17"/>
      <dgm:spPr/>
    </dgm:pt>
    <dgm:pt modelId="{F1D38171-5D37-4283-8EEB-8B22E357E78D}" type="pres">
      <dgm:prSet presAssocID="{5BB6EBED-E4AC-48BE-A3E8-BBD6B329F424}" presName="Accent10" presStyleCnt="0"/>
      <dgm:spPr/>
    </dgm:pt>
    <dgm:pt modelId="{65EE2F01-659C-4F49-A1ED-7FC8409BE74D}" type="pres">
      <dgm:prSet presAssocID="{5BB6EBED-E4AC-48BE-A3E8-BBD6B329F424}" presName="AccentHold2" presStyleLbl="node1" presStyleIdx="11" presStyleCnt="17"/>
      <dgm:spPr/>
    </dgm:pt>
    <dgm:pt modelId="{E7D68540-5832-482D-B0E2-8000AAEC4D58}" type="pres">
      <dgm:prSet presAssocID="{5BB6EBED-E4AC-48BE-A3E8-BBD6B329F424}" presName="Accent11" presStyleCnt="0"/>
      <dgm:spPr/>
    </dgm:pt>
    <dgm:pt modelId="{AFA28A07-4F27-442D-B1EA-46500CF569F3}" type="pres">
      <dgm:prSet presAssocID="{5BB6EBED-E4AC-48BE-A3E8-BBD6B329F424}" presName="AccentHold3" presStyleLbl="node1" presStyleIdx="12" presStyleCnt="17"/>
      <dgm:spPr/>
    </dgm:pt>
    <dgm:pt modelId="{E741F20F-9EDB-4E3C-AAA9-180C13770FEF}" type="pres">
      <dgm:prSet presAssocID="{66646519-BECE-497C-B03E-34783313945A}" presName="Child3" presStyleLbl="node1" presStyleIdx="13" presStyleCnt="17">
        <dgm:presLayoutVars>
          <dgm:chMax val="0"/>
          <dgm:chPref val="0"/>
        </dgm:presLayoutVars>
      </dgm:prSet>
      <dgm:spPr/>
      <dgm:t>
        <a:bodyPr/>
        <a:lstStyle/>
        <a:p>
          <a:endParaRPr lang="pt-BR"/>
        </a:p>
      </dgm:t>
    </dgm:pt>
    <dgm:pt modelId="{3B8C1944-3C27-496F-A1F3-DE7938352CE8}" type="pres">
      <dgm:prSet presAssocID="{66646519-BECE-497C-B03E-34783313945A}" presName="Accent12" presStyleCnt="0"/>
      <dgm:spPr/>
    </dgm:pt>
    <dgm:pt modelId="{24D4CA63-C12F-41AD-B609-A7EE27247BDA}" type="pres">
      <dgm:prSet presAssocID="{66646519-BECE-497C-B03E-34783313945A}" presName="AccentHold1" presStyleLbl="node1" presStyleIdx="14" presStyleCnt="17"/>
      <dgm:spPr/>
    </dgm:pt>
    <dgm:pt modelId="{D109C8BE-A7E1-4407-8B9A-DA788092CD20}" type="pres">
      <dgm:prSet presAssocID="{79F2C91C-A48D-4FE2-AFB7-5E16A1903141}" presName="Child4" presStyleLbl="node1" presStyleIdx="15" presStyleCnt="17">
        <dgm:presLayoutVars>
          <dgm:chMax val="0"/>
          <dgm:chPref val="0"/>
        </dgm:presLayoutVars>
      </dgm:prSet>
      <dgm:spPr/>
      <dgm:t>
        <a:bodyPr/>
        <a:lstStyle/>
        <a:p>
          <a:endParaRPr lang="pt-BR"/>
        </a:p>
      </dgm:t>
    </dgm:pt>
    <dgm:pt modelId="{82CD4F77-2628-41EC-9FAC-2DC30AD3CD9D}" type="pres">
      <dgm:prSet presAssocID="{79F2C91C-A48D-4FE2-AFB7-5E16A1903141}" presName="Accent13" presStyleCnt="0"/>
      <dgm:spPr/>
    </dgm:pt>
    <dgm:pt modelId="{85C0FF70-04DD-41F7-AA9C-128E7A05CAB4}" type="pres">
      <dgm:prSet presAssocID="{79F2C91C-A48D-4FE2-AFB7-5E16A1903141}" presName="AccentHold1" presStyleLbl="node1" presStyleIdx="16" presStyleCnt="17"/>
      <dgm:spPr/>
    </dgm:pt>
  </dgm:ptLst>
  <dgm:cxnLst>
    <dgm:cxn modelId="{3FEDF14D-8EFE-4FAB-BE0E-DC13AC728FAD}" srcId="{046775BF-8223-4933-B284-18FF024A7E46}" destId="{6F50FB9B-D1BE-4C0D-AD22-4F4C12B2F4CE}" srcOrd="0" destOrd="0" parTransId="{F25D0FD2-0AD4-412A-91CF-9F69903B1A5B}" sibTransId="{43F3BB9A-9A88-459F-9F7A-6C36CF907EB4}"/>
    <dgm:cxn modelId="{0E3954D3-E828-4C1D-9C76-C7337844C770}" srcId="{046775BF-8223-4933-B284-18FF024A7E46}" destId="{66646519-BECE-497C-B03E-34783313945A}" srcOrd="2" destOrd="0" parTransId="{B7CD8CB6-ED4A-4549-AC0D-1621A31CD468}" sibTransId="{F084D8C0-CEA4-4ED6-86FD-CB923C9F91DA}"/>
    <dgm:cxn modelId="{29759875-ED1D-4158-940A-F6CC74F4D08E}" type="presOf" srcId="{79F2C91C-A48D-4FE2-AFB7-5E16A1903141}" destId="{D109C8BE-A7E1-4407-8B9A-DA788092CD20}" srcOrd="0" destOrd="0" presId="urn:microsoft.com/office/officeart/2009/3/layout/CircleRelationship"/>
    <dgm:cxn modelId="{17DE7891-C116-431E-8B7D-A8B0CEF2E5EA}" type="presOf" srcId="{6F50FB9B-D1BE-4C0D-AD22-4F4C12B2F4CE}" destId="{D09455E6-F024-4DA4-97EC-67890DFE82BD}" srcOrd="0" destOrd="0" presId="urn:microsoft.com/office/officeart/2009/3/layout/CircleRelationship"/>
    <dgm:cxn modelId="{DED6F126-3A88-4ED2-B5C2-483FCBCDA078}" type="presOf" srcId="{66646519-BECE-497C-B03E-34783313945A}" destId="{E741F20F-9EDB-4E3C-AAA9-180C13770FEF}" srcOrd="0" destOrd="0" presId="urn:microsoft.com/office/officeart/2009/3/layout/CircleRelationship"/>
    <dgm:cxn modelId="{4E2F39D9-0FAF-47EF-BA2C-64C3D545B8BA}" type="presOf" srcId="{046775BF-8223-4933-B284-18FF024A7E46}" destId="{220A5EFA-D054-477E-8606-8FCD624D518E}" srcOrd="0" destOrd="0" presId="urn:microsoft.com/office/officeart/2009/3/layout/CircleRelationship"/>
    <dgm:cxn modelId="{722C53B6-EA12-435D-A19C-A50AC5F28254}" srcId="{046775BF-8223-4933-B284-18FF024A7E46}" destId="{79F2C91C-A48D-4FE2-AFB7-5E16A1903141}" srcOrd="3" destOrd="0" parTransId="{CD914AAF-08F5-49F7-8144-19AAA90C0DCA}" sibTransId="{8C80812E-775C-4CE9-9C52-530F85813107}"/>
    <dgm:cxn modelId="{F937BC51-EDA9-47E2-936A-8D080029C903}" srcId="{E70A7D3E-8BA3-4C17-A21F-56E9B95423BB}" destId="{046775BF-8223-4933-B284-18FF024A7E46}" srcOrd="0" destOrd="0" parTransId="{6700D5B7-536B-47D7-A1A1-60A5964F8049}" sibTransId="{647CD963-2DBD-40BE-A57D-84E2FD0BFEE6}"/>
    <dgm:cxn modelId="{1F870273-C2F1-4DE2-801F-996B32BC1B16}" type="presOf" srcId="{5BB6EBED-E4AC-48BE-A3E8-BBD6B329F424}" destId="{165009C9-D403-4C8E-BCF7-BAA97FD5FBA9}" srcOrd="0" destOrd="0" presId="urn:microsoft.com/office/officeart/2009/3/layout/CircleRelationship"/>
    <dgm:cxn modelId="{AD57D9AD-C2D4-475F-AC4D-E6C2A52A7B79}" type="presOf" srcId="{E70A7D3E-8BA3-4C17-A21F-56E9B95423BB}" destId="{742D1D68-02BB-4B12-9396-51DF2AC700B8}" srcOrd="0" destOrd="0" presId="urn:microsoft.com/office/officeart/2009/3/layout/CircleRelationship"/>
    <dgm:cxn modelId="{6AE5D2F0-987C-43BB-B5BE-EDC0A7DAEF26}" srcId="{046775BF-8223-4933-B284-18FF024A7E46}" destId="{5BB6EBED-E4AC-48BE-A3E8-BBD6B329F424}" srcOrd="1" destOrd="0" parTransId="{EF44F079-E6F2-4D2A-A01C-54FFC55EE6CC}" sibTransId="{1C04FDA9-A2D7-4330-A291-9294D2049EBB}"/>
    <dgm:cxn modelId="{FA024835-15C2-403A-A7F1-D4639FB51DF7}" type="presParOf" srcId="{742D1D68-02BB-4B12-9396-51DF2AC700B8}" destId="{220A5EFA-D054-477E-8606-8FCD624D518E}" srcOrd="0" destOrd="0" presId="urn:microsoft.com/office/officeart/2009/3/layout/CircleRelationship"/>
    <dgm:cxn modelId="{0F6FA368-88D2-4002-84B2-6E85185C950F}" type="presParOf" srcId="{742D1D68-02BB-4B12-9396-51DF2AC700B8}" destId="{480D3E95-470A-4270-AD4D-E943B561A487}" srcOrd="1" destOrd="0" presId="urn:microsoft.com/office/officeart/2009/3/layout/CircleRelationship"/>
    <dgm:cxn modelId="{BDBC481A-E5B6-499C-B0BA-8ECB3F9F7140}" type="presParOf" srcId="{742D1D68-02BB-4B12-9396-51DF2AC700B8}" destId="{1FB05B8A-32C0-48F8-8091-2D1744998690}" srcOrd="2" destOrd="0" presId="urn:microsoft.com/office/officeart/2009/3/layout/CircleRelationship"/>
    <dgm:cxn modelId="{0D06A233-C295-4C4F-A279-9AC2BB84BBEB}" type="presParOf" srcId="{742D1D68-02BB-4B12-9396-51DF2AC700B8}" destId="{D6F39350-2B11-4256-9C2D-EDFD500135A4}" srcOrd="3" destOrd="0" presId="urn:microsoft.com/office/officeart/2009/3/layout/CircleRelationship"/>
    <dgm:cxn modelId="{1EA141DA-5278-46C9-9CF6-3D5FB828B8B1}" type="presParOf" srcId="{742D1D68-02BB-4B12-9396-51DF2AC700B8}" destId="{7C29A490-44B4-498C-807D-2B096125A047}" srcOrd="4" destOrd="0" presId="urn:microsoft.com/office/officeart/2009/3/layout/CircleRelationship"/>
    <dgm:cxn modelId="{C47ACA97-63E5-40CD-909B-89E2D3EC2A78}" type="presParOf" srcId="{742D1D68-02BB-4B12-9396-51DF2AC700B8}" destId="{04A349EA-1BDA-4743-9DA9-165840FD925A}" srcOrd="5" destOrd="0" presId="urn:microsoft.com/office/officeart/2009/3/layout/CircleRelationship"/>
    <dgm:cxn modelId="{17B1BBA4-7DF5-40E0-B72B-73CE9579A983}" type="presParOf" srcId="{742D1D68-02BB-4B12-9396-51DF2AC700B8}" destId="{8263A6A3-150B-4D30-B97D-CD98030DF110}" srcOrd="6" destOrd="0" presId="urn:microsoft.com/office/officeart/2009/3/layout/CircleRelationship"/>
    <dgm:cxn modelId="{499717CA-B5EC-41AC-AC73-ACBB0FB073C2}" type="presParOf" srcId="{742D1D68-02BB-4B12-9396-51DF2AC700B8}" destId="{D09455E6-F024-4DA4-97EC-67890DFE82BD}" srcOrd="7" destOrd="0" presId="urn:microsoft.com/office/officeart/2009/3/layout/CircleRelationship"/>
    <dgm:cxn modelId="{165A7A7B-FF7C-4E95-9A16-9717C1FFA5D8}" type="presParOf" srcId="{742D1D68-02BB-4B12-9396-51DF2AC700B8}" destId="{1328ABE7-EFA1-4848-8452-6B5AD28B5F66}" srcOrd="8" destOrd="0" presId="urn:microsoft.com/office/officeart/2009/3/layout/CircleRelationship"/>
    <dgm:cxn modelId="{889161BC-51AE-4A21-A54B-9D0A1C523203}" type="presParOf" srcId="{1328ABE7-EFA1-4848-8452-6B5AD28B5F66}" destId="{E393E4DA-A4E6-4B48-AFD8-FA1E0CA5729A}" srcOrd="0" destOrd="0" presId="urn:microsoft.com/office/officeart/2009/3/layout/CircleRelationship"/>
    <dgm:cxn modelId="{5999312C-D7E8-45C6-98DF-91586B424F8E}" type="presParOf" srcId="{742D1D68-02BB-4B12-9396-51DF2AC700B8}" destId="{A6DA9FBF-0459-4891-8115-F6DE8E19D034}" srcOrd="9" destOrd="0" presId="urn:microsoft.com/office/officeart/2009/3/layout/CircleRelationship"/>
    <dgm:cxn modelId="{53641C24-2F7D-458B-BFC4-DE38D91D2A28}" type="presParOf" srcId="{A6DA9FBF-0459-4891-8115-F6DE8E19D034}" destId="{7C8AE9CC-4508-48D1-8E6F-FF119711DEB2}" srcOrd="0" destOrd="0" presId="urn:microsoft.com/office/officeart/2009/3/layout/CircleRelationship"/>
    <dgm:cxn modelId="{2DF7AC4C-5B9B-4DDD-A81F-BFE70060A004}" type="presParOf" srcId="{742D1D68-02BB-4B12-9396-51DF2AC700B8}" destId="{165009C9-D403-4C8E-BCF7-BAA97FD5FBA9}" srcOrd="10" destOrd="0" presId="urn:microsoft.com/office/officeart/2009/3/layout/CircleRelationship"/>
    <dgm:cxn modelId="{3D9F5F4E-8C7A-4B67-8EAF-E9D99216D718}" type="presParOf" srcId="{742D1D68-02BB-4B12-9396-51DF2AC700B8}" destId="{393E797D-F8C6-445B-A7B4-EFD49F15D8C9}" srcOrd="11" destOrd="0" presId="urn:microsoft.com/office/officeart/2009/3/layout/CircleRelationship"/>
    <dgm:cxn modelId="{60F536A6-8F5E-4600-BC8B-C17F1DA2E469}" type="presParOf" srcId="{393E797D-F8C6-445B-A7B4-EFD49F15D8C9}" destId="{D844F324-7771-4EA5-8C2F-A9887D8AFE84}" srcOrd="0" destOrd="0" presId="urn:microsoft.com/office/officeart/2009/3/layout/CircleRelationship"/>
    <dgm:cxn modelId="{F3F89238-3A3E-4F00-A7CE-258C198D1683}" type="presParOf" srcId="{742D1D68-02BB-4B12-9396-51DF2AC700B8}" destId="{F1D38171-5D37-4283-8EEB-8B22E357E78D}" srcOrd="12" destOrd="0" presId="urn:microsoft.com/office/officeart/2009/3/layout/CircleRelationship"/>
    <dgm:cxn modelId="{768E0BCA-A346-4EAD-9D1B-1A3F6E524AAF}" type="presParOf" srcId="{F1D38171-5D37-4283-8EEB-8B22E357E78D}" destId="{65EE2F01-659C-4F49-A1ED-7FC8409BE74D}" srcOrd="0" destOrd="0" presId="urn:microsoft.com/office/officeart/2009/3/layout/CircleRelationship"/>
    <dgm:cxn modelId="{84989373-6C00-4DD2-9540-64FF0222465B}" type="presParOf" srcId="{742D1D68-02BB-4B12-9396-51DF2AC700B8}" destId="{E7D68540-5832-482D-B0E2-8000AAEC4D58}" srcOrd="13" destOrd="0" presId="urn:microsoft.com/office/officeart/2009/3/layout/CircleRelationship"/>
    <dgm:cxn modelId="{DADDD1A1-41C3-4CAA-8AA0-4E59BAB00B3B}" type="presParOf" srcId="{E7D68540-5832-482D-B0E2-8000AAEC4D58}" destId="{AFA28A07-4F27-442D-B1EA-46500CF569F3}" srcOrd="0" destOrd="0" presId="urn:microsoft.com/office/officeart/2009/3/layout/CircleRelationship"/>
    <dgm:cxn modelId="{19620E4F-38DE-4AEB-83D3-F1BC4CCAC1CC}" type="presParOf" srcId="{742D1D68-02BB-4B12-9396-51DF2AC700B8}" destId="{E741F20F-9EDB-4E3C-AAA9-180C13770FEF}" srcOrd="14" destOrd="0" presId="urn:microsoft.com/office/officeart/2009/3/layout/CircleRelationship"/>
    <dgm:cxn modelId="{346C898B-0A11-4143-A586-A3338F37AFDA}" type="presParOf" srcId="{742D1D68-02BB-4B12-9396-51DF2AC700B8}" destId="{3B8C1944-3C27-496F-A1F3-DE7938352CE8}" srcOrd="15" destOrd="0" presId="urn:microsoft.com/office/officeart/2009/3/layout/CircleRelationship"/>
    <dgm:cxn modelId="{4844AD76-9816-4024-8569-941A7BDDA083}" type="presParOf" srcId="{3B8C1944-3C27-496F-A1F3-DE7938352CE8}" destId="{24D4CA63-C12F-41AD-B609-A7EE27247BDA}" srcOrd="0" destOrd="0" presId="urn:microsoft.com/office/officeart/2009/3/layout/CircleRelationship"/>
    <dgm:cxn modelId="{A5F5F8CE-ECB7-46AB-BCD5-ED03D6FFDE03}" type="presParOf" srcId="{742D1D68-02BB-4B12-9396-51DF2AC700B8}" destId="{D109C8BE-A7E1-4407-8B9A-DA788092CD20}" srcOrd="16" destOrd="0" presId="urn:microsoft.com/office/officeart/2009/3/layout/CircleRelationship"/>
    <dgm:cxn modelId="{E7463E6E-0E17-423D-ABA2-52E2C325E498}" type="presParOf" srcId="{742D1D68-02BB-4B12-9396-51DF2AC700B8}" destId="{82CD4F77-2628-41EC-9FAC-2DC30AD3CD9D}" srcOrd="17" destOrd="0" presId="urn:microsoft.com/office/officeart/2009/3/layout/CircleRelationship"/>
    <dgm:cxn modelId="{C2BBB1E0-6153-49CB-8BAD-7540731390DD}" type="presParOf" srcId="{82CD4F77-2628-41EC-9FAC-2DC30AD3CD9D}" destId="{85C0FF70-04DD-41F7-AA9C-128E7A05CAB4}" srcOrd="0" destOrd="0" presId="urn:microsoft.com/office/officeart/2009/3/layout/CircleRelationship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2D14555-7410-4A94-83E9-101A79AF975D}" type="doc">
      <dgm:prSet loTypeId="urn:microsoft.com/office/officeart/2005/8/layout/funnel1" loCatId="process" qsTypeId="urn:microsoft.com/office/officeart/2005/8/quickstyle/3d9" qsCatId="3D" csTypeId="urn:microsoft.com/office/officeart/2005/8/colors/accent1_2" csCatId="accent1" phldr="1"/>
      <dgm:spPr>
        <a:scene3d>
          <a:camera prst="perspectiveRelaxed">
            <a:rot lat="20934136" lon="2620571" rev="19089283"/>
          </a:camera>
          <a:lightRig rig="soft" dir="t"/>
          <a:backdrop>
            <a:anchor x="0" y="0" z="-210000"/>
            <a:norm dx="0" dy="0" dz="914400"/>
            <a:up dx="0" dy="914400" dz="0"/>
          </a:backdrop>
        </a:scene3d>
      </dgm:spPr>
      <dgm:t>
        <a:bodyPr/>
        <a:lstStyle/>
        <a:p>
          <a:endParaRPr lang="pt-BR"/>
        </a:p>
      </dgm:t>
    </dgm:pt>
    <dgm:pt modelId="{98A4BF4A-4D56-4592-A813-D3A84D8FCA0B}">
      <dgm:prSet phldrT="[Texto]"/>
      <dgm:spPr>
        <a:sp3d extrusionH="152250" prstMaterial="matte">
          <a:bevelT w="165100" prst="coolSlant"/>
        </a:sp3d>
      </dgm:spPr>
      <dgm:t>
        <a:bodyPr/>
        <a:lstStyle/>
        <a:p>
          <a:r>
            <a:rPr lang="pt-BR" dirty="0" smtClean="0"/>
            <a:t>Melhores</a:t>
          </a:r>
        </a:p>
        <a:p>
          <a:r>
            <a:rPr lang="pt-BR" dirty="0" smtClean="0"/>
            <a:t>Práticas</a:t>
          </a:r>
          <a:endParaRPr lang="pt-BR" dirty="0"/>
        </a:p>
      </dgm:t>
    </dgm:pt>
    <dgm:pt modelId="{FB48238A-97D9-4884-AC96-6AF18BB0334A}" type="parTrans" cxnId="{9137A334-4C16-44A5-B378-DF87930CC6AA}">
      <dgm:prSet/>
      <dgm:spPr/>
      <dgm:t>
        <a:bodyPr/>
        <a:lstStyle/>
        <a:p>
          <a:endParaRPr lang="pt-BR"/>
        </a:p>
      </dgm:t>
    </dgm:pt>
    <dgm:pt modelId="{1F9FDE87-57B4-4BF9-B27C-E04F49B1FB5A}" type="sibTrans" cxnId="{9137A334-4C16-44A5-B378-DF87930CC6AA}">
      <dgm:prSet/>
      <dgm:spPr/>
      <dgm:t>
        <a:bodyPr/>
        <a:lstStyle/>
        <a:p>
          <a:endParaRPr lang="pt-BR"/>
        </a:p>
      </dgm:t>
    </dgm:pt>
    <dgm:pt modelId="{70152A45-1C79-4D92-B4B1-6BF600938D9C}">
      <dgm:prSet phldrT="[Texto]"/>
      <dgm:spPr/>
      <dgm:t>
        <a:bodyPr/>
        <a:lstStyle/>
        <a:p>
          <a:r>
            <a:rPr lang="pt-BR" dirty="0" smtClean="0"/>
            <a:t>Processos</a:t>
          </a:r>
          <a:endParaRPr lang="pt-BR" dirty="0"/>
        </a:p>
      </dgm:t>
    </dgm:pt>
    <dgm:pt modelId="{C5066E01-743F-4702-A8D2-F2D2112F8816}" type="parTrans" cxnId="{4C80B63F-7015-48A9-AD0F-241BE7B74DE3}">
      <dgm:prSet/>
      <dgm:spPr/>
      <dgm:t>
        <a:bodyPr/>
        <a:lstStyle/>
        <a:p>
          <a:endParaRPr lang="pt-BR"/>
        </a:p>
      </dgm:t>
    </dgm:pt>
    <dgm:pt modelId="{C125580E-0407-4E20-AA46-9396A3E83CE1}" type="sibTrans" cxnId="{4C80B63F-7015-48A9-AD0F-241BE7B74DE3}">
      <dgm:prSet/>
      <dgm:spPr/>
      <dgm:t>
        <a:bodyPr/>
        <a:lstStyle/>
        <a:p>
          <a:endParaRPr lang="pt-BR"/>
        </a:p>
      </dgm:t>
    </dgm:pt>
    <dgm:pt modelId="{DB7AAA50-782D-4E78-8268-99F36DB6F8E3}">
      <dgm:prSet phldrT="[Texto]" custT="1"/>
      <dgm:spPr/>
      <dgm:t>
        <a:bodyPr/>
        <a:lstStyle/>
        <a:p>
          <a:r>
            <a:rPr lang="pt-BR" sz="1000" dirty="0" smtClean="0"/>
            <a:t>Atribuição de Responsabilidades</a:t>
          </a:r>
        </a:p>
      </dgm:t>
    </dgm:pt>
    <dgm:pt modelId="{D55B3EA5-A901-41D2-83E5-AC3DD4130678}" type="parTrans" cxnId="{5A0F930C-E8C6-491D-8EE6-A66A8B679A3B}">
      <dgm:prSet/>
      <dgm:spPr/>
      <dgm:t>
        <a:bodyPr/>
        <a:lstStyle/>
        <a:p>
          <a:endParaRPr lang="pt-BR"/>
        </a:p>
      </dgm:t>
    </dgm:pt>
    <dgm:pt modelId="{226085A6-EF17-4D16-8A2D-12E01AC4E8CC}" type="sibTrans" cxnId="{5A0F930C-E8C6-491D-8EE6-A66A8B679A3B}">
      <dgm:prSet/>
      <dgm:spPr/>
      <dgm:t>
        <a:bodyPr/>
        <a:lstStyle/>
        <a:p>
          <a:endParaRPr lang="pt-BR"/>
        </a:p>
      </dgm:t>
    </dgm:pt>
    <dgm:pt modelId="{3A50A000-5CC8-431C-BA91-E3707562A92D}">
      <dgm:prSet phldrT="[Texto]"/>
      <dgm:spPr/>
      <dgm:t>
        <a:bodyPr/>
        <a:lstStyle/>
        <a:p>
          <a:r>
            <a:rPr lang="pt-BR" dirty="0" smtClean="0"/>
            <a:t>Indicadores para tomada de decisão</a:t>
          </a:r>
          <a:endParaRPr lang="pt-BR" dirty="0"/>
        </a:p>
      </dgm:t>
    </dgm:pt>
    <dgm:pt modelId="{706CB1F8-CAE5-4654-B414-94D120CF4340}" type="parTrans" cxnId="{7DFA609E-50F1-4C78-B22C-6C31C8AB71EF}">
      <dgm:prSet/>
      <dgm:spPr/>
      <dgm:t>
        <a:bodyPr/>
        <a:lstStyle/>
        <a:p>
          <a:endParaRPr lang="pt-BR"/>
        </a:p>
      </dgm:t>
    </dgm:pt>
    <dgm:pt modelId="{30FFB8F2-BFFB-4816-B2C6-D388A11BC121}" type="sibTrans" cxnId="{7DFA609E-50F1-4C78-B22C-6C31C8AB71EF}">
      <dgm:prSet/>
      <dgm:spPr/>
      <dgm:t>
        <a:bodyPr/>
        <a:lstStyle/>
        <a:p>
          <a:endParaRPr lang="pt-BR"/>
        </a:p>
      </dgm:t>
    </dgm:pt>
    <dgm:pt modelId="{513A4FCF-7885-46A7-A7E7-FB0C09DB221D}" type="pres">
      <dgm:prSet presAssocID="{02D14555-7410-4A94-83E9-101A79AF975D}" presName="Name0" presStyleCnt="0">
        <dgm:presLayoutVars>
          <dgm:chMax val="4"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CDA4EBAE-CDE1-4DEF-82C0-FF14A1F5020B}" type="pres">
      <dgm:prSet presAssocID="{02D14555-7410-4A94-83E9-101A79AF975D}" presName="ellipse" presStyleLbl="trBgShp" presStyleIdx="0" presStyleCnt="1"/>
      <dgm:spPr/>
    </dgm:pt>
    <dgm:pt modelId="{239FAF8A-1518-496F-AB4C-2B61357585DD}" type="pres">
      <dgm:prSet presAssocID="{02D14555-7410-4A94-83E9-101A79AF975D}" presName="arrow1" presStyleLbl="fgShp" presStyleIdx="0" presStyleCnt="1"/>
      <dgm:spPr/>
    </dgm:pt>
    <dgm:pt modelId="{8C70F134-B371-4436-9EA8-3DBBCDC19584}" type="pres">
      <dgm:prSet presAssocID="{02D14555-7410-4A94-83E9-101A79AF975D}" presName="rectangle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61241B38-0FFE-48A3-81B5-AD53F110DD5B}" type="pres">
      <dgm:prSet presAssocID="{70152A45-1C79-4D92-B4B1-6BF600938D9C}" presName="item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CA63B10E-BDE7-48DB-9E3F-3F59BF4449E6}" type="pres">
      <dgm:prSet presAssocID="{DB7AAA50-782D-4E78-8268-99F36DB6F8E3}" presName="item2" presStyleLbl="node1" presStyleIdx="1" presStyleCnt="3" custLinFactNeighborX="-3504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00A6058C-DAA7-4B11-A06D-BD4CFDB910D1}" type="pres">
      <dgm:prSet presAssocID="{3A50A000-5CC8-431C-BA91-E3707562A92D}" presName="item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60D27BD2-6758-4A1C-BFE7-21708CA9DD5C}" type="pres">
      <dgm:prSet presAssocID="{02D14555-7410-4A94-83E9-101A79AF975D}" presName="funnel" presStyleLbl="trAlignAcc1" presStyleIdx="0" presStyleCnt="1" custLinFactNeighborX="-119" custLinFactNeighborY="-414"/>
      <dgm:spPr/>
    </dgm:pt>
  </dgm:ptLst>
  <dgm:cxnLst>
    <dgm:cxn modelId="{5A0F930C-E8C6-491D-8EE6-A66A8B679A3B}" srcId="{02D14555-7410-4A94-83E9-101A79AF975D}" destId="{DB7AAA50-782D-4E78-8268-99F36DB6F8E3}" srcOrd="2" destOrd="0" parTransId="{D55B3EA5-A901-41D2-83E5-AC3DD4130678}" sibTransId="{226085A6-EF17-4D16-8A2D-12E01AC4E8CC}"/>
    <dgm:cxn modelId="{D9530A61-3898-4E20-B4E1-FBD970A1ABB8}" type="presOf" srcId="{3A50A000-5CC8-431C-BA91-E3707562A92D}" destId="{8C70F134-B371-4436-9EA8-3DBBCDC19584}" srcOrd="0" destOrd="0" presId="urn:microsoft.com/office/officeart/2005/8/layout/funnel1"/>
    <dgm:cxn modelId="{7DFA609E-50F1-4C78-B22C-6C31C8AB71EF}" srcId="{02D14555-7410-4A94-83E9-101A79AF975D}" destId="{3A50A000-5CC8-431C-BA91-E3707562A92D}" srcOrd="3" destOrd="0" parTransId="{706CB1F8-CAE5-4654-B414-94D120CF4340}" sibTransId="{30FFB8F2-BFFB-4816-B2C6-D388A11BC121}"/>
    <dgm:cxn modelId="{11A82012-8E46-4007-9C84-5A01AF77CDD0}" type="presOf" srcId="{70152A45-1C79-4D92-B4B1-6BF600938D9C}" destId="{CA63B10E-BDE7-48DB-9E3F-3F59BF4449E6}" srcOrd="0" destOrd="0" presId="urn:microsoft.com/office/officeart/2005/8/layout/funnel1"/>
    <dgm:cxn modelId="{8083EEE1-42D8-439C-8CD0-A3970937FA2F}" type="presOf" srcId="{98A4BF4A-4D56-4592-A813-D3A84D8FCA0B}" destId="{00A6058C-DAA7-4B11-A06D-BD4CFDB910D1}" srcOrd="0" destOrd="0" presId="urn:microsoft.com/office/officeart/2005/8/layout/funnel1"/>
    <dgm:cxn modelId="{BDFABC35-0FF7-4ABE-AD9D-7DE1285EBEED}" type="presOf" srcId="{02D14555-7410-4A94-83E9-101A79AF975D}" destId="{513A4FCF-7885-46A7-A7E7-FB0C09DB221D}" srcOrd="0" destOrd="0" presId="urn:microsoft.com/office/officeart/2005/8/layout/funnel1"/>
    <dgm:cxn modelId="{9137A334-4C16-44A5-B378-DF87930CC6AA}" srcId="{02D14555-7410-4A94-83E9-101A79AF975D}" destId="{98A4BF4A-4D56-4592-A813-D3A84D8FCA0B}" srcOrd="0" destOrd="0" parTransId="{FB48238A-97D9-4884-AC96-6AF18BB0334A}" sibTransId="{1F9FDE87-57B4-4BF9-B27C-E04F49B1FB5A}"/>
    <dgm:cxn modelId="{4C80B63F-7015-48A9-AD0F-241BE7B74DE3}" srcId="{02D14555-7410-4A94-83E9-101A79AF975D}" destId="{70152A45-1C79-4D92-B4B1-6BF600938D9C}" srcOrd="1" destOrd="0" parTransId="{C5066E01-743F-4702-A8D2-F2D2112F8816}" sibTransId="{C125580E-0407-4E20-AA46-9396A3E83CE1}"/>
    <dgm:cxn modelId="{03E15314-460E-45F6-892E-EC092CB93B8A}" type="presOf" srcId="{DB7AAA50-782D-4E78-8268-99F36DB6F8E3}" destId="{61241B38-0FFE-48A3-81B5-AD53F110DD5B}" srcOrd="0" destOrd="0" presId="urn:microsoft.com/office/officeart/2005/8/layout/funnel1"/>
    <dgm:cxn modelId="{428B4627-74C8-4B74-9B25-800B95519759}" type="presParOf" srcId="{513A4FCF-7885-46A7-A7E7-FB0C09DB221D}" destId="{CDA4EBAE-CDE1-4DEF-82C0-FF14A1F5020B}" srcOrd="0" destOrd="0" presId="urn:microsoft.com/office/officeart/2005/8/layout/funnel1"/>
    <dgm:cxn modelId="{CE1F8742-4EE7-4D8B-8D60-39B2AA99A7A6}" type="presParOf" srcId="{513A4FCF-7885-46A7-A7E7-FB0C09DB221D}" destId="{239FAF8A-1518-496F-AB4C-2B61357585DD}" srcOrd="1" destOrd="0" presId="urn:microsoft.com/office/officeart/2005/8/layout/funnel1"/>
    <dgm:cxn modelId="{3B1EEFD0-39CC-4576-9381-41065464251E}" type="presParOf" srcId="{513A4FCF-7885-46A7-A7E7-FB0C09DB221D}" destId="{8C70F134-B371-4436-9EA8-3DBBCDC19584}" srcOrd="2" destOrd="0" presId="urn:microsoft.com/office/officeart/2005/8/layout/funnel1"/>
    <dgm:cxn modelId="{5C1EFF8A-5F9D-4865-ABD0-0D00CDE79973}" type="presParOf" srcId="{513A4FCF-7885-46A7-A7E7-FB0C09DB221D}" destId="{61241B38-0FFE-48A3-81B5-AD53F110DD5B}" srcOrd="3" destOrd="0" presId="urn:microsoft.com/office/officeart/2005/8/layout/funnel1"/>
    <dgm:cxn modelId="{3EF24AFB-11BB-445D-97A0-B4E323EF3956}" type="presParOf" srcId="{513A4FCF-7885-46A7-A7E7-FB0C09DB221D}" destId="{CA63B10E-BDE7-48DB-9E3F-3F59BF4449E6}" srcOrd="4" destOrd="0" presId="urn:microsoft.com/office/officeart/2005/8/layout/funnel1"/>
    <dgm:cxn modelId="{DFF8B9D0-260E-4F42-A4D7-6F80643B56FF}" type="presParOf" srcId="{513A4FCF-7885-46A7-A7E7-FB0C09DB221D}" destId="{00A6058C-DAA7-4B11-A06D-BD4CFDB910D1}" srcOrd="5" destOrd="0" presId="urn:microsoft.com/office/officeart/2005/8/layout/funnel1"/>
    <dgm:cxn modelId="{F8AA89AA-8C4C-4D4B-B659-791ABC743DD5}" type="presParOf" srcId="{513A4FCF-7885-46A7-A7E7-FB0C09DB221D}" destId="{60D27BD2-6758-4A1C-BFE7-21708CA9DD5C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AA679BC-3354-4804-AF9B-12C8F02D2704}" type="doc">
      <dgm:prSet loTypeId="urn:microsoft.com/office/officeart/2005/8/layout/gear1" loCatId="process" qsTypeId="urn:microsoft.com/office/officeart/2005/8/quickstyle/3d6" qsCatId="3D" csTypeId="urn:microsoft.com/office/officeart/2005/8/colors/accent1_2" csCatId="accent1" phldr="1"/>
      <dgm:spPr/>
    </dgm:pt>
    <dgm:pt modelId="{A79C892B-FE02-4EA8-BBA6-709E4004D3C0}">
      <dgm:prSet phldrT="[Texto]" custT="1"/>
      <dgm:spPr/>
      <dgm:t>
        <a:bodyPr/>
        <a:lstStyle/>
        <a:p>
          <a:r>
            <a:rPr lang="pt-BR" sz="1100" dirty="0" smtClean="0"/>
            <a:t>Recomendações e ações preventivas</a:t>
          </a:r>
          <a:endParaRPr lang="pt-BR" sz="1100" dirty="0"/>
        </a:p>
      </dgm:t>
    </dgm:pt>
    <dgm:pt modelId="{95F7CE8A-F5C2-40EC-A1F9-32776662761F}" type="parTrans" cxnId="{4BC17F11-E655-4E79-ADA7-E5051243B555}">
      <dgm:prSet/>
      <dgm:spPr/>
      <dgm:t>
        <a:bodyPr/>
        <a:lstStyle/>
        <a:p>
          <a:endParaRPr lang="pt-BR"/>
        </a:p>
      </dgm:t>
    </dgm:pt>
    <dgm:pt modelId="{22766B1C-7BA4-4096-B688-3BBC975F5161}" type="sibTrans" cxnId="{4BC17F11-E655-4E79-ADA7-E5051243B555}">
      <dgm:prSet/>
      <dgm:spPr/>
      <dgm:t>
        <a:bodyPr/>
        <a:lstStyle/>
        <a:p>
          <a:endParaRPr lang="pt-BR"/>
        </a:p>
      </dgm:t>
    </dgm:pt>
    <dgm:pt modelId="{44D29EB4-33CE-4DD0-A1BA-D0E1B339988E}">
      <dgm:prSet phldrT="[Texto]" custT="1"/>
      <dgm:spPr/>
      <dgm:t>
        <a:bodyPr/>
        <a:lstStyle/>
        <a:p>
          <a:r>
            <a:rPr lang="pt-BR" sz="1100" dirty="0" smtClean="0"/>
            <a:t>Analise</a:t>
          </a:r>
        </a:p>
        <a:p>
          <a:r>
            <a:rPr lang="pt-BR" sz="1100" dirty="0" smtClean="0"/>
            <a:t>Técnica</a:t>
          </a:r>
          <a:endParaRPr lang="pt-BR" sz="1100" dirty="0"/>
        </a:p>
      </dgm:t>
    </dgm:pt>
    <dgm:pt modelId="{64B63506-98AD-473F-8FA6-E94F1DDD4331}" type="parTrans" cxnId="{C33CA9C0-39C8-4D9E-AF56-713D709DC8DE}">
      <dgm:prSet/>
      <dgm:spPr/>
      <dgm:t>
        <a:bodyPr/>
        <a:lstStyle/>
        <a:p>
          <a:endParaRPr lang="pt-BR"/>
        </a:p>
      </dgm:t>
    </dgm:pt>
    <dgm:pt modelId="{322B2B6D-5103-4078-8CC8-4E3C7EAEC711}" type="sibTrans" cxnId="{C33CA9C0-39C8-4D9E-AF56-713D709DC8DE}">
      <dgm:prSet/>
      <dgm:spPr/>
      <dgm:t>
        <a:bodyPr/>
        <a:lstStyle/>
        <a:p>
          <a:endParaRPr lang="pt-BR"/>
        </a:p>
      </dgm:t>
    </dgm:pt>
    <dgm:pt modelId="{D8D606BE-7A85-45F6-8FCF-1C4A3A3B9159}">
      <dgm:prSet phldrT="[Texto]" custT="1"/>
      <dgm:spPr/>
      <dgm:t>
        <a:bodyPr/>
        <a:lstStyle/>
        <a:p>
          <a:r>
            <a:rPr lang="pt-BR" sz="1050" dirty="0" smtClean="0"/>
            <a:t>Observação</a:t>
          </a:r>
          <a:endParaRPr lang="pt-BR" sz="1050" dirty="0"/>
        </a:p>
      </dgm:t>
    </dgm:pt>
    <dgm:pt modelId="{F815529E-E56F-41B4-8C57-4F48B249788D}" type="parTrans" cxnId="{786DDE99-CB1D-4125-A6C5-60C570E6142F}">
      <dgm:prSet/>
      <dgm:spPr/>
      <dgm:t>
        <a:bodyPr/>
        <a:lstStyle/>
        <a:p>
          <a:endParaRPr lang="pt-BR"/>
        </a:p>
      </dgm:t>
    </dgm:pt>
    <dgm:pt modelId="{04C91EDF-10DF-46B1-8887-C4FAC3D36C7F}" type="sibTrans" cxnId="{786DDE99-CB1D-4125-A6C5-60C570E6142F}">
      <dgm:prSet/>
      <dgm:spPr/>
      <dgm:t>
        <a:bodyPr/>
        <a:lstStyle/>
        <a:p>
          <a:endParaRPr lang="pt-BR"/>
        </a:p>
      </dgm:t>
    </dgm:pt>
    <dgm:pt modelId="{7E725225-2EF1-42D2-9D8E-295D27A4328E}" type="pres">
      <dgm:prSet presAssocID="{6AA679BC-3354-4804-AF9B-12C8F02D2704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2EE324A6-ECB1-47DA-8C89-7B68FF4EE7B6}" type="pres">
      <dgm:prSet presAssocID="{A79C892B-FE02-4EA8-BBA6-709E4004D3C0}" presName="gear1" presStyleLbl="node1" presStyleIdx="0" presStyleCnt="3" custLinFactNeighborX="2469" custLinFactNeighborY="0">
        <dgm:presLayoutVars>
          <dgm:chMax val="1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51F5D9B0-F9DD-4831-9C7A-4F04CDC00AB3}" type="pres">
      <dgm:prSet presAssocID="{A79C892B-FE02-4EA8-BBA6-709E4004D3C0}" presName="gear1srcNode" presStyleLbl="node1" presStyleIdx="0" presStyleCnt="3"/>
      <dgm:spPr/>
      <dgm:t>
        <a:bodyPr/>
        <a:lstStyle/>
        <a:p>
          <a:endParaRPr lang="pt-BR"/>
        </a:p>
      </dgm:t>
    </dgm:pt>
    <dgm:pt modelId="{1AB089DE-F7E2-433B-BF77-DD7FD9BD218B}" type="pres">
      <dgm:prSet presAssocID="{A79C892B-FE02-4EA8-BBA6-709E4004D3C0}" presName="gear1dstNode" presStyleLbl="node1" presStyleIdx="0" presStyleCnt="3"/>
      <dgm:spPr/>
      <dgm:t>
        <a:bodyPr/>
        <a:lstStyle/>
        <a:p>
          <a:endParaRPr lang="pt-BR"/>
        </a:p>
      </dgm:t>
    </dgm:pt>
    <dgm:pt modelId="{5A168F41-46BE-4DBD-A81A-CE86AA5B5D66}" type="pres">
      <dgm:prSet presAssocID="{44D29EB4-33CE-4DD0-A1BA-D0E1B339988E}" presName="gear2" presStyleLbl="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C59B46FB-1C8D-4CAA-A3AF-63B3FAD384B1}" type="pres">
      <dgm:prSet presAssocID="{44D29EB4-33CE-4DD0-A1BA-D0E1B339988E}" presName="gear2srcNode" presStyleLbl="node1" presStyleIdx="1" presStyleCnt="3"/>
      <dgm:spPr/>
      <dgm:t>
        <a:bodyPr/>
        <a:lstStyle/>
        <a:p>
          <a:endParaRPr lang="pt-BR"/>
        </a:p>
      </dgm:t>
    </dgm:pt>
    <dgm:pt modelId="{7158B3A6-197E-4A8D-B8D2-A0EE90458E6B}" type="pres">
      <dgm:prSet presAssocID="{44D29EB4-33CE-4DD0-A1BA-D0E1B339988E}" presName="gear2dstNode" presStyleLbl="node1" presStyleIdx="1" presStyleCnt="3"/>
      <dgm:spPr/>
      <dgm:t>
        <a:bodyPr/>
        <a:lstStyle/>
        <a:p>
          <a:endParaRPr lang="pt-BR"/>
        </a:p>
      </dgm:t>
    </dgm:pt>
    <dgm:pt modelId="{9AE11F9C-2426-416B-BFD3-7E0819DA0147}" type="pres">
      <dgm:prSet presAssocID="{D8D606BE-7A85-45F6-8FCF-1C4A3A3B9159}" presName="gear3" presStyleLbl="node1" presStyleIdx="2" presStyleCnt="3" custLinFactNeighborX="-1016" custLinFactNeighborY="0"/>
      <dgm:spPr/>
      <dgm:t>
        <a:bodyPr/>
        <a:lstStyle/>
        <a:p>
          <a:endParaRPr lang="pt-BR"/>
        </a:p>
      </dgm:t>
    </dgm:pt>
    <dgm:pt modelId="{158C6262-1344-4C4D-89D7-4775E7BB8163}" type="pres">
      <dgm:prSet presAssocID="{D8D606BE-7A85-45F6-8FCF-1C4A3A3B9159}" presName="gear3tx" presStyleLbl="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58CAE71E-97E0-48B9-89F2-577686B23021}" type="pres">
      <dgm:prSet presAssocID="{D8D606BE-7A85-45F6-8FCF-1C4A3A3B9159}" presName="gear3srcNode" presStyleLbl="node1" presStyleIdx="2" presStyleCnt="3"/>
      <dgm:spPr/>
      <dgm:t>
        <a:bodyPr/>
        <a:lstStyle/>
        <a:p>
          <a:endParaRPr lang="pt-BR"/>
        </a:p>
      </dgm:t>
    </dgm:pt>
    <dgm:pt modelId="{95C552B1-DEA2-4587-BC34-1A8ED640C284}" type="pres">
      <dgm:prSet presAssocID="{D8D606BE-7A85-45F6-8FCF-1C4A3A3B9159}" presName="gear3dstNode" presStyleLbl="node1" presStyleIdx="2" presStyleCnt="3"/>
      <dgm:spPr/>
      <dgm:t>
        <a:bodyPr/>
        <a:lstStyle/>
        <a:p>
          <a:endParaRPr lang="pt-BR"/>
        </a:p>
      </dgm:t>
    </dgm:pt>
    <dgm:pt modelId="{F8FC3B5E-F914-4E30-BD47-08426CCB6A1F}" type="pres">
      <dgm:prSet presAssocID="{22766B1C-7BA4-4096-B688-3BBC975F5161}" presName="connector1" presStyleLbl="sibTrans2D1" presStyleIdx="0" presStyleCnt="3"/>
      <dgm:spPr/>
      <dgm:t>
        <a:bodyPr/>
        <a:lstStyle/>
        <a:p>
          <a:endParaRPr lang="pt-BR"/>
        </a:p>
      </dgm:t>
    </dgm:pt>
    <dgm:pt modelId="{07D80315-E9CB-4966-99D8-1EBC3DD3C470}" type="pres">
      <dgm:prSet presAssocID="{322B2B6D-5103-4078-8CC8-4E3C7EAEC711}" presName="connector2" presStyleLbl="sibTrans2D1" presStyleIdx="1" presStyleCnt="3"/>
      <dgm:spPr/>
      <dgm:t>
        <a:bodyPr/>
        <a:lstStyle/>
        <a:p>
          <a:endParaRPr lang="pt-BR"/>
        </a:p>
      </dgm:t>
    </dgm:pt>
    <dgm:pt modelId="{CCF472B9-746A-4AC7-AB39-BC0D1CC9A8EC}" type="pres">
      <dgm:prSet presAssocID="{04C91EDF-10DF-46B1-8887-C4FAC3D36C7F}" presName="connector3" presStyleLbl="sibTrans2D1" presStyleIdx="2" presStyleCnt="3"/>
      <dgm:spPr/>
      <dgm:t>
        <a:bodyPr/>
        <a:lstStyle/>
        <a:p>
          <a:endParaRPr lang="pt-BR"/>
        </a:p>
      </dgm:t>
    </dgm:pt>
  </dgm:ptLst>
  <dgm:cxnLst>
    <dgm:cxn modelId="{23922E09-6748-4B42-9083-3EA2A7A80E75}" type="presOf" srcId="{04C91EDF-10DF-46B1-8887-C4FAC3D36C7F}" destId="{CCF472B9-746A-4AC7-AB39-BC0D1CC9A8EC}" srcOrd="0" destOrd="0" presId="urn:microsoft.com/office/officeart/2005/8/layout/gear1"/>
    <dgm:cxn modelId="{35F42370-D8A4-4800-9F5F-BFF10255914F}" type="presOf" srcId="{322B2B6D-5103-4078-8CC8-4E3C7EAEC711}" destId="{07D80315-E9CB-4966-99D8-1EBC3DD3C470}" srcOrd="0" destOrd="0" presId="urn:microsoft.com/office/officeart/2005/8/layout/gear1"/>
    <dgm:cxn modelId="{4BC17F11-E655-4E79-ADA7-E5051243B555}" srcId="{6AA679BC-3354-4804-AF9B-12C8F02D2704}" destId="{A79C892B-FE02-4EA8-BBA6-709E4004D3C0}" srcOrd="0" destOrd="0" parTransId="{95F7CE8A-F5C2-40EC-A1F9-32776662761F}" sibTransId="{22766B1C-7BA4-4096-B688-3BBC975F5161}"/>
    <dgm:cxn modelId="{C718BA45-BE83-4954-AEE6-64FFA6B0A2D3}" type="presOf" srcId="{D8D606BE-7A85-45F6-8FCF-1C4A3A3B9159}" destId="{158C6262-1344-4C4D-89D7-4775E7BB8163}" srcOrd="1" destOrd="0" presId="urn:microsoft.com/office/officeart/2005/8/layout/gear1"/>
    <dgm:cxn modelId="{340879C8-8FE3-45C8-A566-7F0DBE34FD45}" type="presOf" srcId="{D8D606BE-7A85-45F6-8FCF-1C4A3A3B9159}" destId="{9AE11F9C-2426-416B-BFD3-7E0819DA0147}" srcOrd="0" destOrd="0" presId="urn:microsoft.com/office/officeart/2005/8/layout/gear1"/>
    <dgm:cxn modelId="{786DDE99-CB1D-4125-A6C5-60C570E6142F}" srcId="{6AA679BC-3354-4804-AF9B-12C8F02D2704}" destId="{D8D606BE-7A85-45F6-8FCF-1C4A3A3B9159}" srcOrd="2" destOrd="0" parTransId="{F815529E-E56F-41B4-8C57-4F48B249788D}" sibTransId="{04C91EDF-10DF-46B1-8887-C4FAC3D36C7F}"/>
    <dgm:cxn modelId="{B682957C-A239-4B5B-9849-A99AC5A35FC8}" type="presOf" srcId="{D8D606BE-7A85-45F6-8FCF-1C4A3A3B9159}" destId="{58CAE71E-97E0-48B9-89F2-577686B23021}" srcOrd="2" destOrd="0" presId="urn:microsoft.com/office/officeart/2005/8/layout/gear1"/>
    <dgm:cxn modelId="{6FD1E79F-078D-4F72-91DC-42BA73598AEE}" type="presOf" srcId="{D8D606BE-7A85-45F6-8FCF-1C4A3A3B9159}" destId="{95C552B1-DEA2-4587-BC34-1A8ED640C284}" srcOrd="3" destOrd="0" presId="urn:microsoft.com/office/officeart/2005/8/layout/gear1"/>
    <dgm:cxn modelId="{A543849E-6962-4366-AA41-78D87F17084D}" type="presOf" srcId="{A79C892B-FE02-4EA8-BBA6-709E4004D3C0}" destId="{2EE324A6-ECB1-47DA-8C89-7B68FF4EE7B6}" srcOrd="0" destOrd="0" presId="urn:microsoft.com/office/officeart/2005/8/layout/gear1"/>
    <dgm:cxn modelId="{C33CA9C0-39C8-4D9E-AF56-713D709DC8DE}" srcId="{6AA679BC-3354-4804-AF9B-12C8F02D2704}" destId="{44D29EB4-33CE-4DD0-A1BA-D0E1B339988E}" srcOrd="1" destOrd="0" parTransId="{64B63506-98AD-473F-8FA6-E94F1DDD4331}" sibTransId="{322B2B6D-5103-4078-8CC8-4E3C7EAEC711}"/>
    <dgm:cxn modelId="{E84C94BC-4C7A-43FC-945F-3C6F173AD0F2}" type="presOf" srcId="{A79C892B-FE02-4EA8-BBA6-709E4004D3C0}" destId="{51F5D9B0-F9DD-4831-9C7A-4F04CDC00AB3}" srcOrd="1" destOrd="0" presId="urn:microsoft.com/office/officeart/2005/8/layout/gear1"/>
    <dgm:cxn modelId="{FE6034B6-D95C-48B2-A526-1D795243F6E1}" type="presOf" srcId="{44D29EB4-33CE-4DD0-A1BA-D0E1B339988E}" destId="{5A168F41-46BE-4DBD-A81A-CE86AA5B5D66}" srcOrd="0" destOrd="0" presId="urn:microsoft.com/office/officeart/2005/8/layout/gear1"/>
    <dgm:cxn modelId="{27CD2E20-661C-4014-926A-81D1F7434F16}" type="presOf" srcId="{6AA679BC-3354-4804-AF9B-12C8F02D2704}" destId="{7E725225-2EF1-42D2-9D8E-295D27A4328E}" srcOrd="0" destOrd="0" presId="urn:microsoft.com/office/officeart/2005/8/layout/gear1"/>
    <dgm:cxn modelId="{9D80C1B1-3216-4C0F-8238-763D29DBBDB9}" type="presOf" srcId="{22766B1C-7BA4-4096-B688-3BBC975F5161}" destId="{F8FC3B5E-F914-4E30-BD47-08426CCB6A1F}" srcOrd="0" destOrd="0" presId="urn:microsoft.com/office/officeart/2005/8/layout/gear1"/>
    <dgm:cxn modelId="{27BBF74B-5B47-42D6-A427-7291D41D7BC0}" type="presOf" srcId="{44D29EB4-33CE-4DD0-A1BA-D0E1B339988E}" destId="{C59B46FB-1C8D-4CAA-A3AF-63B3FAD384B1}" srcOrd="1" destOrd="0" presId="urn:microsoft.com/office/officeart/2005/8/layout/gear1"/>
    <dgm:cxn modelId="{978F1AC8-CD8A-42AA-8725-00A665B2D1A0}" type="presOf" srcId="{44D29EB4-33CE-4DD0-A1BA-D0E1B339988E}" destId="{7158B3A6-197E-4A8D-B8D2-A0EE90458E6B}" srcOrd="2" destOrd="0" presId="urn:microsoft.com/office/officeart/2005/8/layout/gear1"/>
    <dgm:cxn modelId="{AED57B8C-8461-4C72-BC86-C8B19825A2E1}" type="presOf" srcId="{A79C892B-FE02-4EA8-BBA6-709E4004D3C0}" destId="{1AB089DE-F7E2-433B-BF77-DD7FD9BD218B}" srcOrd="2" destOrd="0" presId="urn:microsoft.com/office/officeart/2005/8/layout/gear1"/>
    <dgm:cxn modelId="{A4AB5CA0-A2C1-47AF-B7BB-9353B885CBCF}" type="presParOf" srcId="{7E725225-2EF1-42D2-9D8E-295D27A4328E}" destId="{2EE324A6-ECB1-47DA-8C89-7B68FF4EE7B6}" srcOrd="0" destOrd="0" presId="urn:microsoft.com/office/officeart/2005/8/layout/gear1"/>
    <dgm:cxn modelId="{C169D31B-546E-4661-B7F7-82FB04F2E7A8}" type="presParOf" srcId="{7E725225-2EF1-42D2-9D8E-295D27A4328E}" destId="{51F5D9B0-F9DD-4831-9C7A-4F04CDC00AB3}" srcOrd="1" destOrd="0" presId="urn:microsoft.com/office/officeart/2005/8/layout/gear1"/>
    <dgm:cxn modelId="{29B391B9-C67B-4ED9-BCBA-D06FD52BCADC}" type="presParOf" srcId="{7E725225-2EF1-42D2-9D8E-295D27A4328E}" destId="{1AB089DE-F7E2-433B-BF77-DD7FD9BD218B}" srcOrd="2" destOrd="0" presId="urn:microsoft.com/office/officeart/2005/8/layout/gear1"/>
    <dgm:cxn modelId="{8EF2A922-EB3D-4634-BBE3-4AA80936E2E9}" type="presParOf" srcId="{7E725225-2EF1-42D2-9D8E-295D27A4328E}" destId="{5A168F41-46BE-4DBD-A81A-CE86AA5B5D66}" srcOrd="3" destOrd="0" presId="urn:microsoft.com/office/officeart/2005/8/layout/gear1"/>
    <dgm:cxn modelId="{CC53E94B-763A-4DA5-B79A-A5EF69E075AC}" type="presParOf" srcId="{7E725225-2EF1-42D2-9D8E-295D27A4328E}" destId="{C59B46FB-1C8D-4CAA-A3AF-63B3FAD384B1}" srcOrd="4" destOrd="0" presId="urn:microsoft.com/office/officeart/2005/8/layout/gear1"/>
    <dgm:cxn modelId="{82CAF4B3-F412-4735-9D88-65C18FCA9C69}" type="presParOf" srcId="{7E725225-2EF1-42D2-9D8E-295D27A4328E}" destId="{7158B3A6-197E-4A8D-B8D2-A0EE90458E6B}" srcOrd="5" destOrd="0" presId="urn:microsoft.com/office/officeart/2005/8/layout/gear1"/>
    <dgm:cxn modelId="{CBA34C00-1FF9-4F08-841C-7C6A69FE251B}" type="presParOf" srcId="{7E725225-2EF1-42D2-9D8E-295D27A4328E}" destId="{9AE11F9C-2426-416B-BFD3-7E0819DA0147}" srcOrd="6" destOrd="0" presId="urn:microsoft.com/office/officeart/2005/8/layout/gear1"/>
    <dgm:cxn modelId="{A0F1012F-DE48-4009-925C-50E97902080E}" type="presParOf" srcId="{7E725225-2EF1-42D2-9D8E-295D27A4328E}" destId="{158C6262-1344-4C4D-89D7-4775E7BB8163}" srcOrd="7" destOrd="0" presId="urn:microsoft.com/office/officeart/2005/8/layout/gear1"/>
    <dgm:cxn modelId="{9C39BFC0-CC34-4988-9D0C-9BBC28F4F53B}" type="presParOf" srcId="{7E725225-2EF1-42D2-9D8E-295D27A4328E}" destId="{58CAE71E-97E0-48B9-89F2-577686B23021}" srcOrd="8" destOrd="0" presId="urn:microsoft.com/office/officeart/2005/8/layout/gear1"/>
    <dgm:cxn modelId="{32DF821E-B689-42B9-9457-DADE7A9D556D}" type="presParOf" srcId="{7E725225-2EF1-42D2-9D8E-295D27A4328E}" destId="{95C552B1-DEA2-4587-BC34-1A8ED640C284}" srcOrd="9" destOrd="0" presId="urn:microsoft.com/office/officeart/2005/8/layout/gear1"/>
    <dgm:cxn modelId="{1CBCF4A7-800E-4D2C-BB57-01B20CEA23FE}" type="presParOf" srcId="{7E725225-2EF1-42D2-9D8E-295D27A4328E}" destId="{F8FC3B5E-F914-4E30-BD47-08426CCB6A1F}" srcOrd="10" destOrd="0" presId="urn:microsoft.com/office/officeart/2005/8/layout/gear1"/>
    <dgm:cxn modelId="{DB6827C7-DA07-43CC-8526-11C5F4DA888A}" type="presParOf" srcId="{7E725225-2EF1-42D2-9D8E-295D27A4328E}" destId="{07D80315-E9CB-4966-99D8-1EBC3DD3C470}" srcOrd="11" destOrd="0" presId="urn:microsoft.com/office/officeart/2005/8/layout/gear1"/>
    <dgm:cxn modelId="{E282CE8B-A389-405B-BC4D-1B68AB511793}" type="presParOf" srcId="{7E725225-2EF1-42D2-9D8E-295D27A4328E}" destId="{CCF472B9-746A-4AC7-AB39-BC0D1CC9A8EC}" srcOrd="12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1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0A5EFA-D054-477E-8606-8FCD624D518E}">
      <dsp:nvSpPr>
        <dsp:cNvPr id="0" name=""/>
        <dsp:cNvSpPr/>
      </dsp:nvSpPr>
      <dsp:spPr>
        <a:xfrm>
          <a:off x="619357" y="342852"/>
          <a:ext cx="1765712" cy="1765807"/>
        </a:xfrm>
        <a:prstGeom prst="ellipse">
          <a:avLst/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800" kern="1200" dirty="0" smtClean="0"/>
            <a:t>Problema</a:t>
          </a:r>
          <a:endParaRPr lang="pt-BR" sz="1800" kern="1200" dirty="0"/>
        </a:p>
      </dsp:txBody>
      <dsp:txXfrm>
        <a:off x="877940" y="601448"/>
        <a:ext cx="1248546" cy="1248615"/>
      </dsp:txXfrm>
    </dsp:sp>
    <dsp:sp modelId="{480D3E95-470A-4270-AD4D-E943B561A487}">
      <dsp:nvSpPr>
        <dsp:cNvPr id="0" name=""/>
        <dsp:cNvSpPr/>
      </dsp:nvSpPr>
      <dsp:spPr>
        <a:xfrm>
          <a:off x="1626990" y="262241"/>
          <a:ext cx="196310" cy="196522"/>
        </a:xfrm>
        <a:prstGeom prst="ellipse">
          <a:avLst/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B05B8A-32C0-48F8-8091-2D1744998690}">
      <dsp:nvSpPr>
        <dsp:cNvPr id="0" name=""/>
        <dsp:cNvSpPr/>
      </dsp:nvSpPr>
      <dsp:spPr>
        <a:xfrm>
          <a:off x="1162291" y="1977469"/>
          <a:ext cx="142343" cy="142255"/>
        </a:xfrm>
        <a:prstGeom prst="ellipse">
          <a:avLst/>
        </a:prstGeom>
        <a:solidFill>
          <a:schemeClr val="accent2">
            <a:shade val="80000"/>
            <a:hueOff val="-2242"/>
            <a:satOff val="-251"/>
            <a:lumOff val="1605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F39350-2B11-4256-9C2D-EDFD500135A4}">
      <dsp:nvSpPr>
        <dsp:cNvPr id="0" name=""/>
        <dsp:cNvSpPr/>
      </dsp:nvSpPr>
      <dsp:spPr>
        <a:xfrm>
          <a:off x="2498799" y="1059396"/>
          <a:ext cx="142343" cy="142255"/>
        </a:xfrm>
        <a:prstGeom prst="ellipse">
          <a:avLst/>
        </a:prstGeom>
        <a:solidFill>
          <a:schemeClr val="accent2">
            <a:shade val="80000"/>
            <a:hueOff val="-4484"/>
            <a:satOff val="-503"/>
            <a:lumOff val="321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29A490-44B4-498C-807D-2B096125A047}">
      <dsp:nvSpPr>
        <dsp:cNvPr id="0" name=""/>
        <dsp:cNvSpPr/>
      </dsp:nvSpPr>
      <dsp:spPr>
        <a:xfrm>
          <a:off x="1818593" y="2128681"/>
          <a:ext cx="196310" cy="196522"/>
        </a:xfrm>
        <a:prstGeom prst="ellipse">
          <a:avLst/>
        </a:prstGeom>
        <a:solidFill>
          <a:schemeClr val="accent2">
            <a:shade val="80000"/>
            <a:hueOff val="-6726"/>
            <a:satOff val="-754"/>
            <a:lumOff val="4815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A349EA-1BDA-4743-9DA9-165840FD925A}">
      <dsp:nvSpPr>
        <dsp:cNvPr id="0" name=""/>
        <dsp:cNvSpPr/>
      </dsp:nvSpPr>
      <dsp:spPr>
        <a:xfrm>
          <a:off x="1202133" y="541219"/>
          <a:ext cx="142343" cy="142255"/>
        </a:xfrm>
        <a:prstGeom prst="ellipse">
          <a:avLst/>
        </a:prstGeom>
        <a:solidFill>
          <a:schemeClr val="accent2">
            <a:shade val="80000"/>
            <a:hueOff val="-8968"/>
            <a:satOff val="-1006"/>
            <a:lumOff val="642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63A6A3-150B-4D30-B97D-CD98030DF110}">
      <dsp:nvSpPr>
        <dsp:cNvPr id="0" name=""/>
        <dsp:cNvSpPr/>
      </dsp:nvSpPr>
      <dsp:spPr>
        <a:xfrm>
          <a:off x="754094" y="1355761"/>
          <a:ext cx="142343" cy="142255"/>
        </a:xfrm>
        <a:prstGeom prst="ellipse">
          <a:avLst/>
        </a:prstGeom>
        <a:solidFill>
          <a:schemeClr val="accent2">
            <a:shade val="80000"/>
            <a:hueOff val="-11210"/>
            <a:satOff val="-1257"/>
            <a:lumOff val="8025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9455E6-F024-4DA4-97EC-67890DFE82BD}">
      <dsp:nvSpPr>
        <dsp:cNvPr id="0" name=""/>
        <dsp:cNvSpPr/>
      </dsp:nvSpPr>
      <dsp:spPr>
        <a:xfrm>
          <a:off x="67368" y="661345"/>
          <a:ext cx="717875" cy="717861"/>
        </a:xfrm>
        <a:prstGeom prst="ellipse">
          <a:avLst/>
        </a:prstGeom>
        <a:solidFill>
          <a:schemeClr val="accent2">
            <a:shade val="80000"/>
            <a:hueOff val="-13452"/>
            <a:satOff val="-1509"/>
            <a:lumOff val="963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800" b="1" kern="1200" dirty="0" smtClean="0"/>
            <a:t>Incidente</a:t>
          </a:r>
          <a:endParaRPr lang="pt-BR" sz="800" b="1" kern="1200" dirty="0"/>
        </a:p>
      </dsp:txBody>
      <dsp:txXfrm>
        <a:off x="172498" y="766473"/>
        <a:ext cx="507615" cy="507605"/>
      </dsp:txXfrm>
    </dsp:sp>
    <dsp:sp modelId="{E393E4DA-A4E6-4B48-AFD8-FA1E0CA5729A}">
      <dsp:nvSpPr>
        <dsp:cNvPr id="0" name=""/>
        <dsp:cNvSpPr/>
      </dsp:nvSpPr>
      <dsp:spPr>
        <a:xfrm>
          <a:off x="1428506" y="547541"/>
          <a:ext cx="196310" cy="196522"/>
        </a:xfrm>
        <a:prstGeom prst="ellipse">
          <a:avLst/>
        </a:prstGeom>
        <a:solidFill>
          <a:schemeClr val="accent2">
            <a:shade val="80000"/>
            <a:hueOff val="-15694"/>
            <a:satOff val="-1760"/>
            <a:lumOff val="11235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8AE9CC-4508-48D1-8E6F-FF119711DEB2}">
      <dsp:nvSpPr>
        <dsp:cNvPr id="0" name=""/>
        <dsp:cNvSpPr/>
      </dsp:nvSpPr>
      <dsp:spPr>
        <a:xfrm>
          <a:off x="135099" y="1589429"/>
          <a:ext cx="354953" cy="355110"/>
        </a:xfrm>
        <a:prstGeom prst="ellipse">
          <a:avLst/>
        </a:prstGeom>
        <a:solidFill>
          <a:schemeClr val="accent2">
            <a:shade val="80000"/>
            <a:hueOff val="-17936"/>
            <a:satOff val="-2012"/>
            <a:lumOff val="1284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5009C9-D403-4C8E-BCF7-BAA97FD5FBA9}">
      <dsp:nvSpPr>
        <dsp:cNvPr id="0" name=""/>
        <dsp:cNvSpPr/>
      </dsp:nvSpPr>
      <dsp:spPr>
        <a:xfrm>
          <a:off x="2566530" y="323621"/>
          <a:ext cx="717875" cy="717861"/>
        </a:xfrm>
        <a:prstGeom prst="ellipse">
          <a:avLst/>
        </a:prstGeom>
        <a:solidFill>
          <a:schemeClr val="accent2">
            <a:shade val="80000"/>
            <a:hueOff val="-20178"/>
            <a:satOff val="-2263"/>
            <a:lumOff val="14445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800" b="1" kern="1200" dirty="0" smtClean="0"/>
            <a:t>Incidente</a:t>
          </a:r>
          <a:endParaRPr lang="pt-BR" sz="800" b="1" kern="1200" dirty="0"/>
        </a:p>
      </dsp:txBody>
      <dsp:txXfrm>
        <a:off x="2671660" y="428749"/>
        <a:ext cx="507615" cy="507605"/>
      </dsp:txXfrm>
    </dsp:sp>
    <dsp:sp modelId="{D844F324-7771-4EA5-8C2F-A9887D8AFE84}">
      <dsp:nvSpPr>
        <dsp:cNvPr id="0" name=""/>
        <dsp:cNvSpPr/>
      </dsp:nvSpPr>
      <dsp:spPr>
        <a:xfrm>
          <a:off x="2245986" y="819407"/>
          <a:ext cx="196310" cy="196522"/>
        </a:xfrm>
        <a:prstGeom prst="ellipse">
          <a:avLst/>
        </a:prstGeom>
        <a:solidFill>
          <a:schemeClr val="accent2">
            <a:shade val="80000"/>
            <a:hueOff val="-22420"/>
            <a:satOff val="-2515"/>
            <a:lumOff val="1605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EE2F01-659C-4F49-A1ED-7FC8409BE74D}">
      <dsp:nvSpPr>
        <dsp:cNvPr id="0" name=""/>
        <dsp:cNvSpPr/>
      </dsp:nvSpPr>
      <dsp:spPr>
        <a:xfrm>
          <a:off x="0" y="2011979"/>
          <a:ext cx="142343" cy="142255"/>
        </a:xfrm>
        <a:prstGeom prst="ellipse">
          <a:avLst/>
        </a:prstGeom>
        <a:solidFill>
          <a:schemeClr val="accent2">
            <a:shade val="80000"/>
            <a:hueOff val="-24662"/>
            <a:satOff val="-2766"/>
            <a:lumOff val="17655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A28A07-4F27-442D-B1EA-46500CF569F3}">
      <dsp:nvSpPr>
        <dsp:cNvPr id="0" name=""/>
        <dsp:cNvSpPr/>
      </dsp:nvSpPr>
      <dsp:spPr>
        <a:xfrm>
          <a:off x="1418365" y="1809397"/>
          <a:ext cx="142343" cy="142255"/>
        </a:xfrm>
        <a:prstGeom prst="ellipse">
          <a:avLst/>
        </a:prstGeom>
        <a:solidFill>
          <a:schemeClr val="accent2">
            <a:shade val="80000"/>
            <a:hueOff val="-26904"/>
            <a:satOff val="-3018"/>
            <a:lumOff val="1926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41F20F-9EDB-4E3C-AAA9-180C13770FEF}">
      <dsp:nvSpPr>
        <dsp:cNvPr id="0" name=""/>
        <dsp:cNvSpPr/>
      </dsp:nvSpPr>
      <dsp:spPr>
        <a:xfrm>
          <a:off x="2904098" y="1564402"/>
          <a:ext cx="717875" cy="717861"/>
        </a:xfrm>
        <a:prstGeom prst="ellipse">
          <a:avLst/>
        </a:prstGeom>
        <a:solidFill>
          <a:schemeClr val="accent2">
            <a:shade val="80000"/>
            <a:hueOff val="-29146"/>
            <a:satOff val="-3269"/>
            <a:lumOff val="20865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800" b="1" kern="1200" dirty="0" smtClean="0"/>
            <a:t>Incidente</a:t>
          </a:r>
          <a:endParaRPr lang="pt-BR" sz="800" b="1" kern="1200" dirty="0"/>
        </a:p>
      </dsp:txBody>
      <dsp:txXfrm>
        <a:off x="3009228" y="1669530"/>
        <a:ext cx="507615" cy="507605"/>
      </dsp:txXfrm>
    </dsp:sp>
    <dsp:sp modelId="{24D4CA63-C12F-41AD-B609-A7EE27247BDA}">
      <dsp:nvSpPr>
        <dsp:cNvPr id="0" name=""/>
        <dsp:cNvSpPr/>
      </dsp:nvSpPr>
      <dsp:spPr>
        <a:xfrm>
          <a:off x="2701630" y="1539376"/>
          <a:ext cx="142343" cy="142255"/>
        </a:xfrm>
        <a:prstGeom prst="ellipse">
          <a:avLst/>
        </a:prstGeom>
        <a:solidFill>
          <a:schemeClr val="accent2">
            <a:shade val="80000"/>
            <a:hueOff val="-31388"/>
            <a:satOff val="-3521"/>
            <a:lumOff val="2247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09C8BE-A7E1-4407-8B9A-DA788092CD20}">
      <dsp:nvSpPr>
        <dsp:cNvPr id="0" name=""/>
        <dsp:cNvSpPr/>
      </dsp:nvSpPr>
      <dsp:spPr>
        <a:xfrm>
          <a:off x="843557" y="2178734"/>
          <a:ext cx="717875" cy="717861"/>
        </a:xfrm>
        <a:prstGeom prst="ellipse">
          <a:avLst/>
        </a:prstGeom>
        <a:solidFill>
          <a:schemeClr val="accent2">
            <a:shade val="80000"/>
            <a:hueOff val="-33630"/>
            <a:satOff val="-3772"/>
            <a:lumOff val="24075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800" b="1" kern="1200" dirty="0" smtClean="0"/>
            <a:t>Incidente</a:t>
          </a:r>
          <a:endParaRPr lang="pt-BR" sz="800" b="1" kern="1200" dirty="0"/>
        </a:p>
      </dsp:txBody>
      <dsp:txXfrm>
        <a:off x="948687" y="2283862"/>
        <a:ext cx="507615" cy="507605"/>
      </dsp:txXfrm>
    </dsp:sp>
    <dsp:sp modelId="{85C0FF70-04DD-41F7-AA9C-128E7A05CAB4}">
      <dsp:nvSpPr>
        <dsp:cNvPr id="0" name=""/>
        <dsp:cNvSpPr/>
      </dsp:nvSpPr>
      <dsp:spPr>
        <a:xfrm>
          <a:off x="1484647" y="2154498"/>
          <a:ext cx="142343" cy="142255"/>
        </a:xfrm>
        <a:prstGeom prst="ellipse">
          <a:avLst/>
        </a:prstGeom>
        <a:solidFill>
          <a:schemeClr val="accent2">
            <a:shade val="80000"/>
            <a:hueOff val="-35872"/>
            <a:satOff val="-4024"/>
            <a:lumOff val="2568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A4EBAE-CDE1-4DEF-82C0-FF14A1F5020B}">
      <dsp:nvSpPr>
        <dsp:cNvPr id="0" name=""/>
        <dsp:cNvSpPr/>
      </dsp:nvSpPr>
      <dsp:spPr>
        <a:xfrm>
          <a:off x="992241" y="164573"/>
          <a:ext cx="3266158" cy="1134293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227350" prstMaterial="matte"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9FAF8A-1518-496F-AB4C-2B61357585DD}">
      <dsp:nvSpPr>
        <dsp:cNvPr id="0" name=""/>
        <dsp:cNvSpPr/>
      </dsp:nvSpPr>
      <dsp:spPr>
        <a:xfrm>
          <a:off x="2313896" y="2942074"/>
          <a:ext cx="632976" cy="405104"/>
        </a:xfrm>
        <a:prstGeom prst="down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prstMaterial="matte"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70F134-B371-4436-9EA8-3DBBCDC19584}">
      <dsp:nvSpPr>
        <dsp:cNvPr id="0" name=""/>
        <dsp:cNvSpPr/>
      </dsp:nvSpPr>
      <dsp:spPr>
        <a:xfrm>
          <a:off x="1111241" y="3266158"/>
          <a:ext cx="3038286" cy="759571"/>
        </a:xfrm>
        <a:prstGeom prst="rect">
          <a:avLst/>
        </a:prstGeom>
        <a:noFill/>
        <a:ln>
          <a:noFill/>
        </a:ln>
        <a:effectLst/>
        <a:scene3d>
          <a:camera prst="perspectiveRelaxed">
            <a:rot lat="20934136" lon="2620571" rev="19089283"/>
          </a:camera>
          <a:lightRig rig="soft" dir="t"/>
          <a:backdrop>
            <a:anchor x="0" y="0" z="-210000"/>
            <a:norm dx="0" dy="0" dz="914400"/>
            <a:up dx="0" dy="914400" dz="0"/>
          </a:backdrop>
        </a:scene3d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ctr" anchorCtr="0">
          <a:noAutofit/>
          <a:sp3d extrusionH="28000" prstMaterial="matte"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800" kern="1200" dirty="0" smtClean="0"/>
            <a:t>Indicadores para tomada de decisão</a:t>
          </a:r>
          <a:endParaRPr lang="pt-BR" sz="1800" kern="1200" dirty="0"/>
        </a:p>
      </dsp:txBody>
      <dsp:txXfrm>
        <a:off x="1111241" y="3266158"/>
        <a:ext cx="3038286" cy="759571"/>
      </dsp:txXfrm>
    </dsp:sp>
    <dsp:sp modelId="{61241B38-0FFE-48A3-81B5-AD53F110DD5B}">
      <dsp:nvSpPr>
        <dsp:cNvPr id="0" name=""/>
        <dsp:cNvSpPr/>
      </dsp:nvSpPr>
      <dsp:spPr>
        <a:xfrm>
          <a:off x="2179705" y="1386471"/>
          <a:ext cx="1139357" cy="113935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perspectiveRelaxed">
            <a:rot lat="20934136" lon="2620571" rev="19089283"/>
          </a:camera>
          <a:lightRig rig="soft" dir="t"/>
          <a:backdrop>
            <a:anchor x="0" y="0" z="-210000"/>
            <a:norm dx="0" dy="0" dz="914400"/>
            <a:up dx="0" dy="914400" dz="0"/>
          </a:backdrop>
        </a:scene3d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  <a:sp3d extrusionH="28000" prstMaterial="matte"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000" kern="1200" dirty="0" smtClean="0"/>
            <a:t>Atribuição de Responsabilidades</a:t>
          </a:r>
        </a:p>
      </dsp:txBody>
      <dsp:txXfrm>
        <a:off x="2346560" y="1553326"/>
        <a:ext cx="805647" cy="805647"/>
      </dsp:txXfrm>
    </dsp:sp>
    <dsp:sp modelId="{CA63B10E-BDE7-48DB-9E3F-3F59BF4449E6}">
      <dsp:nvSpPr>
        <dsp:cNvPr id="0" name=""/>
        <dsp:cNvSpPr/>
      </dsp:nvSpPr>
      <dsp:spPr>
        <a:xfrm>
          <a:off x="1324508" y="531700"/>
          <a:ext cx="1139357" cy="113935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perspectiveRelaxed">
            <a:rot lat="20934136" lon="2620571" rev="19089283"/>
          </a:camera>
          <a:lightRig rig="soft" dir="t"/>
          <a:backdrop>
            <a:anchor x="0" y="0" z="-210000"/>
            <a:norm dx="0" dy="0" dz="914400"/>
            <a:up dx="0" dy="914400" dz="0"/>
          </a:backdrop>
        </a:scene3d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  <a:sp3d extrusionH="28000" prstMaterial="matte"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500" kern="1200" dirty="0" smtClean="0"/>
            <a:t>Processos</a:t>
          </a:r>
          <a:endParaRPr lang="pt-BR" sz="1500" kern="1200" dirty="0"/>
        </a:p>
      </dsp:txBody>
      <dsp:txXfrm>
        <a:off x="1491363" y="698555"/>
        <a:ext cx="805647" cy="805647"/>
      </dsp:txXfrm>
    </dsp:sp>
    <dsp:sp modelId="{00A6058C-DAA7-4B11-A06D-BD4CFDB910D1}">
      <dsp:nvSpPr>
        <dsp:cNvPr id="0" name=""/>
        <dsp:cNvSpPr/>
      </dsp:nvSpPr>
      <dsp:spPr>
        <a:xfrm>
          <a:off x="2529108" y="256228"/>
          <a:ext cx="1139357" cy="113935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perspectiveRelaxed">
            <a:rot lat="20934136" lon="2620571" rev="19089283"/>
          </a:camera>
          <a:lightRig rig="soft" dir="t"/>
          <a:backdrop>
            <a:anchor x="0" y="0" z="-210000"/>
            <a:norm dx="0" dy="0" dz="914400"/>
            <a:up dx="0" dy="914400" dz="0"/>
          </a:backdrop>
        </a:scene3d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  <a:sp3d extrusionH="28000" prstMaterial="matte"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500" kern="1200" dirty="0" smtClean="0"/>
            <a:t>Melhores</a:t>
          </a:r>
        </a:p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500" kern="1200" dirty="0" smtClean="0"/>
            <a:t>Práticas</a:t>
          </a:r>
          <a:endParaRPr lang="pt-BR" sz="1500" kern="1200" dirty="0"/>
        </a:p>
      </dsp:txBody>
      <dsp:txXfrm>
        <a:off x="2695963" y="423083"/>
        <a:ext cx="805647" cy="805647"/>
      </dsp:txXfrm>
    </dsp:sp>
    <dsp:sp modelId="{60D27BD2-6758-4A1C-BFE7-21708CA9DD5C}">
      <dsp:nvSpPr>
        <dsp:cNvPr id="0" name=""/>
        <dsp:cNvSpPr/>
      </dsp:nvSpPr>
      <dsp:spPr>
        <a:xfrm>
          <a:off x="853832" y="13579"/>
          <a:ext cx="3544667" cy="2835734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E324A6-ECB1-47DA-8C89-7B68FF4EE7B6}">
      <dsp:nvSpPr>
        <dsp:cNvPr id="0" name=""/>
        <dsp:cNvSpPr/>
      </dsp:nvSpPr>
      <dsp:spPr>
        <a:xfrm>
          <a:off x="1811452" y="1461528"/>
          <a:ext cx="1786313" cy="1786313"/>
        </a:xfrm>
        <a:prstGeom prst="gear9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/>
            <a:t>Recomendações e ações preventivas</a:t>
          </a:r>
          <a:endParaRPr lang="pt-BR" sz="1100" kern="1200" dirty="0"/>
        </a:p>
      </dsp:txBody>
      <dsp:txXfrm>
        <a:off x="2170580" y="1879963"/>
        <a:ext cx="1068057" cy="918202"/>
      </dsp:txXfrm>
    </dsp:sp>
    <dsp:sp modelId="{5A168F41-46BE-4DBD-A81A-CE86AA5B5D66}">
      <dsp:nvSpPr>
        <dsp:cNvPr id="0" name=""/>
        <dsp:cNvSpPr/>
      </dsp:nvSpPr>
      <dsp:spPr>
        <a:xfrm>
          <a:off x="728038" y="1039309"/>
          <a:ext cx="1299136" cy="1299136"/>
        </a:xfrm>
        <a:prstGeom prst="gear6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/>
            <a:t>Analise</a:t>
          </a: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/>
            <a:t>Técnica</a:t>
          </a:r>
          <a:endParaRPr lang="pt-BR" sz="1100" kern="1200" dirty="0"/>
        </a:p>
      </dsp:txBody>
      <dsp:txXfrm>
        <a:off x="1055099" y="1368347"/>
        <a:ext cx="645014" cy="641060"/>
      </dsp:txXfrm>
    </dsp:sp>
    <dsp:sp modelId="{9AE11F9C-2426-416B-BFD3-7E0819DA0147}">
      <dsp:nvSpPr>
        <dsp:cNvPr id="0" name=""/>
        <dsp:cNvSpPr/>
      </dsp:nvSpPr>
      <dsp:spPr>
        <a:xfrm rot="20700000">
          <a:off x="1439849" y="143037"/>
          <a:ext cx="1272888" cy="1272888"/>
        </a:xfrm>
        <a:prstGeom prst="gear6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050" kern="1200" dirty="0" smtClean="0"/>
            <a:t>Observação</a:t>
          </a:r>
          <a:endParaRPr lang="pt-BR" sz="1050" kern="1200" dirty="0"/>
        </a:p>
      </dsp:txBody>
      <dsp:txXfrm rot="-20700000">
        <a:off x="1719030" y="422219"/>
        <a:ext cx="714525" cy="714525"/>
      </dsp:txXfrm>
    </dsp:sp>
    <dsp:sp modelId="{F8FC3B5E-F914-4E30-BD47-08426CCB6A1F}">
      <dsp:nvSpPr>
        <dsp:cNvPr id="0" name=""/>
        <dsp:cNvSpPr/>
      </dsp:nvSpPr>
      <dsp:spPr>
        <a:xfrm>
          <a:off x="1619883" y="1197678"/>
          <a:ext cx="2286480" cy="2286480"/>
        </a:xfrm>
        <a:prstGeom prst="circularArrow">
          <a:avLst>
            <a:gd name="adj1" fmla="val 4688"/>
            <a:gd name="adj2" fmla="val 299029"/>
            <a:gd name="adj3" fmla="val 2488428"/>
            <a:gd name="adj4" fmla="val 15922376"/>
            <a:gd name="adj5" fmla="val 5469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tint val="6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z="-25400" prstMaterial="plastic">
          <a:bevelT w="25400" h="25400"/>
          <a:bevelB w="25400" h="254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7D80315-E9CB-4966-99D8-1EBC3DD3C470}">
      <dsp:nvSpPr>
        <dsp:cNvPr id="0" name=""/>
        <dsp:cNvSpPr/>
      </dsp:nvSpPr>
      <dsp:spPr>
        <a:xfrm>
          <a:off x="497964" y="755921"/>
          <a:ext cx="1661271" cy="1661271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tint val="6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z="-25400" prstMaterial="plastic">
          <a:bevelT w="25400" h="25400"/>
          <a:bevelB w="25400" h="254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CF472B9-746A-4AC7-AB39-BC0D1CC9A8EC}">
      <dsp:nvSpPr>
        <dsp:cNvPr id="0" name=""/>
        <dsp:cNvSpPr/>
      </dsp:nvSpPr>
      <dsp:spPr>
        <a:xfrm>
          <a:off x="1161255" y="-131711"/>
          <a:ext cx="1791184" cy="1791184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tint val="6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z="-25400" prstMaterial="plastic">
          <a:bevelT w="25400" h="25400"/>
          <a:bevelB w="25400" h="254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CircleRelationship">
  <dgm:title val=""/>
  <dgm:desc val=""/>
  <dgm:catLst>
    <dgm:cat type="relationship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clrData>
  <dgm:layoutNode name="Name0">
    <dgm:varLst>
      <dgm:chMax val="1"/>
      <dgm:chPref val="1"/>
    </dgm:varLst>
    <dgm:shape xmlns:r="http://schemas.openxmlformats.org/officeDocument/2006/relationships" r:blip="">
      <dgm:adjLst/>
    </dgm:shape>
    <dgm:choose name="Name1">
      <dgm:if name="Name2" axis="ch ch" ptType="node node" func="cnt" op="equ" val="0">
        <dgm:alg type="composite">
          <dgm:param type="ar" val="0.98"/>
        </dgm:alg>
        <dgm:constrLst>
          <dgm:constr type="primFontSz" for="des" ptType="node" op="equ" val="65"/>
          <dgm:constr type="l" for="ch" forName="Parent" refType="w" fact="0"/>
          <dgm:constr type="t" for="ch" forName="Parent" refType="h" fact="0.039"/>
          <dgm:constr type="w" for="ch" forName="Parent" refType="w" fact="0.8734"/>
          <dgm:constr type="h" for="ch" forName="Parent" refType="h" fact="0.856"/>
          <dgm:constr type="l" for="ch" forName="Accent1" refType="w" fact="0.4984"/>
          <dgm:constr type="t" for="ch" forName="Accent1" refType="h" fact="0"/>
          <dgm:constr type="w" for="ch" forName="Accent1" refType="w" fact="0.0972"/>
          <dgm:constr type="h" for="ch" forName="Accent1" refType="h" fact="0.0952"/>
          <dgm:constr type="l" for="ch" forName="Accent2" refType="w" fact="0.2684"/>
          <dgm:constr type="t" for="ch" forName="Accent2" refType="h" fact="0.8314"/>
          <dgm:constr type="w" for="ch" forName="Accent2" refType="w" fact="0.0704"/>
          <dgm:constr type="h" for="ch" forName="Accent2" refType="h" fact="0.069"/>
          <dgm:constr type="l" for="ch" forName="Accent3" refType="w" fact="0.9296"/>
          <dgm:constr type="t" for="ch" forName="Accent3" refType="h" fact="0.3864"/>
          <dgm:constr type="w" for="ch" forName="Accent3" refType="w" fact="0.0704"/>
          <dgm:constr type="h" for="ch" forName="Accent3" refType="h" fact="0.069"/>
          <dgm:constr type="l" for="ch" forName="Accent4" refType="w" fact="0.5931"/>
          <dgm:constr type="t" for="ch" forName="Accent4" refType="h" fact="0.9048"/>
          <dgm:constr type="w" for="ch" forName="Accent4" refType="w" fact="0.0972"/>
          <dgm:constr type="h" for="ch" forName="Accent4" refType="h" fact="0.0952"/>
          <dgm:constr type="l" for="ch" forName="Accent5" refType="w" fact="0.2883"/>
          <dgm:constr type="t" for="ch" forName="Accent5" refType="h" fact="0.1353"/>
          <dgm:constr type="w" for="ch" forName="Accent5" refType="w" fact="0.0704"/>
          <dgm:constr type="h" for="ch" forName="Accent5" refType="h" fact="0.069"/>
          <dgm:constr type="l" for="ch" forName="Accent6" refType="w" fact="0.0666"/>
          <dgm:constr type="t" for="ch" forName="Accent6" refType="h" fact="0.53"/>
          <dgm:constr type="w" for="ch" forName="Accent6" refType="w" fact="0.0704"/>
          <dgm:constr type="h" for="ch" forName="Accent6" refType="h" fact="0.069"/>
        </dgm:constrLst>
      </dgm:if>
      <dgm:if name="Name3" axis="ch ch" ptType="node node" func="cnt" op="equ" val="1">
        <dgm:alg type="composite">
          <dgm:param type="ar" val="1.2476"/>
        </dgm:alg>
        <dgm:constrLst>
          <dgm:constr type="primFontSz" for="des" ptType="node" op="equ" val="65"/>
          <dgm:constr type="l" for="ch" forName="Parent" refType="w" fact="0.2145"/>
          <dgm:constr type="t" for="ch" forName="Parent" refType="h" fact="0.039"/>
          <dgm:constr type="w" for="ch" forName="Parent" refType="w" fact="0.6861"/>
          <dgm:constr type="h" for="ch" forName="Parent" refType="h" fact="0.856"/>
          <dgm:constr type="l" for="ch" forName="Accent8" refType="w" fact="0.0262"/>
          <dgm:constr type="t" for="ch" forName="Accent8" refType="h" fact="0.6434"/>
          <dgm:constr type="w" for="ch" forName="Accent8" refType="w" fact="0.138"/>
          <dgm:constr type="h" for="ch" forName="Accent8" refType="h" fact="0.1721"/>
          <dgm:constr type="l" for="ch" forName="Accent1" refType="w" fact="0.6059"/>
          <dgm:constr type="t" for="ch" forName="Accent1" refType="h" fact="0"/>
          <dgm:constr type="w" for="ch" forName="Accent1" refType="w" fact="0.0763"/>
          <dgm:constr type="h" for="ch" forName="Accent1" refType="h" fact="0.0952"/>
          <dgm:constr type="l" for="ch" forName="Accent2" refType="w" fact="0.4253"/>
          <dgm:constr type="t" for="ch" forName="Accent2" refType="h" fact="0.8314"/>
          <dgm:constr type="w" for="ch" forName="Accent2" refType="w" fact="0.0553"/>
          <dgm:constr type="h" for="ch" forName="Accent2" refType="h" fact="0.069"/>
          <dgm:constr type="l" for="ch" forName="Accent3" refType="w" fact="0.9447"/>
          <dgm:constr type="t" for="ch" forName="Accent3" refType="h" fact="0.3864"/>
          <dgm:constr type="w" for="ch" forName="Accent3" refType="w" fact="0.0553"/>
          <dgm:constr type="h" for="ch" forName="Accent3" refType="h" fact="0.069"/>
          <dgm:constr type="l" for="ch" forName="Child1" refType="w" fact="0"/>
          <dgm:constr type="t" for="ch" forName="Child1" refType="h" fact="0.1935"/>
          <dgm:constr type="w" for="ch" forName="Child1" refType="w" fact="0.2789"/>
          <dgm:constr type="h" for="ch" forName="Child1" refType="h" fact="0.3479"/>
          <dgm:constr type="l" for="ch" forName="Accent4" refType="w" fact="0.6803"/>
          <dgm:constr type="t" for="ch" forName="Accent4" refType="h" fact="0.9048"/>
          <dgm:constr type="w" for="ch" forName="Accent4" refType="w" fact="0.0763"/>
          <dgm:constr type="h" for="ch" forName="Accent4" refType="h" fact="0.0952"/>
          <dgm:constr type="l" for="ch" forName="Accent7" refType="w" fact="0.5287"/>
          <dgm:constr type="t" for="ch" forName="Accent7" refType="h" fact="0.1383"/>
          <dgm:constr type="w" for="ch" forName="Accent7" refType="w" fact="0.0763"/>
          <dgm:constr type="h" for="ch" forName="Accent7" refType="h" fact="0.0952"/>
          <dgm:constr type="l" for="ch" forName="Accent5" refType="w" fact="0.4409"/>
          <dgm:constr type="t" for="ch" forName="Accent5" refType="h" fact="0.1353"/>
          <dgm:constr type="w" for="ch" forName="Accent5" refType="w" fact="0.0553"/>
          <dgm:constr type="h" for="ch" forName="Accent5" refType="h" fact="0.069"/>
          <dgm:constr type="l" for="ch" forName="Accent6" refType="w" fact="0.2668"/>
          <dgm:constr type="t" for="ch" forName="Accent6" refType="h" fact="0.53"/>
          <dgm:constr type="w" for="ch" forName="Accent6" refType="w" fact="0.0553"/>
          <dgm:constr type="h" for="ch" forName="Accent6" refType="h" fact="0.069"/>
        </dgm:constrLst>
      </dgm:if>
      <dgm:if name="Name4" axis="ch ch" ptType="node node" func="cnt" op="equ" val="2">
        <dgm:alg type="composite">
          <dgm:param type="ar" val="1.592"/>
        </dgm:alg>
        <dgm:constrLst>
          <dgm:constr type="primFontSz" for="des" ptType="node" op="equ" val="65"/>
          <dgm:constr type="l" for="ch" forName="Parent" refType="w" fact="0.1886"/>
          <dgm:constr type="t" for="ch" forName="Parent" refType="h" fact="0.039"/>
          <dgm:constr type="w" for="ch" forName="Parent" refType="w" fact="0.5377"/>
          <dgm:constr type="h" for="ch" forName="Parent" refType="h" fact="0.856"/>
          <dgm:constr type="l" for="ch" forName="Accent8" refType="w" fact="0.0411"/>
          <dgm:constr type="t" for="ch" forName="Accent8" refType="h" fact="0.6434"/>
          <dgm:constr type="w" for="ch" forName="Accent8" refType="w" fact="0.1081"/>
          <dgm:constr type="h" for="ch" forName="Accent8" refType="h" fact="0.1721"/>
          <dgm:constr type="l" for="ch" forName="Accent1" refType="w" fact="0.4954"/>
          <dgm:constr type="t" for="ch" forName="Accent1" refType="h" fact="0"/>
          <dgm:constr type="w" for="ch" forName="Accent1" refType="w" fact="0.0598"/>
          <dgm:constr type="h" for="ch" forName="Accent1" refType="h" fact="0.0952"/>
          <dgm:constr type="l" for="ch" forName="Accent2" refType="w" fact="0.3538"/>
          <dgm:constr type="t" for="ch" forName="Accent2" refType="h" fact="0.8314"/>
          <dgm:constr type="w" for="ch" forName="Accent2" refType="w" fact="0.0433"/>
          <dgm:constr type="h" for="ch" forName="Accent2" refType="h" fact="0.069"/>
          <dgm:constr type="l" for="ch" forName="Accent3" refType="w" fact="0.7609"/>
          <dgm:constr type="t" for="ch" forName="Accent3" refType="h" fact="0.3864"/>
          <dgm:constr type="w" for="ch" forName="Accent3" refType="w" fact="0.0433"/>
          <dgm:constr type="h" for="ch" forName="Accent3" refType="h" fact="0.069"/>
          <dgm:constr type="l" for="ch" forName="Accent9" refType="w" fact="0.6839"/>
          <dgm:constr type="t" for="ch" forName="Accent9" refType="h" fact="0.27"/>
          <dgm:constr type="w" for="ch" forName="Accent9" refType="w" fact="0.0598"/>
          <dgm:constr type="h" for="ch" forName="Accent9" refType="h" fact="0.0952"/>
          <dgm:constr type="l" for="ch" forName="Child1" refType="w" fact="0.0206"/>
          <dgm:constr type="t" for="ch" forName="Child1" refType="h" fact="0.1935"/>
          <dgm:constr type="w" for="ch" forName="Child1" refType="w" fact="0.2186"/>
          <dgm:constr type="h" for="ch" forName="Child1" refType="h" fact="0.3479"/>
          <dgm:constr type="l" for="ch" forName="Child2" refType="w" fact="0.7814"/>
          <dgm:constr type="t" for="ch" forName="Child2" refType="h" fact="0.0298"/>
          <dgm:constr type="w" for="ch" forName="Child2" refType="w" fact="0.2186"/>
          <dgm:constr type="h" for="ch" forName="Child2" refType="h" fact="0.3479"/>
          <dgm:constr type="l" for="ch" forName="Accent10" refType="w" fact="0"/>
          <dgm:constr type="t" for="ch" forName="Accent10" refType="h" fact="0.8482"/>
          <dgm:constr type="w" for="ch" forName="Accent10" refType="w" fact="0.0433"/>
          <dgm:constr type="h" for="ch" forName="Accent10" refType="h" fact="0.069"/>
          <dgm:constr type="l" for="ch" forName="Accent11" refType="w" fact="0.4318"/>
          <dgm:constr type="t" for="ch" forName="Accent11" refType="h" fact="0.75"/>
          <dgm:constr type="w" for="ch" forName="Accent11" refType="w" fact="0.0433"/>
          <dgm:constr type="h" for="ch" forName="Accent11" refType="h" fact="0.069"/>
          <dgm:constr type="l" for="ch" forName="Accent7" refType="w" fact="0.4349"/>
          <dgm:constr type="t" for="ch" forName="Accent7" refType="h" fact="0.1383"/>
          <dgm:constr type="w" for="ch" forName="Accent7" refType="w" fact="0.0598"/>
          <dgm:constr type="h" for="ch" forName="Accent7" refType="h" fact="0.0952"/>
          <dgm:constr type="l" for="ch" forName="Accent5" refType="w" fact="0.3661"/>
          <dgm:constr type="t" for="ch" forName="Accent5" refType="h" fact="0.1353"/>
          <dgm:constr type="w" for="ch" forName="Accent5" refType="w" fact="0.0433"/>
          <dgm:constr type="h" for="ch" forName="Accent5" refType="h" fact="0.069"/>
          <dgm:constr type="l" for="ch" forName="Accent6" refType="w" fact="0.2296"/>
          <dgm:constr type="t" for="ch" forName="Accent6" refType="h" fact="0.53"/>
          <dgm:constr type="w" for="ch" forName="Accent6" refType="w" fact="0.0433"/>
          <dgm:constr type="h" for="ch" forName="Accent6" refType="h" fact="0.069"/>
          <dgm:constr type="l" for="ch" forName="Accent4" refType="w" fact="0.5537"/>
          <dgm:constr type="t" for="ch" forName="Accent4" refType="h" fact="0.9048"/>
          <dgm:constr type="w" for="ch" forName="Accent4" refType="w" fact="0.0598"/>
          <dgm:constr type="h" for="ch" forName="Accent4" refType="h" fact="0.0952"/>
        </dgm:constrLst>
      </dgm:if>
      <dgm:if name="Name5" axis="ch ch" ptType="node node" func="cnt" op="equ" val="3">
        <dgm:alg type="composite">
          <dgm:param type="ar" val="1.7557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039"/>
          <dgm:constr type="w" for="ch" forName="Parent" refType="w" fact="0.4875"/>
          <dgm:constr type="h" for="ch" forName="Parent" refType="h" fact="0.856"/>
          <dgm:constr type="l" for="ch" forName="Accent8" refType="w" fact="0.0373"/>
          <dgm:constr type="t" for="ch" forName="Accent8" refType="h" fact="0.6434"/>
          <dgm:constr type="w" for="ch" forName="Accent8" refType="w" fact="0.098"/>
          <dgm:constr type="h" for="ch" forName="Accent8" refType="h" fact="0.1721"/>
          <dgm:constr type="l" for="ch" forName="Accent1" refType="w" fact="0.4492"/>
          <dgm:constr type="t" for="ch" forName="Accent1" refType="h" fact="0"/>
          <dgm:constr type="w" for="ch" forName="Accent1" refType="w" fact="0.0542"/>
          <dgm:constr type="h" for="ch" forName="Accent1" refType="h" fact="0.0952"/>
          <dgm:constr type="l" for="ch" forName="Accent2" refType="w" fact="0.3209"/>
          <dgm:constr type="t" for="ch" forName="Accent2" refType="h" fact="0.8314"/>
          <dgm:constr type="w" for="ch" forName="Accent2" refType="w" fact="0.0393"/>
          <dgm:constr type="h" for="ch" forName="Accent2" refType="h" fact="0.069"/>
          <dgm:constr type="l" for="ch" forName="Accent3" refType="w" fact="0.6899"/>
          <dgm:constr type="t" for="ch" forName="Accent3" refType="h" fact="0.3864"/>
          <dgm:constr type="w" for="ch" forName="Accent3" refType="w" fact="0.0393"/>
          <dgm:constr type="h" for="ch" forName="Accent3" refType="h" fact="0.069"/>
          <dgm:constr type="l" for="ch" forName="Accent9" refType="w" fact="0.6201"/>
          <dgm:constr type="t" for="ch" forName="Accent9" refType="h" fact="0.27"/>
          <dgm:constr type="w" for="ch" forName="Accent9" refType="w" fact="0.0542"/>
          <dgm:constr type="h" for="ch" forName="Accent9" refType="h" fact="0.0952"/>
          <dgm:constr type="l" for="ch" forName="Child1" refType="w" fact="0.0186"/>
          <dgm:constr type="t" for="ch" forName="Child1" refType="h" fact="0.1935"/>
          <dgm:constr type="w" for="ch" forName="Child1" refType="w" fact="0.1982"/>
          <dgm:constr type="h" for="ch" forName="Child1" refType="h" fact="0.3479"/>
          <dgm:constr type="l" for="ch" forName="Child2" refType="w" fact="0.7086"/>
          <dgm:constr type="t" for="ch" forName="Child2" refType="h" fact="0.0298"/>
          <dgm:constr type="w" for="ch" forName="Child2" refType="w" fact="0.1982"/>
          <dgm:constr type="h" for="ch" forName="Child2" refType="h" fact="0.3479"/>
          <dgm:constr type="l" for="ch" forName="Child3" refType="w" fact="0.8018"/>
          <dgm:constr type="t" for="ch" forName="Child3" refType="h" fact="0.6312"/>
          <dgm:constr type="w" for="ch" forName="Child3" refType="w" fact="0.1982"/>
          <dgm:constr type="h" for="ch" forName="Child3" refType="h" fact="0.3479"/>
          <dgm:constr type="l" for="ch" forName="Accent12" refType="w" fact="0.7459"/>
          <dgm:constr type="t" for="ch" forName="Accent12" refType="h" fact="0.619"/>
          <dgm:constr type="w" for="ch" forName="Accent12" refType="w" fact="0.0393"/>
          <dgm:constr type="h" for="ch" forName="Accent12" refType="h" fact="0.069"/>
          <dgm:constr type="l" for="ch" forName="Accent4" refType="w" fact="0.5021"/>
          <dgm:constr type="t" for="ch" forName="Accent4" refType="h" fact="0.9048"/>
          <dgm:constr type="w" for="ch" forName="Accent4" refType="w" fact="0.0542"/>
          <dgm:constr type="h" for="ch" forName="Accent4" refType="h" fact="0.0952"/>
          <dgm:constr type="l" for="ch" forName="Accent10" refType="w" fact="0"/>
          <dgm:constr type="t" for="ch" forName="Accent10" refType="h" fact="0.8482"/>
          <dgm:constr type="w" for="ch" forName="Accent10" refType="w" fact="0.0393"/>
          <dgm:constr type="h" for="ch" forName="Accent10" refType="h" fact="0.069"/>
          <dgm:constr type="l" for="ch" forName="Accent11" refType="w" fact="0.3916"/>
          <dgm:constr type="t" for="ch" forName="Accent11" refType="h" fact="0.75"/>
          <dgm:constr type="w" for="ch" forName="Accent11" refType="w" fact="0.0393"/>
          <dgm:constr type="h" for="ch" forName="Accent11" refType="h" fact="0.069"/>
          <dgm:constr type="l" for="ch" forName="Accent7" refType="w" fact="0.3944"/>
          <dgm:constr type="t" for="ch" forName="Accent7" refType="h" fact="0.1383"/>
          <dgm:constr type="w" for="ch" forName="Accent7" refType="w" fact="0.0542"/>
          <dgm:constr type="h" for="ch" forName="Accent7" refType="h" fact="0.0952"/>
          <dgm:constr type="l" for="ch" forName="Accent5" refType="w" fact="0.3319"/>
          <dgm:constr type="t" for="ch" forName="Accent5" refType="h" fact="0.1353"/>
          <dgm:constr type="w" for="ch" forName="Accent5" refType="w" fact="0.0393"/>
          <dgm:constr type="h" for="ch" forName="Accent5" refType="h" fact="0.069"/>
          <dgm:constr type="l" for="ch" forName="Accent6" refType="w" fact="0.2082"/>
          <dgm:constr type="t" for="ch" forName="Accent6" refType="h" fact="0.53"/>
          <dgm:constr type="w" for="ch" forName="Accent6" refType="w" fact="0.0393"/>
          <dgm:constr type="h" for="ch" forName="Accent6" refType="h" fact="0.069"/>
        </dgm:constrLst>
      </dgm:if>
      <dgm:if name="Name6" axis="ch ch" ptType="node node" func="cnt" op="equ" val="4">
        <dgm:alg type="composite">
          <dgm:param type="ar" val="1.3749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0306"/>
          <dgm:constr type="w" for="ch" forName="Parent" refType="w" fact="0.4875"/>
          <dgm:constr type="h" for="ch" forName="Parent" refType="h" fact="0.6703"/>
          <dgm:constr type="l" for="ch" forName="Accent8" refType="w" fact="0.0373"/>
          <dgm:constr type="t" for="ch" forName="Accent8" refType="h" fact="0.5038"/>
          <dgm:constr type="w" for="ch" forName="Accent8" refType="w" fact="0.098"/>
          <dgm:constr type="h" for="ch" forName="Accent8" refType="h" fact="0.1348"/>
          <dgm:constr type="l" for="ch" forName="Accent1" refType="w" fact="0.4492"/>
          <dgm:constr type="t" for="ch" forName="Accent1" refType="h" fact="0"/>
          <dgm:constr type="w" for="ch" forName="Accent1" refType="w" fact="0.0542"/>
          <dgm:constr type="h" for="ch" forName="Accent1" refType="h" fact="0.0746"/>
          <dgm:constr type="l" for="ch" forName="Accent2" refType="w" fact="0.3209"/>
          <dgm:constr type="t" for="ch" forName="Accent2" refType="h" fact="0.6511"/>
          <dgm:constr type="w" for="ch" forName="Accent2" refType="w" fact="0.0393"/>
          <dgm:constr type="h" for="ch" forName="Accent2" refType="h" fact="0.054"/>
          <dgm:constr type="l" for="ch" forName="Accent3" refType="w" fact="0.6899"/>
          <dgm:constr type="t" for="ch" forName="Accent3" refType="h" fact="0.3026"/>
          <dgm:constr type="w" for="ch" forName="Accent3" refType="w" fact="0.0393"/>
          <dgm:constr type="h" for="ch" forName="Accent3" refType="h" fact="0.054"/>
          <dgm:constr type="l" for="ch" forName="Accent9" refType="w" fact="0.6201"/>
          <dgm:constr type="t" for="ch" forName="Accent9" refType="h" fact="0.2115"/>
          <dgm:constr type="w" for="ch" forName="Accent9" refType="w" fact="0.0542"/>
          <dgm:constr type="h" for="ch" forName="Accent9" refType="h" fact="0.0746"/>
          <dgm:constr type="l" for="ch" forName="Child1" refType="w" fact="0.0186"/>
          <dgm:constr type="t" for="ch" forName="Child1" refType="h" fact="0.1515"/>
          <dgm:constr type="w" for="ch" forName="Child1" refType="w" fact="0.1982"/>
          <dgm:constr type="h" for="ch" forName="Child1" refType="h" fact="0.2725"/>
          <dgm:constr type="l" for="ch" forName="Child2" refType="w" fact="0.7086"/>
          <dgm:constr type="t" for="ch" forName="Child2" refType="h" fact="0.0233"/>
          <dgm:constr type="w" for="ch" forName="Child2" refType="w" fact="0.1982"/>
          <dgm:constr type="h" for="ch" forName="Child2" refType="h" fact="0.2725"/>
          <dgm:constr type="l" for="ch" forName="Child3" refType="w" fact="0.8018"/>
          <dgm:constr type="t" for="ch" forName="Child3" refType="h" fact="0.4943"/>
          <dgm:constr type="w" for="ch" forName="Child3" refType="w" fact="0.1982"/>
          <dgm:constr type="h" for="ch" forName="Child3" refType="h" fact="0.2725"/>
          <dgm:constr type="l" for="ch" forName="Accent12" refType="w" fact="0.7459"/>
          <dgm:constr type="t" for="ch" forName="Accent12" refType="h" fact="0.4848"/>
          <dgm:constr type="w" for="ch" forName="Accent12" refType="w" fact="0.0393"/>
          <dgm:constr type="h" for="ch" forName="Accent12" refType="h" fact="0.054"/>
          <dgm:constr type="l" for="ch" forName="Accent4" refType="w" fact="0.5021"/>
          <dgm:constr type="t" for="ch" forName="Accent4" refType="h" fact="0.7085"/>
          <dgm:constr type="w" for="ch" forName="Accent4" refType="w" fact="0.0542"/>
          <dgm:constr type="h" for="ch" forName="Accent4" refType="h" fact="0.0746"/>
          <dgm:constr type="l" for="ch" forName="Accent10" refType="w" fact="0"/>
          <dgm:constr type="t" for="ch" forName="Accent10" refType="h" fact="0.6642"/>
          <dgm:constr type="w" for="ch" forName="Accent10" refType="w" fact="0.0393"/>
          <dgm:constr type="h" for="ch" forName="Accent10" refType="h" fact="0.054"/>
          <dgm:constr type="l" for="ch" forName="Accent11" refType="w" fact="0.3916"/>
          <dgm:constr type="t" for="ch" forName="Accent11" refType="h" fact="0.5873"/>
          <dgm:constr type="w" for="ch" forName="Accent11" refType="w" fact="0.0393"/>
          <dgm:constr type="h" for="ch" forName="Accent11" refType="h" fact="0.054"/>
          <dgm:constr type="l" for="ch" forName="Accent7" refType="w" fact="0.3944"/>
          <dgm:constr type="t" for="ch" forName="Accent7" refType="h" fact="0.1083"/>
          <dgm:constr type="w" for="ch" forName="Accent7" refType="w" fact="0.0542"/>
          <dgm:constr type="h" for="ch" forName="Accent7" refType="h" fact="0.0746"/>
          <dgm:constr type="l" for="ch" forName="Accent5" refType="w" fact="0.3319"/>
          <dgm:constr type="t" for="ch" forName="Accent5" refType="h" fact="0.1059"/>
          <dgm:constr type="w" for="ch" forName="Accent5" refType="w" fact="0.0393"/>
          <dgm:constr type="h" for="ch" forName="Accent5" refType="h" fact="0.054"/>
          <dgm:constr type="l" for="ch" forName="Accent6" refType="w" fact="0.2082"/>
          <dgm:constr type="t" for="ch" forName="Accent6" refType="h" fact="0.4151"/>
          <dgm:constr type="w" for="ch" forName="Accent6" refType="w" fact="0.0393"/>
          <dgm:constr type="h" for="ch" forName="Accent6" refType="h" fact="0.054"/>
          <dgm:constr type="l" for="ch" forName="Child4" refType="w" fact="0.2329"/>
          <dgm:constr type="t" for="ch" forName="Child4" refType="h" fact="0.7275"/>
          <dgm:constr type="w" for="ch" forName="Child4" refType="w" fact="0.1982"/>
          <dgm:constr type="h" for="ch" forName="Child4" refType="h" fact="0.2725"/>
          <dgm:constr type="l" for="ch" forName="Accent13" refType="w" fact="0.4099"/>
          <dgm:constr type="t" for="ch" forName="Accent13" refType="h" fact="0.7183"/>
          <dgm:constr type="w" for="ch" forName="Accent13" refType="w" fact="0.0393"/>
          <dgm:constr type="h" for="ch" forName="Accent13" refType="h" fact="0.054"/>
        </dgm:constrLst>
      </dgm:if>
      <dgm:else name="Name7">
        <dgm:alg type="composite">
          <dgm:param type="ar" val="1.1477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1907"/>
          <dgm:constr type="w" for="ch" forName="Parent" refType="w" fact="0.4875"/>
          <dgm:constr type="h" for="ch" forName="Parent" refType="h" fact="0.5596"/>
          <dgm:constr type="l" for="ch" forName="Accent8" refType="w" fact="0.0373"/>
          <dgm:constr type="t" for="ch" forName="Accent8" refType="h" fact="0.5858"/>
          <dgm:constr type="w" for="ch" forName="Accent8" refType="w" fact="0.098"/>
          <dgm:constr type="h" for="ch" forName="Accent8" refType="h" fact="0.1125"/>
          <dgm:constr type="l" for="ch" forName="Accent1" refType="w" fact="0.4492"/>
          <dgm:constr type="t" for="ch" forName="Accent1" refType="h" fact="0.1652"/>
          <dgm:constr type="w" for="ch" forName="Accent1" refType="w" fact="0.0542"/>
          <dgm:constr type="h" for="ch" forName="Accent1" refType="h" fact="0.0623"/>
          <dgm:constr type="l" for="ch" forName="Accent2" refType="w" fact="0.3209"/>
          <dgm:constr type="t" for="ch" forName="Accent2" refType="h" fact="0.7087"/>
          <dgm:constr type="w" for="ch" forName="Accent2" refType="w" fact="0.0393"/>
          <dgm:constr type="h" for="ch" forName="Accent2" refType="h" fact="0.0451"/>
          <dgm:constr type="l" for="ch" forName="Accent3" refType="w" fact="0.6899"/>
          <dgm:constr type="t" for="ch" forName="Accent3" refType="h" fact="0.4178"/>
          <dgm:constr type="w" for="ch" forName="Accent3" refType="w" fact="0.0393"/>
          <dgm:constr type="h" for="ch" forName="Accent3" refType="h" fact="0.0451"/>
          <dgm:constr type="l" for="ch" forName="Accent9" refType="w" fact="0.6201"/>
          <dgm:constr type="t" for="ch" forName="Accent9" refType="h" fact="0.3417"/>
          <dgm:constr type="w" for="ch" forName="Accent9" refType="w" fact="0.0542"/>
          <dgm:constr type="h" for="ch" forName="Accent9" refType="h" fact="0.0623"/>
          <dgm:constr type="l" for="ch" forName="Child1" refType="w" fact="0.0186"/>
          <dgm:constr type="t" for="ch" forName="Child1" refType="h" fact="0.2917"/>
          <dgm:constr type="w" for="ch" forName="Child1" refType="w" fact="0.1982"/>
          <dgm:constr type="h" for="ch" forName="Child1" refType="h" fact="0.2275"/>
          <dgm:constr type="l" for="ch" forName="Child2" refType="w" fact="0.7086"/>
          <dgm:constr type="t" for="ch" forName="Child2" refType="h" fact="0.1847"/>
          <dgm:constr type="w" for="ch" forName="Child2" refType="w" fact="0.1982"/>
          <dgm:constr type="h" for="ch" forName="Child2" refType="h" fact="0.2275"/>
          <dgm:constr type="l" for="ch" forName="Child3" refType="w" fact="0.8018"/>
          <dgm:constr type="t" for="ch" forName="Child3" refType="h" fact="0.5778"/>
          <dgm:constr type="w" for="ch" forName="Child3" refType="w" fact="0.1982"/>
          <dgm:constr type="h" for="ch" forName="Child3" refType="h" fact="0.2275"/>
          <dgm:constr type="l" for="ch" forName="Accent12" refType="w" fact="0.7459"/>
          <dgm:constr type="t" for="ch" forName="Accent12" refType="h" fact="0.5699"/>
          <dgm:constr type="w" for="ch" forName="Accent12" refType="w" fact="0.0393"/>
          <dgm:constr type="h" for="ch" forName="Accent12" refType="h" fact="0.0451"/>
          <dgm:constr type="l" for="ch" forName="Accent4" refType="w" fact="0.5021"/>
          <dgm:constr type="t" for="ch" forName="Accent4" refType="h" fact="0.7567"/>
          <dgm:constr type="w" for="ch" forName="Accent4" refType="w" fact="0.0542"/>
          <dgm:constr type="h" for="ch" forName="Accent4" refType="h" fact="0.0623"/>
          <dgm:constr type="l" for="ch" forName="Accent10" refType="w" fact="0"/>
          <dgm:constr type="t" for="ch" forName="Accent10" refType="h" fact="0.7197"/>
          <dgm:constr type="w" for="ch" forName="Accent10" refType="w" fact="0.0393"/>
          <dgm:constr type="h" for="ch" forName="Accent10" refType="h" fact="0.0451"/>
          <dgm:constr type="l" for="ch" forName="Accent11" refType="w" fact="0.3916"/>
          <dgm:constr type="t" for="ch" forName="Accent11" refType="h" fact="0.6555"/>
          <dgm:constr type="w" for="ch" forName="Accent11" refType="w" fact="0.0393"/>
          <dgm:constr type="h" for="ch" forName="Accent11" refType="h" fact="0.0451"/>
          <dgm:constr type="l" for="ch" forName="Accent7" refType="w" fact="0.3944"/>
          <dgm:constr type="t" for="ch" forName="Accent7" refType="h" fact="0.2556"/>
          <dgm:constr type="w" for="ch" forName="Accent7" refType="w" fact="0.0542"/>
          <dgm:constr type="h" for="ch" forName="Accent7" refType="h" fact="0.0623"/>
          <dgm:constr type="l" for="ch" forName="Accent5" refType="w" fact="0.3319"/>
          <dgm:constr type="t" for="ch" forName="Accent5" refType="h" fact="0.2536"/>
          <dgm:constr type="w" for="ch" forName="Accent5" refType="w" fact="0.0393"/>
          <dgm:constr type="h" for="ch" forName="Accent5" refType="h" fact="0.0451"/>
          <dgm:constr type="l" for="ch" forName="Accent6" refType="w" fact="0.2082"/>
          <dgm:constr type="t" for="ch" forName="Accent6" refType="h" fact="0.5117"/>
          <dgm:constr type="w" for="ch" forName="Accent6" refType="w" fact="0.0393"/>
          <dgm:constr type="h" for="ch" forName="Accent6" refType="h" fact="0.0451"/>
          <dgm:constr type="l" for="ch" forName="Child5" refType="w" fact="0.4219"/>
          <dgm:constr type="t" for="ch" forName="Child5" refType="h" fact="0"/>
          <dgm:constr type="w" for="ch" forName="Child5" refType="w" fact="0.1982"/>
          <dgm:constr type="h" for="ch" forName="Child5" refType="h" fact="0.2275"/>
          <dgm:constr type="l" for="ch" forName="Child4" refType="w" fact="0.2329"/>
          <dgm:constr type="t" for="ch" forName="Child4" refType="h" fact="0.7725"/>
          <dgm:constr type="w" for="ch" forName="Child4" refType="w" fact="0.1982"/>
          <dgm:constr type="h" for="ch" forName="Child4" refType="h" fact="0.2275"/>
          <dgm:constr type="l" for="ch" forName="Accent15" refType="w" fact="0.1775"/>
          <dgm:constr type="t" for="ch" forName="Accent15" refType="h" fact="0.2466"/>
          <dgm:constr type="w" for="ch" forName="Accent15" refType="w" fact="0.0393"/>
          <dgm:constr type="h" for="ch" forName="Accent15" refType="h" fact="0.0451"/>
          <dgm:constr type="l" for="ch" forName="Accent16" refType="w" fact="0.6351"/>
          <dgm:constr type="t" for="ch" forName="Accent16" refType="h" fact="0.056"/>
          <dgm:constr type="w" for="ch" forName="Accent16" refType="w" fact="0.0393"/>
          <dgm:constr type="h" for="ch" forName="Accent16" refType="h" fact="0.0451"/>
          <dgm:constr type="l" for="ch" forName="Accent13" refType="w" fact="0.4099"/>
          <dgm:constr type="t" for="ch" forName="Accent13" refType="h" fact="0.7648"/>
          <dgm:constr type="w" for="ch" forName="Accent13" refType="w" fact="0.0393"/>
          <dgm:constr type="h" for="ch" forName="Accent13" refType="h" fact="0.0451"/>
        </dgm:constrLst>
      </dgm:else>
    </dgm:choose>
    <dgm:forEach name="wrapper" axis="self" ptType="parTrans">
      <dgm:forEach name="accentRepeat1" axis="self">
        <dgm:layoutNode name="AccentHold1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accentRepeat2" axis="self">
        <dgm:layoutNode name="AccentHold2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accentRepeat3" axis="self">
        <dgm:layoutNode name="AccentHold3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</dgm:forEach>
    <dgm:forEach name="Name8" axis="ch" ptType="node" cnt="1">
      <dgm:layoutNode name="Parent" styleLbl="node0">
        <dgm:varLst>
          <dgm:chMax val="5"/>
          <dgm:chPref val="5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choose name="Name9">
        <dgm:if name="Name10" axis="ch" ptType="node" func="cnt" op="lte" val="4">
          <dgm:layoutNode name="Accent1" styleLbl="node1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</dgm:layoutNode>
        </dgm:if>
        <dgm:else name="Name11"/>
      </dgm:choose>
      <dgm:layoutNode name="Accent2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3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4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5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6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</dgm:forEach>
    <dgm:forEach name="Name12" axis="ch ch" ptType="node node" st="1 1" cnt="1 1">
      <dgm:layoutNode name="Child1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3" ref="accentRepeat1"/>
      </dgm:layoutNode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14" ref="accentRepeat2"/>
      </dgm:layoutNode>
    </dgm:forEach>
    <dgm:forEach name="Name15" axis="ch ch" ptType="node node" st="1 2" cnt="1 1">
      <dgm:layoutNode name="Child2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16" ref="accentRepeat1"/>
      </dgm:layoutNode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17" ref="accentRepeat2"/>
      </dgm:layoutNode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18" ref="accentRepeat3"/>
      </dgm:layoutNode>
    </dgm:forEach>
    <dgm:forEach name="Name19" axis="ch ch" ptType="node node" st="1 3" cnt="1 1">
      <dgm:layoutNode name="Child3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2">
        <dgm:alg type="sp"/>
        <dgm:shape xmlns:r="http://schemas.openxmlformats.org/officeDocument/2006/relationships" r:blip="">
          <dgm:adjLst/>
        </dgm:shape>
        <dgm:presOf/>
        <dgm:constrLst/>
        <dgm:forEach name="Name20" ref="accentRepeat1"/>
      </dgm:layoutNode>
    </dgm:forEach>
    <dgm:forEach name="Name21" axis="ch ch" ptType="node node" st="1 4" cnt="1 1">
      <dgm:layoutNode name="Child4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3">
        <dgm:alg type="sp"/>
        <dgm:shape xmlns:r="http://schemas.openxmlformats.org/officeDocument/2006/relationships" r:blip="">
          <dgm:adjLst/>
        </dgm:shape>
        <dgm:presOf/>
        <dgm:constrLst/>
        <dgm:forEach name="Name22" ref="accentRepeat1"/>
      </dgm:layoutNode>
    </dgm:forEach>
    <dgm:forEach name="Name23" axis="ch ch" ptType="node node" st="1 5" cnt="1 1">
      <dgm:layoutNode name="Child5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5">
        <dgm:alg type="sp"/>
        <dgm:shape xmlns:r="http://schemas.openxmlformats.org/officeDocument/2006/relationships" r:blip="">
          <dgm:adjLst/>
        </dgm:shape>
        <dgm:presOf/>
        <dgm:constrLst/>
        <dgm:forEach name="Name24" ref="accentRepeat2"/>
      </dgm:layoutNode>
      <dgm:layoutNode name="Accent16">
        <dgm:alg type="sp"/>
        <dgm:shape xmlns:r="http://schemas.openxmlformats.org/officeDocument/2006/relationships" r:blip="">
          <dgm:adjLst/>
        </dgm:shape>
        <dgm:presOf/>
        <dgm:constrLst/>
        <dgm:forEach name="Name25" ref="accentRepeat3"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9">
  <dgm:title val=""/>
  <dgm:desc val=""/>
  <dgm:catLst>
    <dgm:cat type="3D" pri="11900"/>
  </dgm:catLst>
  <dgm:scene3d>
    <a:camera prst="perspectiveRelaxed">
      <a:rot lat="19149996" lon="20104178" rev="1577324"/>
    </a:camera>
    <a:lightRig rig="soft" dir="t"/>
    <a:backdrop>
      <a:anchor x="0" y="0" z="-210000"/>
      <a:norm dx="0" dy="0" dz="914400"/>
      <a:up dx="0" dy="914400" dz="0"/>
    </a:backdrop>
  </dgm:scene3d>
  <dgm:styleLbl name="node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>
      <a:sp3d extrusionH="28000" prstMaterial="matte"/>
    </dgm:txPr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6">
  <dgm:title val=""/>
  <dgm:desc val=""/>
  <dgm:catLst>
    <dgm:cat type="3D" pri="11600"/>
  </dgm:catLst>
  <dgm:scene3d>
    <a:camera prst="perspectiveRelaxedModerately" zoom="92000"/>
    <a:lightRig rig="balanced" dir="t">
      <a:rot lat="0" lon="0" rev="12700000"/>
    </a:lightRig>
  </dgm:scene3d>
  <dgm:styleLbl name="node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5400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54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5400" prstMaterial="plastic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75000" prstMaterial="plastic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2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3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4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fgAcc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0400" extrusionH="12700" prstMaterial="plastic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9299"/>
            <a:ext cx="7772400" cy="1103540"/>
          </a:xfrm>
        </p:spPr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7349"/>
            <a:ext cx="6400800" cy="131566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10/1/2015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899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10/1/2015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30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8236"/>
            <a:ext cx="7772400" cy="102250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2054"/>
            <a:ext cx="7772400" cy="1126182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10/1/2015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453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2138"/>
            <a:ext cx="4038600" cy="255029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2138"/>
            <a:ext cx="4038600" cy="255029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10/1/2015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855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</p:spPr>
        <p:txBody>
          <a:bodyPr/>
          <a:lstStyle>
            <a:lvl1pPr>
              <a:defRPr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2401"/>
            <a:ext cx="4040188" cy="4802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2667"/>
            <a:ext cx="4040188" cy="296621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2401"/>
            <a:ext cx="4041775" cy="4802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2667"/>
            <a:ext cx="4041775" cy="296621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10/1/2015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732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10/1/2015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791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10/1/2015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872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977"/>
            <a:ext cx="3008313" cy="87234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977"/>
            <a:ext cx="5111750" cy="43939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7322"/>
            <a:ext cx="3008313" cy="352155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10/1/2015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860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3784"/>
            <a:ext cx="5486400" cy="42544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60007"/>
            <a:ext cx="5486400" cy="308895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9231"/>
            <a:ext cx="5486400" cy="60420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10/1/2015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18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10/1/2015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274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925"/>
            <a:ext cx="2057400" cy="3297510"/>
          </a:xfrm>
        </p:spPr>
        <p:txBody>
          <a:bodyPr vert="eaVert"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925"/>
            <a:ext cx="6019800" cy="3297510"/>
          </a:xfrm>
        </p:spPr>
        <p:txBody>
          <a:bodyPr vert="eaVert"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10/1/2015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224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1262"/>
            <a:ext cx="8229600" cy="33976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71678"/>
            <a:ext cx="21336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A96241-9EE8-3241-9C65-A8F2A1D83BB2}" type="datetimeFigureOut">
              <a:rPr lang="en-US" smtClean="0"/>
              <a:t>10/1/2015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71678"/>
            <a:ext cx="28956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71678"/>
            <a:ext cx="21336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46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emf"/><Relationship Id="rId4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emf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13" Type="http://schemas.openxmlformats.org/officeDocument/2006/relationships/diagramColors" Target="../diagrams/colors2.xml"/><Relationship Id="rId18" Type="http://schemas.openxmlformats.org/officeDocument/2006/relationships/diagramColors" Target="../diagrams/colors3.xml"/><Relationship Id="rId3" Type="http://schemas.openxmlformats.org/officeDocument/2006/relationships/image" Target="../media/image6.png"/><Relationship Id="rId7" Type="http://schemas.openxmlformats.org/officeDocument/2006/relationships/diagramQuickStyle" Target="../diagrams/quickStyle1.xml"/><Relationship Id="rId12" Type="http://schemas.openxmlformats.org/officeDocument/2006/relationships/diagramQuickStyle" Target="../diagrams/quickStyle2.xml"/><Relationship Id="rId17" Type="http://schemas.openxmlformats.org/officeDocument/2006/relationships/diagramQuickStyle" Target="../diagrams/quickStyle3.xml"/><Relationship Id="rId2" Type="http://schemas.openxmlformats.org/officeDocument/2006/relationships/image" Target="../media/image4.emf"/><Relationship Id="rId16" Type="http://schemas.openxmlformats.org/officeDocument/2006/relationships/diagramLayout" Target="../diagrams/layout3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.xml"/><Relationship Id="rId11" Type="http://schemas.openxmlformats.org/officeDocument/2006/relationships/diagramLayout" Target="../diagrams/layout2.xml"/><Relationship Id="rId5" Type="http://schemas.openxmlformats.org/officeDocument/2006/relationships/diagramData" Target="../diagrams/data1.xml"/><Relationship Id="rId15" Type="http://schemas.openxmlformats.org/officeDocument/2006/relationships/diagramData" Target="../diagrams/data3.xml"/><Relationship Id="rId10" Type="http://schemas.openxmlformats.org/officeDocument/2006/relationships/diagramData" Target="../diagrams/data2.xml"/><Relationship Id="rId19" Type="http://schemas.microsoft.com/office/2007/relationships/diagramDrawing" Target="../diagrams/drawing3.xml"/><Relationship Id="rId4" Type="http://schemas.openxmlformats.org/officeDocument/2006/relationships/image" Target="../media/image7.jpg"/><Relationship Id="rId9" Type="http://schemas.microsoft.com/office/2007/relationships/diagramDrawing" Target="../diagrams/drawing1.xml"/><Relationship Id="rId14" Type="http://schemas.microsoft.com/office/2007/relationships/diagramDrawing" Target="../diagrams/drawing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7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7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emf"/><Relationship Id="rId4" Type="http://schemas.openxmlformats.org/officeDocument/2006/relationships/image" Target="../media/image7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emf"/><Relationship Id="rId4" Type="http://schemas.openxmlformats.org/officeDocument/2006/relationships/image" Target="../media/image7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0.emf"/><Relationship Id="rId4" Type="http://schemas.openxmlformats.org/officeDocument/2006/relationships/image" Target="../media/image7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1.emf"/><Relationship Id="rId4" Type="http://schemas.openxmlformats.org/officeDocument/2006/relationships/image" Target="../media/image7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.jpg"/><Relationship Id="rId4" Type="http://schemas.openxmlformats.org/officeDocument/2006/relationships/image" Target="../media/image7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.emf"/><Relationship Id="rId4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fachad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39"/>
            <a:ext cx="9144000" cy="5145024"/>
          </a:xfrm>
          <a:prstGeom prst="rect">
            <a:avLst/>
          </a:prstGeom>
        </p:spPr>
      </p:pic>
      <p:pic>
        <p:nvPicPr>
          <p:cNvPr id="10" name="Picture 9" descr="meia_bolinha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1466" y="4354709"/>
            <a:ext cx="1635846" cy="80436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0329" y="3208"/>
            <a:ext cx="3345084" cy="122185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9711" y="325132"/>
            <a:ext cx="1744578" cy="422254"/>
          </a:xfrm>
          <a:prstGeom prst="rect">
            <a:avLst/>
          </a:prstGeom>
        </p:spPr>
      </p:pic>
      <p:sp>
        <p:nvSpPr>
          <p:cNvPr id="11" name="Title 1"/>
          <p:cNvSpPr txBox="1">
            <a:spLocks/>
          </p:cNvSpPr>
          <p:nvPr/>
        </p:nvSpPr>
        <p:spPr>
          <a:xfrm>
            <a:off x="2900329" y="1968310"/>
            <a:ext cx="3140052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 smtClean="0">
                <a:solidFill>
                  <a:srgbClr val="19345B"/>
                </a:solidFill>
                <a:latin typeface="Arial"/>
                <a:cs typeface="Arial"/>
              </a:rPr>
              <a:t>Contact Center</a:t>
            </a:r>
            <a:r>
              <a:rPr lang="en-US" sz="3000" b="1" dirty="0" smtClean="0">
                <a:solidFill>
                  <a:srgbClr val="FF0000"/>
                </a:solidFill>
                <a:latin typeface="Arial"/>
                <a:cs typeface="Arial"/>
              </a:rPr>
              <a:t> </a:t>
            </a:r>
          </a:p>
          <a:p>
            <a:r>
              <a:rPr lang="en-US" sz="2200" dirty="0" err="1" smtClean="0">
                <a:solidFill>
                  <a:srgbClr val="FF0000"/>
                </a:solidFill>
                <a:latin typeface="Arial"/>
                <a:cs typeface="Arial"/>
              </a:rPr>
              <a:t>Gerenciamento</a:t>
            </a:r>
            <a:r>
              <a:rPr lang="en-US" sz="2200" dirty="0" smtClean="0">
                <a:solidFill>
                  <a:srgbClr val="FF0000"/>
                </a:solidFill>
                <a:latin typeface="Arial"/>
                <a:cs typeface="Arial"/>
              </a:rPr>
              <a:t> de </a:t>
            </a:r>
            <a:r>
              <a:rPr lang="en-US" sz="2200" dirty="0" err="1" smtClean="0">
                <a:solidFill>
                  <a:srgbClr val="FF0000"/>
                </a:solidFill>
                <a:latin typeface="Arial"/>
                <a:cs typeface="Arial"/>
              </a:rPr>
              <a:t>Problemas</a:t>
            </a:r>
            <a:endParaRPr lang="en-US" sz="2200" dirty="0">
              <a:solidFill>
                <a:srgbClr val="FF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0842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331"/>
    </mc:Choice>
    <mc:Fallback xmlns="">
      <p:transition spd="slow" advTm="8331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interna_img-3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5959" y="-32183"/>
            <a:ext cx="9141292" cy="5148264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Shape 114"/>
          <p:cNvSpPr/>
          <p:nvPr/>
        </p:nvSpPr>
        <p:spPr>
          <a:xfrm>
            <a:off x="3201223" y="1061209"/>
            <a:ext cx="4800929" cy="858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3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pt-BR" sz="3000" b="1" dirty="0" smtClean="0">
                <a:solidFill>
                  <a:srgbClr val="1F497D"/>
                </a:solidFill>
              </a:rPr>
              <a:t>Índice</a:t>
            </a:r>
            <a:endParaRPr sz="3000" b="1" dirty="0">
              <a:solidFill>
                <a:srgbClr val="1F497D"/>
              </a:solidFill>
            </a:endParaRPr>
          </a:p>
        </p:txBody>
      </p:sp>
      <p:pic>
        <p:nvPicPr>
          <p:cNvPr id="116" name="image5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860" y="4531179"/>
            <a:ext cx="1248721" cy="614581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3033277" y="2710318"/>
            <a:ext cx="5157767" cy="6538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buAutoNum type="arabicPeriod"/>
            </a:pPr>
            <a:r>
              <a:rPr lang="pt-PT" sz="1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Equipe</a:t>
            </a:r>
          </a:p>
          <a:p>
            <a:pPr marL="342900" indent="-342900" algn="l">
              <a:buAutoNum type="arabicPeriod"/>
            </a:pPr>
            <a:r>
              <a:rPr lang="pt-BR" sz="1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Governança</a:t>
            </a:r>
          </a:p>
          <a:p>
            <a:pPr marL="342900" indent="-342900" algn="l">
              <a:buAutoNum type="arabicPeriod"/>
            </a:pPr>
            <a:r>
              <a:rPr lang="pt-BR" sz="1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Plano de Comunicação</a:t>
            </a:r>
          </a:p>
          <a:p>
            <a:pPr marL="342900" indent="-342900" algn="l">
              <a:buFontTx/>
              <a:buAutoNum type="arabicPeriod"/>
            </a:pPr>
            <a:r>
              <a:rPr lang="pt-BR" sz="1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Estratégia de abordagem ao </a:t>
            </a:r>
            <a:r>
              <a:rPr lang="pt-BR" sz="1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problema</a:t>
            </a:r>
          </a:p>
          <a:p>
            <a:pPr marL="342900" indent="-342900" algn="l">
              <a:buFontTx/>
              <a:buAutoNum type="arabicPeriod"/>
            </a:pPr>
            <a:r>
              <a:rPr lang="pt-BR" sz="1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Indicadores</a:t>
            </a:r>
          </a:p>
          <a:p>
            <a:pPr marL="342900" indent="-342900" algn="l">
              <a:buFontTx/>
              <a:buAutoNum type="arabicPeriod"/>
            </a:pPr>
            <a:r>
              <a:rPr lang="pt-BR" sz="1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Problemas</a:t>
            </a:r>
          </a:p>
          <a:p>
            <a:pPr marL="342900" indent="-342900" algn="l">
              <a:buFontTx/>
              <a:buAutoNum type="arabicPeriod"/>
            </a:pPr>
            <a:r>
              <a:rPr lang="pt-BR" sz="1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Alinhamento</a:t>
            </a:r>
          </a:p>
          <a:p>
            <a:pPr marL="342900" indent="-342900" algn="l">
              <a:buFontTx/>
              <a:buAutoNum type="arabicPeriod"/>
            </a:pPr>
            <a:endParaRPr lang="pt-BR" sz="18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algn="l"/>
            <a:endParaRPr lang="pt-BR" sz="12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algn="l"/>
            <a:r>
              <a:rPr 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268750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1198656" y="120965"/>
            <a:ext cx="4800928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PT" sz="3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1. Equipe</a:t>
            </a:r>
            <a:endParaRPr lang="pt-PT" sz="32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4882" y="1459092"/>
            <a:ext cx="4894235" cy="2230078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15392" y="4120462"/>
            <a:ext cx="2054530" cy="865707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8077" y="4120462"/>
            <a:ext cx="1504644" cy="645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7977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984647" y="5644"/>
            <a:ext cx="4800928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PT" sz="3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2. Governança</a:t>
            </a:r>
            <a:endParaRPr lang="pt-PT" sz="32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1314" y="863687"/>
            <a:ext cx="4339986" cy="4260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688475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1198656" y="120965"/>
            <a:ext cx="4800928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3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3. Plano de Comunicação</a:t>
            </a:r>
            <a:endParaRPr lang="pt-PT" sz="32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019" y="1475310"/>
            <a:ext cx="8737961" cy="2197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803964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1198656" y="-40555"/>
            <a:ext cx="5202144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3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4. Estratégia de abordagem ao problema</a:t>
            </a:r>
            <a:endParaRPr lang="pt-PT" sz="32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2" name="Diagrama 1"/>
          <p:cNvGraphicFramePr/>
          <p:nvPr>
            <p:extLst>
              <p:ext uri="{D42A27DB-BD31-4B8C-83A1-F6EECF244321}">
                <p14:modId xmlns:p14="http://schemas.microsoft.com/office/powerpoint/2010/main" val="3609084780"/>
              </p:ext>
            </p:extLst>
          </p:nvPr>
        </p:nvGraphicFramePr>
        <p:xfrm>
          <a:off x="2778827" y="1472540"/>
          <a:ext cx="3621974" cy="31588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graphicFrame>
        <p:nvGraphicFramePr>
          <p:cNvPr id="4" name="Diagrama 3"/>
          <p:cNvGraphicFramePr/>
          <p:nvPr>
            <p:extLst>
              <p:ext uri="{D42A27DB-BD31-4B8C-83A1-F6EECF244321}">
                <p14:modId xmlns:p14="http://schemas.microsoft.com/office/powerpoint/2010/main" val="2274161086"/>
              </p:ext>
            </p:extLst>
          </p:nvPr>
        </p:nvGraphicFramePr>
        <p:xfrm>
          <a:off x="4186051" y="580328"/>
          <a:ext cx="5260769" cy="40510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graphicFrame>
        <p:nvGraphicFramePr>
          <p:cNvPr id="5" name="Diagrama 4"/>
          <p:cNvGraphicFramePr/>
          <p:nvPr>
            <p:extLst>
              <p:ext uri="{D42A27DB-BD31-4B8C-83A1-F6EECF244321}">
                <p14:modId xmlns:p14="http://schemas.microsoft.com/office/powerpoint/2010/main" val="1182388923"/>
              </p:ext>
            </p:extLst>
          </p:nvPr>
        </p:nvGraphicFramePr>
        <p:xfrm>
          <a:off x="-498764" y="866899"/>
          <a:ext cx="3859481" cy="32478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5" r:lo="rId16" r:qs="rId17" r:cs="rId18"/>
          </a:graphicData>
        </a:graphic>
      </p:graphicFrame>
      <p:sp>
        <p:nvSpPr>
          <p:cNvPr id="9" name="Pergaminho horizontal 8"/>
          <p:cNvSpPr/>
          <p:nvPr/>
        </p:nvSpPr>
        <p:spPr>
          <a:xfrm>
            <a:off x="394648" y="3440096"/>
            <a:ext cx="6972443" cy="1708168"/>
          </a:xfrm>
          <a:prstGeom prst="horizontalScroll">
            <a:avLst/>
          </a:prstGeom>
          <a:gradFill>
            <a:gsLst>
              <a:gs pos="16000">
                <a:schemeClr val="tx2">
                  <a:lumMod val="75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  <a:scene3d>
            <a:camera prst="perspectiveHeroicExtremeLeftFacing"/>
            <a:lightRig rig="threePt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Melhoria nos Processos de gerenciamento de problemas</a:t>
            </a:r>
          </a:p>
          <a:p>
            <a:pPr algn="ctr"/>
            <a:r>
              <a:rPr lang="pt-BR" dirty="0" smtClean="0"/>
              <a:t>Desenvolvimento de ferramentas de decisão</a:t>
            </a:r>
          </a:p>
          <a:p>
            <a:pPr algn="ctr"/>
            <a:r>
              <a:rPr lang="pt-BR" dirty="0" smtClean="0"/>
              <a:t>Estabilidade Operacional </a:t>
            </a:r>
            <a:endParaRPr lang="pt-BR" dirty="0"/>
          </a:p>
        </p:txBody>
      </p:sp>
      <p:sp>
        <p:nvSpPr>
          <p:cNvPr id="11" name="Seta para baixo 10"/>
          <p:cNvSpPr/>
          <p:nvPr/>
        </p:nvSpPr>
        <p:spPr>
          <a:xfrm>
            <a:off x="2173184" y="967838"/>
            <a:ext cx="4120738" cy="653143"/>
          </a:xfrm>
          <a:prstGeom prst="downArrow">
            <a:avLst/>
          </a:prstGeom>
          <a:gradFill>
            <a:gsLst>
              <a:gs pos="4700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  <a:scene3d>
            <a:camera prst="perspectiveRelaxedModerately"/>
            <a:lightRig rig="threePt" dir="t"/>
          </a:scene3d>
          <a:sp3d extrusionH="76200">
            <a:extrusionClr>
              <a:schemeClr val="accent1">
                <a:lumMod val="50000"/>
              </a:schemeClr>
            </a:extrusionClr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Atividades da Equipe Contax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2685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  <p:bldGraphic spid="5" grpId="0">
        <p:bldAsOne/>
      </p:bldGraphic>
      <p:bldP spid="9" grpId="0" uiExpand="1" build="p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1198656" y="-140017"/>
            <a:ext cx="4800928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5</a:t>
            </a:r>
            <a:r>
              <a:rPr lang="pt-BR" sz="3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Indicadores</a:t>
            </a:r>
            <a:endParaRPr lang="pt-BR" sz="19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9349" y="580328"/>
            <a:ext cx="1597290" cy="1286367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97290" y="582126"/>
            <a:ext cx="5124117" cy="4566138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868493"/>
            <a:ext cx="1743607" cy="1542422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3661880"/>
            <a:ext cx="1475360" cy="1444877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6987017" y="776505"/>
            <a:ext cx="20029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Incidentes de </a:t>
            </a:r>
            <a:r>
              <a:rPr lang="pt-BR" u="sng" dirty="0" smtClean="0"/>
              <a:t>alto impacto</a:t>
            </a:r>
            <a:r>
              <a:rPr lang="pt-BR" dirty="0" smtClean="0"/>
              <a:t>, referente aos meses de Julho Agosto e Setembro 2015</a:t>
            </a:r>
            <a:endParaRPr lang="pt-BR" dirty="0"/>
          </a:p>
        </p:txBody>
      </p:sp>
      <p:sp>
        <p:nvSpPr>
          <p:cNvPr id="6" name="CaixaDeTexto 5"/>
          <p:cNvSpPr txBox="1"/>
          <p:nvPr/>
        </p:nvSpPr>
        <p:spPr>
          <a:xfrm>
            <a:off x="6969858" y="3023711"/>
            <a:ext cx="203723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/>
              <a:t>MTBF</a:t>
            </a:r>
            <a:r>
              <a:rPr lang="pt-BR" dirty="0" smtClean="0"/>
              <a:t> – </a:t>
            </a:r>
            <a:r>
              <a:rPr lang="pt-BR" dirty="0" err="1"/>
              <a:t>Mean</a:t>
            </a:r>
            <a:r>
              <a:rPr lang="pt-BR" dirty="0"/>
              <a:t> Time </a:t>
            </a:r>
            <a:r>
              <a:rPr lang="pt-BR" dirty="0" err="1"/>
              <a:t>Between</a:t>
            </a:r>
            <a:r>
              <a:rPr lang="pt-BR" dirty="0"/>
              <a:t> </a:t>
            </a:r>
            <a:r>
              <a:rPr lang="pt-BR" dirty="0" err="1" smtClean="0"/>
              <a:t>Failures</a:t>
            </a:r>
            <a:endParaRPr lang="pt-BR" dirty="0" smtClean="0"/>
          </a:p>
          <a:p>
            <a:endParaRPr lang="pt-BR" dirty="0"/>
          </a:p>
          <a:p>
            <a:r>
              <a:rPr lang="pt-BR" b="1" dirty="0" smtClean="0"/>
              <a:t>MTTR</a:t>
            </a:r>
            <a:r>
              <a:rPr lang="pt-BR" dirty="0" smtClean="0"/>
              <a:t> - </a:t>
            </a:r>
            <a:r>
              <a:rPr lang="pt-BR" dirty="0" err="1"/>
              <a:t>Mean</a:t>
            </a:r>
            <a:r>
              <a:rPr lang="pt-BR" dirty="0"/>
              <a:t> Time </a:t>
            </a:r>
            <a:r>
              <a:rPr lang="pt-BR" dirty="0" err="1"/>
              <a:t>to</a:t>
            </a:r>
            <a:r>
              <a:rPr lang="pt-BR" dirty="0"/>
              <a:t> Recovery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600362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-174171" y="388467"/>
            <a:ext cx="9012145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5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Indicadores </a:t>
            </a:r>
            <a:r>
              <a:rPr lang="pt-BR" sz="3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- </a:t>
            </a:r>
            <a:r>
              <a:rPr lang="pt-BR" sz="20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Cliente-Operação – Classificação de Incidentes</a:t>
            </a:r>
            <a:endParaRPr lang="pt-BR" sz="1800" b="1" i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>
              <a:buClr>
                <a:srgbClr val="800000"/>
              </a:buClr>
            </a:pPr>
            <a:endParaRPr lang="pt-BR" sz="19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" y="983733"/>
            <a:ext cx="6925739" cy="416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3692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1198656" y="120965"/>
            <a:ext cx="5567904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3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6. Problemas</a:t>
            </a:r>
            <a:endParaRPr lang="pt-PT" sz="32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448" y="1507904"/>
            <a:ext cx="8509866" cy="1718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016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465986" y="-277716"/>
            <a:ext cx="6993990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6.1.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&gt; 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NICE - Gravações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&gt; Não grava e Perca de Gravação</a:t>
            </a:r>
            <a:endParaRPr lang="pt-PT" sz="14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648" y="558885"/>
            <a:ext cx="6517781" cy="4513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45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337457" y="-277716"/>
            <a:ext cx="7249886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6.2. </a:t>
            </a:r>
            <a:r>
              <a:rPr lang="pt-BR" sz="1400" b="1" dirty="0" err="1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Aspect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&gt; Discador &gt; ligação muda / caixa postal / número inexistente / queda </a:t>
            </a:r>
            <a:endParaRPr lang="pt-PT" sz="14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586" y="616370"/>
            <a:ext cx="7915468" cy="4387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826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465986" y="-277716"/>
            <a:ext cx="6993990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6.3.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&gt; </a:t>
            </a:r>
            <a:r>
              <a:rPr lang="en-US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Front End &gt; </a:t>
            </a:r>
            <a:r>
              <a:rPr lang="en-US" sz="1400" b="1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Falha</a:t>
            </a:r>
            <a:r>
              <a:rPr lang="en-US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no Pop-Up/Explore </a:t>
            </a:r>
            <a:endParaRPr lang="pt-PT" sz="14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859" y="931982"/>
            <a:ext cx="7772611" cy="345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696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1198656" y="120965"/>
            <a:ext cx="4800928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3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7. Alinhamento</a:t>
            </a:r>
            <a:endParaRPr lang="pt-BR" sz="19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318581"/>
            <a:ext cx="4379232" cy="328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26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1198656" y="120965"/>
            <a:ext cx="4800928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3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Notas</a:t>
            </a:r>
            <a:endParaRPr lang="pt-BR" sz="19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1045029" y="1491343"/>
            <a:ext cx="5976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Nota...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8748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465986" y="-277716"/>
            <a:ext cx="6993990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6.2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&gt; Discador &gt; Não disca </a:t>
            </a:r>
            <a:endParaRPr lang="pt-PT" sz="14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571" y="1343656"/>
            <a:ext cx="7394285" cy="298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411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2237</TotalTime>
  <Words>171</Words>
  <Application>Microsoft Office PowerPoint</Application>
  <PresentationFormat>Personalizar</PresentationFormat>
  <Paragraphs>49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Home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Gustavo Nitzsche</dc:creator>
  <cp:lastModifiedBy>Luis Marçal</cp:lastModifiedBy>
  <cp:revision>149</cp:revision>
  <dcterms:created xsi:type="dcterms:W3CDTF">2015-08-20T14:57:26Z</dcterms:created>
  <dcterms:modified xsi:type="dcterms:W3CDTF">2015-10-01T22:42:00Z</dcterms:modified>
</cp:coreProperties>
</file>