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sldIdLst>
    <p:sldId id="270" r:id="rId6"/>
    <p:sldId id="288" r:id="rId7"/>
    <p:sldId id="290" r:id="rId8"/>
    <p:sldId id="291" r:id="rId9"/>
    <p:sldId id="289" r:id="rId10"/>
    <p:sldId id="28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CEA"/>
    <a:srgbClr val="C0D2E8"/>
    <a:srgbClr val="19345B"/>
    <a:srgbClr val="19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09" autoAdjust="0"/>
    <p:restoredTop sz="99854" autoAdjust="0"/>
  </p:normalViewPr>
  <p:slideViewPr>
    <p:cSldViewPr snapToGrid="0" snapToObjects="1">
      <p:cViewPr varScale="1">
        <p:scale>
          <a:sx n="75" d="100"/>
          <a:sy n="75" d="100"/>
        </p:scale>
        <p:origin x="1632" y="60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880D11-A0C9-4F9B-AB1E-DD93D39DFC4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F00F6AE-2114-4E7D-AB02-8ADEDECDC26D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400" b="1" i="1" dirty="0" smtClean="0"/>
            <a:t>Sem1</a:t>
          </a:r>
        </a:p>
        <a:p>
          <a:r>
            <a:rPr lang="pt-BR" sz="1400" i="1" dirty="0" smtClean="0"/>
            <a:t>04/09</a:t>
          </a:r>
          <a:endParaRPr lang="pt-BR" sz="1400" i="1" dirty="0"/>
        </a:p>
      </dgm:t>
    </dgm:pt>
    <dgm:pt modelId="{F47C3966-EAFC-4552-94AA-8F1FB08C2661}" type="parTrans" cxnId="{21062074-4B10-4415-A7B2-1BE8EE8EC9D2}">
      <dgm:prSet/>
      <dgm:spPr/>
      <dgm:t>
        <a:bodyPr/>
        <a:lstStyle/>
        <a:p>
          <a:endParaRPr lang="pt-BR"/>
        </a:p>
      </dgm:t>
    </dgm:pt>
    <dgm:pt modelId="{81643282-158A-4A5E-BEDC-C886E0DD3C2F}" type="sibTrans" cxnId="{21062074-4B10-4415-A7B2-1BE8EE8EC9D2}">
      <dgm:prSet/>
      <dgm:spPr/>
      <dgm:t>
        <a:bodyPr/>
        <a:lstStyle/>
        <a:p>
          <a:endParaRPr lang="pt-BR"/>
        </a:p>
      </dgm:t>
    </dgm:pt>
    <dgm:pt modelId="{7C2FE7B1-C820-46F9-A517-9624C001C27D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400" b="1" dirty="0" smtClean="0"/>
            <a:t>Segregação</a:t>
          </a:r>
          <a:r>
            <a:rPr lang="pt-BR" sz="1400" dirty="0" smtClean="0"/>
            <a:t> dos tempos de “SLO”                                                                                                                              (</a:t>
          </a:r>
          <a:r>
            <a:rPr lang="pt-BR" sz="1400" i="1" dirty="0" smtClean="0"/>
            <a:t>TI Contax / Fornecedor Contax / Suporte Cliente</a:t>
          </a:r>
          <a:r>
            <a:rPr lang="pt-BR" sz="1400" dirty="0" smtClean="0"/>
            <a:t>)</a:t>
          </a:r>
          <a:endParaRPr lang="pt-BR" sz="1400" dirty="0"/>
        </a:p>
      </dgm:t>
    </dgm:pt>
    <dgm:pt modelId="{4984EE7A-792C-41F5-93B8-1142EC96D9F4}" type="parTrans" cxnId="{BCB56E38-B939-4C00-A2F1-33C198BB61F8}">
      <dgm:prSet/>
      <dgm:spPr/>
      <dgm:t>
        <a:bodyPr/>
        <a:lstStyle/>
        <a:p>
          <a:endParaRPr lang="pt-BR"/>
        </a:p>
      </dgm:t>
    </dgm:pt>
    <dgm:pt modelId="{8538607F-3DEF-430A-95CC-4CEAA8D41D4E}" type="sibTrans" cxnId="{BCB56E38-B939-4C00-A2F1-33C198BB61F8}">
      <dgm:prSet/>
      <dgm:spPr/>
      <dgm:t>
        <a:bodyPr/>
        <a:lstStyle/>
        <a:p>
          <a:endParaRPr lang="pt-BR"/>
        </a:p>
      </dgm:t>
    </dgm:pt>
    <dgm:pt modelId="{62B382D0-DA01-40F3-ABC4-A22A838338FA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400" b="1" i="1" dirty="0" smtClean="0"/>
            <a:t>Sem2</a:t>
          </a:r>
        </a:p>
        <a:p>
          <a:r>
            <a:rPr lang="pt-BR" sz="1400" i="1" dirty="0" smtClean="0"/>
            <a:t>11/09</a:t>
          </a:r>
          <a:endParaRPr lang="pt-BR" sz="1400" i="1" dirty="0"/>
        </a:p>
      </dgm:t>
    </dgm:pt>
    <dgm:pt modelId="{2C17D16F-6ED4-477E-A2D4-2A17A0EF4A15}" type="parTrans" cxnId="{A697A161-8150-4AA8-9EFB-513E9F352052}">
      <dgm:prSet/>
      <dgm:spPr/>
      <dgm:t>
        <a:bodyPr/>
        <a:lstStyle/>
        <a:p>
          <a:endParaRPr lang="pt-BR"/>
        </a:p>
      </dgm:t>
    </dgm:pt>
    <dgm:pt modelId="{4186E935-F100-4306-AB9A-82FB344DE2B8}" type="sibTrans" cxnId="{A697A161-8150-4AA8-9EFB-513E9F352052}">
      <dgm:prSet/>
      <dgm:spPr/>
      <dgm:t>
        <a:bodyPr/>
        <a:lstStyle/>
        <a:p>
          <a:endParaRPr lang="pt-BR"/>
        </a:p>
      </dgm:t>
    </dgm:pt>
    <dgm:pt modelId="{51AD165D-8BD6-4DFB-AB26-59B69C2E45BC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400" b="0" dirty="0" smtClean="0"/>
            <a:t>Correção definitiva do </a:t>
          </a:r>
          <a:r>
            <a:rPr lang="pt-BR" sz="1400" b="1" dirty="0" smtClean="0"/>
            <a:t>Link Algar </a:t>
          </a:r>
          <a:r>
            <a:rPr lang="pt-BR" sz="1400" dirty="0" smtClean="0"/>
            <a:t>no Site QC (</a:t>
          </a:r>
          <a:r>
            <a:rPr lang="pt-BR" sz="1400" i="1" dirty="0" smtClean="0"/>
            <a:t>Campinas</a:t>
          </a:r>
          <a:r>
            <a:rPr lang="pt-BR" sz="1400" dirty="0" smtClean="0"/>
            <a:t>)</a:t>
          </a:r>
          <a:endParaRPr lang="pt-BR" sz="1400" dirty="0"/>
        </a:p>
      </dgm:t>
    </dgm:pt>
    <dgm:pt modelId="{FC516DF7-27DC-4152-9113-11CB90E015C1}" type="parTrans" cxnId="{0A24CD5C-A0EA-43C5-A801-71A351833C72}">
      <dgm:prSet/>
      <dgm:spPr/>
      <dgm:t>
        <a:bodyPr/>
        <a:lstStyle/>
        <a:p>
          <a:endParaRPr lang="pt-BR"/>
        </a:p>
      </dgm:t>
    </dgm:pt>
    <dgm:pt modelId="{DB96C8F3-BE96-44B4-8BA5-C8F6DA7B1D39}" type="sibTrans" cxnId="{0A24CD5C-A0EA-43C5-A801-71A351833C72}">
      <dgm:prSet/>
      <dgm:spPr/>
      <dgm:t>
        <a:bodyPr/>
        <a:lstStyle/>
        <a:p>
          <a:endParaRPr lang="pt-BR"/>
        </a:p>
      </dgm:t>
    </dgm:pt>
    <dgm:pt modelId="{89154671-512E-41A9-BC1F-BECBE3BE7E58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400" b="1" i="1" dirty="0" smtClean="0"/>
            <a:t>Sem3</a:t>
          </a:r>
        </a:p>
        <a:p>
          <a:r>
            <a:rPr lang="pt-BR" sz="1400" i="1" dirty="0" smtClean="0"/>
            <a:t>18/09</a:t>
          </a:r>
          <a:endParaRPr lang="pt-BR" sz="1400" i="1" dirty="0"/>
        </a:p>
      </dgm:t>
    </dgm:pt>
    <dgm:pt modelId="{61F9B897-8F48-4BDF-A10E-FC5686883956}" type="parTrans" cxnId="{57E1D249-8353-44B4-A3A6-2F5ACBF297F9}">
      <dgm:prSet/>
      <dgm:spPr/>
      <dgm:t>
        <a:bodyPr/>
        <a:lstStyle/>
        <a:p>
          <a:endParaRPr lang="pt-BR"/>
        </a:p>
      </dgm:t>
    </dgm:pt>
    <dgm:pt modelId="{9228FC7B-09D1-4BFD-86EA-02096D174308}" type="sibTrans" cxnId="{57E1D249-8353-44B4-A3A6-2F5ACBF297F9}">
      <dgm:prSet/>
      <dgm:spPr/>
      <dgm:t>
        <a:bodyPr/>
        <a:lstStyle/>
        <a:p>
          <a:endParaRPr lang="pt-BR"/>
        </a:p>
      </dgm:t>
    </dgm:pt>
    <dgm:pt modelId="{F83A5ADA-96B7-42B6-A62F-2A17EBDC7C54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400" b="1" i="1" dirty="0" smtClean="0"/>
            <a:t>Sem4</a:t>
          </a:r>
        </a:p>
        <a:p>
          <a:r>
            <a:rPr lang="pt-BR" sz="1400" b="0" i="1" dirty="0" smtClean="0"/>
            <a:t>25/09</a:t>
          </a:r>
          <a:endParaRPr lang="pt-BR" sz="1400" b="0" i="1" dirty="0"/>
        </a:p>
      </dgm:t>
    </dgm:pt>
    <dgm:pt modelId="{EE5DCAFD-0633-4828-8F01-F3797D81327B}" type="parTrans" cxnId="{3E9A1839-EB80-4087-A57D-9D380E688BE7}">
      <dgm:prSet/>
      <dgm:spPr/>
      <dgm:t>
        <a:bodyPr/>
        <a:lstStyle/>
        <a:p>
          <a:endParaRPr lang="pt-BR"/>
        </a:p>
      </dgm:t>
    </dgm:pt>
    <dgm:pt modelId="{23796EDE-FC1B-4A56-8B7D-7EAD8CFFD799}" type="sibTrans" cxnId="{3E9A1839-EB80-4087-A57D-9D380E688BE7}">
      <dgm:prSet/>
      <dgm:spPr/>
      <dgm:t>
        <a:bodyPr/>
        <a:lstStyle/>
        <a:p>
          <a:endParaRPr lang="pt-BR"/>
        </a:p>
      </dgm:t>
    </dgm:pt>
    <dgm:pt modelId="{D7267002-C7DA-48BB-B253-A7E875B5E038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Estabilização </a:t>
          </a:r>
          <a:r>
            <a:rPr lang="pt-BR" sz="1300" b="1" dirty="0" smtClean="0"/>
            <a:t>Front Fácil</a:t>
          </a:r>
          <a:endParaRPr lang="pt-BR" sz="1300" b="1" dirty="0"/>
        </a:p>
      </dgm:t>
    </dgm:pt>
    <dgm:pt modelId="{7957AD80-C098-45FF-8CE8-0A4133DFAC42}" type="parTrans" cxnId="{7D0F6F67-93C7-4D52-9563-5CE15A39968B}">
      <dgm:prSet/>
      <dgm:spPr/>
      <dgm:t>
        <a:bodyPr/>
        <a:lstStyle/>
        <a:p>
          <a:endParaRPr lang="pt-BR"/>
        </a:p>
      </dgm:t>
    </dgm:pt>
    <dgm:pt modelId="{A269ECB2-E992-495F-ADB9-F45CE34259DE}" type="sibTrans" cxnId="{7D0F6F67-93C7-4D52-9563-5CE15A39968B}">
      <dgm:prSet/>
      <dgm:spPr/>
      <dgm:t>
        <a:bodyPr/>
        <a:lstStyle/>
        <a:p>
          <a:endParaRPr lang="pt-BR"/>
        </a:p>
      </dgm:t>
    </dgm:pt>
    <dgm:pt modelId="{4CED7651-89F8-4725-BFBC-18B46D33B0B4}">
      <dgm:prSet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  <a:alpha val="90000"/>
            </a:schemeClr>
          </a:solidFill>
        </a:ln>
      </dgm:spPr>
      <dgm:t>
        <a:bodyPr/>
        <a:lstStyle/>
        <a:p>
          <a:pPr algn="l"/>
          <a:r>
            <a:rPr lang="pt-BR" sz="1400" dirty="0" smtClean="0"/>
            <a:t>Foco na solução de problema dos incidentes relacionados:</a:t>
          </a:r>
          <a:endParaRPr lang="pt-BR" sz="1400" b="1" dirty="0"/>
        </a:p>
      </dgm:t>
    </dgm:pt>
    <dgm:pt modelId="{E30166C2-64DF-4F9C-8FF2-5839C2A49B5D}" type="parTrans" cxnId="{996DA4A0-AFCD-4045-ADB9-74CF99CC15AE}">
      <dgm:prSet/>
      <dgm:spPr/>
      <dgm:t>
        <a:bodyPr/>
        <a:lstStyle/>
        <a:p>
          <a:endParaRPr lang="pt-BR"/>
        </a:p>
      </dgm:t>
    </dgm:pt>
    <dgm:pt modelId="{0E77BF65-1C61-40AB-9FAA-294D20B76097}" type="sibTrans" cxnId="{996DA4A0-AFCD-4045-ADB9-74CF99CC15AE}">
      <dgm:prSet/>
      <dgm:spPr/>
      <dgm:t>
        <a:bodyPr/>
        <a:lstStyle/>
        <a:p>
          <a:endParaRPr lang="pt-BR"/>
        </a:p>
      </dgm:t>
    </dgm:pt>
    <dgm:pt modelId="{1D55B413-48F1-4D80-8E67-CE1136081AE9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Levantamento dos requisitos para a customização do </a:t>
          </a:r>
          <a:r>
            <a:rPr lang="pt-BR" sz="1300" b="1" dirty="0" smtClean="0"/>
            <a:t>t!Process</a:t>
          </a:r>
        </a:p>
      </dgm:t>
    </dgm:pt>
    <dgm:pt modelId="{1C64F192-64BA-4D0D-AD01-768BCDCE8282}" type="sibTrans" cxnId="{2EEED77C-B9DA-48C9-A745-A862D2D871E4}">
      <dgm:prSet/>
      <dgm:spPr/>
      <dgm:t>
        <a:bodyPr/>
        <a:lstStyle/>
        <a:p>
          <a:endParaRPr lang="pt-BR"/>
        </a:p>
      </dgm:t>
    </dgm:pt>
    <dgm:pt modelId="{9B82FD57-2BF3-4813-A71E-0786024626BE}" type="parTrans" cxnId="{2EEED77C-B9DA-48C9-A745-A862D2D871E4}">
      <dgm:prSet/>
      <dgm:spPr/>
      <dgm:t>
        <a:bodyPr/>
        <a:lstStyle/>
        <a:p>
          <a:endParaRPr lang="pt-BR"/>
        </a:p>
      </dgm:t>
    </dgm:pt>
    <dgm:pt modelId="{465D52E2-365A-4283-8405-486C3EAB5644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i="1" dirty="0" smtClean="0"/>
            <a:t>Checklist</a:t>
          </a:r>
          <a:r>
            <a:rPr lang="pt-BR" sz="1300" dirty="0" smtClean="0"/>
            <a:t> de transição dos </a:t>
          </a:r>
          <a:r>
            <a:rPr lang="pt-BR" sz="1300" b="1" dirty="0" smtClean="0"/>
            <a:t>projetos na produção</a:t>
          </a:r>
          <a:endParaRPr lang="pt-BR" sz="1300" dirty="0" smtClean="0"/>
        </a:p>
      </dgm:t>
    </dgm:pt>
    <dgm:pt modelId="{7C58E347-FDA7-4D53-A42A-E8C470463AB6}" type="sibTrans" cxnId="{A2AF68B5-7A45-4D76-B665-F8563B8ECE32}">
      <dgm:prSet/>
      <dgm:spPr/>
      <dgm:t>
        <a:bodyPr/>
        <a:lstStyle/>
        <a:p>
          <a:endParaRPr lang="pt-BR"/>
        </a:p>
      </dgm:t>
    </dgm:pt>
    <dgm:pt modelId="{5A26E265-24B3-4B42-A3D7-B4449BB9D4BD}" type="parTrans" cxnId="{A2AF68B5-7A45-4D76-B665-F8563B8ECE32}">
      <dgm:prSet/>
      <dgm:spPr/>
      <dgm:t>
        <a:bodyPr/>
        <a:lstStyle/>
        <a:p>
          <a:endParaRPr lang="pt-BR"/>
        </a:p>
      </dgm:t>
    </dgm:pt>
    <dgm:pt modelId="{07217C16-FD85-4BA4-85E7-6D65583A8F9B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Definição </a:t>
          </a:r>
          <a:r>
            <a:rPr lang="pt-BR" sz="1300" b="1" dirty="0" smtClean="0"/>
            <a:t>do índice de 5% </a:t>
          </a:r>
          <a:r>
            <a:rPr lang="pt-BR" sz="1300" dirty="0" smtClean="0"/>
            <a:t>de incidentes reabertos no acumulado do mês como meta</a:t>
          </a:r>
        </a:p>
      </dgm:t>
    </dgm:pt>
    <dgm:pt modelId="{B89BD4D4-8498-4069-AD31-4C92AEAF8A96}" type="sibTrans" cxnId="{45B40C23-8452-4640-85E5-A296399E957A}">
      <dgm:prSet/>
      <dgm:spPr/>
      <dgm:t>
        <a:bodyPr/>
        <a:lstStyle/>
        <a:p>
          <a:endParaRPr lang="pt-BR"/>
        </a:p>
      </dgm:t>
    </dgm:pt>
    <dgm:pt modelId="{37795994-807E-44DD-A8D9-1962498F5508}" type="parTrans" cxnId="{45B40C23-8452-4640-85E5-A296399E957A}">
      <dgm:prSet/>
      <dgm:spPr/>
      <dgm:t>
        <a:bodyPr/>
        <a:lstStyle/>
        <a:p>
          <a:endParaRPr lang="pt-BR"/>
        </a:p>
      </dgm:t>
    </dgm:pt>
    <dgm:pt modelId="{655A36ED-6FB8-4628-8093-7ED4BC544720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Indicadores diário de </a:t>
          </a:r>
          <a:r>
            <a:rPr lang="pt-BR" sz="1300" b="1" dirty="0" smtClean="0"/>
            <a:t>volumetria, SLO, pendência externa e reabertura </a:t>
          </a:r>
          <a:r>
            <a:rPr lang="pt-BR" sz="1300" dirty="0" smtClean="0"/>
            <a:t>dos incidentes                            de alto impacto</a:t>
          </a:r>
        </a:p>
      </dgm:t>
    </dgm:pt>
    <dgm:pt modelId="{029E4CDB-0887-48CF-8E1C-D67DE5622BE4}" type="sibTrans" cxnId="{1D929B6E-0D55-429D-ACA0-82DEF3FAA061}">
      <dgm:prSet/>
      <dgm:spPr/>
      <dgm:t>
        <a:bodyPr/>
        <a:lstStyle/>
        <a:p>
          <a:endParaRPr lang="pt-BR"/>
        </a:p>
      </dgm:t>
    </dgm:pt>
    <dgm:pt modelId="{3AC7FCDC-ECD4-441A-B540-552C9E8FD478}" type="parTrans" cxnId="{1D929B6E-0D55-429D-ACA0-82DEF3FAA061}">
      <dgm:prSet/>
      <dgm:spPr/>
      <dgm:t>
        <a:bodyPr/>
        <a:lstStyle/>
        <a:p>
          <a:endParaRPr lang="pt-BR"/>
        </a:p>
      </dgm:t>
    </dgm:pt>
    <dgm:pt modelId="{A9F06B2A-D29F-4A07-80C8-DC99BD693BCD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b="1" dirty="0" smtClean="0"/>
            <a:t>Saneamento </a:t>
          </a:r>
          <a:r>
            <a:rPr lang="pt-BR" sz="1300" b="0" dirty="0" smtClean="0"/>
            <a:t>do Backlog</a:t>
          </a:r>
        </a:p>
      </dgm:t>
    </dgm:pt>
    <dgm:pt modelId="{0054047C-24FB-4A4F-8EC9-0D28F6629023}" type="sibTrans" cxnId="{158D33E2-C9E7-4B2F-AF08-1F4556792B4A}">
      <dgm:prSet/>
      <dgm:spPr/>
      <dgm:t>
        <a:bodyPr/>
        <a:lstStyle/>
        <a:p>
          <a:endParaRPr lang="pt-BR"/>
        </a:p>
      </dgm:t>
    </dgm:pt>
    <dgm:pt modelId="{289A5275-4AD5-4FE1-813C-1F2766FB689F}" type="parTrans" cxnId="{158D33E2-C9E7-4B2F-AF08-1F4556792B4A}">
      <dgm:prSet/>
      <dgm:spPr/>
      <dgm:t>
        <a:bodyPr/>
        <a:lstStyle/>
        <a:p>
          <a:endParaRPr lang="pt-BR"/>
        </a:p>
      </dgm:t>
    </dgm:pt>
    <dgm:pt modelId="{3273D8A7-9889-4009-AEBC-02ADEBDD0282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Correção parcial </a:t>
          </a:r>
          <a:r>
            <a:rPr lang="pt-BR" sz="1300" b="1" dirty="0" smtClean="0"/>
            <a:t>Erro AYTY Itaú</a:t>
          </a:r>
        </a:p>
      </dgm:t>
    </dgm:pt>
    <dgm:pt modelId="{06FD4833-6E68-4B01-9D24-B2B417BE8F4C}" type="sibTrans" cxnId="{D756624A-DD3A-4274-AEAE-12535561F87B}">
      <dgm:prSet/>
      <dgm:spPr/>
      <dgm:t>
        <a:bodyPr/>
        <a:lstStyle/>
        <a:p>
          <a:endParaRPr lang="pt-BR"/>
        </a:p>
      </dgm:t>
    </dgm:pt>
    <dgm:pt modelId="{60AD1D8A-ACF5-4961-9EB5-59077A5A4105}" type="parTrans" cxnId="{D756624A-DD3A-4274-AEAE-12535561F87B}">
      <dgm:prSet/>
      <dgm:spPr/>
      <dgm:t>
        <a:bodyPr/>
        <a:lstStyle/>
        <a:p>
          <a:endParaRPr lang="pt-BR"/>
        </a:p>
      </dgm:t>
    </dgm:pt>
    <dgm:pt modelId="{CDA7CBD2-8AC9-4F4A-9C4E-C63A66AFF46F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Correção definitiva </a:t>
          </a:r>
          <a:r>
            <a:rPr lang="pt-BR" sz="1300" b="1" dirty="0" smtClean="0"/>
            <a:t>CMS Fortaleza</a:t>
          </a:r>
        </a:p>
      </dgm:t>
    </dgm:pt>
    <dgm:pt modelId="{77CAAE63-B23A-4190-BC14-5B76B61D61BE}" type="sibTrans" cxnId="{3FE48973-3F8D-47EA-9804-93F307FB175F}">
      <dgm:prSet/>
      <dgm:spPr/>
      <dgm:t>
        <a:bodyPr/>
        <a:lstStyle/>
        <a:p>
          <a:endParaRPr lang="pt-BR"/>
        </a:p>
      </dgm:t>
    </dgm:pt>
    <dgm:pt modelId="{A33D5ABD-FD30-484B-ACF7-465F4F97DAAB}" type="parTrans" cxnId="{3FE48973-3F8D-47EA-9804-93F307FB175F}">
      <dgm:prSet/>
      <dgm:spPr/>
      <dgm:t>
        <a:bodyPr/>
        <a:lstStyle/>
        <a:p>
          <a:endParaRPr lang="pt-BR"/>
        </a:p>
      </dgm:t>
    </dgm:pt>
    <dgm:pt modelId="{3E549BA7-0D66-4E89-B14D-3DEA7F24F481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Monitoração de incidentes </a:t>
          </a:r>
          <a:r>
            <a:rPr lang="pt-BR" sz="1300" b="1" dirty="0" smtClean="0"/>
            <a:t>t!Clock/t!Control</a:t>
          </a:r>
          <a:endParaRPr lang="pt-BR" sz="1300" b="0" dirty="0" smtClean="0"/>
        </a:p>
      </dgm:t>
    </dgm:pt>
    <dgm:pt modelId="{DA00A342-5A75-4C6E-9AE8-3DC3D5A18A3B}" type="parTrans" cxnId="{F3CB51AD-9EDB-4D17-A1BB-9C19A78C0612}">
      <dgm:prSet/>
      <dgm:spPr/>
      <dgm:t>
        <a:bodyPr/>
        <a:lstStyle/>
        <a:p>
          <a:endParaRPr lang="pt-BR"/>
        </a:p>
      </dgm:t>
    </dgm:pt>
    <dgm:pt modelId="{614C6FC5-FB76-491B-8BA3-726009B65D5E}" type="sibTrans" cxnId="{F3CB51AD-9EDB-4D17-A1BB-9C19A78C0612}">
      <dgm:prSet/>
      <dgm:spPr/>
      <dgm:t>
        <a:bodyPr/>
        <a:lstStyle/>
        <a:p>
          <a:endParaRPr lang="pt-BR"/>
        </a:p>
      </dgm:t>
    </dgm:pt>
    <dgm:pt modelId="{ACE381D3-495F-4A32-A470-1411A909343A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300" dirty="0" smtClean="0"/>
            <a:t>Alteração do critério de classificação da severidade na abertura dos incidentes no </a:t>
          </a:r>
          <a:r>
            <a:rPr lang="pt-BR" sz="1300" b="1" dirty="0" smtClean="0"/>
            <a:t>t!Process</a:t>
          </a:r>
          <a:endParaRPr lang="pt-BR" sz="1300" dirty="0" smtClean="0"/>
        </a:p>
      </dgm:t>
    </dgm:pt>
    <dgm:pt modelId="{EA94170A-A0C4-4CA7-81BD-AFDBBF5E23B1}" type="parTrans" cxnId="{0C8A912B-BEC6-47DA-86F4-1CFCB42E6A9B}">
      <dgm:prSet/>
      <dgm:spPr/>
      <dgm:t>
        <a:bodyPr/>
        <a:lstStyle/>
        <a:p>
          <a:endParaRPr lang="pt-BR"/>
        </a:p>
      </dgm:t>
    </dgm:pt>
    <dgm:pt modelId="{A0934250-9487-48AD-BAF5-158A49077A52}" type="sibTrans" cxnId="{0C8A912B-BEC6-47DA-86F4-1CFCB42E6A9B}">
      <dgm:prSet/>
      <dgm:spPr/>
      <dgm:t>
        <a:bodyPr/>
        <a:lstStyle/>
        <a:p>
          <a:endParaRPr lang="pt-BR"/>
        </a:p>
      </dgm:t>
    </dgm:pt>
    <dgm:pt modelId="{ADA34B14-CF0A-4053-AC5F-205BDCD0FB86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200" b="1" dirty="0" smtClean="0"/>
            <a:t>Aspect </a:t>
          </a:r>
          <a:r>
            <a:rPr lang="pt-BR" sz="1200" b="0" i="1" dirty="0" smtClean="0"/>
            <a:t>(Santander/Itaú/</a:t>
          </a:r>
          <a:r>
            <a:rPr lang="pt-BR" sz="1200" i="1" dirty="0" smtClean="0"/>
            <a:t>Cielo</a:t>
          </a:r>
          <a:r>
            <a:rPr lang="pt-BR" sz="1200" b="0" i="1" dirty="0" smtClean="0"/>
            <a:t>/Nextel/</a:t>
          </a:r>
          <a:r>
            <a:rPr lang="pt-BR" sz="1200" i="1" dirty="0" smtClean="0"/>
            <a:t>Credsystem</a:t>
          </a:r>
          <a:r>
            <a:rPr lang="pt-BR" sz="1200" b="0" i="1" dirty="0" smtClean="0"/>
            <a:t>)</a:t>
          </a:r>
          <a:endParaRPr lang="pt-BR" sz="1200" b="0" i="1" dirty="0"/>
        </a:p>
      </dgm:t>
    </dgm:pt>
    <dgm:pt modelId="{52A4927D-5480-4B4B-BC18-5E2D517C2745}" type="parTrans" cxnId="{B9E5F6F5-3E3C-4A50-B0DF-24E4B7111AFC}">
      <dgm:prSet/>
      <dgm:spPr/>
      <dgm:t>
        <a:bodyPr/>
        <a:lstStyle/>
        <a:p>
          <a:endParaRPr lang="pt-BR"/>
        </a:p>
      </dgm:t>
    </dgm:pt>
    <dgm:pt modelId="{8CF2A179-9545-49A7-AE28-63E7537F87B2}" type="sibTrans" cxnId="{B9E5F6F5-3E3C-4A50-B0DF-24E4B7111AFC}">
      <dgm:prSet/>
      <dgm:spPr/>
      <dgm:t>
        <a:bodyPr/>
        <a:lstStyle/>
        <a:p>
          <a:endParaRPr lang="pt-BR"/>
        </a:p>
      </dgm:t>
    </dgm:pt>
    <dgm:pt modelId="{A6A8030C-949C-47BD-80AA-89E1141E2AF5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200" b="1" dirty="0" err="1" smtClean="0"/>
            <a:t>Jira</a:t>
          </a:r>
          <a:r>
            <a:rPr lang="pt-BR" sz="1200" b="1" dirty="0" smtClean="0"/>
            <a:t> BO Anatel</a:t>
          </a:r>
          <a:endParaRPr lang="pt-BR" sz="1200" b="1" dirty="0"/>
        </a:p>
      </dgm:t>
    </dgm:pt>
    <dgm:pt modelId="{09D7F05A-E239-4471-8DCA-EC387155C6CE}" type="parTrans" cxnId="{2FAEA690-968D-4630-A890-180DE92DA1CE}">
      <dgm:prSet/>
      <dgm:spPr/>
      <dgm:t>
        <a:bodyPr/>
        <a:lstStyle/>
        <a:p>
          <a:endParaRPr lang="pt-BR"/>
        </a:p>
      </dgm:t>
    </dgm:pt>
    <dgm:pt modelId="{1BF063B6-1ADF-4C2D-959A-58C2813D2C8D}" type="sibTrans" cxnId="{2FAEA690-968D-4630-A890-180DE92DA1CE}">
      <dgm:prSet/>
      <dgm:spPr/>
      <dgm:t>
        <a:bodyPr/>
        <a:lstStyle/>
        <a:p>
          <a:endParaRPr lang="pt-BR"/>
        </a:p>
      </dgm:t>
    </dgm:pt>
    <dgm:pt modelId="{B5BC06BA-BA58-43D5-8010-288720107DCF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200" b="1" dirty="0" smtClean="0"/>
            <a:t>Nice </a:t>
          </a:r>
          <a:r>
            <a:rPr lang="pt-BR" sz="1200" b="0" dirty="0" smtClean="0"/>
            <a:t>(Gravações)</a:t>
          </a:r>
          <a:endParaRPr lang="pt-BR" sz="1200" b="0" dirty="0"/>
        </a:p>
      </dgm:t>
    </dgm:pt>
    <dgm:pt modelId="{18E14A49-EEB4-47CB-8711-C91AB2198B06}" type="parTrans" cxnId="{516EBC56-FC36-4BB6-A6A7-0D735A2710D2}">
      <dgm:prSet/>
      <dgm:spPr/>
      <dgm:t>
        <a:bodyPr/>
        <a:lstStyle/>
        <a:p>
          <a:endParaRPr lang="pt-BR"/>
        </a:p>
      </dgm:t>
    </dgm:pt>
    <dgm:pt modelId="{16AF0CD2-5A18-40A2-97A9-34693F1ED798}" type="sibTrans" cxnId="{516EBC56-FC36-4BB6-A6A7-0D735A2710D2}">
      <dgm:prSet/>
      <dgm:spPr/>
      <dgm:t>
        <a:bodyPr/>
        <a:lstStyle/>
        <a:p>
          <a:endParaRPr lang="pt-BR"/>
        </a:p>
      </dgm:t>
    </dgm:pt>
    <dgm:pt modelId="{3A7D2F39-5A80-4DB8-992D-1A8CA80DE02E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200" b="1" dirty="0" smtClean="0"/>
            <a:t>URA </a:t>
          </a:r>
          <a:r>
            <a:rPr lang="pt-BR" sz="1200" b="0" i="1" dirty="0" smtClean="0"/>
            <a:t>(Santander e TAM)</a:t>
          </a:r>
          <a:endParaRPr lang="pt-BR" sz="1200" b="0" i="1" dirty="0"/>
        </a:p>
      </dgm:t>
    </dgm:pt>
    <dgm:pt modelId="{51644D0F-21D5-424E-A385-4B83D091C658}" type="parTrans" cxnId="{8C9BCF90-4E5D-436A-AB99-5FB26FB2ADF1}">
      <dgm:prSet/>
      <dgm:spPr/>
      <dgm:t>
        <a:bodyPr/>
        <a:lstStyle/>
        <a:p>
          <a:endParaRPr lang="pt-BR"/>
        </a:p>
      </dgm:t>
    </dgm:pt>
    <dgm:pt modelId="{98BA57FC-89A6-40F1-8FA0-9DE7B8331EE1}" type="sibTrans" cxnId="{8C9BCF90-4E5D-436A-AB99-5FB26FB2ADF1}">
      <dgm:prSet/>
      <dgm:spPr/>
      <dgm:t>
        <a:bodyPr/>
        <a:lstStyle/>
        <a:p>
          <a:endParaRPr lang="pt-BR"/>
        </a:p>
      </dgm:t>
    </dgm:pt>
    <dgm:pt modelId="{8FB393A0-59FE-42F0-9EE9-AB38FC14D04D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200" b="0" i="0" dirty="0" smtClean="0"/>
            <a:t>1ª Versão da documentação do processo para Gestão de Problema</a:t>
          </a:r>
          <a:endParaRPr lang="pt-BR" sz="1200" b="0" i="0" dirty="0"/>
        </a:p>
      </dgm:t>
    </dgm:pt>
    <dgm:pt modelId="{B410FD87-0C91-43DB-80AB-2BF92B181D32}" type="parTrans" cxnId="{CA345293-33FA-4523-92B1-37D592F8EAC0}">
      <dgm:prSet/>
      <dgm:spPr/>
      <dgm:t>
        <a:bodyPr/>
        <a:lstStyle/>
        <a:p>
          <a:endParaRPr lang="pt-BR"/>
        </a:p>
      </dgm:t>
    </dgm:pt>
    <dgm:pt modelId="{6EDB3D08-7B04-44C4-85A3-FCCFB11C2A08}" type="sibTrans" cxnId="{CA345293-33FA-4523-92B1-37D592F8EAC0}">
      <dgm:prSet/>
      <dgm:spPr/>
      <dgm:t>
        <a:bodyPr/>
        <a:lstStyle/>
        <a:p>
          <a:endParaRPr lang="pt-BR"/>
        </a:p>
      </dgm:t>
    </dgm:pt>
    <dgm:pt modelId="{4016ED99-C300-41B1-BE3F-7DA5585EA003}" type="pres">
      <dgm:prSet presAssocID="{30880D11-A0C9-4F9B-AB1E-DD93D39DFC4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839C5C7-BA8B-4075-BB90-2F8FC88ED564}" type="pres">
      <dgm:prSet presAssocID="{5F00F6AE-2114-4E7D-AB02-8ADEDECDC26D}" presName="linNode" presStyleCnt="0"/>
      <dgm:spPr/>
    </dgm:pt>
    <dgm:pt modelId="{2735FE0F-9BAF-4CAB-A58C-A27FEB0B2B11}" type="pres">
      <dgm:prSet presAssocID="{5F00F6AE-2114-4E7D-AB02-8ADEDECDC26D}" presName="parentText" presStyleLbl="node1" presStyleIdx="0" presStyleCnt="4" custScaleX="37942" custScaleY="39055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EDB214-7BC8-44E1-A705-578A77DA8199}" type="pres">
      <dgm:prSet presAssocID="{5F00F6AE-2114-4E7D-AB02-8ADEDECDC26D}" presName="descendantText" presStyleLbl="alignAccFollowNode1" presStyleIdx="0" presStyleCnt="4" custScaleX="135040" custScaleY="36264" custLinFactNeighborX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3ACED58-0392-4769-8208-E5201F3AA77B}" type="pres">
      <dgm:prSet presAssocID="{81643282-158A-4A5E-BEDC-C886E0DD3C2F}" presName="sp" presStyleCnt="0"/>
      <dgm:spPr/>
    </dgm:pt>
    <dgm:pt modelId="{C6DBB59A-6DED-40B6-85CE-D5239CCDDD97}" type="pres">
      <dgm:prSet presAssocID="{62B382D0-DA01-40F3-ABC4-A22A838338FA}" presName="linNode" presStyleCnt="0"/>
      <dgm:spPr/>
    </dgm:pt>
    <dgm:pt modelId="{261702C7-4FD1-417D-A390-8D2EB15610F9}" type="pres">
      <dgm:prSet presAssocID="{62B382D0-DA01-40F3-ABC4-A22A838338FA}" presName="parentText" presStyleLbl="node1" presStyleIdx="1" presStyleCnt="4" custScaleX="37942" custScaleY="33538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41A6894-2C24-43BA-8729-CB618255D104}" type="pres">
      <dgm:prSet presAssocID="{62B382D0-DA01-40F3-ABC4-A22A838338FA}" presName="descendantText" presStyleLbl="alignAccFollowNode1" presStyleIdx="1" presStyleCnt="4" custScaleX="135040" custScaleY="3659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EAC4481-220E-4FF1-A256-9A5DBE1E4BBA}" type="pres">
      <dgm:prSet presAssocID="{4186E935-F100-4306-AB9A-82FB344DE2B8}" presName="sp" presStyleCnt="0"/>
      <dgm:spPr/>
    </dgm:pt>
    <dgm:pt modelId="{D9F0E7AE-4905-42BE-A392-BB8ACC98EB99}" type="pres">
      <dgm:prSet presAssocID="{89154671-512E-41A9-BC1F-BECBE3BE7E58}" presName="linNode" presStyleCnt="0"/>
      <dgm:spPr/>
    </dgm:pt>
    <dgm:pt modelId="{C19DE7D8-C9F6-4758-99C5-AB21E5272D41}" type="pres">
      <dgm:prSet presAssocID="{89154671-512E-41A9-BC1F-BECBE3BE7E58}" presName="parentText" presStyleLbl="node1" presStyleIdx="2" presStyleCnt="4" custScaleX="37942" custScaleY="128329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71378CC-716E-4060-9E93-687D37EC1AA7}" type="pres">
      <dgm:prSet presAssocID="{89154671-512E-41A9-BC1F-BECBE3BE7E58}" presName="descendantText" presStyleLbl="alignAccFollowNode1" presStyleIdx="2" presStyleCnt="4" custScaleX="135040" custScaleY="1487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EAADA16-7546-4E12-92E2-3204F41812F0}" type="pres">
      <dgm:prSet presAssocID="{9228FC7B-09D1-4BFD-86EA-02096D174308}" presName="sp" presStyleCnt="0"/>
      <dgm:spPr/>
    </dgm:pt>
    <dgm:pt modelId="{53DB5ABC-EE82-469E-B503-4953FB389BE9}" type="pres">
      <dgm:prSet presAssocID="{F83A5ADA-96B7-42B6-A62F-2A17EBDC7C54}" presName="linNode" presStyleCnt="0"/>
      <dgm:spPr/>
    </dgm:pt>
    <dgm:pt modelId="{092F60EE-CAD3-47B0-A786-71ED68B6758D}" type="pres">
      <dgm:prSet presAssocID="{F83A5ADA-96B7-42B6-A62F-2A17EBDC7C54}" presName="parentText" presStyleLbl="node1" presStyleIdx="3" presStyleCnt="4" custScaleX="37942" custScaleY="82060" custLinFactNeighborX="-10" custLinFactNeighborY="5655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F3DD894-3A58-4599-A6D6-7C9B764F0383}" type="pres">
      <dgm:prSet presAssocID="{F83A5ADA-96B7-42B6-A62F-2A17EBDC7C54}" presName="descendantText" presStyleLbl="alignAccFollowNode1" presStyleIdx="3" presStyleCnt="4" custScaleX="135040" custScaleY="8673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192EDE4-72D1-42B2-98F3-56D52B67DA16}" type="presOf" srcId="{5F00F6AE-2114-4E7D-AB02-8ADEDECDC26D}" destId="{2735FE0F-9BAF-4CAB-A58C-A27FEB0B2B11}" srcOrd="0" destOrd="0" presId="urn:microsoft.com/office/officeart/2005/8/layout/vList5"/>
    <dgm:cxn modelId="{5F35FA7B-6D5A-45D2-A5BC-4355DFC0C568}" type="presOf" srcId="{4CED7651-89F8-4725-BFBC-18B46D33B0B4}" destId="{4F3DD894-3A58-4599-A6D6-7C9B764F0383}" srcOrd="0" destOrd="0" presId="urn:microsoft.com/office/officeart/2005/8/layout/vList5"/>
    <dgm:cxn modelId="{764089CA-5334-4102-8531-AEBAAA205829}" type="presOf" srcId="{3A7D2F39-5A80-4DB8-992D-1A8CA80DE02E}" destId="{4F3DD894-3A58-4599-A6D6-7C9B764F0383}" srcOrd="0" destOrd="4" presId="urn:microsoft.com/office/officeart/2005/8/layout/vList5"/>
    <dgm:cxn modelId="{8C9BCF90-4E5D-436A-AB99-5FB26FB2ADF1}" srcId="{4CED7651-89F8-4725-BFBC-18B46D33B0B4}" destId="{3A7D2F39-5A80-4DB8-992D-1A8CA80DE02E}" srcOrd="3" destOrd="0" parTransId="{51644D0F-21D5-424E-A385-4B83D091C658}" sibTransId="{98BA57FC-89A6-40F1-8FA0-9DE7B8331EE1}"/>
    <dgm:cxn modelId="{E48B7D64-0186-4855-B8A3-0DE20E0BE9AC}" type="presOf" srcId="{07217C16-FD85-4BA4-85E7-6D65583A8F9B}" destId="{771378CC-716E-4060-9E93-687D37EC1AA7}" srcOrd="0" destOrd="6" presId="urn:microsoft.com/office/officeart/2005/8/layout/vList5"/>
    <dgm:cxn modelId="{3FE48973-3F8D-47EA-9804-93F307FB175F}" srcId="{89154671-512E-41A9-BC1F-BECBE3BE7E58}" destId="{CDA7CBD2-8AC9-4F4A-9C4E-C63A66AFF46F}" srcOrd="1" destOrd="0" parTransId="{A33D5ABD-FD30-484B-ACF7-465F4F97DAAB}" sibTransId="{77CAAE63-B23A-4190-BC14-5B76B61D61BE}"/>
    <dgm:cxn modelId="{284A206E-245A-481D-9B16-68DA56637AD0}" type="presOf" srcId="{3E549BA7-0D66-4E89-B14D-3DEA7F24F481}" destId="{771378CC-716E-4060-9E93-687D37EC1AA7}" srcOrd="0" destOrd="4" presId="urn:microsoft.com/office/officeart/2005/8/layout/vList5"/>
    <dgm:cxn modelId="{57E1D249-8353-44B4-A3A6-2F5ACBF297F9}" srcId="{30880D11-A0C9-4F9B-AB1E-DD93D39DFC48}" destId="{89154671-512E-41A9-BC1F-BECBE3BE7E58}" srcOrd="2" destOrd="0" parTransId="{61F9B897-8F48-4BDF-A10E-FC5686883956}" sibTransId="{9228FC7B-09D1-4BFD-86EA-02096D174308}"/>
    <dgm:cxn modelId="{BEED2236-3258-431E-B764-B81DB42514B9}" type="presOf" srcId="{CDA7CBD2-8AC9-4F4A-9C4E-C63A66AFF46F}" destId="{771378CC-716E-4060-9E93-687D37EC1AA7}" srcOrd="0" destOrd="1" presId="urn:microsoft.com/office/officeart/2005/8/layout/vList5"/>
    <dgm:cxn modelId="{0A24CD5C-A0EA-43C5-A801-71A351833C72}" srcId="{62B382D0-DA01-40F3-ABC4-A22A838338FA}" destId="{51AD165D-8BD6-4DFB-AB26-59B69C2E45BC}" srcOrd="0" destOrd="0" parTransId="{FC516DF7-27DC-4152-9113-11CB90E015C1}" sibTransId="{DB96C8F3-BE96-44B4-8BA5-C8F6DA7B1D39}"/>
    <dgm:cxn modelId="{3E9A1839-EB80-4087-A57D-9D380E688BE7}" srcId="{30880D11-A0C9-4F9B-AB1E-DD93D39DFC48}" destId="{F83A5ADA-96B7-42B6-A62F-2A17EBDC7C54}" srcOrd="3" destOrd="0" parTransId="{EE5DCAFD-0633-4828-8F01-F3797D81327B}" sibTransId="{23796EDE-FC1B-4A56-8B7D-7EAD8CFFD799}"/>
    <dgm:cxn modelId="{F3CB51AD-9EDB-4D17-A1BB-9C19A78C0612}" srcId="{89154671-512E-41A9-BC1F-BECBE3BE7E58}" destId="{3E549BA7-0D66-4E89-B14D-3DEA7F24F481}" srcOrd="4" destOrd="0" parTransId="{DA00A342-5A75-4C6E-9AE8-3DC3D5A18A3B}" sibTransId="{614C6FC5-FB76-491B-8BA3-726009B65D5E}"/>
    <dgm:cxn modelId="{A3CB6877-740F-442B-BBDD-8BA776029984}" type="presOf" srcId="{B5BC06BA-BA58-43D5-8010-288720107DCF}" destId="{4F3DD894-3A58-4599-A6D6-7C9B764F0383}" srcOrd="0" destOrd="3" presId="urn:microsoft.com/office/officeart/2005/8/layout/vList5"/>
    <dgm:cxn modelId="{A2AF68B5-7A45-4D76-B665-F8563B8ECE32}" srcId="{89154671-512E-41A9-BC1F-BECBE3BE7E58}" destId="{465D52E2-365A-4283-8405-486C3EAB5644}" srcOrd="7" destOrd="0" parTransId="{5A26E265-24B3-4B42-A3D7-B4449BB9D4BD}" sibTransId="{7C58E347-FDA7-4D53-A42A-E8C470463AB6}"/>
    <dgm:cxn modelId="{DA42B806-50FD-4B07-84BE-8A765A0FC305}" type="presOf" srcId="{465D52E2-365A-4283-8405-486C3EAB5644}" destId="{771378CC-716E-4060-9E93-687D37EC1AA7}" srcOrd="0" destOrd="7" presId="urn:microsoft.com/office/officeart/2005/8/layout/vList5"/>
    <dgm:cxn modelId="{CDF54C8F-52F2-436A-A0A5-39E414FD585C}" type="presOf" srcId="{ACE381D3-495F-4A32-A470-1411A909343A}" destId="{771378CC-716E-4060-9E93-687D37EC1AA7}" srcOrd="0" destOrd="8" presId="urn:microsoft.com/office/officeart/2005/8/layout/vList5"/>
    <dgm:cxn modelId="{57B4388F-9866-4E36-9AD8-2DF3D5651A9C}" type="presOf" srcId="{D7267002-C7DA-48BB-B253-A7E875B5E038}" destId="{771378CC-716E-4060-9E93-687D37EC1AA7}" srcOrd="0" destOrd="0" presId="urn:microsoft.com/office/officeart/2005/8/layout/vList5"/>
    <dgm:cxn modelId="{D756624A-DD3A-4274-AEAE-12535561F87B}" srcId="{89154671-512E-41A9-BC1F-BECBE3BE7E58}" destId="{3273D8A7-9889-4009-AEBC-02ADEBDD0282}" srcOrd="2" destOrd="0" parTransId="{60AD1D8A-ACF5-4961-9EB5-59077A5A4105}" sibTransId="{06FD4833-6E68-4B01-9D24-B2B417BE8F4C}"/>
    <dgm:cxn modelId="{7D0F6F67-93C7-4D52-9563-5CE15A39968B}" srcId="{89154671-512E-41A9-BC1F-BECBE3BE7E58}" destId="{D7267002-C7DA-48BB-B253-A7E875B5E038}" srcOrd="0" destOrd="0" parTransId="{7957AD80-C098-45FF-8CE8-0A4133DFAC42}" sibTransId="{A269ECB2-E992-495F-ADB9-F45CE34259DE}"/>
    <dgm:cxn modelId="{CA345293-33FA-4523-92B1-37D592F8EAC0}" srcId="{F83A5ADA-96B7-42B6-A62F-2A17EBDC7C54}" destId="{8FB393A0-59FE-42F0-9EE9-AB38FC14D04D}" srcOrd="1" destOrd="0" parTransId="{B410FD87-0C91-43DB-80AB-2BF92B181D32}" sibTransId="{6EDB3D08-7B04-44C4-85A3-FCCFB11C2A08}"/>
    <dgm:cxn modelId="{996DA4A0-AFCD-4045-ADB9-74CF99CC15AE}" srcId="{F83A5ADA-96B7-42B6-A62F-2A17EBDC7C54}" destId="{4CED7651-89F8-4725-BFBC-18B46D33B0B4}" srcOrd="0" destOrd="0" parTransId="{E30166C2-64DF-4F9C-8FF2-5839C2A49B5D}" sibTransId="{0E77BF65-1C61-40AB-9FAA-294D20B76097}"/>
    <dgm:cxn modelId="{3DD71764-A07E-4C49-BD07-724E6F9DC028}" type="presOf" srcId="{655A36ED-6FB8-4628-8093-7ED4BC544720}" destId="{771378CC-716E-4060-9E93-687D37EC1AA7}" srcOrd="0" destOrd="5" presId="urn:microsoft.com/office/officeart/2005/8/layout/vList5"/>
    <dgm:cxn modelId="{698A94E2-E666-449E-A204-6C5292A7CFBD}" type="presOf" srcId="{89154671-512E-41A9-BC1F-BECBE3BE7E58}" destId="{C19DE7D8-C9F6-4758-99C5-AB21E5272D41}" srcOrd="0" destOrd="0" presId="urn:microsoft.com/office/officeart/2005/8/layout/vList5"/>
    <dgm:cxn modelId="{5EA38604-9EB9-45D9-BE53-6E13224EF20A}" type="presOf" srcId="{30880D11-A0C9-4F9B-AB1E-DD93D39DFC48}" destId="{4016ED99-C300-41B1-BE3F-7DA5585EA003}" srcOrd="0" destOrd="0" presId="urn:microsoft.com/office/officeart/2005/8/layout/vList5"/>
    <dgm:cxn modelId="{5CE8CC7E-E55B-40C5-B6ED-75BA5BBA5B3A}" type="presOf" srcId="{ADA34B14-CF0A-4053-AC5F-205BDCD0FB86}" destId="{4F3DD894-3A58-4599-A6D6-7C9B764F0383}" srcOrd="0" destOrd="1" presId="urn:microsoft.com/office/officeart/2005/8/layout/vList5"/>
    <dgm:cxn modelId="{2FAEA690-968D-4630-A890-180DE92DA1CE}" srcId="{4CED7651-89F8-4725-BFBC-18B46D33B0B4}" destId="{A6A8030C-949C-47BD-80AA-89E1141E2AF5}" srcOrd="1" destOrd="0" parTransId="{09D7F05A-E239-4471-8DCA-EC387155C6CE}" sibTransId="{1BF063B6-1ADF-4C2D-959A-58C2813D2C8D}"/>
    <dgm:cxn modelId="{A697A161-8150-4AA8-9EFB-513E9F352052}" srcId="{30880D11-A0C9-4F9B-AB1E-DD93D39DFC48}" destId="{62B382D0-DA01-40F3-ABC4-A22A838338FA}" srcOrd="1" destOrd="0" parTransId="{2C17D16F-6ED4-477E-A2D4-2A17A0EF4A15}" sibTransId="{4186E935-F100-4306-AB9A-82FB344DE2B8}"/>
    <dgm:cxn modelId="{6C9EF590-4FE5-488D-A194-FAED10781821}" type="presOf" srcId="{F83A5ADA-96B7-42B6-A62F-2A17EBDC7C54}" destId="{092F60EE-CAD3-47B0-A786-71ED68B6758D}" srcOrd="0" destOrd="0" presId="urn:microsoft.com/office/officeart/2005/8/layout/vList5"/>
    <dgm:cxn modelId="{516EBC56-FC36-4BB6-A6A7-0D735A2710D2}" srcId="{4CED7651-89F8-4725-BFBC-18B46D33B0B4}" destId="{B5BC06BA-BA58-43D5-8010-288720107DCF}" srcOrd="2" destOrd="0" parTransId="{18E14A49-EEB4-47CB-8711-C91AB2198B06}" sibTransId="{16AF0CD2-5A18-40A2-97A9-34693F1ED798}"/>
    <dgm:cxn modelId="{45B40C23-8452-4640-85E5-A296399E957A}" srcId="{89154671-512E-41A9-BC1F-BECBE3BE7E58}" destId="{07217C16-FD85-4BA4-85E7-6D65583A8F9B}" srcOrd="6" destOrd="0" parTransId="{37795994-807E-44DD-A8D9-1962498F5508}" sibTransId="{B89BD4D4-8498-4069-AD31-4C92AEAF8A96}"/>
    <dgm:cxn modelId="{D07486AD-3A91-4F25-BF78-04420D34571E}" type="presOf" srcId="{62B382D0-DA01-40F3-ABC4-A22A838338FA}" destId="{261702C7-4FD1-417D-A390-8D2EB15610F9}" srcOrd="0" destOrd="0" presId="urn:microsoft.com/office/officeart/2005/8/layout/vList5"/>
    <dgm:cxn modelId="{92DF528D-5F15-4E46-8142-FF6185CB2D95}" type="presOf" srcId="{A6A8030C-949C-47BD-80AA-89E1141E2AF5}" destId="{4F3DD894-3A58-4599-A6D6-7C9B764F0383}" srcOrd="0" destOrd="2" presId="urn:microsoft.com/office/officeart/2005/8/layout/vList5"/>
    <dgm:cxn modelId="{2C319F69-569A-4CA2-B138-2C5453485F58}" type="presOf" srcId="{7C2FE7B1-C820-46F9-A517-9624C001C27D}" destId="{1DEDB214-7BC8-44E1-A705-578A77DA8199}" srcOrd="0" destOrd="0" presId="urn:microsoft.com/office/officeart/2005/8/layout/vList5"/>
    <dgm:cxn modelId="{2BE52D03-478F-4B54-BDC1-890884D27568}" type="presOf" srcId="{8FB393A0-59FE-42F0-9EE9-AB38FC14D04D}" destId="{4F3DD894-3A58-4599-A6D6-7C9B764F0383}" srcOrd="0" destOrd="5" presId="urn:microsoft.com/office/officeart/2005/8/layout/vList5"/>
    <dgm:cxn modelId="{1D929B6E-0D55-429D-ACA0-82DEF3FAA061}" srcId="{89154671-512E-41A9-BC1F-BECBE3BE7E58}" destId="{655A36ED-6FB8-4628-8093-7ED4BC544720}" srcOrd="5" destOrd="0" parTransId="{3AC7FCDC-ECD4-441A-B540-552C9E8FD478}" sibTransId="{029E4CDB-0887-48CF-8E1C-D67DE5622BE4}"/>
    <dgm:cxn modelId="{2EEED77C-B9DA-48C9-A745-A862D2D871E4}" srcId="{89154671-512E-41A9-BC1F-BECBE3BE7E58}" destId="{1D55B413-48F1-4D80-8E67-CE1136081AE9}" srcOrd="9" destOrd="0" parTransId="{9B82FD57-2BF3-4813-A71E-0786024626BE}" sibTransId="{1C64F192-64BA-4D0D-AD01-768BCDCE8282}"/>
    <dgm:cxn modelId="{158D33E2-C9E7-4B2F-AF08-1F4556792B4A}" srcId="{89154671-512E-41A9-BC1F-BECBE3BE7E58}" destId="{A9F06B2A-D29F-4A07-80C8-DC99BD693BCD}" srcOrd="3" destOrd="0" parTransId="{289A5275-4AD5-4FE1-813C-1F2766FB689F}" sibTransId="{0054047C-24FB-4A4F-8EC9-0D28F6629023}"/>
    <dgm:cxn modelId="{21062074-4B10-4415-A7B2-1BE8EE8EC9D2}" srcId="{30880D11-A0C9-4F9B-AB1E-DD93D39DFC48}" destId="{5F00F6AE-2114-4E7D-AB02-8ADEDECDC26D}" srcOrd="0" destOrd="0" parTransId="{F47C3966-EAFC-4552-94AA-8F1FB08C2661}" sibTransId="{81643282-158A-4A5E-BEDC-C886E0DD3C2F}"/>
    <dgm:cxn modelId="{3118D08B-E58E-4F10-BB98-068D3E3EA9DB}" type="presOf" srcId="{3273D8A7-9889-4009-AEBC-02ADEBDD0282}" destId="{771378CC-716E-4060-9E93-687D37EC1AA7}" srcOrd="0" destOrd="2" presId="urn:microsoft.com/office/officeart/2005/8/layout/vList5"/>
    <dgm:cxn modelId="{7F2D5073-E84A-44FF-AF6C-80FD18DCCAF9}" type="presOf" srcId="{1D55B413-48F1-4D80-8E67-CE1136081AE9}" destId="{771378CC-716E-4060-9E93-687D37EC1AA7}" srcOrd="0" destOrd="9" presId="urn:microsoft.com/office/officeart/2005/8/layout/vList5"/>
    <dgm:cxn modelId="{61C4EF97-035C-451E-A4C5-F7380F465B77}" type="presOf" srcId="{A9F06B2A-D29F-4A07-80C8-DC99BD693BCD}" destId="{771378CC-716E-4060-9E93-687D37EC1AA7}" srcOrd="0" destOrd="3" presId="urn:microsoft.com/office/officeart/2005/8/layout/vList5"/>
    <dgm:cxn modelId="{0C8A912B-BEC6-47DA-86F4-1CFCB42E6A9B}" srcId="{89154671-512E-41A9-BC1F-BECBE3BE7E58}" destId="{ACE381D3-495F-4A32-A470-1411A909343A}" srcOrd="8" destOrd="0" parTransId="{EA94170A-A0C4-4CA7-81BD-AFDBBF5E23B1}" sibTransId="{A0934250-9487-48AD-BAF5-158A49077A52}"/>
    <dgm:cxn modelId="{B9E5F6F5-3E3C-4A50-B0DF-24E4B7111AFC}" srcId="{4CED7651-89F8-4725-BFBC-18B46D33B0B4}" destId="{ADA34B14-CF0A-4053-AC5F-205BDCD0FB86}" srcOrd="0" destOrd="0" parTransId="{52A4927D-5480-4B4B-BC18-5E2D517C2745}" sibTransId="{8CF2A179-9545-49A7-AE28-63E7537F87B2}"/>
    <dgm:cxn modelId="{BCB56E38-B939-4C00-A2F1-33C198BB61F8}" srcId="{5F00F6AE-2114-4E7D-AB02-8ADEDECDC26D}" destId="{7C2FE7B1-C820-46F9-A517-9624C001C27D}" srcOrd="0" destOrd="0" parTransId="{4984EE7A-792C-41F5-93B8-1142EC96D9F4}" sibTransId="{8538607F-3DEF-430A-95CC-4CEAA8D41D4E}"/>
    <dgm:cxn modelId="{EA220369-9309-492D-B469-5D5A1524D5BC}" type="presOf" srcId="{51AD165D-8BD6-4DFB-AB26-59B69C2E45BC}" destId="{E41A6894-2C24-43BA-8729-CB618255D104}" srcOrd="0" destOrd="0" presId="urn:microsoft.com/office/officeart/2005/8/layout/vList5"/>
    <dgm:cxn modelId="{6BCAE367-A39E-4221-94A0-15A217679F22}" type="presParOf" srcId="{4016ED99-C300-41B1-BE3F-7DA5585EA003}" destId="{D839C5C7-BA8B-4075-BB90-2F8FC88ED564}" srcOrd="0" destOrd="0" presId="urn:microsoft.com/office/officeart/2005/8/layout/vList5"/>
    <dgm:cxn modelId="{F44ABBCA-8DE5-4032-ACF4-90860FF6F615}" type="presParOf" srcId="{D839C5C7-BA8B-4075-BB90-2F8FC88ED564}" destId="{2735FE0F-9BAF-4CAB-A58C-A27FEB0B2B11}" srcOrd="0" destOrd="0" presId="urn:microsoft.com/office/officeart/2005/8/layout/vList5"/>
    <dgm:cxn modelId="{7D0DD227-82E9-44C5-A82D-363B282A1CDD}" type="presParOf" srcId="{D839C5C7-BA8B-4075-BB90-2F8FC88ED564}" destId="{1DEDB214-7BC8-44E1-A705-578A77DA8199}" srcOrd="1" destOrd="0" presId="urn:microsoft.com/office/officeart/2005/8/layout/vList5"/>
    <dgm:cxn modelId="{25E9607F-EAC3-4853-BABF-178F0AB797E4}" type="presParOf" srcId="{4016ED99-C300-41B1-BE3F-7DA5585EA003}" destId="{F3ACED58-0392-4769-8208-E5201F3AA77B}" srcOrd="1" destOrd="0" presId="urn:microsoft.com/office/officeart/2005/8/layout/vList5"/>
    <dgm:cxn modelId="{28D1F48B-4411-4B84-ADB8-0121623350B4}" type="presParOf" srcId="{4016ED99-C300-41B1-BE3F-7DA5585EA003}" destId="{C6DBB59A-6DED-40B6-85CE-D5239CCDDD97}" srcOrd="2" destOrd="0" presId="urn:microsoft.com/office/officeart/2005/8/layout/vList5"/>
    <dgm:cxn modelId="{8EADEB80-D487-4BC9-9A60-1F37248900F4}" type="presParOf" srcId="{C6DBB59A-6DED-40B6-85CE-D5239CCDDD97}" destId="{261702C7-4FD1-417D-A390-8D2EB15610F9}" srcOrd="0" destOrd="0" presId="urn:microsoft.com/office/officeart/2005/8/layout/vList5"/>
    <dgm:cxn modelId="{FC757C5E-6730-45DB-81E1-B58DE3E2B84D}" type="presParOf" srcId="{C6DBB59A-6DED-40B6-85CE-D5239CCDDD97}" destId="{E41A6894-2C24-43BA-8729-CB618255D104}" srcOrd="1" destOrd="0" presId="urn:microsoft.com/office/officeart/2005/8/layout/vList5"/>
    <dgm:cxn modelId="{C539D700-7551-42B0-B4FA-1C071D115057}" type="presParOf" srcId="{4016ED99-C300-41B1-BE3F-7DA5585EA003}" destId="{2EAC4481-220E-4FF1-A256-9A5DBE1E4BBA}" srcOrd="3" destOrd="0" presId="urn:microsoft.com/office/officeart/2005/8/layout/vList5"/>
    <dgm:cxn modelId="{32478271-D029-4561-8171-3307A8123A14}" type="presParOf" srcId="{4016ED99-C300-41B1-BE3F-7DA5585EA003}" destId="{D9F0E7AE-4905-42BE-A392-BB8ACC98EB99}" srcOrd="4" destOrd="0" presId="urn:microsoft.com/office/officeart/2005/8/layout/vList5"/>
    <dgm:cxn modelId="{592191D7-C4F4-4824-A8ED-753E8EF66084}" type="presParOf" srcId="{D9F0E7AE-4905-42BE-A392-BB8ACC98EB99}" destId="{C19DE7D8-C9F6-4758-99C5-AB21E5272D41}" srcOrd="0" destOrd="0" presId="urn:microsoft.com/office/officeart/2005/8/layout/vList5"/>
    <dgm:cxn modelId="{B929EA4E-3EA0-47FE-9948-9CFA0F601892}" type="presParOf" srcId="{D9F0E7AE-4905-42BE-A392-BB8ACC98EB99}" destId="{771378CC-716E-4060-9E93-687D37EC1AA7}" srcOrd="1" destOrd="0" presId="urn:microsoft.com/office/officeart/2005/8/layout/vList5"/>
    <dgm:cxn modelId="{5E4F086C-0BA3-4278-82CA-85DC99853CF7}" type="presParOf" srcId="{4016ED99-C300-41B1-BE3F-7DA5585EA003}" destId="{7EAADA16-7546-4E12-92E2-3204F41812F0}" srcOrd="5" destOrd="0" presId="urn:microsoft.com/office/officeart/2005/8/layout/vList5"/>
    <dgm:cxn modelId="{B1C32620-54B9-4039-A1D2-CA5C7DB09285}" type="presParOf" srcId="{4016ED99-C300-41B1-BE3F-7DA5585EA003}" destId="{53DB5ABC-EE82-469E-B503-4953FB389BE9}" srcOrd="6" destOrd="0" presId="urn:microsoft.com/office/officeart/2005/8/layout/vList5"/>
    <dgm:cxn modelId="{1DA26707-7AC3-47E4-BC82-48FFF0343BFB}" type="presParOf" srcId="{53DB5ABC-EE82-469E-B503-4953FB389BE9}" destId="{092F60EE-CAD3-47B0-A786-71ED68B6758D}" srcOrd="0" destOrd="0" presId="urn:microsoft.com/office/officeart/2005/8/layout/vList5"/>
    <dgm:cxn modelId="{83424285-317B-4ED2-BB76-C09A0EA6D654}" type="presParOf" srcId="{53DB5ABC-EE82-469E-B503-4953FB389BE9}" destId="{4F3DD894-3A58-4599-A6D6-7C9B764F038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880D11-A0C9-4F9B-AB1E-DD93D39DFC4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F00F6AE-2114-4E7D-AB02-8ADEDECDC26D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400" b="1" i="1" dirty="0" smtClean="0"/>
            <a:t>Sem5</a:t>
          </a:r>
        </a:p>
        <a:p>
          <a:r>
            <a:rPr lang="pt-BR" sz="1400" i="1" dirty="0" smtClean="0"/>
            <a:t>02/10</a:t>
          </a:r>
          <a:endParaRPr lang="pt-BR" sz="1400" i="1" dirty="0"/>
        </a:p>
      </dgm:t>
    </dgm:pt>
    <dgm:pt modelId="{F47C3966-EAFC-4552-94AA-8F1FB08C2661}" type="parTrans" cxnId="{21062074-4B10-4415-A7B2-1BE8EE8EC9D2}">
      <dgm:prSet/>
      <dgm:spPr/>
      <dgm:t>
        <a:bodyPr/>
        <a:lstStyle/>
        <a:p>
          <a:endParaRPr lang="pt-BR"/>
        </a:p>
      </dgm:t>
    </dgm:pt>
    <dgm:pt modelId="{81643282-158A-4A5E-BEDC-C886E0DD3C2F}" type="sibTrans" cxnId="{21062074-4B10-4415-A7B2-1BE8EE8EC9D2}">
      <dgm:prSet/>
      <dgm:spPr/>
      <dgm:t>
        <a:bodyPr/>
        <a:lstStyle/>
        <a:p>
          <a:endParaRPr lang="pt-BR"/>
        </a:p>
      </dgm:t>
    </dgm:pt>
    <dgm:pt modelId="{7C2FE7B1-C820-46F9-A517-9624C001C27D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600" dirty="0" smtClean="0"/>
            <a:t>Investigação de causa raiz para solução de contorno e/ou definitiva:</a:t>
          </a:r>
          <a:endParaRPr lang="pt-BR" sz="1600" dirty="0"/>
        </a:p>
      </dgm:t>
    </dgm:pt>
    <dgm:pt modelId="{4984EE7A-792C-41F5-93B8-1142EC96D9F4}" type="parTrans" cxnId="{BCB56E38-B939-4C00-A2F1-33C198BB61F8}">
      <dgm:prSet/>
      <dgm:spPr/>
      <dgm:t>
        <a:bodyPr/>
        <a:lstStyle/>
        <a:p>
          <a:endParaRPr lang="pt-BR"/>
        </a:p>
      </dgm:t>
    </dgm:pt>
    <dgm:pt modelId="{8538607F-3DEF-430A-95CC-4CEAA8D41D4E}" type="sibTrans" cxnId="{BCB56E38-B939-4C00-A2F1-33C198BB61F8}">
      <dgm:prSet/>
      <dgm:spPr/>
      <dgm:t>
        <a:bodyPr/>
        <a:lstStyle/>
        <a:p>
          <a:endParaRPr lang="pt-BR"/>
        </a:p>
      </dgm:t>
    </dgm:pt>
    <dgm:pt modelId="{62B382D0-DA01-40F3-ABC4-A22A838338FA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400" b="1" i="1" dirty="0" smtClean="0"/>
            <a:t>Sem6</a:t>
          </a:r>
        </a:p>
        <a:p>
          <a:r>
            <a:rPr lang="pt-BR" sz="1400" i="1" dirty="0" smtClean="0"/>
            <a:t>09/10</a:t>
          </a:r>
          <a:endParaRPr lang="pt-BR" sz="1400" i="1" dirty="0"/>
        </a:p>
      </dgm:t>
    </dgm:pt>
    <dgm:pt modelId="{2C17D16F-6ED4-477E-A2D4-2A17A0EF4A15}" type="parTrans" cxnId="{A697A161-8150-4AA8-9EFB-513E9F352052}">
      <dgm:prSet/>
      <dgm:spPr/>
      <dgm:t>
        <a:bodyPr/>
        <a:lstStyle/>
        <a:p>
          <a:endParaRPr lang="pt-BR"/>
        </a:p>
      </dgm:t>
    </dgm:pt>
    <dgm:pt modelId="{4186E935-F100-4306-AB9A-82FB344DE2B8}" type="sibTrans" cxnId="{A697A161-8150-4AA8-9EFB-513E9F352052}">
      <dgm:prSet/>
      <dgm:spPr/>
      <dgm:t>
        <a:bodyPr/>
        <a:lstStyle/>
        <a:p>
          <a:endParaRPr lang="pt-BR"/>
        </a:p>
      </dgm:t>
    </dgm:pt>
    <dgm:pt modelId="{F86FB53A-1BCA-4F1D-99A1-FD3113950970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400" b="1" dirty="0" smtClean="0"/>
            <a:t>Aspect/Discador:</a:t>
          </a:r>
          <a:r>
            <a:rPr lang="pt-BR" sz="1400" dirty="0" smtClean="0"/>
            <a:t> Ligação Muda/ Caixa Postal/ Queda – </a:t>
          </a:r>
          <a:r>
            <a:rPr lang="pt-BR" sz="1300" dirty="0" smtClean="0">
              <a:solidFill>
                <a:srgbClr val="C00000"/>
              </a:solidFill>
            </a:rPr>
            <a:t>Clientes: </a:t>
          </a:r>
          <a:r>
            <a:rPr lang="pt-BR" sz="1300" dirty="0" smtClean="0">
              <a:solidFill>
                <a:schemeClr val="tx1"/>
              </a:solidFill>
            </a:rPr>
            <a:t>Nextel/Credsystem/Cielo/SKY</a:t>
          </a:r>
          <a:endParaRPr lang="pt-BR" sz="1300" dirty="0">
            <a:solidFill>
              <a:schemeClr val="tx1"/>
            </a:solidFill>
          </a:endParaRPr>
        </a:p>
      </dgm:t>
    </dgm:pt>
    <dgm:pt modelId="{603D1402-DA44-4D58-BAD7-189A695E9F72}" type="parTrans" cxnId="{9F41753B-C1DD-4BBF-A239-7A45E2B64B27}">
      <dgm:prSet/>
      <dgm:spPr/>
      <dgm:t>
        <a:bodyPr/>
        <a:lstStyle/>
        <a:p>
          <a:endParaRPr lang="pt-BR"/>
        </a:p>
      </dgm:t>
    </dgm:pt>
    <dgm:pt modelId="{B7084538-5128-488E-9944-AE1EFB655AA3}" type="sibTrans" cxnId="{9F41753B-C1DD-4BBF-A239-7A45E2B64B27}">
      <dgm:prSet/>
      <dgm:spPr/>
      <dgm:t>
        <a:bodyPr/>
        <a:lstStyle/>
        <a:p>
          <a:endParaRPr lang="pt-BR"/>
        </a:p>
      </dgm:t>
    </dgm:pt>
    <dgm:pt modelId="{E90B9FF4-7686-4923-9773-E1B1EC2C8A0D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400" b="1" dirty="0" smtClean="0"/>
            <a:t>Nice/Gravações: </a:t>
          </a:r>
          <a:r>
            <a:rPr lang="pt-BR" sz="1400" dirty="0" smtClean="0"/>
            <a:t>Perda de Gravação/ Não Grava – </a:t>
          </a:r>
          <a:r>
            <a:rPr lang="pt-BR" sz="1300" dirty="0" smtClean="0">
              <a:solidFill>
                <a:srgbClr val="C00000"/>
              </a:solidFill>
            </a:rPr>
            <a:t>Clientes: </a:t>
          </a:r>
          <a:r>
            <a:rPr lang="pt-BR" sz="1300" dirty="0" smtClean="0">
              <a:solidFill>
                <a:schemeClr val="tx1"/>
              </a:solidFill>
            </a:rPr>
            <a:t>OI/Santander/Itaú/Bradesco</a:t>
          </a:r>
          <a:endParaRPr lang="pt-BR" sz="1300" dirty="0">
            <a:solidFill>
              <a:schemeClr val="tx1"/>
            </a:solidFill>
          </a:endParaRPr>
        </a:p>
      </dgm:t>
    </dgm:pt>
    <dgm:pt modelId="{E749EB9B-1377-423A-87C9-DF127C61C1C1}" type="sibTrans" cxnId="{8D1AE43A-65C3-4626-9B8C-A4C4B0EF3A3D}">
      <dgm:prSet/>
      <dgm:spPr/>
      <dgm:t>
        <a:bodyPr/>
        <a:lstStyle/>
        <a:p>
          <a:endParaRPr lang="pt-BR"/>
        </a:p>
      </dgm:t>
    </dgm:pt>
    <dgm:pt modelId="{F63A28C2-7427-4490-878F-B49EB1407EB3}" type="parTrans" cxnId="{8D1AE43A-65C3-4626-9B8C-A4C4B0EF3A3D}">
      <dgm:prSet/>
      <dgm:spPr/>
      <dgm:t>
        <a:bodyPr/>
        <a:lstStyle/>
        <a:p>
          <a:endParaRPr lang="pt-BR"/>
        </a:p>
      </dgm:t>
    </dgm:pt>
    <dgm:pt modelId="{420D3FA0-4899-4F95-A565-ABE9F1EE6C7A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400" b="1" dirty="0" smtClean="0"/>
            <a:t>Aspect/Discador:</a:t>
          </a:r>
          <a:r>
            <a:rPr lang="pt-BR" sz="1400" dirty="0" smtClean="0"/>
            <a:t> Baixa Qualidade de Voz – </a:t>
          </a:r>
          <a:r>
            <a:rPr lang="pt-BR" sz="1300" dirty="0" smtClean="0">
              <a:solidFill>
                <a:srgbClr val="C00000"/>
              </a:solidFill>
            </a:rPr>
            <a:t>Clientes: </a:t>
          </a:r>
          <a:r>
            <a:rPr lang="pt-BR" sz="1300" dirty="0" smtClean="0">
              <a:solidFill>
                <a:schemeClr val="tx1"/>
              </a:solidFill>
            </a:rPr>
            <a:t>Cielo/Nextel</a:t>
          </a:r>
          <a:endParaRPr lang="pt-BR" sz="1300" dirty="0">
            <a:solidFill>
              <a:schemeClr val="tx1"/>
            </a:solidFill>
          </a:endParaRPr>
        </a:p>
      </dgm:t>
    </dgm:pt>
    <dgm:pt modelId="{07A322B5-47B0-4936-9D1D-931977F805DF}" type="sibTrans" cxnId="{AD757F4D-100F-4EB7-B632-64CA183BACFC}">
      <dgm:prSet/>
      <dgm:spPr/>
      <dgm:t>
        <a:bodyPr/>
        <a:lstStyle/>
        <a:p>
          <a:endParaRPr lang="pt-BR"/>
        </a:p>
      </dgm:t>
    </dgm:pt>
    <dgm:pt modelId="{72257740-872B-4939-B504-EA426A2A255A}" type="parTrans" cxnId="{AD757F4D-100F-4EB7-B632-64CA183BACFC}">
      <dgm:prSet/>
      <dgm:spPr/>
      <dgm:t>
        <a:bodyPr/>
        <a:lstStyle/>
        <a:p>
          <a:endParaRPr lang="pt-BR"/>
        </a:p>
      </dgm:t>
    </dgm:pt>
    <dgm:pt modelId="{3700B233-B31E-406C-8F3F-889E350E30D2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400" b="1" dirty="0" smtClean="0"/>
            <a:t>Aspect/Discador</a:t>
          </a:r>
          <a:r>
            <a:rPr lang="pt-BR" sz="1400" dirty="0" smtClean="0"/>
            <a:t>: Front </a:t>
          </a:r>
          <a:r>
            <a:rPr lang="pt-BR" sz="1400" dirty="0" err="1" smtClean="0"/>
            <a:t>End</a:t>
          </a:r>
          <a:r>
            <a:rPr lang="pt-BR" sz="1400" dirty="0" smtClean="0"/>
            <a:t> com falha de pop-up – </a:t>
          </a:r>
          <a:r>
            <a:rPr lang="pt-BR" sz="1300" dirty="0" smtClean="0">
              <a:solidFill>
                <a:srgbClr val="C00000"/>
              </a:solidFill>
            </a:rPr>
            <a:t>Clientes: </a:t>
          </a:r>
          <a:r>
            <a:rPr lang="pt-BR" sz="1300" dirty="0" smtClean="0">
              <a:solidFill>
                <a:schemeClr val="tx1"/>
              </a:solidFill>
            </a:rPr>
            <a:t>Cielo/Nextel</a:t>
          </a:r>
          <a:endParaRPr lang="pt-BR" sz="1300" dirty="0">
            <a:solidFill>
              <a:schemeClr val="tx1"/>
            </a:solidFill>
          </a:endParaRPr>
        </a:p>
      </dgm:t>
    </dgm:pt>
    <dgm:pt modelId="{198FC153-F2C0-431D-8A77-6C8899B581A3}" type="sibTrans" cxnId="{E0EB889B-3FAE-4452-B3DC-C41B8C17B981}">
      <dgm:prSet/>
      <dgm:spPr/>
      <dgm:t>
        <a:bodyPr/>
        <a:lstStyle/>
        <a:p>
          <a:endParaRPr lang="pt-BR"/>
        </a:p>
      </dgm:t>
    </dgm:pt>
    <dgm:pt modelId="{59D7AD19-7A15-411A-9D90-1098830033F5}" type="parTrans" cxnId="{E0EB889B-3FAE-4452-B3DC-C41B8C17B981}">
      <dgm:prSet/>
      <dgm:spPr/>
      <dgm:t>
        <a:bodyPr/>
        <a:lstStyle/>
        <a:p>
          <a:endParaRPr lang="pt-BR"/>
        </a:p>
      </dgm:t>
    </dgm:pt>
    <dgm:pt modelId="{A61227B2-DAA2-4385-8011-515B3B0911E6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pt-BR" sz="1600" dirty="0" smtClean="0"/>
            <a:t>Operacionalização do processo de Gestão de Problemas.</a:t>
          </a:r>
          <a:endParaRPr lang="pt-BR" sz="1600" dirty="0"/>
        </a:p>
      </dgm:t>
    </dgm:pt>
    <dgm:pt modelId="{D8C6F7DE-B5B5-4E42-9EC6-7BA7D382D9D2}" type="parTrans" cxnId="{8025B79F-2312-42D5-9FD5-423392330C1B}">
      <dgm:prSet/>
      <dgm:spPr/>
      <dgm:t>
        <a:bodyPr/>
        <a:lstStyle/>
        <a:p>
          <a:endParaRPr lang="pt-BR"/>
        </a:p>
      </dgm:t>
    </dgm:pt>
    <dgm:pt modelId="{FE65D444-4999-4FA9-A804-AF71A6124B66}" type="sibTrans" cxnId="{8025B79F-2312-42D5-9FD5-423392330C1B}">
      <dgm:prSet/>
      <dgm:spPr/>
      <dgm:t>
        <a:bodyPr/>
        <a:lstStyle/>
        <a:p>
          <a:endParaRPr lang="pt-BR"/>
        </a:p>
      </dgm:t>
    </dgm:pt>
    <dgm:pt modelId="{51AD165D-8BD6-4DFB-AB26-59B69C2E45BC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600" dirty="0" smtClean="0"/>
            <a:t>Investigação de causa raiz para solução de contorno e/ou definitiva:</a:t>
          </a:r>
          <a:endParaRPr lang="pt-BR" sz="1600" dirty="0"/>
        </a:p>
      </dgm:t>
    </dgm:pt>
    <dgm:pt modelId="{DB96C8F3-BE96-44B4-8BA5-C8F6DA7B1D39}" type="sibTrans" cxnId="{0A24CD5C-A0EA-43C5-A801-71A351833C72}">
      <dgm:prSet/>
      <dgm:spPr/>
      <dgm:t>
        <a:bodyPr/>
        <a:lstStyle/>
        <a:p>
          <a:endParaRPr lang="pt-BR"/>
        </a:p>
      </dgm:t>
    </dgm:pt>
    <dgm:pt modelId="{FC516DF7-27DC-4152-9113-11CB90E015C1}" type="parTrans" cxnId="{0A24CD5C-A0EA-43C5-A801-71A351833C72}">
      <dgm:prSet/>
      <dgm:spPr/>
      <dgm:t>
        <a:bodyPr/>
        <a:lstStyle/>
        <a:p>
          <a:endParaRPr lang="pt-BR"/>
        </a:p>
      </dgm:t>
    </dgm:pt>
    <dgm:pt modelId="{DDB675BB-B663-45C5-A547-6A0EF449A13A}">
      <dgm:prSet custT="1"/>
      <dgm:spPr/>
      <dgm:t>
        <a:bodyPr/>
        <a:lstStyle/>
        <a:p>
          <a:r>
            <a:rPr lang="pt-BR" sz="1400" b="1" dirty="0" smtClean="0"/>
            <a:t>Ura/Santander:</a:t>
          </a:r>
          <a:r>
            <a:rPr lang="pt-BR" sz="1400" dirty="0" smtClean="0"/>
            <a:t> Não Atende/ Não Valida CPF – </a:t>
          </a:r>
          <a:r>
            <a:rPr lang="pt-BR" sz="1400" dirty="0" smtClean="0">
              <a:solidFill>
                <a:srgbClr val="C00000"/>
              </a:solidFill>
            </a:rPr>
            <a:t>Clientes: </a:t>
          </a:r>
          <a:r>
            <a:rPr lang="pt-BR" sz="1400" dirty="0" smtClean="0">
              <a:solidFill>
                <a:schemeClr val="tx1"/>
              </a:solidFill>
            </a:rPr>
            <a:t>Santander</a:t>
          </a:r>
          <a:endParaRPr lang="pt-BR" sz="1400" dirty="0">
            <a:solidFill>
              <a:schemeClr val="tx1"/>
            </a:solidFill>
          </a:endParaRPr>
        </a:p>
      </dgm:t>
    </dgm:pt>
    <dgm:pt modelId="{640717AB-6216-48FF-912E-BCBCBE28D453}" type="sibTrans" cxnId="{BB8C1285-3F77-4189-B344-CB67206F433C}">
      <dgm:prSet/>
      <dgm:spPr/>
      <dgm:t>
        <a:bodyPr/>
        <a:lstStyle/>
        <a:p>
          <a:endParaRPr lang="pt-BR"/>
        </a:p>
      </dgm:t>
    </dgm:pt>
    <dgm:pt modelId="{021CBC13-02E7-4A09-8842-29D5514BFEA0}" type="parTrans" cxnId="{BB8C1285-3F77-4189-B344-CB67206F433C}">
      <dgm:prSet/>
      <dgm:spPr/>
      <dgm:t>
        <a:bodyPr/>
        <a:lstStyle/>
        <a:p>
          <a:endParaRPr lang="pt-BR"/>
        </a:p>
      </dgm:t>
    </dgm:pt>
    <dgm:pt modelId="{3B360A40-1257-4AB2-BCB3-C06DB2A65576}">
      <dgm:prSet custT="1"/>
      <dgm:spPr/>
      <dgm:t>
        <a:bodyPr/>
        <a:lstStyle/>
        <a:p>
          <a:r>
            <a:rPr lang="pt-BR" sz="1400" b="1" smtClean="0"/>
            <a:t>Proxy: </a:t>
          </a:r>
          <a:r>
            <a:rPr lang="pt-BR" sz="1400" b="0" smtClean="0"/>
            <a:t>Lentidão/ Indisponibilidade no acesso a internet – </a:t>
          </a:r>
          <a:r>
            <a:rPr lang="pt-BR" sz="1400" b="0" smtClean="0">
              <a:solidFill>
                <a:srgbClr val="C00000"/>
              </a:solidFill>
            </a:rPr>
            <a:t>Cliente: </a:t>
          </a:r>
          <a:r>
            <a:rPr lang="pt-BR" sz="1400" b="0" smtClean="0">
              <a:solidFill>
                <a:schemeClr val="tx1"/>
              </a:solidFill>
            </a:rPr>
            <a:t>Vivo </a:t>
          </a:r>
          <a:r>
            <a:rPr lang="pt-BR" sz="1400" b="1" i="1" smtClean="0">
              <a:solidFill>
                <a:schemeClr val="tx1"/>
              </a:solidFill>
            </a:rPr>
            <a:t>(Crise)</a:t>
          </a:r>
          <a:endParaRPr lang="pt-BR" sz="1400" b="1" i="1" dirty="0">
            <a:solidFill>
              <a:schemeClr val="tx1"/>
            </a:solidFill>
          </a:endParaRPr>
        </a:p>
      </dgm:t>
    </dgm:pt>
    <dgm:pt modelId="{8CBE7972-E65D-49A3-A01F-220229637B8B}" type="sibTrans" cxnId="{6B2FDD99-BB13-4DDA-BE04-277FB4586FF0}">
      <dgm:prSet/>
      <dgm:spPr/>
      <dgm:t>
        <a:bodyPr/>
        <a:lstStyle/>
        <a:p>
          <a:endParaRPr lang="pt-BR"/>
        </a:p>
      </dgm:t>
    </dgm:pt>
    <dgm:pt modelId="{C2CD7B37-803F-4E01-9D02-E516D40D7669}" type="parTrans" cxnId="{6B2FDD99-BB13-4DDA-BE04-277FB4586FF0}">
      <dgm:prSet/>
      <dgm:spPr/>
      <dgm:t>
        <a:bodyPr/>
        <a:lstStyle/>
        <a:p>
          <a:endParaRPr lang="pt-BR"/>
        </a:p>
      </dgm:t>
    </dgm:pt>
    <dgm:pt modelId="{8C8A25F9-8F2E-4DD5-BC82-16332E963543}">
      <dgm:prSet custT="1"/>
      <dgm:spPr/>
      <dgm:t>
        <a:bodyPr/>
        <a:lstStyle/>
        <a:p>
          <a:r>
            <a:rPr lang="pt-BR" sz="1400" dirty="0" smtClean="0">
              <a:solidFill>
                <a:schemeClr val="tx1"/>
              </a:solidFill>
            </a:rPr>
            <a:t>Formalização da dinâmica diária e semanal entre Gestão de Incidentes e Problemas.</a:t>
          </a:r>
          <a:endParaRPr lang="pt-BR" sz="1400" dirty="0">
            <a:solidFill>
              <a:schemeClr val="tx1"/>
            </a:solidFill>
          </a:endParaRPr>
        </a:p>
      </dgm:t>
    </dgm:pt>
    <dgm:pt modelId="{0E0C1E54-CEE6-4F4B-AEC6-EDA44412C348}" type="sibTrans" cxnId="{EBA59D82-0883-4EC6-AA5F-E13478C4FB07}">
      <dgm:prSet/>
      <dgm:spPr/>
      <dgm:t>
        <a:bodyPr/>
        <a:lstStyle/>
        <a:p>
          <a:endParaRPr lang="pt-BR"/>
        </a:p>
      </dgm:t>
    </dgm:pt>
    <dgm:pt modelId="{5061DF3D-4173-4C7B-91D0-A22FE7C4FBF8}" type="parTrans" cxnId="{EBA59D82-0883-4EC6-AA5F-E13478C4FB07}">
      <dgm:prSet/>
      <dgm:spPr/>
      <dgm:t>
        <a:bodyPr/>
        <a:lstStyle/>
        <a:p>
          <a:endParaRPr lang="pt-BR"/>
        </a:p>
      </dgm:t>
    </dgm:pt>
    <dgm:pt modelId="{21F51D33-F56E-449B-A43B-958AD56A059B}">
      <dgm:prSet phldrT="[Texto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pt-BR" sz="1400" b="1" i="1" dirty="0" smtClean="0">
              <a:solidFill>
                <a:srgbClr val="FF0000"/>
              </a:solidFill>
            </a:rPr>
            <a:t>Sem7</a:t>
          </a:r>
        </a:p>
        <a:p>
          <a:r>
            <a:rPr lang="pt-BR" sz="1400" b="1" i="1" dirty="0" smtClean="0">
              <a:solidFill>
                <a:srgbClr val="FF0000"/>
              </a:solidFill>
            </a:rPr>
            <a:t>16/10</a:t>
          </a:r>
          <a:endParaRPr lang="pt-BR" sz="1400" b="1" i="1" dirty="0">
            <a:solidFill>
              <a:srgbClr val="FF0000"/>
            </a:solidFill>
          </a:endParaRPr>
        </a:p>
      </dgm:t>
    </dgm:pt>
    <dgm:pt modelId="{52B2E9D4-788A-4CFF-99A4-2D82524280AF}" type="sibTrans" cxnId="{6AAEF4E1-4B81-4F94-9D44-1320B8F592A5}">
      <dgm:prSet/>
      <dgm:spPr/>
      <dgm:t>
        <a:bodyPr/>
        <a:lstStyle/>
        <a:p>
          <a:endParaRPr lang="pt-BR"/>
        </a:p>
      </dgm:t>
    </dgm:pt>
    <dgm:pt modelId="{12B97B44-1E65-4EE4-B050-E85B48E97983}" type="parTrans" cxnId="{6AAEF4E1-4B81-4F94-9D44-1320B8F592A5}">
      <dgm:prSet/>
      <dgm:spPr/>
      <dgm:t>
        <a:bodyPr/>
        <a:lstStyle/>
        <a:p>
          <a:endParaRPr lang="pt-BR"/>
        </a:p>
      </dgm:t>
    </dgm:pt>
    <dgm:pt modelId="{99FFBFE6-8655-4448-A493-05C2B4EA78D2}">
      <dgm:prSet phldrT="[Texto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pt-BR" sz="1400" dirty="0" smtClean="0">
              <a:solidFill>
                <a:srgbClr val="FF0000"/>
              </a:solidFill>
            </a:rPr>
            <a:t>Documentar o processo de analise de causa-raiz</a:t>
          </a:r>
          <a:endParaRPr lang="pt-BR" sz="1400" dirty="0">
            <a:solidFill>
              <a:srgbClr val="FF0000"/>
            </a:solidFill>
          </a:endParaRPr>
        </a:p>
      </dgm:t>
    </dgm:pt>
    <dgm:pt modelId="{4F70CA55-9F91-4814-A158-DA2278863E42}" type="sibTrans" cxnId="{809DC9C8-3283-4092-932B-BD024BDCE7FE}">
      <dgm:prSet/>
      <dgm:spPr/>
      <dgm:t>
        <a:bodyPr/>
        <a:lstStyle/>
        <a:p>
          <a:endParaRPr lang="pt-BR"/>
        </a:p>
      </dgm:t>
    </dgm:pt>
    <dgm:pt modelId="{9B7BBA27-CF15-4C2F-BEA3-4848556EF45F}" type="parTrans" cxnId="{809DC9C8-3283-4092-932B-BD024BDCE7FE}">
      <dgm:prSet/>
      <dgm:spPr/>
      <dgm:t>
        <a:bodyPr/>
        <a:lstStyle/>
        <a:p>
          <a:endParaRPr lang="pt-BR"/>
        </a:p>
      </dgm:t>
    </dgm:pt>
    <dgm:pt modelId="{1C0CB3C8-F2C9-4D8A-BC44-7E8B1B12B229}">
      <dgm:prSet phldrT="[Texto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pt-BR" sz="1400" dirty="0" smtClean="0">
              <a:solidFill>
                <a:srgbClr val="FF0000"/>
              </a:solidFill>
            </a:rPr>
            <a:t>Iniciar Mapeamento de Serviços para classificação de incidentes.</a:t>
          </a:r>
          <a:endParaRPr lang="pt-BR" sz="1400" dirty="0">
            <a:solidFill>
              <a:srgbClr val="FF0000"/>
            </a:solidFill>
          </a:endParaRPr>
        </a:p>
      </dgm:t>
    </dgm:pt>
    <dgm:pt modelId="{35C975C6-0BA4-4240-9A49-E9CFC41261C9}" type="parTrans" cxnId="{063F2F9F-D428-4AED-A988-77EF224B20B0}">
      <dgm:prSet/>
      <dgm:spPr/>
      <dgm:t>
        <a:bodyPr/>
        <a:lstStyle/>
        <a:p>
          <a:endParaRPr lang="pt-BR"/>
        </a:p>
      </dgm:t>
    </dgm:pt>
    <dgm:pt modelId="{41734071-04D5-4262-B875-465162D1E298}" type="sibTrans" cxnId="{063F2F9F-D428-4AED-A988-77EF224B20B0}">
      <dgm:prSet/>
      <dgm:spPr/>
      <dgm:t>
        <a:bodyPr/>
        <a:lstStyle/>
        <a:p>
          <a:endParaRPr lang="pt-BR"/>
        </a:p>
      </dgm:t>
    </dgm:pt>
    <dgm:pt modelId="{9AA375B3-E504-44BF-A30B-470280E87F9F}">
      <dgm:prSet phldrT="[Texto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pt-BR" sz="1400" dirty="0" smtClean="0">
              <a:solidFill>
                <a:srgbClr val="FF0000"/>
              </a:solidFill>
            </a:rPr>
            <a:t>Implantar Novos critérios para seleção de incidentes de Alto Impacto</a:t>
          </a:r>
          <a:endParaRPr lang="pt-BR" sz="1400" dirty="0">
            <a:solidFill>
              <a:srgbClr val="FF0000"/>
            </a:solidFill>
          </a:endParaRPr>
        </a:p>
      </dgm:t>
    </dgm:pt>
    <dgm:pt modelId="{22BBA38A-79D8-44BA-9FE0-95445AD8E088}" type="parTrans" cxnId="{4AA5424A-F292-4AF3-A3AD-D013FA5EF0E1}">
      <dgm:prSet/>
      <dgm:spPr/>
      <dgm:t>
        <a:bodyPr/>
        <a:lstStyle/>
        <a:p>
          <a:endParaRPr lang="pt-BR"/>
        </a:p>
      </dgm:t>
    </dgm:pt>
    <dgm:pt modelId="{BD7BEC69-D674-4DAC-B790-48AA77A7F4B6}" type="sibTrans" cxnId="{4AA5424A-F292-4AF3-A3AD-D013FA5EF0E1}">
      <dgm:prSet/>
      <dgm:spPr/>
      <dgm:t>
        <a:bodyPr/>
        <a:lstStyle/>
        <a:p>
          <a:endParaRPr lang="pt-BR"/>
        </a:p>
      </dgm:t>
    </dgm:pt>
    <dgm:pt modelId="{4016ED99-C300-41B1-BE3F-7DA5585EA003}" type="pres">
      <dgm:prSet presAssocID="{30880D11-A0C9-4F9B-AB1E-DD93D39DFC4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839C5C7-BA8B-4075-BB90-2F8FC88ED564}" type="pres">
      <dgm:prSet presAssocID="{5F00F6AE-2114-4E7D-AB02-8ADEDECDC26D}" presName="linNode" presStyleCnt="0"/>
      <dgm:spPr/>
    </dgm:pt>
    <dgm:pt modelId="{2735FE0F-9BAF-4CAB-A58C-A27FEB0B2B11}" type="pres">
      <dgm:prSet presAssocID="{5F00F6AE-2114-4E7D-AB02-8ADEDECDC26D}" presName="parentText" presStyleLbl="node1" presStyleIdx="0" presStyleCnt="3" custScaleX="37942" custScaleY="3629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EDB214-7BC8-44E1-A705-578A77DA8199}" type="pres">
      <dgm:prSet presAssocID="{5F00F6AE-2114-4E7D-AB02-8ADEDECDC26D}" presName="descendantText" presStyleLbl="alignAccFollowNode1" presStyleIdx="0" presStyleCnt="3" custScaleX="135040" custScaleY="39514" custLinFactNeighborX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3ACED58-0392-4769-8208-E5201F3AA77B}" type="pres">
      <dgm:prSet presAssocID="{81643282-158A-4A5E-BEDC-C886E0DD3C2F}" presName="sp" presStyleCnt="0"/>
      <dgm:spPr/>
    </dgm:pt>
    <dgm:pt modelId="{C6DBB59A-6DED-40B6-85CE-D5239CCDDD97}" type="pres">
      <dgm:prSet presAssocID="{62B382D0-DA01-40F3-ABC4-A22A838338FA}" presName="linNode" presStyleCnt="0"/>
      <dgm:spPr/>
    </dgm:pt>
    <dgm:pt modelId="{261702C7-4FD1-417D-A390-8D2EB15610F9}" type="pres">
      <dgm:prSet presAssocID="{62B382D0-DA01-40F3-ABC4-A22A838338FA}" presName="parentText" presStyleLbl="node1" presStyleIdx="1" presStyleCnt="3" custScaleX="37942" custScaleY="33538" custLinFactNeighborX="-10" custLinFactNeighborY="-447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41A6894-2C24-43BA-8729-CB618255D104}" type="pres">
      <dgm:prSet presAssocID="{62B382D0-DA01-40F3-ABC4-A22A838338FA}" presName="descendantText" presStyleLbl="alignAccFollowNode1" presStyleIdx="1" presStyleCnt="3" custScaleX="135040" custScaleY="36590" custLinFactNeighborX="18" custLinFactNeighborY="-499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FAED6FD-8C3E-47D0-91CF-61057776D347}" type="pres">
      <dgm:prSet presAssocID="{4186E935-F100-4306-AB9A-82FB344DE2B8}" presName="sp" presStyleCnt="0"/>
      <dgm:spPr/>
    </dgm:pt>
    <dgm:pt modelId="{2E7FC0E4-9A6C-4114-B0EB-2BCD03559179}" type="pres">
      <dgm:prSet presAssocID="{21F51D33-F56E-449B-A43B-958AD56A059B}" presName="linNode" presStyleCnt="0"/>
      <dgm:spPr/>
    </dgm:pt>
    <dgm:pt modelId="{67AA07F7-869E-4033-B5F5-0B11FCCB302F}" type="pres">
      <dgm:prSet presAssocID="{21F51D33-F56E-449B-A43B-958AD56A059B}" presName="parentText" presStyleLbl="node1" presStyleIdx="2" presStyleCnt="3" custScaleX="37942" custScaleY="33538" custLinFactNeighborX="-10" custLinFactNeighborY="-7999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ADF3373-BAEB-4E45-B412-B73BCEC912BE}" type="pres">
      <dgm:prSet presAssocID="{21F51D33-F56E-449B-A43B-958AD56A059B}" presName="descendantText" presStyleLbl="alignAccFollowNode1" presStyleIdx="2" presStyleCnt="3" custScaleX="135040" custScaleY="36590" custLinFactNeighborX="18" custLinFactNeighborY="-1058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1B61F52-5828-4716-B59C-8CD3B7E17890}" type="presOf" srcId="{9AA375B3-E504-44BF-A30B-470280E87F9F}" destId="{FADF3373-BAEB-4E45-B412-B73BCEC912BE}" srcOrd="0" destOrd="2" presId="urn:microsoft.com/office/officeart/2005/8/layout/vList5"/>
    <dgm:cxn modelId="{0A24CD5C-A0EA-43C5-A801-71A351833C72}" srcId="{62B382D0-DA01-40F3-ABC4-A22A838338FA}" destId="{51AD165D-8BD6-4DFB-AB26-59B69C2E45BC}" srcOrd="0" destOrd="0" parTransId="{FC516DF7-27DC-4152-9113-11CB90E015C1}" sibTransId="{DB96C8F3-BE96-44B4-8BA5-C8F6DA7B1D39}"/>
    <dgm:cxn modelId="{8D1AE43A-65C3-4626-9B8C-A4C4B0EF3A3D}" srcId="{7C2FE7B1-C820-46F9-A517-9624C001C27D}" destId="{E90B9FF4-7686-4923-9773-E1B1EC2C8A0D}" srcOrd="3" destOrd="0" parTransId="{F63A28C2-7427-4490-878F-B49EB1407EB3}" sibTransId="{E749EB9B-1377-423A-87C9-DF127C61C1C1}"/>
    <dgm:cxn modelId="{66488295-C609-4C5E-A3E5-F98608957FF3}" type="presOf" srcId="{E90B9FF4-7686-4923-9773-E1B1EC2C8A0D}" destId="{1DEDB214-7BC8-44E1-A705-578A77DA8199}" srcOrd="0" destOrd="5" presId="urn:microsoft.com/office/officeart/2005/8/layout/vList5"/>
    <dgm:cxn modelId="{8025B79F-2312-42D5-9FD5-423392330C1B}" srcId="{5F00F6AE-2114-4E7D-AB02-8ADEDECDC26D}" destId="{A61227B2-DAA2-4385-8011-515B3B0911E6}" srcOrd="0" destOrd="0" parTransId="{D8C6F7DE-B5B5-4E42-9EC6-7BA7D382D9D2}" sibTransId="{FE65D444-4999-4FA9-A804-AF71A6124B66}"/>
    <dgm:cxn modelId="{21062074-4B10-4415-A7B2-1BE8EE8EC9D2}" srcId="{30880D11-A0C9-4F9B-AB1E-DD93D39DFC48}" destId="{5F00F6AE-2114-4E7D-AB02-8ADEDECDC26D}" srcOrd="0" destOrd="0" parTransId="{F47C3966-EAFC-4552-94AA-8F1FB08C2661}" sibTransId="{81643282-158A-4A5E-BEDC-C886E0DD3C2F}"/>
    <dgm:cxn modelId="{6C5B96A5-CEF9-4E33-982F-6857C709C349}" type="presOf" srcId="{A61227B2-DAA2-4385-8011-515B3B0911E6}" destId="{1DEDB214-7BC8-44E1-A705-578A77DA8199}" srcOrd="0" destOrd="0" presId="urn:microsoft.com/office/officeart/2005/8/layout/vList5"/>
    <dgm:cxn modelId="{D6317333-9516-4371-A0E9-23800A6DD453}" type="presOf" srcId="{1C0CB3C8-F2C9-4D8A-BC44-7E8B1B12B229}" destId="{FADF3373-BAEB-4E45-B412-B73BCEC912BE}" srcOrd="0" destOrd="1" presId="urn:microsoft.com/office/officeart/2005/8/layout/vList5"/>
    <dgm:cxn modelId="{063F2F9F-D428-4AED-A988-77EF224B20B0}" srcId="{21F51D33-F56E-449B-A43B-958AD56A059B}" destId="{1C0CB3C8-F2C9-4D8A-BC44-7E8B1B12B229}" srcOrd="1" destOrd="0" parTransId="{35C975C6-0BA4-4240-9A49-E9CFC41261C9}" sibTransId="{41734071-04D5-4262-B875-465162D1E298}"/>
    <dgm:cxn modelId="{AD757F4D-100F-4EB7-B632-64CA183BACFC}" srcId="{7C2FE7B1-C820-46F9-A517-9624C001C27D}" destId="{420D3FA0-4899-4F95-A565-ABE9F1EE6C7A}" srcOrd="2" destOrd="0" parTransId="{72257740-872B-4939-B504-EA426A2A255A}" sibTransId="{07A322B5-47B0-4936-9D1D-931977F805DF}"/>
    <dgm:cxn modelId="{9F41753B-C1DD-4BBF-A239-7A45E2B64B27}" srcId="{7C2FE7B1-C820-46F9-A517-9624C001C27D}" destId="{F86FB53A-1BCA-4F1D-99A1-FD3113950970}" srcOrd="0" destOrd="0" parTransId="{603D1402-DA44-4D58-BAD7-189A695E9F72}" sibTransId="{B7084538-5128-488E-9944-AE1EFB655AA3}"/>
    <dgm:cxn modelId="{6598E418-276B-4021-8C17-9E9C7E3A3235}" type="presOf" srcId="{420D3FA0-4899-4F95-A565-ABE9F1EE6C7A}" destId="{1DEDB214-7BC8-44E1-A705-578A77DA8199}" srcOrd="0" destOrd="4" presId="urn:microsoft.com/office/officeart/2005/8/layout/vList5"/>
    <dgm:cxn modelId="{6B2FDD99-BB13-4DDA-BE04-277FB4586FF0}" srcId="{62B382D0-DA01-40F3-ABC4-A22A838338FA}" destId="{3B360A40-1257-4AB2-BCB3-C06DB2A65576}" srcOrd="2" destOrd="0" parTransId="{C2CD7B37-803F-4E01-9D02-E516D40D7669}" sibTransId="{8CBE7972-E65D-49A3-A01F-220229637B8B}"/>
    <dgm:cxn modelId="{D07486AD-3A91-4F25-BF78-04420D34571E}" type="presOf" srcId="{62B382D0-DA01-40F3-ABC4-A22A838338FA}" destId="{261702C7-4FD1-417D-A390-8D2EB15610F9}" srcOrd="0" destOrd="0" presId="urn:microsoft.com/office/officeart/2005/8/layout/vList5"/>
    <dgm:cxn modelId="{77696647-60E0-4313-B7BB-75192B5DE702}" type="presOf" srcId="{21F51D33-F56E-449B-A43B-958AD56A059B}" destId="{67AA07F7-869E-4033-B5F5-0B11FCCB302F}" srcOrd="0" destOrd="0" presId="urn:microsoft.com/office/officeart/2005/8/layout/vList5"/>
    <dgm:cxn modelId="{4AA5424A-F292-4AF3-A3AD-D013FA5EF0E1}" srcId="{21F51D33-F56E-449B-A43B-958AD56A059B}" destId="{9AA375B3-E504-44BF-A30B-470280E87F9F}" srcOrd="2" destOrd="0" parTransId="{22BBA38A-79D8-44BA-9FE0-95445AD8E088}" sibTransId="{BD7BEC69-D674-4DAC-B790-48AA77A7F4B6}"/>
    <dgm:cxn modelId="{BB8C1285-3F77-4189-B344-CB67206F433C}" srcId="{62B382D0-DA01-40F3-ABC4-A22A838338FA}" destId="{DDB675BB-B663-45C5-A547-6A0EF449A13A}" srcOrd="1" destOrd="0" parTransId="{021CBC13-02E7-4A09-8842-29D5514BFEA0}" sibTransId="{640717AB-6216-48FF-912E-BCBCBE28D453}"/>
    <dgm:cxn modelId="{E0EB889B-3FAE-4452-B3DC-C41B8C17B981}" srcId="{7C2FE7B1-C820-46F9-A517-9624C001C27D}" destId="{3700B233-B31E-406C-8F3F-889E350E30D2}" srcOrd="1" destOrd="0" parTransId="{59D7AD19-7A15-411A-9D90-1098830033F5}" sibTransId="{198FC153-F2C0-431D-8A77-6C8899B581A3}"/>
    <dgm:cxn modelId="{16CA51D8-8F81-4827-9BCF-7BE2FEBF22FE}" type="presOf" srcId="{3B360A40-1257-4AB2-BCB3-C06DB2A65576}" destId="{E41A6894-2C24-43BA-8729-CB618255D104}" srcOrd="0" destOrd="2" presId="urn:microsoft.com/office/officeart/2005/8/layout/vList5"/>
    <dgm:cxn modelId="{BCB56E38-B939-4C00-A2F1-33C198BB61F8}" srcId="{5F00F6AE-2114-4E7D-AB02-8ADEDECDC26D}" destId="{7C2FE7B1-C820-46F9-A517-9624C001C27D}" srcOrd="1" destOrd="0" parTransId="{4984EE7A-792C-41F5-93B8-1142EC96D9F4}" sibTransId="{8538607F-3DEF-430A-95CC-4CEAA8D41D4E}"/>
    <dgm:cxn modelId="{2CB7603A-4C35-47EB-AFEB-4A7D4D59ECB7}" type="presOf" srcId="{F86FB53A-1BCA-4F1D-99A1-FD3113950970}" destId="{1DEDB214-7BC8-44E1-A705-578A77DA8199}" srcOrd="0" destOrd="2" presId="urn:microsoft.com/office/officeart/2005/8/layout/vList5"/>
    <dgm:cxn modelId="{D192EDE4-72D1-42B2-98F3-56D52B67DA16}" type="presOf" srcId="{5F00F6AE-2114-4E7D-AB02-8ADEDECDC26D}" destId="{2735FE0F-9BAF-4CAB-A58C-A27FEB0B2B11}" srcOrd="0" destOrd="0" presId="urn:microsoft.com/office/officeart/2005/8/layout/vList5"/>
    <dgm:cxn modelId="{809DC9C8-3283-4092-932B-BD024BDCE7FE}" srcId="{21F51D33-F56E-449B-A43B-958AD56A059B}" destId="{99FFBFE6-8655-4448-A493-05C2B4EA78D2}" srcOrd="0" destOrd="0" parTransId="{9B7BBA27-CF15-4C2F-BEA3-4848556EF45F}" sibTransId="{4F70CA55-9F91-4814-A158-DA2278863E42}"/>
    <dgm:cxn modelId="{0D0D34DC-6285-41BA-919D-32D7B141CD19}" type="presOf" srcId="{99FFBFE6-8655-4448-A493-05C2B4EA78D2}" destId="{FADF3373-BAEB-4E45-B412-B73BCEC912BE}" srcOrd="0" destOrd="0" presId="urn:microsoft.com/office/officeart/2005/8/layout/vList5"/>
    <dgm:cxn modelId="{2C319F69-569A-4CA2-B138-2C5453485F58}" type="presOf" srcId="{7C2FE7B1-C820-46F9-A517-9624C001C27D}" destId="{1DEDB214-7BC8-44E1-A705-578A77DA8199}" srcOrd="0" destOrd="1" presId="urn:microsoft.com/office/officeart/2005/8/layout/vList5"/>
    <dgm:cxn modelId="{EBA59D82-0883-4EC6-AA5F-E13478C4FB07}" srcId="{62B382D0-DA01-40F3-ABC4-A22A838338FA}" destId="{8C8A25F9-8F2E-4DD5-BC82-16332E963543}" srcOrd="3" destOrd="0" parTransId="{5061DF3D-4173-4C7B-91D0-A22FE7C4FBF8}" sibTransId="{0E0C1E54-CEE6-4F4B-AEC6-EDA44412C348}"/>
    <dgm:cxn modelId="{A697A161-8150-4AA8-9EFB-513E9F352052}" srcId="{30880D11-A0C9-4F9B-AB1E-DD93D39DFC48}" destId="{62B382D0-DA01-40F3-ABC4-A22A838338FA}" srcOrd="1" destOrd="0" parTransId="{2C17D16F-6ED4-477E-A2D4-2A17A0EF4A15}" sibTransId="{4186E935-F100-4306-AB9A-82FB344DE2B8}"/>
    <dgm:cxn modelId="{6AAEF4E1-4B81-4F94-9D44-1320B8F592A5}" srcId="{30880D11-A0C9-4F9B-AB1E-DD93D39DFC48}" destId="{21F51D33-F56E-449B-A43B-958AD56A059B}" srcOrd="2" destOrd="0" parTransId="{12B97B44-1E65-4EE4-B050-E85B48E97983}" sibTransId="{52B2E9D4-788A-4CFF-99A4-2D82524280AF}"/>
    <dgm:cxn modelId="{EA220369-9309-492D-B469-5D5A1524D5BC}" type="presOf" srcId="{51AD165D-8BD6-4DFB-AB26-59B69C2E45BC}" destId="{E41A6894-2C24-43BA-8729-CB618255D104}" srcOrd="0" destOrd="0" presId="urn:microsoft.com/office/officeart/2005/8/layout/vList5"/>
    <dgm:cxn modelId="{5EA38604-9EB9-45D9-BE53-6E13224EF20A}" type="presOf" srcId="{30880D11-A0C9-4F9B-AB1E-DD93D39DFC48}" destId="{4016ED99-C300-41B1-BE3F-7DA5585EA003}" srcOrd="0" destOrd="0" presId="urn:microsoft.com/office/officeart/2005/8/layout/vList5"/>
    <dgm:cxn modelId="{E55F9AFF-FE30-41AF-9A90-07309B5BB2FB}" type="presOf" srcId="{3700B233-B31E-406C-8F3F-889E350E30D2}" destId="{1DEDB214-7BC8-44E1-A705-578A77DA8199}" srcOrd="0" destOrd="3" presId="urn:microsoft.com/office/officeart/2005/8/layout/vList5"/>
    <dgm:cxn modelId="{A2C37687-6123-4FC9-A66A-23FDBEFECE93}" type="presOf" srcId="{DDB675BB-B663-45C5-A547-6A0EF449A13A}" destId="{E41A6894-2C24-43BA-8729-CB618255D104}" srcOrd="0" destOrd="1" presId="urn:microsoft.com/office/officeart/2005/8/layout/vList5"/>
    <dgm:cxn modelId="{B32B1248-7B44-4734-94DF-877B5A995082}" type="presOf" srcId="{8C8A25F9-8F2E-4DD5-BC82-16332E963543}" destId="{E41A6894-2C24-43BA-8729-CB618255D104}" srcOrd="0" destOrd="3" presId="urn:microsoft.com/office/officeart/2005/8/layout/vList5"/>
    <dgm:cxn modelId="{6BCAE367-A39E-4221-94A0-15A217679F22}" type="presParOf" srcId="{4016ED99-C300-41B1-BE3F-7DA5585EA003}" destId="{D839C5C7-BA8B-4075-BB90-2F8FC88ED564}" srcOrd="0" destOrd="0" presId="urn:microsoft.com/office/officeart/2005/8/layout/vList5"/>
    <dgm:cxn modelId="{F44ABBCA-8DE5-4032-ACF4-90860FF6F615}" type="presParOf" srcId="{D839C5C7-BA8B-4075-BB90-2F8FC88ED564}" destId="{2735FE0F-9BAF-4CAB-A58C-A27FEB0B2B11}" srcOrd="0" destOrd="0" presId="urn:microsoft.com/office/officeart/2005/8/layout/vList5"/>
    <dgm:cxn modelId="{7D0DD227-82E9-44C5-A82D-363B282A1CDD}" type="presParOf" srcId="{D839C5C7-BA8B-4075-BB90-2F8FC88ED564}" destId="{1DEDB214-7BC8-44E1-A705-578A77DA8199}" srcOrd="1" destOrd="0" presId="urn:microsoft.com/office/officeart/2005/8/layout/vList5"/>
    <dgm:cxn modelId="{25E9607F-EAC3-4853-BABF-178F0AB797E4}" type="presParOf" srcId="{4016ED99-C300-41B1-BE3F-7DA5585EA003}" destId="{F3ACED58-0392-4769-8208-E5201F3AA77B}" srcOrd="1" destOrd="0" presId="urn:microsoft.com/office/officeart/2005/8/layout/vList5"/>
    <dgm:cxn modelId="{28D1F48B-4411-4B84-ADB8-0121623350B4}" type="presParOf" srcId="{4016ED99-C300-41B1-BE3F-7DA5585EA003}" destId="{C6DBB59A-6DED-40B6-85CE-D5239CCDDD97}" srcOrd="2" destOrd="0" presId="urn:microsoft.com/office/officeart/2005/8/layout/vList5"/>
    <dgm:cxn modelId="{8EADEB80-D487-4BC9-9A60-1F37248900F4}" type="presParOf" srcId="{C6DBB59A-6DED-40B6-85CE-D5239CCDDD97}" destId="{261702C7-4FD1-417D-A390-8D2EB15610F9}" srcOrd="0" destOrd="0" presId="urn:microsoft.com/office/officeart/2005/8/layout/vList5"/>
    <dgm:cxn modelId="{FC757C5E-6730-45DB-81E1-B58DE3E2B84D}" type="presParOf" srcId="{C6DBB59A-6DED-40B6-85CE-D5239CCDDD97}" destId="{E41A6894-2C24-43BA-8729-CB618255D104}" srcOrd="1" destOrd="0" presId="urn:microsoft.com/office/officeart/2005/8/layout/vList5"/>
    <dgm:cxn modelId="{B1CF5442-02B8-4C55-B34E-631EE76E7479}" type="presParOf" srcId="{4016ED99-C300-41B1-BE3F-7DA5585EA003}" destId="{5FAED6FD-8C3E-47D0-91CF-61057776D347}" srcOrd="3" destOrd="0" presId="urn:microsoft.com/office/officeart/2005/8/layout/vList5"/>
    <dgm:cxn modelId="{25D81F43-2E49-4F16-96EF-2364F9F2D3BD}" type="presParOf" srcId="{4016ED99-C300-41B1-BE3F-7DA5585EA003}" destId="{2E7FC0E4-9A6C-4114-B0EB-2BCD03559179}" srcOrd="4" destOrd="0" presId="urn:microsoft.com/office/officeart/2005/8/layout/vList5"/>
    <dgm:cxn modelId="{D9A92EB4-03B1-4F12-B236-B8FA478ACE85}" type="presParOf" srcId="{2E7FC0E4-9A6C-4114-B0EB-2BCD03559179}" destId="{67AA07F7-869E-4033-B5F5-0B11FCCB302F}" srcOrd="0" destOrd="0" presId="urn:microsoft.com/office/officeart/2005/8/layout/vList5"/>
    <dgm:cxn modelId="{40F0A396-3AF0-475E-8EF5-390AAE7791D3}" type="presParOf" srcId="{2E7FC0E4-9A6C-4114-B0EB-2BCD03559179}" destId="{FADF3373-BAEB-4E45-B412-B73BCEC912B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DB214-7BC8-44E1-A705-578A77DA8199}">
      <dsp:nvSpPr>
        <dsp:cNvPr id="0" name=""/>
        <dsp:cNvSpPr/>
      </dsp:nvSpPr>
      <dsp:spPr>
        <a:xfrm rot="5400000">
          <a:off x="4395491" y="-3165452"/>
          <a:ext cx="588956" cy="7126311"/>
        </a:xfrm>
        <a:prstGeom prst="round2Same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/>
            <a:t>Segregação</a:t>
          </a:r>
          <a:r>
            <a:rPr lang="pt-BR" sz="1400" kern="1200" dirty="0" smtClean="0"/>
            <a:t> dos tempos de “SLO”                                                                                                                              (</a:t>
          </a:r>
          <a:r>
            <a:rPr lang="pt-BR" sz="1400" i="1" kern="1200" dirty="0" smtClean="0"/>
            <a:t>TI Contax / Fornecedor Contax / Suporte Cliente</a:t>
          </a:r>
          <a:r>
            <a:rPr lang="pt-BR" sz="1400" kern="1200" dirty="0" smtClean="0"/>
            <a:t>)</a:t>
          </a:r>
          <a:endParaRPr lang="pt-BR" sz="1400" kern="1200" dirty="0"/>
        </a:p>
      </dsp:txBody>
      <dsp:txXfrm rot="-5400000">
        <a:off x="1126814" y="131975"/>
        <a:ext cx="7097561" cy="531456"/>
      </dsp:txXfrm>
    </dsp:sp>
    <dsp:sp modelId="{2735FE0F-9BAF-4CAB-A58C-A27FEB0B2B11}">
      <dsp:nvSpPr>
        <dsp:cNvPr id="0" name=""/>
        <dsp:cNvSpPr/>
      </dsp:nvSpPr>
      <dsp:spPr>
        <a:xfrm>
          <a:off x="537" y="1276"/>
          <a:ext cx="1126276" cy="792855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/>
            <a:t>Sem1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i="1" kern="1200" dirty="0" smtClean="0"/>
            <a:t>04/09</a:t>
          </a:r>
          <a:endParaRPr lang="pt-BR" sz="1400" i="1" kern="1200" dirty="0"/>
        </a:p>
      </dsp:txBody>
      <dsp:txXfrm>
        <a:off x="39241" y="39980"/>
        <a:ext cx="1048868" cy="715447"/>
      </dsp:txXfrm>
    </dsp:sp>
    <dsp:sp modelId="{E41A6894-2C24-43BA-8729-CB618255D104}">
      <dsp:nvSpPr>
        <dsp:cNvPr id="0" name=""/>
        <dsp:cNvSpPr/>
      </dsp:nvSpPr>
      <dsp:spPr>
        <a:xfrm rot="5400000">
          <a:off x="4392844" y="-2327091"/>
          <a:ext cx="594250" cy="7126311"/>
        </a:xfrm>
        <a:prstGeom prst="round2Same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0" kern="1200" dirty="0" smtClean="0"/>
            <a:t>Correção definitiva do </a:t>
          </a:r>
          <a:r>
            <a:rPr lang="pt-BR" sz="1400" b="1" kern="1200" dirty="0" smtClean="0"/>
            <a:t>Link Algar </a:t>
          </a:r>
          <a:r>
            <a:rPr lang="pt-BR" sz="1400" kern="1200" dirty="0" smtClean="0"/>
            <a:t>no Site QC (</a:t>
          </a:r>
          <a:r>
            <a:rPr lang="pt-BR" sz="1400" i="1" kern="1200" dirty="0" smtClean="0"/>
            <a:t>Campinas</a:t>
          </a:r>
          <a:r>
            <a:rPr lang="pt-BR" sz="1400" kern="1200" dirty="0" smtClean="0"/>
            <a:t>)</a:t>
          </a:r>
          <a:endParaRPr lang="pt-BR" sz="1400" kern="1200" dirty="0"/>
        </a:p>
      </dsp:txBody>
      <dsp:txXfrm rot="-5400000">
        <a:off x="1126814" y="967948"/>
        <a:ext cx="7097302" cy="536232"/>
      </dsp:txXfrm>
    </dsp:sp>
    <dsp:sp modelId="{261702C7-4FD1-417D-A390-8D2EB15610F9}">
      <dsp:nvSpPr>
        <dsp:cNvPr id="0" name=""/>
        <dsp:cNvSpPr/>
      </dsp:nvSpPr>
      <dsp:spPr>
        <a:xfrm>
          <a:off x="537" y="895636"/>
          <a:ext cx="1126276" cy="680854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/>
            <a:t>Sem2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i="1" kern="1200" dirty="0" smtClean="0"/>
            <a:t>11/09</a:t>
          </a:r>
          <a:endParaRPr lang="pt-BR" sz="1400" i="1" kern="1200" dirty="0"/>
        </a:p>
      </dsp:txBody>
      <dsp:txXfrm>
        <a:off x="33774" y="928873"/>
        <a:ext cx="1059802" cy="614380"/>
      </dsp:txXfrm>
    </dsp:sp>
    <dsp:sp modelId="{771378CC-716E-4060-9E93-687D37EC1AA7}">
      <dsp:nvSpPr>
        <dsp:cNvPr id="0" name=""/>
        <dsp:cNvSpPr/>
      </dsp:nvSpPr>
      <dsp:spPr>
        <a:xfrm rot="5400000">
          <a:off x="3482377" y="-582556"/>
          <a:ext cx="2415185" cy="7126311"/>
        </a:xfrm>
        <a:prstGeom prst="round2Same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Estabilização </a:t>
          </a:r>
          <a:r>
            <a:rPr lang="pt-BR" sz="1300" b="1" kern="1200" dirty="0" smtClean="0"/>
            <a:t>Front Fácil</a:t>
          </a:r>
          <a:endParaRPr lang="pt-BR" sz="13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Correção definitiva </a:t>
          </a:r>
          <a:r>
            <a:rPr lang="pt-BR" sz="1300" b="1" kern="1200" dirty="0" smtClean="0"/>
            <a:t>CMS Fortaleza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Correção parcial </a:t>
          </a:r>
          <a:r>
            <a:rPr lang="pt-BR" sz="1300" b="1" kern="1200" dirty="0" smtClean="0"/>
            <a:t>Erro AYTY Itaú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b="1" kern="1200" dirty="0" smtClean="0"/>
            <a:t>Saneamento </a:t>
          </a:r>
          <a:r>
            <a:rPr lang="pt-BR" sz="1300" b="0" kern="1200" dirty="0" smtClean="0"/>
            <a:t>do Backlog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Monitoração de incidentes </a:t>
          </a:r>
          <a:r>
            <a:rPr lang="pt-BR" sz="1300" b="1" kern="1200" dirty="0" smtClean="0"/>
            <a:t>t!Clock/t!Control</a:t>
          </a:r>
          <a:endParaRPr lang="pt-BR" sz="1300" b="0" kern="1200" dirty="0" smtClean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Indicadores diário de </a:t>
          </a:r>
          <a:r>
            <a:rPr lang="pt-BR" sz="1300" b="1" kern="1200" dirty="0" smtClean="0"/>
            <a:t>volumetria, SLO, pendência externa e reabertura </a:t>
          </a:r>
          <a:r>
            <a:rPr lang="pt-BR" sz="1300" kern="1200" dirty="0" smtClean="0"/>
            <a:t>dos incidentes                            de alto impacto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Definição </a:t>
          </a:r>
          <a:r>
            <a:rPr lang="pt-BR" sz="1300" b="1" kern="1200" dirty="0" smtClean="0"/>
            <a:t>do índice de 5% </a:t>
          </a:r>
          <a:r>
            <a:rPr lang="pt-BR" sz="1300" kern="1200" dirty="0" smtClean="0"/>
            <a:t>de incidentes reabertos no acumulado do mês como meta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i="1" kern="1200" dirty="0" smtClean="0"/>
            <a:t>Checklist</a:t>
          </a:r>
          <a:r>
            <a:rPr lang="pt-BR" sz="1300" kern="1200" dirty="0" smtClean="0"/>
            <a:t> de transição dos </a:t>
          </a:r>
          <a:r>
            <a:rPr lang="pt-BR" sz="1300" b="1" kern="1200" dirty="0" smtClean="0"/>
            <a:t>projetos na produção</a:t>
          </a:r>
          <a:endParaRPr lang="pt-BR" sz="1300" kern="1200" dirty="0" smtClean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Alteração do critério de classificação da severidade na abertura dos incidentes no </a:t>
          </a:r>
          <a:r>
            <a:rPr lang="pt-BR" sz="1300" b="1" kern="1200" dirty="0" smtClean="0"/>
            <a:t>t!Process</a:t>
          </a:r>
          <a:endParaRPr lang="pt-BR" sz="1300" kern="1200" dirty="0" smtClean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300" kern="1200" dirty="0" smtClean="0"/>
            <a:t>Levantamento dos requisitos para a customização do </a:t>
          </a:r>
          <a:r>
            <a:rPr lang="pt-BR" sz="1300" b="1" kern="1200" dirty="0" smtClean="0"/>
            <a:t>t!Process</a:t>
          </a:r>
        </a:p>
      </dsp:txBody>
      <dsp:txXfrm rot="-5400000">
        <a:off x="1126814" y="1890907"/>
        <a:ext cx="7008411" cy="2179385"/>
      </dsp:txXfrm>
    </dsp:sp>
    <dsp:sp modelId="{C19DE7D8-C9F6-4758-99C5-AB21E5272D41}">
      <dsp:nvSpPr>
        <dsp:cNvPr id="0" name=""/>
        <dsp:cNvSpPr/>
      </dsp:nvSpPr>
      <dsp:spPr>
        <a:xfrm>
          <a:off x="537" y="1677996"/>
          <a:ext cx="1126276" cy="2605206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/>
            <a:t>Sem3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i="1" kern="1200" dirty="0" smtClean="0"/>
            <a:t>18/09</a:t>
          </a:r>
          <a:endParaRPr lang="pt-BR" sz="1400" i="1" kern="1200" dirty="0"/>
        </a:p>
      </dsp:txBody>
      <dsp:txXfrm>
        <a:off x="55517" y="1732976"/>
        <a:ext cx="1016316" cy="2495246"/>
      </dsp:txXfrm>
    </dsp:sp>
    <dsp:sp modelId="{4F3DD894-3A58-4599-A6D6-7C9B764F0383}">
      <dsp:nvSpPr>
        <dsp:cNvPr id="0" name=""/>
        <dsp:cNvSpPr/>
      </dsp:nvSpPr>
      <dsp:spPr>
        <a:xfrm rot="5400000">
          <a:off x="3985614" y="1654502"/>
          <a:ext cx="1408710" cy="7126311"/>
        </a:xfrm>
        <a:prstGeom prst="round2Same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3">
              <a:lumMod val="40000"/>
              <a:lumOff val="60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Foco na solução de problema dos incidentes relacionados:</a:t>
          </a:r>
          <a:endParaRPr lang="pt-BR" sz="1400" b="1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smtClean="0"/>
            <a:t>Aspect </a:t>
          </a:r>
          <a:r>
            <a:rPr lang="pt-BR" sz="1200" b="0" i="1" kern="1200" dirty="0" smtClean="0"/>
            <a:t>(Santander/Itaú/</a:t>
          </a:r>
          <a:r>
            <a:rPr lang="pt-BR" sz="1200" i="1" kern="1200" dirty="0" smtClean="0"/>
            <a:t>Cielo</a:t>
          </a:r>
          <a:r>
            <a:rPr lang="pt-BR" sz="1200" b="0" i="1" kern="1200" dirty="0" smtClean="0"/>
            <a:t>/Nextel/</a:t>
          </a:r>
          <a:r>
            <a:rPr lang="pt-BR" sz="1200" i="1" kern="1200" dirty="0" smtClean="0"/>
            <a:t>Credsystem</a:t>
          </a:r>
          <a:r>
            <a:rPr lang="pt-BR" sz="1200" b="0" i="1" kern="1200" dirty="0" smtClean="0"/>
            <a:t>)</a:t>
          </a:r>
          <a:endParaRPr lang="pt-BR" sz="1200" b="0" i="1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err="1" smtClean="0"/>
            <a:t>Jira</a:t>
          </a:r>
          <a:r>
            <a:rPr lang="pt-BR" sz="1200" b="1" kern="1200" dirty="0" smtClean="0"/>
            <a:t> BO Anatel</a:t>
          </a:r>
          <a:endParaRPr lang="pt-BR" sz="1200" b="1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smtClean="0"/>
            <a:t>Nice </a:t>
          </a:r>
          <a:r>
            <a:rPr lang="pt-BR" sz="1200" b="0" kern="1200" dirty="0" smtClean="0"/>
            <a:t>(Gravações)</a:t>
          </a:r>
          <a:endParaRPr lang="pt-BR" sz="1200" b="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1" kern="1200" dirty="0" smtClean="0"/>
            <a:t>URA </a:t>
          </a:r>
          <a:r>
            <a:rPr lang="pt-BR" sz="1200" b="0" i="1" kern="1200" dirty="0" smtClean="0"/>
            <a:t>(Santander e TAM)</a:t>
          </a:r>
          <a:endParaRPr lang="pt-BR" sz="1200" b="0" i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b="0" i="0" kern="1200" dirty="0" smtClean="0"/>
            <a:t>1ª Versão da documentação do processo para Gestão de Problema</a:t>
          </a:r>
          <a:endParaRPr lang="pt-BR" sz="1200" b="0" i="0" kern="1200" dirty="0"/>
        </a:p>
      </dsp:txBody>
      <dsp:txXfrm rot="-5400000">
        <a:off x="1126814" y="4582070"/>
        <a:ext cx="7057543" cy="1271174"/>
      </dsp:txXfrm>
    </dsp:sp>
    <dsp:sp modelId="{092F60EE-CAD3-47B0-A786-71ED68B6758D}">
      <dsp:nvSpPr>
        <dsp:cNvPr id="0" name=""/>
        <dsp:cNvSpPr/>
      </dsp:nvSpPr>
      <dsp:spPr>
        <a:xfrm>
          <a:off x="9" y="4385984"/>
          <a:ext cx="1126276" cy="1665899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/>
            <a:t>Sem4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0" i="1" kern="1200" dirty="0" smtClean="0"/>
            <a:t>25/09</a:t>
          </a:r>
          <a:endParaRPr lang="pt-BR" sz="1400" b="0" i="1" kern="1200" dirty="0"/>
        </a:p>
      </dsp:txBody>
      <dsp:txXfrm>
        <a:off x="54989" y="4440964"/>
        <a:ext cx="1016316" cy="1555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DB214-7BC8-44E1-A705-578A77DA8199}">
      <dsp:nvSpPr>
        <dsp:cNvPr id="0" name=""/>
        <dsp:cNvSpPr/>
      </dsp:nvSpPr>
      <dsp:spPr>
        <a:xfrm rot="5400000">
          <a:off x="4082512" y="-2769462"/>
          <a:ext cx="1706394" cy="7499708"/>
        </a:xfrm>
        <a:prstGeom prst="round2Same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 smtClean="0"/>
            <a:t>Operacionalização do processo de Gestão de Problemas.</a:t>
          </a:r>
          <a:endParaRPr lang="pt-B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 smtClean="0"/>
            <a:t>Investigação de causa raiz para solução de contorno e/ou definitiva:</a:t>
          </a:r>
          <a:endParaRPr lang="pt-BR" sz="16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/>
            <a:t>Aspect/Discador:</a:t>
          </a:r>
          <a:r>
            <a:rPr lang="pt-BR" sz="1400" kern="1200" dirty="0" smtClean="0"/>
            <a:t> Ligação Muda/ Caixa Postal/ Queda – </a:t>
          </a:r>
          <a:r>
            <a:rPr lang="pt-BR" sz="1300" kern="1200" dirty="0" smtClean="0">
              <a:solidFill>
                <a:srgbClr val="C00000"/>
              </a:solidFill>
            </a:rPr>
            <a:t>Clientes: </a:t>
          </a:r>
          <a:r>
            <a:rPr lang="pt-BR" sz="1300" kern="1200" dirty="0" smtClean="0">
              <a:solidFill>
                <a:schemeClr val="tx1"/>
              </a:solidFill>
            </a:rPr>
            <a:t>Nextel/Credsystem/Cielo/SKY</a:t>
          </a:r>
          <a:endParaRPr lang="pt-BR" sz="1300" kern="1200" dirty="0">
            <a:solidFill>
              <a:schemeClr val="tx1"/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/>
            <a:t>Aspect/Discador</a:t>
          </a:r>
          <a:r>
            <a:rPr lang="pt-BR" sz="1400" kern="1200" dirty="0" smtClean="0"/>
            <a:t>: Front </a:t>
          </a:r>
          <a:r>
            <a:rPr lang="pt-BR" sz="1400" kern="1200" dirty="0" err="1" smtClean="0"/>
            <a:t>End</a:t>
          </a:r>
          <a:r>
            <a:rPr lang="pt-BR" sz="1400" kern="1200" dirty="0" smtClean="0"/>
            <a:t> com falha de pop-up – </a:t>
          </a:r>
          <a:r>
            <a:rPr lang="pt-BR" sz="1300" kern="1200" dirty="0" smtClean="0">
              <a:solidFill>
                <a:srgbClr val="C00000"/>
              </a:solidFill>
            </a:rPr>
            <a:t>Clientes: </a:t>
          </a:r>
          <a:r>
            <a:rPr lang="pt-BR" sz="1300" kern="1200" dirty="0" smtClean="0">
              <a:solidFill>
                <a:schemeClr val="tx1"/>
              </a:solidFill>
            </a:rPr>
            <a:t>Cielo/Nextel</a:t>
          </a:r>
          <a:endParaRPr lang="pt-BR" sz="1300" kern="1200" dirty="0">
            <a:solidFill>
              <a:schemeClr val="tx1"/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/>
            <a:t>Aspect/Discador:</a:t>
          </a:r>
          <a:r>
            <a:rPr lang="pt-BR" sz="1400" kern="1200" dirty="0" smtClean="0"/>
            <a:t> Baixa Qualidade de Voz – </a:t>
          </a:r>
          <a:r>
            <a:rPr lang="pt-BR" sz="1300" kern="1200" dirty="0" smtClean="0">
              <a:solidFill>
                <a:srgbClr val="C00000"/>
              </a:solidFill>
            </a:rPr>
            <a:t>Clientes: </a:t>
          </a:r>
          <a:r>
            <a:rPr lang="pt-BR" sz="1300" kern="1200" dirty="0" smtClean="0">
              <a:solidFill>
                <a:schemeClr val="tx1"/>
              </a:solidFill>
            </a:rPr>
            <a:t>Cielo/Nextel</a:t>
          </a:r>
          <a:endParaRPr lang="pt-BR" sz="1300" kern="1200" dirty="0">
            <a:solidFill>
              <a:schemeClr val="tx1"/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/>
            <a:t>Nice/Gravações: </a:t>
          </a:r>
          <a:r>
            <a:rPr lang="pt-BR" sz="1400" kern="1200" dirty="0" smtClean="0"/>
            <a:t>Perda de Gravação/ Não Grava – </a:t>
          </a:r>
          <a:r>
            <a:rPr lang="pt-BR" sz="1300" kern="1200" dirty="0" smtClean="0">
              <a:solidFill>
                <a:srgbClr val="C00000"/>
              </a:solidFill>
            </a:rPr>
            <a:t>Clientes: </a:t>
          </a:r>
          <a:r>
            <a:rPr lang="pt-BR" sz="1300" kern="1200" dirty="0" smtClean="0">
              <a:solidFill>
                <a:schemeClr val="tx1"/>
              </a:solidFill>
            </a:rPr>
            <a:t>OI/Santander/Itaú/Bradesco</a:t>
          </a:r>
          <a:endParaRPr lang="pt-BR" sz="1300" kern="1200" dirty="0">
            <a:solidFill>
              <a:schemeClr val="tx1"/>
            </a:solidFill>
          </a:endParaRPr>
        </a:p>
      </dsp:txBody>
      <dsp:txXfrm rot="-5400000">
        <a:off x="1185856" y="210493"/>
        <a:ext cx="7416409" cy="1539796"/>
      </dsp:txXfrm>
    </dsp:sp>
    <dsp:sp modelId="{2735FE0F-9BAF-4CAB-A58C-A27FEB0B2B11}">
      <dsp:nvSpPr>
        <dsp:cNvPr id="0" name=""/>
        <dsp:cNvSpPr/>
      </dsp:nvSpPr>
      <dsp:spPr>
        <a:xfrm>
          <a:off x="565" y="830"/>
          <a:ext cx="1185290" cy="1959121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/>
            <a:t>Sem5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i="1" kern="1200" dirty="0" smtClean="0"/>
            <a:t>02/10</a:t>
          </a:r>
          <a:endParaRPr lang="pt-BR" sz="1400" i="1" kern="1200" dirty="0"/>
        </a:p>
      </dsp:txBody>
      <dsp:txXfrm>
        <a:off x="58426" y="58691"/>
        <a:ext cx="1069568" cy="1843399"/>
      </dsp:txXfrm>
    </dsp:sp>
    <dsp:sp modelId="{E41A6894-2C24-43BA-8729-CB618255D104}">
      <dsp:nvSpPr>
        <dsp:cNvPr id="0" name=""/>
        <dsp:cNvSpPr/>
      </dsp:nvSpPr>
      <dsp:spPr>
        <a:xfrm rot="5400000">
          <a:off x="4146210" y="-830675"/>
          <a:ext cx="1580123" cy="7499708"/>
        </a:xfrm>
        <a:prstGeom prst="round2Same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 smtClean="0"/>
            <a:t>Investigação de causa raiz para solução de contorno e/ou definitiva:</a:t>
          </a:r>
          <a:endParaRPr lang="pt-BR" sz="16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dirty="0" smtClean="0"/>
            <a:t>Ura/Santander:</a:t>
          </a:r>
          <a:r>
            <a:rPr lang="pt-BR" sz="1400" kern="1200" dirty="0" smtClean="0"/>
            <a:t> Não Atende/ Não Valida CPF – </a:t>
          </a:r>
          <a:r>
            <a:rPr lang="pt-BR" sz="1400" kern="1200" dirty="0" smtClean="0">
              <a:solidFill>
                <a:srgbClr val="C00000"/>
              </a:solidFill>
            </a:rPr>
            <a:t>Clientes: </a:t>
          </a:r>
          <a:r>
            <a:rPr lang="pt-BR" sz="1400" kern="1200" dirty="0" smtClean="0">
              <a:solidFill>
                <a:schemeClr val="tx1"/>
              </a:solidFill>
            </a:rPr>
            <a:t>Santander</a:t>
          </a:r>
          <a:endParaRPr lang="pt-BR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b="1" kern="1200" smtClean="0"/>
            <a:t>Proxy: </a:t>
          </a:r>
          <a:r>
            <a:rPr lang="pt-BR" sz="1400" b="0" kern="1200" smtClean="0"/>
            <a:t>Lentidão/ Indisponibilidade no acesso a internet – </a:t>
          </a:r>
          <a:r>
            <a:rPr lang="pt-BR" sz="1400" b="0" kern="1200" smtClean="0">
              <a:solidFill>
                <a:srgbClr val="C00000"/>
              </a:solidFill>
            </a:rPr>
            <a:t>Cliente: </a:t>
          </a:r>
          <a:r>
            <a:rPr lang="pt-BR" sz="1400" b="0" kern="1200" smtClean="0">
              <a:solidFill>
                <a:schemeClr val="tx1"/>
              </a:solidFill>
            </a:rPr>
            <a:t>Vivo </a:t>
          </a:r>
          <a:r>
            <a:rPr lang="pt-BR" sz="1400" b="1" i="1" kern="1200" smtClean="0">
              <a:solidFill>
                <a:schemeClr val="tx1"/>
              </a:solidFill>
            </a:rPr>
            <a:t>(Crise)</a:t>
          </a:r>
          <a:endParaRPr lang="pt-BR" sz="1400" b="1" i="1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solidFill>
                <a:schemeClr val="tx1"/>
              </a:solidFill>
            </a:rPr>
            <a:t>Formalização da dinâmica diária e semanal entre Gestão de Incidentes e Problemas.</a:t>
          </a:r>
          <a:endParaRPr lang="pt-BR" sz="1400" kern="1200" dirty="0">
            <a:solidFill>
              <a:schemeClr val="tx1"/>
            </a:solidFill>
          </a:endParaRPr>
        </a:p>
      </dsp:txBody>
      <dsp:txXfrm rot="-5400000">
        <a:off x="1186418" y="2206252"/>
        <a:ext cx="7422573" cy="1425853"/>
      </dsp:txXfrm>
    </dsp:sp>
    <dsp:sp modelId="{261702C7-4FD1-417D-A390-8D2EB15610F9}">
      <dsp:nvSpPr>
        <dsp:cNvPr id="0" name=""/>
        <dsp:cNvSpPr/>
      </dsp:nvSpPr>
      <dsp:spPr>
        <a:xfrm>
          <a:off x="10" y="1988562"/>
          <a:ext cx="1185290" cy="1810404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/>
            <a:t>Sem6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i="1" kern="1200" dirty="0" smtClean="0"/>
            <a:t>09/10</a:t>
          </a:r>
          <a:endParaRPr lang="pt-BR" sz="1400" i="1" kern="1200" dirty="0"/>
        </a:p>
      </dsp:txBody>
      <dsp:txXfrm>
        <a:off x="57871" y="2046423"/>
        <a:ext cx="1069568" cy="1694682"/>
      </dsp:txXfrm>
    </dsp:sp>
    <dsp:sp modelId="{FADF3373-BAEB-4E45-B412-B73BCEC912BE}">
      <dsp:nvSpPr>
        <dsp:cNvPr id="0" name=""/>
        <dsp:cNvSpPr/>
      </dsp:nvSpPr>
      <dsp:spPr>
        <a:xfrm rot="5400000">
          <a:off x="4146210" y="1008274"/>
          <a:ext cx="1580123" cy="7499708"/>
        </a:xfrm>
        <a:prstGeom prst="round2Same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solidFill>
                <a:srgbClr val="FF0000"/>
              </a:solidFill>
            </a:rPr>
            <a:t>Documentar o processo de analise de causa-raiz</a:t>
          </a:r>
          <a:endParaRPr lang="pt-BR" sz="1400" kern="1200" dirty="0">
            <a:solidFill>
              <a:srgbClr val="FF00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solidFill>
                <a:srgbClr val="FF0000"/>
              </a:solidFill>
            </a:rPr>
            <a:t>Iniciar Mapeamento de Serviços para classificação de incidentes.</a:t>
          </a:r>
          <a:endParaRPr lang="pt-BR" sz="1400" kern="1200" dirty="0">
            <a:solidFill>
              <a:srgbClr val="FF00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solidFill>
                <a:srgbClr val="FF0000"/>
              </a:solidFill>
            </a:rPr>
            <a:t>Implantar Novos critérios para seleção de incidentes de Alto Impacto</a:t>
          </a:r>
          <a:endParaRPr lang="pt-BR" sz="1400" kern="1200" dirty="0">
            <a:solidFill>
              <a:srgbClr val="FF0000"/>
            </a:solidFill>
          </a:endParaRPr>
        </a:p>
      </dsp:txBody>
      <dsp:txXfrm rot="-5400000">
        <a:off x="1186418" y="4045202"/>
        <a:ext cx="7422573" cy="1425853"/>
      </dsp:txXfrm>
    </dsp:sp>
    <dsp:sp modelId="{67AA07F7-869E-4033-B5F5-0B11FCCB302F}">
      <dsp:nvSpPr>
        <dsp:cNvPr id="0" name=""/>
        <dsp:cNvSpPr/>
      </dsp:nvSpPr>
      <dsp:spPr>
        <a:xfrm>
          <a:off x="10" y="3878372"/>
          <a:ext cx="1185290" cy="1810404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>
              <a:solidFill>
                <a:srgbClr val="FF0000"/>
              </a:solidFill>
            </a:rPr>
            <a:t>Sem7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i="1" kern="1200" dirty="0" smtClean="0">
              <a:solidFill>
                <a:srgbClr val="FF0000"/>
              </a:solidFill>
            </a:rPr>
            <a:t>16/10</a:t>
          </a:r>
          <a:endParaRPr lang="pt-BR" sz="1400" b="1" i="1" kern="1200" dirty="0">
            <a:solidFill>
              <a:srgbClr val="FF0000"/>
            </a:solidFill>
          </a:endParaRPr>
        </a:p>
      </dsp:txBody>
      <dsp:txXfrm>
        <a:off x="57871" y="3936233"/>
        <a:ext cx="1069568" cy="16946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C7E4D-A4E8-BF44-B1B2-500D2A97A33A}" type="datetimeFigureOut">
              <a:rPr lang="en-US" smtClean="0"/>
              <a:t>10/15/2015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3305AD-EBDD-564C-9E4A-0F61261509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08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06-02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 txBox="1">
            <a:spLocks/>
          </p:cNvSpPr>
          <p:nvPr/>
        </p:nvSpPr>
        <p:spPr>
          <a:xfrm>
            <a:off x="814789" y="2672962"/>
            <a:ext cx="3179695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 smtClean="0">
                <a:solidFill>
                  <a:schemeClr val="bg1"/>
                </a:solidFill>
              </a:rPr>
              <a:t>Status Report</a:t>
            </a:r>
          </a:p>
          <a:p>
            <a:pPr algn="l"/>
            <a:r>
              <a:rPr lang="pt-BR" b="1" i="0" dirty="0" smtClean="0">
                <a:solidFill>
                  <a:schemeClr val="bg1"/>
                </a:solidFill>
              </a:rPr>
              <a:t>09/Out/2015</a:t>
            </a:r>
            <a:endParaRPr lang="x-none" i="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18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780029"/>
              </p:ext>
            </p:extLst>
          </p:nvPr>
        </p:nvGraphicFramePr>
        <p:xfrm>
          <a:off x="84887" y="859554"/>
          <a:ext cx="8767012" cy="5313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07"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Pacotes</a:t>
                      </a: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Objetivos do Projeto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A.1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Mobilização Inicial</a:t>
                      </a:r>
                      <a:r>
                        <a:rPr lang="pt-BR" sz="1400" baseline="0" dirty="0" smtClean="0"/>
                        <a:t> – alocação dos consultores; ações administrativas; preparação das reuniões de trabalho; Planejamento inicial do projeto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0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B.1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Sanear o backlog para diminuir o volume total de Incidentes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65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do Fluxo de Problemas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Documentar o processo de analise de causa-raiz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Implantação da rotina diária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C.2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Condução</a:t>
                      </a:r>
                      <a:r>
                        <a:rPr lang="pt-BR" sz="1400" baseline="0" dirty="0" smtClean="0"/>
                        <a:t> das reuniões de análise de causa-raiz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Relatório Executivo de cada investigação com lista de participantes e resumo das ações</a:t>
                      </a:r>
                      <a:r>
                        <a:rPr lang="pt-BR" sz="1400" dirty="0" smtClean="0"/>
                        <a:t> 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C.3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e Implantação de base de erros</a:t>
                      </a:r>
                      <a:r>
                        <a:rPr lang="pt-BR" sz="1400" baseline="0" dirty="0" smtClean="0"/>
                        <a:t> conhecidos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do fluxo de gestão da base de erros conhecidos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974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D.1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do fluxo de incidentes de alto 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Descrição de papéis e responsabilidades</a:t>
                      </a:r>
                      <a:r>
                        <a:rPr lang="pt-BR" sz="1400" baseline="0" dirty="0" smtClean="0"/>
                        <a:t> da Gestão de Incidentes de alto 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Transferência de conhecimento sobre as práticas adotadas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Acompanhamento de duas situações com reuniões de RCA com os envolvidos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E.1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de indicadores de tempo de resolução de incidentes de alto-impacto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de indicador de confiabilidade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F.1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Realização de reunião Kick-Off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Realização de 4 workshops conceituais com numero de participantes definido pela Contax.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60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F.2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Comunicação; transferência de conhecimento aos gestores da Contax (2 turmas)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Elipse 2"/>
          <p:cNvSpPr/>
          <p:nvPr/>
        </p:nvSpPr>
        <p:spPr>
          <a:xfrm>
            <a:off x="900000" y="1358721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900000" y="1817538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900000" y="2165266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900000" y="2368268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900000" y="2560755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00000" y="2856431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900000" y="3086640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900000" y="3423637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900000" y="3621112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900000" y="3900154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900000" y="4134119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900000" y="4361646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900000" y="4587724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900000" y="4874654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900000" y="5086082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900000" y="5386589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900000" y="5606603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900000" y="5894231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9" name="Grupo 28"/>
          <p:cNvGrpSpPr/>
          <p:nvPr/>
        </p:nvGrpSpPr>
        <p:grpSpPr>
          <a:xfrm>
            <a:off x="4861666" y="6185206"/>
            <a:ext cx="1693500" cy="369332"/>
            <a:chOff x="4339000" y="6324906"/>
            <a:chExt cx="1579783" cy="369332"/>
          </a:xfrm>
        </p:grpSpPr>
        <p:sp>
          <p:nvSpPr>
            <p:cNvPr id="23" name="Elipse 22"/>
            <p:cNvSpPr/>
            <p:nvPr/>
          </p:nvSpPr>
          <p:spPr>
            <a:xfrm>
              <a:off x="4339000" y="6427744"/>
              <a:ext cx="144000" cy="14400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4567131" y="6324906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Não iniciado</a:t>
              </a:r>
              <a:endParaRPr lang="pt-BR" dirty="0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2631400" y="6171421"/>
            <a:ext cx="1792375" cy="369332"/>
            <a:chOff x="2631400" y="6311121"/>
            <a:chExt cx="1792375" cy="369332"/>
          </a:xfrm>
        </p:grpSpPr>
        <p:sp>
          <p:nvSpPr>
            <p:cNvPr id="21" name="Elipse 20"/>
            <p:cNvSpPr/>
            <p:nvPr/>
          </p:nvSpPr>
          <p:spPr>
            <a:xfrm>
              <a:off x="2631400" y="6409749"/>
              <a:ext cx="144000" cy="144000"/>
            </a:xfrm>
            <a:prstGeom prst="ellipse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2786339" y="6311121"/>
              <a:ext cx="1637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Em Andamento</a:t>
              </a:r>
              <a:endParaRPr lang="pt-BR" dirty="0"/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900000" y="6185206"/>
            <a:ext cx="1293509" cy="369332"/>
            <a:chOff x="900000" y="6324906"/>
            <a:chExt cx="1293509" cy="369332"/>
          </a:xfrm>
        </p:grpSpPr>
        <p:sp>
          <p:nvSpPr>
            <p:cNvPr id="22" name="Elipse 21"/>
            <p:cNvSpPr/>
            <p:nvPr/>
          </p:nvSpPr>
          <p:spPr>
            <a:xfrm>
              <a:off x="900000" y="6421131"/>
              <a:ext cx="144000" cy="144000"/>
            </a:xfrm>
            <a:prstGeom prst="ellipse">
              <a:avLst/>
            </a:prstGeom>
            <a:solidFill>
              <a:srgbClr val="92D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1072689" y="6324906"/>
              <a:ext cx="1120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Concluído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60466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3932253588"/>
              </p:ext>
            </p:extLst>
          </p:nvPr>
        </p:nvGraphicFramePr>
        <p:xfrm>
          <a:off x="216572" y="794084"/>
          <a:ext cx="8253663" cy="6051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8073193" y="2237873"/>
            <a:ext cx="1179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pt-BR" dirty="0"/>
          </a:p>
          <a:p>
            <a:endParaRPr lang="pt-BR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61382" y="124592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solidFill>
                  <a:schemeClr val="tx2"/>
                </a:solidFill>
                <a:latin typeface="Arial"/>
                <a:cs typeface="Arial"/>
              </a:rPr>
              <a:t>Estabilidade </a:t>
            </a:r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Operacional</a:t>
            </a:r>
            <a:endParaRPr lang="en-US" sz="30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54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61382" y="124592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solidFill>
                  <a:schemeClr val="tx2"/>
                </a:solidFill>
                <a:latin typeface="Arial"/>
                <a:cs typeface="Arial"/>
              </a:rPr>
              <a:t>Estabilidade </a:t>
            </a:r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Operacional</a:t>
            </a:r>
            <a:endParaRPr lang="en-US" sz="3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1341343053"/>
              </p:ext>
            </p:extLst>
          </p:nvPr>
        </p:nvGraphicFramePr>
        <p:xfrm>
          <a:off x="216571" y="736600"/>
          <a:ext cx="8686129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204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04310"/>
              </p:ext>
            </p:extLst>
          </p:nvPr>
        </p:nvGraphicFramePr>
        <p:xfrm>
          <a:off x="901700" y="1397000"/>
          <a:ext cx="7391400" cy="6223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9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Pontos de Atenção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990600" y="2146300"/>
            <a:ext cx="7302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Mudanças sem a utilização do processo de mudanças.</a:t>
            </a:r>
          </a:p>
          <a:p>
            <a:endParaRPr lang="pt-B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Considerar os requerimentos operacionais nos projetos.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Gerenciamento de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Atenção aos incidentes técnicos(Alertas).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Novo procedimento de escalonamento.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Baixa qualidade da classificação de incidentes.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6104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61294" y="2983269"/>
            <a:ext cx="1901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chemeClr val="tx2">
                    <a:lumMod val="7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43719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C01CA5-A8B7-4410-91AF-052B76957A6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BB0CFE-F86C-44BA-96EA-0C3DC43577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9C7E2F5D-080C-444C-BD34-4F68389326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535</Words>
  <Application>Microsoft Office PowerPoint</Application>
  <PresentationFormat>Apresentação na tela (4:3)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Tahoma</vt:lpstr>
      <vt:lpstr>Office Theme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iMac de Plinio</dc:creator>
  <cp:lastModifiedBy>Sergio Bertasi</cp:lastModifiedBy>
  <cp:revision>165</cp:revision>
  <dcterms:created xsi:type="dcterms:W3CDTF">2015-08-23T23:08:42Z</dcterms:created>
  <dcterms:modified xsi:type="dcterms:W3CDTF">2015-10-15T19:59:10Z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