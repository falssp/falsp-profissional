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0" r:id="rId5"/>
    <p:sldMasterId id="2147483668" r:id="rId6"/>
    <p:sldMasterId id="2147483671" r:id="rId7"/>
    <p:sldMasterId id="2147483652" r:id="rId8"/>
  </p:sldMasterIdLst>
  <p:sldIdLst>
    <p:sldId id="330" r:id="rId9"/>
    <p:sldId id="342" r:id="rId10"/>
    <p:sldId id="263" r:id="rId11"/>
    <p:sldId id="426" r:id="rId12"/>
    <p:sldId id="343" r:id="rId13"/>
    <p:sldId id="349" r:id="rId14"/>
    <p:sldId id="427" r:id="rId15"/>
    <p:sldId id="428" r:id="rId16"/>
    <p:sldId id="429" r:id="rId17"/>
    <p:sldId id="430" r:id="rId18"/>
    <p:sldId id="431" r:id="rId19"/>
    <p:sldId id="510" r:id="rId20"/>
    <p:sldId id="432" r:id="rId21"/>
    <p:sldId id="433" r:id="rId22"/>
    <p:sldId id="434" r:id="rId23"/>
    <p:sldId id="435" r:id="rId24"/>
    <p:sldId id="436" r:id="rId25"/>
    <p:sldId id="437" r:id="rId26"/>
    <p:sldId id="438" r:id="rId27"/>
    <p:sldId id="440" r:id="rId28"/>
    <p:sldId id="441" r:id="rId29"/>
    <p:sldId id="442" r:id="rId30"/>
    <p:sldId id="443" r:id="rId31"/>
    <p:sldId id="444" r:id="rId32"/>
    <p:sldId id="451" r:id="rId33"/>
    <p:sldId id="453" r:id="rId34"/>
    <p:sldId id="454" r:id="rId35"/>
    <p:sldId id="455" r:id="rId36"/>
    <p:sldId id="456" r:id="rId37"/>
    <p:sldId id="457" r:id="rId38"/>
    <p:sldId id="458" r:id="rId39"/>
    <p:sldId id="459" r:id="rId40"/>
    <p:sldId id="460" r:id="rId41"/>
    <p:sldId id="461" r:id="rId42"/>
    <p:sldId id="463" r:id="rId43"/>
    <p:sldId id="464" r:id="rId44"/>
    <p:sldId id="466" r:id="rId45"/>
    <p:sldId id="467" r:id="rId46"/>
    <p:sldId id="468" r:id="rId47"/>
    <p:sldId id="469" r:id="rId48"/>
    <p:sldId id="470" r:id="rId49"/>
    <p:sldId id="471" r:id="rId50"/>
    <p:sldId id="472" r:id="rId51"/>
    <p:sldId id="473" r:id="rId52"/>
    <p:sldId id="474" r:id="rId53"/>
    <p:sldId id="475" r:id="rId54"/>
    <p:sldId id="476" r:id="rId55"/>
    <p:sldId id="477" r:id="rId56"/>
    <p:sldId id="478" r:id="rId57"/>
    <p:sldId id="479" r:id="rId58"/>
    <p:sldId id="480" r:id="rId59"/>
    <p:sldId id="481" r:id="rId60"/>
    <p:sldId id="482" r:id="rId61"/>
    <p:sldId id="483" r:id="rId62"/>
    <p:sldId id="485" r:id="rId63"/>
    <p:sldId id="484" r:id="rId64"/>
    <p:sldId id="486" r:id="rId65"/>
    <p:sldId id="487" r:id="rId66"/>
    <p:sldId id="488" r:id="rId67"/>
    <p:sldId id="490" r:id="rId68"/>
    <p:sldId id="491" r:id="rId69"/>
    <p:sldId id="492" r:id="rId70"/>
    <p:sldId id="493" r:id="rId71"/>
    <p:sldId id="494" r:id="rId72"/>
    <p:sldId id="495" r:id="rId73"/>
    <p:sldId id="496" r:id="rId74"/>
    <p:sldId id="497" r:id="rId75"/>
    <p:sldId id="498" r:id="rId76"/>
    <p:sldId id="499" r:id="rId77"/>
    <p:sldId id="500" r:id="rId78"/>
    <p:sldId id="501" r:id="rId79"/>
    <p:sldId id="502" r:id="rId80"/>
    <p:sldId id="503" r:id="rId81"/>
    <p:sldId id="505" r:id="rId82"/>
    <p:sldId id="506" r:id="rId83"/>
    <p:sldId id="507" r:id="rId84"/>
    <p:sldId id="508" r:id="rId85"/>
    <p:sldId id="509" r:id="rId86"/>
    <p:sldId id="313" r:id="rId87"/>
    <p:sldId id="259" r:id="rId8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14" autoAdjust="0"/>
    <p:restoredTop sz="94684" autoAdjust="0"/>
  </p:normalViewPr>
  <p:slideViewPr>
    <p:cSldViewPr snapToGrid="0" snapToObjects="1">
      <p:cViewPr>
        <p:scale>
          <a:sx n="76" d="100"/>
          <a:sy n="76" d="100"/>
        </p:scale>
        <p:origin x="-348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84" Type="http://schemas.openxmlformats.org/officeDocument/2006/relationships/slide" Target="slides/slide76.xml"/><Relationship Id="rId89" Type="http://schemas.openxmlformats.org/officeDocument/2006/relationships/presProps" Target="presProps.xml"/><Relationship Id="rId16" Type="http://schemas.openxmlformats.org/officeDocument/2006/relationships/slide" Target="slides/slide8.xml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74" Type="http://schemas.openxmlformats.org/officeDocument/2006/relationships/slide" Target="slides/slide66.xml"/><Relationship Id="rId79" Type="http://schemas.openxmlformats.org/officeDocument/2006/relationships/slide" Target="slides/slide71.xml"/><Relationship Id="rId5" Type="http://schemas.openxmlformats.org/officeDocument/2006/relationships/slideMaster" Target="slideMasters/slideMaster2.xml"/><Relationship Id="rId90" Type="http://schemas.openxmlformats.org/officeDocument/2006/relationships/viewProps" Target="viewProps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77" Type="http://schemas.openxmlformats.org/officeDocument/2006/relationships/slide" Target="slides/slide69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80" Type="http://schemas.openxmlformats.org/officeDocument/2006/relationships/slide" Target="slides/slide72.xml"/><Relationship Id="rId85" Type="http://schemas.openxmlformats.org/officeDocument/2006/relationships/slide" Target="slides/slide77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slide" Target="slides/slide59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Relationship Id="rId70" Type="http://schemas.openxmlformats.org/officeDocument/2006/relationships/slide" Target="slides/slide62.xml"/><Relationship Id="rId75" Type="http://schemas.openxmlformats.org/officeDocument/2006/relationships/slide" Target="slides/slide67.xml"/><Relationship Id="rId83" Type="http://schemas.openxmlformats.org/officeDocument/2006/relationships/slide" Target="slides/slide75.xml"/><Relationship Id="rId88" Type="http://schemas.openxmlformats.org/officeDocument/2006/relationships/slide" Target="slides/slide80.xml"/><Relationship Id="rId9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73" Type="http://schemas.openxmlformats.org/officeDocument/2006/relationships/slide" Target="slides/slide65.xml"/><Relationship Id="rId78" Type="http://schemas.openxmlformats.org/officeDocument/2006/relationships/slide" Target="slides/slide70.xml"/><Relationship Id="rId81" Type="http://schemas.openxmlformats.org/officeDocument/2006/relationships/slide" Target="slides/slide73.xml"/><Relationship Id="rId86" Type="http://schemas.openxmlformats.org/officeDocument/2006/relationships/slide" Target="slides/slide78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slide" Target="slides/slide68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63.xml"/><Relationship Id="rId92" Type="http://schemas.openxmlformats.org/officeDocument/2006/relationships/tableStyles" Target="tableStyles.xml"/><Relationship Id="rId2" Type="http://schemas.openxmlformats.org/officeDocument/2006/relationships/customXml" Target="../customXml/item2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slide" Target="slides/slide58.xml"/><Relationship Id="rId87" Type="http://schemas.openxmlformats.org/officeDocument/2006/relationships/slide" Target="slides/slide79.xml"/><Relationship Id="rId61" Type="http://schemas.openxmlformats.org/officeDocument/2006/relationships/slide" Target="slides/slide53.xml"/><Relationship Id="rId82" Type="http://schemas.openxmlformats.org/officeDocument/2006/relationships/slide" Target="slides/slide74.xml"/><Relationship Id="rId19" Type="http://schemas.openxmlformats.org/officeDocument/2006/relationships/slide" Target="slides/slide1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038F35-E462-42AB-9282-5D7D5033066A}" type="doc">
      <dgm:prSet loTypeId="urn:microsoft.com/office/officeart/2005/8/layout/hProcess9" loCatId="process" qsTypeId="urn:microsoft.com/office/officeart/2005/8/quickstyle/3d7" qsCatId="3D" csTypeId="urn:microsoft.com/office/officeart/2005/8/colors/accent1_2" csCatId="accent1" phldr="1"/>
      <dgm:spPr/>
    </dgm:pt>
    <dgm:pt modelId="{5E64892B-F3D7-4B93-B85E-BBFF9850D992}">
      <dgm:prSet phldrT="[Texto]"/>
      <dgm:spPr/>
      <dgm:t>
        <a:bodyPr/>
        <a:lstStyle/>
        <a:p>
          <a:r>
            <a:rPr lang="pt-BR" dirty="0" smtClean="0"/>
            <a:t>Validação</a:t>
          </a:r>
          <a:endParaRPr lang="pt-BR" dirty="0"/>
        </a:p>
      </dgm:t>
    </dgm:pt>
    <dgm:pt modelId="{F22D0BF5-6932-4728-89A8-5084320AA8FD}" type="parTrans" cxnId="{B6E2BFFE-9D3C-4089-B398-56391A433820}">
      <dgm:prSet/>
      <dgm:spPr/>
      <dgm:t>
        <a:bodyPr/>
        <a:lstStyle/>
        <a:p>
          <a:endParaRPr lang="pt-BR"/>
        </a:p>
      </dgm:t>
    </dgm:pt>
    <dgm:pt modelId="{55F250C1-4E4C-458B-809C-02CBEC3FD30F}" type="sibTrans" cxnId="{B6E2BFFE-9D3C-4089-B398-56391A433820}">
      <dgm:prSet/>
      <dgm:spPr/>
      <dgm:t>
        <a:bodyPr/>
        <a:lstStyle/>
        <a:p>
          <a:endParaRPr lang="pt-BR"/>
        </a:p>
      </dgm:t>
    </dgm:pt>
    <dgm:pt modelId="{B629531C-44FE-41AE-A911-809F43989522}">
      <dgm:prSet phldrT="[Texto]"/>
      <dgm:spPr/>
      <dgm:t>
        <a:bodyPr/>
        <a:lstStyle/>
        <a:p>
          <a:r>
            <a:rPr lang="pt-BR" dirty="0" smtClean="0"/>
            <a:t>Acionamento</a:t>
          </a:r>
          <a:endParaRPr lang="pt-BR" dirty="0"/>
        </a:p>
      </dgm:t>
    </dgm:pt>
    <dgm:pt modelId="{A2F35346-803F-48FB-83F9-9416871C82EF}" type="parTrans" cxnId="{EBA4D36F-EDAE-4B7C-84B3-02373000333A}">
      <dgm:prSet/>
      <dgm:spPr/>
      <dgm:t>
        <a:bodyPr/>
        <a:lstStyle/>
        <a:p>
          <a:endParaRPr lang="pt-BR"/>
        </a:p>
      </dgm:t>
    </dgm:pt>
    <dgm:pt modelId="{6F560AE3-B884-44D2-9568-584EB6E82A94}" type="sibTrans" cxnId="{EBA4D36F-EDAE-4B7C-84B3-02373000333A}">
      <dgm:prSet/>
      <dgm:spPr/>
      <dgm:t>
        <a:bodyPr/>
        <a:lstStyle/>
        <a:p>
          <a:endParaRPr lang="pt-BR"/>
        </a:p>
      </dgm:t>
    </dgm:pt>
    <dgm:pt modelId="{F6AC8791-7D19-4798-95A6-43966ED17425}">
      <dgm:prSet phldrT="[Texto]"/>
      <dgm:spPr/>
      <dgm:t>
        <a:bodyPr/>
        <a:lstStyle/>
        <a:p>
          <a:r>
            <a:rPr lang="pt-BR" dirty="0" smtClean="0"/>
            <a:t>Atuação</a:t>
          </a:r>
          <a:endParaRPr lang="pt-BR" dirty="0"/>
        </a:p>
      </dgm:t>
    </dgm:pt>
    <dgm:pt modelId="{9DB17D14-733D-4AC5-8195-9D228152D027}" type="parTrans" cxnId="{3ED9E393-1E63-4EDE-A29A-A10BB8F6CF5B}">
      <dgm:prSet/>
      <dgm:spPr/>
      <dgm:t>
        <a:bodyPr/>
        <a:lstStyle/>
        <a:p>
          <a:endParaRPr lang="pt-BR"/>
        </a:p>
      </dgm:t>
    </dgm:pt>
    <dgm:pt modelId="{436834CE-CECF-442D-ADB7-1BEE5CC14E13}" type="sibTrans" cxnId="{3ED9E393-1E63-4EDE-A29A-A10BB8F6CF5B}">
      <dgm:prSet/>
      <dgm:spPr/>
      <dgm:t>
        <a:bodyPr/>
        <a:lstStyle/>
        <a:p>
          <a:endParaRPr lang="pt-BR"/>
        </a:p>
      </dgm:t>
    </dgm:pt>
    <dgm:pt modelId="{20343F71-6C11-48A5-A252-4AD9BB9A5832}">
      <dgm:prSet phldrT="[Texto]"/>
      <dgm:spPr/>
      <dgm:t>
        <a:bodyPr/>
        <a:lstStyle/>
        <a:p>
          <a:r>
            <a:rPr lang="pt-BR" dirty="0" smtClean="0"/>
            <a:t>Fechamento</a:t>
          </a:r>
          <a:endParaRPr lang="pt-BR" dirty="0"/>
        </a:p>
      </dgm:t>
    </dgm:pt>
    <dgm:pt modelId="{2F205932-D531-4E56-B07F-405DACAC33CB}" type="parTrans" cxnId="{01AABF4B-5393-4C39-967A-7C27D4D0C3F3}">
      <dgm:prSet/>
      <dgm:spPr/>
      <dgm:t>
        <a:bodyPr/>
        <a:lstStyle/>
        <a:p>
          <a:endParaRPr lang="pt-BR"/>
        </a:p>
      </dgm:t>
    </dgm:pt>
    <dgm:pt modelId="{CCB877B2-2D80-4D51-B5D8-08A5928B43B4}" type="sibTrans" cxnId="{01AABF4B-5393-4C39-967A-7C27D4D0C3F3}">
      <dgm:prSet/>
      <dgm:spPr/>
      <dgm:t>
        <a:bodyPr/>
        <a:lstStyle/>
        <a:p>
          <a:endParaRPr lang="pt-BR"/>
        </a:p>
      </dgm:t>
    </dgm:pt>
    <dgm:pt modelId="{C2CEB0D6-80DD-454B-99AF-18EE80B52334}">
      <dgm:prSet phldrT="[Texto]"/>
      <dgm:spPr/>
      <dgm:t>
        <a:bodyPr/>
        <a:lstStyle/>
        <a:p>
          <a:r>
            <a:rPr lang="pt-BR" dirty="0" smtClean="0"/>
            <a:t>Escalonamento </a:t>
          </a:r>
          <a:endParaRPr lang="pt-BR" dirty="0"/>
        </a:p>
      </dgm:t>
    </dgm:pt>
    <dgm:pt modelId="{84210670-1E79-41AF-A8E0-1201D1A089A8}" type="parTrans" cxnId="{06284CF4-1088-4D5B-9833-7FDC46C373A5}">
      <dgm:prSet/>
      <dgm:spPr/>
      <dgm:t>
        <a:bodyPr/>
        <a:lstStyle/>
        <a:p>
          <a:endParaRPr lang="pt-BR"/>
        </a:p>
      </dgm:t>
    </dgm:pt>
    <dgm:pt modelId="{8955D4BE-4934-4225-86B5-990C55276850}" type="sibTrans" cxnId="{06284CF4-1088-4D5B-9833-7FDC46C373A5}">
      <dgm:prSet/>
      <dgm:spPr/>
      <dgm:t>
        <a:bodyPr/>
        <a:lstStyle/>
        <a:p>
          <a:endParaRPr lang="pt-BR"/>
        </a:p>
      </dgm:t>
    </dgm:pt>
    <dgm:pt modelId="{3D13FA20-F4E1-4D91-A593-AB135125DD35}">
      <dgm:prSet phldrT="[Texto]"/>
      <dgm:spPr/>
      <dgm:t>
        <a:bodyPr/>
        <a:lstStyle/>
        <a:p>
          <a:r>
            <a:rPr lang="pt-BR" dirty="0" smtClean="0"/>
            <a:t>Validação</a:t>
          </a:r>
          <a:endParaRPr lang="pt-BR" dirty="0"/>
        </a:p>
      </dgm:t>
    </dgm:pt>
    <dgm:pt modelId="{1379FE90-B031-49B7-9936-F58A44672028}" type="parTrans" cxnId="{9F1D44B3-62D1-44F0-8A4E-7DBA41B3174B}">
      <dgm:prSet/>
      <dgm:spPr/>
      <dgm:t>
        <a:bodyPr/>
        <a:lstStyle/>
        <a:p>
          <a:endParaRPr lang="pt-BR"/>
        </a:p>
      </dgm:t>
    </dgm:pt>
    <dgm:pt modelId="{D3ACC569-2488-4AEE-82B0-79B7AFA1FCEF}" type="sibTrans" cxnId="{9F1D44B3-62D1-44F0-8A4E-7DBA41B3174B}">
      <dgm:prSet/>
      <dgm:spPr/>
      <dgm:t>
        <a:bodyPr/>
        <a:lstStyle/>
        <a:p>
          <a:endParaRPr lang="pt-BR"/>
        </a:p>
      </dgm:t>
    </dgm:pt>
    <dgm:pt modelId="{C56C593C-792C-441C-B8A2-4E4FA942E1B8}" type="pres">
      <dgm:prSet presAssocID="{F7038F35-E462-42AB-9282-5D7D5033066A}" presName="CompostProcess" presStyleCnt="0">
        <dgm:presLayoutVars>
          <dgm:dir/>
          <dgm:resizeHandles val="exact"/>
        </dgm:presLayoutVars>
      </dgm:prSet>
      <dgm:spPr/>
    </dgm:pt>
    <dgm:pt modelId="{1137FD7D-E07F-4C75-9673-64A5A8E47E2B}" type="pres">
      <dgm:prSet presAssocID="{F7038F35-E462-42AB-9282-5D7D5033066A}" presName="arrow" presStyleLbl="bgShp" presStyleIdx="0" presStyleCnt="1"/>
      <dgm:spPr/>
    </dgm:pt>
    <dgm:pt modelId="{1555A57F-C7B5-4C5F-9B47-C15D04BCA9B5}" type="pres">
      <dgm:prSet presAssocID="{F7038F35-E462-42AB-9282-5D7D5033066A}" presName="linearProcess" presStyleCnt="0"/>
      <dgm:spPr/>
    </dgm:pt>
    <dgm:pt modelId="{2E8CDED9-10EE-42CB-8EC2-08E97CD49C1D}" type="pres">
      <dgm:prSet presAssocID="{5E64892B-F3D7-4B93-B85E-BBFF9850D992}" presName="text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05AF8D6-8806-4E18-9B6A-8D22F4C60938}" type="pres">
      <dgm:prSet presAssocID="{55F250C1-4E4C-458B-809C-02CBEC3FD30F}" presName="sibTrans" presStyleCnt="0"/>
      <dgm:spPr/>
    </dgm:pt>
    <dgm:pt modelId="{5C1F1DE3-99D5-40FD-8708-3405731E214D}" type="pres">
      <dgm:prSet presAssocID="{B629531C-44FE-41AE-A911-809F43989522}" presName="text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D2CB5A1-904C-4A8C-A85F-69C3A14E5983}" type="pres">
      <dgm:prSet presAssocID="{6F560AE3-B884-44D2-9568-584EB6E82A94}" presName="sibTrans" presStyleCnt="0"/>
      <dgm:spPr/>
    </dgm:pt>
    <dgm:pt modelId="{16FD5F25-DB03-42CF-95D3-9CA8413F2E1A}" type="pres">
      <dgm:prSet presAssocID="{F6AC8791-7D19-4798-95A6-43966ED17425}" presName="text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046772C-5C1E-4933-9870-04EC1AB7C8CE}" type="pres">
      <dgm:prSet presAssocID="{436834CE-CECF-442D-ADB7-1BEE5CC14E13}" presName="sibTrans" presStyleCnt="0"/>
      <dgm:spPr/>
    </dgm:pt>
    <dgm:pt modelId="{7286060C-ADCF-4B08-9989-01FF780891F7}" type="pres">
      <dgm:prSet presAssocID="{C2CEB0D6-80DD-454B-99AF-18EE80B52334}" presName="text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962F97B-050B-4FCE-BF93-8FEF0DA2DE76}" type="pres">
      <dgm:prSet presAssocID="{8955D4BE-4934-4225-86B5-990C55276850}" presName="sibTrans" presStyleCnt="0"/>
      <dgm:spPr/>
    </dgm:pt>
    <dgm:pt modelId="{69860F7C-0C22-48D1-A25B-87BAB99EE035}" type="pres">
      <dgm:prSet presAssocID="{3D13FA20-F4E1-4D91-A593-AB135125DD35}" presName="text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9C7935D-83C2-4CEA-B751-38C97E794700}" type="pres">
      <dgm:prSet presAssocID="{D3ACC569-2488-4AEE-82B0-79B7AFA1FCEF}" presName="sibTrans" presStyleCnt="0"/>
      <dgm:spPr/>
    </dgm:pt>
    <dgm:pt modelId="{534EBCB0-5416-489F-8B08-622A1E5367B6}" type="pres">
      <dgm:prSet presAssocID="{20343F71-6C11-48A5-A252-4AD9BB9A5832}" presName="text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BA275F68-65DC-430E-9E40-D2FB1BF52520}" type="presOf" srcId="{3D13FA20-F4E1-4D91-A593-AB135125DD35}" destId="{69860F7C-0C22-48D1-A25B-87BAB99EE035}" srcOrd="0" destOrd="0" presId="urn:microsoft.com/office/officeart/2005/8/layout/hProcess9"/>
    <dgm:cxn modelId="{9F1D44B3-62D1-44F0-8A4E-7DBA41B3174B}" srcId="{F7038F35-E462-42AB-9282-5D7D5033066A}" destId="{3D13FA20-F4E1-4D91-A593-AB135125DD35}" srcOrd="4" destOrd="0" parTransId="{1379FE90-B031-49B7-9936-F58A44672028}" sibTransId="{D3ACC569-2488-4AEE-82B0-79B7AFA1FCEF}"/>
    <dgm:cxn modelId="{B6E2BFFE-9D3C-4089-B398-56391A433820}" srcId="{F7038F35-E462-42AB-9282-5D7D5033066A}" destId="{5E64892B-F3D7-4B93-B85E-BBFF9850D992}" srcOrd="0" destOrd="0" parTransId="{F22D0BF5-6932-4728-89A8-5084320AA8FD}" sibTransId="{55F250C1-4E4C-458B-809C-02CBEC3FD30F}"/>
    <dgm:cxn modelId="{17E31DCB-573B-4767-AE64-2C1677E5017A}" type="presOf" srcId="{C2CEB0D6-80DD-454B-99AF-18EE80B52334}" destId="{7286060C-ADCF-4B08-9989-01FF780891F7}" srcOrd="0" destOrd="0" presId="urn:microsoft.com/office/officeart/2005/8/layout/hProcess9"/>
    <dgm:cxn modelId="{EBA4D36F-EDAE-4B7C-84B3-02373000333A}" srcId="{F7038F35-E462-42AB-9282-5D7D5033066A}" destId="{B629531C-44FE-41AE-A911-809F43989522}" srcOrd="1" destOrd="0" parTransId="{A2F35346-803F-48FB-83F9-9416871C82EF}" sibTransId="{6F560AE3-B884-44D2-9568-584EB6E82A94}"/>
    <dgm:cxn modelId="{906CB820-D6A0-4007-A75C-82CB58DA3765}" type="presOf" srcId="{B629531C-44FE-41AE-A911-809F43989522}" destId="{5C1F1DE3-99D5-40FD-8708-3405731E214D}" srcOrd="0" destOrd="0" presId="urn:microsoft.com/office/officeart/2005/8/layout/hProcess9"/>
    <dgm:cxn modelId="{01AABF4B-5393-4C39-967A-7C27D4D0C3F3}" srcId="{F7038F35-E462-42AB-9282-5D7D5033066A}" destId="{20343F71-6C11-48A5-A252-4AD9BB9A5832}" srcOrd="5" destOrd="0" parTransId="{2F205932-D531-4E56-B07F-405DACAC33CB}" sibTransId="{CCB877B2-2D80-4D51-B5D8-08A5928B43B4}"/>
    <dgm:cxn modelId="{3ED9E393-1E63-4EDE-A29A-A10BB8F6CF5B}" srcId="{F7038F35-E462-42AB-9282-5D7D5033066A}" destId="{F6AC8791-7D19-4798-95A6-43966ED17425}" srcOrd="2" destOrd="0" parTransId="{9DB17D14-733D-4AC5-8195-9D228152D027}" sibTransId="{436834CE-CECF-442D-ADB7-1BEE5CC14E13}"/>
    <dgm:cxn modelId="{0BD353AA-46F4-4E8F-8A95-E3F698AB71C6}" type="presOf" srcId="{20343F71-6C11-48A5-A252-4AD9BB9A5832}" destId="{534EBCB0-5416-489F-8B08-622A1E5367B6}" srcOrd="0" destOrd="0" presId="urn:microsoft.com/office/officeart/2005/8/layout/hProcess9"/>
    <dgm:cxn modelId="{D21DA06D-6CDE-47EF-9028-6D6A86FCAA72}" type="presOf" srcId="{F6AC8791-7D19-4798-95A6-43966ED17425}" destId="{16FD5F25-DB03-42CF-95D3-9CA8413F2E1A}" srcOrd="0" destOrd="0" presId="urn:microsoft.com/office/officeart/2005/8/layout/hProcess9"/>
    <dgm:cxn modelId="{06284CF4-1088-4D5B-9833-7FDC46C373A5}" srcId="{F7038F35-E462-42AB-9282-5D7D5033066A}" destId="{C2CEB0D6-80DD-454B-99AF-18EE80B52334}" srcOrd="3" destOrd="0" parTransId="{84210670-1E79-41AF-A8E0-1201D1A089A8}" sibTransId="{8955D4BE-4934-4225-86B5-990C55276850}"/>
    <dgm:cxn modelId="{A755A068-4D5C-4848-94B6-B92568D367A3}" type="presOf" srcId="{5E64892B-F3D7-4B93-B85E-BBFF9850D992}" destId="{2E8CDED9-10EE-42CB-8EC2-08E97CD49C1D}" srcOrd="0" destOrd="0" presId="urn:microsoft.com/office/officeart/2005/8/layout/hProcess9"/>
    <dgm:cxn modelId="{DDE9FE85-69CF-4F36-8C45-478F6814958E}" type="presOf" srcId="{F7038F35-E462-42AB-9282-5D7D5033066A}" destId="{C56C593C-792C-441C-B8A2-4E4FA942E1B8}" srcOrd="0" destOrd="0" presId="urn:microsoft.com/office/officeart/2005/8/layout/hProcess9"/>
    <dgm:cxn modelId="{706633D6-84DD-4242-9264-AE99B1AD9AFD}" type="presParOf" srcId="{C56C593C-792C-441C-B8A2-4E4FA942E1B8}" destId="{1137FD7D-E07F-4C75-9673-64A5A8E47E2B}" srcOrd="0" destOrd="0" presId="urn:microsoft.com/office/officeart/2005/8/layout/hProcess9"/>
    <dgm:cxn modelId="{F50176FC-F80C-4600-82F2-98D9C50C6EF4}" type="presParOf" srcId="{C56C593C-792C-441C-B8A2-4E4FA942E1B8}" destId="{1555A57F-C7B5-4C5F-9B47-C15D04BCA9B5}" srcOrd="1" destOrd="0" presId="urn:microsoft.com/office/officeart/2005/8/layout/hProcess9"/>
    <dgm:cxn modelId="{6C6DBAAA-9DDF-429D-B5D0-BDDBEF2955DF}" type="presParOf" srcId="{1555A57F-C7B5-4C5F-9B47-C15D04BCA9B5}" destId="{2E8CDED9-10EE-42CB-8EC2-08E97CD49C1D}" srcOrd="0" destOrd="0" presId="urn:microsoft.com/office/officeart/2005/8/layout/hProcess9"/>
    <dgm:cxn modelId="{2FB7D842-7227-4AA9-9707-8BE535CE7D42}" type="presParOf" srcId="{1555A57F-C7B5-4C5F-9B47-C15D04BCA9B5}" destId="{205AF8D6-8806-4E18-9B6A-8D22F4C60938}" srcOrd="1" destOrd="0" presId="urn:microsoft.com/office/officeart/2005/8/layout/hProcess9"/>
    <dgm:cxn modelId="{EB6713E9-612C-436F-BC8B-73E991ED9471}" type="presParOf" srcId="{1555A57F-C7B5-4C5F-9B47-C15D04BCA9B5}" destId="{5C1F1DE3-99D5-40FD-8708-3405731E214D}" srcOrd="2" destOrd="0" presId="urn:microsoft.com/office/officeart/2005/8/layout/hProcess9"/>
    <dgm:cxn modelId="{B7855258-D632-4E73-8ACB-E09562AD0385}" type="presParOf" srcId="{1555A57F-C7B5-4C5F-9B47-C15D04BCA9B5}" destId="{8D2CB5A1-904C-4A8C-A85F-69C3A14E5983}" srcOrd="3" destOrd="0" presId="urn:microsoft.com/office/officeart/2005/8/layout/hProcess9"/>
    <dgm:cxn modelId="{0F02D769-03D0-43E2-BC73-54E4F2A0B38F}" type="presParOf" srcId="{1555A57F-C7B5-4C5F-9B47-C15D04BCA9B5}" destId="{16FD5F25-DB03-42CF-95D3-9CA8413F2E1A}" srcOrd="4" destOrd="0" presId="urn:microsoft.com/office/officeart/2005/8/layout/hProcess9"/>
    <dgm:cxn modelId="{C51C9524-A5B0-4B3B-B9D9-FC645E031D88}" type="presParOf" srcId="{1555A57F-C7B5-4C5F-9B47-C15D04BCA9B5}" destId="{C046772C-5C1E-4933-9870-04EC1AB7C8CE}" srcOrd="5" destOrd="0" presId="urn:microsoft.com/office/officeart/2005/8/layout/hProcess9"/>
    <dgm:cxn modelId="{C7695FDB-D07F-4952-BAD1-9AC3B090112A}" type="presParOf" srcId="{1555A57F-C7B5-4C5F-9B47-C15D04BCA9B5}" destId="{7286060C-ADCF-4B08-9989-01FF780891F7}" srcOrd="6" destOrd="0" presId="urn:microsoft.com/office/officeart/2005/8/layout/hProcess9"/>
    <dgm:cxn modelId="{3DF37686-D0E6-4BAA-9EEC-1A38F9C2F841}" type="presParOf" srcId="{1555A57F-C7B5-4C5F-9B47-C15D04BCA9B5}" destId="{D962F97B-050B-4FCE-BF93-8FEF0DA2DE76}" srcOrd="7" destOrd="0" presId="urn:microsoft.com/office/officeart/2005/8/layout/hProcess9"/>
    <dgm:cxn modelId="{34223764-47A8-4727-AC6A-6D96CF9886F3}" type="presParOf" srcId="{1555A57F-C7B5-4C5F-9B47-C15D04BCA9B5}" destId="{69860F7C-0C22-48D1-A25B-87BAB99EE035}" srcOrd="8" destOrd="0" presId="urn:microsoft.com/office/officeart/2005/8/layout/hProcess9"/>
    <dgm:cxn modelId="{C1BE10AE-F6DC-4B0B-8A30-AD39CA0ADE07}" type="presParOf" srcId="{1555A57F-C7B5-4C5F-9B47-C15D04BCA9B5}" destId="{F9C7935D-83C2-4CEA-B751-38C97E794700}" srcOrd="9" destOrd="0" presId="urn:microsoft.com/office/officeart/2005/8/layout/hProcess9"/>
    <dgm:cxn modelId="{D3716D9B-4E9B-4E8E-9FB6-B4A9B29BD716}" type="presParOf" srcId="{1555A57F-C7B5-4C5F-9B47-C15D04BCA9B5}" destId="{534EBCB0-5416-489F-8B08-622A1E5367B6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7038F35-E462-42AB-9282-5D7D5033066A}" type="doc">
      <dgm:prSet loTypeId="urn:microsoft.com/office/officeart/2005/8/layout/hProcess9" loCatId="process" qsTypeId="urn:microsoft.com/office/officeart/2005/8/quickstyle/3d7" qsCatId="3D" csTypeId="urn:microsoft.com/office/officeart/2005/8/colors/accent1_2" csCatId="accent1" phldr="1"/>
      <dgm:spPr/>
    </dgm:pt>
    <dgm:pt modelId="{5E64892B-F3D7-4B93-B85E-BBFF9850D992}">
      <dgm:prSet phldrT="[Texto]"/>
      <dgm:spPr/>
      <dgm:t>
        <a:bodyPr/>
        <a:lstStyle/>
        <a:p>
          <a:r>
            <a:rPr lang="pt-BR" dirty="0" smtClean="0"/>
            <a:t>Validação</a:t>
          </a:r>
          <a:endParaRPr lang="pt-BR" dirty="0"/>
        </a:p>
      </dgm:t>
    </dgm:pt>
    <dgm:pt modelId="{F22D0BF5-6932-4728-89A8-5084320AA8FD}" type="parTrans" cxnId="{B6E2BFFE-9D3C-4089-B398-56391A433820}">
      <dgm:prSet/>
      <dgm:spPr/>
      <dgm:t>
        <a:bodyPr/>
        <a:lstStyle/>
        <a:p>
          <a:endParaRPr lang="pt-BR"/>
        </a:p>
      </dgm:t>
    </dgm:pt>
    <dgm:pt modelId="{55F250C1-4E4C-458B-809C-02CBEC3FD30F}" type="sibTrans" cxnId="{B6E2BFFE-9D3C-4089-B398-56391A433820}">
      <dgm:prSet/>
      <dgm:spPr/>
      <dgm:t>
        <a:bodyPr/>
        <a:lstStyle/>
        <a:p>
          <a:endParaRPr lang="pt-BR"/>
        </a:p>
      </dgm:t>
    </dgm:pt>
    <dgm:pt modelId="{B629531C-44FE-41AE-A911-809F43989522}">
      <dgm:prSet phldrT="[Texto]"/>
      <dgm:spPr/>
      <dgm:t>
        <a:bodyPr/>
        <a:lstStyle/>
        <a:p>
          <a:r>
            <a:rPr lang="pt-BR" dirty="0" smtClean="0"/>
            <a:t>Acionamento</a:t>
          </a:r>
          <a:endParaRPr lang="pt-BR" dirty="0"/>
        </a:p>
      </dgm:t>
    </dgm:pt>
    <dgm:pt modelId="{A2F35346-803F-48FB-83F9-9416871C82EF}" type="parTrans" cxnId="{EBA4D36F-EDAE-4B7C-84B3-02373000333A}">
      <dgm:prSet/>
      <dgm:spPr/>
      <dgm:t>
        <a:bodyPr/>
        <a:lstStyle/>
        <a:p>
          <a:endParaRPr lang="pt-BR"/>
        </a:p>
      </dgm:t>
    </dgm:pt>
    <dgm:pt modelId="{6F560AE3-B884-44D2-9568-584EB6E82A94}" type="sibTrans" cxnId="{EBA4D36F-EDAE-4B7C-84B3-02373000333A}">
      <dgm:prSet/>
      <dgm:spPr/>
      <dgm:t>
        <a:bodyPr/>
        <a:lstStyle/>
        <a:p>
          <a:endParaRPr lang="pt-BR"/>
        </a:p>
      </dgm:t>
    </dgm:pt>
    <dgm:pt modelId="{F6AC8791-7D19-4798-95A6-43966ED17425}">
      <dgm:prSet phldrT="[Texto]"/>
      <dgm:spPr/>
      <dgm:t>
        <a:bodyPr/>
        <a:lstStyle/>
        <a:p>
          <a:r>
            <a:rPr lang="pt-BR" dirty="0" smtClean="0"/>
            <a:t>Atuação</a:t>
          </a:r>
          <a:endParaRPr lang="pt-BR" dirty="0"/>
        </a:p>
      </dgm:t>
    </dgm:pt>
    <dgm:pt modelId="{9DB17D14-733D-4AC5-8195-9D228152D027}" type="parTrans" cxnId="{3ED9E393-1E63-4EDE-A29A-A10BB8F6CF5B}">
      <dgm:prSet/>
      <dgm:spPr/>
      <dgm:t>
        <a:bodyPr/>
        <a:lstStyle/>
        <a:p>
          <a:endParaRPr lang="pt-BR"/>
        </a:p>
      </dgm:t>
    </dgm:pt>
    <dgm:pt modelId="{436834CE-CECF-442D-ADB7-1BEE5CC14E13}" type="sibTrans" cxnId="{3ED9E393-1E63-4EDE-A29A-A10BB8F6CF5B}">
      <dgm:prSet/>
      <dgm:spPr/>
      <dgm:t>
        <a:bodyPr/>
        <a:lstStyle/>
        <a:p>
          <a:endParaRPr lang="pt-BR"/>
        </a:p>
      </dgm:t>
    </dgm:pt>
    <dgm:pt modelId="{20343F71-6C11-48A5-A252-4AD9BB9A5832}">
      <dgm:prSet phldrT="[Texto]"/>
      <dgm:spPr/>
      <dgm:t>
        <a:bodyPr/>
        <a:lstStyle/>
        <a:p>
          <a:r>
            <a:rPr lang="pt-BR" dirty="0" smtClean="0"/>
            <a:t>Fechamento</a:t>
          </a:r>
          <a:endParaRPr lang="pt-BR" dirty="0"/>
        </a:p>
      </dgm:t>
    </dgm:pt>
    <dgm:pt modelId="{2F205932-D531-4E56-B07F-405DACAC33CB}" type="parTrans" cxnId="{01AABF4B-5393-4C39-967A-7C27D4D0C3F3}">
      <dgm:prSet/>
      <dgm:spPr/>
      <dgm:t>
        <a:bodyPr/>
        <a:lstStyle/>
        <a:p>
          <a:endParaRPr lang="pt-BR"/>
        </a:p>
      </dgm:t>
    </dgm:pt>
    <dgm:pt modelId="{CCB877B2-2D80-4D51-B5D8-08A5928B43B4}" type="sibTrans" cxnId="{01AABF4B-5393-4C39-967A-7C27D4D0C3F3}">
      <dgm:prSet/>
      <dgm:spPr/>
      <dgm:t>
        <a:bodyPr/>
        <a:lstStyle/>
        <a:p>
          <a:endParaRPr lang="pt-BR"/>
        </a:p>
      </dgm:t>
    </dgm:pt>
    <dgm:pt modelId="{C2CEB0D6-80DD-454B-99AF-18EE80B52334}">
      <dgm:prSet phldrT="[Texto]"/>
      <dgm:spPr/>
      <dgm:t>
        <a:bodyPr/>
        <a:lstStyle/>
        <a:p>
          <a:r>
            <a:rPr lang="pt-BR" dirty="0" smtClean="0"/>
            <a:t>Escalonamento </a:t>
          </a:r>
          <a:endParaRPr lang="pt-BR" dirty="0"/>
        </a:p>
      </dgm:t>
    </dgm:pt>
    <dgm:pt modelId="{84210670-1E79-41AF-A8E0-1201D1A089A8}" type="parTrans" cxnId="{06284CF4-1088-4D5B-9833-7FDC46C373A5}">
      <dgm:prSet/>
      <dgm:spPr/>
      <dgm:t>
        <a:bodyPr/>
        <a:lstStyle/>
        <a:p>
          <a:endParaRPr lang="pt-BR"/>
        </a:p>
      </dgm:t>
    </dgm:pt>
    <dgm:pt modelId="{8955D4BE-4934-4225-86B5-990C55276850}" type="sibTrans" cxnId="{06284CF4-1088-4D5B-9833-7FDC46C373A5}">
      <dgm:prSet/>
      <dgm:spPr/>
      <dgm:t>
        <a:bodyPr/>
        <a:lstStyle/>
        <a:p>
          <a:endParaRPr lang="pt-BR"/>
        </a:p>
      </dgm:t>
    </dgm:pt>
    <dgm:pt modelId="{3D13FA20-F4E1-4D91-A593-AB135125DD35}">
      <dgm:prSet phldrT="[Texto]"/>
      <dgm:spPr/>
      <dgm:t>
        <a:bodyPr/>
        <a:lstStyle/>
        <a:p>
          <a:r>
            <a:rPr lang="pt-BR" dirty="0" smtClean="0"/>
            <a:t>Validação</a:t>
          </a:r>
          <a:endParaRPr lang="pt-BR" dirty="0"/>
        </a:p>
      </dgm:t>
    </dgm:pt>
    <dgm:pt modelId="{1379FE90-B031-49B7-9936-F58A44672028}" type="parTrans" cxnId="{9F1D44B3-62D1-44F0-8A4E-7DBA41B3174B}">
      <dgm:prSet/>
      <dgm:spPr/>
      <dgm:t>
        <a:bodyPr/>
        <a:lstStyle/>
        <a:p>
          <a:endParaRPr lang="pt-BR"/>
        </a:p>
      </dgm:t>
    </dgm:pt>
    <dgm:pt modelId="{D3ACC569-2488-4AEE-82B0-79B7AFA1FCEF}" type="sibTrans" cxnId="{9F1D44B3-62D1-44F0-8A4E-7DBA41B3174B}">
      <dgm:prSet/>
      <dgm:spPr/>
      <dgm:t>
        <a:bodyPr/>
        <a:lstStyle/>
        <a:p>
          <a:endParaRPr lang="pt-BR"/>
        </a:p>
      </dgm:t>
    </dgm:pt>
    <dgm:pt modelId="{C56C593C-792C-441C-B8A2-4E4FA942E1B8}" type="pres">
      <dgm:prSet presAssocID="{F7038F35-E462-42AB-9282-5D7D5033066A}" presName="CompostProcess" presStyleCnt="0">
        <dgm:presLayoutVars>
          <dgm:dir/>
          <dgm:resizeHandles val="exact"/>
        </dgm:presLayoutVars>
      </dgm:prSet>
      <dgm:spPr/>
    </dgm:pt>
    <dgm:pt modelId="{1137FD7D-E07F-4C75-9673-64A5A8E47E2B}" type="pres">
      <dgm:prSet presAssocID="{F7038F35-E462-42AB-9282-5D7D5033066A}" presName="arrow" presStyleLbl="bgShp" presStyleIdx="0" presStyleCnt="1"/>
      <dgm:spPr/>
    </dgm:pt>
    <dgm:pt modelId="{1555A57F-C7B5-4C5F-9B47-C15D04BCA9B5}" type="pres">
      <dgm:prSet presAssocID="{F7038F35-E462-42AB-9282-5D7D5033066A}" presName="linearProcess" presStyleCnt="0"/>
      <dgm:spPr/>
    </dgm:pt>
    <dgm:pt modelId="{2E8CDED9-10EE-42CB-8EC2-08E97CD49C1D}" type="pres">
      <dgm:prSet presAssocID="{5E64892B-F3D7-4B93-B85E-BBFF9850D992}" presName="text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05AF8D6-8806-4E18-9B6A-8D22F4C60938}" type="pres">
      <dgm:prSet presAssocID="{55F250C1-4E4C-458B-809C-02CBEC3FD30F}" presName="sibTrans" presStyleCnt="0"/>
      <dgm:spPr/>
    </dgm:pt>
    <dgm:pt modelId="{5C1F1DE3-99D5-40FD-8708-3405731E214D}" type="pres">
      <dgm:prSet presAssocID="{B629531C-44FE-41AE-A911-809F43989522}" presName="text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D2CB5A1-904C-4A8C-A85F-69C3A14E5983}" type="pres">
      <dgm:prSet presAssocID="{6F560AE3-B884-44D2-9568-584EB6E82A94}" presName="sibTrans" presStyleCnt="0"/>
      <dgm:spPr/>
    </dgm:pt>
    <dgm:pt modelId="{16FD5F25-DB03-42CF-95D3-9CA8413F2E1A}" type="pres">
      <dgm:prSet presAssocID="{F6AC8791-7D19-4798-95A6-43966ED17425}" presName="text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046772C-5C1E-4933-9870-04EC1AB7C8CE}" type="pres">
      <dgm:prSet presAssocID="{436834CE-CECF-442D-ADB7-1BEE5CC14E13}" presName="sibTrans" presStyleCnt="0"/>
      <dgm:spPr/>
    </dgm:pt>
    <dgm:pt modelId="{7286060C-ADCF-4B08-9989-01FF780891F7}" type="pres">
      <dgm:prSet presAssocID="{C2CEB0D6-80DD-454B-99AF-18EE80B52334}" presName="text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962F97B-050B-4FCE-BF93-8FEF0DA2DE76}" type="pres">
      <dgm:prSet presAssocID="{8955D4BE-4934-4225-86B5-990C55276850}" presName="sibTrans" presStyleCnt="0"/>
      <dgm:spPr/>
    </dgm:pt>
    <dgm:pt modelId="{69860F7C-0C22-48D1-A25B-87BAB99EE035}" type="pres">
      <dgm:prSet presAssocID="{3D13FA20-F4E1-4D91-A593-AB135125DD35}" presName="text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9C7935D-83C2-4CEA-B751-38C97E794700}" type="pres">
      <dgm:prSet presAssocID="{D3ACC569-2488-4AEE-82B0-79B7AFA1FCEF}" presName="sibTrans" presStyleCnt="0"/>
      <dgm:spPr/>
    </dgm:pt>
    <dgm:pt modelId="{534EBCB0-5416-489F-8B08-622A1E5367B6}" type="pres">
      <dgm:prSet presAssocID="{20343F71-6C11-48A5-A252-4AD9BB9A5832}" presName="text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9F1D44B3-62D1-44F0-8A4E-7DBA41B3174B}" srcId="{F7038F35-E462-42AB-9282-5D7D5033066A}" destId="{3D13FA20-F4E1-4D91-A593-AB135125DD35}" srcOrd="4" destOrd="0" parTransId="{1379FE90-B031-49B7-9936-F58A44672028}" sibTransId="{D3ACC569-2488-4AEE-82B0-79B7AFA1FCEF}"/>
    <dgm:cxn modelId="{B6E2BFFE-9D3C-4089-B398-56391A433820}" srcId="{F7038F35-E462-42AB-9282-5D7D5033066A}" destId="{5E64892B-F3D7-4B93-B85E-BBFF9850D992}" srcOrd="0" destOrd="0" parTransId="{F22D0BF5-6932-4728-89A8-5084320AA8FD}" sibTransId="{55F250C1-4E4C-458B-809C-02CBEC3FD30F}"/>
    <dgm:cxn modelId="{5A8D9754-81F4-4136-882A-D597A0AEA10D}" type="presOf" srcId="{20343F71-6C11-48A5-A252-4AD9BB9A5832}" destId="{534EBCB0-5416-489F-8B08-622A1E5367B6}" srcOrd="0" destOrd="0" presId="urn:microsoft.com/office/officeart/2005/8/layout/hProcess9"/>
    <dgm:cxn modelId="{EBA4D36F-EDAE-4B7C-84B3-02373000333A}" srcId="{F7038F35-E462-42AB-9282-5D7D5033066A}" destId="{B629531C-44FE-41AE-A911-809F43989522}" srcOrd="1" destOrd="0" parTransId="{A2F35346-803F-48FB-83F9-9416871C82EF}" sibTransId="{6F560AE3-B884-44D2-9568-584EB6E82A94}"/>
    <dgm:cxn modelId="{12DC28AF-FB35-40F9-9B32-15B60499C716}" type="presOf" srcId="{B629531C-44FE-41AE-A911-809F43989522}" destId="{5C1F1DE3-99D5-40FD-8708-3405731E214D}" srcOrd="0" destOrd="0" presId="urn:microsoft.com/office/officeart/2005/8/layout/hProcess9"/>
    <dgm:cxn modelId="{01AABF4B-5393-4C39-967A-7C27D4D0C3F3}" srcId="{F7038F35-E462-42AB-9282-5D7D5033066A}" destId="{20343F71-6C11-48A5-A252-4AD9BB9A5832}" srcOrd="5" destOrd="0" parTransId="{2F205932-D531-4E56-B07F-405DACAC33CB}" sibTransId="{CCB877B2-2D80-4D51-B5D8-08A5928B43B4}"/>
    <dgm:cxn modelId="{3ED9E393-1E63-4EDE-A29A-A10BB8F6CF5B}" srcId="{F7038F35-E462-42AB-9282-5D7D5033066A}" destId="{F6AC8791-7D19-4798-95A6-43966ED17425}" srcOrd="2" destOrd="0" parTransId="{9DB17D14-733D-4AC5-8195-9D228152D027}" sibTransId="{436834CE-CECF-442D-ADB7-1BEE5CC14E13}"/>
    <dgm:cxn modelId="{0E31D8F1-4EEE-4E5F-AADD-C8E01694D38A}" type="presOf" srcId="{F7038F35-E462-42AB-9282-5D7D5033066A}" destId="{C56C593C-792C-441C-B8A2-4E4FA942E1B8}" srcOrd="0" destOrd="0" presId="urn:microsoft.com/office/officeart/2005/8/layout/hProcess9"/>
    <dgm:cxn modelId="{510A19AC-BD61-4605-9A38-74F2E7B75C6F}" type="presOf" srcId="{5E64892B-F3D7-4B93-B85E-BBFF9850D992}" destId="{2E8CDED9-10EE-42CB-8EC2-08E97CD49C1D}" srcOrd="0" destOrd="0" presId="urn:microsoft.com/office/officeart/2005/8/layout/hProcess9"/>
    <dgm:cxn modelId="{06284CF4-1088-4D5B-9833-7FDC46C373A5}" srcId="{F7038F35-E462-42AB-9282-5D7D5033066A}" destId="{C2CEB0D6-80DD-454B-99AF-18EE80B52334}" srcOrd="3" destOrd="0" parTransId="{84210670-1E79-41AF-A8E0-1201D1A089A8}" sibTransId="{8955D4BE-4934-4225-86B5-990C55276850}"/>
    <dgm:cxn modelId="{F33D4FAE-8DA8-413D-8CD1-BC4BDBCF4705}" type="presOf" srcId="{F6AC8791-7D19-4798-95A6-43966ED17425}" destId="{16FD5F25-DB03-42CF-95D3-9CA8413F2E1A}" srcOrd="0" destOrd="0" presId="urn:microsoft.com/office/officeart/2005/8/layout/hProcess9"/>
    <dgm:cxn modelId="{991599C2-BD82-4B2F-97C6-6BB5AB542CFF}" type="presOf" srcId="{3D13FA20-F4E1-4D91-A593-AB135125DD35}" destId="{69860F7C-0C22-48D1-A25B-87BAB99EE035}" srcOrd="0" destOrd="0" presId="urn:microsoft.com/office/officeart/2005/8/layout/hProcess9"/>
    <dgm:cxn modelId="{D530B166-38D8-41D7-87B4-DA58F6B2E5ED}" type="presOf" srcId="{C2CEB0D6-80DD-454B-99AF-18EE80B52334}" destId="{7286060C-ADCF-4B08-9989-01FF780891F7}" srcOrd="0" destOrd="0" presId="urn:microsoft.com/office/officeart/2005/8/layout/hProcess9"/>
    <dgm:cxn modelId="{27D324B3-D7DB-4F84-9282-B8FFE95651F9}" type="presParOf" srcId="{C56C593C-792C-441C-B8A2-4E4FA942E1B8}" destId="{1137FD7D-E07F-4C75-9673-64A5A8E47E2B}" srcOrd="0" destOrd="0" presId="urn:microsoft.com/office/officeart/2005/8/layout/hProcess9"/>
    <dgm:cxn modelId="{BAD3C29A-95EE-477C-94E6-524AF8E38B14}" type="presParOf" srcId="{C56C593C-792C-441C-B8A2-4E4FA942E1B8}" destId="{1555A57F-C7B5-4C5F-9B47-C15D04BCA9B5}" srcOrd="1" destOrd="0" presId="urn:microsoft.com/office/officeart/2005/8/layout/hProcess9"/>
    <dgm:cxn modelId="{1C4BD31F-D578-4F56-85D3-F4D2A679B37C}" type="presParOf" srcId="{1555A57F-C7B5-4C5F-9B47-C15D04BCA9B5}" destId="{2E8CDED9-10EE-42CB-8EC2-08E97CD49C1D}" srcOrd="0" destOrd="0" presId="urn:microsoft.com/office/officeart/2005/8/layout/hProcess9"/>
    <dgm:cxn modelId="{9626F0D6-8081-481C-B7D4-57C8DE3AA2BD}" type="presParOf" srcId="{1555A57F-C7B5-4C5F-9B47-C15D04BCA9B5}" destId="{205AF8D6-8806-4E18-9B6A-8D22F4C60938}" srcOrd="1" destOrd="0" presId="urn:microsoft.com/office/officeart/2005/8/layout/hProcess9"/>
    <dgm:cxn modelId="{FF8650B6-B73F-418B-BDFE-B6E51B90BE64}" type="presParOf" srcId="{1555A57F-C7B5-4C5F-9B47-C15D04BCA9B5}" destId="{5C1F1DE3-99D5-40FD-8708-3405731E214D}" srcOrd="2" destOrd="0" presId="urn:microsoft.com/office/officeart/2005/8/layout/hProcess9"/>
    <dgm:cxn modelId="{DDF0269A-54AB-4FEE-BB5E-E380B8DE80B7}" type="presParOf" srcId="{1555A57F-C7B5-4C5F-9B47-C15D04BCA9B5}" destId="{8D2CB5A1-904C-4A8C-A85F-69C3A14E5983}" srcOrd="3" destOrd="0" presId="urn:microsoft.com/office/officeart/2005/8/layout/hProcess9"/>
    <dgm:cxn modelId="{D4271957-F2AB-4620-9BCB-C6583151E8AC}" type="presParOf" srcId="{1555A57F-C7B5-4C5F-9B47-C15D04BCA9B5}" destId="{16FD5F25-DB03-42CF-95D3-9CA8413F2E1A}" srcOrd="4" destOrd="0" presId="urn:microsoft.com/office/officeart/2005/8/layout/hProcess9"/>
    <dgm:cxn modelId="{90FF772F-ACAA-42B8-8619-482257CBF801}" type="presParOf" srcId="{1555A57F-C7B5-4C5F-9B47-C15D04BCA9B5}" destId="{C046772C-5C1E-4933-9870-04EC1AB7C8CE}" srcOrd="5" destOrd="0" presId="urn:microsoft.com/office/officeart/2005/8/layout/hProcess9"/>
    <dgm:cxn modelId="{05B4792C-C054-4C7A-B012-C518AE354400}" type="presParOf" srcId="{1555A57F-C7B5-4C5F-9B47-C15D04BCA9B5}" destId="{7286060C-ADCF-4B08-9989-01FF780891F7}" srcOrd="6" destOrd="0" presId="urn:microsoft.com/office/officeart/2005/8/layout/hProcess9"/>
    <dgm:cxn modelId="{4B46292D-6AB9-4D42-8B1E-6E4BC5626BB3}" type="presParOf" srcId="{1555A57F-C7B5-4C5F-9B47-C15D04BCA9B5}" destId="{D962F97B-050B-4FCE-BF93-8FEF0DA2DE76}" srcOrd="7" destOrd="0" presId="urn:microsoft.com/office/officeart/2005/8/layout/hProcess9"/>
    <dgm:cxn modelId="{6C0C14E6-B833-43ED-B56F-EA94F918FEBA}" type="presParOf" srcId="{1555A57F-C7B5-4C5F-9B47-C15D04BCA9B5}" destId="{69860F7C-0C22-48D1-A25B-87BAB99EE035}" srcOrd="8" destOrd="0" presId="urn:microsoft.com/office/officeart/2005/8/layout/hProcess9"/>
    <dgm:cxn modelId="{24B2D28D-AB60-410D-8E64-312DFE079B4E}" type="presParOf" srcId="{1555A57F-C7B5-4C5F-9B47-C15D04BCA9B5}" destId="{F9C7935D-83C2-4CEA-B751-38C97E794700}" srcOrd="9" destOrd="0" presId="urn:microsoft.com/office/officeart/2005/8/layout/hProcess9"/>
    <dgm:cxn modelId="{ADBB0221-B0DC-4049-B1E3-6F81432AB76D}" type="presParOf" srcId="{1555A57F-C7B5-4C5F-9B47-C15D04BCA9B5}" destId="{534EBCB0-5416-489F-8B08-622A1E5367B6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7038F35-E462-42AB-9282-5D7D5033066A}" type="doc">
      <dgm:prSet loTypeId="urn:microsoft.com/office/officeart/2005/8/layout/hProcess9" loCatId="process" qsTypeId="urn:microsoft.com/office/officeart/2005/8/quickstyle/3d7" qsCatId="3D" csTypeId="urn:microsoft.com/office/officeart/2005/8/colors/accent1_2" csCatId="accent1" phldr="1"/>
      <dgm:spPr/>
    </dgm:pt>
    <dgm:pt modelId="{5E64892B-F3D7-4B93-B85E-BBFF9850D992}">
      <dgm:prSet phldrT="[Texto]"/>
      <dgm:spPr/>
      <dgm:t>
        <a:bodyPr/>
        <a:lstStyle/>
        <a:p>
          <a:r>
            <a:rPr lang="pt-BR" dirty="0" smtClean="0"/>
            <a:t>Validação</a:t>
          </a:r>
          <a:endParaRPr lang="pt-BR" dirty="0"/>
        </a:p>
      </dgm:t>
    </dgm:pt>
    <dgm:pt modelId="{F22D0BF5-6932-4728-89A8-5084320AA8FD}" type="parTrans" cxnId="{B6E2BFFE-9D3C-4089-B398-56391A433820}">
      <dgm:prSet/>
      <dgm:spPr/>
      <dgm:t>
        <a:bodyPr/>
        <a:lstStyle/>
        <a:p>
          <a:endParaRPr lang="pt-BR"/>
        </a:p>
      </dgm:t>
    </dgm:pt>
    <dgm:pt modelId="{55F250C1-4E4C-458B-809C-02CBEC3FD30F}" type="sibTrans" cxnId="{B6E2BFFE-9D3C-4089-B398-56391A433820}">
      <dgm:prSet/>
      <dgm:spPr/>
      <dgm:t>
        <a:bodyPr/>
        <a:lstStyle/>
        <a:p>
          <a:endParaRPr lang="pt-BR"/>
        </a:p>
      </dgm:t>
    </dgm:pt>
    <dgm:pt modelId="{B629531C-44FE-41AE-A911-809F43989522}">
      <dgm:prSet phldrT="[Texto]"/>
      <dgm:spPr/>
      <dgm:t>
        <a:bodyPr/>
        <a:lstStyle/>
        <a:p>
          <a:r>
            <a:rPr lang="pt-BR" dirty="0" smtClean="0"/>
            <a:t>Acionamento</a:t>
          </a:r>
          <a:endParaRPr lang="pt-BR" dirty="0"/>
        </a:p>
      </dgm:t>
    </dgm:pt>
    <dgm:pt modelId="{A2F35346-803F-48FB-83F9-9416871C82EF}" type="parTrans" cxnId="{EBA4D36F-EDAE-4B7C-84B3-02373000333A}">
      <dgm:prSet/>
      <dgm:spPr/>
      <dgm:t>
        <a:bodyPr/>
        <a:lstStyle/>
        <a:p>
          <a:endParaRPr lang="pt-BR"/>
        </a:p>
      </dgm:t>
    </dgm:pt>
    <dgm:pt modelId="{6F560AE3-B884-44D2-9568-584EB6E82A94}" type="sibTrans" cxnId="{EBA4D36F-EDAE-4B7C-84B3-02373000333A}">
      <dgm:prSet/>
      <dgm:spPr/>
      <dgm:t>
        <a:bodyPr/>
        <a:lstStyle/>
        <a:p>
          <a:endParaRPr lang="pt-BR"/>
        </a:p>
      </dgm:t>
    </dgm:pt>
    <dgm:pt modelId="{F6AC8791-7D19-4798-95A6-43966ED17425}">
      <dgm:prSet phldrT="[Texto]"/>
      <dgm:spPr/>
      <dgm:t>
        <a:bodyPr/>
        <a:lstStyle/>
        <a:p>
          <a:r>
            <a:rPr lang="pt-BR" dirty="0" smtClean="0"/>
            <a:t>Atuação</a:t>
          </a:r>
          <a:endParaRPr lang="pt-BR" dirty="0"/>
        </a:p>
      </dgm:t>
    </dgm:pt>
    <dgm:pt modelId="{9DB17D14-733D-4AC5-8195-9D228152D027}" type="parTrans" cxnId="{3ED9E393-1E63-4EDE-A29A-A10BB8F6CF5B}">
      <dgm:prSet/>
      <dgm:spPr/>
      <dgm:t>
        <a:bodyPr/>
        <a:lstStyle/>
        <a:p>
          <a:endParaRPr lang="pt-BR"/>
        </a:p>
      </dgm:t>
    </dgm:pt>
    <dgm:pt modelId="{436834CE-CECF-442D-ADB7-1BEE5CC14E13}" type="sibTrans" cxnId="{3ED9E393-1E63-4EDE-A29A-A10BB8F6CF5B}">
      <dgm:prSet/>
      <dgm:spPr/>
      <dgm:t>
        <a:bodyPr/>
        <a:lstStyle/>
        <a:p>
          <a:endParaRPr lang="pt-BR"/>
        </a:p>
      </dgm:t>
    </dgm:pt>
    <dgm:pt modelId="{20343F71-6C11-48A5-A252-4AD9BB9A5832}">
      <dgm:prSet phldrT="[Texto]"/>
      <dgm:spPr/>
      <dgm:t>
        <a:bodyPr/>
        <a:lstStyle/>
        <a:p>
          <a:r>
            <a:rPr lang="pt-BR" dirty="0" smtClean="0"/>
            <a:t>Fechamento</a:t>
          </a:r>
          <a:endParaRPr lang="pt-BR" dirty="0"/>
        </a:p>
      </dgm:t>
    </dgm:pt>
    <dgm:pt modelId="{2F205932-D531-4E56-B07F-405DACAC33CB}" type="parTrans" cxnId="{01AABF4B-5393-4C39-967A-7C27D4D0C3F3}">
      <dgm:prSet/>
      <dgm:spPr/>
      <dgm:t>
        <a:bodyPr/>
        <a:lstStyle/>
        <a:p>
          <a:endParaRPr lang="pt-BR"/>
        </a:p>
      </dgm:t>
    </dgm:pt>
    <dgm:pt modelId="{CCB877B2-2D80-4D51-B5D8-08A5928B43B4}" type="sibTrans" cxnId="{01AABF4B-5393-4C39-967A-7C27D4D0C3F3}">
      <dgm:prSet/>
      <dgm:spPr/>
      <dgm:t>
        <a:bodyPr/>
        <a:lstStyle/>
        <a:p>
          <a:endParaRPr lang="pt-BR"/>
        </a:p>
      </dgm:t>
    </dgm:pt>
    <dgm:pt modelId="{C2CEB0D6-80DD-454B-99AF-18EE80B52334}">
      <dgm:prSet phldrT="[Texto]"/>
      <dgm:spPr/>
      <dgm:t>
        <a:bodyPr/>
        <a:lstStyle/>
        <a:p>
          <a:r>
            <a:rPr lang="pt-BR" dirty="0" smtClean="0"/>
            <a:t>Escalonamento </a:t>
          </a:r>
          <a:endParaRPr lang="pt-BR" dirty="0"/>
        </a:p>
      </dgm:t>
    </dgm:pt>
    <dgm:pt modelId="{84210670-1E79-41AF-A8E0-1201D1A089A8}" type="parTrans" cxnId="{06284CF4-1088-4D5B-9833-7FDC46C373A5}">
      <dgm:prSet/>
      <dgm:spPr/>
      <dgm:t>
        <a:bodyPr/>
        <a:lstStyle/>
        <a:p>
          <a:endParaRPr lang="pt-BR"/>
        </a:p>
      </dgm:t>
    </dgm:pt>
    <dgm:pt modelId="{8955D4BE-4934-4225-86B5-990C55276850}" type="sibTrans" cxnId="{06284CF4-1088-4D5B-9833-7FDC46C373A5}">
      <dgm:prSet/>
      <dgm:spPr/>
      <dgm:t>
        <a:bodyPr/>
        <a:lstStyle/>
        <a:p>
          <a:endParaRPr lang="pt-BR"/>
        </a:p>
      </dgm:t>
    </dgm:pt>
    <dgm:pt modelId="{3D13FA20-F4E1-4D91-A593-AB135125DD35}">
      <dgm:prSet phldrT="[Texto]"/>
      <dgm:spPr/>
      <dgm:t>
        <a:bodyPr/>
        <a:lstStyle/>
        <a:p>
          <a:r>
            <a:rPr lang="pt-BR" dirty="0" smtClean="0"/>
            <a:t>Validação</a:t>
          </a:r>
          <a:endParaRPr lang="pt-BR" dirty="0"/>
        </a:p>
      </dgm:t>
    </dgm:pt>
    <dgm:pt modelId="{1379FE90-B031-49B7-9936-F58A44672028}" type="parTrans" cxnId="{9F1D44B3-62D1-44F0-8A4E-7DBA41B3174B}">
      <dgm:prSet/>
      <dgm:spPr/>
      <dgm:t>
        <a:bodyPr/>
        <a:lstStyle/>
        <a:p>
          <a:endParaRPr lang="pt-BR"/>
        </a:p>
      </dgm:t>
    </dgm:pt>
    <dgm:pt modelId="{D3ACC569-2488-4AEE-82B0-79B7AFA1FCEF}" type="sibTrans" cxnId="{9F1D44B3-62D1-44F0-8A4E-7DBA41B3174B}">
      <dgm:prSet/>
      <dgm:spPr/>
      <dgm:t>
        <a:bodyPr/>
        <a:lstStyle/>
        <a:p>
          <a:endParaRPr lang="pt-BR"/>
        </a:p>
      </dgm:t>
    </dgm:pt>
    <dgm:pt modelId="{C56C593C-792C-441C-B8A2-4E4FA942E1B8}" type="pres">
      <dgm:prSet presAssocID="{F7038F35-E462-42AB-9282-5D7D5033066A}" presName="CompostProcess" presStyleCnt="0">
        <dgm:presLayoutVars>
          <dgm:dir/>
          <dgm:resizeHandles val="exact"/>
        </dgm:presLayoutVars>
      </dgm:prSet>
      <dgm:spPr/>
    </dgm:pt>
    <dgm:pt modelId="{1137FD7D-E07F-4C75-9673-64A5A8E47E2B}" type="pres">
      <dgm:prSet presAssocID="{F7038F35-E462-42AB-9282-5D7D5033066A}" presName="arrow" presStyleLbl="bgShp" presStyleIdx="0" presStyleCnt="1"/>
      <dgm:spPr/>
    </dgm:pt>
    <dgm:pt modelId="{1555A57F-C7B5-4C5F-9B47-C15D04BCA9B5}" type="pres">
      <dgm:prSet presAssocID="{F7038F35-E462-42AB-9282-5D7D5033066A}" presName="linearProcess" presStyleCnt="0"/>
      <dgm:spPr/>
    </dgm:pt>
    <dgm:pt modelId="{2E8CDED9-10EE-42CB-8EC2-08E97CD49C1D}" type="pres">
      <dgm:prSet presAssocID="{5E64892B-F3D7-4B93-B85E-BBFF9850D992}" presName="text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05AF8D6-8806-4E18-9B6A-8D22F4C60938}" type="pres">
      <dgm:prSet presAssocID="{55F250C1-4E4C-458B-809C-02CBEC3FD30F}" presName="sibTrans" presStyleCnt="0"/>
      <dgm:spPr/>
    </dgm:pt>
    <dgm:pt modelId="{5C1F1DE3-99D5-40FD-8708-3405731E214D}" type="pres">
      <dgm:prSet presAssocID="{B629531C-44FE-41AE-A911-809F43989522}" presName="text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D2CB5A1-904C-4A8C-A85F-69C3A14E5983}" type="pres">
      <dgm:prSet presAssocID="{6F560AE3-B884-44D2-9568-584EB6E82A94}" presName="sibTrans" presStyleCnt="0"/>
      <dgm:spPr/>
    </dgm:pt>
    <dgm:pt modelId="{16FD5F25-DB03-42CF-95D3-9CA8413F2E1A}" type="pres">
      <dgm:prSet presAssocID="{F6AC8791-7D19-4798-95A6-43966ED17425}" presName="text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046772C-5C1E-4933-9870-04EC1AB7C8CE}" type="pres">
      <dgm:prSet presAssocID="{436834CE-CECF-442D-ADB7-1BEE5CC14E13}" presName="sibTrans" presStyleCnt="0"/>
      <dgm:spPr/>
    </dgm:pt>
    <dgm:pt modelId="{7286060C-ADCF-4B08-9989-01FF780891F7}" type="pres">
      <dgm:prSet presAssocID="{C2CEB0D6-80DD-454B-99AF-18EE80B52334}" presName="text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962F97B-050B-4FCE-BF93-8FEF0DA2DE76}" type="pres">
      <dgm:prSet presAssocID="{8955D4BE-4934-4225-86B5-990C55276850}" presName="sibTrans" presStyleCnt="0"/>
      <dgm:spPr/>
    </dgm:pt>
    <dgm:pt modelId="{69860F7C-0C22-48D1-A25B-87BAB99EE035}" type="pres">
      <dgm:prSet presAssocID="{3D13FA20-F4E1-4D91-A593-AB135125DD35}" presName="text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9C7935D-83C2-4CEA-B751-38C97E794700}" type="pres">
      <dgm:prSet presAssocID="{D3ACC569-2488-4AEE-82B0-79B7AFA1FCEF}" presName="sibTrans" presStyleCnt="0"/>
      <dgm:spPr/>
    </dgm:pt>
    <dgm:pt modelId="{534EBCB0-5416-489F-8B08-622A1E5367B6}" type="pres">
      <dgm:prSet presAssocID="{20343F71-6C11-48A5-A252-4AD9BB9A5832}" presName="text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48F78094-CC82-4D92-A1C9-6297C10534ED}" type="presOf" srcId="{B629531C-44FE-41AE-A911-809F43989522}" destId="{5C1F1DE3-99D5-40FD-8708-3405731E214D}" srcOrd="0" destOrd="0" presId="urn:microsoft.com/office/officeart/2005/8/layout/hProcess9"/>
    <dgm:cxn modelId="{0A9F5687-114E-4893-B040-038203EB9EA7}" type="presOf" srcId="{F6AC8791-7D19-4798-95A6-43966ED17425}" destId="{16FD5F25-DB03-42CF-95D3-9CA8413F2E1A}" srcOrd="0" destOrd="0" presId="urn:microsoft.com/office/officeart/2005/8/layout/hProcess9"/>
    <dgm:cxn modelId="{9F1D44B3-62D1-44F0-8A4E-7DBA41B3174B}" srcId="{F7038F35-E462-42AB-9282-5D7D5033066A}" destId="{3D13FA20-F4E1-4D91-A593-AB135125DD35}" srcOrd="4" destOrd="0" parTransId="{1379FE90-B031-49B7-9936-F58A44672028}" sibTransId="{D3ACC569-2488-4AEE-82B0-79B7AFA1FCEF}"/>
    <dgm:cxn modelId="{B6E2BFFE-9D3C-4089-B398-56391A433820}" srcId="{F7038F35-E462-42AB-9282-5D7D5033066A}" destId="{5E64892B-F3D7-4B93-B85E-BBFF9850D992}" srcOrd="0" destOrd="0" parTransId="{F22D0BF5-6932-4728-89A8-5084320AA8FD}" sibTransId="{55F250C1-4E4C-458B-809C-02CBEC3FD30F}"/>
    <dgm:cxn modelId="{EBA4D36F-EDAE-4B7C-84B3-02373000333A}" srcId="{F7038F35-E462-42AB-9282-5D7D5033066A}" destId="{B629531C-44FE-41AE-A911-809F43989522}" srcOrd="1" destOrd="0" parTransId="{A2F35346-803F-48FB-83F9-9416871C82EF}" sibTransId="{6F560AE3-B884-44D2-9568-584EB6E82A94}"/>
    <dgm:cxn modelId="{E13D85CB-B314-4016-90A7-64986AEF4B74}" type="presOf" srcId="{20343F71-6C11-48A5-A252-4AD9BB9A5832}" destId="{534EBCB0-5416-489F-8B08-622A1E5367B6}" srcOrd="0" destOrd="0" presId="urn:microsoft.com/office/officeart/2005/8/layout/hProcess9"/>
    <dgm:cxn modelId="{01AABF4B-5393-4C39-967A-7C27D4D0C3F3}" srcId="{F7038F35-E462-42AB-9282-5D7D5033066A}" destId="{20343F71-6C11-48A5-A252-4AD9BB9A5832}" srcOrd="5" destOrd="0" parTransId="{2F205932-D531-4E56-B07F-405DACAC33CB}" sibTransId="{CCB877B2-2D80-4D51-B5D8-08A5928B43B4}"/>
    <dgm:cxn modelId="{FB20D0D3-96AE-4977-8888-D4787BB297AD}" type="presOf" srcId="{F7038F35-E462-42AB-9282-5D7D5033066A}" destId="{C56C593C-792C-441C-B8A2-4E4FA942E1B8}" srcOrd="0" destOrd="0" presId="urn:microsoft.com/office/officeart/2005/8/layout/hProcess9"/>
    <dgm:cxn modelId="{3ED9E393-1E63-4EDE-A29A-A10BB8F6CF5B}" srcId="{F7038F35-E462-42AB-9282-5D7D5033066A}" destId="{F6AC8791-7D19-4798-95A6-43966ED17425}" srcOrd="2" destOrd="0" parTransId="{9DB17D14-733D-4AC5-8195-9D228152D027}" sibTransId="{436834CE-CECF-442D-ADB7-1BEE5CC14E13}"/>
    <dgm:cxn modelId="{270AA8A6-2619-48AB-86E3-5B459C754FD8}" type="presOf" srcId="{3D13FA20-F4E1-4D91-A593-AB135125DD35}" destId="{69860F7C-0C22-48D1-A25B-87BAB99EE035}" srcOrd="0" destOrd="0" presId="urn:microsoft.com/office/officeart/2005/8/layout/hProcess9"/>
    <dgm:cxn modelId="{06284CF4-1088-4D5B-9833-7FDC46C373A5}" srcId="{F7038F35-E462-42AB-9282-5D7D5033066A}" destId="{C2CEB0D6-80DD-454B-99AF-18EE80B52334}" srcOrd="3" destOrd="0" parTransId="{84210670-1E79-41AF-A8E0-1201D1A089A8}" sibTransId="{8955D4BE-4934-4225-86B5-990C55276850}"/>
    <dgm:cxn modelId="{B867FEE3-20BE-46C7-9669-C8935DEAA049}" type="presOf" srcId="{C2CEB0D6-80DD-454B-99AF-18EE80B52334}" destId="{7286060C-ADCF-4B08-9989-01FF780891F7}" srcOrd="0" destOrd="0" presId="urn:microsoft.com/office/officeart/2005/8/layout/hProcess9"/>
    <dgm:cxn modelId="{4C5A936F-A244-4508-A162-921B745F3405}" type="presOf" srcId="{5E64892B-F3D7-4B93-B85E-BBFF9850D992}" destId="{2E8CDED9-10EE-42CB-8EC2-08E97CD49C1D}" srcOrd="0" destOrd="0" presId="urn:microsoft.com/office/officeart/2005/8/layout/hProcess9"/>
    <dgm:cxn modelId="{3EA83CAB-0225-4E09-BC5A-2FBCEB7C0867}" type="presParOf" srcId="{C56C593C-792C-441C-B8A2-4E4FA942E1B8}" destId="{1137FD7D-E07F-4C75-9673-64A5A8E47E2B}" srcOrd="0" destOrd="0" presId="urn:microsoft.com/office/officeart/2005/8/layout/hProcess9"/>
    <dgm:cxn modelId="{70803AE7-DA4A-4CBA-9F65-AC306E4D556D}" type="presParOf" srcId="{C56C593C-792C-441C-B8A2-4E4FA942E1B8}" destId="{1555A57F-C7B5-4C5F-9B47-C15D04BCA9B5}" srcOrd="1" destOrd="0" presId="urn:microsoft.com/office/officeart/2005/8/layout/hProcess9"/>
    <dgm:cxn modelId="{3894DE36-78A0-40AC-A99E-FA5BF9099382}" type="presParOf" srcId="{1555A57F-C7B5-4C5F-9B47-C15D04BCA9B5}" destId="{2E8CDED9-10EE-42CB-8EC2-08E97CD49C1D}" srcOrd="0" destOrd="0" presId="urn:microsoft.com/office/officeart/2005/8/layout/hProcess9"/>
    <dgm:cxn modelId="{BFF31A72-E1F1-4B05-8791-A2A19C3B75BF}" type="presParOf" srcId="{1555A57F-C7B5-4C5F-9B47-C15D04BCA9B5}" destId="{205AF8D6-8806-4E18-9B6A-8D22F4C60938}" srcOrd="1" destOrd="0" presId="urn:microsoft.com/office/officeart/2005/8/layout/hProcess9"/>
    <dgm:cxn modelId="{4C0C4D10-EDF1-4571-8FEF-90BCABDAE3AE}" type="presParOf" srcId="{1555A57F-C7B5-4C5F-9B47-C15D04BCA9B5}" destId="{5C1F1DE3-99D5-40FD-8708-3405731E214D}" srcOrd="2" destOrd="0" presId="urn:microsoft.com/office/officeart/2005/8/layout/hProcess9"/>
    <dgm:cxn modelId="{23C63962-E2A7-4D11-B742-BFDF1DD9969A}" type="presParOf" srcId="{1555A57F-C7B5-4C5F-9B47-C15D04BCA9B5}" destId="{8D2CB5A1-904C-4A8C-A85F-69C3A14E5983}" srcOrd="3" destOrd="0" presId="urn:microsoft.com/office/officeart/2005/8/layout/hProcess9"/>
    <dgm:cxn modelId="{F6324290-2445-4088-93F5-066B413F6E88}" type="presParOf" srcId="{1555A57F-C7B5-4C5F-9B47-C15D04BCA9B5}" destId="{16FD5F25-DB03-42CF-95D3-9CA8413F2E1A}" srcOrd="4" destOrd="0" presId="urn:microsoft.com/office/officeart/2005/8/layout/hProcess9"/>
    <dgm:cxn modelId="{EC787BC2-8699-4ED0-841D-6EE72F3E6132}" type="presParOf" srcId="{1555A57F-C7B5-4C5F-9B47-C15D04BCA9B5}" destId="{C046772C-5C1E-4933-9870-04EC1AB7C8CE}" srcOrd="5" destOrd="0" presId="urn:microsoft.com/office/officeart/2005/8/layout/hProcess9"/>
    <dgm:cxn modelId="{00B2B15B-77B2-463E-80B1-0FBBA8CEB0B6}" type="presParOf" srcId="{1555A57F-C7B5-4C5F-9B47-C15D04BCA9B5}" destId="{7286060C-ADCF-4B08-9989-01FF780891F7}" srcOrd="6" destOrd="0" presId="urn:microsoft.com/office/officeart/2005/8/layout/hProcess9"/>
    <dgm:cxn modelId="{C426AAA7-2A8D-4D22-AB19-F3DC6D035B50}" type="presParOf" srcId="{1555A57F-C7B5-4C5F-9B47-C15D04BCA9B5}" destId="{D962F97B-050B-4FCE-BF93-8FEF0DA2DE76}" srcOrd="7" destOrd="0" presId="urn:microsoft.com/office/officeart/2005/8/layout/hProcess9"/>
    <dgm:cxn modelId="{4D303EE1-4AB5-4C0E-85B1-13E5645E2A70}" type="presParOf" srcId="{1555A57F-C7B5-4C5F-9B47-C15D04BCA9B5}" destId="{69860F7C-0C22-48D1-A25B-87BAB99EE035}" srcOrd="8" destOrd="0" presId="urn:microsoft.com/office/officeart/2005/8/layout/hProcess9"/>
    <dgm:cxn modelId="{C817526D-6D50-497F-A660-7D1524678EB2}" type="presParOf" srcId="{1555A57F-C7B5-4C5F-9B47-C15D04BCA9B5}" destId="{F9C7935D-83C2-4CEA-B751-38C97E794700}" srcOrd="9" destOrd="0" presId="urn:microsoft.com/office/officeart/2005/8/layout/hProcess9"/>
    <dgm:cxn modelId="{B8FB5C2B-C5F3-4CB8-8ED6-E0EFB3900FA5}" type="presParOf" srcId="{1555A57F-C7B5-4C5F-9B47-C15D04BCA9B5}" destId="{534EBCB0-5416-489F-8B08-622A1E5367B6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7038F35-E462-42AB-9282-5D7D5033066A}" type="doc">
      <dgm:prSet loTypeId="urn:microsoft.com/office/officeart/2005/8/layout/hProcess9" loCatId="process" qsTypeId="urn:microsoft.com/office/officeart/2005/8/quickstyle/3d7" qsCatId="3D" csTypeId="urn:microsoft.com/office/officeart/2005/8/colors/accent1_2" csCatId="accent1" phldr="1"/>
      <dgm:spPr/>
    </dgm:pt>
    <dgm:pt modelId="{5E64892B-F3D7-4B93-B85E-BBFF9850D992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Validação</a:t>
          </a:r>
          <a:endParaRPr lang="pt-BR" dirty="0">
            <a:solidFill>
              <a:schemeClr val="bg1"/>
            </a:solidFill>
          </a:endParaRPr>
        </a:p>
      </dgm:t>
    </dgm:pt>
    <dgm:pt modelId="{F22D0BF5-6932-4728-89A8-5084320AA8FD}" type="parTrans" cxnId="{B6E2BFFE-9D3C-4089-B398-56391A433820}">
      <dgm:prSet/>
      <dgm:spPr/>
      <dgm:t>
        <a:bodyPr/>
        <a:lstStyle/>
        <a:p>
          <a:endParaRPr lang="pt-BR"/>
        </a:p>
      </dgm:t>
    </dgm:pt>
    <dgm:pt modelId="{55F250C1-4E4C-458B-809C-02CBEC3FD30F}" type="sibTrans" cxnId="{B6E2BFFE-9D3C-4089-B398-56391A433820}">
      <dgm:prSet/>
      <dgm:spPr/>
      <dgm:t>
        <a:bodyPr/>
        <a:lstStyle/>
        <a:p>
          <a:endParaRPr lang="pt-BR"/>
        </a:p>
      </dgm:t>
    </dgm:pt>
    <dgm:pt modelId="{B629531C-44FE-41AE-A911-809F43989522}">
      <dgm:prSet phldrT="[Texto]"/>
      <dgm:spPr/>
      <dgm:t>
        <a:bodyPr/>
        <a:lstStyle/>
        <a:p>
          <a:r>
            <a:rPr lang="pt-BR" dirty="0" smtClean="0"/>
            <a:t>Acionamento</a:t>
          </a:r>
          <a:endParaRPr lang="pt-BR" dirty="0"/>
        </a:p>
      </dgm:t>
    </dgm:pt>
    <dgm:pt modelId="{A2F35346-803F-48FB-83F9-9416871C82EF}" type="parTrans" cxnId="{EBA4D36F-EDAE-4B7C-84B3-02373000333A}">
      <dgm:prSet/>
      <dgm:spPr/>
      <dgm:t>
        <a:bodyPr/>
        <a:lstStyle/>
        <a:p>
          <a:endParaRPr lang="pt-BR"/>
        </a:p>
      </dgm:t>
    </dgm:pt>
    <dgm:pt modelId="{6F560AE3-B884-44D2-9568-584EB6E82A94}" type="sibTrans" cxnId="{EBA4D36F-EDAE-4B7C-84B3-02373000333A}">
      <dgm:prSet/>
      <dgm:spPr/>
      <dgm:t>
        <a:bodyPr/>
        <a:lstStyle/>
        <a:p>
          <a:endParaRPr lang="pt-BR"/>
        </a:p>
      </dgm:t>
    </dgm:pt>
    <dgm:pt modelId="{F6AC8791-7D19-4798-95A6-43966ED17425}">
      <dgm:prSet phldrT="[Texto]"/>
      <dgm:spPr/>
      <dgm:t>
        <a:bodyPr/>
        <a:lstStyle/>
        <a:p>
          <a:r>
            <a:rPr lang="pt-BR" dirty="0" smtClean="0"/>
            <a:t>Atuação</a:t>
          </a:r>
          <a:endParaRPr lang="pt-BR" dirty="0"/>
        </a:p>
      </dgm:t>
    </dgm:pt>
    <dgm:pt modelId="{9DB17D14-733D-4AC5-8195-9D228152D027}" type="parTrans" cxnId="{3ED9E393-1E63-4EDE-A29A-A10BB8F6CF5B}">
      <dgm:prSet/>
      <dgm:spPr/>
      <dgm:t>
        <a:bodyPr/>
        <a:lstStyle/>
        <a:p>
          <a:endParaRPr lang="pt-BR"/>
        </a:p>
      </dgm:t>
    </dgm:pt>
    <dgm:pt modelId="{436834CE-CECF-442D-ADB7-1BEE5CC14E13}" type="sibTrans" cxnId="{3ED9E393-1E63-4EDE-A29A-A10BB8F6CF5B}">
      <dgm:prSet/>
      <dgm:spPr/>
      <dgm:t>
        <a:bodyPr/>
        <a:lstStyle/>
        <a:p>
          <a:endParaRPr lang="pt-BR"/>
        </a:p>
      </dgm:t>
    </dgm:pt>
    <dgm:pt modelId="{20343F71-6C11-48A5-A252-4AD9BB9A5832}">
      <dgm:prSet phldrT="[Texto]"/>
      <dgm:spPr/>
      <dgm:t>
        <a:bodyPr/>
        <a:lstStyle/>
        <a:p>
          <a:r>
            <a:rPr lang="pt-BR" dirty="0" smtClean="0"/>
            <a:t>Fechamento</a:t>
          </a:r>
          <a:endParaRPr lang="pt-BR" dirty="0"/>
        </a:p>
      </dgm:t>
    </dgm:pt>
    <dgm:pt modelId="{2F205932-D531-4E56-B07F-405DACAC33CB}" type="parTrans" cxnId="{01AABF4B-5393-4C39-967A-7C27D4D0C3F3}">
      <dgm:prSet/>
      <dgm:spPr/>
      <dgm:t>
        <a:bodyPr/>
        <a:lstStyle/>
        <a:p>
          <a:endParaRPr lang="pt-BR"/>
        </a:p>
      </dgm:t>
    </dgm:pt>
    <dgm:pt modelId="{CCB877B2-2D80-4D51-B5D8-08A5928B43B4}" type="sibTrans" cxnId="{01AABF4B-5393-4C39-967A-7C27D4D0C3F3}">
      <dgm:prSet/>
      <dgm:spPr/>
      <dgm:t>
        <a:bodyPr/>
        <a:lstStyle/>
        <a:p>
          <a:endParaRPr lang="pt-BR"/>
        </a:p>
      </dgm:t>
    </dgm:pt>
    <dgm:pt modelId="{C2CEB0D6-80DD-454B-99AF-18EE80B52334}">
      <dgm:prSet phldrT="[Texto]"/>
      <dgm:spPr/>
      <dgm:t>
        <a:bodyPr/>
        <a:lstStyle/>
        <a:p>
          <a:r>
            <a:rPr lang="pt-BR" dirty="0" smtClean="0"/>
            <a:t>Escalonamento </a:t>
          </a:r>
          <a:endParaRPr lang="pt-BR" dirty="0"/>
        </a:p>
      </dgm:t>
    </dgm:pt>
    <dgm:pt modelId="{84210670-1E79-41AF-A8E0-1201D1A089A8}" type="parTrans" cxnId="{06284CF4-1088-4D5B-9833-7FDC46C373A5}">
      <dgm:prSet/>
      <dgm:spPr/>
      <dgm:t>
        <a:bodyPr/>
        <a:lstStyle/>
        <a:p>
          <a:endParaRPr lang="pt-BR"/>
        </a:p>
      </dgm:t>
    </dgm:pt>
    <dgm:pt modelId="{8955D4BE-4934-4225-86B5-990C55276850}" type="sibTrans" cxnId="{06284CF4-1088-4D5B-9833-7FDC46C373A5}">
      <dgm:prSet/>
      <dgm:spPr/>
      <dgm:t>
        <a:bodyPr/>
        <a:lstStyle/>
        <a:p>
          <a:endParaRPr lang="pt-BR"/>
        </a:p>
      </dgm:t>
    </dgm:pt>
    <dgm:pt modelId="{3D13FA20-F4E1-4D91-A593-AB135125DD35}">
      <dgm:prSet phldrT="[Texto]"/>
      <dgm:spPr/>
      <dgm:t>
        <a:bodyPr/>
        <a:lstStyle/>
        <a:p>
          <a:r>
            <a:rPr lang="pt-BR" dirty="0" smtClean="0"/>
            <a:t>Validação</a:t>
          </a:r>
          <a:endParaRPr lang="pt-BR" dirty="0"/>
        </a:p>
      </dgm:t>
    </dgm:pt>
    <dgm:pt modelId="{1379FE90-B031-49B7-9936-F58A44672028}" type="parTrans" cxnId="{9F1D44B3-62D1-44F0-8A4E-7DBA41B3174B}">
      <dgm:prSet/>
      <dgm:spPr/>
      <dgm:t>
        <a:bodyPr/>
        <a:lstStyle/>
        <a:p>
          <a:endParaRPr lang="pt-BR"/>
        </a:p>
      </dgm:t>
    </dgm:pt>
    <dgm:pt modelId="{D3ACC569-2488-4AEE-82B0-79B7AFA1FCEF}" type="sibTrans" cxnId="{9F1D44B3-62D1-44F0-8A4E-7DBA41B3174B}">
      <dgm:prSet/>
      <dgm:spPr/>
      <dgm:t>
        <a:bodyPr/>
        <a:lstStyle/>
        <a:p>
          <a:endParaRPr lang="pt-BR"/>
        </a:p>
      </dgm:t>
    </dgm:pt>
    <dgm:pt modelId="{C56C593C-792C-441C-B8A2-4E4FA942E1B8}" type="pres">
      <dgm:prSet presAssocID="{F7038F35-E462-42AB-9282-5D7D5033066A}" presName="CompostProcess" presStyleCnt="0">
        <dgm:presLayoutVars>
          <dgm:dir/>
          <dgm:resizeHandles val="exact"/>
        </dgm:presLayoutVars>
      </dgm:prSet>
      <dgm:spPr/>
    </dgm:pt>
    <dgm:pt modelId="{1137FD7D-E07F-4C75-9673-64A5A8E47E2B}" type="pres">
      <dgm:prSet presAssocID="{F7038F35-E462-42AB-9282-5D7D5033066A}" presName="arrow" presStyleLbl="bgShp" presStyleIdx="0" presStyleCnt="1"/>
      <dgm:spPr/>
    </dgm:pt>
    <dgm:pt modelId="{1555A57F-C7B5-4C5F-9B47-C15D04BCA9B5}" type="pres">
      <dgm:prSet presAssocID="{F7038F35-E462-42AB-9282-5D7D5033066A}" presName="linearProcess" presStyleCnt="0"/>
      <dgm:spPr/>
    </dgm:pt>
    <dgm:pt modelId="{2E8CDED9-10EE-42CB-8EC2-08E97CD49C1D}" type="pres">
      <dgm:prSet presAssocID="{5E64892B-F3D7-4B93-B85E-BBFF9850D992}" presName="text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05AF8D6-8806-4E18-9B6A-8D22F4C60938}" type="pres">
      <dgm:prSet presAssocID="{55F250C1-4E4C-458B-809C-02CBEC3FD30F}" presName="sibTrans" presStyleCnt="0"/>
      <dgm:spPr/>
    </dgm:pt>
    <dgm:pt modelId="{5C1F1DE3-99D5-40FD-8708-3405731E214D}" type="pres">
      <dgm:prSet presAssocID="{B629531C-44FE-41AE-A911-809F43989522}" presName="text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D2CB5A1-904C-4A8C-A85F-69C3A14E5983}" type="pres">
      <dgm:prSet presAssocID="{6F560AE3-B884-44D2-9568-584EB6E82A94}" presName="sibTrans" presStyleCnt="0"/>
      <dgm:spPr/>
    </dgm:pt>
    <dgm:pt modelId="{16FD5F25-DB03-42CF-95D3-9CA8413F2E1A}" type="pres">
      <dgm:prSet presAssocID="{F6AC8791-7D19-4798-95A6-43966ED17425}" presName="text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046772C-5C1E-4933-9870-04EC1AB7C8CE}" type="pres">
      <dgm:prSet presAssocID="{436834CE-CECF-442D-ADB7-1BEE5CC14E13}" presName="sibTrans" presStyleCnt="0"/>
      <dgm:spPr/>
    </dgm:pt>
    <dgm:pt modelId="{7286060C-ADCF-4B08-9989-01FF780891F7}" type="pres">
      <dgm:prSet presAssocID="{C2CEB0D6-80DD-454B-99AF-18EE80B52334}" presName="text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962F97B-050B-4FCE-BF93-8FEF0DA2DE76}" type="pres">
      <dgm:prSet presAssocID="{8955D4BE-4934-4225-86B5-990C55276850}" presName="sibTrans" presStyleCnt="0"/>
      <dgm:spPr/>
    </dgm:pt>
    <dgm:pt modelId="{69860F7C-0C22-48D1-A25B-87BAB99EE035}" type="pres">
      <dgm:prSet presAssocID="{3D13FA20-F4E1-4D91-A593-AB135125DD35}" presName="text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9C7935D-83C2-4CEA-B751-38C97E794700}" type="pres">
      <dgm:prSet presAssocID="{D3ACC569-2488-4AEE-82B0-79B7AFA1FCEF}" presName="sibTrans" presStyleCnt="0"/>
      <dgm:spPr/>
    </dgm:pt>
    <dgm:pt modelId="{534EBCB0-5416-489F-8B08-622A1E5367B6}" type="pres">
      <dgm:prSet presAssocID="{20343F71-6C11-48A5-A252-4AD9BB9A5832}" presName="text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9F1D44B3-62D1-44F0-8A4E-7DBA41B3174B}" srcId="{F7038F35-E462-42AB-9282-5D7D5033066A}" destId="{3D13FA20-F4E1-4D91-A593-AB135125DD35}" srcOrd="4" destOrd="0" parTransId="{1379FE90-B031-49B7-9936-F58A44672028}" sibTransId="{D3ACC569-2488-4AEE-82B0-79B7AFA1FCEF}"/>
    <dgm:cxn modelId="{B6E2BFFE-9D3C-4089-B398-56391A433820}" srcId="{F7038F35-E462-42AB-9282-5D7D5033066A}" destId="{5E64892B-F3D7-4B93-B85E-BBFF9850D992}" srcOrd="0" destOrd="0" parTransId="{F22D0BF5-6932-4728-89A8-5084320AA8FD}" sibTransId="{55F250C1-4E4C-458B-809C-02CBEC3FD30F}"/>
    <dgm:cxn modelId="{B34D3C89-8E2F-4754-9E3D-5885A12E5148}" type="presOf" srcId="{5E64892B-F3D7-4B93-B85E-BBFF9850D992}" destId="{2E8CDED9-10EE-42CB-8EC2-08E97CD49C1D}" srcOrd="0" destOrd="0" presId="urn:microsoft.com/office/officeart/2005/8/layout/hProcess9"/>
    <dgm:cxn modelId="{EBA4D36F-EDAE-4B7C-84B3-02373000333A}" srcId="{F7038F35-E462-42AB-9282-5D7D5033066A}" destId="{B629531C-44FE-41AE-A911-809F43989522}" srcOrd="1" destOrd="0" parTransId="{A2F35346-803F-48FB-83F9-9416871C82EF}" sibTransId="{6F560AE3-B884-44D2-9568-584EB6E82A94}"/>
    <dgm:cxn modelId="{45A1E2CB-9131-465A-8A85-2AAC26BE4C18}" type="presOf" srcId="{F7038F35-E462-42AB-9282-5D7D5033066A}" destId="{C56C593C-792C-441C-B8A2-4E4FA942E1B8}" srcOrd="0" destOrd="0" presId="urn:microsoft.com/office/officeart/2005/8/layout/hProcess9"/>
    <dgm:cxn modelId="{4AA59F88-3390-4292-9991-E79999AD8AD4}" type="presOf" srcId="{3D13FA20-F4E1-4D91-A593-AB135125DD35}" destId="{69860F7C-0C22-48D1-A25B-87BAB99EE035}" srcOrd="0" destOrd="0" presId="urn:microsoft.com/office/officeart/2005/8/layout/hProcess9"/>
    <dgm:cxn modelId="{7AAA95B6-CD6D-498D-9C68-9C1CFC884291}" type="presOf" srcId="{F6AC8791-7D19-4798-95A6-43966ED17425}" destId="{16FD5F25-DB03-42CF-95D3-9CA8413F2E1A}" srcOrd="0" destOrd="0" presId="urn:microsoft.com/office/officeart/2005/8/layout/hProcess9"/>
    <dgm:cxn modelId="{6E9D5BC4-A3CB-48A6-BC3C-EFAB12956C84}" type="presOf" srcId="{C2CEB0D6-80DD-454B-99AF-18EE80B52334}" destId="{7286060C-ADCF-4B08-9989-01FF780891F7}" srcOrd="0" destOrd="0" presId="urn:microsoft.com/office/officeart/2005/8/layout/hProcess9"/>
    <dgm:cxn modelId="{01AABF4B-5393-4C39-967A-7C27D4D0C3F3}" srcId="{F7038F35-E462-42AB-9282-5D7D5033066A}" destId="{20343F71-6C11-48A5-A252-4AD9BB9A5832}" srcOrd="5" destOrd="0" parTransId="{2F205932-D531-4E56-B07F-405DACAC33CB}" sibTransId="{CCB877B2-2D80-4D51-B5D8-08A5928B43B4}"/>
    <dgm:cxn modelId="{3ED9E393-1E63-4EDE-A29A-A10BB8F6CF5B}" srcId="{F7038F35-E462-42AB-9282-5D7D5033066A}" destId="{F6AC8791-7D19-4798-95A6-43966ED17425}" srcOrd="2" destOrd="0" parTransId="{9DB17D14-733D-4AC5-8195-9D228152D027}" sibTransId="{436834CE-CECF-442D-ADB7-1BEE5CC14E13}"/>
    <dgm:cxn modelId="{5D96E3C2-D1C0-457C-814B-9F677A6FABDE}" type="presOf" srcId="{B629531C-44FE-41AE-A911-809F43989522}" destId="{5C1F1DE3-99D5-40FD-8708-3405731E214D}" srcOrd="0" destOrd="0" presId="urn:microsoft.com/office/officeart/2005/8/layout/hProcess9"/>
    <dgm:cxn modelId="{1818CDC2-8E7C-4727-854B-E5934CC87F46}" type="presOf" srcId="{20343F71-6C11-48A5-A252-4AD9BB9A5832}" destId="{534EBCB0-5416-489F-8B08-622A1E5367B6}" srcOrd="0" destOrd="0" presId="urn:microsoft.com/office/officeart/2005/8/layout/hProcess9"/>
    <dgm:cxn modelId="{06284CF4-1088-4D5B-9833-7FDC46C373A5}" srcId="{F7038F35-E462-42AB-9282-5D7D5033066A}" destId="{C2CEB0D6-80DD-454B-99AF-18EE80B52334}" srcOrd="3" destOrd="0" parTransId="{84210670-1E79-41AF-A8E0-1201D1A089A8}" sibTransId="{8955D4BE-4934-4225-86B5-990C55276850}"/>
    <dgm:cxn modelId="{6E6D43FF-2527-45A0-BAAC-FDF2D6DC1B69}" type="presParOf" srcId="{C56C593C-792C-441C-B8A2-4E4FA942E1B8}" destId="{1137FD7D-E07F-4C75-9673-64A5A8E47E2B}" srcOrd="0" destOrd="0" presId="urn:microsoft.com/office/officeart/2005/8/layout/hProcess9"/>
    <dgm:cxn modelId="{1BCA4524-0D7B-43E0-A77E-B82621AFEB62}" type="presParOf" srcId="{C56C593C-792C-441C-B8A2-4E4FA942E1B8}" destId="{1555A57F-C7B5-4C5F-9B47-C15D04BCA9B5}" srcOrd="1" destOrd="0" presId="urn:microsoft.com/office/officeart/2005/8/layout/hProcess9"/>
    <dgm:cxn modelId="{F09C3BBD-5684-4BFA-9ED6-330F021D3622}" type="presParOf" srcId="{1555A57F-C7B5-4C5F-9B47-C15D04BCA9B5}" destId="{2E8CDED9-10EE-42CB-8EC2-08E97CD49C1D}" srcOrd="0" destOrd="0" presId="urn:microsoft.com/office/officeart/2005/8/layout/hProcess9"/>
    <dgm:cxn modelId="{399EAD2B-101B-4D6B-806E-4545F5D6BDA7}" type="presParOf" srcId="{1555A57F-C7B5-4C5F-9B47-C15D04BCA9B5}" destId="{205AF8D6-8806-4E18-9B6A-8D22F4C60938}" srcOrd="1" destOrd="0" presId="urn:microsoft.com/office/officeart/2005/8/layout/hProcess9"/>
    <dgm:cxn modelId="{4DD7457D-5F19-4827-B7FE-9AE604841D0C}" type="presParOf" srcId="{1555A57F-C7B5-4C5F-9B47-C15D04BCA9B5}" destId="{5C1F1DE3-99D5-40FD-8708-3405731E214D}" srcOrd="2" destOrd="0" presId="urn:microsoft.com/office/officeart/2005/8/layout/hProcess9"/>
    <dgm:cxn modelId="{DDE90562-D295-4070-A0AC-E4052818CDC0}" type="presParOf" srcId="{1555A57F-C7B5-4C5F-9B47-C15D04BCA9B5}" destId="{8D2CB5A1-904C-4A8C-A85F-69C3A14E5983}" srcOrd="3" destOrd="0" presId="urn:microsoft.com/office/officeart/2005/8/layout/hProcess9"/>
    <dgm:cxn modelId="{0EFA9FF4-EE8B-4478-B57F-8B0B6DE5294B}" type="presParOf" srcId="{1555A57F-C7B5-4C5F-9B47-C15D04BCA9B5}" destId="{16FD5F25-DB03-42CF-95D3-9CA8413F2E1A}" srcOrd="4" destOrd="0" presId="urn:microsoft.com/office/officeart/2005/8/layout/hProcess9"/>
    <dgm:cxn modelId="{82C53080-96A6-44F8-BDD7-A15C3C569F4F}" type="presParOf" srcId="{1555A57F-C7B5-4C5F-9B47-C15D04BCA9B5}" destId="{C046772C-5C1E-4933-9870-04EC1AB7C8CE}" srcOrd="5" destOrd="0" presId="urn:microsoft.com/office/officeart/2005/8/layout/hProcess9"/>
    <dgm:cxn modelId="{4FEE60FB-9B6D-4800-A899-7B30CF9A2A73}" type="presParOf" srcId="{1555A57F-C7B5-4C5F-9B47-C15D04BCA9B5}" destId="{7286060C-ADCF-4B08-9989-01FF780891F7}" srcOrd="6" destOrd="0" presId="urn:microsoft.com/office/officeart/2005/8/layout/hProcess9"/>
    <dgm:cxn modelId="{D74052AA-C5B4-4145-B4D7-C2C08ED49587}" type="presParOf" srcId="{1555A57F-C7B5-4C5F-9B47-C15D04BCA9B5}" destId="{D962F97B-050B-4FCE-BF93-8FEF0DA2DE76}" srcOrd="7" destOrd="0" presId="urn:microsoft.com/office/officeart/2005/8/layout/hProcess9"/>
    <dgm:cxn modelId="{07AF3DCA-BC16-4F68-AE42-07BD3028ED5C}" type="presParOf" srcId="{1555A57F-C7B5-4C5F-9B47-C15D04BCA9B5}" destId="{69860F7C-0C22-48D1-A25B-87BAB99EE035}" srcOrd="8" destOrd="0" presId="urn:microsoft.com/office/officeart/2005/8/layout/hProcess9"/>
    <dgm:cxn modelId="{6CFB76D1-4E4C-4AC4-B5C5-5078DCE1CBAC}" type="presParOf" srcId="{1555A57F-C7B5-4C5F-9B47-C15D04BCA9B5}" destId="{F9C7935D-83C2-4CEA-B751-38C97E794700}" srcOrd="9" destOrd="0" presId="urn:microsoft.com/office/officeart/2005/8/layout/hProcess9"/>
    <dgm:cxn modelId="{B26CAFC6-CE2E-422D-BC7C-0E1FC924D734}" type="presParOf" srcId="{1555A57F-C7B5-4C5F-9B47-C15D04BCA9B5}" destId="{534EBCB0-5416-489F-8B08-622A1E5367B6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7038F35-E462-42AB-9282-5D7D5033066A}" type="doc">
      <dgm:prSet loTypeId="urn:microsoft.com/office/officeart/2005/8/layout/hProcess9" loCatId="process" qsTypeId="urn:microsoft.com/office/officeart/2005/8/quickstyle/3d7" qsCatId="3D" csTypeId="urn:microsoft.com/office/officeart/2005/8/colors/accent1_2" csCatId="accent1" phldr="1"/>
      <dgm:spPr/>
    </dgm:pt>
    <dgm:pt modelId="{5E64892B-F3D7-4B93-B85E-BBFF9850D992}">
      <dgm:prSet phldrT="[Texto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pt-BR" dirty="0" smtClean="0">
              <a:solidFill>
                <a:schemeClr val="tx1"/>
              </a:solidFill>
            </a:rPr>
            <a:t>Validação</a:t>
          </a:r>
          <a:endParaRPr lang="pt-BR" dirty="0">
            <a:solidFill>
              <a:schemeClr val="tx1"/>
            </a:solidFill>
          </a:endParaRPr>
        </a:p>
      </dgm:t>
    </dgm:pt>
    <dgm:pt modelId="{F22D0BF5-6932-4728-89A8-5084320AA8FD}" type="parTrans" cxnId="{B6E2BFFE-9D3C-4089-B398-56391A433820}">
      <dgm:prSet/>
      <dgm:spPr/>
      <dgm:t>
        <a:bodyPr/>
        <a:lstStyle/>
        <a:p>
          <a:endParaRPr lang="pt-BR"/>
        </a:p>
      </dgm:t>
    </dgm:pt>
    <dgm:pt modelId="{55F250C1-4E4C-458B-809C-02CBEC3FD30F}" type="sibTrans" cxnId="{B6E2BFFE-9D3C-4089-B398-56391A433820}">
      <dgm:prSet/>
      <dgm:spPr/>
      <dgm:t>
        <a:bodyPr/>
        <a:lstStyle/>
        <a:p>
          <a:endParaRPr lang="pt-BR"/>
        </a:p>
      </dgm:t>
    </dgm:pt>
    <dgm:pt modelId="{B629531C-44FE-41AE-A911-809F43989522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Acionamento</a:t>
          </a:r>
          <a:endParaRPr lang="pt-BR" dirty="0">
            <a:solidFill>
              <a:schemeClr val="bg1"/>
            </a:solidFill>
          </a:endParaRPr>
        </a:p>
      </dgm:t>
    </dgm:pt>
    <dgm:pt modelId="{A2F35346-803F-48FB-83F9-9416871C82EF}" type="parTrans" cxnId="{EBA4D36F-EDAE-4B7C-84B3-02373000333A}">
      <dgm:prSet/>
      <dgm:spPr/>
      <dgm:t>
        <a:bodyPr/>
        <a:lstStyle/>
        <a:p>
          <a:endParaRPr lang="pt-BR"/>
        </a:p>
      </dgm:t>
    </dgm:pt>
    <dgm:pt modelId="{6F560AE3-B884-44D2-9568-584EB6E82A94}" type="sibTrans" cxnId="{EBA4D36F-EDAE-4B7C-84B3-02373000333A}">
      <dgm:prSet/>
      <dgm:spPr/>
      <dgm:t>
        <a:bodyPr/>
        <a:lstStyle/>
        <a:p>
          <a:endParaRPr lang="pt-BR"/>
        </a:p>
      </dgm:t>
    </dgm:pt>
    <dgm:pt modelId="{F6AC8791-7D19-4798-95A6-43966ED17425}">
      <dgm:prSet phldrT="[Texto]"/>
      <dgm:spPr/>
      <dgm:t>
        <a:bodyPr/>
        <a:lstStyle/>
        <a:p>
          <a:r>
            <a:rPr lang="pt-BR" dirty="0" smtClean="0"/>
            <a:t>Atuação</a:t>
          </a:r>
          <a:endParaRPr lang="pt-BR" dirty="0"/>
        </a:p>
      </dgm:t>
    </dgm:pt>
    <dgm:pt modelId="{9DB17D14-733D-4AC5-8195-9D228152D027}" type="parTrans" cxnId="{3ED9E393-1E63-4EDE-A29A-A10BB8F6CF5B}">
      <dgm:prSet/>
      <dgm:spPr/>
      <dgm:t>
        <a:bodyPr/>
        <a:lstStyle/>
        <a:p>
          <a:endParaRPr lang="pt-BR"/>
        </a:p>
      </dgm:t>
    </dgm:pt>
    <dgm:pt modelId="{436834CE-CECF-442D-ADB7-1BEE5CC14E13}" type="sibTrans" cxnId="{3ED9E393-1E63-4EDE-A29A-A10BB8F6CF5B}">
      <dgm:prSet/>
      <dgm:spPr/>
      <dgm:t>
        <a:bodyPr/>
        <a:lstStyle/>
        <a:p>
          <a:endParaRPr lang="pt-BR"/>
        </a:p>
      </dgm:t>
    </dgm:pt>
    <dgm:pt modelId="{20343F71-6C11-48A5-A252-4AD9BB9A5832}">
      <dgm:prSet phldrT="[Texto]"/>
      <dgm:spPr/>
      <dgm:t>
        <a:bodyPr/>
        <a:lstStyle/>
        <a:p>
          <a:r>
            <a:rPr lang="pt-BR" dirty="0" smtClean="0"/>
            <a:t>Fechamento</a:t>
          </a:r>
          <a:endParaRPr lang="pt-BR" dirty="0"/>
        </a:p>
      </dgm:t>
    </dgm:pt>
    <dgm:pt modelId="{2F205932-D531-4E56-B07F-405DACAC33CB}" type="parTrans" cxnId="{01AABF4B-5393-4C39-967A-7C27D4D0C3F3}">
      <dgm:prSet/>
      <dgm:spPr/>
      <dgm:t>
        <a:bodyPr/>
        <a:lstStyle/>
        <a:p>
          <a:endParaRPr lang="pt-BR"/>
        </a:p>
      </dgm:t>
    </dgm:pt>
    <dgm:pt modelId="{CCB877B2-2D80-4D51-B5D8-08A5928B43B4}" type="sibTrans" cxnId="{01AABF4B-5393-4C39-967A-7C27D4D0C3F3}">
      <dgm:prSet/>
      <dgm:spPr/>
      <dgm:t>
        <a:bodyPr/>
        <a:lstStyle/>
        <a:p>
          <a:endParaRPr lang="pt-BR"/>
        </a:p>
      </dgm:t>
    </dgm:pt>
    <dgm:pt modelId="{C2CEB0D6-80DD-454B-99AF-18EE80B52334}">
      <dgm:prSet phldrT="[Texto]"/>
      <dgm:spPr/>
      <dgm:t>
        <a:bodyPr/>
        <a:lstStyle/>
        <a:p>
          <a:r>
            <a:rPr lang="pt-BR" dirty="0" smtClean="0"/>
            <a:t>Escalonamento </a:t>
          </a:r>
          <a:endParaRPr lang="pt-BR" dirty="0"/>
        </a:p>
      </dgm:t>
    </dgm:pt>
    <dgm:pt modelId="{84210670-1E79-41AF-A8E0-1201D1A089A8}" type="parTrans" cxnId="{06284CF4-1088-4D5B-9833-7FDC46C373A5}">
      <dgm:prSet/>
      <dgm:spPr/>
      <dgm:t>
        <a:bodyPr/>
        <a:lstStyle/>
        <a:p>
          <a:endParaRPr lang="pt-BR"/>
        </a:p>
      </dgm:t>
    </dgm:pt>
    <dgm:pt modelId="{8955D4BE-4934-4225-86B5-990C55276850}" type="sibTrans" cxnId="{06284CF4-1088-4D5B-9833-7FDC46C373A5}">
      <dgm:prSet/>
      <dgm:spPr/>
      <dgm:t>
        <a:bodyPr/>
        <a:lstStyle/>
        <a:p>
          <a:endParaRPr lang="pt-BR"/>
        </a:p>
      </dgm:t>
    </dgm:pt>
    <dgm:pt modelId="{3D13FA20-F4E1-4D91-A593-AB135125DD35}">
      <dgm:prSet phldrT="[Texto]"/>
      <dgm:spPr/>
      <dgm:t>
        <a:bodyPr/>
        <a:lstStyle/>
        <a:p>
          <a:r>
            <a:rPr lang="pt-BR" dirty="0" smtClean="0"/>
            <a:t>Validação</a:t>
          </a:r>
          <a:endParaRPr lang="pt-BR" dirty="0"/>
        </a:p>
      </dgm:t>
    </dgm:pt>
    <dgm:pt modelId="{1379FE90-B031-49B7-9936-F58A44672028}" type="parTrans" cxnId="{9F1D44B3-62D1-44F0-8A4E-7DBA41B3174B}">
      <dgm:prSet/>
      <dgm:spPr/>
      <dgm:t>
        <a:bodyPr/>
        <a:lstStyle/>
        <a:p>
          <a:endParaRPr lang="pt-BR"/>
        </a:p>
      </dgm:t>
    </dgm:pt>
    <dgm:pt modelId="{D3ACC569-2488-4AEE-82B0-79B7AFA1FCEF}" type="sibTrans" cxnId="{9F1D44B3-62D1-44F0-8A4E-7DBA41B3174B}">
      <dgm:prSet/>
      <dgm:spPr/>
      <dgm:t>
        <a:bodyPr/>
        <a:lstStyle/>
        <a:p>
          <a:endParaRPr lang="pt-BR"/>
        </a:p>
      </dgm:t>
    </dgm:pt>
    <dgm:pt modelId="{C56C593C-792C-441C-B8A2-4E4FA942E1B8}" type="pres">
      <dgm:prSet presAssocID="{F7038F35-E462-42AB-9282-5D7D5033066A}" presName="CompostProcess" presStyleCnt="0">
        <dgm:presLayoutVars>
          <dgm:dir/>
          <dgm:resizeHandles val="exact"/>
        </dgm:presLayoutVars>
      </dgm:prSet>
      <dgm:spPr/>
    </dgm:pt>
    <dgm:pt modelId="{1137FD7D-E07F-4C75-9673-64A5A8E47E2B}" type="pres">
      <dgm:prSet presAssocID="{F7038F35-E462-42AB-9282-5D7D5033066A}" presName="arrow" presStyleLbl="bgShp" presStyleIdx="0" presStyleCnt="1"/>
      <dgm:spPr/>
    </dgm:pt>
    <dgm:pt modelId="{1555A57F-C7B5-4C5F-9B47-C15D04BCA9B5}" type="pres">
      <dgm:prSet presAssocID="{F7038F35-E462-42AB-9282-5D7D5033066A}" presName="linearProcess" presStyleCnt="0"/>
      <dgm:spPr/>
    </dgm:pt>
    <dgm:pt modelId="{2E8CDED9-10EE-42CB-8EC2-08E97CD49C1D}" type="pres">
      <dgm:prSet presAssocID="{5E64892B-F3D7-4B93-B85E-BBFF9850D992}" presName="text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05AF8D6-8806-4E18-9B6A-8D22F4C60938}" type="pres">
      <dgm:prSet presAssocID="{55F250C1-4E4C-458B-809C-02CBEC3FD30F}" presName="sibTrans" presStyleCnt="0"/>
      <dgm:spPr/>
    </dgm:pt>
    <dgm:pt modelId="{5C1F1DE3-99D5-40FD-8708-3405731E214D}" type="pres">
      <dgm:prSet presAssocID="{B629531C-44FE-41AE-A911-809F43989522}" presName="text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D2CB5A1-904C-4A8C-A85F-69C3A14E5983}" type="pres">
      <dgm:prSet presAssocID="{6F560AE3-B884-44D2-9568-584EB6E82A94}" presName="sibTrans" presStyleCnt="0"/>
      <dgm:spPr/>
    </dgm:pt>
    <dgm:pt modelId="{16FD5F25-DB03-42CF-95D3-9CA8413F2E1A}" type="pres">
      <dgm:prSet presAssocID="{F6AC8791-7D19-4798-95A6-43966ED17425}" presName="text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046772C-5C1E-4933-9870-04EC1AB7C8CE}" type="pres">
      <dgm:prSet presAssocID="{436834CE-CECF-442D-ADB7-1BEE5CC14E13}" presName="sibTrans" presStyleCnt="0"/>
      <dgm:spPr/>
    </dgm:pt>
    <dgm:pt modelId="{7286060C-ADCF-4B08-9989-01FF780891F7}" type="pres">
      <dgm:prSet presAssocID="{C2CEB0D6-80DD-454B-99AF-18EE80B52334}" presName="text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962F97B-050B-4FCE-BF93-8FEF0DA2DE76}" type="pres">
      <dgm:prSet presAssocID="{8955D4BE-4934-4225-86B5-990C55276850}" presName="sibTrans" presStyleCnt="0"/>
      <dgm:spPr/>
    </dgm:pt>
    <dgm:pt modelId="{69860F7C-0C22-48D1-A25B-87BAB99EE035}" type="pres">
      <dgm:prSet presAssocID="{3D13FA20-F4E1-4D91-A593-AB135125DD35}" presName="text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9C7935D-83C2-4CEA-B751-38C97E794700}" type="pres">
      <dgm:prSet presAssocID="{D3ACC569-2488-4AEE-82B0-79B7AFA1FCEF}" presName="sibTrans" presStyleCnt="0"/>
      <dgm:spPr/>
    </dgm:pt>
    <dgm:pt modelId="{534EBCB0-5416-489F-8B08-622A1E5367B6}" type="pres">
      <dgm:prSet presAssocID="{20343F71-6C11-48A5-A252-4AD9BB9A5832}" presName="text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625D03A0-AA57-4D05-8BA5-35110164BE68}" type="presOf" srcId="{3D13FA20-F4E1-4D91-A593-AB135125DD35}" destId="{69860F7C-0C22-48D1-A25B-87BAB99EE035}" srcOrd="0" destOrd="0" presId="urn:microsoft.com/office/officeart/2005/8/layout/hProcess9"/>
    <dgm:cxn modelId="{6B39BBBB-492A-43F7-8013-D03B6D2919DA}" type="presOf" srcId="{C2CEB0D6-80DD-454B-99AF-18EE80B52334}" destId="{7286060C-ADCF-4B08-9989-01FF780891F7}" srcOrd="0" destOrd="0" presId="urn:microsoft.com/office/officeart/2005/8/layout/hProcess9"/>
    <dgm:cxn modelId="{9F1D44B3-62D1-44F0-8A4E-7DBA41B3174B}" srcId="{F7038F35-E462-42AB-9282-5D7D5033066A}" destId="{3D13FA20-F4E1-4D91-A593-AB135125DD35}" srcOrd="4" destOrd="0" parTransId="{1379FE90-B031-49B7-9936-F58A44672028}" sibTransId="{D3ACC569-2488-4AEE-82B0-79B7AFA1FCEF}"/>
    <dgm:cxn modelId="{B6E2BFFE-9D3C-4089-B398-56391A433820}" srcId="{F7038F35-E462-42AB-9282-5D7D5033066A}" destId="{5E64892B-F3D7-4B93-B85E-BBFF9850D992}" srcOrd="0" destOrd="0" parTransId="{F22D0BF5-6932-4728-89A8-5084320AA8FD}" sibTransId="{55F250C1-4E4C-458B-809C-02CBEC3FD30F}"/>
    <dgm:cxn modelId="{1C29FE6B-905A-47B8-A74D-14179FEDDDC7}" type="presOf" srcId="{F7038F35-E462-42AB-9282-5D7D5033066A}" destId="{C56C593C-792C-441C-B8A2-4E4FA942E1B8}" srcOrd="0" destOrd="0" presId="urn:microsoft.com/office/officeart/2005/8/layout/hProcess9"/>
    <dgm:cxn modelId="{EBA4D36F-EDAE-4B7C-84B3-02373000333A}" srcId="{F7038F35-E462-42AB-9282-5D7D5033066A}" destId="{B629531C-44FE-41AE-A911-809F43989522}" srcOrd="1" destOrd="0" parTransId="{A2F35346-803F-48FB-83F9-9416871C82EF}" sibTransId="{6F560AE3-B884-44D2-9568-584EB6E82A94}"/>
    <dgm:cxn modelId="{E9A5D288-C41A-4823-A044-F837D097D5BC}" type="presOf" srcId="{B629531C-44FE-41AE-A911-809F43989522}" destId="{5C1F1DE3-99D5-40FD-8708-3405731E214D}" srcOrd="0" destOrd="0" presId="urn:microsoft.com/office/officeart/2005/8/layout/hProcess9"/>
    <dgm:cxn modelId="{01AABF4B-5393-4C39-967A-7C27D4D0C3F3}" srcId="{F7038F35-E462-42AB-9282-5D7D5033066A}" destId="{20343F71-6C11-48A5-A252-4AD9BB9A5832}" srcOrd="5" destOrd="0" parTransId="{2F205932-D531-4E56-B07F-405DACAC33CB}" sibTransId="{CCB877B2-2D80-4D51-B5D8-08A5928B43B4}"/>
    <dgm:cxn modelId="{3ED9E393-1E63-4EDE-A29A-A10BB8F6CF5B}" srcId="{F7038F35-E462-42AB-9282-5D7D5033066A}" destId="{F6AC8791-7D19-4798-95A6-43966ED17425}" srcOrd="2" destOrd="0" parTransId="{9DB17D14-733D-4AC5-8195-9D228152D027}" sibTransId="{436834CE-CECF-442D-ADB7-1BEE5CC14E13}"/>
    <dgm:cxn modelId="{716DE358-BBAB-4D86-B5DA-F1674D8D8CB8}" type="presOf" srcId="{F6AC8791-7D19-4798-95A6-43966ED17425}" destId="{16FD5F25-DB03-42CF-95D3-9CA8413F2E1A}" srcOrd="0" destOrd="0" presId="urn:microsoft.com/office/officeart/2005/8/layout/hProcess9"/>
    <dgm:cxn modelId="{06284CF4-1088-4D5B-9833-7FDC46C373A5}" srcId="{F7038F35-E462-42AB-9282-5D7D5033066A}" destId="{C2CEB0D6-80DD-454B-99AF-18EE80B52334}" srcOrd="3" destOrd="0" parTransId="{84210670-1E79-41AF-A8E0-1201D1A089A8}" sibTransId="{8955D4BE-4934-4225-86B5-990C55276850}"/>
    <dgm:cxn modelId="{65184C54-1CF1-4AC4-B19F-222625F7870B}" type="presOf" srcId="{5E64892B-F3D7-4B93-B85E-BBFF9850D992}" destId="{2E8CDED9-10EE-42CB-8EC2-08E97CD49C1D}" srcOrd="0" destOrd="0" presId="urn:microsoft.com/office/officeart/2005/8/layout/hProcess9"/>
    <dgm:cxn modelId="{69AC62D6-6C17-4D11-B5CE-921FE981D09D}" type="presOf" srcId="{20343F71-6C11-48A5-A252-4AD9BB9A5832}" destId="{534EBCB0-5416-489F-8B08-622A1E5367B6}" srcOrd="0" destOrd="0" presId="urn:microsoft.com/office/officeart/2005/8/layout/hProcess9"/>
    <dgm:cxn modelId="{E9F90178-10FE-4904-A147-A189BA8A7D70}" type="presParOf" srcId="{C56C593C-792C-441C-B8A2-4E4FA942E1B8}" destId="{1137FD7D-E07F-4C75-9673-64A5A8E47E2B}" srcOrd="0" destOrd="0" presId="urn:microsoft.com/office/officeart/2005/8/layout/hProcess9"/>
    <dgm:cxn modelId="{0C398DAE-41AF-4060-B545-598619E36DC8}" type="presParOf" srcId="{C56C593C-792C-441C-B8A2-4E4FA942E1B8}" destId="{1555A57F-C7B5-4C5F-9B47-C15D04BCA9B5}" srcOrd="1" destOrd="0" presId="urn:microsoft.com/office/officeart/2005/8/layout/hProcess9"/>
    <dgm:cxn modelId="{AF178B1A-35F4-496C-94E6-56FFFCA5EF48}" type="presParOf" srcId="{1555A57F-C7B5-4C5F-9B47-C15D04BCA9B5}" destId="{2E8CDED9-10EE-42CB-8EC2-08E97CD49C1D}" srcOrd="0" destOrd="0" presId="urn:microsoft.com/office/officeart/2005/8/layout/hProcess9"/>
    <dgm:cxn modelId="{423D0223-A757-407F-954D-537D115BAEE1}" type="presParOf" srcId="{1555A57F-C7B5-4C5F-9B47-C15D04BCA9B5}" destId="{205AF8D6-8806-4E18-9B6A-8D22F4C60938}" srcOrd="1" destOrd="0" presId="urn:microsoft.com/office/officeart/2005/8/layout/hProcess9"/>
    <dgm:cxn modelId="{D2BF142B-75EA-4F45-8B98-0F5F86318BB0}" type="presParOf" srcId="{1555A57F-C7B5-4C5F-9B47-C15D04BCA9B5}" destId="{5C1F1DE3-99D5-40FD-8708-3405731E214D}" srcOrd="2" destOrd="0" presId="urn:microsoft.com/office/officeart/2005/8/layout/hProcess9"/>
    <dgm:cxn modelId="{67B855D2-487D-463D-A954-B18AB57064B9}" type="presParOf" srcId="{1555A57F-C7B5-4C5F-9B47-C15D04BCA9B5}" destId="{8D2CB5A1-904C-4A8C-A85F-69C3A14E5983}" srcOrd="3" destOrd="0" presId="urn:microsoft.com/office/officeart/2005/8/layout/hProcess9"/>
    <dgm:cxn modelId="{9DC502CE-A10E-4FA0-B3D6-BEA541F5F164}" type="presParOf" srcId="{1555A57F-C7B5-4C5F-9B47-C15D04BCA9B5}" destId="{16FD5F25-DB03-42CF-95D3-9CA8413F2E1A}" srcOrd="4" destOrd="0" presId="urn:microsoft.com/office/officeart/2005/8/layout/hProcess9"/>
    <dgm:cxn modelId="{81EEA327-B97D-42A9-B664-114C71C1A79C}" type="presParOf" srcId="{1555A57F-C7B5-4C5F-9B47-C15D04BCA9B5}" destId="{C046772C-5C1E-4933-9870-04EC1AB7C8CE}" srcOrd="5" destOrd="0" presId="urn:microsoft.com/office/officeart/2005/8/layout/hProcess9"/>
    <dgm:cxn modelId="{BC8939D8-2EC6-4166-8C94-206376BC866F}" type="presParOf" srcId="{1555A57F-C7B5-4C5F-9B47-C15D04BCA9B5}" destId="{7286060C-ADCF-4B08-9989-01FF780891F7}" srcOrd="6" destOrd="0" presId="urn:microsoft.com/office/officeart/2005/8/layout/hProcess9"/>
    <dgm:cxn modelId="{B1D837F3-053C-4DB3-837C-0389B6964AC0}" type="presParOf" srcId="{1555A57F-C7B5-4C5F-9B47-C15D04BCA9B5}" destId="{D962F97B-050B-4FCE-BF93-8FEF0DA2DE76}" srcOrd="7" destOrd="0" presId="urn:microsoft.com/office/officeart/2005/8/layout/hProcess9"/>
    <dgm:cxn modelId="{EDBAF134-0105-48C0-945A-B2CFB9BE6821}" type="presParOf" srcId="{1555A57F-C7B5-4C5F-9B47-C15D04BCA9B5}" destId="{69860F7C-0C22-48D1-A25B-87BAB99EE035}" srcOrd="8" destOrd="0" presId="urn:microsoft.com/office/officeart/2005/8/layout/hProcess9"/>
    <dgm:cxn modelId="{50117F02-62D2-4B7C-93F3-D0DABBA85A13}" type="presParOf" srcId="{1555A57F-C7B5-4C5F-9B47-C15D04BCA9B5}" destId="{F9C7935D-83C2-4CEA-B751-38C97E794700}" srcOrd="9" destOrd="0" presId="urn:microsoft.com/office/officeart/2005/8/layout/hProcess9"/>
    <dgm:cxn modelId="{5F64D42F-9E90-4073-B526-15360F9F73B2}" type="presParOf" srcId="{1555A57F-C7B5-4C5F-9B47-C15D04BCA9B5}" destId="{534EBCB0-5416-489F-8B08-622A1E5367B6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7038F35-E462-42AB-9282-5D7D5033066A}" type="doc">
      <dgm:prSet loTypeId="urn:microsoft.com/office/officeart/2005/8/layout/hProcess9" loCatId="process" qsTypeId="urn:microsoft.com/office/officeart/2005/8/quickstyle/3d7" qsCatId="3D" csTypeId="urn:microsoft.com/office/officeart/2005/8/colors/accent1_2" csCatId="accent1" phldr="1"/>
      <dgm:spPr/>
    </dgm:pt>
    <dgm:pt modelId="{5E64892B-F3D7-4B93-B85E-BBFF9850D992}">
      <dgm:prSet phldrT="[Texto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pt-BR" dirty="0" smtClean="0">
              <a:solidFill>
                <a:schemeClr val="tx1"/>
              </a:solidFill>
            </a:rPr>
            <a:t>Validação</a:t>
          </a:r>
          <a:endParaRPr lang="pt-BR" dirty="0">
            <a:solidFill>
              <a:schemeClr val="tx1"/>
            </a:solidFill>
          </a:endParaRPr>
        </a:p>
      </dgm:t>
    </dgm:pt>
    <dgm:pt modelId="{F22D0BF5-6932-4728-89A8-5084320AA8FD}" type="parTrans" cxnId="{B6E2BFFE-9D3C-4089-B398-56391A433820}">
      <dgm:prSet/>
      <dgm:spPr/>
      <dgm:t>
        <a:bodyPr/>
        <a:lstStyle/>
        <a:p>
          <a:endParaRPr lang="pt-BR"/>
        </a:p>
      </dgm:t>
    </dgm:pt>
    <dgm:pt modelId="{55F250C1-4E4C-458B-809C-02CBEC3FD30F}" type="sibTrans" cxnId="{B6E2BFFE-9D3C-4089-B398-56391A433820}">
      <dgm:prSet/>
      <dgm:spPr/>
      <dgm:t>
        <a:bodyPr/>
        <a:lstStyle/>
        <a:p>
          <a:endParaRPr lang="pt-BR"/>
        </a:p>
      </dgm:t>
    </dgm:pt>
    <dgm:pt modelId="{B629531C-44FE-41AE-A911-809F43989522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Acionamento</a:t>
          </a:r>
          <a:endParaRPr lang="pt-BR" dirty="0">
            <a:solidFill>
              <a:schemeClr val="bg1"/>
            </a:solidFill>
          </a:endParaRPr>
        </a:p>
      </dgm:t>
    </dgm:pt>
    <dgm:pt modelId="{A2F35346-803F-48FB-83F9-9416871C82EF}" type="parTrans" cxnId="{EBA4D36F-EDAE-4B7C-84B3-02373000333A}">
      <dgm:prSet/>
      <dgm:spPr/>
      <dgm:t>
        <a:bodyPr/>
        <a:lstStyle/>
        <a:p>
          <a:endParaRPr lang="pt-BR"/>
        </a:p>
      </dgm:t>
    </dgm:pt>
    <dgm:pt modelId="{6F560AE3-B884-44D2-9568-584EB6E82A94}" type="sibTrans" cxnId="{EBA4D36F-EDAE-4B7C-84B3-02373000333A}">
      <dgm:prSet/>
      <dgm:spPr/>
      <dgm:t>
        <a:bodyPr/>
        <a:lstStyle/>
        <a:p>
          <a:endParaRPr lang="pt-BR"/>
        </a:p>
      </dgm:t>
    </dgm:pt>
    <dgm:pt modelId="{F6AC8791-7D19-4798-95A6-43966ED17425}">
      <dgm:prSet phldrT="[Texto]"/>
      <dgm:spPr/>
      <dgm:t>
        <a:bodyPr/>
        <a:lstStyle/>
        <a:p>
          <a:r>
            <a:rPr lang="pt-BR" dirty="0" smtClean="0"/>
            <a:t>Atuação</a:t>
          </a:r>
          <a:endParaRPr lang="pt-BR" dirty="0"/>
        </a:p>
      </dgm:t>
    </dgm:pt>
    <dgm:pt modelId="{9DB17D14-733D-4AC5-8195-9D228152D027}" type="parTrans" cxnId="{3ED9E393-1E63-4EDE-A29A-A10BB8F6CF5B}">
      <dgm:prSet/>
      <dgm:spPr/>
      <dgm:t>
        <a:bodyPr/>
        <a:lstStyle/>
        <a:p>
          <a:endParaRPr lang="pt-BR"/>
        </a:p>
      </dgm:t>
    </dgm:pt>
    <dgm:pt modelId="{436834CE-CECF-442D-ADB7-1BEE5CC14E13}" type="sibTrans" cxnId="{3ED9E393-1E63-4EDE-A29A-A10BB8F6CF5B}">
      <dgm:prSet/>
      <dgm:spPr/>
      <dgm:t>
        <a:bodyPr/>
        <a:lstStyle/>
        <a:p>
          <a:endParaRPr lang="pt-BR"/>
        </a:p>
      </dgm:t>
    </dgm:pt>
    <dgm:pt modelId="{20343F71-6C11-48A5-A252-4AD9BB9A5832}">
      <dgm:prSet phldrT="[Texto]"/>
      <dgm:spPr/>
      <dgm:t>
        <a:bodyPr/>
        <a:lstStyle/>
        <a:p>
          <a:r>
            <a:rPr lang="pt-BR" dirty="0" smtClean="0"/>
            <a:t>Fechamento</a:t>
          </a:r>
          <a:endParaRPr lang="pt-BR" dirty="0"/>
        </a:p>
      </dgm:t>
    </dgm:pt>
    <dgm:pt modelId="{2F205932-D531-4E56-B07F-405DACAC33CB}" type="parTrans" cxnId="{01AABF4B-5393-4C39-967A-7C27D4D0C3F3}">
      <dgm:prSet/>
      <dgm:spPr/>
      <dgm:t>
        <a:bodyPr/>
        <a:lstStyle/>
        <a:p>
          <a:endParaRPr lang="pt-BR"/>
        </a:p>
      </dgm:t>
    </dgm:pt>
    <dgm:pt modelId="{CCB877B2-2D80-4D51-B5D8-08A5928B43B4}" type="sibTrans" cxnId="{01AABF4B-5393-4C39-967A-7C27D4D0C3F3}">
      <dgm:prSet/>
      <dgm:spPr/>
      <dgm:t>
        <a:bodyPr/>
        <a:lstStyle/>
        <a:p>
          <a:endParaRPr lang="pt-BR"/>
        </a:p>
      </dgm:t>
    </dgm:pt>
    <dgm:pt modelId="{C2CEB0D6-80DD-454B-99AF-18EE80B52334}">
      <dgm:prSet phldrT="[Texto]"/>
      <dgm:spPr/>
      <dgm:t>
        <a:bodyPr/>
        <a:lstStyle/>
        <a:p>
          <a:r>
            <a:rPr lang="pt-BR" dirty="0" smtClean="0"/>
            <a:t>Escalonamento </a:t>
          </a:r>
          <a:endParaRPr lang="pt-BR" dirty="0"/>
        </a:p>
      </dgm:t>
    </dgm:pt>
    <dgm:pt modelId="{84210670-1E79-41AF-A8E0-1201D1A089A8}" type="parTrans" cxnId="{06284CF4-1088-4D5B-9833-7FDC46C373A5}">
      <dgm:prSet/>
      <dgm:spPr/>
      <dgm:t>
        <a:bodyPr/>
        <a:lstStyle/>
        <a:p>
          <a:endParaRPr lang="pt-BR"/>
        </a:p>
      </dgm:t>
    </dgm:pt>
    <dgm:pt modelId="{8955D4BE-4934-4225-86B5-990C55276850}" type="sibTrans" cxnId="{06284CF4-1088-4D5B-9833-7FDC46C373A5}">
      <dgm:prSet/>
      <dgm:spPr/>
      <dgm:t>
        <a:bodyPr/>
        <a:lstStyle/>
        <a:p>
          <a:endParaRPr lang="pt-BR"/>
        </a:p>
      </dgm:t>
    </dgm:pt>
    <dgm:pt modelId="{3D13FA20-F4E1-4D91-A593-AB135125DD35}">
      <dgm:prSet phldrT="[Texto]"/>
      <dgm:spPr/>
      <dgm:t>
        <a:bodyPr/>
        <a:lstStyle/>
        <a:p>
          <a:r>
            <a:rPr lang="pt-BR" dirty="0" smtClean="0"/>
            <a:t>Validação</a:t>
          </a:r>
          <a:endParaRPr lang="pt-BR" dirty="0"/>
        </a:p>
      </dgm:t>
    </dgm:pt>
    <dgm:pt modelId="{1379FE90-B031-49B7-9936-F58A44672028}" type="parTrans" cxnId="{9F1D44B3-62D1-44F0-8A4E-7DBA41B3174B}">
      <dgm:prSet/>
      <dgm:spPr/>
      <dgm:t>
        <a:bodyPr/>
        <a:lstStyle/>
        <a:p>
          <a:endParaRPr lang="pt-BR"/>
        </a:p>
      </dgm:t>
    </dgm:pt>
    <dgm:pt modelId="{D3ACC569-2488-4AEE-82B0-79B7AFA1FCEF}" type="sibTrans" cxnId="{9F1D44B3-62D1-44F0-8A4E-7DBA41B3174B}">
      <dgm:prSet/>
      <dgm:spPr/>
      <dgm:t>
        <a:bodyPr/>
        <a:lstStyle/>
        <a:p>
          <a:endParaRPr lang="pt-BR"/>
        </a:p>
      </dgm:t>
    </dgm:pt>
    <dgm:pt modelId="{C56C593C-792C-441C-B8A2-4E4FA942E1B8}" type="pres">
      <dgm:prSet presAssocID="{F7038F35-E462-42AB-9282-5D7D5033066A}" presName="CompostProcess" presStyleCnt="0">
        <dgm:presLayoutVars>
          <dgm:dir/>
          <dgm:resizeHandles val="exact"/>
        </dgm:presLayoutVars>
      </dgm:prSet>
      <dgm:spPr/>
    </dgm:pt>
    <dgm:pt modelId="{1137FD7D-E07F-4C75-9673-64A5A8E47E2B}" type="pres">
      <dgm:prSet presAssocID="{F7038F35-E462-42AB-9282-5D7D5033066A}" presName="arrow" presStyleLbl="bgShp" presStyleIdx="0" presStyleCnt="1"/>
      <dgm:spPr/>
    </dgm:pt>
    <dgm:pt modelId="{1555A57F-C7B5-4C5F-9B47-C15D04BCA9B5}" type="pres">
      <dgm:prSet presAssocID="{F7038F35-E462-42AB-9282-5D7D5033066A}" presName="linearProcess" presStyleCnt="0"/>
      <dgm:spPr/>
    </dgm:pt>
    <dgm:pt modelId="{2E8CDED9-10EE-42CB-8EC2-08E97CD49C1D}" type="pres">
      <dgm:prSet presAssocID="{5E64892B-F3D7-4B93-B85E-BBFF9850D992}" presName="text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05AF8D6-8806-4E18-9B6A-8D22F4C60938}" type="pres">
      <dgm:prSet presAssocID="{55F250C1-4E4C-458B-809C-02CBEC3FD30F}" presName="sibTrans" presStyleCnt="0"/>
      <dgm:spPr/>
    </dgm:pt>
    <dgm:pt modelId="{5C1F1DE3-99D5-40FD-8708-3405731E214D}" type="pres">
      <dgm:prSet presAssocID="{B629531C-44FE-41AE-A911-809F43989522}" presName="text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D2CB5A1-904C-4A8C-A85F-69C3A14E5983}" type="pres">
      <dgm:prSet presAssocID="{6F560AE3-B884-44D2-9568-584EB6E82A94}" presName="sibTrans" presStyleCnt="0"/>
      <dgm:spPr/>
    </dgm:pt>
    <dgm:pt modelId="{16FD5F25-DB03-42CF-95D3-9CA8413F2E1A}" type="pres">
      <dgm:prSet presAssocID="{F6AC8791-7D19-4798-95A6-43966ED17425}" presName="text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046772C-5C1E-4933-9870-04EC1AB7C8CE}" type="pres">
      <dgm:prSet presAssocID="{436834CE-CECF-442D-ADB7-1BEE5CC14E13}" presName="sibTrans" presStyleCnt="0"/>
      <dgm:spPr/>
    </dgm:pt>
    <dgm:pt modelId="{7286060C-ADCF-4B08-9989-01FF780891F7}" type="pres">
      <dgm:prSet presAssocID="{C2CEB0D6-80DD-454B-99AF-18EE80B52334}" presName="text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962F97B-050B-4FCE-BF93-8FEF0DA2DE76}" type="pres">
      <dgm:prSet presAssocID="{8955D4BE-4934-4225-86B5-990C55276850}" presName="sibTrans" presStyleCnt="0"/>
      <dgm:spPr/>
    </dgm:pt>
    <dgm:pt modelId="{69860F7C-0C22-48D1-A25B-87BAB99EE035}" type="pres">
      <dgm:prSet presAssocID="{3D13FA20-F4E1-4D91-A593-AB135125DD35}" presName="text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9C7935D-83C2-4CEA-B751-38C97E794700}" type="pres">
      <dgm:prSet presAssocID="{D3ACC569-2488-4AEE-82B0-79B7AFA1FCEF}" presName="sibTrans" presStyleCnt="0"/>
      <dgm:spPr/>
    </dgm:pt>
    <dgm:pt modelId="{534EBCB0-5416-489F-8B08-622A1E5367B6}" type="pres">
      <dgm:prSet presAssocID="{20343F71-6C11-48A5-A252-4AD9BB9A5832}" presName="text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9F1D44B3-62D1-44F0-8A4E-7DBA41B3174B}" srcId="{F7038F35-E462-42AB-9282-5D7D5033066A}" destId="{3D13FA20-F4E1-4D91-A593-AB135125DD35}" srcOrd="4" destOrd="0" parTransId="{1379FE90-B031-49B7-9936-F58A44672028}" sibTransId="{D3ACC569-2488-4AEE-82B0-79B7AFA1FCEF}"/>
    <dgm:cxn modelId="{B6E2BFFE-9D3C-4089-B398-56391A433820}" srcId="{F7038F35-E462-42AB-9282-5D7D5033066A}" destId="{5E64892B-F3D7-4B93-B85E-BBFF9850D992}" srcOrd="0" destOrd="0" parTransId="{F22D0BF5-6932-4728-89A8-5084320AA8FD}" sibTransId="{55F250C1-4E4C-458B-809C-02CBEC3FD30F}"/>
    <dgm:cxn modelId="{44FE2935-EED7-4BFB-A9CB-6DFFA46FBF94}" type="presOf" srcId="{F7038F35-E462-42AB-9282-5D7D5033066A}" destId="{C56C593C-792C-441C-B8A2-4E4FA942E1B8}" srcOrd="0" destOrd="0" presId="urn:microsoft.com/office/officeart/2005/8/layout/hProcess9"/>
    <dgm:cxn modelId="{5377877F-5778-474C-906E-4B37671601F3}" type="presOf" srcId="{3D13FA20-F4E1-4D91-A593-AB135125DD35}" destId="{69860F7C-0C22-48D1-A25B-87BAB99EE035}" srcOrd="0" destOrd="0" presId="urn:microsoft.com/office/officeart/2005/8/layout/hProcess9"/>
    <dgm:cxn modelId="{EBA4D36F-EDAE-4B7C-84B3-02373000333A}" srcId="{F7038F35-E462-42AB-9282-5D7D5033066A}" destId="{B629531C-44FE-41AE-A911-809F43989522}" srcOrd="1" destOrd="0" parTransId="{A2F35346-803F-48FB-83F9-9416871C82EF}" sibTransId="{6F560AE3-B884-44D2-9568-584EB6E82A94}"/>
    <dgm:cxn modelId="{FF319205-4876-4738-851E-574CA174709A}" type="presOf" srcId="{F6AC8791-7D19-4798-95A6-43966ED17425}" destId="{16FD5F25-DB03-42CF-95D3-9CA8413F2E1A}" srcOrd="0" destOrd="0" presId="urn:microsoft.com/office/officeart/2005/8/layout/hProcess9"/>
    <dgm:cxn modelId="{01AABF4B-5393-4C39-967A-7C27D4D0C3F3}" srcId="{F7038F35-E462-42AB-9282-5D7D5033066A}" destId="{20343F71-6C11-48A5-A252-4AD9BB9A5832}" srcOrd="5" destOrd="0" parTransId="{2F205932-D531-4E56-B07F-405DACAC33CB}" sibTransId="{CCB877B2-2D80-4D51-B5D8-08A5928B43B4}"/>
    <dgm:cxn modelId="{3ED9E393-1E63-4EDE-A29A-A10BB8F6CF5B}" srcId="{F7038F35-E462-42AB-9282-5D7D5033066A}" destId="{F6AC8791-7D19-4798-95A6-43966ED17425}" srcOrd="2" destOrd="0" parTransId="{9DB17D14-733D-4AC5-8195-9D228152D027}" sibTransId="{436834CE-CECF-442D-ADB7-1BEE5CC14E13}"/>
    <dgm:cxn modelId="{90AFF7C9-511B-4CA9-9EBB-B9ABD88A5810}" type="presOf" srcId="{5E64892B-F3D7-4B93-B85E-BBFF9850D992}" destId="{2E8CDED9-10EE-42CB-8EC2-08E97CD49C1D}" srcOrd="0" destOrd="0" presId="urn:microsoft.com/office/officeart/2005/8/layout/hProcess9"/>
    <dgm:cxn modelId="{44BED6F2-B288-4C6D-87BF-58B0B06859DD}" type="presOf" srcId="{20343F71-6C11-48A5-A252-4AD9BB9A5832}" destId="{534EBCB0-5416-489F-8B08-622A1E5367B6}" srcOrd="0" destOrd="0" presId="urn:microsoft.com/office/officeart/2005/8/layout/hProcess9"/>
    <dgm:cxn modelId="{06284CF4-1088-4D5B-9833-7FDC46C373A5}" srcId="{F7038F35-E462-42AB-9282-5D7D5033066A}" destId="{C2CEB0D6-80DD-454B-99AF-18EE80B52334}" srcOrd="3" destOrd="0" parTransId="{84210670-1E79-41AF-A8E0-1201D1A089A8}" sibTransId="{8955D4BE-4934-4225-86B5-990C55276850}"/>
    <dgm:cxn modelId="{950383E5-F8EA-4C0C-AFF3-196420570E15}" type="presOf" srcId="{C2CEB0D6-80DD-454B-99AF-18EE80B52334}" destId="{7286060C-ADCF-4B08-9989-01FF780891F7}" srcOrd="0" destOrd="0" presId="urn:microsoft.com/office/officeart/2005/8/layout/hProcess9"/>
    <dgm:cxn modelId="{E577CB4E-F084-4B27-9D33-DA84ED8F0645}" type="presOf" srcId="{B629531C-44FE-41AE-A911-809F43989522}" destId="{5C1F1DE3-99D5-40FD-8708-3405731E214D}" srcOrd="0" destOrd="0" presId="urn:microsoft.com/office/officeart/2005/8/layout/hProcess9"/>
    <dgm:cxn modelId="{727B24D8-03BE-4BAC-83DF-512FF5D2FFB8}" type="presParOf" srcId="{C56C593C-792C-441C-B8A2-4E4FA942E1B8}" destId="{1137FD7D-E07F-4C75-9673-64A5A8E47E2B}" srcOrd="0" destOrd="0" presId="urn:microsoft.com/office/officeart/2005/8/layout/hProcess9"/>
    <dgm:cxn modelId="{899F57A2-C4A7-4DBD-BECE-62A61CDD4B56}" type="presParOf" srcId="{C56C593C-792C-441C-B8A2-4E4FA942E1B8}" destId="{1555A57F-C7B5-4C5F-9B47-C15D04BCA9B5}" srcOrd="1" destOrd="0" presId="urn:microsoft.com/office/officeart/2005/8/layout/hProcess9"/>
    <dgm:cxn modelId="{4F802487-7EDA-408B-951D-75D136EAF4AE}" type="presParOf" srcId="{1555A57F-C7B5-4C5F-9B47-C15D04BCA9B5}" destId="{2E8CDED9-10EE-42CB-8EC2-08E97CD49C1D}" srcOrd="0" destOrd="0" presId="urn:microsoft.com/office/officeart/2005/8/layout/hProcess9"/>
    <dgm:cxn modelId="{A278E294-9136-47CB-8AA6-A2877A90750D}" type="presParOf" srcId="{1555A57F-C7B5-4C5F-9B47-C15D04BCA9B5}" destId="{205AF8D6-8806-4E18-9B6A-8D22F4C60938}" srcOrd="1" destOrd="0" presId="urn:microsoft.com/office/officeart/2005/8/layout/hProcess9"/>
    <dgm:cxn modelId="{39C8B58A-2315-4127-8622-EE7F2181DF9D}" type="presParOf" srcId="{1555A57F-C7B5-4C5F-9B47-C15D04BCA9B5}" destId="{5C1F1DE3-99D5-40FD-8708-3405731E214D}" srcOrd="2" destOrd="0" presId="urn:microsoft.com/office/officeart/2005/8/layout/hProcess9"/>
    <dgm:cxn modelId="{00FDF7AE-A663-44EF-98BD-4808529C5E88}" type="presParOf" srcId="{1555A57F-C7B5-4C5F-9B47-C15D04BCA9B5}" destId="{8D2CB5A1-904C-4A8C-A85F-69C3A14E5983}" srcOrd="3" destOrd="0" presId="urn:microsoft.com/office/officeart/2005/8/layout/hProcess9"/>
    <dgm:cxn modelId="{1181137B-954D-4CD0-B274-606A444A8C3E}" type="presParOf" srcId="{1555A57F-C7B5-4C5F-9B47-C15D04BCA9B5}" destId="{16FD5F25-DB03-42CF-95D3-9CA8413F2E1A}" srcOrd="4" destOrd="0" presId="urn:microsoft.com/office/officeart/2005/8/layout/hProcess9"/>
    <dgm:cxn modelId="{5CA005F7-CB87-485A-A12E-6C655D74174E}" type="presParOf" srcId="{1555A57F-C7B5-4C5F-9B47-C15D04BCA9B5}" destId="{C046772C-5C1E-4933-9870-04EC1AB7C8CE}" srcOrd="5" destOrd="0" presId="urn:microsoft.com/office/officeart/2005/8/layout/hProcess9"/>
    <dgm:cxn modelId="{7B60A8F8-9D94-4A0C-BFA9-50489AF67E7C}" type="presParOf" srcId="{1555A57F-C7B5-4C5F-9B47-C15D04BCA9B5}" destId="{7286060C-ADCF-4B08-9989-01FF780891F7}" srcOrd="6" destOrd="0" presId="urn:microsoft.com/office/officeart/2005/8/layout/hProcess9"/>
    <dgm:cxn modelId="{FFE3C9CC-90E8-4229-9388-9D9DFB005292}" type="presParOf" srcId="{1555A57F-C7B5-4C5F-9B47-C15D04BCA9B5}" destId="{D962F97B-050B-4FCE-BF93-8FEF0DA2DE76}" srcOrd="7" destOrd="0" presId="urn:microsoft.com/office/officeart/2005/8/layout/hProcess9"/>
    <dgm:cxn modelId="{43580BB9-631B-48DA-AA7F-0B63D1FE2355}" type="presParOf" srcId="{1555A57F-C7B5-4C5F-9B47-C15D04BCA9B5}" destId="{69860F7C-0C22-48D1-A25B-87BAB99EE035}" srcOrd="8" destOrd="0" presId="urn:microsoft.com/office/officeart/2005/8/layout/hProcess9"/>
    <dgm:cxn modelId="{4ECAFE2A-D85E-4F76-B664-F866935A05F1}" type="presParOf" srcId="{1555A57F-C7B5-4C5F-9B47-C15D04BCA9B5}" destId="{F9C7935D-83C2-4CEA-B751-38C97E794700}" srcOrd="9" destOrd="0" presId="urn:microsoft.com/office/officeart/2005/8/layout/hProcess9"/>
    <dgm:cxn modelId="{111B239E-C4CA-41BF-9186-E23DA01D7F14}" type="presParOf" srcId="{1555A57F-C7B5-4C5F-9B47-C15D04BCA9B5}" destId="{534EBCB0-5416-489F-8B08-622A1E5367B6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7038F35-E462-42AB-9282-5D7D5033066A}" type="doc">
      <dgm:prSet loTypeId="urn:microsoft.com/office/officeart/2005/8/layout/hProcess9" loCatId="process" qsTypeId="urn:microsoft.com/office/officeart/2005/8/quickstyle/3d7" qsCatId="3D" csTypeId="urn:microsoft.com/office/officeart/2005/8/colors/accent1_2" csCatId="accent1" phldr="1"/>
      <dgm:spPr/>
    </dgm:pt>
    <dgm:pt modelId="{5E64892B-F3D7-4B93-B85E-BBFF9850D992}">
      <dgm:prSet phldrT="[Texto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pt-BR" dirty="0" smtClean="0">
              <a:solidFill>
                <a:schemeClr val="tx1"/>
              </a:solidFill>
            </a:rPr>
            <a:t>Validação</a:t>
          </a:r>
          <a:endParaRPr lang="pt-BR" dirty="0">
            <a:solidFill>
              <a:schemeClr val="tx1"/>
            </a:solidFill>
          </a:endParaRPr>
        </a:p>
      </dgm:t>
    </dgm:pt>
    <dgm:pt modelId="{F22D0BF5-6932-4728-89A8-5084320AA8FD}" type="parTrans" cxnId="{B6E2BFFE-9D3C-4089-B398-56391A433820}">
      <dgm:prSet/>
      <dgm:spPr/>
      <dgm:t>
        <a:bodyPr/>
        <a:lstStyle/>
        <a:p>
          <a:endParaRPr lang="pt-BR"/>
        </a:p>
      </dgm:t>
    </dgm:pt>
    <dgm:pt modelId="{55F250C1-4E4C-458B-809C-02CBEC3FD30F}" type="sibTrans" cxnId="{B6E2BFFE-9D3C-4089-B398-56391A433820}">
      <dgm:prSet/>
      <dgm:spPr/>
      <dgm:t>
        <a:bodyPr/>
        <a:lstStyle/>
        <a:p>
          <a:endParaRPr lang="pt-BR"/>
        </a:p>
      </dgm:t>
    </dgm:pt>
    <dgm:pt modelId="{B629531C-44FE-41AE-A911-809F43989522}">
      <dgm:prSet phldrT="[Texto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pt-BR" dirty="0" smtClean="0">
              <a:solidFill>
                <a:schemeClr val="tx1"/>
              </a:solidFill>
            </a:rPr>
            <a:t>Acionamento</a:t>
          </a:r>
          <a:endParaRPr lang="pt-BR" dirty="0">
            <a:solidFill>
              <a:schemeClr val="tx1"/>
            </a:solidFill>
          </a:endParaRPr>
        </a:p>
      </dgm:t>
    </dgm:pt>
    <dgm:pt modelId="{A2F35346-803F-48FB-83F9-9416871C82EF}" type="parTrans" cxnId="{EBA4D36F-EDAE-4B7C-84B3-02373000333A}">
      <dgm:prSet/>
      <dgm:spPr/>
      <dgm:t>
        <a:bodyPr/>
        <a:lstStyle/>
        <a:p>
          <a:endParaRPr lang="pt-BR"/>
        </a:p>
      </dgm:t>
    </dgm:pt>
    <dgm:pt modelId="{6F560AE3-B884-44D2-9568-584EB6E82A94}" type="sibTrans" cxnId="{EBA4D36F-EDAE-4B7C-84B3-02373000333A}">
      <dgm:prSet/>
      <dgm:spPr/>
      <dgm:t>
        <a:bodyPr/>
        <a:lstStyle/>
        <a:p>
          <a:endParaRPr lang="pt-BR"/>
        </a:p>
      </dgm:t>
    </dgm:pt>
    <dgm:pt modelId="{F6AC8791-7D19-4798-95A6-43966ED17425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Atuação</a:t>
          </a:r>
          <a:endParaRPr lang="pt-BR" dirty="0">
            <a:solidFill>
              <a:schemeClr val="bg1"/>
            </a:solidFill>
          </a:endParaRPr>
        </a:p>
      </dgm:t>
    </dgm:pt>
    <dgm:pt modelId="{9DB17D14-733D-4AC5-8195-9D228152D027}" type="parTrans" cxnId="{3ED9E393-1E63-4EDE-A29A-A10BB8F6CF5B}">
      <dgm:prSet/>
      <dgm:spPr/>
      <dgm:t>
        <a:bodyPr/>
        <a:lstStyle/>
        <a:p>
          <a:endParaRPr lang="pt-BR"/>
        </a:p>
      </dgm:t>
    </dgm:pt>
    <dgm:pt modelId="{436834CE-CECF-442D-ADB7-1BEE5CC14E13}" type="sibTrans" cxnId="{3ED9E393-1E63-4EDE-A29A-A10BB8F6CF5B}">
      <dgm:prSet/>
      <dgm:spPr/>
      <dgm:t>
        <a:bodyPr/>
        <a:lstStyle/>
        <a:p>
          <a:endParaRPr lang="pt-BR"/>
        </a:p>
      </dgm:t>
    </dgm:pt>
    <dgm:pt modelId="{20343F71-6C11-48A5-A252-4AD9BB9A5832}">
      <dgm:prSet phldrT="[Texto]"/>
      <dgm:spPr/>
      <dgm:t>
        <a:bodyPr/>
        <a:lstStyle/>
        <a:p>
          <a:r>
            <a:rPr lang="pt-BR" dirty="0" smtClean="0"/>
            <a:t>Fechamento</a:t>
          </a:r>
          <a:endParaRPr lang="pt-BR" dirty="0"/>
        </a:p>
      </dgm:t>
    </dgm:pt>
    <dgm:pt modelId="{2F205932-D531-4E56-B07F-405DACAC33CB}" type="parTrans" cxnId="{01AABF4B-5393-4C39-967A-7C27D4D0C3F3}">
      <dgm:prSet/>
      <dgm:spPr/>
      <dgm:t>
        <a:bodyPr/>
        <a:lstStyle/>
        <a:p>
          <a:endParaRPr lang="pt-BR"/>
        </a:p>
      </dgm:t>
    </dgm:pt>
    <dgm:pt modelId="{CCB877B2-2D80-4D51-B5D8-08A5928B43B4}" type="sibTrans" cxnId="{01AABF4B-5393-4C39-967A-7C27D4D0C3F3}">
      <dgm:prSet/>
      <dgm:spPr/>
      <dgm:t>
        <a:bodyPr/>
        <a:lstStyle/>
        <a:p>
          <a:endParaRPr lang="pt-BR"/>
        </a:p>
      </dgm:t>
    </dgm:pt>
    <dgm:pt modelId="{C2CEB0D6-80DD-454B-99AF-18EE80B52334}">
      <dgm:prSet phldrT="[Texto]"/>
      <dgm:spPr/>
      <dgm:t>
        <a:bodyPr/>
        <a:lstStyle/>
        <a:p>
          <a:r>
            <a:rPr lang="pt-BR" dirty="0" smtClean="0"/>
            <a:t>Escalonamento </a:t>
          </a:r>
          <a:endParaRPr lang="pt-BR" dirty="0"/>
        </a:p>
      </dgm:t>
    </dgm:pt>
    <dgm:pt modelId="{84210670-1E79-41AF-A8E0-1201D1A089A8}" type="parTrans" cxnId="{06284CF4-1088-4D5B-9833-7FDC46C373A5}">
      <dgm:prSet/>
      <dgm:spPr/>
      <dgm:t>
        <a:bodyPr/>
        <a:lstStyle/>
        <a:p>
          <a:endParaRPr lang="pt-BR"/>
        </a:p>
      </dgm:t>
    </dgm:pt>
    <dgm:pt modelId="{8955D4BE-4934-4225-86B5-990C55276850}" type="sibTrans" cxnId="{06284CF4-1088-4D5B-9833-7FDC46C373A5}">
      <dgm:prSet/>
      <dgm:spPr/>
      <dgm:t>
        <a:bodyPr/>
        <a:lstStyle/>
        <a:p>
          <a:endParaRPr lang="pt-BR"/>
        </a:p>
      </dgm:t>
    </dgm:pt>
    <dgm:pt modelId="{3D13FA20-F4E1-4D91-A593-AB135125DD35}">
      <dgm:prSet phldrT="[Texto]"/>
      <dgm:spPr/>
      <dgm:t>
        <a:bodyPr/>
        <a:lstStyle/>
        <a:p>
          <a:r>
            <a:rPr lang="pt-BR" dirty="0" smtClean="0"/>
            <a:t>Validação</a:t>
          </a:r>
          <a:endParaRPr lang="pt-BR" dirty="0"/>
        </a:p>
      </dgm:t>
    </dgm:pt>
    <dgm:pt modelId="{1379FE90-B031-49B7-9936-F58A44672028}" type="parTrans" cxnId="{9F1D44B3-62D1-44F0-8A4E-7DBA41B3174B}">
      <dgm:prSet/>
      <dgm:spPr/>
      <dgm:t>
        <a:bodyPr/>
        <a:lstStyle/>
        <a:p>
          <a:endParaRPr lang="pt-BR"/>
        </a:p>
      </dgm:t>
    </dgm:pt>
    <dgm:pt modelId="{D3ACC569-2488-4AEE-82B0-79B7AFA1FCEF}" type="sibTrans" cxnId="{9F1D44B3-62D1-44F0-8A4E-7DBA41B3174B}">
      <dgm:prSet/>
      <dgm:spPr/>
      <dgm:t>
        <a:bodyPr/>
        <a:lstStyle/>
        <a:p>
          <a:endParaRPr lang="pt-BR"/>
        </a:p>
      </dgm:t>
    </dgm:pt>
    <dgm:pt modelId="{C56C593C-792C-441C-B8A2-4E4FA942E1B8}" type="pres">
      <dgm:prSet presAssocID="{F7038F35-E462-42AB-9282-5D7D5033066A}" presName="CompostProcess" presStyleCnt="0">
        <dgm:presLayoutVars>
          <dgm:dir/>
          <dgm:resizeHandles val="exact"/>
        </dgm:presLayoutVars>
      </dgm:prSet>
      <dgm:spPr/>
    </dgm:pt>
    <dgm:pt modelId="{1137FD7D-E07F-4C75-9673-64A5A8E47E2B}" type="pres">
      <dgm:prSet presAssocID="{F7038F35-E462-42AB-9282-5D7D5033066A}" presName="arrow" presStyleLbl="bgShp" presStyleIdx="0" presStyleCnt="1"/>
      <dgm:spPr/>
    </dgm:pt>
    <dgm:pt modelId="{1555A57F-C7B5-4C5F-9B47-C15D04BCA9B5}" type="pres">
      <dgm:prSet presAssocID="{F7038F35-E462-42AB-9282-5D7D5033066A}" presName="linearProcess" presStyleCnt="0"/>
      <dgm:spPr/>
    </dgm:pt>
    <dgm:pt modelId="{2E8CDED9-10EE-42CB-8EC2-08E97CD49C1D}" type="pres">
      <dgm:prSet presAssocID="{5E64892B-F3D7-4B93-B85E-BBFF9850D992}" presName="text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05AF8D6-8806-4E18-9B6A-8D22F4C60938}" type="pres">
      <dgm:prSet presAssocID="{55F250C1-4E4C-458B-809C-02CBEC3FD30F}" presName="sibTrans" presStyleCnt="0"/>
      <dgm:spPr/>
    </dgm:pt>
    <dgm:pt modelId="{5C1F1DE3-99D5-40FD-8708-3405731E214D}" type="pres">
      <dgm:prSet presAssocID="{B629531C-44FE-41AE-A911-809F43989522}" presName="text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D2CB5A1-904C-4A8C-A85F-69C3A14E5983}" type="pres">
      <dgm:prSet presAssocID="{6F560AE3-B884-44D2-9568-584EB6E82A94}" presName="sibTrans" presStyleCnt="0"/>
      <dgm:spPr/>
    </dgm:pt>
    <dgm:pt modelId="{16FD5F25-DB03-42CF-95D3-9CA8413F2E1A}" type="pres">
      <dgm:prSet presAssocID="{F6AC8791-7D19-4798-95A6-43966ED17425}" presName="text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046772C-5C1E-4933-9870-04EC1AB7C8CE}" type="pres">
      <dgm:prSet presAssocID="{436834CE-CECF-442D-ADB7-1BEE5CC14E13}" presName="sibTrans" presStyleCnt="0"/>
      <dgm:spPr/>
    </dgm:pt>
    <dgm:pt modelId="{7286060C-ADCF-4B08-9989-01FF780891F7}" type="pres">
      <dgm:prSet presAssocID="{C2CEB0D6-80DD-454B-99AF-18EE80B52334}" presName="text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962F97B-050B-4FCE-BF93-8FEF0DA2DE76}" type="pres">
      <dgm:prSet presAssocID="{8955D4BE-4934-4225-86B5-990C55276850}" presName="sibTrans" presStyleCnt="0"/>
      <dgm:spPr/>
    </dgm:pt>
    <dgm:pt modelId="{69860F7C-0C22-48D1-A25B-87BAB99EE035}" type="pres">
      <dgm:prSet presAssocID="{3D13FA20-F4E1-4D91-A593-AB135125DD35}" presName="text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9C7935D-83C2-4CEA-B751-38C97E794700}" type="pres">
      <dgm:prSet presAssocID="{D3ACC569-2488-4AEE-82B0-79B7AFA1FCEF}" presName="sibTrans" presStyleCnt="0"/>
      <dgm:spPr/>
    </dgm:pt>
    <dgm:pt modelId="{534EBCB0-5416-489F-8B08-622A1E5367B6}" type="pres">
      <dgm:prSet presAssocID="{20343F71-6C11-48A5-A252-4AD9BB9A5832}" presName="text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01AABF4B-5393-4C39-967A-7C27D4D0C3F3}" srcId="{F7038F35-E462-42AB-9282-5D7D5033066A}" destId="{20343F71-6C11-48A5-A252-4AD9BB9A5832}" srcOrd="5" destOrd="0" parTransId="{2F205932-D531-4E56-B07F-405DACAC33CB}" sibTransId="{CCB877B2-2D80-4D51-B5D8-08A5928B43B4}"/>
    <dgm:cxn modelId="{3ED9E393-1E63-4EDE-A29A-A10BB8F6CF5B}" srcId="{F7038F35-E462-42AB-9282-5D7D5033066A}" destId="{F6AC8791-7D19-4798-95A6-43966ED17425}" srcOrd="2" destOrd="0" parTransId="{9DB17D14-733D-4AC5-8195-9D228152D027}" sibTransId="{436834CE-CECF-442D-ADB7-1BEE5CC14E13}"/>
    <dgm:cxn modelId="{9F1D44B3-62D1-44F0-8A4E-7DBA41B3174B}" srcId="{F7038F35-E462-42AB-9282-5D7D5033066A}" destId="{3D13FA20-F4E1-4D91-A593-AB135125DD35}" srcOrd="4" destOrd="0" parTransId="{1379FE90-B031-49B7-9936-F58A44672028}" sibTransId="{D3ACC569-2488-4AEE-82B0-79B7AFA1FCEF}"/>
    <dgm:cxn modelId="{FDEB72EA-FEFD-4CA3-B22F-2AC57ABAA889}" type="presOf" srcId="{F6AC8791-7D19-4798-95A6-43966ED17425}" destId="{16FD5F25-DB03-42CF-95D3-9CA8413F2E1A}" srcOrd="0" destOrd="0" presId="urn:microsoft.com/office/officeart/2005/8/layout/hProcess9"/>
    <dgm:cxn modelId="{06284CF4-1088-4D5B-9833-7FDC46C373A5}" srcId="{F7038F35-E462-42AB-9282-5D7D5033066A}" destId="{C2CEB0D6-80DD-454B-99AF-18EE80B52334}" srcOrd="3" destOrd="0" parTransId="{84210670-1E79-41AF-A8E0-1201D1A089A8}" sibTransId="{8955D4BE-4934-4225-86B5-990C55276850}"/>
    <dgm:cxn modelId="{B6E2BFFE-9D3C-4089-B398-56391A433820}" srcId="{F7038F35-E462-42AB-9282-5D7D5033066A}" destId="{5E64892B-F3D7-4B93-B85E-BBFF9850D992}" srcOrd="0" destOrd="0" parTransId="{F22D0BF5-6932-4728-89A8-5084320AA8FD}" sibTransId="{55F250C1-4E4C-458B-809C-02CBEC3FD30F}"/>
    <dgm:cxn modelId="{A8564B85-5B47-4F73-AD4A-03212AF7997C}" type="presOf" srcId="{C2CEB0D6-80DD-454B-99AF-18EE80B52334}" destId="{7286060C-ADCF-4B08-9989-01FF780891F7}" srcOrd="0" destOrd="0" presId="urn:microsoft.com/office/officeart/2005/8/layout/hProcess9"/>
    <dgm:cxn modelId="{491B9B58-6E97-4863-9A9E-B642F56428E3}" type="presOf" srcId="{3D13FA20-F4E1-4D91-A593-AB135125DD35}" destId="{69860F7C-0C22-48D1-A25B-87BAB99EE035}" srcOrd="0" destOrd="0" presId="urn:microsoft.com/office/officeart/2005/8/layout/hProcess9"/>
    <dgm:cxn modelId="{EBA4D36F-EDAE-4B7C-84B3-02373000333A}" srcId="{F7038F35-E462-42AB-9282-5D7D5033066A}" destId="{B629531C-44FE-41AE-A911-809F43989522}" srcOrd="1" destOrd="0" parTransId="{A2F35346-803F-48FB-83F9-9416871C82EF}" sibTransId="{6F560AE3-B884-44D2-9568-584EB6E82A94}"/>
    <dgm:cxn modelId="{3B6ACDD3-6368-4451-9E09-E7BAB342FF5D}" type="presOf" srcId="{F7038F35-E462-42AB-9282-5D7D5033066A}" destId="{C56C593C-792C-441C-B8A2-4E4FA942E1B8}" srcOrd="0" destOrd="0" presId="urn:microsoft.com/office/officeart/2005/8/layout/hProcess9"/>
    <dgm:cxn modelId="{2EDDAC2C-7EA5-475F-918D-754BC3F51F85}" type="presOf" srcId="{5E64892B-F3D7-4B93-B85E-BBFF9850D992}" destId="{2E8CDED9-10EE-42CB-8EC2-08E97CD49C1D}" srcOrd="0" destOrd="0" presId="urn:microsoft.com/office/officeart/2005/8/layout/hProcess9"/>
    <dgm:cxn modelId="{6E357C68-31C6-4C84-891E-098FD76D16AA}" type="presOf" srcId="{20343F71-6C11-48A5-A252-4AD9BB9A5832}" destId="{534EBCB0-5416-489F-8B08-622A1E5367B6}" srcOrd="0" destOrd="0" presId="urn:microsoft.com/office/officeart/2005/8/layout/hProcess9"/>
    <dgm:cxn modelId="{489B400D-9215-4D5A-9071-1EE9189C4EBD}" type="presOf" srcId="{B629531C-44FE-41AE-A911-809F43989522}" destId="{5C1F1DE3-99D5-40FD-8708-3405731E214D}" srcOrd="0" destOrd="0" presId="urn:microsoft.com/office/officeart/2005/8/layout/hProcess9"/>
    <dgm:cxn modelId="{C4B45556-B6A3-46A4-9631-716B88D7A001}" type="presParOf" srcId="{C56C593C-792C-441C-B8A2-4E4FA942E1B8}" destId="{1137FD7D-E07F-4C75-9673-64A5A8E47E2B}" srcOrd="0" destOrd="0" presId="urn:microsoft.com/office/officeart/2005/8/layout/hProcess9"/>
    <dgm:cxn modelId="{44C428D6-ABA3-47AC-9F0F-D2ECC066EE0C}" type="presParOf" srcId="{C56C593C-792C-441C-B8A2-4E4FA942E1B8}" destId="{1555A57F-C7B5-4C5F-9B47-C15D04BCA9B5}" srcOrd="1" destOrd="0" presId="urn:microsoft.com/office/officeart/2005/8/layout/hProcess9"/>
    <dgm:cxn modelId="{A028D800-C08D-41BA-878C-80A1EE6F9EEC}" type="presParOf" srcId="{1555A57F-C7B5-4C5F-9B47-C15D04BCA9B5}" destId="{2E8CDED9-10EE-42CB-8EC2-08E97CD49C1D}" srcOrd="0" destOrd="0" presId="urn:microsoft.com/office/officeart/2005/8/layout/hProcess9"/>
    <dgm:cxn modelId="{EC027A57-AB80-4193-8716-1F0D1E246A19}" type="presParOf" srcId="{1555A57F-C7B5-4C5F-9B47-C15D04BCA9B5}" destId="{205AF8D6-8806-4E18-9B6A-8D22F4C60938}" srcOrd="1" destOrd="0" presId="urn:microsoft.com/office/officeart/2005/8/layout/hProcess9"/>
    <dgm:cxn modelId="{D795572F-9CC6-4D6B-80B0-698A6F431714}" type="presParOf" srcId="{1555A57F-C7B5-4C5F-9B47-C15D04BCA9B5}" destId="{5C1F1DE3-99D5-40FD-8708-3405731E214D}" srcOrd="2" destOrd="0" presId="urn:microsoft.com/office/officeart/2005/8/layout/hProcess9"/>
    <dgm:cxn modelId="{93D6104E-E636-427D-94C8-6E9C408C1AC6}" type="presParOf" srcId="{1555A57F-C7B5-4C5F-9B47-C15D04BCA9B5}" destId="{8D2CB5A1-904C-4A8C-A85F-69C3A14E5983}" srcOrd="3" destOrd="0" presId="urn:microsoft.com/office/officeart/2005/8/layout/hProcess9"/>
    <dgm:cxn modelId="{A858B5F9-CC88-47E6-ADD2-9DAE5D699B23}" type="presParOf" srcId="{1555A57F-C7B5-4C5F-9B47-C15D04BCA9B5}" destId="{16FD5F25-DB03-42CF-95D3-9CA8413F2E1A}" srcOrd="4" destOrd="0" presId="urn:microsoft.com/office/officeart/2005/8/layout/hProcess9"/>
    <dgm:cxn modelId="{6C45C703-1649-41B5-BE2E-666E84B0F01F}" type="presParOf" srcId="{1555A57F-C7B5-4C5F-9B47-C15D04BCA9B5}" destId="{C046772C-5C1E-4933-9870-04EC1AB7C8CE}" srcOrd="5" destOrd="0" presId="urn:microsoft.com/office/officeart/2005/8/layout/hProcess9"/>
    <dgm:cxn modelId="{FD0550DB-41F3-42BD-ACE8-B516E6D31D1D}" type="presParOf" srcId="{1555A57F-C7B5-4C5F-9B47-C15D04BCA9B5}" destId="{7286060C-ADCF-4B08-9989-01FF780891F7}" srcOrd="6" destOrd="0" presId="urn:microsoft.com/office/officeart/2005/8/layout/hProcess9"/>
    <dgm:cxn modelId="{7C4C3A21-404A-4170-A26F-C74232CA6843}" type="presParOf" srcId="{1555A57F-C7B5-4C5F-9B47-C15D04BCA9B5}" destId="{D962F97B-050B-4FCE-BF93-8FEF0DA2DE76}" srcOrd="7" destOrd="0" presId="urn:microsoft.com/office/officeart/2005/8/layout/hProcess9"/>
    <dgm:cxn modelId="{798ED697-A43B-4A64-B3AF-A43AA221806F}" type="presParOf" srcId="{1555A57F-C7B5-4C5F-9B47-C15D04BCA9B5}" destId="{69860F7C-0C22-48D1-A25B-87BAB99EE035}" srcOrd="8" destOrd="0" presId="urn:microsoft.com/office/officeart/2005/8/layout/hProcess9"/>
    <dgm:cxn modelId="{5518C37C-908C-4E38-B0B9-F42370CB254D}" type="presParOf" srcId="{1555A57F-C7B5-4C5F-9B47-C15D04BCA9B5}" destId="{F9C7935D-83C2-4CEA-B751-38C97E794700}" srcOrd="9" destOrd="0" presId="urn:microsoft.com/office/officeart/2005/8/layout/hProcess9"/>
    <dgm:cxn modelId="{B17048F1-6E11-48C0-AE24-0C9A9664C9F2}" type="presParOf" srcId="{1555A57F-C7B5-4C5F-9B47-C15D04BCA9B5}" destId="{534EBCB0-5416-489F-8B08-622A1E5367B6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7038F35-E462-42AB-9282-5D7D5033066A}" type="doc">
      <dgm:prSet loTypeId="urn:microsoft.com/office/officeart/2005/8/layout/hProcess9" loCatId="process" qsTypeId="urn:microsoft.com/office/officeart/2005/8/quickstyle/3d7" qsCatId="3D" csTypeId="urn:microsoft.com/office/officeart/2005/8/colors/accent1_2" csCatId="accent1" phldr="1"/>
      <dgm:spPr/>
    </dgm:pt>
    <dgm:pt modelId="{5E64892B-F3D7-4B93-B85E-BBFF9850D992}">
      <dgm:prSet phldrT="[Texto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pt-BR" dirty="0" smtClean="0">
              <a:solidFill>
                <a:schemeClr val="tx1"/>
              </a:solidFill>
            </a:rPr>
            <a:t>Validação</a:t>
          </a:r>
          <a:endParaRPr lang="pt-BR" dirty="0">
            <a:solidFill>
              <a:schemeClr val="tx1"/>
            </a:solidFill>
          </a:endParaRPr>
        </a:p>
      </dgm:t>
    </dgm:pt>
    <dgm:pt modelId="{F22D0BF5-6932-4728-89A8-5084320AA8FD}" type="parTrans" cxnId="{B6E2BFFE-9D3C-4089-B398-56391A433820}">
      <dgm:prSet/>
      <dgm:spPr/>
      <dgm:t>
        <a:bodyPr/>
        <a:lstStyle/>
        <a:p>
          <a:endParaRPr lang="pt-BR"/>
        </a:p>
      </dgm:t>
    </dgm:pt>
    <dgm:pt modelId="{55F250C1-4E4C-458B-809C-02CBEC3FD30F}" type="sibTrans" cxnId="{B6E2BFFE-9D3C-4089-B398-56391A433820}">
      <dgm:prSet/>
      <dgm:spPr/>
      <dgm:t>
        <a:bodyPr/>
        <a:lstStyle/>
        <a:p>
          <a:endParaRPr lang="pt-BR"/>
        </a:p>
      </dgm:t>
    </dgm:pt>
    <dgm:pt modelId="{B629531C-44FE-41AE-A911-809F43989522}">
      <dgm:prSet phldrT="[Texto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pt-BR" dirty="0" smtClean="0">
              <a:solidFill>
                <a:schemeClr val="tx1"/>
              </a:solidFill>
            </a:rPr>
            <a:t>Acionamento</a:t>
          </a:r>
          <a:endParaRPr lang="pt-BR" dirty="0">
            <a:solidFill>
              <a:schemeClr val="tx1"/>
            </a:solidFill>
          </a:endParaRPr>
        </a:p>
      </dgm:t>
    </dgm:pt>
    <dgm:pt modelId="{A2F35346-803F-48FB-83F9-9416871C82EF}" type="parTrans" cxnId="{EBA4D36F-EDAE-4B7C-84B3-02373000333A}">
      <dgm:prSet/>
      <dgm:spPr/>
      <dgm:t>
        <a:bodyPr/>
        <a:lstStyle/>
        <a:p>
          <a:endParaRPr lang="pt-BR"/>
        </a:p>
      </dgm:t>
    </dgm:pt>
    <dgm:pt modelId="{6F560AE3-B884-44D2-9568-584EB6E82A94}" type="sibTrans" cxnId="{EBA4D36F-EDAE-4B7C-84B3-02373000333A}">
      <dgm:prSet/>
      <dgm:spPr/>
      <dgm:t>
        <a:bodyPr/>
        <a:lstStyle/>
        <a:p>
          <a:endParaRPr lang="pt-BR"/>
        </a:p>
      </dgm:t>
    </dgm:pt>
    <dgm:pt modelId="{F6AC8791-7D19-4798-95A6-43966ED17425}">
      <dgm:prSet phldrT="[Texto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pt-BR" dirty="0" smtClean="0">
              <a:solidFill>
                <a:schemeClr val="tx1"/>
              </a:solidFill>
            </a:rPr>
            <a:t>Atuação</a:t>
          </a:r>
          <a:endParaRPr lang="pt-BR" dirty="0">
            <a:solidFill>
              <a:schemeClr val="tx1"/>
            </a:solidFill>
          </a:endParaRPr>
        </a:p>
      </dgm:t>
    </dgm:pt>
    <dgm:pt modelId="{9DB17D14-733D-4AC5-8195-9D228152D027}" type="parTrans" cxnId="{3ED9E393-1E63-4EDE-A29A-A10BB8F6CF5B}">
      <dgm:prSet/>
      <dgm:spPr/>
      <dgm:t>
        <a:bodyPr/>
        <a:lstStyle/>
        <a:p>
          <a:endParaRPr lang="pt-BR"/>
        </a:p>
      </dgm:t>
    </dgm:pt>
    <dgm:pt modelId="{436834CE-CECF-442D-ADB7-1BEE5CC14E13}" type="sibTrans" cxnId="{3ED9E393-1E63-4EDE-A29A-A10BB8F6CF5B}">
      <dgm:prSet/>
      <dgm:spPr/>
      <dgm:t>
        <a:bodyPr/>
        <a:lstStyle/>
        <a:p>
          <a:endParaRPr lang="pt-BR"/>
        </a:p>
      </dgm:t>
    </dgm:pt>
    <dgm:pt modelId="{20343F71-6C11-48A5-A252-4AD9BB9A5832}">
      <dgm:prSet phldrT="[Texto]"/>
      <dgm:spPr/>
      <dgm:t>
        <a:bodyPr/>
        <a:lstStyle/>
        <a:p>
          <a:r>
            <a:rPr lang="pt-BR" dirty="0" smtClean="0"/>
            <a:t>Fechamento</a:t>
          </a:r>
          <a:endParaRPr lang="pt-BR" dirty="0"/>
        </a:p>
      </dgm:t>
    </dgm:pt>
    <dgm:pt modelId="{2F205932-D531-4E56-B07F-405DACAC33CB}" type="parTrans" cxnId="{01AABF4B-5393-4C39-967A-7C27D4D0C3F3}">
      <dgm:prSet/>
      <dgm:spPr/>
      <dgm:t>
        <a:bodyPr/>
        <a:lstStyle/>
        <a:p>
          <a:endParaRPr lang="pt-BR"/>
        </a:p>
      </dgm:t>
    </dgm:pt>
    <dgm:pt modelId="{CCB877B2-2D80-4D51-B5D8-08A5928B43B4}" type="sibTrans" cxnId="{01AABF4B-5393-4C39-967A-7C27D4D0C3F3}">
      <dgm:prSet/>
      <dgm:spPr/>
      <dgm:t>
        <a:bodyPr/>
        <a:lstStyle/>
        <a:p>
          <a:endParaRPr lang="pt-BR"/>
        </a:p>
      </dgm:t>
    </dgm:pt>
    <dgm:pt modelId="{C2CEB0D6-80DD-454B-99AF-18EE80B52334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Escalonamento </a:t>
          </a:r>
          <a:endParaRPr lang="pt-BR" dirty="0">
            <a:solidFill>
              <a:schemeClr val="bg1"/>
            </a:solidFill>
          </a:endParaRPr>
        </a:p>
      </dgm:t>
    </dgm:pt>
    <dgm:pt modelId="{84210670-1E79-41AF-A8E0-1201D1A089A8}" type="parTrans" cxnId="{06284CF4-1088-4D5B-9833-7FDC46C373A5}">
      <dgm:prSet/>
      <dgm:spPr/>
      <dgm:t>
        <a:bodyPr/>
        <a:lstStyle/>
        <a:p>
          <a:endParaRPr lang="pt-BR"/>
        </a:p>
      </dgm:t>
    </dgm:pt>
    <dgm:pt modelId="{8955D4BE-4934-4225-86B5-990C55276850}" type="sibTrans" cxnId="{06284CF4-1088-4D5B-9833-7FDC46C373A5}">
      <dgm:prSet/>
      <dgm:spPr/>
      <dgm:t>
        <a:bodyPr/>
        <a:lstStyle/>
        <a:p>
          <a:endParaRPr lang="pt-BR"/>
        </a:p>
      </dgm:t>
    </dgm:pt>
    <dgm:pt modelId="{3D13FA20-F4E1-4D91-A593-AB135125DD35}">
      <dgm:prSet phldrT="[Texto]"/>
      <dgm:spPr/>
      <dgm:t>
        <a:bodyPr/>
        <a:lstStyle/>
        <a:p>
          <a:r>
            <a:rPr lang="pt-BR" dirty="0" smtClean="0"/>
            <a:t>Validação</a:t>
          </a:r>
          <a:endParaRPr lang="pt-BR" dirty="0"/>
        </a:p>
      </dgm:t>
    </dgm:pt>
    <dgm:pt modelId="{1379FE90-B031-49B7-9936-F58A44672028}" type="parTrans" cxnId="{9F1D44B3-62D1-44F0-8A4E-7DBA41B3174B}">
      <dgm:prSet/>
      <dgm:spPr/>
      <dgm:t>
        <a:bodyPr/>
        <a:lstStyle/>
        <a:p>
          <a:endParaRPr lang="pt-BR"/>
        </a:p>
      </dgm:t>
    </dgm:pt>
    <dgm:pt modelId="{D3ACC569-2488-4AEE-82B0-79B7AFA1FCEF}" type="sibTrans" cxnId="{9F1D44B3-62D1-44F0-8A4E-7DBA41B3174B}">
      <dgm:prSet/>
      <dgm:spPr/>
      <dgm:t>
        <a:bodyPr/>
        <a:lstStyle/>
        <a:p>
          <a:endParaRPr lang="pt-BR"/>
        </a:p>
      </dgm:t>
    </dgm:pt>
    <dgm:pt modelId="{C56C593C-792C-441C-B8A2-4E4FA942E1B8}" type="pres">
      <dgm:prSet presAssocID="{F7038F35-E462-42AB-9282-5D7D5033066A}" presName="CompostProcess" presStyleCnt="0">
        <dgm:presLayoutVars>
          <dgm:dir/>
          <dgm:resizeHandles val="exact"/>
        </dgm:presLayoutVars>
      </dgm:prSet>
      <dgm:spPr/>
    </dgm:pt>
    <dgm:pt modelId="{1137FD7D-E07F-4C75-9673-64A5A8E47E2B}" type="pres">
      <dgm:prSet presAssocID="{F7038F35-E462-42AB-9282-5D7D5033066A}" presName="arrow" presStyleLbl="bgShp" presStyleIdx="0" presStyleCnt="1"/>
      <dgm:spPr/>
    </dgm:pt>
    <dgm:pt modelId="{1555A57F-C7B5-4C5F-9B47-C15D04BCA9B5}" type="pres">
      <dgm:prSet presAssocID="{F7038F35-E462-42AB-9282-5D7D5033066A}" presName="linearProcess" presStyleCnt="0"/>
      <dgm:spPr/>
    </dgm:pt>
    <dgm:pt modelId="{2E8CDED9-10EE-42CB-8EC2-08E97CD49C1D}" type="pres">
      <dgm:prSet presAssocID="{5E64892B-F3D7-4B93-B85E-BBFF9850D992}" presName="text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05AF8D6-8806-4E18-9B6A-8D22F4C60938}" type="pres">
      <dgm:prSet presAssocID="{55F250C1-4E4C-458B-809C-02CBEC3FD30F}" presName="sibTrans" presStyleCnt="0"/>
      <dgm:spPr/>
    </dgm:pt>
    <dgm:pt modelId="{5C1F1DE3-99D5-40FD-8708-3405731E214D}" type="pres">
      <dgm:prSet presAssocID="{B629531C-44FE-41AE-A911-809F43989522}" presName="text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D2CB5A1-904C-4A8C-A85F-69C3A14E5983}" type="pres">
      <dgm:prSet presAssocID="{6F560AE3-B884-44D2-9568-584EB6E82A94}" presName="sibTrans" presStyleCnt="0"/>
      <dgm:spPr/>
    </dgm:pt>
    <dgm:pt modelId="{16FD5F25-DB03-42CF-95D3-9CA8413F2E1A}" type="pres">
      <dgm:prSet presAssocID="{F6AC8791-7D19-4798-95A6-43966ED17425}" presName="text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046772C-5C1E-4933-9870-04EC1AB7C8CE}" type="pres">
      <dgm:prSet presAssocID="{436834CE-CECF-442D-ADB7-1BEE5CC14E13}" presName="sibTrans" presStyleCnt="0"/>
      <dgm:spPr/>
    </dgm:pt>
    <dgm:pt modelId="{7286060C-ADCF-4B08-9989-01FF780891F7}" type="pres">
      <dgm:prSet presAssocID="{C2CEB0D6-80DD-454B-99AF-18EE80B52334}" presName="text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962F97B-050B-4FCE-BF93-8FEF0DA2DE76}" type="pres">
      <dgm:prSet presAssocID="{8955D4BE-4934-4225-86B5-990C55276850}" presName="sibTrans" presStyleCnt="0"/>
      <dgm:spPr/>
    </dgm:pt>
    <dgm:pt modelId="{69860F7C-0C22-48D1-A25B-87BAB99EE035}" type="pres">
      <dgm:prSet presAssocID="{3D13FA20-F4E1-4D91-A593-AB135125DD35}" presName="text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9C7935D-83C2-4CEA-B751-38C97E794700}" type="pres">
      <dgm:prSet presAssocID="{D3ACC569-2488-4AEE-82B0-79B7AFA1FCEF}" presName="sibTrans" presStyleCnt="0"/>
      <dgm:spPr/>
    </dgm:pt>
    <dgm:pt modelId="{534EBCB0-5416-489F-8B08-622A1E5367B6}" type="pres">
      <dgm:prSet presAssocID="{20343F71-6C11-48A5-A252-4AD9BB9A5832}" presName="text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01AABF4B-5393-4C39-967A-7C27D4D0C3F3}" srcId="{F7038F35-E462-42AB-9282-5D7D5033066A}" destId="{20343F71-6C11-48A5-A252-4AD9BB9A5832}" srcOrd="5" destOrd="0" parTransId="{2F205932-D531-4E56-B07F-405DACAC33CB}" sibTransId="{CCB877B2-2D80-4D51-B5D8-08A5928B43B4}"/>
    <dgm:cxn modelId="{3ED9E393-1E63-4EDE-A29A-A10BB8F6CF5B}" srcId="{F7038F35-E462-42AB-9282-5D7D5033066A}" destId="{F6AC8791-7D19-4798-95A6-43966ED17425}" srcOrd="2" destOrd="0" parTransId="{9DB17D14-733D-4AC5-8195-9D228152D027}" sibTransId="{436834CE-CECF-442D-ADB7-1BEE5CC14E13}"/>
    <dgm:cxn modelId="{1D2A4763-2887-4D9B-ADBA-33D10E95AD98}" type="presOf" srcId="{5E64892B-F3D7-4B93-B85E-BBFF9850D992}" destId="{2E8CDED9-10EE-42CB-8EC2-08E97CD49C1D}" srcOrd="0" destOrd="0" presId="urn:microsoft.com/office/officeart/2005/8/layout/hProcess9"/>
    <dgm:cxn modelId="{9F1D44B3-62D1-44F0-8A4E-7DBA41B3174B}" srcId="{F7038F35-E462-42AB-9282-5D7D5033066A}" destId="{3D13FA20-F4E1-4D91-A593-AB135125DD35}" srcOrd="4" destOrd="0" parTransId="{1379FE90-B031-49B7-9936-F58A44672028}" sibTransId="{D3ACC569-2488-4AEE-82B0-79B7AFA1FCEF}"/>
    <dgm:cxn modelId="{06284CF4-1088-4D5B-9833-7FDC46C373A5}" srcId="{F7038F35-E462-42AB-9282-5D7D5033066A}" destId="{C2CEB0D6-80DD-454B-99AF-18EE80B52334}" srcOrd="3" destOrd="0" parTransId="{84210670-1E79-41AF-A8E0-1201D1A089A8}" sibTransId="{8955D4BE-4934-4225-86B5-990C55276850}"/>
    <dgm:cxn modelId="{2F3020CE-FA8A-4C2A-9A7C-82459776A550}" type="presOf" srcId="{F7038F35-E462-42AB-9282-5D7D5033066A}" destId="{C56C593C-792C-441C-B8A2-4E4FA942E1B8}" srcOrd="0" destOrd="0" presId="urn:microsoft.com/office/officeart/2005/8/layout/hProcess9"/>
    <dgm:cxn modelId="{0E7937B2-E5DC-48A8-9006-6480BCFC5070}" type="presOf" srcId="{C2CEB0D6-80DD-454B-99AF-18EE80B52334}" destId="{7286060C-ADCF-4B08-9989-01FF780891F7}" srcOrd="0" destOrd="0" presId="urn:microsoft.com/office/officeart/2005/8/layout/hProcess9"/>
    <dgm:cxn modelId="{B6E2BFFE-9D3C-4089-B398-56391A433820}" srcId="{F7038F35-E462-42AB-9282-5D7D5033066A}" destId="{5E64892B-F3D7-4B93-B85E-BBFF9850D992}" srcOrd="0" destOrd="0" parTransId="{F22D0BF5-6932-4728-89A8-5084320AA8FD}" sibTransId="{55F250C1-4E4C-458B-809C-02CBEC3FD30F}"/>
    <dgm:cxn modelId="{C9AB04F0-ABE9-419D-8793-F7D84F29EF0A}" type="presOf" srcId="{20343F71-6C11-48A5-A252-4AD9BB9A5832}" destId="{534EBCB0-5416-489F-8B08-622A1E5367B6}" srcOrd="0" destOrd="0" presId="urn:microsoft.com/office/officeart/2005/8/layout/hProcess9"/>
    <dgm:cxn modelId="{2E69E346-7D2A-47C2-9B58-075B4CA3F5F5}" type="presOf" srcId="{B629531C-44FE-41AE-A911-809F43989522}" destId="{5C1F1DE3-99D5-40FD-8708-3405731E214D}" srcOrd="0" destOrd="0" presId="urn:microsoft.com/office/officeart/2005/8/layout/hProcess9"/>
    <dgm:cxn modelId="{EBA4D36F-EDAE-4B7C-84B3-02373000333A}" srcId="{F7038F35-E462-42AB-9282-5D7D5033066A}" destId="{B629531C-44FE-41AE-A911-809F43989522}" srcOrd="1" destOrd="0" parTransId="{A2F35346-803F-48FB-83F9-9416871C82EF}" sibTransId="{6F560AE3-B884-44D2-9568-584EB6E82A94}"/>
    <dgm:cxn modelId="{15A319F2-7010-4759-9CA4-F112F2EF9258}" type="presOf" srcId="{F6AC8791-7D19-4798-95A6-43966ED17425}" destId="{16FD5F25-DB03-42CF-95D3-9CA8413F2E1A}" srcOrd="0" destOrd="0" presId="urn:microsoft.com/office/officeart/2005/8/layout/hProcess9"/>
    <dgm:cxn modelId="{814B34B0-B72B-4050-8716-27DC9D1C7776}" type="presOf" srcId="{3D13FA20-F4E1-4D91-A593-AB135125DD35}" destId="{69860F7C-0C22-48D1-A25B-87BAB99EE035}" srcOrd="0" destOrd="0" presId="urn:microsoft.com/office/officeart/2005/8/layout/hProcess9"/>
    <dgm:cxn modelId="{FE5BAC03-187C-4A4C-8F94-06FCDB8198F8}" type="presParOf" srcId="{C56C593C-792C-441C-B8A2-4E4FA942E1B8}" destId="{1137FD7D-E07F-4C75-9673-64A5A8E47E2B}" srcOrd="0" destOrd="0" presId="urn:microsoft.com/office/officeart/2005/8/layout/hProcess9"/>
    <dgm:cxn modelId="{9C034F18-3897-465F-8B45-D7436C4C1A06}" type="presParOf" srcId="{C56C593C-792C-441C-B8A2-4E4FA942E1B8}" destId="{1555A57F-C7B5-4C5F-9B47-C15D04BCA9B5}" srcOrd="1" destOrd="0" presId="urn:microsoft.com/office/officeart/2005/8/layout/hProcess9"/>
    <dgm:cxn modelId="{6B330AC4-5A10-43A0-9C06-C7B66ECE27DB}" type="presParOf" srcId="{1555A57F-C7B5-4C5F-9B47-C15D04BCA9B5}" destId="{2E8CDED9-10EE-42CB-8EC2-08E97CD49C1D}" srcOrd="0" destOrd="0" presId="urn:microsoft.com/office/officeart/2005/8/layout/hProcess9"/>
    <dgm:cxn modelId="{8E007761-0AD7-47D3-B968-B8D89BE20957}" type="presParOf" srcId="{1555A57F-C7B5-4C5F-9B47-C15D04BCA9B5}" destId="{205AF8D6-8806-4E18-9B6A-8D22F4C60938}" srcOrd="1" destOrd="0" presId="urn:microsoft.com/office/officeart/2005/8/layout/hProcess9"/>
    <dgm:cxn modelId="{3025816A-B4E1-4D78-9B52-C2BA181F1151}" type="presParOf" srcId="{1555A57F-C7B5-4C5F-9B47-C15D04BCA9B5}" destId="{5C1F1DE3-99D5-40FD-8708-3405731E214D}" srcOrd="2" destOrd="0" presId="urn:microsoft.com/office/officeart/2005/8/layout/hProcess9"/>
    <dgm:cxn modelId="{C7CD7658-F680-470B-878F-FDC83A3A91B2}" type="presParOf" srcId="{1555A57F-C7B5-4C5F-9B47-C15D04BCA9B5}" destId="{8D2CB5A1-904C-4A8C-A85F-69C3A14E5983}" srcOrd="3" destOrd="0" presId="urn:microsoft.com/office/officeart/2005/8/layout/hProcess9"/>
    <dgm:cxn modelId="{E796B411-207D-4198-8341-675F5CC5BB09}" type="presParOf" srcId="{1555A57F-C7B5-4C5F-9B47-C15D04BCA9B5}" destId="{16FD5F25-DB03-42CF-95D3-9CA8413F2E1A}" srcOrd="4" destOrd="0" presId="urn:microsoft.com/office/officeart/2005/8/layout/hProcess9"/>
    <dgm:cxn modelId="{CDFF2658-A3C3-4902-A342-02D80FEBEFE0}" type="presParOf" srcId="{1555A57F-C7B5-4C5F-9B47-C15D04BCA9B5}" destId="{C046772C-5C1E-4933-9870-04EC1AB7C8CE}" srcOrd="5" destOrd="0" presId="urn:microsoft.com/office/officeart/2005/8/layout/hProcess9"/>
    <dgm:cxn modelId="{2ABE31A9-F50A-4F5F-A16D-D50168F8302D}" type="presParOf" srcId="{1555A57F-C7B5-4C5F-9B47-C15D04BCA9B5}" destId="{7286060C-ADCF-4B08-9989-01FF780891F7}" srcOrd="6" destOrd="0" presId="urn:microsoft.com/office/officeart/2005/8/layout/hProcess9"/>
    <dgm:cxn modelId="{A5A8E80C-696C-4F14-9506-14F25B069C1D}" type="presParOf" srcId="{1555A57F-C7B5-4C5F-9B47-C15D04BCA9B5}" destId="{D962F97B-050B-4FCE-BF93-8FEF0DA2DE76}" srcOrd="7" destOrd="0" presId="urn:microsoft.com/office/officeart/2005/8/layout/hProcess9"/>
    <dgm:cxn modelId="{D5ECAB02-CD91-4155-BE5F-690BDCFAB08C}" type="presParOf" srcId="{1555A57F-C7B5-4C5F-9B47-C15D04BCA9B5}" destId="{69860F7C-0C22-48D1-A25B-87BAB99EE035}" srcOrd="8" destOrd="0" presId="urn:microsoft.com/office/officeart/2005/8/layout/hProcess9"/>
    <dgm:cxn modelId="{07F6870F-95AF-4410-96C3-5C77B12BEF30}" type="presParOf" srcId="{1555A57F-C7B5-4C5F-9B47-C15D04BCA9B5}" destId="{F9C7935D-83C2-4CEA-B751-38C97E794700}" srcOrd="9" destOrd="0" presId="urn:microsoft.com/office/officeart/2005/8/layout/hProcess9"/>
    <dgm:cxn modelId="{5D867F35-D440-41D6-9A43-931AEC4F5AED}" type="presParOf" srcId="{1555A57F-C7B5-4C5F-9B47-C15D04BCA9B5}" destId="{534EBCB0-5416-489F-8B08-622A1E5367B6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7038F35-E462-42AB-9282-5D7D5033066A}" type="doc">
      <dgm:prSet loTypeId="urn:microsoft.com/office/officeart/2005/8/layout/hProcess9" loCatId="process" qsTypeId="urn:microsoft.com/office/officeart/2005/8/quickstyle/3d7" qsCatId="3D" csTypeId="urn:microsoft.com/office/officeart/2005/8/colors/accent1_2" csCatId="accent1" phldr="1"/>
      <dgm:spPr/>
    </dgm:pt>
    <dgm:pt modelId="{5E64892B-F3D7-4B93-B85E-BBFF9850D992}">
      <dgm:prSet phldrT="[Texto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pt-BR" dirty="0" smtClean="0">
              <a:solidFill>
                <a:schemeClr val="tx1"/>
              </a:solidFill>
            </a:rPr>
            <a:t>Validação</a:t>
          </a:r>
          <a:endParaRPr lang="pt-BR" dirty="0">
            <a:solidFill>
              <a:schemeClr val="tx1"/>
            </a:solidFill>
          </a:endParaRPr>
        </a:p>
      </dgm:t>
    </dgm:pt>
    <dgm:pt modelId="{F22D0BF5-6932-4728-89A8-5084320AA8FD}" type="parTrans" cxnId="{B6E2BFFE-9D3C-4089-B398-56391A433820}">
      <dgm:prSet/>
      <dgm:spPr/>
      <dgm:t>
        <a:bodyPr/>
        <a:lstStyle/>
        <a:p>
          <a:endParaRPr lang="pt-BR"/>
        </a:p>
      </dgm:t>
    </dgm:pt>
    <dgm:pt modelId="{55F250C1-4E4C-458B-809C-02CBEC3FD30F}" type="sibTrans" cxnId="{B6E2BFFE-9D3C-4089-B398-56391A433820}">
      <dgm:prSet/>
      <dgm:spPr/>
      <dgm:t>
        <a:bodyPr/>
        <a:lstStyle/>
        <a:p>
          <a:endParaRPr lang="pt-BR"/>
        </a:p>
      </dgm:t>
    </dgm:pt>
    <dgm:pt modelId="{B629531C-44FE-41AE-A911-809F43989522}">
      <dgm:prSet phldrT="[Texto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pt-BR" dirty="0" smtClean="0">
              <a:solidFill>
                <a:schemeClr val="tx1"/>
              </a:solidFill>
            </a:rPr>
            <a:t>Acionamento</a:t>
          </a:r>
          <a:endParaRPr lang="pt-BR" dirty="0">
            <a:solidFill>
              <a:schemeClr val="tx1"/>
            </a:solidFill>
          </a:endParaRPr>
        </a:p>
      </dgm:t>
    </dgm:pt>
    <dgm:pt modelId="{A2F35346-803F-48FB-83F9-9416871C82EF}" type="parTrans" cxnId="{EBA4D36F-EDAE-4B7C-84B3-02373000333A}">
      <dgm:prSet/>
      <dgm:spPr/>
      <dgm:t>
        <a:bodyPr/>
        <a:lstStyle/>
        <a:p>
          <a:endParaRPr lang="pt-BR"/>
        </a:p>
      </dgm:t>
    </dgm:pt>
    <dgm:pt modelId="{6F560AE3-B884-44D2-9568-584EB6E82A94}" type="sibTrans" cxnId="{EBA4D36F-EDAE-4B7C-84B3-02373000333A}">
      <dgm:prSet/>
      <dgm:spPr/>
      <dgm:t>
        <a:bodyPr/>
        <a:lstStyle/>
        <a:p>
          <a:endParaRPr lang="pt-BR"/>
        </a:p>
      </dgm:t>
    </dgm:pt>
    <dgm:pt modelId="{F6AC8791-7D19-4798-95A6-43966ED17425}">
      <dgm:prSet phldrT="[Texto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pt-BR" dirty="0" smtClean="0">
              <a:solidFill>
                <a:schemeClr val="tx1"/>
              </a:solidFill>
            </a:rPr>
            <a:t>Atuação</a:t>
          </a:r>
          <a:endParaRPr lang="pt-BR" dirty="0">
            <a:solidFill>
              <a:schemeClr val="tx1"/>
            </a:solidFill>
          </a:endParaRPr>
        </a:p>
      </dgm:t>
    </dgm:pt>
    <dgm:pt modelId="{9DB17D14-733D-4AC5-8195-9D228152D027}" type="parTrans" cxnId="{3ED9E393-1E63-4EDE-A29A-A10BB8F6CF5B}">
      <dgm:prSet/>
      <dgm:spPr/>
      <dgm:t>
        <a:bodyPr/>
        <a:lstStyle/>
        <a:p>
          <a:endParaRPr lang="pt-BR"/>
        </a:p>
      </dgm:t>
    </dgm:pt>
    <dgm:pt modelId="{436834CE-CECF-442D-ADB7-1BEE5CC14E13}" type="sibTrans" cxnId="{3ED9E393-1E63-4EDE-A29A-A10BB8F6CF5B}">
      <dgm:prSet/>
      <dgm:spPr/>
      <dgm:t>
        <a:bodyPr/>
        <a:lstStyle/>
        <a:p>
          <a:endParaRPr lang="pt-BR"/>
        </a:p>
      </dgm:t>
    </dgm:pt>
    <dgm:pt modelId="{20343F71-6C11-48A5-A252-4AD9BB9A5832}">
      <dgm:prSet phldrT="[Texto]"/>
      <dgm:spPr/>
      <dgm:t>
        <a:bodyPr/>
        <a:lstStyle/>
        <a:p>
          <a:r>
            <a:rPr lang="pt-BR" dirty="0" smtClean="0"/>
            <a:t>Fechamento</a:t>
          </a:r>
          <a:endParaRPr lang="pt-BR" dirty="0"/>
        </a:p>
      </dgm:t>
    </dgm:pt>
    <dgm:pt modelId="{2F205932-D531-4E56-B07F-405DACAC33CB}" type="parTrans" cxnId="{01AABF4B-5393-4C39-967A-7C27D4D0C3F3}">
      <dgm:prSet/>
      <dgm:spPr/>
      <dgm:t>
        <a:bodyPr/>
        <a:lstStyle/>
        <a:p>
          <a:endParaRPr lang="pt-BR"/>
        </a:p>
      </dgm:t>
    </dgm:pt>
    <dgm:pt modelId="{CCB877B2-2D80-4D51-B5D8-08A5928B43B4}" type="sibTrans" cxnId="{01AABF4B-5393-4C39-967A-7C27D4D0C3F3}">
      <dgm:prSet/>
      <dgm:spPr/>
      <dgm:t>
        <a:bodyPr/>
        <a:lstStyle/>
        <a:p>
          <a:endParaRPr lang="pt-BR"/>
        </a:p>
      </dgm:t>
    </dgm:pt>
    <dgm:pt modelId="{C2CEB0D6-80DD-454B-99AF-18EE80B52334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Escalonamento </a:t>
          </a:r>
          <a:endParaRPr lang="pt-BR" dirty="0">
            <a:solidFill>
              <a:schemeClr val="bg1"/>
            </a:solidFill>
          </a:endParaRPr>
        </a:p>
      </dgm:t>
    </dgm:pt>
    <dgm:pt modelId="{84210670-1E79-41AF-A8E0-1201D1A089A8}" type="parTrans" cxnId="{06284CF4-1088-4D5B-9833-7FDC46C373A5}">
      <dgm:prSet/>
      <dgm:spPr/>
      <dgm:t>
        <a:bodyPr/>
        <a:lstStyle/>
        <a:p>
          <a:endParaRPr lang="pt-BR"/>
        </a:p>
      </dgm:t>
    </dgm:pt>
    <dgm:pt modelId="{8955D4BE-4934-4225-86B5-990C55276850}" type="sibTrans" cxnId="{06284CF4-1088-4D5B-9833-7FDC46C373A5}">
      <dgm:prSet/>
      <dgm:spPr/>
      <dgm:t>
        <a:bodyPr/>
        <a:lstStyle/>
        <a:p>
          <a:endParaRPr lang="pt-BR"/>
        </a:p>
      </dgm:t>
    </dgm:pt>
    <dgm:pt modelId="{3D13FA20-F4E1-4D91-A593-AB135125DD35}">
      <dgm:prSet phldrT="[Texto]"/>
      <dgm:spPr/>
      <dgm:t>
        <a:bodyPr/>
        <a:lstStyle/>
        <a:p>
          <a:r>
            <a:rPr lang="pt-BR" dirty="0" smtClean="0"/>
            <a:t>Validação</a:t>
          </a:r>
          <a:endParaRPr lang="pt-BR" dirty="0"/>
        </a:p>
      </dgm:t>
    </dgm:pt>
    <dgm:pt modelId="{1379FE90-B031-49B7-9936-F58A44672028}" type="parTrans" cxnId="{9F1D44B3-62D1-44F0-8A4E-7DBA41B3174B}">
      <dgm:prSet/>
      <dgm:spPr/>
      <dgm:t>
        <a:bodyPr/>
        <a:lstStyle/>
        <a:p>
          <a:endParaRPr lang="pt-BR"/>
        </a:p>
      </dgm:t>
    </dgm:pt>
    <dgm:pt modelId="{D3ACC569-2488-4AEE-82B0-79B7AFA1FCEF}" type="sibTrans" cxnId="{9F1D44B3-62D1-44F0-8A4E-7DBA41B3174B}">
      <dgm:prSet/>
      <dgm:spPr/>
      <dgm:t>
        <a:bodyPr/>
        <a:lstStyle/>
        <a:p>
          <a:endParaRPr lang="pt-BR"/>
        </a:p>
      </dgm:t>
    </dgm:pt>
    <dgm:pt modelId="{C56C593C-792C-441C-B8A2-4E4FA942E1B8}" type="pres">
      <dgm:prSet presAssocID="{F7038F35-E462-42AB-9282-5D7D5033066A}" presName="CompostProcess" presStyleCnt="0">
        <dgm:presLayoutVars>
          <dgm:dir/>
          <dgm:resizeHandles val="exact"/>
        </dgm:presLayoutVars>
      </dgm:prSet>
      <dgm:spPr/>
    </dgm:pt>
    <dgm:pt modelId="{1137FD7D-E07F-4C75-9673-64A5A8E47E2B}" type="pres">
      <dgm:prSet presAssocID="{F7038F35-E462-42AB-9282-5D7D5033066A}" presName="arrow" presStyleLbl="bgShp" presStyleIdx="0" presStyleCnt="1"/>
      <dgm:spPr/>
    </dgm:pt>
    <dgm:pt modelId="{1555A57F-C7B5-4C5F-9B47-C15D04BCA9B5}" type="pres">
      <dgm:prSet presAssocID="{F7038F35-E462-42AB-9282-5D7D5033066A}" presName="linearProcess" presStyleCnt="0"/>
      <dgm:spPr/>
    </dgm:pt>
    <dgm:pt modelId="{2E8CDED9-10EE-42CB-8EC2-08E97CD49C1D}" type="pres">
      <dgm:prSet presAssocID="{5E64892B-F3D7-4B93-B85E-BBFF9850D992}" presName="text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05AF8D6-8806-4E18-9B6A-8D22F4C60938}" type="pres">
      <dgm:prSet presAssocID="{55F250C1-4E4C-458B-809C-02CBEC3FD30F}" presName="sibTrans" presStyleCnt="0"/>
      <dgm:spPr/>
    </dgm:pt>
    <dgm:pt modelId="{5C1F1DE3-99D5-40FD-8708-3405731E214D}" type="pres">
      <dgm:prSet presAssocID="{B629531C-44FE-41AE-A911-809F43989522}" presName="text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D2CB5A1-904C-4A8C-A85F-69C3A14E5983}" type="pres">
      <dgm:prSet presAssocID="{6F560AE3-B884-44D2-9568-584EB6E82A94}" presName="sibTrans" presStyleCnt="0"/>
      <dgm:spPr/>
    </dgm:pt>
    <dgm:pt modelId="{16FD5F25-DB03-42CF-95D3-9CA8413F2E1A}" type="pres">
      <dgm:prSet presAssocID="{F6AC8791-7D19-4798-95A6-43966ED17425}" presName="text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046772C-5C1E-4933-9870-04EC1AB7C8CE}" type="pres">
      <dgm:prSet presAssocID="{436834CE-CECF-442D-ADB7-1BEE5CC14E13}" presName="sibTrans" presStyleCnt="0"/>
      <dgm:spPr/>
    </dgm:pt>
    <dgm:pt modelId="{7286060C-ADCF-4B08-9989-01FF780891F7}" type="pres">
      <dgm:prSet presAssocID="{C2CEB0D6-80DD-454B-99AF-18EE80B52334}" presName="text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962F97B-050B-4FCE-BF93-8FEF0DA2DE76}" type="pres">
      <dgm:prSet presAssocID="{8955D4BE-4934-4225-86B5-990C55276850}" presName="sibTrans" presStyleCnt="0"/>
      <dgm:spPr/>
    </dgm:pt>
    <dgm:pt modelId="{69860F7C-0C22-48D1-A25B-87BAB99EE035}" type="pres">
      <dgm:prSet presAssocID="{3D13FA20-F4E1-4D91-A593-AB135125DD35}" presName="text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9C7935D-83C2-4CEA-B751-38C97E794700}" type="pres">
      <dgm:prSet presAssocID="{D3ACC569-2488-4AEE-82B0-79B7AFA1FCEF}" presName="sibTrans" presStyleCnt="0"/>
      <dgm:spPr/>
    </dgm:pt>
    <dgm:pt modelId="{534EBCB0-5416-489F-8B08-622A1E5367B6}" type="pres">
      <dgm:prSet presAssocID="{20343F71-6C11-48A5-A252-4AD9BB9A5832}" presName="text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D8C426CB-418E-46D7-AEC5-A7B6FDA862D3}" type="presOf" srcId="{C2CEB0D6-80DD-454B-99AF-18EE80B52334}" destId="{7286060C-ADCF-4B08-9989-01FF780891F7}" srcOrd="0" destOrd="0" presId="urn:microsoft.com/office/officeart/2005/8/layout/hProcess9"/>
    <dgm:cxn modelId="{F03719CB-647D-44F3-B07F-CA55C4F0B229}" type="presOf" srcId="{3D13FA20-F4E1-4D91-A593-AB135125DD35}" destId="{69860F7C-0C22-48D1-A25B-87BAB99EE035}" srcOrd="0" destOrd="0" presId="urn:microsoft.com/office/officeart/2005/8/layout/hProcess9"/>
    <dgm:cxn modelId="{9F1D44B3-62D1-44F0-8A4E-7DBA41B3174B}" srcId="{F7038F35-E462-42AB-9282-5D7D5033066A}" destId="{3D13FA20-F4E1-4D91-A593-AB135125DD35}" srcOrd="4" destOrd="0" parTransId="{1379FE90-B031-49B7-9936-F58A44672028}" sibTransId="{D3ACC569-2488-4AEE-82B0-79B7AFA1FCEF}"/>
    <dgm:cxn modelId="{B6E2BFFE-9D3C-4089-B398-56391A433820}" srcId="{F7038F35-E462-42AB-9282-5D7D5033066A}" destId="{5E64892B-F3D7-4B93-B85E-BBFF9850D992}" srcOrd="0" destOrd="0" parTransId="{F22D0BF5-6932-4728-89A8-5084320AA8FD}" sibTransId="{55F250C1-4E4C-458B-809C-02CBEC3FD30F}"/>
    <dgm:cxn modelId="{EBA4D36F-EDAE-4B7C-84B3-02373000333A}" srcId="{F7038F35-E462-42AB-9282-5D7D5033066A}" destId="{B629531C-44FE-41AE-A911-809F43989522}" srcOrd="1" destOrd="0" parTransId="{A2F35346-803F-48FB-83F9-9416871C82EF}" sibTransId="{6F560AE3-B884-44D2-9568-584EB6E82A94}"/>
    <dgm:cxn modelId="{29D39460-E88E-4CA5-9869-1B74178395A3}" type="presOf" srcId="{20343F71-6C11-48A5-A252-4AD9BB9A5832}" destId="{534EBCB0-5416-489F-8B08-622A1E5367B6}" srcOrd="0" destOrd="0" presId="urn:microsoft.com/office/officeart/2005/8/layout/hProcess9"/>
    <dgm:cxn modelId="{C3B62037-1E25-4082-BB6F-1BE4A6771F5C}" type="presOf" srcId="{5E64892B-F3D7-4B93-B85E-BBFF9850D992}" destId="{2E8CDED9-10EE-42CB-8EC2-08E97CD49C1D}" srcOrd="0" destOrd="0" presId="urn:microsoft.com/office/officeart/2005/8/layout/hProcess9"/>
    <dgm:cxn modelId="{01AABF4B-5393-4C39-967A-7C27D4D0C3F3}" srcId="{F7038F35-E462-42AB-9282-5D7D5033066A}" destId="{20343F71-6C11-48A5-A252-4AD9BB9A5832}" srcOrd="5" destOrd="0" parTransId="{2F205932-D531-4E56-B07F-405DACAC33CB}" sibTransId="{CCB877B2-2D80-4D51-B5D8-08A5928B43B4}"/>
    <dgm:cxn modelId="{DE38561A-8516-4BD5-86C4-AB77259EEC43}" type="presOf" srcId="{F7038F35-E462-42AB-9282-5D7D5033066A}" destId="{C56C593C-792C-441C-B8A2-4E4FA942E1B8}" srcOrd="0" destOrd="0" presId="urn:microsoft.com/office/officeart/2005/8/layout/hProcess9"/>
    <dgm:cxn modelId="{3ED9E393-1E63-4EDE-A29A-A10BB8F6CF5B}" srcId="{F7038F35-E462-42AB-9282-5D7D5033066A}" destId="{F6AC8791-7D19-4798-95A6-43966ED17425}" srcOrd="2" destOrd="0" parTransId="{9DB17D14-733D-4AC5-8195-9D228152D027}" sibTransId="{436834CE-CECF-442D-ADB7-1BEE5CC14E13}"/>
    <dgm:cxn modelId="{06284CF4-1088-4D5B-9833-7FDC46C373A5}" srcId="{F7038F35-E462-42AB-9282-5D7D5033066A}" destId="{C2CEB0D6-80DD-454B-99AF-18EE80B52334}" srcOrd="3" destOrd="0" parTransId="{84210670-1E79-41AF-A8E0-1201D1A089A8}" sibTransId="{8955D4BE-4934-4225-86B5-990C55276850}"/>
    <dgm:cxn modelId="{D6B9CDA8-DF92-4351-999E-6F79A578DE61}" type="presOf" srcId="{F6AC8791-7D19-4798-95A6-43966ED17425}" destId="{16FD5F25-DB03-42CF-95D3-9CA8413F2E1A}" srcOrd="0" destOrd="0" presId="urn:microsoft.com/office/officeart/2005/8/layout/hProcess9"/>
    <dgm:cxn modelId="{43631EF2-94AD-422C-A7C5-13E6D2AD0804}" type="presOf" srcId="{B629531C-44FE-41AE-A911-809F43989522}" destId="{5C1F1DE3-99D5-40FD-8708-3405731E214D}" srcOrd="0" destOrd="0" presId="urn:microsoft.com/office/officeart/2005/8/layout/hProcess9"/>
    <dgm:cxn modelId="{2FA8FA6E-C81D-45D2-94E6-639C2CC22357}" type="presParOf" srcId="{C56C593C-792C-441C-B8A2-4E4FA942E1B8}" destId="{1137FD7D-E07F-4C75-9673-64A5A8E47E2B}" srcOrd="0" destOrd="0" presId="urn:microsoft.com/office/officeart/2005/8/layout/hProcess9"/>
    <dgm:cxn modelId="{F13F31D8-55D3-424E-B295-284646FC7004}" type="presParOf" srcId="{C56C593C-792C-441C-B8A2-4E4FA942E1B8}" destId="{1555A57F-C7B5-4C5F-9B47-C15D04BCA9B5}" srcOrd="1" destOrd="0" presId="urn:microsoft.com/office/officeart/2005/8/layout/hProcess9"/>
    <dgm:cxn modelId="{21FA0C5E-ED30-4208-AA9F-3B9BBF6DD538}" type="presParOf" srcId="{1555A57F-C7B5-4C5F-9B47-C15D04BCA9B5}" destId="{2E8CDED9-10EE-42CB-8EC2-08E97CD49C1D}" srcOrd="0" destOrd="0" presId="urn:microsoft.com/office/officeart/2005/8/layout/hProcess9"/>
    <dgm:cxn modelId="{5A8CF57E-1B18-4DCE-95CF-E91307119F42}" type="presParOf" srcId="{1555A57F-C7B5-4C5F-9B47-C15D04BCA9B5}" destId="{205AF8D6-8806-4E18-9B6A-8D22F4C60938}" srcOrd="1" destOrd="0" presId="urn:microsoft.com/office/officeart/2005/8/layout/hProcess9"/>
    <dgm:cxn modelId="{508B6C51-747A-41A4-AA48-4B847DBEFC15}" type="presParOf" srcId="{1555A57F-C7B5-4C5F-9B47-C15D04BCA9B5}" destId="{5C1F1DE3-99D5-40FD-8708-3405731E214D}" srcOrd="2" destOrd="0" presId="urn:microsoft.com/office/officeart/2005/8/layout/hProcess9"/>
    <dgm:cxn modelId="{6582AABB-8734-41E3-8535-D4A4664EE1B7}" type="presParOf" srcId="{1555A57F-C7B5-4C5F-9B47-C15D04BCA9B5}" destId="{8D2CB5A1-904C-4A8C-A85F-69C3A14E5983}" srcOrd="3" destOrd="0" presId="urn:microsoft.com/office/officeart/2005/8/layout/hProcess9"/>
    <dgm:cxn modelId="{B85CE07E-A400-4448-9F5C-F488869A9F86}" type="presParOf" srcId="{1555A57F-C7B5-4C5F-9B47-C15D04BCA9B5}" destId="{16FD5F25-DB03-42CF-95D3-9CA8413F2E1A}" srcOrd="4" destOrd="0" presId="urn:microsoft.com/office/officeart/2005/8/layout/hProcess9"/>
    <dgm:cxn modelId="{C6354AB6-DEAA-404D-BB79-404AD0CADFBE}" type="presParOf" srcId="{1555A57F-C7B5-4C5F-9B47-C15D04BCA9B5}" destId="{C046772C-5C1E-4933-9870-04EC1AB7C8CE}" srcOrd="5" destOrd="0" presId="urn:microsoft.com/office/officeart/2005/8/layout/hProcess9"/>
    <dgm:cxn modelId="{2142A4E6-8F7D-4970-AEA8-361A1209F572}" type="presParOf" srcId="{1555A57F-C7B5-4C5F-9B47-C15D04BCA9B5}" destId="{7286060C-ADCF-4B08-9989-01FF780891F7}" srcOrd="6" destOrd="0" presId="urn:microsoft.com/office/officeart/2005/8/layout/hProcess9"/>
    <dgm:cxn modelId="{3B092D86-1A2C-48E7-B505-DBAB0EA3C7BC}" type="presParOf" srcId="{1555A57F-C7B5-4C5F-9B47-C15D04BCA9B5}" destId="{D962F97B-050B-4FCE-BF93-8FEF0DA2DE76}" srcOrd="7" destOrd="0" presId="urn:microsoft.com/office/officeart/2005/8/layout/hProcess9"/>
    <dgm:cxn modelId="{FFB3F11E-3464-4BB8-AA66-3DD6F52536D0}" type="presParOf" srcId="{1555A57F-C7B5-4C5F-9B47-C15D04BCA9B5}" destId="{69860F7C-0C22-48D1-A25B-87BAB99EE035}" srcOrd="8" destOrd="0" presId="urn:microsoft.com/office/officeart/2005/8/layout/hProcess9"/>
    <dgm:cxn modelId="{F08B3D4E-A72E-414F-946B-DD234B6FFFEE}" type="presParOf" srcId="{1555A57F-C7B5-4C5F-9B47-C15D04BCA9B5}" destId="{F9C7935D-83C2-4CEA-B751-38C97E794700}" srcOrd="9" destOrd="0" presId="urn:microsoft.com/office/officeart/2005/8/layout/hProcess9"/>
    <dgm:cxn modelId="{A0303907-DAC8-4175-9261-3043F8A41F25}" type="presParOf" srcId="{1555A57F-C7B5-4C5F-9B47-C15D04BCA9B5}" destId="{534EBCB0-5416-489F-8B08-622A1E5367B6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7038F35-E462-42AB-9282-5D7D5033066A}" type="doc">
      <dgm:prSet loTypeId="urn:microsoft.com/office/officeart/2005/8/layout/hProcess9" loCatId="process" qsTypeId="urn:microsoft.com/office/officeart/2005/8/quickstyle/3d7" qsCatId="3D" csTypeId="urn:microsoft.com/office/officeart/2005/8/colors/accent1_2" csCatId="accent1" phldr="1"/>
      <dgm:spPr/>
    </dgm:pt>
    <dgm:pt modelId="{5E64892B-F3D7-4B93-B85E-BBFF9850D992}">
      <dgm:prSet phldrT="[Texto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pt-BR" dirty="0" smtClean="0">
              <a:solidFill>
                <a:schemeClr val="tx1"/>
              </a:solidFill>
            </a:rPr>
            <a:t>Validação</a:t>
          </a:r>
          <a:endParaRPr lang="pt-BR" dirty="0">
            <a:solidFill>
              <a:schemeClr val="tx1"/>
            </a:solidFill>
          </a:endParaRPr>
        </a:p>
      </dgm:t>
    </dgm:pt>
    <dgm:pt modelId="{F22D0BF5-6932-4728-89A8-5084320AA8FD}" type="parTrans" cxnId="{B6E2BFFE-9D3C-4089-B398-56391A433820}">
      <dgm:prSet/>
      <dgm:spPr/>
      <dgm:t>
        <a:bodyPr/>
        <a:lstStyle/>
        <a:p>
          <a:endParaRPr lang="pt-BR"/>
        </a:p>
      </dgm:t>
    </dgm:pt>
    <dgm:pt modelId="{55F250C1-4E4C-458B-809C-02CBEC3FD30F}" type="sibTrans" cxnId="{B6E2BFFE-9D3C-4089-B398-56391A433820}">
      <dgm:prSet/>
      <dgm:spPr/>
      <dgm:t>
        <a:bodyPr/>
        <a:lstStyle/>
        <a:p>
          <a:endParaRPr lang="pt-BR"/>
        </a:p>
      </dgm:t>
    </dgm:pt>
    <dgm:pt modelId="{B629531C-44FE-41AE-A911-809F43989522}">
      <dgm:prSet phldrT="[Texto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pt-BR" dirty="0" smtClean="0">
              <a:solidFill>
                <a:schemeClr val="tx1"/>
              </a:solidFill>
            </a:rPr>
            <a:t>Acionamento</a:t>
          </a:r>
          <a:endParaRPr lang="pt-BR" dirty="0">
            <a:solidFill>
              <a:schemeClr val="tx1"/>
            </a:solidFill>
          </a:endParaRPr>
        </a:p>
      </dgm:t>
    </dgm:pt>
    <dgm:pt modelId="{A2F35346-803F-48FB-83F9-9416871C82EF}" type="parTrans" cxnId="{EBA4D36F-EDAE-4B7C-84B3-02373000333A}">
      <dgm:prSet/>
      <dgm:spPr/>
      <dgm:t>
        <a:bodyPr/>
        <a:lstStyle/>
        <a:p>
          <a:endParaRPr lang="pt-BR"/>
        </a:p>
      </dgm:t>
    </dgm:pt>
    <dgm:pt modelId="{6F560AE3-B884-44D2-9568-584EB6E82A94}" type="sibTrans" cxnId="{EBA4D36F-EDAE-4B7C-84B3-02373000333A}">
      <dgm:prSet/>
      <dgm:spPr/>
      <dgm:t>
        <a:bodyPr/>
        <a:lstStyle/>
        <a:p>
          <a:endParaRPr lang="pt-BR"/>
        </a:p>
      </dgm:t>
    </dgm:pt>
    <dgm:pt modelId="{F6AC8791-7D19-4798-95A6-43966ED17425}">
      <dgm:prSet phldrT="[Texto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pt-BR" dirty="0" smtClean="0">
              <a:solidFill>
                <a:schemeClr val="tx1"/>
              </a:solidFill>
            </a:rPr>
            <a:t>Atuação</a:t>
          </a:r>
          <a:endParaRPr lang="pt-BR" dirty="0">
            <a:solidFill>
              <a:schemeClr val="tx1"/>
            </a:solidFill>
          </a:endParaRPr>
        </a:p>
      </dgm:t>
    </dgm:pt>
    <dgm:pt modelId="{9DB17D14-733D-4AC5-8195-9D228152D027}" type="parTrans" cxnId="{3ED9E393-1E63-4EDE-A29A-A10BB8F6CF5B}">
      <dgm:prSet/>
      <dgm:spPr/>
      <dgm:t>
        <a:bodyPr/>
        <a:lstStyle/>
        <a:p>
          <a:endParaRPr lang="pt-BR"/>
        </a:p>
      </dgm:t>
    </dgm:pt>
    <dgm:pt modelId="{436834CE-CECF-442D-ADB7-1BEE5CC14E13}" type="sibTrans" cxnId="{3ED9E393-1E63-4EDE-A29A-A10BB8F6CF5B}">
      <dgm:prSet/>
      <dgm:spPr/>
      <dgm:t>
        <a:bodyPr/>
        <a:lstStyle/>
        <a:p>
          <a:endParaRPr lang="pt-BR"/>
        </a:p>
      </dgm:t>
    </dgm:pt>
    <dgm:pt modelId="{20343F71-6C11-48A5-A252-4AD9BB9A5832}">
      <dgm:prSet phldrT="[Texto]"/>
      <dgm:spPr/>
      <dgm:t>
        <a:bodyPr/>
        <a:lstStyle/>
        <a:p>
          <a:r>
            <a:rPr lang="pt-BR" dirty="0" smtClean="0"/>
            <a:t>Fechamento</a:t>
          </a:r>
          <a:endParaRPr lang="pt-BR" dirty="0"/>
        </a:p>
      </dgm:t>
    </dgm:pt>
    <dgm:pt modelId="{2F205932-D531-4E56-B07F-405DACAC33CB}" type="parTrans" cxnId="{01AABF4B-5393-4C39-967A-7C27D4D0C3F3}">
      <dgm:prSet/>
      <dgm:spPr/>
      <dgm:t>
        <a:bodyPr/>
        <a:lstStyle/>
        <a:p>
          <a:endParaRPr lang="pt-BR"/>
        </a:p>
      </dgm:t>
    </dgm:pt>
    <dgm:pt modelId="{CCB877B2-2D80-4D51-B5D8-08A5928B43B4}" type="sibTrans" cxnId="{01AABF4B-5393-4C39-967A-7C27D4D0C3F3}">
      <dgm:prSet/>
      <dgm:spPr/>
      <dgm:t>
        <a:bodyPr/>
        <a:lstStyle/>
        <a:p>
          <a:endParaRPr lang="pt-BR"/>
        </a:p>
      </dgm:t>
    </dgm:pt>
    <dgm:pt modelId="{C2CEB0D6-80DD-454B-99AF-18EE80B52334}">
      <dgm:prSet phldrT="[Texto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pt-BR" dirty="0" smtClean="0">
              <a:solidFill>
                <a:schemeClr val="tx1"/>
              </a:solidFill>
            </a:rPr>
            <a:t>Escalonamento </a:t>
          </a:r>
          <a:endParaRPr lang="pt-BR" dirty="0">
            <a:solidFill>
              <a:schemeClr val="tx1"/>
            </a:solidFill>
          </a:endParaRPr>
        </a:p>
      </dgm:t>
    </dgm:pt>
    <dgm:pt modelId="{84210670-1E79-41AF-A8E0-1201D1A089A8}" type="parTrans" cxnId="{06284CF4-1088-4D5B-9833-7FDC46C373A5}">
      <dgm:prSet/>
      <dgm:spPr/>
      <dgm:t>
        <a:bodyPr/>
        <a:lstStyle/>
        <a:p>
          <a:endParaRPr lang="pt-BR"/>
        </a:p>
      </dgm:t>
    </dgm:pt>
    <dgm:pt modelId="{8955D4BE-4934-4225-86B5-990C55276850}" type="sibTrans" cxnId="{06284CF4-1088-4D5B-9833-7FDC46C373A5}">
      <dgm:prSet/>
      <dgm:spPr/>
      <dgm:t>
        <a:bodyPr/>
        <a:lstStyle/>
        <a:p>
          <a:endParaRPr lang="pt-BR"/>
        </a:p>
      </dgm:t>
    </dgm:pt>
    <dgm:pt modelId="{3D13FA20-F4E1-4D91-A593-AB135125DD35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Validação</a:t>
          </a:r>
          <a:endParaRPr lang="pt-BR" dirty="0">
            <a:solidFill>
              <a:schemeClr val="bg1"/>
            </a:solidFill>
          </a:endParaRPr>
        </a:p>
      </dgm:t>
    </dgm:pt>
    <dgm:pt modelId="{1379FE90-B031-49B7-9936-F58A44672028}" type="parTrans" cxnId="{9F1D44B3-62D1-44F0-8A4E-7DBA41B3174B}">
      <dgm:prSet/>
      <dgm:spPr/>
      <dgm:t>
        <a:bodyPr/>
        <a:lstStyle/>
        <a:p>
          <a:endParaRPr lang="pt-BR"/>
        </a:p>
      </dgm:t>
    </dgm:pt>
    <dgm:pt modelId="{D3ACC569-2488-4AEE-82B0-79B7AFA1FCEF}" type="sibTrans" cxnId="{9F1D44B3-62D1-44F0-8A4E-7DBA41B3174B}">
      <dgm:prSet/>
      <dgm:spPr/>
      <dgm:t>
        <a:bodyPr/>
        <a:lstStyle/>
        <a:p>
          <a:endParaRPr lang="pt-BR"/>
        </a:p>
      </dgm:t>
    </dgm:pt>
    <dgm:pt modelId="{C56C593C-792C-441C-B8A2-4E4FA942E1B8}" type="pres">
      <dgm:prSet presAssocID="{F7038F35-E462-42AB-9282-5D7D5033066A}" presName="CompostProcess" presStyleCnt="0">
        <dgm:presLayoutVars>
          <dgm:dir/>
          <dgm:resizeHandles val="exact"/>
        </dgm:presLayoutVars>
      </dgm:prSet>
      <dgm:spPr/>
    </dgm:pt>
    <dgm:pt modelId="{1137FD7D-E07F-4C75-9673-64A5A8E47E2B}" type="pres">
      <dgm:prSet presAssocID="{F7038F35-E462-42AB-9282-5D7D5033066A}" presName="arrow" presStyleLbl="bgShp" presStyleIdx="0" presStyleCnt="1"/>
      <dgm:spPr/>
    </dgm:pt>
    <dgm:pt modelId="{1555A57F-C7B5-4C5F-9B47-C15D04BCA9B5}" type="pres">
      <dgm:prSet presAssocID="{F7038F35-E462-42AB-9282-5D7D5033066A}" presName="linearProcess" presStyleCnt="0"/>
      <dgm:spPr/>
    </dgm:pt>
    <dgm:pt modelId="{2E8CDED9-10EE-42CB-8EC2-08E97CD49C1D}" type="pres">
      <dgm:prSet presAssocID="{5E64892B-F3D7-4B93-B85E-BBFF9850D992}" presName="text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05AF8D6-8806-4E18-9B6A-8D22F4C60938}" type="pres">
      <dgm:prSet presAssocID="{55F250C1-4E4C-458B-809C-02CBEC3FD30F}" presName="sibTrans" presStyleCnt="0"/>
      <dgm:spPr/>
    </dgm:pt>
    <dgm:pt modelId="{5C1F1DE3-99D5-40FD-8708-3405731E214D}" type="pres">
      <dgm:prSet presAssocID="{B629531C-44FE-41AE-A911-809F43989522}" presName="text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D2CB5A1-904C-4A8C-A85F-69C3A14E5983}" type="pres">
      <dgm:prSet presAssocID="{6F560AE3-B884-44D2-9568-584EB6E82A94}" presName="sibTrans" presStyleCnt="0"/>
      <dgm:spPr/>
    </dgm:pt>
    <dgm:pt modelId="{16FD5F25-DB03-42CF-95D3-9CA8413F2E1A}" type="pres">
      <dgm:prSet presAssocID="{F6AC8791-7D19-4798-95A6-43966ED17425}" presName="text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046772C-5C1E-4933-9870-04EC1AB7C8CE}" type="pres">
      <dgm:prSet presAssocID="{436834CE-CECF-442D-ADB7-1BEE5CC14E13}" presName="sibTrans" presStyleCnt="0"/>
      <dgm:spPr/>
    </dgm:pt>
    <dgm:pt modelId="{7286060C-ADCF-4B08-9989-01FF780891F7}" type="pres">
      <dgm:prSet presAssocID="{C2CEB0D6-80DD-454B-99AF-18EE80B52334}" presName="text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962F97B-050B-4FCE-BF93-8FEF0DA2DE76}" type="pres">
      <dgm:prSet presAssocID="{8955D4BE-4934-4225-86B5-990C55276850}" presName="sibTrans" presStyleCnt="0"/>
      <dgm:spPr/>
    </dgm:pt>
    <dgm:pt modelId="{69860F7C-0C22-48D1-A25B-87BAB99EE035}" type="pres">
      <dgm:prSet presAssocID="{3D13FA20-F4E1-4D91-A593-AB135125DD35}" presName="text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9C7935D-83C2-4CEA-B751-38C97E794700}" type="pres">
      <dgm:prSet presAssocID="{D3ACC569-2488-4AEE-82B0-79B7AFA1FCEF}" presName="sibTrans" presStyleCnt="0"/>
      <dgm:spPr/>
    </dgm:pt>
    <dgm:pt modelId="{534EBCB0-5416-489F-8B08-622A1E5367B6}" type="pres">
      <dgm:prSet presAssocID="{20343F71-6C11-48A5-A252-4AD9BB9A5832}" presName="text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A898CA42-0946-4BC3-BE5B-1A35BC8CAA45}" type="presOf" srcId="{5E64892B-F3D7-4B93-B85E-BBFF9850D992}" destId="{2E8CDED9-10EE-42CB-8EC2-08E97CD49C1D}" srcOrd="0" destOrd="0" presId="urn:microsoft.com/office/officeart/2005/8/layout/hProcess9"/>
    <dgm:cxn modelId="{9F1D44B3-62D1-44F0-8A4E-7DBA41B3174B}" srcId="{F7038F35-E462-42AB-9282-5D7D5033066A}" destId="{3D13FA20-F4E1-4D91-A593-AB135125DD35}" srcOrd="4" destOrd="0" parTransId="{1379FE90-B031-49B7-9936-F58A44672028}" sibTransId="{D3ACC569-2488-4AEE-82B0-79B7AFA1FCEF}"/>
    <dgm:cxn modelId="{0B68D5BE-6AE0-469A-ABB1-DAEFC756AF61}" type="presOf" srcId="{F7038F35-E462-42AB-9282-5D7D5033066A}" destId="{C56C593C-792C-441C-B8A2-4E4FA942E1B8}" srcOrd="0" destOrd="0" presId="urn:microsoft.com/office/officeart/2005/8/layout/hProcess9"/>
    <dgm:cxn modelId="{54F02B14-F6FC-48F1-8496-4F732F93C446}" type="presOf" srcId="{F6AC8791-7D19-4798-95A6-43966ED17425}" destId="{16FD5F25-DB03-42CF-95D3-9CA8413F2E1A}" srcOrd="0" destOrd="0" presId="urn:microsoft.com/office/officeart/2005/8/layout/hProcess9"/>
    <dgm:cxn modelId="{B6E2BFFE-9D3C-4089-B398-56391A433820}" srcId="{F7038F35-E462-42AB-9282-5D7D5033066A}" destId="{5E64892B-F3D7-4B93-B85E-BBFF9850D992}" srcOrd="0" destOrd="0" parTransId="{F22D0BF5-6932-4728-89A8-5084320AA8FD}" sibTransId="{55F250C1-4E4C-458B-809C-02CBEC3FD30F}"/>
    <dgm:cxn modelId="{A1F80437-4AD5-46FA-92C6-86FD9D0FA902}" type="presOf" srcId="{3D13FA20-F4E1-4D91-A593-AB135125DD35}" destId="{69860F7C-0C22-48D1-A25B-87BAB99EE035}" srcOrd="0" destOrd="0" presId="urn:microsoft.com/office/officeart/2005/8/layout/hProcess9"/>
    <dgm:cxn modelId="{5DEEDFA3-09D2-41A8-805F-DBBDC97DAB82}" type="presOf" srcId="{B629531C-44FE-41AE-A911-809F43989522}" destId="{5C1F1DE3-99D5-40FD-8708-3405731E214D}" srcOrd="0" destOrd="0" presId="urn:microsoft.com/office/officeart/2005/8/layout/hProcess9"/>
    <dgm:cxn modelId="{EBA4D36F-EDAE-4B7C-84B3-02373000333A}" srcId="{F7038F35-E462-42AB-9282-5D7D5033066A}" destId="{B629531C-44FE-41AE-A911-809F43989522}" srcOrd="1" destOrd="0" parTransId="{A2F35346-803F-48FB-83F9-9416871C82EF}" sibTransId="{6F560AE3-B884-44D2-9568-584EB6E82A94}"/>
    <dgm:cxn modelId="{E061211A-C51C-40B9-B8B3-83E7F3A18CE6}" type="presOf" srcId="{C2CEB0D6-80DD-454B-99AF-18EE80B52334}" destId="{7286060C-ADCF-4B08-9989-01FF780891F7}" srcOrd="0" destOrd="0" presId="urn:microsoft.com/office/officeart/2005/8/layout/hProcess9"/>
    <dgm:cxn modelId="{01AABF4B-5393-4C39-967A-7C27D4D0C3F3}" srcId="{F7038F35-E462-42AB-9282-5D7D5033066A}" destId="{20343F71-6C11-48A5-A252-4AD9BB9A5832}" srcOrd="5" destOrd="0" parTransId="{2F205932-D531-4E56-B07F-405DACAC33CB}" sibTransId="{CCB877B2-2D80-4D51-B5D8-08A5928B43B4}"/>
    <dgm:cxn modelId="{3ED9E393-1E63-4EDE-A29A-A10BB8F6CF5B}" srcId="{F7038F35-E462-42AB-9282-5D7D5033066A}" destId="{F6AC8791-7D19-4798-95A6-43966ED17425}" srcOrd="2" destOrd="0" parTransId="{9DB17D14-733D-4AC5-8195-9D228152D027}" sibTransId="{436834CE-CECF-442D-ADB7-1BEE5CC14E13}"/>
    <dgm:cxn modelId="{F78A57F8-BB13-455D-8F9C-F1BCF928ADD3}" type="presOf" srcId="{20343F71-6C11-48A5-A252-4AD9BB9A5832}" destId="{534EBCB0-5416-489F-8B08-622A1E5367B6}" srcOrd="0" destOrd="0" presId="urn:microsoft.com/office/officeart/2005/8/layout/hProcess9"/>
    <dgm:cxn modelId="{06284CF4-1088-4D5B-9833-7FDC46C373A5}" srcId="{F7038F35-E462-42AB-9282-5D7D5033066A}" destId="{C2CEB0D6-80DD-454B-99AF-18EE80B52334}" srcOrd="3" destOrd="0" parTransId="{84210670-1E79-41AF-A8E0-1201D1A089A8}" sibTransId="{8955D4BE-4934-4225-86B5-990C55276850}"/>
    <dgm:cxn modelId="{14545D08-8486-4B40-AD57-9743512A1FCE}" type="presParOf" srcId="{C56C593C-792C-441C-B8A2-4E4FA942E1B8}" destId="{1137FD7D-E07F-4C75-9673-64A5A8E47E2B}" srcOrd="0" destOrd="0" presId="urn:microsoft.com/office/officeart/2005/8/layout/hProcess9"/>
    <dgm:cxn modelId="{397F28FF-E4C9-419A-A5AE-F8A490A4D093}" type="presParOf" srcId="{C56C593C-792C-441C-B8A2-4E4FA942E1B8}" destId="{1555A57F-C7B5-4C5F-9B47-C15D04BCA9B5}" srcOrd="1" destOrd="0" presId="urn:microsoft.com/office/officeart/2005/8/layout/hProcess9"/>
    <dgm:cxn modelId="{F63C77A9-EA22-4A53-8AC6-A6673AA0C936}" type="presParOf" srcId="{1555A57F-C7B5-4C5F-9B47-C15D04BCA9B5}" destId="{2E8CDED9-10EE-42CB-8EC2-08E97CD49C1D}" srcOrd="0" destOrd="0" presId="urn:microsoft.com/office/officeart/2005/8/layout/hProcess9"/>
    <dgm:cxn modelId="{85CF033A-9158-483D-82A0-F99F17316890}" type="presParOf" srcId="{1555A57F-C7B5-4C5F-9B47-C15D04BCA9B5}" destId="{205AF8D6-8806-4E18-9B6A-8D22F4C60938}" srcOrd="1" destOrd="0" presId="urn:microsoft.com/office/officeart/2005/8/layout/hProcess9"/>
    <dgm:cxn modelId="{D55A57C6-BDC4-4AA0-A6BA-DDB7314DE448}" type="presParOf" srcId="{1555A57F-C7B5-4C5F-9B47-C15D04BCA9B5}" destId="{5C1F1DE3-99D5-40FD-8708-3405731E214D}" srcOrd="2" destOrd="0" presId="urn:microsoft.com/office/officeart/2005/8/layout/hProcess9"/>
    <dgm:cxn modelId="{83BFF3A9-76B9-4302-8DFC-7AB4195238AD}" type="presParOf" srcId="{1555A57F-C7B5-4C5F-9B47-C15D04BCA9B5}" destId="{8D2CB5A1-904C-4A8C-A85F-69C3A14E5983}" srcOrd="3" destOrd="0" presId="urn:microsoft.com/office/officeart/2005/8/layout/hProcess9"/>
    <dgm:cxn modelId="{FD0FD82C-1CA5-45AB-9BE7-528D33C3FDF8}" type="presParOf" srcId="{1555A57F-C7B5-4C5F-9B47-C15D04BCA9B5}" destId="{16FD5F25-DB03-42CF-95D3-9CA8413F2E1A}" srcOrd="4" destOrd="0" presId="urn:microsoft.com/office/officeart/2005/8/layout/hProcess9"/>
    <dgm:cxn modelId="{42924C8C-8E68-4804-8346-9FBADE2E418C}" type="presParOf" srcId="{1555A57F-C7B5-4C5F-9B47-C15D04BCA9B5}" destId="{C046772C-5C1E-4933-9870-04EC1AB7C8CE}" srcOrd="5" destOrd="0" presId="urn:microsoft.com/office/officeart/2005/8/layout/hProcess9"/>
    <dgm:cxn modelId="{C3FB1529-7C7D-4EA7-B565-43D168BDB147}" type="presParOf" srcId="{1555A57F-C7B5-4C5F-9B47-C15D04BCA9B5}" destId="{7286060C-ADCF-4B08-9989-01FF780891F7}" srcOrd="6" destOrd="0" presId="urn:microsoft.com/office/officeart/2005/8/layout/hProcess9"/>
    <dgm:cxn modelId="{8ADED648-6B57-4BF5-B304-7D5BFDE99C94}" type="presParOf" srcId="{1555A57F-C7B5-4C5F-9B47-C15D04BCA9B5}" destId="{D962F97B-050B-4FCE-BF93-8FEF0DA2DE76}" srcOrd="7" destOrd="0" presId="urn:microsoft.com/office/officeart/2005/8/layout/hProcess9"/>
    <dgm:cxn modelId="{B9B95D77-D61A-4A7E-9D5C-229BDD5AEE9D}" type="presParOf" srcId="{1555A57F-C7B5-4C5F-9B47-C15D04BCA9B5}" destId="{69860F7C-0C22-48D1-A25B-87BAB99EE035}" srcOrd="8" destOrd="0" presId="urn:microsoft.com/office/officeart/2005/8/layout/hProcess9"/>
    <dgm:cxn modelId="{2024F3BC-30C1-4EFD-852D-60FD1062C841}" type="presParOf" srcId="{1555A57F-C7B5-4C5F-9B47-C15D04BCA9B5}" destId="{F9C7935D-83C2-4CEA-B751-38C97E794700}" srcOrd="9" destOrd="0" presId="urn:microsoft.com/office/officeart/2005/8/layout/hProcess9"/>
    <dgm:cxn modelId="{553B0E10-0A4C-44D0-A1AB-5C7510D60E6B}" type="presParOf" srcId="{1555A57F-C7B5-4C5F-9B47-C15D04BCA9B5}" destId="{534EBCB0-5416-489F-8B08-622A1E5367B6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7038F35-E462-42AB-9282-5D7D5033066A}" type="doc">
      <dgm:prSet loTypeId="urn:microsoft.com/office/officeart/2005/8/layout/hProcess9" loCatId="process" qsTypeId="urn:microsoft.com/office/officeart/2005/8/quickstyle/3d7" qsCatId="3D" csTypeId="urn:microsoft.com/office/officeart/2005/8/colors/accent1_2" csCatId="accent1" phldr="1"/>
      <dgm:spPr/>
    </dgm:pt>
    <dgm:pt modelId="{5E64892B-F3D7-4B93-B85E-BBFF9850D992}">
      <dgm:prSet phldrT="[Texto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pt-BR" dirty="0" smtClean="0">
              <a:solidFill>
                <a:schemeClr val="tx1"/>
              </a:solidFill>
            </a:rPr>
            <a:t>Validação</a:t>
          </a:r>
          <a:endParaRPr lang="pt-BR" dirty="0">
            <a:solidFill>
              <a:schemeClr val="tx1"/>
            </a:solidFill>
          </a:endParaRPr>
        </a:p>
      </dgm:t>
    </dgm:pt>
    <dgm:pt modelId="{F22D0BF5-6932-4728-89A8-5084320AA8FD}" type="parTrans" cxnId="{B6E2BFFE-9D3C-4089-B398-56391A433820}">
      <dgm:prSet/>
      <dgm:spPr/>
      <dgm:t>
        <a:bodyPr/>
        <a:lstStyle/>
        <a:p>
          <a:endParaRPr lang="pt-BR"/>
        </a:p>
      </dgm:t>
    </dgm:pt>
    <dgm:pt modelId="{55F250C1-4E4C-458B-809C-02CBEC3FD30F}" type="sibTrans" cxnId="{B6E2BFFE-9D3C-4089-B398-56391A433820}">
      <dgm:prSet/>
      <dgm:spPr/>
      <dgm:t>
        <a:bodyPr/>
        <a:lstStyle/>
        <a:p>
          <a:endParaRPr lang="pt-BR"/>
        </a:p>
      </dgm:t>
    </dgm:pt>
    <dgm:pt modelId="{B629531C-44FE-41AE-A911-809F43989522}">
      <dgm:prSet phldrT="[Texto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pt-BR" dirty="0" smtClean="0">
              <a:solidFill>
                <a:schemeClr val="tx1"/>
              </a:solidFill>
            </a:rPr>
            <a:t>Acionamento</a:t>
          </a:r>
          <a:endParaRPr lang="pt-BR" dirty="0">
            <a:solidFill>
              <a:schemeClr val="tx1"/>
            </a:solidFill>
          </a:endParaRPr>
        </a:p>
      </dgm:t>
    </dgm:pt>
    <dgm:pt modelId="{A2F35346-803F-48FB-83F9-9416871C82EF}" type="parTrans" cxnId="{EBA4D36F-EDAE-4B7C-84B3-02373000333A}">
      <dgm:prSet/>
      <dgm:spPr/>
      <dgm:t>
        <a:bodyPr/>
        <a:lstStyle/>
        <a:p>
          <a:endParaRPr lang="pt-BR"/>
        </a:p>
      </dgm:t>
    </dgm:pt>
    <dgm:pt modelId="{6F560AE3-B884-44D2-9568-584EB6E82A94}" type="sibTrans" cxnId="{EBA4D36F-EDAE-4B7C-84B3-02373000333A}">
      <dgm:prSet/>
      <dgm:spPr/>
      <dgm:t>
        <a:bodyPr/>
        <a:lstStyle/>
        <a:p>
          <a:endParaRPr lang="pt-BR"/>
        </a:p>
      </dgm:t>
    </dgm:pt>
    <dgm:pt modelId="{F6AC8791-7D19-4798-95A6-43966ED17425}">
      <dgm:prSet phldrT="[Texto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pt-BR" dirty="0" smtClean="0">
              <a:solidFill>
                <a:schemeClr val="tx1"/>
              </a:solidFill>
            </a:rPr>
            <a:t>Atuação</a:t>
          </a:r>
          <a:endParaRPr lang="pt-BR" dirty="0">
            <a:solidFill>
              <a:schemeClr val="tx1"/>
            </a:solidFill>
          </a:endParaRPr>
        </a:p>
      </dgm:t>
    </dgm:pt>
    <dgm:pt modelId="{9DB17D14-733D-4AC5-8195-9D228152D027}" type="parTrans" cxnId="{3ED9E393-1E63-4EDE-A29A-A10BB8F6CF5B}">
      <dgm:prSet/>
      <dgm:spPr/>
      <dgm:t>
        <a:bodyPr/>
        <a:lstStyle/>
        <a:p>
          <a:endParaRPr lang="pt-BR"/>
        </a:p>
      </dgm:t>
    </dgm:pt>
    <dgm:pt modelId="{436834CE-CECF-442D-ADB7-1BEE5CC14E13}" type="sibTrans" cxnId="{3ED9E393-1E63-4EDE-A29A-A10BB8F6CF5B}">
      <dgm:prSet/>
      <dgm:spPr/>
      <dgm:t>
        <a:bodyPr/>
        <a:lstStyle/>
        <a:p>
          <a:endParaRPr lang="pt-BR"/>
        </a:p>
      </dgm:t>
    </dgm:pt>
    <dgm:pt modelId="{20343F71-6C11-48A5-A252-4AD9BB9A5832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Fechamento</a:t>
          </a:r>
          <a:endParaRPr lang="pt-BR" dirty="0">
            <a:solidFill>
              <a:schemeClr val="bg1"/>
            </a:solidFill>
          </a:endParaRPr>
        </a:p>
      </dgm:t>
    </dgm:pt>
    <dgm:pt modelId="{2F205932-D531-4E56-B07F-405DACAC33CB}" type="parTrans" cxnId="{01AABF4B-5393-4C39-967A-7C27D4D0C3F3}">
      <dgm:prSet/>
      <dgm:spPr/>
      <dgm:t>
        <a:bodyPr/>
        <a:lstStyle/>
        <a:p>
          <a:endParaRPr lang="pt-BR"/>
        </a:p>
      </dgm:t>
    </dgm:pt>
    <dgm:pt modelId="{CCB877B2-2D80-4D51-B5D8-08A5928B43B4}" type="sibTrans" cxnId="{01AABF4B-5393-4C39-967A-7C27D4D0C3F3}">
      <dgm:prSet/>
      <dgm:spPr/>
      <dgm:t>
        <a:bodyPr/>
        <a:lstStyle/>
        <a:p>
          <a:endParaRPr lang="pt-BR"/>
        </a:p>
      </dgm:t>
    </dgm:pt>
    <dgm:pt modelId="{C2CEB0D6-80DD-454B-99AF-18EE80B52334}">
      <dgm:prSet phldrT="[Texto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pt-BR" dirty="0" smtClean="0">
              <a:solidFill>
                <a:schemeClr val="tx1"/>
              </a:solidFill>
            </a:rPr>
            <a:t>Escalonamento </a:t>
          </a:r>
          <a:endParaRPr lang="pt-BR" dirty="0">
            <a:solidFill>
              <a:schemeClr val="tx1"/>
            </a:solidFill>
          </a:endParaRPr>
        </a:p>
      </dgm:t>
    </dgm:pt>
    <dgm:pt modelId="{84210670-1E79-41AF-A8E0-1201D1A089A8}" type="parTrans" cxnId="{06284CF4-1088-4D5B-9833-7FDC46C373A5}">
      <dgm:prSet/>
      <dgm:spPr/>
      <dgm:t>
        <a:bodyPr/>
        <a:lstStyle/>
        <a:p>
          <a:endParaRPr lang="pt-BR"/>
        </a:p>
      </dgm:t>
    </dgm:pt>
    <dgm:pt modelId="{8955D4BE-4934-4225-86B5-990C55276850}" type="sibTrans" cxnId="{06284CF4-1088-4D5B-9833-7FDC46C373A5}">
      <dgm:prSet/>
      <dgm:spPr/>
      <dgm:t>
        <a:bodyPr/>
        <a:lstStyle/>
        <a:p>
          <a:endParaRPr lang="pt-BR"/>
        </a:p>
      </dgm:t>
    </dgm:pt>
    <dgm:pt modelId="{3D13FA20-F4E1-4D91-A593-AB135125DD35}">
      <dgm:prSet phldrT="[Texto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pt-BR" dirty="0" smtClean="0">
              <a:solidFill>
                <a:schemeClr val="tx1"/>
              </a:solidFill>
            </a:rPr>
            <a:t>Validação</a:t>
          </a:r>
          <a:endParaRPr lang="pt-BR" dirty="0">
            <a:solidFill>
              <a:schemeClr val="tx1"/>
            </a:solidFill>
          </a:endParaRPr>
        </a:p>
      </dgm:t>
    </dgm:pt>
    <dgm:pt modelId="{1379FE90-B031-49B7-9936-F58A44672028}" type="parTrans" cxnId="{9F1D44B3-62D1-44F0-8A4E-7DBA41B3174B}">
      <dgm:prSet/>
      <dgm:spPr/>
      <dgm:t>
        <a:bodyPr/>
        <a:lstStyle/>
        <a:p>
          <a:endParaRPr lang="pt-BR"/>
        </a:p>
      </dgm:t>
    </dgm:pt>
    <dgm:pt modelId="{D3ACC569-2488-4AEE-82B0-79B7AFA1FCEF}" type="sibTrans" cxnId="{9F1D44B3-62D1-44F0-8A4E-7DBA41B3174B}">
      <dgm:prSet/>
      <dgm:spPr/>
      <dgm:t>
        <a:bodyPr/>
        <a:lstStyle/>
        <a:p>
          <a:endParaRPr lang="pt-BR"/>
        </a:p>
      </dgm:t>
    </dgm:pt>
    <dgm:pt modelId="{C56C593C-792C-441C-B8A2-4E4FA942E1B8}" type="pres">
      <dgm:prSet presAssocID="{F7038F35-E462-42AB-9282-5D7D5033066A}" presName="CompostProcess" presStyleCnt="0">
        <dgm:presLayoutVars>
          <dgm:dir/>
          <dgm:resizeHandles val="exact"/>
        </dgm:presLayoutVars>
      </dgm:prSet>
      <dgm:spPr/>
    </dgm:pt>
    <dgm:pt modelId="{1137FD7D-E07F-4C75-9673-64A5A8E47E2B}" type="pres">
      <dgm:prSet presAssocID="{F7038F35-E462-42AB-9282-5D7D5033066A}" presName="arrow" presStyleLbl="bgShp" presStyleIdx="0" presStyleCnt="1"/>
      <dgm:spPr/>
    </dgm:pt>
    <dgm:pt modelId="{1555A57F-C7B5-4C5F-9B47-C15D04BCA9B5}" type="pres">
      <dgm:prSet presAssocID="{F7038F35-E462-42AB-9282-5D7D5033066A}" presName="linearProcess" presStyleCnt="0"/>
      <dgm:spPr/>
    </dgm:pt>
    <dgm:pt modelId="{2E8CDED9-10EE-42CB-8EC2-08E97CD49C1D}" type="pres">
      <dgm:prSet presAssocID="{5E64892B-F3D7-4B93-B85E-BBFF9850D992}" presName="text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05AF8D6-8806-4E18-9B6A-8D22F4C60938}" type="pres">
      <dgm:prSet presAssocID="{55F250C1-4E4C-458B-809C-02CBEC3FD30F}" presName="sibTrans" presStyleCnt="0"/>
      <dgm:spPr/>
    </dgm:pt>
    <dgm:pt modelId="{5C1F1DE3-99D5-40FD-8708-3405731E214D}" type="pres">
      <dgm:prSet presAssocID="{B629531C-44FE-41AE-A911-809F43989522}" presName="text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D2CB5A1-904C-4A8C-A85F-69C3A14E5983}" type="pres">
      <dgm:prSet presAssocID="{6F560AE3-B884-44D2-9568-584EB6E82A94}" presName="sibTrans" presStyleCnt="0"/>
      <dgm:spPr/>
    </dgm:pt>
    <dgm:pt modelId="{16FD5F25-DB03-42CF-95D3-9CA8413F2E1A}" type="pres">
      <dgm:prSet presAssocID="{F6AC8791-7D19-4798-95A6-43966ED17425}" presName="text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046772C-5C1E-4933-9870-04EC1AB7C8CE}" type="pres">
      <dgm:prSet presAssocID="{436834CE-CECF-442D-ADB7-1BEE5CC14E13}" presName="sibTrans" presStyleCnt="0"/>
      <dgm:spPr/>
    </dgm:pt>
    <dgm:pt modelId="{7286060C-ADCF-4B08-9989-01FF780891F7}" type="pres">
      <dgm:prSet presAssocID="{C2CEB0D6-80DD-454B-99AF-18EE80B52334}" presName="text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962F97B-050B-4FCE-BF93-8FEF0DA2DE76}" type="pres">
      <dgm:prSet presAssocID="{8955D4BE-4934-4225-86B5-990C55276850}" presName="sibTrans" presStyleCnt="0"/>
      <dgm:spPr/>
    </dgm:pt>
    <dgm:pt modelId="{69860F7C-0C22-48D1-A25B-87BAB99EE035}" type="pres">
      <dgm:prSet presAssocID="{3D13FA20-F4E1-4D91-A593-AB135125DD35}" presName="text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9C7935D-83C2-4CEA-B751-38C97E794700}" type="pres">
      <dgm:prSet presAssocID="{D3ACC569-2488-4AEE-82B0-79B7AFA1FCEF}" presName="sibTrans" presStyleCnt="0"/>
      <dgm:spPr/>
    </dgm:pt>
    <dgm:pt modelId="{534EBCB0-5416-489F-8B08-622A1E5367B6}" type="pres">
      <dgm:prSet presAssocID="{20343F71-6C11-48A5-A252-4AD9BB9A5832}" presName="text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01AABF4B-5393-4C39-967A-7C27D4D0C3F3}" srcId="{F7038F35-E462-42AB-9282-5D7D5033066A}" destId="{20343F71-6C11-48A5-A252-4AD9BB9A5832}" srcOrd="5" destOrd="0" parTransId="{2F205932-D531-4E56-B07F-405DACAC33CB}" sibTransId="{CCB877B2-2D80-4D51-B5D8-08A5928B43B4}"/>
    <dgm:cxn modelId="{3ED9E393-1E63-4EDE-A29A-A10BB8F6CF5B}" srcId="{F7038F35-E462-42AB-9282-5D7D5033066A}" destId="{F6AC8791-7D19-4798-95A6-43966ED17425}" srcOrd="2" destOrd="0" parTransId="{9DB17D14-733D-4AC5-8195-9D228152D027}" sibTransId="{436834CE-CECF-442D-ADB7-1BEE5CC14E13}"/>
    <dgm:cxn modelId="{CA993FEC-316E-4957-9925-7EE03337A0AC}" type="presOf" srcId="{F7038F35-E462-42AB-9282-5D7D5033066A}" destId="{C56C593C-792C-441C-B8A2-4E4FA942E1B8}" srcOrd="0" destOrd="0" presId="urn:microsoft.com/office/officeart/2005/8/layout/hProcess9"/>
    <dgm:cxn modelId="{D48AE181-D478-4599-8D41-F3A0DAA4EB49}" type="presOf" srcId="{C2CEB0D6-80DD-454B-99AF-18EE80B52334}" destId="{7286060C-ADCF-4B08-9989-01FF780891F7}" srcOrd="0" destOrd="0" presId="urn:microsoft.com/office/officeart/2005/8/layout/hProcess9"/>
    <dgm:cxn modelId="{9F1D44B3-62D1-44F0-8A4E-7DBA41B3174B}" srcId="{F7038F35-E462-42AB-9282-5D7D5033066A}" destId="{3D13FA20-F4E1-4D91-A593-AB135125DD35}" srcOrd="4" destOrd="0" parTransId="{1379FE90-B031-49B7-9936-F58A44672028}" sibTransId="{D3ACC569-2488-4AEE-82B0-79B7AFA1FCEF}"/>
    <dgm:cxn modelId="{6222A11E-971E-43F6-A7D3-A121B4022939}" type="presOf" srcId="{5E64892B-F3D7-4B93-B85E-BBFF9850D992}" destId="{2E8CDED9-10EE-42CB-8EC2-08E97CD49C1D}" srcOrd="0" destOrd="0" presId="urn:microsoft.com/office/officeart/2005/8/layout/hProcess9"/>
    <dgm:cxn modelId="{06284CF4-1088-4D5B-9833-7FDC46C373A5}" srcId="{F7038F35-E462-42AB-9282-5D7D5033066A}" destId="{C2CEB0D6-80DD-454B-99AF-18EE80B52334}" srcOrd="3" destOrd="0" parTransId="{84210670-1E79-41AF-A8E0-1201D1A089A8}" sibTransId="{8955D4BE-4934-4225-86B5-990C55276850}"/>
    <dgm:cxn modelId="{4785D87B-2D0C-426F-B754-AD4AECAB728D}" type="presOf" srcId="{F6AC8791-7D19-4798-95A6-43966ED17425}" destId="{16FD5F25-DB03-42CF-95D3-9CA8413F2E1A}" srcOrd="0" destOrd="0" presId="urn:microsoft.com/office/officeart/2005/8/layout/hProcess9"/>
    <dgm:cxn modelId="{B6E2BFFE-9D3C-4089-B398-56391A433820}" srcId="{F7038F35-E462-42AB-9282-5D7D5033066A}" destId="{5E64892B-F3D7-4B93-B85E-BBFF9850D992}" srcOrd="0" destOrd="0" parTransId="{F22D0BF5-6932-4728-89A8-5084320AA8FD}" sibTransId="{55F250C1-4E4C-458B-809C-02CBEC3FD30F}"/>
    <dgm:cxn modelId="{B8B59392-3FBA-4089-A645-BE4E6463E405}" type="presOf" srcId="{3D13FA20-F4E1-4D91-A593-AB135125DD35}" destId="{69860F7C-0C22-48D1-A25B-87BAB99EE035}" srcOrd="0" destOrd="0" presId="urn:microsoft.com/office/officeart/2005/8/layout/hProcess9"/>
    <dgm:cxn modelId="{EBA4D36F-EDAE-4B7C-84B3-02373000333A}" srcId="{F7038F35-E462-42AB-9282-5D7D5033066A}" destId="{B629531C-44FE-41AE-A911-809F43989522}" srcOrd="1" destOrd="0" parTransId="{A2F35346-803F-48FB-83F9-9416871C82EF}" sibTransId="{6F560AE3-B884-44D2-9568-584EB6E82A94}"/>
    <dgm:cxn modelId="{5D70023B-77ED-44EB-A37A-D777FAC4607F}" type="presOf" srcId="{B629531C-44FE-41AE-A911-809F43989522}" destId="{5C1F1DE3-99D5-40FD-8708-3405731E214D}" srcOrd="0" destOrd="0" presId="urn:microsoft.com/office/officeart/2005/8/layout/hProcess9"/>
    <dgm:cxn modelId="{66AE5FD5-83BC-4940-BAE3-677C1C56CCBF}" type="presOf" srcId="{20343F71-6C11-48A5-A252-4AD9BB9A5832}" destId="{534EBCB0-5416-489F-8B08-622A1E5367B6}" srcOrd="0" destOrd="0" presId="urn:microsoft.com/office/officeart/2005/8/layout/hProcess9"/>
    <dgm:cxn modelId="{4AF9B8BF-6E82-4E64-AD5C-51FC6C737543}" type="presParOf" srcId="{C56C593C-792C-441C-B8A2-4E4FA942E1B8}" destId="{1137FD7D-E07F-4C75-9673-64A5A8E47E2B}" srcOrd="0" destOrd="0" presId="urn:microsoft.com/office/officeart/2005/8/layout/hProcess9"/>
    <dgm:cxn modelId="{75D3FAF1-ECB6-432E-933E-4EF72C734481}" type="presParOf" srcId="{C56C593C-792C-441C-B8A2-4E4FA942E1B8}" destId="{1555A57F-C7B5-4C5F-9B47-C15D04BCA9B5}" srcOrd="1" destOrd="0" presId="urn:microsoft.com/office/officeart/2005/8/layout/hProcess9"/>
    <dgm:cxn modelId="{EDD841BC-A784-435C-BFF4-E5763CCB0920}" type="presParOf" srcId="{1555A57F-C7B5-4C5F-9B47-C15D04BCA9B5}" destId="{2E8CDED9-10EE-42CB-8EC2-08E97CD49C1D}" srcOrd="0" destOrd="0" presId="urn:microsoft.com/office/officeart/2005/8/layout/hProcess9"/>
    <dgm:cxn modelId="{E5D18C73-5E81-40EC-AE79-C97A8BA8ABB0}" type="presParOf" srcId="{1555A57F-C7B5-4C5F-9B47-C15D04BCA9B5}" destId="{205AF8D6-8806-4E18-9B6A-8D22F4C60938}" srcOrd="1" destOrd="0" presId="urn:microsoft.com/office/officeart/2005/8/layout/hProcess9"/>
    <dgm:cxn modelId="{7CB7C733-D4B4-4611-B6EE-932122FBC9B5}" type="presParOf" srcId="{1555A57F-C7B5-4C5F-9B47-C15D04BCA9B5}" destId="{5C1F1DE3-99D5-40FD-8708-3405731E214D}" srcOrd="2" destOrd="0" presId="urn:microsoft.com/office/officeart/2005/8/layout/hProcess9"/>
    <dgm:cxn modelId="{7362EE76-F53D-43CC-8266-F79D14678DD6}" type="presParOf" srcId="{1555A57F-C7B5-4C5F-9B47-C15D04BCA9B5}" destId="{8D2CB5A1-904C-4A8C-A85F-69C3A14E5983}" srcOrd="3" destOrd="0" presId="urn:microsoft.com/office/officeart/2005/8/layout/hProcess9"/>
    <dgm:cxn modelId="{823A8E6C-BEA3-4E29-9E41-F0431CDC66FA}" type="presParOf" srcId="{1555A57F-C7B5-4C5F-9B47-C15D04BCA9B5}" destId="{16FD5F25-DB03-42CF-95D3-9CA8413F2E1A}" srcOrd="4" destOrd="0" presId="urn:microsoft.com/office/officeart/2005/8/layout/hProcess9"/>
    <dgm:cxn modelId="{36DD1B57-E387-491F-BC54-B2DDB2DB3181}" type="presParOf" srcId="{1555A57F-C7B5-4C5F-9B47-C15D04BCA9B5}" destId="{C046772C-5C1E-4933-9870-04EC1AB7C8CE}" srcOrd="5" destOrd="0" presId="urn:microsoft.com/office/officeart/2005/8/layout/hProcess9"/>
    <dgm:cxn modelId="{617A2EFD-048A-440F-BD19-3CCC49AFE5FE}" type="presParOf" srcId="{1555A57F-C7B5-4C5F-9B47-C15D04BCA9B5}" destId="{7286060C-ADCF-4B08-9989-01FF780891F7}" srcOrd="6" destOrd="0" presId="urn:microsoft.com/office/officeart/2005/8/layout/hProcess9"/>
    <dgm:cxn modelId="{F3E9D30C-5C00-4F66-859C-137E8CC1DB9B}" type="presParOf" srcId="{1555A57F-C7B5-4C5F-9B47-C15D04BCA9B5}" destId="{D962F97B-050B-4FCE-BF93-8FEF0DA2DE76}" srcOrd="7" destOrd="0" presId="urn:microsoft.com/office/officeart/2005/8/layout/hProcess9"/>
    <dgm:cxn modelId="{BB24497A-0D80-4D99-BB26-C3A9F525139C}" type="presParOf" srcId="{1555A57F-C7B5-4C5F-9B47-C15D04BCA9B5}" destId="{69860F7C-0C22-48D1-A25B-87BAB99EE035}" srcOrd="8" destOrd="0" presId="urn:microsoft.com/office/officeart/2005/8/layout/hProcess9"/>
    <dgm:cxn modelId="{75BCADB9-D605-4CF4-A3B8-7541AF40460C}" type="presParOf" srcId="{1555A57F-C7B5-4C5F-9B47-C15D04BCA9B5}" destId="{F9C7935D-83C2-4CEA-B751-38C97E794700}" srcOrd="9" destOrd="0" presId="urn:microsoft.com/office/officeart/2005/8/layout/hProcess9"/>
    <dgm:cxn modelId="{777F32D0-31A9-438B-9C67-39D2B4909A58}" type="presParOf" srcId="{1555A57F-C7B5-4C5F-9B47-C15D04BCA9B5}" destId="{534EBCB0-5416-489F-8B08-622A1E5367B6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7038F35-E462-42AB-9282-5D7D5033066A}" type="doc">
      <dgm:prSet loTypeId="urn:microsoft.com/office/officeart/2005/8/layout/hProcess9" loCatId="process" qsTypeId="urn:microsoft.com/office/officeart/2005/8/quickstyle/3d7" qsCatId="3D" csTypeId="urn:microsoft.com/office/officeart/2005/8/colors/accent1_2" csCatId="accent1" phldr="1"/>
      <dgm:spPr/>
    </dgm:pt>
    <dgm:pt modelId="{5E64892B-F3D7-4B93-B85E-BBFF9850D992}">
      <dgm:prSet phldrT="[Texto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pt-BR" dirty="0" smtClean="0">
              <a:solidFill>
                <a:schemeClr val="tx1"/>
              </a:solidFill>
            </a:rPr>
            <a:t>Validação</a:t>
          </a:r>
          <a:endParaRPr lang="pt-BR" dirty="0">
            <a:solidFill>
              <a:schemeClr val="tx1"/>
            </a:solidFill>
          </a:endParaRPr>
        </a:p>
      </dgm:t>
    </dgm:pt>
    <dgm:pt modelId="{F22D0BF5-6932-4728-89A8-5084320AA8FD}" type="parTrans" cxnId="{B6E2BFFE-9D3C-4089-B398-56391A433820}">
      <dgm:prSet/>
      <dgm:spPr/>
      <dgm:t>
        <a:bodyPr/>
        <a:lstStyle/>
        <a:p>
          <a:endParaRPr lang="pt-BR"/>
        </a:p>
      </dgm:t>
    </dgm:pt>
    <dgm:pt modelId="{55F250C1-4E4C-458B-809C-02CBEC3FD30F}" type="sibTrans" cxnId="{B6E2BFFE-9D3C-4089-B398-56391A433820}">
      <dgm:prSet/>
      <dgm:spPr/>
      <dgm:t>
        <a:bodyPr/>
        <a:lstStyle/>
        <a:p>
          <a:endParaRPr lang="pt-BR"/>
        </a:p>
      </dgm:t>
    </dgm:pt>
    <dgm:pt modelId="{B629531C-44FE-41AE-A911-809F43989522}">
      <dgm:prSet phldrT="[Texto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pt-BR" dirty="0" smtClean="0">
              <a:solidFill>
                <a:schemeClr val="tx1"/>
              </a:solidFill>
            </a:rPr>
            <a:t>Acionamento</a:t>
          </a:r>
          <a:endParaRPr lang="pt-BR" dirty="0">
            <a:solidFill>
              <a:schemeClr val="tx1"/>
            </a:solidFill>
          </a:endParaRPr>
        </a:p>
      </dgm:t>
    </dgm:pt>
    <dgm:pt modelId="{A2F35346-803F-48FB-83F9-9416871C82EF}" type="parTrans" cxnId="{EBA4D36F-EDAE-4B7C-84B3-02373000333A}">
      <dgm:prSet/>
      <dgm:spPr/>
      <dgm:t>
        <a:bodyPr/>
        <a:lstStyle/>
        <a:p>
          <a:endParaRPr lang="pt-BR"/>
        </a:p>
      </dgm:t>
    </dgm:pt>
    <dgm:pt modelId="{6F560AE3-B884-44D2-9568-584EB6E82A94}" type="sibTrans" cxnId="{EBA4D36F-EDAE-4B7C-84B3-02373000333A}">
      <dgm:prSet/>
      <dgm:spPr/>
      <dgm:t>
        <a:bodyPr/>
        <a:lstStyle/>
        <a:p>
          <a:endParaRPr lang="pt-BR"/>
        </a:p>
      </dgm:t>
    </dgm:pt>
    <dgm:pt modelId="{F6AC8791-7D19-4798-95A6-43966ED17425}">
      <dgm:prSet phldrT="[Texto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pt-BR" dirty="0" smtClean="0">
              <a:solidFill>
                <a:schemeClr val="tx1"/>
              </a:solidFill>
            </a:rPr>
            <a:t>Atuação</a:t>
          </a:r>
          <a:endParaRPr lang="pt-BR" dirty="0">
            <a:solidFill>
              <a:schemeClr val="tx1"/>
            </a:solidFill>
          </a:endParaRPr>
        </a:p>
      </dgm:t>
    </dgm:pt>
    <dgm:pt modelId="{9DB17D14-733D-4AC5-8195-9D228152D027}" type="parTrans" cxnId="{3ED9E393-1E63-4EDE-A29A-A10BB8F6CF5B}">
      <dgm:prSet/>
      <dgm:spPr/>
      <dgm:t>
        <a:bodyPr/>
        <a:lstStyle/>
        <a:p>
          <a:endParaRPr lang="pt-BR"/>
        </a:p>
      </dgm:t>
    </dgm:pt>
    <dgm:pt modelId="{436834CE-CECF-442D-ADB7-1BEE5CC14E13}" type="sibTrans" cxnId="{3ED9E393-1E63-4EDE-A29A-A10BB8F6CF5B}">
      <dgm:prSet/>
      <dgm:spPr/>
      <dgm:t>
        <a:bodyPr/>
        <a:lstStyle/>
        <a:p>
          <a:endParaRPr lang="pt-BR"/>
        </a:p>
      </dgm:t>
    </dgm:pt>
    <dgm:pt modelId="{20343F71-6C11-48A5-A252-4AD9BB9A5832}">
      <dgm:prSet phldrT="[Texto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pt-BR" dirty="0" smtClean="0">
              <a:solidFill>
                <a:schemeClr val="tx1"/>
              </a:solidFill>
            </a:rPr>
            <a:t>Fechamento</a:t>
          </a:r>
          <a:endParaRPr lang="pt-BR" dirty="0">
            <a:solidFill>
              <a:schemeClr val="tx1"/>
            </a:solidFill>
          </a:endParaRPr>
        </a:p>
      </dgm:t>
    </dgm:pt>
    <dgm:pt modelId="{2F205932-D531-4E56-B07F-405DACAC33CB}" type="parTrans" cxnId="{01AABF4B-5393-4C39-967A-7C27D4D0C3F3}">
      <dgm:prSet/>
      <dgm:spPr/>
      <dgm:t>
        <a:bodyPr/>
        <a:lstStyle/>
        <a:p>
          <a:endParaRPr lang="pt-BR"/>
        </a:p>
      </dgm:t>
    </dgm:pt>
    <dgm:pt modelId="{CCB877B2-2D80-4D51-B5D8-08A5928B43B4}" type="sibTrans" cxnId="{01AABF4B-5393-4C39-967A-7C27D4D0C3F3}">
      <dgm:prSet/>
      <dgm:spPr/>
      <dgm:t>
        <a:bodyPr/>
        <a:lstStyle/>
        <a:p>
          <a:endParaRPr lang="pt-BR"/>
        </a:p>
      </dgm:t>
    </dgm:pt>
    <dgm:pt modelId="{C2CEB0D6-80DD-454B-99AF-18EE80B52334}">
      <dgm:prSet phldrT="[Texto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pt-BR" dirty="0" smtClean="0">
              <a:solidFill>
                <a:schemeClr val="tx1"/>
              </a:solidFill>
            </a:rPr>
            <a:t>Escalonamento </a:t>
          </a:r>
          <a:endParaRPr lang="pt-BR" dirty="0">
            <a:solidFill>
              <a:schemeClr val="tx1"/>
            </a:solidFill>
          </a:endParaRPr>
        </a:p>
      </dgm:t>
    </dgm:pt>
    <dgm:pt modelId="{84210670-1E79-41AF-A8E0-1201D1A089A8}" type="parTrans" cxnId="{06284CF4-1088-4D5B-9833-7FDC46C373A5}">
      <dgm:prSet/>
      <dgm:spPr/>
      <dgm:t>
        <a:bodyPr/>
        <a:lstStyle/>
        <a:p>
          <a:endParaRPr lang="pt-BR"/>
        </a:p>
      </dgm:t>
    </dgm:pt>
    <dgm:pt modelId="{8955D4BE-4934-4225-86B5-990C55276850}" type="sibTrans" cxnId="{06284CF4-1088-4D5B-9833-7FDC46C373A5}">
      <dgm:prSet/>
      <dgm:spPr/>
      <dgm:t>
        <a:bodyPr/>
        <a:lstStyle/>
        <a:p>
          <a:endParaRPr lang="pt-BR"/>
        </a:p>
      </dgm:t>
    </dgm:pt>
    <dgm:pt modelId="{3D13FA20-F4E1-4D91-A593-AB135125DD35}">
      <dgm:prSet phldrT="[Texto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pt-BR" dirty="0" smtClean="0">
              <a:solidFill>
                <a:schemeClr val="tx1"/>
              </a:solidFill>
            </a:rPr>
            <a:t>Validação</a:t>
          </a:r>
          <a:endParaRPr lang="pt-BR" dirty="0">
            <a:solidFill>
              <a:schemeClr val="tx1"/>
            </a:solidFill>
          </a:endParaRPr>
        </a:p>
      </dgm:t>
    </dgm:pt>
    <dgm:pt modelId="{1379FE90-B031-49B7-9936-F58A44672028}" type="parTrans" cxnId="{9F1D44B3-62D1-44F0-8A4E-7DBA41B3174B}">
      <dgm:prSet/>
      <dgm:spPr/>
      <dgm:t>
        <a:bodyPr/>
        <a:lstStyle/>
        <a:p>
          <a:endParaRPr lang="pt-BR"/>
        </a:p>
      </dgm:t>
    </dgm:pt>
    <dgm:pt modelId="{D3ACC569-2488-4AEE-82B0-79B7AFA1FCEF}" type="sibTrans" cxnId="{9F1D44B3-62D1-44F0-8A4E-7DBA41B3174B}">
      <dgm:prSet/>
      <dgm:spPr/>
      <dgm:t>
        <a:bodyPr/>
        <a:lstStyle/>
        <a:p>
          <a:endParaRPr lang="pt-BR"/>
        </a:p>
      </dgm:t>
    </dgm:pt>
    <dgm:pt modelId="{C56C593C-792C-441C-B8A2-4E4FA942E1B8}" type="pres">
      <dgm:prSet presAssocID="{F7038F35-E462-42AB-9282-5D7D5033066A}" presName="CompostProcess" presStyleCnt="0">
        <dgm:presLayoutVars>
          <dgm:dir/>
          <dgm:resizeHandles val="exact"/>
        </dgm:presLayoutVars>
      </dgm:prSet>
      <dgm:spPr/>
    </dgm:pt>
    <dgm:pt modelId="{1137FD7D-E07F-4C75-9673-64A5A8E47E2B}" type="pres">
      <dgm:prSet presAssocID="{F7038F35-E462-42AB-9282-5D7D5033066A}" presName="arrow" presStyleLbl="bgShp" presStyleIdx="0" presStyleCnt="1"/>
      <dgm:spPr/>
    </dgm:pt>
    <dgm:pt modelId="{1555A57F-C7B5-4C5F-9B47-C15D04BCA9B5}" type="pres">
      <dgm:prSet presAssocID="{F7038F35-E462-42AB-9282-5D7D5033066A}" presName="linearProcess" presStyleCnt="0"/>
      <dgm:spPr/>
    </dgm:pt>
    <dgm:pt modelId="{2E8CDED9-10EE-42CB-8EC2-08E97CD49C1D}" type="pres">
      <dgm:prSet presAssocID="{5E64892B-F3D7-4B93-B85E-BBFF9850D992}" presName="text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05AF8D6-8806-4E18-9B6A-8D22F4C60938}" type="pres">
      <dgm:prSet presAssocID="{55F250C1-4E4C-458B-809C-02CBEC3FD30F}" presName="sibTrans" presStyleCnt="0"/>
      <dgm:spPr/>
    </dgm:pt>
    <dgm:pt modelId="{5C1F1DE3-99D5-40FD-8708-3405731E214D}" type="pres">
      <dgm:prSet presAssocID="{B629531C-44FE-41AE-A911-809F43989522}" presName="text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D2CB5A1-904C-4A8C-A85F-69C3A14E5983}" type="pres">
      <dgm:prSet presAssocID="{6F560AE3-B884-44D2-9568-584EB6E82A94}" presName="sibTrans" presStyleCnt="0"/>
      <dgm:spPr/>
    </dgm:pt>
    <dgm:pt modelId="{16FD5F25-DB03-42CF-95D3-9CA8413F2E1A}" type="pres">
      <dgm:prSet presAssocID="{F6AC8791-7D19-4798-95A6-43966ED17425}" presName="text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046772C-5C1E-4933-9870-04EC1AB7C8CE}" type="pres">
      <dgm:prSet presAssocID="{436834CE-CECF-442D-ADB7-1BEE5CC14E13}" presName="sibTrans" presStyleCnt="0"/>
      <dgm:spPr/>
    </dgm:pt>
    <dgm:pt modelId="{7286060C-ADCF-4B08-9989-01FF780891F7}" type="pres">
      <dgm:prSet presAssocID="{C2CEB0D6-80DD-454B-99AF-18EE80B52334}" presName="text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962F97B-050B-4FCE-BF93-8FEF0DA2DE76}" type="pres">
      <dgm:prSet presAssocID="{8955D4BE-4934-4225-86B5-990C55276850}" presName="sibTrans" presStyleCnt="0"/>
      <dgm:spPr/>
    </dgm:pt>
    <dgm:pt modelId="{69860F7C-0C22-48D1-A25B-87BAB99EE035}" type="pres">
      <dgm:prSet presAssocID="{3D13FA20-F4E1-4D91-A593-AB135125DD35}" presName="text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9C7935D-83C2-4CEA-B751-38C97E794700}" type="pres">
      <dgm:prSet presAssocID="{D3ACC569-2488-4AEE-82B0-79B7AFA1FCEF}" presName="sibTrans" presStyleCnt="0"/>
      <dgm:spPr/>
    </dgm:pt>
    <dgm:pt modelId="{534EBCB0-5416-489F-8B08-622A1E5367B6}" type="pres">
      <dgm:prSet presAssocID="{20343F71-6C11-48A5-A252-4AD9BB9A5832}" presName="text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01AABF4B-5393-4C39-967A-7C27D4D0C3F3}" srcId="{F7038F35-E462-42AB-9282-5D7D5033066A}" destId="{20343F71-6C11-48A5-A252-4AD9BB9A5832}" srcOrd="5" destOrd="0" parTransId="{2F205932-D531-4E56-B07F-405DACAC33CB}" sibTransId="{CCB877B2-2D80-4D51-B5D8-08A5928B43B4}"/>
    <dgm:cxn modelId="{3ED9E393-1E63-4EDE-A29A-A10BB8F6CF5B}" srcId="{F7038F35-E462-42AB-9282-5D7D5033066A}" destId="{F6AC8791-7D19-4798-95A6-43966ED17425}" srcOrd="2" destOrd="0" parTransId="{9DB17D14-733D-4AC5-8195-9D228152D027}" sibTransId="{436834CE-CECF-442D-ADB7-1BEE5CC14E13}"/>
    <dgm:cxn modelId="{9F1D44B3-62D1-44F0-8A4E-7DBA41B3174B}" srcId="{F7038F35-E462-42AB-9282-5D7D5033066A}" destId="{3D13FA20-F4E1-4D91-A593-AB135125DD35}" srcOrd="4" destOrd="0" parTransId="{1379FE90-B031-49B7-9936-F58A44672028}" sibTransId="{D3ACC569-2488-4AEE-82B0-79B7AFA1FCEF}"/>
    <dgm:cxn modelId="{8D598EFA-F3D6-495A-ACDE-86808040F316}" type="presOf" srcId="{5E64892B-F3D7-4B93-B85E-BBFF9850D992}" destId="{2E8CDED9-10EE-42CB-8EC2-08E97CD49C1D}" srcOrd="0" destOrd="0" presId="urn:microsoft.com/office/officeart/2005/8/layout/hProcess9"/>
    <dgm:cxn modelId="{F9634094-6A64-4180-9012-126BF78B41BC}" type="presOf" srcId="{20343F71-6C11-48A5-A252-4AD9BB9A5832}" destId="{534EBCB0-5416-489F-8B08-622A1E5367B6}" srcOrd="0" destOrd="0" presId="urn:microsoft.com/office/officeart/2005/8/layout/hProcess9"/>
    <dgm:cxn modelId="{06284CF4-1088-4D5B-9833-7FDC46C373A5}" srcId="{F7038F35-E462-42AB-9282-5D7D5033066A}" destId="{C2CEB0D6-80DD-454B-99AF-18EE80B52334}" srcOrd="3" destOrd="0" parTransId="{84210670-1E79-41AF-A8E0-1201D1A089A8}" sibTransId="{8955D4BE-4934-4225-86B5-990C55276850}"/>
    <dgm:cxn modelId="{E36B8FB6-10DA-499A-B612-0DFEBA852F06}" type="presOf" srcId="{F7038F35-E462-42AB-9282-5D7D5033066A}" destId="{C56C593C-792C-441C-B8A2-4E4FA942E1B8}" srcOrd="0" destOrd="0" presId="urn:microsoft.com/office/officeart/2005/8/layout/hProcess9"/>
    <dgm:cxn modelId="{B6E2BFFE-9D3C-4089-B398-56391A433820}" srcId="{F7038F35-E462-42AB-9282-5D7D5033066A}" destId="{5E64892B-F3D7-4B93-B85E-BBFF9850D992}" srcOrd="0" destOrd="0" parTransId="{F22D0BF5-6932-4728-89A8-5084320AA8FD}" sibTransId="{55F250C1-4E4C-458B-809C-02CBEC3FD30F}"/>
    <dgm:cxn modelId="{EBA4D36F-EDAE-4B7C-84B3-02373000333A}" srcId="{F7038F35-E462-42AB-9282-5D7D5033066A}" destId="{B629531C-44FE-41AE-A911-809F43989522}" srcOrd="1" destOrd="0" parTransId="{A2F35346-803F-48FB-83F9-9416871C82EF}" sibTransId="{6F560AE3-B884-44D2-9568-584EB6E82A94}"/>
    <dgm:cxn modelId="{1B31657A-8ECE-4766-AD38-76C61CB04696}" type="presOf" srcId="{F6AC8791-7D19-4798-95A6-43966ED17425}" destId="{16FD5F25-DB03-42CF-95D3-9CA8413F2E1A}" srcOrd="0" destOrd="0" presId="urn:microsoft.com/office/officeart/2005/8/layout/hProcess9"/>
    <dgm:cxn modelId="{F0E8131E-D206-499F-AE43-C0A83443ABEC}" type="presOf" srcId="{3D13FA20-F4E1-4D91-A593-AB135125DD35}" destId="{69860F7C-0C22-48D1-A25B-87BAB99EE035}" srcOrd="0" destOrd="0" presId="urn:microsoft.com/office/officeart/2005/8/layout/hProcess9"/>
    <dgm:cxn modelId="{56471CD7-F180-4B95-BC42-3F247212D9E0}" type="presOf" srcId="{C2CEB0D6-80DD-454B-99AF-18EE80B52334}" destId="{7286060C-ADCF-4B08-9989-01FF780891F7}" srcOrd="0" destOrd="0" presId="urn:microsoft.com/office/officeart/2005/8/layout/hProcess9"/>
    <dgm:cxn modelId="{C9162335-D2B9-4822-93B4-9095A459DA37}" type="presOf" srcId="{B629531C-44FE-41AE-A911-809F43989522}" destId="{5C1F1DE3-99D5-40FD-8708-3405731E214D}" srcOrd="0" destOrd="0" presId="urn:microsoft.com/office/officeart/2005/8/layout/hProcess9"/>
    <dgm:cxn modelId="{55B34CC0-3B69-40DB-835C-C9E173DD2165}" type="presParOf" srcId="{C56C593C-792C-441C-B8A2-4E4FA942E1B8}" destId="{1137FD7D-E07F-4C75-9673-64A5A8E47E2B}" srcOrd="0" destOrd="0" presId="urn:microsoft.com/office/officeart/2005/8/layout/hProcess9"/>
    <dgm:cxn modelId="{FC03C10C-6BFC-4E0D-ABA7-B2633F8BEC61}" type="presParOf" srcId="{C56C593C-792C-441C-B8A2-4E4FA942E1B8}" destId="{1555A57F-C7B5-4C5F-9B47-C15D04BCA9B5}" srcOrd="1" destOrd="0" presId="urn:microsoft.com/office/officeart/2005/8/layout/hProcess9"/>
    <dgm:cxn modelId="{0EEB4088-1FDB-470A-87F3-59FCE2058359}" type="presParOf" srcId="{1555A57F-C7B5-4C5F-9B47-C15D04BCA9B5}" destId="{2E8CDED9-10EE-42CB-8EC2-08E97CD49C1D}" srcOrd="0" destOrd="0" presId="urn:microsoft.com/office/officeart/2005/8/layout/hProcess9"/>
    <dgm:cxn modelId="{1D03CB09-13EB-462F-80CD-D2D43A5FD2A2}" type="presParOf" srcId="{1555A57F-C7B5-4C5F-9B47-C15D04BCA9B5}" destId="{205AF8D6-8806-4E18-9B6A-8D22F4C60938}" srcOrd="1" destOrd="0" presId="urn:microsoft.com/office/officeart/2005/8/layout/hProcess9"/>
    <dgm:cxn modelId="{E62B85A9-4E42-46A2-A5B2-888516F7AEC8}" type="presParOf" srcId="{1555A57F-C7B5-4C5F-9B47-C15D04BCA9B5}" destId="{5C1F1DE3-99D5-40FD-8708-3405731E214D}" srcOrd="2" destOrd="0" presId="urn:microsoft.com/office/officeart/2005/8/layout/hProcess9"/>
    <dgm:cxn modelId="{119B15D3-39F1-4E81-95DF-EE2107CE9C77}" type="presParOf" srcId="{1555A57F-C7B5-4C5F-9B47-C15D04BCA9B5}" destId="{8D2CB5A1-904C-4A8C-A85F-69C3A14E5983}" srcOrd="3" destOrd="0" presId="urn:microsoft.com/office/officeart/2005/8/layout/hProcess9"/>
    <dgm:cxn modelId="{5DCE014E-ECB7-43A1-B333-633160A9D922}" type="presParOf" srcId="{1555A57F-C7B5-4C5F-9B47-C15D04BCA9B5}" destId="{16FD5F25-DB03-42CF-95D3-9CA8413F2E1A}" srcOrd="4" destOrd="0" presId="urn:microsoft.com/office/officeart/2005/8/layout/hProcess9"/>
    <dgm:cxn modelId="{C3F651C9-26BD-44E7-9A0A-B0CB571F5FB2}" type="presParOf" srcId="{1555A57F-C7B5-4C5F-9B47-C15D04BCA9B5}" destId="{C046772C-5C1E-4933-9870-04EC1AB7C8CE}" srcOrd="5" destOrd="0" presId="urn:microsoft.com/office/officeart/2005/8/layout/hProcess9"/>
    <dgm:cxn modelId="{092DEE78-6CD7-434B-906A-DF935202DC22}" type="presParOf" srcId="{1555A57F-C7B5-4C5F-9B47-C15D04BCA9B5}" destId="{7286060C-ADCF-4B08-9989-01FF780891F7}" srcOrd="6" destOrd="0" presId="urn:microsoft.com/office/officeart/2005/8/layout/hProcess9"/>
    <dgm:cxn modelId="{FAD9AC3E-9C07-41F8-A3D3-5491C120570D}" type="presParOf" srcId="{1555A57F-C7B5-4C5F-9B47-C15D04BCA9B5}" destId="{D962F97B-050B-4FCE-BF93-8FEF0DA2DE76}" srcOrd="7" destOrd="0" presId="urn:microsoft.com/office/officeart/2005/8/layout/hProcess9"/>
    <dgm:cxn modelId="{A7CE6090-2027-46EB-BBD8-726DC504496C}" type="presParOf" srcId="{1555A57F-C7B5-4C5F-9B47-C15D04BCA9B5}" destId="{69860F7C-0C22-48D1-A25B-87BAB99EE035}" srcOrd="8" destOrd="0" presId="urn:microsoft.com/office/officeart/2005/8/layout/hProcess9"/>
    <dgm:cxn modelId="{90F9706E-5AB3-441A-ABBE-8A0217E2CCA5}" type="presParOf" srcId="{1555A57F-C7B5-4C5F-9B47-C15D04BCA9B5}" destId="{F9C7935D-83C2-4CEA-B751-38C97E794700}" srcOrd="9" destOrd="0" presId="urn:microsoft.com/office/officeart/2005/8/layout/hProcess9"/>
    <dgm:cxn modelId="{A3A69737-7829-4552-B27A-DC5ADCDB4A21}" type="presParOf" srcId="{1555A57F-C7B5-4C5F-9B47-C15D04BCA9B5}" destId="{534EBCB0-5416-489F-8B08-622A1E5367B6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7038F35-E462-42AB-9282-5D7D5033066A}" type="doc">
      <dgm:prSet loTypeId="urn:microsoft.com/office/officeart/2005/8/layout/hProcess9" loCatId="process" qsTypeId="urn:microsoft.com/office/officeart/2005/8/quickstyle/3d7" qsCatId="3D" csTypeId="urn:microsoft.com/office/officeart/2005/8/colors/accent1_2" csCatId="accent1" phldr="1"/>
      <dgm:spPr/>
    </dgm:pt>
    <dgm:pt modelId="{5E64892B-F3D7-4B93-B85E-BBFF9850D992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Validação</a:t>
          </a:r>
          <a:endParaRPr lang="pt-BR" dirty="0">
            <a:solidFill>
              <a:schemeClr val="bg1"/>
            </a:solidFill>
          </a:endParaRPr>
        </a:p>
      </dgm:t>
    </dgm:pt>
    <dgm:pt modelId="{F22D0BF5-6932-4728-89A8-5084320AA8FD}" type="parTrans" cxnId="{B6E2BFFE-9D3C-4089-B398-56391A433820}">
      <dgm:prSet/>
      <dgm:spPr/>
      <dgm:t>
        <a:bodyPr/>
        <a:lstStyle/>
        <a:p>
          <a:endParaRPr lang="pt-BR"/>
        </a:p>
      </dgm:t>
    </dgm:pt>
    <dgm:pt modelId="{55F250C1-4E4C-458B-809C-02CBEC3FD30F}" type="sibTrans" cxnId="{B6E2BFFE-9D3C-4089-B398-56391A433820}">
      <dgm:prSet/>
      <dgm:spPr/>
      <dgm:t>
        <a:bodyPr/>
        <a:lstStyle/>
        <a:p>
          <a:endParaRPr lang="pt-BR"/>
        </a:p>
      </dgm:t>
    </dgm:pt>
    <dgm:pt modelId="{B629531C-44FE-41AE-A911-809F43989522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Acionamento</a:t>
          </a:r>
          <a:endParaRPr lang="pt-BR" dirty="0">
            <a:solidFill>
              <a:schemeClr val="bg1"/>
            </a:solidFill>
          </a:endParaRPr>
        </a:p>
      </dgm:t>
    </dgm:pt>
    <dgm:pt modelId="{A2F35346-803F-48FB-83F9-9416871C82EF}" type="parTrans" cxnId="{EBA4D36F-EDAE-4B7C-84B3-02373000333A}">
      <dgm:prSet/>
      <dgm:spPr/>
      <dgm:t>
        <a:bodyPr/>
        <a:lstStyle/>
        <a:p>
          <a:endParaRPr lang="pt-BR"/>
        </a:p>
      </dgm:t>
    </dgm:pt>
    <dgm:pt modelId="{6F560AE3-B884-44D2-9568-584EB6E82A94}" type="sibTrans" cxnId="{EBA4D36F-EDAE-4B7C-84B3-02373000333A}">
      <dgm:prSet/>
      <dgm:spPr/>
      <dgm:t>
        <a:bodyPr/>
        <a:lstStyle/>
        <a:p>
          <a:endParaRPr lang="pt-BR"/>
        </a:p>
      </dgm:t>
    </dgm:pt>
    <dgm:pt modelId="{F6AC8791-7D19-4798-95A6-43966ED17425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Atuação</a:t>
          </a:r>
          <a:endParaRPr lang="pt-BR" dirty="0">
            <a:solidFill>
              <a:schemeClr val="bg1"/>
            </a:solidFill>
          </a:endParaRPr>
        </a:p>
      </dgm:t>
    </dgm:pt>
    <dgm:pt modelId="{9DB17D14-733D-4AC5-8195-9D228152D027}" type="parTrans" cxnId="{3ED9E393-1E63-4EDE-A29A-A10BB8F6CF5B}">
      <dgm:prSet/>
      <dgm:spPr/>
      <dgm:t>
        <a:bodyPr/>
        <a:lstStyle/>
        <a:p>
          <a:endParaRPr lang="pt-BR"/>
        </a:p>
      </dgm:t>
    </dgm:pt>
    <dgm:pt modelId="{436834CE-CECF-442D-ADB7-1BEE5CC14E13}" type="sibTrans" cxnId="{3ED9E393-1E63-4EDE-A29A-A10BB8F6CF5B}">
      <dgm:prSet/>
      <dgm:spPr/>
      <dgm:t>
        <a:bodyPr/>
        <a:lstStyle/>
        <a:p>
          <a:endParaRPr lang="pt-BR"/>
        </a:p>
      </dgm:t>
    </dgm:pt>
    <dgm:pt modelId="{20343F71-6C11-48A5-A252-4AD9BB9A5832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Fechamento</a:t>
          </a:r>
          <a:endParaRPr lang="pt-BR" dirty="0">
            <a:solidFill>
              <a:schemeClr val="bg1"/>
            </a:solidFill>
          </a:endParaRPr>
        </a:p>
      </dgm:t>
    </dgm:pt>
    <dgm:pt modelId="{2F205932-D531-4E56-B07F-405DACAC33CB}" type="parTrans" cxnId="{01AABF4B-5393-4C39-967A-7C27D4D0C3F3}">
      <dgm:prSet/>
      <dgm:spPr/>
      <dgm:t>
        <a:bodyPr/>
        <a:lstStyle/>
        <a:p>
          <a:endParaRPr lang="pt-BR"/>
        </a:p>
      </dgm:t>
    </dgm:pt>
    <dgm:pt modelId="{CCB877B2-2D80-4D51-B5D8-08A5928B43B4}" type="sibTrans" cxnId="{01AABF4B-5393-4C39-967A-7C27D4D0C3F3}">
      <dgm:prSet/>
      <dgm:spPr/>
      <dgm:t>
        <a:bodyPr/>
        <a:lstStyle/>
        <a:p>
          <a:endParaRPr lang="pt-BR"/>
        </a:p>
      </dgm:t>
    </dgm:pt>
    <dgm:pt modelId="{C2CEB0D6-80DD-454B-99AF-18EE80B52334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Escalonamento </a:t>
          </a:r>
          <a:endParaRPr lang="pt-BR" dirty="0">
            <a:solidFill>
              <a:schemeClr val="bg1"/>
            </a:solidFill>
          </a:endParaRPr>
        </a:p>
      </dgm:t>
    </dgm:pt>
    <dgm:pt modelId="{84210670-1E79-41AF-A8E0-1201D1A089A8}" type="parTrans" cxnId="{06284CF4-1088-4D5B-9833-7FDC46C373A5}">
      <dgm:prSet/>
      <dgm:spPr/>
      <dgm:t>
        <a:bodyPr/>
        <a:lstStyle/>
        <a:p>
          <a:endParaRPr lang="pt-BR"/>
        </a:p>
      </dgm:t>
    </dgm:pt>
    <dgm:pt modelId="{8955D4BE-4934-4225-86B5-990C55276850}" type="sibTrans" cxnId="{06284CF4-1088-4D5B-9833-7FDC46C373A5}">
      <dgm:prSet/>
      <dgm:spPr/>
      <dgm:t>
        <a:bodyPr/>
        <a:lstStyle/>
        <a:p>
          <a:endParaRPr lang="pt-BR"/>
        </a:p>
      </dgm:t>
    </dgm:pt>
    <dgm:pt modelId="{3D13FA20-F4E1-4D91-A593-AB135125DD35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Validação</a:t>
          </a:r>
          <a:endParaRPr lang="pt-BR" dirty="0">
            <a:solidFill>
              <a:schemeClr val="bg1"/>
            </a:solidFill>
          </a:endParaRPr>
        </a:p>
      </dgm:t>
    </dgm:pt>
    <dgm:pt modelId="{1379FE90-B031-49B7-9936-F58A44672028}" type="parTrans" cxnId="{9F1D44B3-62D1-44F0-8A4E-7DBA41B3174B}">
      <dgm:prSet/>
      <dgm:spPr/>
      <dgm:t>
        <a:bodyPr/>
        <a:lstStyle/>
        <a:p>
          <a:endParaRPr lang="pt-BR"/>
        </a:p>
      </dgm:t>
    </dgm:pt>
    <dgm:pt modelId="{D3ACC569-2488-4AEE-82B0-79B7AFA1FCEF}" type="sibTrans" cxnId="{9F1D44B3-62D1-44F0-8A4E-7DBA41B3174B}">
      <dgm:prSet/>
      <dgm:spPr/>
      <dgm:t>
        <a:bodyPr/>
        <a:lstStyle/>
        <a:p>
          <a:endParaRPr lang="pt-BR"/>
        </a:p>
      </dgm:t>
    </dgm:pt>
    <dgm:pt modelId="{C56C593C-792C-441C-B8A2-4E4FA942E1B8}" type="pres">
      <dgm:prSet presAssocID="{F7038F35-E462-42AB-9282-5D7D5033066A}" presName="CompostProcess" presStyleCnt="0">
        <dgm:presLayoutVars>
          <dgm:dir/>
          <dgm:resizeHandles val="exact"/>
        </dgm:presLayoutVars>
      </dgm:prSet>
      <dgm:spPr/>
    </dgm:pt>
    <dgm:pt modelId="{1137FD7D-E07F-4C75-9673-64A5A8E47E2B}" type="pres">
      <dgm:prSet presAssocID="{F7038F35-E462-42AB-9282-5D7D5033066A}" presName="arrow" presStyleLbl="bgShp" presStyleIdx="0" presStyleCnt="1"/>
      <dgm:spPr/>
    </dgm:pt>
    <dgm:pt modelId="{1555A57F-C7B5-4C5F-9B47-C15D04BCA9B5}" type="pres">
      <dgm:prSet presAssocID="{F7038F35-E462-42AB-9282-5D7D5033066A}" presName="linearProcess" presStyleCnt="0"/>
      <dgm:spPr/>
    </dgm:pt>
    <dgm:pt modelId="{2E8CDED9-10EE-42CB-8EC2-08E97CD49C1D}" type="pres">
      <dgm:prSet presAssocID="{5E64892B-F3D7-4B93-B85E-BBFF9850D992}" presName="text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05AF8D6-8806-4E18-9B6A-8D22F4C60938}" type="pres">
      <dgm:prSet presAssocID="{55F250C1-4E4C-458B-809C-02CBEC3FD30F}" presName="sibTrans" presStyleCnt="0"/>
      <dgm:spPr/>
    </dgm:pt>
    <dgm:pt modelId="{5C1F1DE3-99D5-40FD-8708-3405731E214D}" type="pres">
      <dgm:prSet presAssocID="{B629531C-44FE-41AE-A911-809F43989522}" presName="text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D2CB5A1-904C-4A8C-A85F-69C3A14E5983}" type="pres">
      <dgm:prSet presAssocID="{6F560AE3-B884-44D2-9568-584EB6E82A94}" presName="sibTrans" presStyleCnt="0"/>
      <dgm:spPr/>
    </dgm:pt>
    <dgm:pt modelId="{16FD5F25-DB03-42CF-95D3-9CA8413F2E1A}" type="pres">
      <dgm:prSet presAssocID="{F6AC8791-7D19-4798-95A6-43966ED17425}" presName="text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046772C-5C1E-4933-9870-04EC1AB7C8CE}" type="pres">
      <dgm:prSet presAssocID="{436834CE-CECF-442D-ADB7-1BEE5CC14E13}" presName="sibTrans" presStyleCnt="0"/>
      <dgm:spPr/>
    </dgm:pt>
    <dgm:pt modelId="{7286060C-ADCF-4B08-9989-01FF780891F7}" type="pres">
      <dgm:prSet presAssocID="{C2CEB0D6-80DD-454B-99AF-18EE80B52334}" presName="text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962F97B-050B-4FCE-BF93-8FEF0DA2DE76}" type="pres">
      <dgm:prSet presAssocID="{8955D4BE-4934-4225-86B5-990C55276850}" presName="sibTrans" presStyleCnt="0"/>
      <dgm:spPr/>
    </dgm:pt>
    <dgm:pt modelId="{69860F7C-0C22-48D1-A25B-87BAB99EE035}" type="pres">
      <dgm:prSet presAssocID="{3D13FA20-F4E1-4D91-A593-AB135125DD35}" presName="text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9C7935D-83C2-4CEA-B751-38C97E794700}" type="pres">
      <dgm:prSet presAssocID="{D3ACC569-2488-4AEE-82B0-79B7AFA1FCEF}" presName="sibTrans" presStyleCnt="0"/>
      <dgm:spPr/>
    </dgm:pt>
    <dgm:pt modelId="{534EBCB0-5416-489F-8B08-622A1E5367B6}" type="pres">
      <dgm:prSet presAssocID="{20343F71-6C11-48A5-A252-4AD9BB9A5832}" presName="text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8140CDF0-B713-410C-9B83-249CEA0CB9E5}" type="presOf" srcId="{F7038F35-E462-42AB-9282-5D7D5033066A}" destId="{C56C593C-792C-441C-B8A2-4E4FA942E1B8}" srcOrd="0" destOrd="0" presId="urn:microsoft.com/office/officeart/2005/8/layout/hProcess9"/>
    <dgm:cxn modelId="{9F1D44B3-62D1-44F0-8A4E-7DBA41B3174B}" srcId="{F7038F35-E462-42AB-9282-5D7D5033066A}" destId="{3D13FA20-F4E1-4D91-A593-AB135125DD35}" srcOrd="4" destOrd="0" parTransId="{1379FE90-B031-49B7-9936-F58A44672028}" sibTransId="{D3ACC569-2488-4AEE-82B0-79B7AFA1FCEF}"/>
    <dgm:cxn modelId="{B6E2BFFE-9D3C-4089-B398-56391A433820}" srcId="{F7038F35-E462-42AB-9282-5D7D5033066A}" destId="{5E64892B-F3D7-4B93-B85E-BBFF9850D992}" srcOrd="0" destOrd="0" parTransId="{F22D0BF5-6932-4728-89A8-5084320AA8FD}" sibTransId="{55F250C1-4E4C-458B-809C-02CBEC3FD30F}"/>
    <dgm:cxn modelId="{4E66E552-7863-4BB0-8B93-FD06DE6394BF}" type="presOf" srcId="{5E64892B-F3D7-4B93-B85E-BBFF9850D992}" destId="{2E8CDED9-10EE-42CB-8EC2-08E97CD49C1D}" srcOrd="0" destOrd="0" presId="urn:microsoft.com/office/officeart/2005/8/layout/hProcess9"/>
    <dgm:cxn modelId="{EBA4D36F-EDAE-4B7C-84B3-02373000333A}" srcId="{F7038F35-E462-42AB-9282-5D7D5033066A}" destId="{B629531C-44FE-41AE-A911-809F43989522}" srcOrd="1" destOrd="0" parTransId="{A2F35346-803F-48FB-83F9-9416871C82EF}" sibTransId="{6F560AE3-B884-44D2-9568-584EB6E82A94}"/>
    <dgm:cxn modelId="{D06A8CF8-0388-4CC9-B864-19E560135730}" type="presOf" srcId="{C2CEB0D6-80DD-454B-99AF-18EE80B52334}" destId="{7286060C-ADCF-4B08-9989-01FF780891F7}" srcOrd="0" destOrd="0" presId="urn:microsoft.com/office/officeart/2005/8/layout/hProcess9"/>
    <dgm:cxn modelId="{01AABF4B-5393-4C39-967A-7C27D4D0C3F3}" srcId="{F7038F35-E462-42AB-9282-5D7D5033066A}" destId="{20343F71-6C11-48A5-A252-4AD9BB9A5832}" srcOrd="5" destOrd="0" parTransId="{2F205932-D531-4E56-B07F-405DACAC33CB}" sibTransId="{CCB877B2-2D80-4D51-B5D8-08A5928B43B4}"/>
    <dgm:cxn modelId="{3ED9E393-1E63-4EDE-A29A-A10BB8F6CF5B}" srcId="{F7038F35-E462-42AB-9282-5D7D5033066A}" destId="{F6AC8791-7D19-4798-95A6-43966ED17425}" srcOrd="2" destOrd="0" parTransId="{9DB17D14-733D-4AC5-8195-9D228152D027}" sibTransId="{436834CE-CECF-442D-ADB7-1BEE5CC14E13}"/>
    <dgm:cxn modelId="{5F87DB27-8290-4FA9-B855-B1E9EC8155C6}" type="presOf" srcId="{20343F71-6C11-48A5-A252-4AD9BB9A5832}" destId="{534EBCB0-5416-489F-8B08-622A1E5367B6}" srcOrd="0" destOrd="0" presId="urn:microsoft.com/office/officeart/2005/8/layout/hProcess9"/>
    <dgm:cxn modelId="{34D2EA48-1234-4F3E-A6F9-D4F8CD7DF621}" type="presOf" srcId="{3D13FA20-F4E1-4D91-A593-AB135125DD35}" destId="{69860F7C-0C22-48D1-A25B-87BAB99EE035}" srcOrd="0" destOrd="0" presId="urn:microsoft.com/office/officeart/2005/8/layout/hProcess9"/>
    <dgm:cxn modelId="{906738EC-4F05-45A8-93CF-9767777203B7}" type="presOf" srcId="{B629531C-44FE-41AE-A911-809F43989522}" destId="{5C1F1DE3-99D5-40FD-8708-3405731E214D}" srcOrd="0" destOrd="0" presId="urn:microsoft.com/office/officeart/2005/8/layout/hProcess9"/>
    <dgm:cxn modelId="{06284CF4-1088-4D5B-9833-7FDC46C373A5}" srcId="{F7038F35-E462-42AB-9282-5D7D5033066A}" destId="{C2CEB0D6-80DD-454B-99AF-18EE80B52334}" srcOrd="3" destOrd="0" parTransId="{84210670-1E79-41AF-A8E0-1201D1A089A8}" sibTransId="{8955D4BE-4934-4225-86B5-990C55276850}"/>
    <dgm:cxn modelId="{D90F1BD8-D38C-4690-AB8E-431CFB504CCE}" type="presOf" srcId="{F6AC8791-7D19-4798-95A6-43966ED17425}" destId="{16FD5F25-DB03-42CF-95D3-9CA8413F2E1A}" srcOrd="0" destOrd="0" presId="urn:microsoft.com/office/officeart/2005/8/layout/hProcess9"/>
    <dgm:cxn modelId="{A65E4E4D-423A-42ED-9541-3A35F4544FAB}" type="presParOf" srcId="{C56C593C-792C-441C-B8A2-4E4FA942E1B8}" destId="{1137FD7D-E07F-4C75-9673-64A5A8E47E2B}" srcOrd="0" destOrd="0" presId="urn:microsoft.com/office/officeart/2005/8/layout/hProcess9"/>
    <dgm:cxn modelId="{108BE183-0D3C-431C-ABDC-A6E1D6D3BCAE}" type="presParOf" srcId="{C56C593C-792C-441C-B8A2-4E4FA942E1B8}" destId="{1555A57F-C7B5-4C5F-9B47-C15D04BCA9B5}" srcOrd="1" destOrd="0" presId="urn:microsoft.com/office/officeart/2005/8/layout/hProcess9"/>
    <dgm:cxn modelId="{31569EAC-BF38-4113-8AF7-035096F0482E}" type="presParOf" srcId="{1555A57F-C7B5-4C5F-9B47-C15D04BCA9B5}" destId="{2E8CDED9-10EE-42CB-8EC2-08E97CD49C1D}" srcOrd="0" destOrd="0" presId="urn:microsoft.com/office/officeart/2005/8/layout/hProcess9"/>
    <dgm:cxn modelId="{C7830F23-0CB6-4D32-A5D5-6C041309CE1F}" type="presParOf" srcId="{1555A57F-C7B5-4C5F-9B47-C15D04BCA9B5}" destId="{205AF8D6-8806-4E18-9B6A-8D22F4C60938}" srcOrd="1" destOrd="0" presId="urn:microsoft.com/office/officeart/2005/8/layout/hProcess9"/>
    <dgm:cxn modelId="{B4EDD5A9-BA86-46F7-9288-513575277EDD}" type="presParOf" srcId="{1555A57F-C7B5-4C5F-9B47-C15D04BCA9B5}" destId="{5C1F1DE3-99D5-40FD-8708-3405731E214D}" srcOrd="2" destOrd="0" presId="urn:microsoft.com/office/officeart/2005/8/layout/hProcess9"/>
    <dgm:cxn modelId="{D2221B42-F07F-4C7A-82EE-06465C55CEF1}" type="presParOf" srcId="{1555A57F-C7B5-4C5F-9B47-C15D04BCA9B5}" destId="{8D2CB5A1-904C-4A8C-A85F-69C3A14E5983}" srcOrd="3" destOrd="0" presId="urn:microsoft.com/office/officeart/2005/8/layout/hProcess9"/>
    <dgm:cxn modelId="{A0DF7D35-E741-4968-9AE9-ED6821FF888D}" type="presParOf" srcId="{1555A57F-C7B5-4C5F-9B47-C15D04BCA9B5}" destId="{16FD5F25-DB03-42CF-95D3-9CA8413F2E1A}" srcOrd="4" destOrd="0" presId="urn:microsoft.com/office/officeart/2005/8/layout/hProcess9"/>
    <dgm:cxn modelId="{90C3A4BE-1504-4FFA-833D-8E88EC65E6D4}" type="presParOf" srcId="{1555A57F-C7B5-4C5F-9B47-C15D04BCA9B5}" destId="{C046772C-5C1E-4933-9870-04EC1AB7C8CE}" srcOrd="5" destOrd="0" presId="urn:microsoft.com/office/officeart/2005/8/layout/hProcess9"/>
    <dgm:cxn modelId="{A2261D78-5D74-47A4-A090-D01FC5E7567B}" type="presParOf" srcId="{1555A57F-C7B5-4C5F-9B47-C15D04BCA9B5}" destId="{7286060C-ADCF-4B08-9989-01FF780891F7}" srcOrd="6" destOrd="0" presId="urn:microsoft.com/office/officeart/2005/8/layout/hProcess9"/>
    <dgm:cxn modelId="{0D3E5D27-6A6A-47F4-91BA-F62043047063}" type="presParOf" srcId="{1555A57F-C7B5-4C5F-9B47-C15D04BCA9B5}" destId="{D962F97B-050B-4FCE-BF93-8FEF0DA2DE76}" srcOrd="7" destOrd="0" presId="urn:microsoft.com/office/officeart/2005/8/layout/hProcess9"/>
    <dgm:cxn modelId="{F505D673-B21F-44D7-BD83-E681BD6193A3}" type="presParOf" srcId="{1555A57F-C7B5-4C5F-9B47-C15D04BCA9B5}" destId="{69860F7C-0C22-48D1-A25B-87BAB99EE035}" srcOrd="8" destOrd="0" presId="urn:microsoft.com/office/officeart/2005/8/layout/hProcess9"/>
    <dgm:cxn modelId="{9086EDE7-66E5-41AF-88E8-6DB98A7F5A28}" type="presParOf" srcId="{1555A57F-C7B5-4C5F-9B47-C15D04BCA9B5}" destId="{F9C7935D-83C2-4CEA-B751-38C97E794700}" srcOrd="9" destOrd="0" presId="urn:microsoft.com/office/officeart/2005/8/layout/hProcess9"/>
    <dgm:cxn modelId="{65C025DB-C0FF-427A-97D1-0D7E8AF72F00}" type="presParOf" srcId="{1555A57F-C7B5-4C5F-9B47-C15D04BCA9B5}" destId="{534EBCB0-5416-489F-8B08-622A1E5367B6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7038F35-E462-42AB-9282-5D7D5033066A}" type="doc">
      <dgm:prSet loTypeId="urn:microsoft.com/office/officeart/2005/8/layout/hProcess9" loCatId="process" qsTypeId="urn:microsoft.com/office/officeart/2005/8/quickstyle/3d7" qsCatId="3D" csTypeId="urn:microsoft.com/office/officeart/2005/8/colors/accent1_2" csCatId="accent1" phldr="1"/>
      <dgm:spPr/>
    </dgm:pt>
    <dgm:pt modelId="{5E64892B-F3D7-4B93-B85E-BBFF9850D992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Validação</a:t>
          </a:r>
          <a:endParaRPr lang="pt-BR" dirty="0">
            <a:solidFill>
              <a:schemeClr val="bg1"/>
            </a:solidFill>
          </a:endParaRPr>
        </a:p>
      </dgm:t>
    </dgm:pt>
    <dgm:pt modelId="{F22D0BF5-6932-4728-89A8-5084320AA8FD}" type="parTrans" cxnId="{B6E2BFFE-9D3C-4089-B398-56391A433820}">
      <dgm:prSet/>
      <dgm:spPr/>
      <dgm:t>
        <a:bodyPr/>
        <a:lstStyle/>
        <a:p>
          <a:endParaRPr lang="pt-BR"/>
        </a:p>
      </dgm:t>
    </dgm:pt>
    <dgm:pt modelId="{55F250C1-4E4C-458B-809C-02CBEC3FD30F}" type="sibTrans" cxnId="{B6E2BFFE-9D3C-4089-B398-56391A433820}">
      <dgm:prSet/>
      <dgm:spPr/>
      <dgm:t>
        <a:bodyPr/>
        <a:lstStyle/>
        <a:p>
          <a:endParaRPr lang="pt-BR"/>
        </a:p>
      </dgm:t>
    </dgm:pt>
    <dgm:pt modelId="{B629531C-44FE-41AE-A911-809F43989522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Acionamento</a:t>
          </a:r>
          <a:endParaRPr lang="pt-BR" dirty="0">
            <a:solidFill>
              <a:schemeClr val="bg1"/>
            </a:solidFill>
          </a:endParaRPr>
        </a:p>
      </dgm:t>
    </dgm:pt>
    <dgm:pt modelId="{A2F35346-803F-48FB-83F9-9416871C82EF}" type="parTrans" cxnId="{EBA4D36F-EDAE-4B7C-84B3-02373000333A}">
      <dgm:prSet/>
      <dgm:spPr/>
      <dgm:t>
        <a:bodyPr/>
        <a:lstStyle/>
        <a:p>
          <a:endParaRPr lang="pt-BR"/>
        </a:p>
      </dgm:t>
    </dgm:pt>
    <dgm:pt modelId="{6F560AE3-B884-44D2-9568-584EB6E82A94}" type="sibTrans" cxnId="{EBA4D36F-EDAE-4B7C-84B3-02373000333A}">
      <dgm:prSet/>
      <dgm:spPr/>
      <dgm:t>
        <a:bodyPr/>
        <a:lstStyle/>
        <a:p>
          <a:endParaRPr lang="pt-BR"/>
        </a:p>
      </dgm:t>
    </dgm:pt>
    <dgm:pt modelId="{F6AC8791-7D19-4798-95A6-43966ED17425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Atuação</a:t>
          </a:r>
          <a:endParaRPr lang="pt-BR" dirty="0">
            <a:solidFill>
              <a:schemeClr val="bg1"/>
            </a:solidFill>
          </a:endParaRPr>
        </a:p>
      </dgm:t>
    </dgm:pt>
    <dgm:pt modelId="{9DB17D14-733D-4AC5-8195-9D228152D027}" type="parTrans" cxnId="{3ED9E393-1E63-4EDE-A29A-A10BB8F6CF5B}">
      <dgm:prSet/>
      <dgm:spPr/>
      <dgm:t>
        <a:bodyPr/>
        <a:lstStyle/>
        <a:p>
          <a:endParaRPr lang="pt-BR"/>
        </a:p>
      </dgm:t>
    </dgm:pt>
    <dgm:pt modelId="{436834CE-CECF-442D-ADB7-1BEE5CC14E13}" type="sibTrans" cxnId="{3ED9E393-1E63-4EDE-A29A-A10BB8F6CF5B}">
      <dgm:prSet/>
      <dgm:spPr/>
      <dgm:t>
        <a:bodyPr/>
        <a:lstStyle/>
        <a:p>
          <a:endParaRPr lang="pt-BR"/>
        </a:p>
      </dgm:t>
    </dgm:pt>
    <dgm:pt modelId="{20343F71-6C11-48A5-A252-4AD9BB9A5832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Fechamento</a:t>
          </a:r>
          <a:endParaRPr lang="pt-BR" dirty="0">
            <a:solidFill>
              <a:schemeClr val="bg1"/>
            </a:solidFill>
          </a:endParaRPr>
        </a:p>
      </dgm:t>
    </dgm:pt>
    <dgm:pt modelId="{2F205932-D531-4E56-B07F-405DACAC33CB}" type="parTrans" cxnId="{01AABF4B-5393-4C39-967A-7C27D4D0C3F3}">
      <dgm:prSet/>
      <dgm:spPr/>
      <dgm:t>
        <a:bodyPr/>
        <a:lstStyle/>
        <a:p>
          <a:endParaRPr lang="pt-BR"/>
        </a:p>
      </dgm:t>
    </dgm:pt>
    <dgm:pt modelId="{CCB877B2-2D80-4D51-B5D8-08A5928B43B4}" type="sibTrans" cxnId="{01AABF4B-5393-4C39-967A-7C27D4D0C3F3}">
      <dgm:prSet/>
      <dgm:spPr/>
      <dgm:t>
        <a:bodyPr/>
        <a:lstStyle/>
        <a:p>
          <a:endParaRPr lang="pt-BR"/>
        </a:p>
      </dgm:t>
    </dgm:pt>
    <dgm:pt modelId="{C2CEB0D6-80DD-454B-99AF-18EE80B52334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Escalonamento </a:t>
          </a:r>
          <a:endParaRPr lang="pt-BR" dirty="0">
            <a:solidFill>
              <a:schemeClr val="bg1"/>
            </a:solidFill>
          </a:endParaRPr>
        </a:p>
      </dgm:t>
    </dgm:pt>
    <dgm:pt modelId="{84210670-1E79-41AF-A8E0-1201D1A089A8}" type="parTrans" cxnId="{06284CF4-1088-4D5B-9833-7FDC46C373A5}">
      <dgm:prSet/>
      <dgm:spPr/>
      <dgm:t>
        <a:bodyPr/>
        <a:lstStyle/>
        <a:p>
          <a:endParaRPr lang="pt-BR"/>
        </a:p>
      </dgm:t>
    </dgm:pt>
    <dgm:pt modelId="{8955D4BE-4934-4225-86B5-990C55276850}" type="sibTrans" cxnId="{06284CF4-1088-4D5B-9833-7FDC46C373A5}">
      <dgm:prSet/>
      <dgm:spPr/>
      <dgm:t>
        <a:bodyPr/>
        <a:lstStyle/>
        <a:p>
          <a:endParaRPr lang="pt-BR"/>
        </a:p>
      </dgm:t>
    </dgm:pt>
    <dgm:pt modelId="{3D13FA20-F4E1-4D91-A593-AB135125DD35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Validação</a:t>
          </a:r>
          <a:endParaRPr lang="pt-BR" dirty="0">
            <a:solidFill>
              <a:schemeClr val="bg1"/>
            </a:solidFill>
          </a:endParaRPr>
        </a:p>
      </dgm:t>
    </dgm:pt>
    <dgm:pt modelId="{1379FE90-B031-49B7-9936-F58A44672028}" type="parTrans" cxnId="{9F1D44B3-62D1-44F0-8A4E-7DBA41B3174B}">
      <dgm:prSet/>
      <dgm:spPr/>
      <dgm:t>
        <a:bodyPr/>
        <a:lstStyle/>
        <a:p>
          <a:endParaRPr lang="pt-BR"/>
        </a:p>
      </dgm:t>
    </dgm:pt>
    <dgm:pt modelId="{D3ACC569-2488-4AEE-82B0-79B7AFA1FCEF}" type="sibTrans" cxnId="{9F1D44B3-62D1-44F0-8A4E-7DBA41B3174B}">
      <dgm:prSet/>
      <dgm:spPr/>
      <dgm:t>
        <a:bodyPr/>
        <a:lstStyle/>
        <a:p>
          <a:endParaRPr lang="pt-BR"/>
        </a:p>
      </dgm:t>
    </dgm:pt>
    <dgm:pt modelId="{C56C593C-792C-441C-B8A2-4E4FA942E1B8}" type="pres">
      <dgm:prSet presAssocID="{F7038F35-E462-42AB-9282-5D7D5033066A}" presName="CompostProcess" presStyleCnt="0">
        <dgm:presLayoutVars>
          <dgm:dir/>
          <dgm:resizeHandles val="exact"/>
        </dgm:presLayoutVars>
      </dgm:prSet>
      <dgm:spPr/>
    </dgm:pt>
    <dgm:pt modelId="{1137FD7D-E07F-4C75-9673-64A5A8E47E2B}" type="pres">
      <dgm:prSet presAssocID="{F7038F35-E462-42AB-9282-5D7D5033066A}" presName="arrow" presStyleLbl="bgShp" presStyleIdx="0" presStyleCnt="1"/>
      <dgm:spPr/>
    </dgm:pt>
    <dgm:pt modelId="{1555A57F-C7B5-4C5F-9B47-C15D04BCA9B5}" type="pres">
      <dgm:prSet presAssocID="{F7038F35-E462-42AB-9282-5D7D5033066A}" presName="linearProcess" presStyleCnt="0"/>
      <dgm:spPr/>
    </dgm:pt>
    <dgm:pt modelId="{2E8CDED9-10EE-42CB-8EC2-08E97CD49C1D}" type="pres">
      <dgm:prSet presAssocID="{5E64892B-F3D7-4B93-B85E-BBFF9850D992}" presName="text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05AF8D6-8806-4E18-9B6A-8D22F4C60938}" type="pres">
      <dgm:prSet presAssocID="{55F250C1-4E4C-458B-809C-02CBEC3FD30F}" presName="sibTrans" presStyleCnt="0"/>
      <dgm:spPr/>
    </dgm:pt>
    <dgm:pt modelId="{5C1F1DE3-99D5-40FD-8708-3405731E214D}" type="pres">
      <dgm:prSet presAssocID="{B629531C-44FE-41AE-A911-809F43989522}" presName="text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D2CB5A1-904C-4A8C-A85F-69C3A14E5983}" type="pres">
      <dgm:prSet presAssocID="{6F560AE3-B884-44D2-9568-584EB6E82A94}" presName="sibTrans" presStyleCnt="0"/>
      <dgm:spPr/>
    </dgm:pt>
    <dgm:pt modelId="{16FD5F25-DB03-42CF-95D3-9CA8413F2E1A}" type="pres">
      <dgm:prSet presAssocID="{F6AC8791-7D19-4798-95A6-43966ED17425}" presName="text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046772C-5C1E-4933-9870-04EC1AB7C8CE}" type="pres">
      <dgm:prSet presAssocID="{436834CE-CECF-442D-ADB7-1BEE5CC14E13}" presName="sibTrans" presStyleCnt="0"/>
      <dgm:spPr/>
    </dgm:pt>
    <dgm:pt modelId="{7286060C-ADCF-4B08-9989-01FF780891F7}" type="pres">
      <dgm:prSet presAssocID="{C2CEB0D6-80DD-454B-99AF-18EE80B52334}" presName="text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962F97B-050B-4FCE-BF93-8FEF0DA2DE76}" type="pres">
      <dgm:prSet presAssocID="{8955D4BE-4934-4225-86B5-990C55276850}" presName="sibTrans" presStyleCnt="0"/>
      <dgm:spPr/>
    </dgm:pt>
    <dgm:pt modelId="{69860F7C-0C22-48D1-A25B-87BAB99EE035}" type="pres">
      <dgm:prSet presAssocID="{3D13FA20-F4E1-4D91-A593-AB135125DD35}" presName="text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9C7935D-83C2-4CEA-B751-38C97E794700}" type="pres">
      <dgm:prSet presAssocID="{D3ACC569-2488-4AEE-82B0-79B7AFA1FCEF}" presName="sibTrans" presStyleCnt="0"/>
      <dgm:spPr/>
    </dgm:pt>
    <dgm:pt modelId="{534EBCB0-5416-489F-8B08-622A1E5367B6}" type="pres">
      <dgm:prSet presAssocID="{20343F71-6C11-48A5-A252-4AD9BB9A5832}" presName="text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9F1D44B3-62D1-44F0-8A4E-7DBA41B3174B}" srcId="{F7038F35-E462-42AB-9282-5D7D5033066A}" destId="{3D13FA20-F4E1-4D91-A593-AB135125DD35}" srcOrd="4" destOrd="0" parTransId="{1379FE90-B031-49B7-9936-F58A44672028}" sibTransId="{D3ACC569-2488-4AEE-82B0-79B7AFA1FCEF}"/>
    <dgm:cxn modelId="{F2D4C79F-AFE2-40D5-B3F1-32E35D55E707}" type="presOf" srcId="{3D13FA20-F4E1-4D91-A593-AB135125DD35}" destId="{69860F7C-0C22-48D1-A25B-87BAB99EE035}" srcOrd="0" destOrd="0" presId="urn:microsoft.com/office/officeart/2005/8/layout/hProcess9"/>
    <dgm:cxn modelId="{B6E2BFFE-9D3C-4089-B398-56391A433820}" srcId="{F7038F35-E462-42AB-9282-5D7D5033066A}" destId="{5E64892B-F3D7-4B93-B85E-BBFF9850D992}" srcOrd="0" destOrd="0" parTransId="{F22D0BF5-6932-4728-89A8-5084320AA8FD}" sibTransId="{55F250C1-4E4C-458B-809C-02CBEC3FD30F}"/>
    <dgm:cxn modelId="{003FCC7B-1707-4EDE-A11C-5D238D1D357B}" type="presOf" srcId="{F7038F35-E462-42AB-9282-5D7D5033066A}" destId="{C56C593C-792C-441C-B8A2-4E4FA942E1B8}" srcOrd="0" destOrd="0" presId="urn:microsoft.com/office/officeart/2005/8/layout/hProcess9"/>
    <dgm:cxn modelId="{EB0AF3E6-64FF-49B9-9426-D28A064ED8F0}" type="presOf" srcId="{F6AC8791-7D19-4798-95A6-43966ED17425}" destId="{16FD5F25-DB03-42CF-95D3-9CA8413F2E1A}" srcOrd="0" destOrd="0" presId="urn:microsoft.com/office/officeart/2005/8/layout/hProcess9"/>
    <dgm:cxn modelId="{EBA4D36F-EDAE-4B7C-84B3-02373000333A}" srcId="{F7038F35-E462-42AB-9282-5D7D5033066A}" destId="{B629531C-44FE-41AE-A911-809F43989522}" srcOrd="1" destOrd="0" parTransId="{A2F35346-803F-48FB-83F9-9416871C82EF}" sibTransId="{6F560AE3-B884-44D2-9568-584EB6E82A94}"/>
    <dgm:cxn modelId="{B0BCB4D5-A949-428E-A87D-3802A89E815F}" type="presOf" srcId="{5E64892B-F3D7-4B93-B85E-BBFF9850D992}" destId="{2E8CDED9-10EE-42CB-8EC2-08E97CD49C1D}" srcOrd="0" destOrd="0" presId="urn:microsoft.com/office/officeart/2005/8/layout/hProcess9"/>
    <dgm:cxn modelId="{0489D9C5-7250-48B6-A61D-A590083BC4C5}" type="presOf" srcId="{C2CEB0D6-80DD-454B-99AF-18EE80B52334}" destId="{7286060C-ADCF-4B08-9989-01FF780891F7}" srcOrd="0" destOrd="0" presId="urn:microsoft.com/office/officeart/2005/8/layout/hProcess9"/>
    <dgm:cxn modelId="{01AABF4B-5393-4C39-967A-7C27D4D0C3F3}" srcId="{F7038F35-E462-42AB-9282-5D7D5033066A}" destId="{20343F71-6C11-48A5-A252-4AD9BB9A5832}" srcOrd="5" destOrd="0" parTransId="{2F205932-D531-4E56-B07F-405DACAC33CB}" sibTransId="{CCB877B2-2D80-4D51-B5D8-08A5928B43B4}"/>
    <dgm:cxn modelId="{3ED9E393-1E63-4EDE-A29A-A10BB8F6CF5B}" srcId="{F7038F35-E462-42AB-9282-5D7D5033066A}" destId="{F6AC8791-7D19-4798-95A6-43966ED17425}" srcOrd="2" destOrd="0" parTransId="{9DB17D14-733D-4AC5-8195-9D228152D027}" sibTransId="{436834CE-CECF-442D-ADB7-1BEE5CC14E13}"/>
    <dgm:cxn modelId="{4E25E592-E910-4244-AF9E-85C89D901F7C}" type="presOf" srcId="{20343F71-6C11-48A5-A252-4AD9BB9A5832}" destId="{534EBCB0-5416-489F-8B08-622A1E5367B6}" srcOrd="0" destOrd="0" presId="urn:microsoft.com/office/officeart/2005/8/layout/hProcess9"/>
    <dgm:cxn modelId="{06284CF4-1088-4D5B-9833-7FDC46C373A5}" srcId="{F7038F35-E462-42AB-9282-5D7D5033066A}" destId="{C2CEB0D6-80DD-454B-99AF-18EE80B52334}" srcOrd="3" destOrd="0" parTransId="{84210670-1E79-41AF-A8E0-1201D1A089A8}" sibTransId="{8955D4BE-4934-4225-86B5-990C55276850}"/>
    <dgm:cxn modelId="{41C03519-8980-496C-86CE-5B4A53063013}" type="presOf" srcId="{B629531C-44FE-41AE-A911-809F43989522}" destId="{5C1F1DE3-99D5-40FD-8708-3405731E214D}" srcOrd="0" destOrd="0" presId="urn:microsoft.com/office/officeart/2005/8/layout/hProcess9"/>
    <dgm:cxn modelId="{FDAC535E-5A47-488C-AC3F-7AB6B419614C}" type="presParOf" srcId="{C56C593C-792C-441C-B8A2-4E4FA942E1B8}" destId="{1137FD7D-E07F-4C75-9673-64A5A8E47E2B}" srcOrd="0" destOrd="0" presId="urn:microsoft.com/office/officeart/2005/8/layout/hProcess9"/>
    <dgm:cxn modelId="{E7145B8A-952B-46DC-9582-A847E85A0BDF}" type="presParOf" srcId="{C56C593C-792C-441C-B8A2-4E4FA942E1B8}" destId="{1555A57F-C7B5-4C5F-9B47-C15D04BCA9B5}" srcOrd="1" destOrd="0" presId="urn:microsoft.com/office/officeart/2005/8/layout/hProcess9"/>
    <dgm:cxn modelId="{6A68816B-B4E6-4C4D-9C68-6B24A748E678}" type="presParOf" srcId="{1555A57F-C7B5-4C5F-9B47-C15D04BCA9B5}" destId="{2E8CDED9-10EE-42CB-8EC2-08E97CD49C1D}" srcOrd="0" destOrd="0" presId="urn:microsoft.com/office/officeart/2005/8/layout/hProcess9"/>
    <dgm:cxn modelId="{2B569762-74EC-4540-9ABE-073B0BD5D500}" type="presParOf" srcId="{1555A57F-C7B5-4C5F-9B47-C15D04BCA9B5}" destId="{205AF8D6-8806-4E18-9B6A-8D22F4C60938}" srcOrd="1" destOrd="0" presId="urn:microsoft.com/office/officeart/2005/8/layout/hProcess9"/>
    <dgm:cxn modelId="{4B14CF5C-0FAD-4B98-BB2C-9F698DE65B5B}" type="presParOf" srcId="{1555A57F-C7B5-4C5F-9B47-C15D04BCA9B5}" destId="{5C1F1DE3-99D5-40FD-8708-3405731E214D}" srcOrd="2" destOrd="0" presId="urn:microsoft.com/office/officeart/2005/8/layout/hProcess9"/>
    <dgm:cxn modelId="{84B521FD-512B-4D54-93C6-2EECA1B9784A}" type="presParOf" srcId="{1555A57F-C7B5-4C5F-9B47-C15D04BCA9B5}" destId="{8D2CB5A1-904C-4A8C-A85F-69C3A14E5983}" srcOrd="3" destOrd="0" presId="urn:microsoft.com/office/officeart/2005/8/layout/hProcess9"/>
    <dgm:cxn modelId="{45DA0E22-34E2-48F2-8A13-AE8F7F357E2D}" type="presParOf" srcId="{1555A57F-C7B5-4C5F-9B47-C15D04BCA9B5}" destId="{16FD5F25-DB03-42CF-95D3-9CA8413F2E1A}" srcOrd="4" destOrd="0" presId="urn:microsoft.com/office/officeart/2005/8/layout/hProcess9"/>
    <dgm:cxn modelId="{BE8DF23B-317B-4CDC-97DC-2F39067698E5}" type="presParOf" srcId="{1555A57F-C7B5-4C5F-9B47-C15D04BCA9B5}" destId="{C046772C-5C1E-4933-9870-04EC1AB7C8CE}" srcOrd="5" destOrd="0" presId="urn:microsoft.com/office/officeart/2005/8/layout/hProcess9"/>
    <dgm:cxn modelId="{910FA9F6-1242-4D67-B289-4CEB2F9331A0}" type="presParOf" srcId="{1555A57F-C7B5-4C5F-9B47-C15D04BCA9B5}" destId="{7286060C-ADCF-4B08-9989-01FF780891F7}" srcOrd="6" destOrd="0" presId="urn:microsoft.com/office/officeart/2005/8/layout/hProcess9"/>
    <dgm:cxn modelId="{E4FDF1DD-1726-4394-9BEE-5FB17728D1AB}" type="presParOf" srcId="{1555A57F-C7B5-4C5F-9B47-C15D04BCA9B5}" destId="{D962F97B-050B-4FCE-BF93-8FEF0DA2DE76}" srcOrd="7" destOrd="0" presId="urn:microsoft.com/office/officeart/2005/8/layout/hProcess9"/>
    <dgm:cxn modelId="{E3D364E2-46C2-4614-841A-71359ACE9E6B}" type="presParOf" srcId="{1555A57F-C7B5-4C5F-9B47-C15D04BCA9B5}" destId="{69860F7C-0C22-48D1-A25B-87BAB99EE035}" srcOrd="8" destOrd="0" presId="urn:microsoft.com/office/officeart/2005/8/layout/hProcess9"/>
    <dgm:cxn modelId="{1DFC963E-169F-4B05-BA86-81E971CECA5C}" type="presParOf" srcId="{1555A57F-C7B5-4C5F-9B47-C15D04BCA9B5}" destId="{F9C7935D-83C2-4CEA-B751-38C97E794700}" srcOrd="9" destOrd="0" presId="urn:microsoft.com/office/officeart/2005/8/layout/hProcess9"/>
    <dgm:cxn modelId="{573209EE-D134-46B4-91AC-4889031FD810}" type="presParOf" srcId="{1555A57F-C7B5-4C5F-9B47-C15D04BCA9B5}" destId="{534EBCB0-5416-489F-8B08-622A1E5367B6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F7038F35-E462-42AB-9282-5D7D5033066A}" type="doc">
      <dgm:prSet loTypeId="urn:microsoft.com/office/officeart/2005/8/layout/hProcess9" loCatId="process" qsTypeId="urn:microsoft.com/office/officeart/2005/8/quickstyle/3d7" qsCatId="3D" csTypeId="urn:microsoft.com/office/officeart/2005/8/colors/accent1_2" csCatId="accent1" phldr="1"/>
      <dgm:spPr/>
    </dgm:pt>
    <dgm:pt modelId="{5E64892B-F3D7-4B93-B85E-BBFF9850D992}">
      <dgm:prSet phldrT="[Texto]"/>
      <dgm:spPr>
        <a:solidFill>
          <a:srgbClr val="FF000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Validação</a:t>
          </a:r>
          <a:endParaRPr lang="pt-BR" dirty="0">
            <a:solidFill>
              <a:schemeClr val="bg1"/>
            </a:solidFill>
          </a:endParaRPr>
        </a:p>
      </dgm:t>
    </dgm:pt>
    <dgm:pt modelId="{F22D0BF5-6932-4728-89A8-5084320AA8FD}" type="parTrans" cxnId="{B6E2BFFE-9D3C-4089-B398-56391A433820}">
      <dgm:prSet/>
      <dgm:spPr/>
      <dgm:t>
        <a:bodyPr/>
        <a:lstStyle/>
        <a:p>
          <a:endParaRPr lang="pt-BR"/>
        </a:p>
      </dgm:t>
    </dgm:pt>
    <dgm:pt modelId="{55F250C1-4E4C-458B-809C-02CBEC3FD30F}" type="sibTrans" cxnId="{B6E2BFFE-9D3C-4089-B398-56391A433820}">
      <dgm:prSet/>
      <dgm:spPr/>
      <dgm:t>
        <a:bodyPr/>
        <a:lstStyle/>
        <a:p>
          <a:endParaRPr lang="pt-BR"/>
        </a:p>
      </dgm:t>
    </dgm:pt>
    <dgm:pt modelId="{B629531C-44FE-41AE-A911-809F43989522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Acionamento</a:t>
          </a:r>
          <a:endParaRPr lang="pt-BR" dirty="0">
            <a:solidFill>
              <a:schemeClr val="bg1"/>
            </a:solidFill>
          </a:endParaRPr>
        </a:p>
      </dgm:t>
    </dgm:pt>
    <dgm:pt modelId="{A2F35346-803F-48FB-83F9-9416871C82EF}" type="parTrans" cxnId="{EBA4D36F-EDAE-4B7C-84B3-02373000333A}">
      <dgm:prSet/>
      <dgm:spPr/>
      <dgm:t>
        <a:bodyPr/>
        <a:lstStyle/>
        <a:p>
          <a:endParaRPr lang="pt-BR"/>
        </a:p>
      </dgm:t>
    </dgm:pt>
    <dgm:pt modelId="{6F560AE3-B884-44D2-9568-584EB6E82A94}" type="sibTrans" cxnId="{EBA4D36F-EDAE-4B7C-84B3-02373000333A}">
      <dgm:prSet/>
      <dgm:spPr/>
      <dgm:t>
        <a:bodyPr/>
        <a:lstStyle/>
        <a:p>
          <a:endParaRPr lang="pt-BR"/>
        </a:p>
      </dgm:t>
    </dgm:pt>
    <dgm:pt modelId="{F6AC8791-7D19-4798-95A6-43966ED17425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Atuação</a:t>
          </a:r>
          <a:endParaRPr lang="pt-BR" dirty="0">
            <a:solidFill>
              <a:schemeClr val="bg1"/>
            </a:solidFill>
          </a:endParaRPr>
        </a:p>
      </dgm:t>
    </dgm:pt>
    <dgm:pt modelId="{9DB17D14-733D-4AC5-8195-9D228152D027}" type="parTrans" cxnId="{3ED9E393-1E63-4EDE-A29A-A10BB8F6CF5B}">
      <dgm:prSet/>
      <dgm:spPr/>
      <dgm:t>
        <a:bodyPr/>
        <a:lstStyle/>
        <a:p>
          <a:endParaRPr lang="pt-BR"/>
        </a:p>
      </dgm:t>
    </dgm:pt>
    <dgm:pt modelId="{436834CE-CECF-442D-ADB7-1BEE5CC14E13}" type="sibTrans" cxnId="{3ED9E393-1E63-4EDE-A29A-A10BB8F6CF5B}">
      <dgm:prSet/>
      <dgm:spPr/>
      <dgm:t>
        <a:bodyPr/>
        <a:lstStyle/>
        <a:p>
          <a:endParaRPr lang="pt-BR"/>
        </a:p>
      </dgm:t>
    </dgm:pt>
    <dgm:pt modelId="{20343F71-6C11-48A5-A252-4AD9BB9A5832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Fechamento</a:t>
          </a:r>
          <a:endParaRPr lang="pt-BR" dirty="0">
            <a:solidFill>
              <a:schemeClr val="bg1"/>
            </a:solidFill>
          </a:endParaRPr>
        </a:p>
      </dgm:t>
    </dgm:pt>
    <dgm:pt modelId="{2F205932-D531-4E56-B07F-405DACAC33CB}" type="parTrans" cxnId="{01AABF4B-5393-4C39-967A-7C27D4D0C3F3}">
      <dgm:prSet/>
      <dgm:spPr/>
      <dgm:t>
        <a:bodyPr/>
        <a:lstStyle/>
        <a:p>
          <a:endParaRPr lang="pt-BR"/>
        </a:p>
      </dgm:t>
    </dgm:pt>
    <dgm:pt modelId="{CCB877B2-2D80-4D51-B5D8-08A5928B43B4}" type="sibTrans" cxnId="{01AABF4B-5393-4C39-967A-7C27D4D0C3F3}">
      <dgm:prSet/>
      <dgm:spPr/>
      <dgm:t>
        <a:bodyPr/>
        <a:lstStyle/>
        <a:p>
          <a:endParaRPr lang="pt-BR"/>
        </a:p>
      </dgm:t>
    </dgm:pt>
    <dgm:pt modelId="{C2CEB0D6-80DD-454B-99AF-18EE80B52334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Escalonamento </a:t>
          </a:r>
          <a:endParaRPr lang="pt-BR" dirty="0">
            <a:solidFill>
              <a:schemeClr val="bg1"/>
            </a:solidFill>
          </a:endParaRPr>
        </a:p>
      </dgm:t>
    </dgm:pt>
    <dgm:pt modelId="{84210670-1E79-41AF-A8E0-1201D1A089A8}" type="parTrans" cxnId="{06284CF4-1088-4D5B-9833-7FDC46C373A5}">
      <dgm:prSet/>
      <dgm:spPr/>
      <dgm:t>
        <a:bodyPr/>
        <a:lstStyle/>
        <a:p>
          <a:endParaRPr lang="pt-BR"/>
        </a:p>
      </dgm:t>
    </dgm:pt>
    <dgm:pt modelId="{8955D4BE-4934-4225-86B5-990C55276850}" type="sibTrans" cxnId="{06284CF4-1088-4D5B-9833-7FDC46C373A5}">
      <dgm:prSet/>
      <dgm:spPr/>
      <dgm:t>
        <a:bodyPr/>
        <a:lstStyle/>
        <a:p>
          <a:endParaRPr lang="pt-BR"/>
        </a:p>
      </dgm:t>
    </dgm:pt>
    <dgm:pt modelId="{3D13FA20-F4E1-4D91-A593-AB135125DD35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Validação</a:t>
          </a:r>
          <a:endParaRPr lang="pt-BR" dirty="0">
            <a:solidFill>
              <a:schemeClr val="bg1"/>
            </a:solidFill>
          </a:endParaRPr>
        </a:p>
      </dgm:t>
    </dgm:pt>
    <dgm:pt modelId="{1379FE90-B031-49B7-9936-F58A44672028}" type="parTrans" cxnId="{9F1D44B3-62D1-44F0-8A4E-7DBA41B3174B}">
      <dgm:prSet/>
      <dgm:spPr/>
      <dgm:t>
        <a:bodyPr/>
        <a:lstStyle/>
        <a:p>
          <a:endParaRPr lang="pt-BR"/>
        </a:p>
      </dgm:t>
    </dgm:pt>
    <dgm:pt modelId="{D3ACC569-2488-4AEE-82B0-79B7AFA1FCEF}" type="sibTrans" cxnId="{9F1D44B3-62D1-44F0-8A4E-7DBA41B3174B}">
      <dgm:prSet/>
      <dgm:spPr/>
      <dgm:t>
        <a:bodyPr/>
        <a:lstStyle/>
        <a:p>
          <a:endParaRPr lang="pt-BR"/>
        </a:p>
      </dgm:t>
    </dgm:pt>
    <dgm:pt modelId="{C56C593C-792C-441C-B8A2-4E4FA942E1B8}" type="pres">
      <dgm:prSet presAssocID="{F7038F35-E462-42AB-9282-5D7D5033066A}" presName="CompostProcess" presStyleCnt="0">
        <dgm:presLayoutVars>
          <dgm:dir/>
          <dgm:resizeHandles val="exact"/>
        </dgm:presLayoutVars>
      </dgm:prSet>
      <dgm:spPr/>
    </dgm:pt>
    <dgm:pt modelId="{1137FD7D-E07F-4C75-9673-64A5A8E47E2B}" type="pres">
      <dgm:prSet presAssocID="{F7038F35-E462-42AB-9282-5D7D5033066A}" presName="arrow" presStyleLbl="bgShp" presStyleIdx="0" presStyleCnt="1"/>
      <dgm:spPr/>
    </dgm:pt>
    <dgm:pt modelId="{1555A57F-C7B5-4C5F-9B47-C15D04BCA9B5}" type="pres">
      <dgm:prSet presAssocID="{F7038F35-E462-42AB-9282-5D7D5033066A}" presName="linearProcess" presStyleCnt="0"/>
      <dgm:spPr/>
    </dgm:pt>
    <dgm:pt modelId="{2E8CDED9-10EE-42CB-8EC2-08E97CD49C1D}" type="pres">
      <dgm:prSet presAssocID="{5E64892B-F3D7-4B93-B85E-BBFF9850D992}" presName="text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05AF8D6-8806-4E18-9B6A-8D22F4C60938}" type="pres">
      <dgm:prSet presAssocID="{55F250C1-4E4C-458B-809C-02CBEC3FD30F}" presName="sibTrans" presStyleCnt="0"/>
      <dgm:spPr/>
    </dgm:pt>
    <dgm:pt modelId="{5C1F1DE3-99D5-40FD-8708-3405731E214D}" type="pres">
      <dgm:prSet presAssocID="{B629531C-44FE-41AE-A911-809F43989522}" presName="text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D2CB5A1-904C-4A8C-A85F-69C3A14E5983}" type="pres">
      <dgm:prSet presAssocID="{6F560AE3-B884-44D2-9568-584EB6E82A94}" presName="sibTrans" presStyleCnt="0"/>
      <dgm:spPr/>
    </dgm:pt>
    <dgm:pt modelId="{16FD5F25-DB03-42CF-95D3-9CA8413F2E1A}" type="pres">
      <dgm:prSet presAssocID="{F6AC8791-7D19-4798-95A6-43966ED17425}" presName="text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046772C-5C1E-4933-9870-04EC1AB7C8CE}" type="pres">
      <dgm:prSet presAssocID="{436834CE-CECF-442D-ADB7-1BEE5CC14E13}" presName="sibTrans" presStyleCnt="0"/>
      <dgm:spPr/>
    </dgm:pt>
    <dgm:pt modelId="{7286060C-ADCF-4B08-9989-01FF780891F7}" type="pres">
      <dgm:prSet presAssocID="{C2CEB0D6-80DD-454B-99AF-18EE80B52334}" presName="text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962F97B-050B-4FCE-BF93-8FEF0DA2DE76}" type="pres">
      <dgm:prSet presAssocID="{8955D4BE-4934-4225-86B5-990C55276850}" presName="sibTrans" presStyleCnt="0"/>
      <dgm:spPr/>
    </dgm:pt>
    <dgm:pt modelId="{69860F7C-0C22-48D1-A25B-87BAB99EE035}" type="pres">
      <dgm:prSet presAssocID="{3D13FA20-F4E1-4D91-A593-AB135125DD35}" presName="text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9C7935D-83C2-4CEA-B751-38C97E794700}" type="pres">
      <dgm:prSet presAssocID="{D3ACC569-2488-4AEE-82B0-79B7AFA1FCEF}" presName="sibTrans" presStyleCnt="0"/>
      <dgm:spPr/>
    </dgm:pt>
    <dgm:pt modelId="{534EBCB0-5416-489F-8B08-622A1E5367B6}" type="pres">
      <dgm:prSet presAssocID="{20343F71-6C11-48A5-A252-4AD9BB9A5832}" presName="text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6E455DE7-80A9-4D7A-A54B-8711BDD09BCA}" type="presOf" srcId="{F6AC8791-7D19-4798-95A6-43966ED17425}" destId="{16FD5F25-DB03-42CF-95D3-9CA8413F2E1A}" srcOrd="0" destOrd="0" presId="urn:microsoft.com/office/officeart/2005/8/layout/hProcess9"/>
    <dgm:cxn modelId="{9F1D44B3-62D1-44F0-8A4E-7DBA41B3174B}" srcId="{F7038F35-E462-42AB-9282-5D7D5033066A}" destId="{3D13FA20-F4E1-4D91-A593-AB135125DD35}" srcOrd="4" destOrd="0" parTransId="{1379FE90-B031-49B7-9936-F58A44672028}" sibTransId="{D3ACC569-2488-4AEE-82B0-79B7AFA1FCEF}"/>
    <dgm:cxn modelId="{4D1D2ACC-2B12-4BDD-B1CE-4BDBD90CDDBB}" type="presOf" srcId="{B629531C-44FE-41AE-A911-809F43989522}" destId="{5C1F1DE3-99D5-40FD-8708-3405731E214D}" srcOrd="0" destOrd="0" presId="urn:microsoft.com/office/officeart/2005/8/layout/hProcess9"/>
    <dgm:cxn modelId="{B6E2BFFE-9D3C-4089-B398-56391A433820}" srcId="{F7038F35-E462-42AB-9282-5D7D5033066A}" destId="{5E64892B-F3D7-4B93-B85E-BBFF9850D992}" srcOrd="0" destOrd="0" parTransId="{F22D0BF5-6932-4728-89A8-5084320AA8FD}" sibTransId="{55F250C1-4E4C-458B-809C-02CBEC3FD30F}"/>
    <dgm:cxn modelId="{EBA4D36F-EDAE-4B7C-84B3-02373000333A}" srcId="{F7038F35-E462-42AB-9282-5D7D5033066A}" destId="{B629531C-44FE-41AE-A911-809F43989522}" srcOrd="1" destOrd="0" parTransId="{A2F35346-803F-48FB-83F9-9416871C82EF}" sibTransId="{6F560AE3-B884-44D2-9568-584EB6E82A94}"/>
    <dgm:cxn modelId="{7A5A0BE2-2CE0-422F-989B-901BF437A1D7}" type="presOf" srcId="{5E64892B-F3D7-4B93-B85E-BBFF9850D992}" destId="{2E8CDED9-10EE-42CB-8EC2-08E97CD49C1D}" srcOrd="0" destOrd="0" presId="urn:microsoft.com/office/officeart/2005/8/layout/hProcess9"/>
    <dgm:cxn modelId="{01AABF4B-5393-4C39-967A-7C27D4D0C3F3}" srcId="{F7038F35-E462-42AB-9282-5D7D5033066A}" destId="{20343F71-6C11-48A5-A252-4AD9BB9A5832}" srcOrd="5" destOrd="0" parTransId="{2F205932-D531-4E56-B07F-405DACAC33CB}" sibTransId="{CCB877B2-2D80-4D51-B5D8-08A5928B43B4}"/>
    <dgm:cxn modelId="{3ED9E393-1E63-4EDE-A29A-A10BB8F6CF5B}" srcId="{F7038F35-E462-42AB-9282-5D7D5033066A}" destId="{F6AC8791-7D19-4798-95A6-43966ED17425}" srcOrd="2" destOrd="0" parTransId="{9DB17D14-733D-4AC5-8195-9D228152D027}" sibTransId="{436834CE-CECF-442D-ADB7-1BEE5CC14E13}"/>
    <dgm:cxn modelId="{C2D47B72-16DD-4FCC-AB44-047B3C580377}" type="presOf" srcId="{20343F71-6C11-48A5-A252-4AD9BB9A5832}" destId="{534EBCB0-5416-489F-8B08-622A1E5367B6}" srcOrd="0" destOrd="0" presId="urn:microsoft.com/office/officeart/2005/8/layout/hProcess9"/>
    <dgm:cxn modelId="{0E6C10D4-C2F0-48FC-9671-869BA54585D2}" type="presOf" srcId="{F7038F35-E462-42AB-9282-5D7D5033066A}" destId="{C56C593C-792C-441C-B8A2-4E4FA942E1B8}" srcOrd="0" destOrd="0" presId="urn:microsoft.com/office/officeart/2005/8/layout/hProcess9"/>
    <dgm:cxn modelId="{06284CF4-1088-4D5B-9833-7FDC46C373A5}" srcId="{F7038F35-E462-42AB-9282-5D7D5033066A}" destId="{C2CEB0D6-80DD-454B-99AF-18EE80B52334}" srcOrd="3" destOrd="0" parTransId="{84210670-1E79-41AF-A8E0-1201D1A089A8}" sibTransId="{8955D4BE-4934-4225-86B5-990C55276850}"/>
    <dgm:cxn modelId="{3B488918-2D9E-4948-BD08-C3996E60C0BF}" type="presOf" srcId="{C2CEB0D6-80DD-454B-99AF-18EE80B52334}" destId="{7286060C-ADCF-4B08-9989-01FF780891F7}" srcOrd="0" destOrd="0" presId="urn:microsoft.com/office/officeart/2005/8/layout/hProcess9"/>
    <dgm:cxn modelId="{0A0E2184-2CB6-411B-886C-1EF70E8DAE39}" type="presOf" srcId="{3D13FA20-F4E1-4D91-A593-AB135125DD35}" destId="{69860F7C-0C22-48D1-A25B-87BAB99EE035}" srcOrd="0" destOrd="0" presId="urn:microsoft.com/office/officeart/2005/8/layout/hProcess9"/>
    <dgm:cxn modelId="{955570C3-7201-4948-9E4B-73DD022E5733}" type="presParOf" srcId="{C56C593C-792C-441C-B8A2-4E4FA942E1B8}" destId="{1137FD7D-E07F-4C75-9673-64A5A8E47E2B}" srcOrd="0" destOrd="0" presId="urn:microsoft.com/office/officeart/2005/8/layout/hProcess9"/>
    <dgm:cxn modelId="{502E1EAC-C061-41BA-A83D-0ED02C9D1AFB}" type="presParOf" srcId="{C56C593C-792C-441C-B8A2-4E4FA942E1B8}" destId="{1555A57F-C7B5-4C5F-9B47-C15D04BCA9B5}" srcOrd="1" destOrd="0" presId="urn:microsoft.com/office/officeart/2005/8/layout/hProcess9"/>
    <dgm:cxn modelId="{CD5D51A0-1AA8-421E-823F-93399E2EFBC8}" type="presParOf" srcId="{1555A57F-C7B5-4C5F-9B47-C15D04BCA9B5}" destId="{2E8CDED9-10EE-42CB-8EC2-08E97CD49C1D}" srcOrd="0" destOrd="0" presId="urn:microsoft.com/office/officeart/2005/8/layout/hProcess9"/>
    <dgm:cxn modelId="{B3631057-DAFD-4291-BB92-8E2DF1F5D7FF}" type="presParOf" srcId="{1555A57F-C7B5-4C5F-9B47-C15D04BCA9B5}" destId="{205AF8D6-8806-4E18-9B6A-8D22F4C60938}" srcOrd="1" destOrd="0" presId="urn:microsoft.com/office/officeart/2005/8/layout/hProcess9"/>
    <dgm:cxn modelId="{5F121F66-D8FA-4C57-AE51-F5A69B8F7E34}" type="presParOf" srcId="{1555A57F-C7B5-4C5F-9B47-C15D04BCA9B5}" destId="{5C1F1DE3-99D5-40FD-8708-3405731E214D}" srcOrd="2" destOrd="0" presId="urn:microsoft.com/office/officeart/2005/8/layout/hProcess9"/>
    <dgm:cxn modelId="{230FCB56-12D2-467A-AB80-8A73AD2EE8A4}" type="presParOf" srcId="{1555A57F-C7B5-4C5F-9B47-C15D04BCA9B5}" destId="{8D2CB5A1-904C-4A8C-A85F-69C3A14E5983}" srcOrd="3" destOrd="0" presId="urn:microsoft.com/office/officeart/2005/8/layout/hProcess9"/>
    <dgm:cxn modelId="{581085D2-8573-428E-8A1C-44E28B2C0E3D}" type="presParOf" srcId="{1555A57F-C7B5-4C5F-9B47-C15D04BCA9B5}" destId="{16FD5F25-DB03-42CF-95D3-9CA8413F2E1A}" srcOrd="4" destOrd="0" presId="urn:microsoft.com/office/officeart/2005/8/layout/hProcess9"/>
    <dgm:cxn modelId="{5F5AF303-CB57-4DD2-BBF5-953FE08EE4AC}" type="presParOf" srcId="{1555A57F-C7B5-4C5F-9B47-C15D04BCA9B5}" destId="{C046772C-5C1E-4933-9870-04EC1AB7C8CE}" srcOrd="5" destOrd="0" presId="urn:microsoft.com/office/officeart/2005/8/layout/hProcess9"/>
    <dgm:cxn modelId="{CBA039AC-6E7E-4095-83D8-EC37C7ACF656}" type="presParOf" srcId="{1555A57F-C7B5-4C5F-9B47-C15D04BCA9B5}" destId="{7286060C-ADCF-4B08-9989-01FF780891F7}" srcOrd="6" destOrd="0" presId="urn:microsoft.com/office/officeart/2005/8/layout/hProcess9"/>
    <dgm:cxn modelId="{40CC9D2B-8ACA-4D71-BB6C-C0142536DDC3}" type="presParOf" srcId="{1555A57F-C7B5-4C5F-9B47-C15D04BCA9B5}" destId="{D962F97B-050B-4FCE-BF93-8FEF0DA2DE76}" srcOrd="7" destOrd="0" presId="urn:microsoft.com/office/officeart/2005/8/layout/hProcess9"/>
    <dgm:cxn modelId="{075461E7-D734-484F-9F74-6DA31958B25A}" type="presParOf" srcId="{1555A57F-C7B5-4C5F-9B47-C15D04BCA9B5}" destId="{69860F7C-0C22-48D1-A25B-87BAB99EE035}" srcOrd="8" destOrd="0" presId="urn:microsoft.com/office/officeart/2005/8/layout/hProcess9"/>
    <dgm:cxn modelId="{A841AC96-3B57-4375-9E6C-DF1E65216FF0}" type="presParOf" srcId="{1555A57F-C7B5-4C5F-9B47-C15D04BCA9B5}" destId="{F9C7935D-83C2-4CEA-B751-38C97E794700}" srcOrd="9" destOrd="0" presId="urn:microsoft.com/office/officeart/2005/8/layout/hProcess9"/>
    <dgm:cxn modelId="{49920629-6F34-4EC2-90DD-32F5554D735C}" type="presParOf" srcId="{1555A57F-C7B5-4C5F-9B47-C15D04BCA9B5}" destId="{534EBCB0-5416-489F-8B08-622A1E5367B6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F7038F35-E462-42AB-9282-5D7D5033066A}" type="doc">
      <dgm:prSet loTypeId="urn:microsoft.com/office/officeart/2005/8/layout/hProcess9" loCatId="process" qsTypeId="urn:microsoft.com/office/officeart/2005/8/quickstyle/3d7" qsCatId="3D" csTypeId="urn:microsoft.com/office/officeart/2005/8/colors/accent1_2" csCatId="accent1" phldr="1"/>
      <dgm:spPr/>
    </dgm:pt>
    <dgm:pt modelId="{5E64892B-F3D7-4B93-B85E-BBFF9850D992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Validação</a:t>
          </a:r>
          <a:endParaRPr lang="pt-BR" dirty="0">
            <a:solidFill>
              <a:schemeClr val="bg1"/>
            </a:solidFill>
          </a:endParaRPr>
        </a:p>
      </dgm:t>
    </dgm:pt>
    <dgm:pt modelId="{F22D0BF5-6932-4728-89A8-5084320AA8FD}" type="parTrans" cxnId="{B6E2BFFE-9D3C-4089-B398-56391A433820}">
      <dgm:prSet/>
      <dgm:spPr/>
      <dgm:t>
        <a:bodyPr/>
        <a:lstStyle/>
        <a:p>
          <a:endParaRPr lang="pt-BR"/>
        </a:p>
      </dgm:t>
    </dgm:pt>
    <dgm:pt modelId="{55F250C1-4E4C-458B-809C-02CBEC3FD30F}" type="sibTrans" cxnId="{B6E2BFFE-9D3C-4089-B398-56391A433820}">
      <dgm:prSet/>
      <dgm:spPr/>
      <dgm:t>
        <a:bodyPr/>
        <a:lstStyle/>
        <a:p>
          <a:endParaRPr lang="pt-BR"/>
        </a:p>
      </dgm:t>
    </dgm:pt>
    <dgm:pt modelId="{B629531C-44FE-41AE-A911-809F43989522}">
      <dgm:prSet phldrT="[Texto]"/>
      <dgm:spPr>
        <a:solidFill>
          <a:srgbClr val="FF000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Acionamento</a:t>
          </a:r>
          <a:endParaRPr lang="pt-BR" dirty="0">
            <a:solidFill>
              <a:schemeClr val="bg1"/>
            </a:solidFill>
          </a:endParaRPr>
        </a:p>
      </dgm:t>
    </dgm:pt>
    <dgm:pt modelId="{A2F35346-803F-48FB-83F9-9416871C82EF}" type="parTrans" cxnId="{EBA4D36F-EDAE-4B7C-84B3-02373000333A}">
      <dgm:prSet/>
      <dgm:spPr/>
      <dgm:t>
        <a:bodyPr/>
        <a:lstStyle/>
        <a:p>
          <a:endParaRPr lang="pt-BR"/>
        </a:p>
      </dgm:t>
    </dgm:pt>
    <dgm:pt modelId="{6F560AE3-B884-44D2-9568-584EB6E82A94}" type="sibTrans" cxnId="{EBA4D36F-EDAE-4B7C-84B3-02373000333A}">
      <dgm:prSet/>
      <dgm:spPr/>
      <dgm:t>
        <a:bodyPr/>
        <a:lstStyle/>
        <a:p>
          <a:endParaRPr lang="pt-BR"/>
        </a:p>
      </dgm:t>
    </dgm:pt>
    <dgm:pt modelId="{F6AC8791-7D19-4798-95A6-43966ED17425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Atuação</a:t>
          </a:r>
          <a:endParaRPr lang="pt-BR" dirty="0">
            <a:solidFill>
              <a:schemeClr val="bg1"/>
            </a:solidFill>
          </a:endParaRPr>
        </a:p>
      </dgm:t>
    </dgm:pt>
    <dgm:pt modelId="{9DB17D14-733D-4AC5-8195-9D228152D027}" type="parTrans" cxnId="{3ED9E393-1E63-4EDE-A29A-A10BB8F6CF5B}">
      <dgm:prSet/>
      <dgm:spPr/>
      <dgm:t>
        <a:bodyPr/>
        <a:lstStyle/>
        <a:p>
          <a:endParaRPr lang="pt-BR"/>
        </a:p>
      </dgm:t>
    </dgm:pt>
    <dgm:pt modelId="{436834CE-CECF-442D-ADB7-1BEE5CC14E13}" type="sibTrans" cxnId="{3ED9E393-1E63-4EDE-A29A-A10BB8F6CF5B}">
      <dgm:prSet/>
      <dgm:spPr/>
      <dgm:t>
        <a:bodyPr/>
        <a:lstStyle/>
        <a:p>
          <a:endParaRPr lang="pt-BR"/>
        </a:p>
      </dgm:t>
    </dgm:pt>
    <dgm:pt modelId="{20343F71-6C11-48A5-A252-4AD9BB9A5832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Fechamento</a:t>
          </a:r>
          <a:endParaRPr lang="pt-BR" dirty="0">
            <a:solidFill>
              <a:schemeClr val="bg1"/>
            </a:solidFill>
          </a:endParaRPr>
        </a:p>
      </dgm:t>
    </dgm:pt>
    <dgm:pt modelId="{2F205932-D531-4E56-B07F-405DACAC33CB}" type="parTrans" cxnId="{01AABF4B-5393-4C39-967A-7C27D4D0C3F3}">
      <dgm:prSet/>
      <dgm:spPr/>
      <dgm:t>
        <a:bodyPr/>
        <a:lstStyle/>
        <a:p>
          <a:endParaRPr lang="pt-BR"/>
        </a:p>
      </dgm:t>
    </dgm:pt>
    <dgm:pt modelId="{CCB877B2-2D80-4D51-B5D8-08A5928B43B4}" type="sibTrans" cxnId="{01AABF4B-5393-4C39-967A-7C27D4D0C3F3}">
      <dgm:prSet/>
      <dgm:spPr/>
      <dgm:t>
        <a:bodyPr/>
        <a:lstStyle/>
        <a:p>
          <a:endParaRPr lang="pt-BR"/>
        </a:p>
      </dgm:t>
    </dgm:pt>
    <dgm:pt modelId="{C2CEB0D6-80DD-454B-99AF-18EE80B52334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Escalonamento </a:t>
          </a:r>
          <a:endParaRPr lang="pt-BR" dirty="0">
            <a:solidFill>
              <a:schemeClr val="bg1"/>
            </a:solidFill>
          </a:endParaRPr>
        </a:p>
      </dgm:t>
    </dgm:pt>
    <dgm:pt modelId="{84210670-1E79-41AF-A8E0-1201D1A089A8}" type="parTrans" cxnId="{06284CF4-1088-4D5B-9833-7FDC46C373A5}">
      <dgm:prSet/>
      <dgm:spPr/>
      <dgm:t>
        <a:bodyPr/>
        <a:lstStyle/>
        <a:p>
          <a:endParaRPr lang="pt-BR"/>
        </a:p>
      </dgm:t>
    </dgm:pt>
    <dgm:pt modelId="{8955D4BE-4934-4225-86B5-990C55276850}" type="sibTrans" cxnId="{06284CF4-1088-4D5B-9833-7FDC46C373A5}">
      <dgm:prSet/>
      <dgm:spPr/>
      <dgm:t>
        <a:bodyPr/>
        <a:lstStyle/>
        <a:p>
          <a:endParaRPr lang="pt-BR"/>
        </a:p>
      </dgm:t>
    </dgm:pt>
    <dgm:pt modelId="{3D13FA20-F4E1-4D91-A593-AB135125DD35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Validação</a:t>
          </a:r>
          <a:endParaRPr lang="pt-BR" dirty="0">
            <a:solidFill>
              <a:schemeClr val="bg1"/>
            </a:solidFill>
          </a:endParaRPr>
        </a:p>
      </dgm:t>
    </dgm:pt>
    <dgm:pt modelId="{1379FE90-B031-49B7-9936-F58A44672028}" type="parTrans" cxnId="{9F1D44B3-62D1-44F0-8A4E-7DBA41B3174B}">
      <dgm:prSet/>
      <dgm:spPr/>
      <dgm:t>
        <a:bodyPr/>
        <a:lstStyle/>
        <a:p>
          <a:endParaRPr lang="pt-BR"/>
        </a:p>
      </dgm:t>
    </dgm:pt>
    <dgm:pt modelId="{D3ACC569-2488-4AEE-82B0-79B7AFA1FCEF}" type="sibTrans" cxnId="{9F1D44B3-62D1-44F0-8A4E-7DBA41B3174B}">
      <dgm:prSet/>
      <dgm:spPr/>
      <dgm:t>
        <a:bodyPr/>
        <a:lstStyle/>
        <a:p>
          <a:endParaRPr lang="pt-BR"/>
        </a:p>
      </dgm:t>
    </dgm:pt>
    <dgm:pt modelId="{C56C593C-792C-441C-B8A2-4E4FA942E1B8}" type="pres">
      <dgm:prSet presAssocID="{F7038F35-E462-42AB-9282-5D7D5033066A}" presName="CompostProcess" presStyleCnt="0">
        <dgm:presLayoutVars>
          <dgm:dir/>
          <dgm:resizeHandles val="exact"/>
        </dgm:presLayoutVars>
      </dgm:prSet>
      <dgm:spPr/>
    </dgm:pt>
    <dgm:pt modelId="{1137FD7D-E07F-4C75-9673-64A5A8E47E2B}" type="pres">
      <dgm:prSet presAssocID="{F7038F35-E462-42AB-9282-5D7D5033066A}" presName="arrow" presStyleLbl="bgShp" presStyleIdx="0" presStyleCnt="1"/>
      <dgm:spPr/>
    </dgm:pt>
    <dgm:pt modelId="{1555A57F-C7B5-4C5F-9B47-C15D04BCA9B5}" type="pres">
      <dgm:prSet presAssocID="{F7038F35-E462-42AB-9282-5D7D5033066A}" presName="linearProcess" presStyleCnt="0"/>
      <dgm:spPr/>
    </dgm:pt>
    <dgm:pt modelId="{2E8CDED9-10EE-42CB-8EC2-08E97CD49C1D}" type="pres">
      <dgm:prSet presAssocID="{5E64892B-F3D7-4B93-B85E-BBFF9850D992}" presName="text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05AF8D6-8806-4E18-9B6A-8D22F4C60938}" type="pres">
      <dgm:prSet presAssocID="{55F250C1-4E4C-458B-809C-02CBEC3FD30F}" presName="sibTrans" presStyleCnt="0"/>
      <dgm:spPr/>
    </dgm:pt>
    <dgm:pt modelId="{5C1F1DE3-99D5-40FD-8708-3405731E214D}" type="pres">
      <dgm:prSet presAssocID="{B629531C-44FE-41AE-A911-809F43989522}" presName="text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D2CB5A1-904C-4A8C-A85F-69C3A14E5983}" type="pres">
      <dgm:prSet presAssocID="{6F560AE3-B884-44D2-9568-584EB6E82A94}" presName="sibTrans" presStyleCnt="0"/>
      <dgm:spPr/>
    </dgm:pt>
    <dgm:pt modelId="{16FD5F25-DB03-42CF-95D3-9CA8413F2E1A}" type="pres">
      <dgm:prSet presAssocID="{F6AC8791-7D19-4798-95A6-43966ED17425}" presName="text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046772C-5C1E-4933-9870-04EC1AB7C8CE}" type="pres">
      <dgm:prSet presAssocID="{436834CE-CECF-442D-ADB7-1BEE5CC14E13}" presName="sibTrans" presStyleCnt="0"/>
      <dgm:spPr/>
    </dgm:pt>
    <dgm:pt modelId="{7286060C-ADCF-4B08-9989-01FF780891F7}" type="pres">
      <dgm:prSet presAssocID="{C2CEB0D6-80DD-454B-99AF-18EE80B52334}" presName="text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962F97B-050B-4FCE-BF93-8FEF0DA2DE76}" type="pres">
      <dgm:prSet presAssocID="{8955D4BE-4934-4225-86B5-990C55276850}" presName="sibTrans" presStyleCnt="0"/>
      <dgm:spPr/>
    </dgm:pt>
    <dgm:pt modelId="{69860F7C-0C22-48D1-A25B-87BAB99EE035}" type="pres">
      <dgm:prSet presAssocID="{3D13FA20-F4E1-4D91-A593-AB135125DD35}" presName="text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9C7935D-83C2-4CEA-B751-38C97E794700}" type="pres">
      <dgm:prSet presAssocID="{D3ACC569-2488-4AEE-82B0-79B7AFA1FCEF}" presName="sibTrans" presStyleCnt="0"/>
      <dgm:spPr/>
    </dgm:pt>
    <dgm:pt modelId="{534EBCB0-5416-489F-8B08-622A1E5367B6}" type="pres">
      <dgm:prSet presAssocID="{20343F71-6C11-48A5-A252-4AD9BB9A5832}" presName="text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9F1D44B3-62D1-44F0-8A4E-7DBA41B3174B}" srcId="{F7038F35-E462-42AB-9282-5D7D5033066A}" destId="{3D13FA20-F4E1-4D91-A593-AB135125DD35}" srcOrd="4" destOrd="0" parTransId="{1379FE90-B031-49B7-9936-F58A44672028}" sibTransId="{D3ACC569-2488-4AEE-82B0-79B7AFA1FCEF}"/>
    <dgm:cxn modelId="{B6E2BFFE-9D3C-4089-B398-56391A433820}" srcId="{F7038F35-E462-42AB-9282-5D7D5033066A}" destId="{5E64892B-F3D7-4B93-B85E-BBFF9850D992}" srcOrd="0" destOrd="0" parTransId="{F22D0BF5-6932-4728-89A8-5084320AA8FD}" sibTransId="{55F250C1-4E4C-458B-809C-02CBEC3FD30F}"/>
    <dgm:cxn modelId="{0292644A-BBB1-4287-91E1-7A2C630B8F1C}" type="presOf" srcId="{C2CEB0D6-80DD-454B-99AF-18EE80B52334}" destId="{7286060C-ADCF-4B08-9989-01FF780891F7}" srcOrd="0" destOrd="0" presId="urn:microsoft.com/office/officeart/2005/8/layout/hProcess9"/>
    <dgm:cxn modelId="{EBA4D36F-EDAE-4B7C-84B3-02373000333A}" srcId="{F7038F35-E462-42AB-9282-5D7D5033066A}" destId="{B629531C-44FE-41AE-A911-809F43989522}" srcOrd="1" destOrd="0" parTransId="{A2F35346-803F-48FB-83F9-9416871C82EF}" sibTransId="{6F560AE3-B884-44D2-9568-584EB6E82A94}"/>
    <dgm:cxn modelId="{EFEAD121-EC8E-4C73-A6B5-3BFDF7124460}" type="presOf" srcId="{B629531C-44FE-41AE-A911-809F43989522}" destId="{5C1F1DE3-99D5-40FD-8708-3405731E214D}" srcOrd="0" destOrd="0" presId="urn:microsoft.com/office/officeart/2005/8/layout/hProcess9"/>
    <dgm:cxn modelId="{01AABF4B-5393-4C39-967A-7C27D4D0C3F3}" srcId="{F7038F35-E462-42AB-9282-5D7D5033066A}" destId="{20343F71-6C11-48A5-A252-4AD9BB9A5832}" srcOrd="5" destOrd="0" parTransId="{2F205932-D531-4E56-B07F-405DACAC33CB}" sibTransId="{CCB877B2-2D80-4D51-B5D8-08A5928B43B4}"/>
    <dgm:cxn modelId="{C17F9517-AFBB-4624-9CF1-30BA89B5225B}" type="presOf" srcId="{F6AC8791-7D19-4798-95A6-43966ED17425}" destId="{16FD5F25-DB03-42CF-95D3-9CA8413F2E1A}" srcOrd="0" destOrd="0" presId="urn:microsoft.com/office/officeart/2005/8/layout/hProcess9"/>
    <dgm:cxn modelId="{3ED9E393-1E63-4EDE-A29A-A10BB8F6CF5B}" srcId="{F7038F35-E462-42AB-9282-5D7D5033066A}" destId="{F6AC8791-7D19-4798-95A6-43966ED17425}" srcOrd="2" destOrd="0" parTransId="{9DB17D14-733D-4AC5-8195-9D228152D027}" sibTransId="{436834CE-CECF-442D-ADB7-1BEE5CC14E13}"/>
    <dgm:cxn modelId="{9242B4D5-C695-4A11-B4F5-86269B562E8C}" type="presOf" srcId="{20343F71-6C11-48A5-A252-4AD9BB9A5832}" destId="{534EBCB0-5416-489F-8B08-622A1E5367B6}" srcOrd="0" destOrd="0" presId="urn:microsoft.com/office/officeart/2005/8/layout/hProcess9"/>
    <dgm:cxn modelId="{C13AA8AC-7B7A-40F2-80ED-CD15DB832D8F}" type="presOf" srcId="{5E64892B-F3D7-4B93-B85E-BBFF9850D992}" destId="{2E8CDED9-10EE-42CB-8EC2-08E97CD49C1D}" srcOrd="0" destOrd="0" presId="urn:microsoft.com/office/officeart/2005/8/layout/hProcess9"/>
    <dgm:cxn modelId="{06284CF4-1088-4D5B-9833-7FDC46C373A5}" srcId="{F7038F35-E462-42AB-9282-5D7D5033066A}" destId="{C2CEB0D6-80DD-454B-99AF-18EE80B52334}" srcOrd="3" destOrd="0" parTransId="{84210670-1E79-41AF-A8E0-1201D1A089A8}" sibTransId="{8955D4BE-4934-4225-86B5-990C55276850}"/>
    <dgm:cxn modelId="{66498914-2320-4F5F-8466-1A7C27CBA94A}" type="presOf" srcId="{3D13FA20-F4E1-4D91-A593-AB135125DD35}" destId="{69860F7C-0C22-48D1-A25B-87BAB99EE035}" srcOrd="0" destOrd="0" presId="urn:microsoft.com/office/officeart/2005/8/layout/hProcess9"/>
    <dgm:cxn modelId="{292152E3-FF43-42BE-8996-93F67725D9C8}" type="presOf" srcId="{F7038F35-E462-42AB-9282-5D7D5033066A}" destId="{C56C593C-792C-441C-B8A2-4E4FA942E1B8}" srcOrd="0" destOrd="0" presId="urn:microsoft.com/office/officeart/2005/8/layout/hProcess9"/>
    <dgm:cxn modelId="{FEB3AE7B-198A-4BD8-8BDA-5021AD979C43}" type="presParOf" srcId="{C56C593C-792C-441C-B8A2-4E4FA942E1B8}" destId="{1137FD7D-E07F-4C75-9673-64A5A8E47E2B}" srcOrd="0" destOrd="0" presId="urn:microsoft.com/office/officeart/2005/8/layout/hProcess9"/>
    <dgm:cxn modelId="{0B873171-3966-47B3-A3E4-6DF0F9686646}" type="presParOf" srcId="{C56C593C-792C-441C-B8A2-4E4FA942E1B8}" destId="{1555A57F-C7B5-4C5F-9B47-C15D04BCA9B5}" srcOrd="1" destOrd="0" presId="urn:microsoft.com/office/officeart/2005/8/layout/hProcess9"/>
    <dgm:cxn modelId="{AD4FFAC7-9AF2-4441-BD02-DE8584232C86}" type="presParOf" srcId="{1555A57F-C7B5-4C5F-9B47-C15D04BCA9B5}" destId="{2E8CDED9-10EE-42CB-8EC2-08E97CD49C1D}" srcOrd="0" destOrd="0" presId="urn:microsoft.com/office/officeart/2005/8/layout/hProcess9"/>
    <dgm:cxn modelId="{7C236ADB-6E03-401A-BC60-36BDF2AAC41A}" type="presParOf" srcId="{1555A57F-C7B5-4C5F-9B47-C15D04BCA9B5}" destId="{205AF8D6-8806-4E18-9B6A-8D22F4C60938}" srcOrd="1" destOrd="0" presId="urn:microsoft.com/office/officeart/2005/8/layout/hProcess9"/>
    <dgm:cxn modelId="{164213A1-D5AB-4E1C-B495-0317C8B9023C}" type="presParOf" srcId="{1555A57F-C7B5-4C5F-9B47-C15D04BCA9B5}" destId="{5C1F1DE3-99D5-40FD-8708-3405731E214D}" srcOrd="2" destOrd="0" presId="urn:microsoft.com/office/officeart/2005/8/layout/hProcess9"/>
    <dgm:cxn modelId="{526EBF6E-228C-49C9-8F6E-7FB19655CE53}" type="presParOf" srcId="{1555A57F-C7B5-4C5F-9B47-C15D04BCA9B5}" destId="{8D2CB5A1-904C-4A8C-A85F-69C3A14E5983}" srcOrd="3" destOrd="0" presId="urn:microsoft.com/office/officeart/2005/8/layout/hProcess9"/>
    <dgm:cxn modelId="{683B3FEC-E468-4E68-86BF-012F0A52E7E4}" type="presParOf" srcId="{1555A57F-C7B5-4C5F-9B47-C15D04BCA9B5}" destId="{16FD5F25-DB03-42CF-95D3-9CA8413F2E1A}" srcOrd="4" destOrd="0" presId="urn:microsoft.com/office/officeart/2005/8/layout/hProcess9"/>
    <dgm:cxn modelId="{22C14A3E-9432-4D5D-9621-2AB778941324}" type="presParOf" srcId="{1555A57F-C7B5-4C5F-9B47-C15D04BCA9B5}" destId="{C046772C-5C1E-4933-9870-04EC1AB7C8CE}" srcOrd="5" destOrd="0" presId="urn:microsoft.com/office/officeart/2005/8/layout/hProcess9"/>
    <dgm:cxn modelId="{9A766689-31AE-4EDD-879E-BAC7591C0EB3}" type="presParOf" srcId="{1555A57F-C7B5-4C5F-9B47-C15D04BCA9B5}" destId="{7286060C-ADCF-4B08-9989-01FF780891F7}" srcOrd="6" destOrd="0" presId="urn:microsoft.com/office/officeart/2005/8/layout/hProcess9"/>
    <dgm:cxn modelId="{1FB2DC97-3184-4AE1-93AA-00882558C868}" type="presParOf" srcId="{1555A57F-C7B5-4C5F-9B47-C15D04BCA9B5}" destId="{D962F97B-050B-4FCE-BF93-8FEF0DA2DE76}" srcOrd="7" destOrd="0" presId="urn:microsoft.com/office/officeart/2005/8/layout/hProcess9"/>
    <dgm:cxn modelId="{7DAC3DC5-4121-4227-BBB8-477FBE0D247E}" type="presParOf" srcId="{1555A57F-C7B5-4C5F-9B47-C15D04BCA9B5}" destId="{69860F7C-0C22-48D1-A25B-87BAB99EE035}" srcOrd="8" destOrd="0" presId="urn:microsoft.com/office/officeart/2005/8/layout/hProcess9"/>
    <dgm:cxn modelId="{97BAE8C0-3D2A-47B8-8004-142C96662460}" type="presParOf" srcId="{1555A57F-C7B5-4C5F-9B47-C15D04BCA9B5}" destId="{F9C7935D-83C2-4CEA-B751-38C97E794700}" srcOrd="9" destOrd="0" presId="urn:microsoft.com/office/officeart/2005/8/layout/hProcess9"/>
    <dgm:cxn modelId="{C44F79AA-5060-460D-BDED-576D7E79320A}" type="presParOf" srcId="{1555A57F-C7B5-4C5F-9B47-C15D04BCA9B5}" destId="{534EBCB0-5416-489F-8B08-622A1E5367B6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F7038F35-E462-42AB-9282-5D7D5033066A}" type="doc">
      <dgm:prSet loTypeId="urn:microsoft.com/office/officeart/2005/8/layout/hProcess9" loCatId="process" qsTypeId="urn:microsoft.com/office/officeart/2005/8/quickstyle/3d7" qsCatId="3D" csTypeId="urn:microsoft.com/office/officeart/2005/8/colors/accent1_2" csCatId="accent1" phldr="1"/>
      <dgm:spPr/>
    </dgm:pt>
    <dgm:pt modelId="{5E64892B-F3D7-4B93-B85E-BBFF9850D992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Validação</a:t>
          </a:r>
          <a:endParaRPr lang="pt-BR" dirty="0">
            <a:solidFill>
              <a:schemeClr val="bg1"/>
            </a:solidFill>
          </a:endParaRPr>
        </a:p>
      </dgm:t>
    </dgm:pt>
    <dgm:pt modelId="{F22D0BF5-6932-4728-89A8-5084320AA8FD}" type="parTrans" cxnId="{B6E2BFFE-9D3C-4089-B398-56391A433820}">
      <dgm:prSet/>
      <dgm:spPr/>
      <dgm:t>
        <a:bodyPr/>
        <a:lstStyle/>
        <a:p>
          <a:endParaRPr lang="pt-BR"/>
        </a:p>
      </dgm:t>
    </dgm:pt>
    <dgm:pt modelId="{55F250C1-4E4C-458B-809C-02CBEC3FD30F}" type="sibTrans" cxnId="{B6E2BFFE-9D3C-4089-B398-56391A433820}">
      <dgm:prSet/>
      <dgm:spPr/>
      <dgm:t>
        <a:bodyPr/>
        <a:lstStyle/>
        <a:p>
          <a:endParaRPr lang="pt-BR"/>
        </a:p>
      </dgm:t>
    </dgm:pt>
    <dgm:pt modelId="{B629531C-44FE-41AE-A911-809F43989522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Acionamento</a:t>
          </a:r>
          <a:endParaRPr lang="pt-BR" dirty="0">
            <a:solidFill>
              <a:schemeClr val="bg1"/>
            </a:solidFill>
          </a:endParaRPr>
        </a:p>
      </dgm:t>
    </dgm:pt>
    <dgm:pt modelId="{A2F35346-803F-48FB-83F9-9416871C82EF}" type="parTrans" cxnId="{EBA4D36F-EDAE-4B7C-84B3-02373000333A}">
      <dgm:prSet/>
      <dgm:spPr/>
      <dgm:t>
        <a:bodyPr/>
        <a:lstStyle/>
        <a:p>
          <a:endParaRPr lang="pt-BR"/>
        </a:p>
      </dgm:t>
    </dgm:pt>
    <dgm:pt modelId="{6F560AE3-B884-44D2-9568-584EB6E82A94}" type="sibTrans" cxnId="{EBA4D36F-EDAE-4B7C-84B3-02373000333A}">
      <dgm:prSet/>
      <dgm:spPr/>
      <dgm:t>
        <a:bodyPr/>
        <a:lstStyle/>
        <a:p>
          <a:endParaRPr lang="pt-BR"/>
        </a:p>
      </dgm:t>
    </dgm:pt>
    <dgm:pt modelId="{F6AC8791-7D19-4798-95A6-43966ED17425}">
      <dgm:prSet phldrT="[Texto]"/>
      <dgm:spPr>
        <a:solidFill>
          <a:srgbClr val="FF000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Atuação</a:t>
          </a:r>
          <a:endParaRPr lang="pt-BR" dirty="0">
            <a:solidFill>
              <a:schemeClr val="bg1"/>
            </a:solidFill>
          </a:endParaRPr>
        </a:p>
      </dgm:t>
    </dgm:pt>
    <dgm:pt modelId="{9DB17D14-733D-4AC5-8195-9D228152D027}" type="parTrans" cxnId="{3ED9E393-1E63-4EDE-A29A-A10BB8F6CF5B}">
      <dgm:prSet/>
      <dgm:spPr/>
      <dgm:t>
        <a:bodyPr/>
        <a:lstStyle/>
        <a:p>
          <a:endParaRPr lang="pt-BR"/>
        </a:p>
      </dgm:t>
    </dgm:pt>
    <dgm:pt modelId="{436834CE-CECF-442D-ADB7-1BEE5CC14E13}" type="sibTrans" cxnId="{3ED9E393-1E63-4EDE-A29A-A10BB8F6CF5B}">
      <dgm:prSet/>
      <dgm:spPr/>
      <dgm:t>
        <a:bodyPr/>
        <a:lstStyle/>
        <a:p>
          <a:endParaRPr lang="pt-BR"/>
        </a:p>
      </dgm:t>
    </dgm:pt>
    <dgm:pt modelId="{20343F71-6C11-48A5-A252-4AD9BB9A5832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Fechamento</a:t>
          </a:r>
          <a:endParaRPr lang="pt-BR" dirty="0">
            <a:solidFill>
              <a:schemeClr val="bg1"/>
            </a:solidFill>
          </a:endParaRPr>
        </a:p>
      </dgm:t>
    </dgm:pt>
    <dgm:pt modelId="{2F205932-D531-4E56-B07F-405DACAC33CB}" type="parTrans" cxnId="{01AABF4B-5393-4C39-967A-7C27D4D0C3F3}">
      <dgm:prSet/>
      <dgm:spPr/>
      <dgm:t>
        <a:bodyPr/>
        <a:lstStyle/>
        <a:p>
          <a:endParaRPr lang="pt-BR"/>
        </a:p>
      </dgm:t>
    </dgm:pt>
    <dgm:pt modelId="{CCB877B2-2D80-4D51-B5D8-08A5928B43B4}" type="sibTrans" cxnId="{01AABF4B-5393-4C39-967A-7C27D4D0C3F3}">
      <dgm:prSet/>
      <dgm:spPr/>
      <dgm:t>
        <a:bodyPr/>
        <a:lstStyle/>
        <a:p>
          <a:endParaRPr lang="pt-BR"/>
        </a:p>
      </dgm:t>
    </dgm:pt>
    <dgm:pt modelId="{C2CEB0D6-80DD-454B-99AF-18EE80B52334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Escalonamento </a:t>
          </a:r>
          <a:endParaRPr lang="pt-BR" dirty="0">
            <a:solidFill>
              <a:schemeClr val="bg1"/>
            </a:solidFill>
          </a:endParaRPr>
        </a:p>
      </dgm:t>
    </dgm:pt>
    <dgm:pt modelId="{84210670-1E79-41AF-A8E0-1201D1A089A8}" type="parTrans" cxnId="{06284CF4-1088-4D5B-9833-7FDC46C373A5}">
      <dgm:prSet/>
      <dgm:spPr/>
      <dgm:t>
        <a:bodyPr/>
        <a:lstStyle/>
        <a:p>
          <a:endParaRPr lang="pt-BR"/>
        </a:p>
      </dgm:t>
    </dgm:pt>
    <dgm:pt modelId="{8955D4BE-4934-4225-86B5-990C55276850}" type="sibTrans" cxnId="{06284CF4-1088-4D5B-9833-7FDC46C373A5}">
      <dgm:prSet/>
      <dgm:spPr/>
      <dgm:t>
        <a:bodyPr/>
        <a:lstStyle/>
        <a:p>
          <a:endParaRPr lang="pt-BR"/>
        </a:p>
      </dgm:t>
    </dgm:pt>
    <dgm:pt modelId="{3D13FA20-F4E1-4D91-A593-AB135125DD35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Validação</a:t>
          </a:r>
          <a:endParaRPr lang="pt-BR" dirty="0">
            <a:solidFill>
              <a:schemeClr val="bg1"/>
            </a:solidFill>
          </a:endParaRPr>
        </a:p>
      </dgm:t>
    </dgm:pt>
    <dgm:pt modelId="{1379FE90-B031-49B7-9936-F58A44672028}" type="parTrans" cxnId="{9F1D44B3-62D1-44F0-8A4E-7DBA41B3174B}">
      <dgm:prSet/>
      <dgm:spPr/>
      <dgm:t>
        <a:bodyPr/>
        <a:lstStyle/>
        <a:p>
          <a:endParaRPr lang="pt-BR"/>
        </a:p>
      </dgm:t>
    </dgm:pt>
    <dgm:pt modelId="{D3ACC569-2488-4AEE-82B0-79B7AFA1FCEF}" type="sibTrans" cxnId="{9F1D44B3-62D1-44F0-8A4E-7DBA41B3174B}">
      <dgm:prSet/>
      <dgm:spPr/>
      <dgm:t>
        <a:bodyPr/>
        <a:lstStyle/>
        <a:p>
          <a:endParaRPr lang="pt-BR"/>
        </a:p>
      </dgm:t>
    </dgm:pt>
    <dgm:pt modelId="{C56C593C-792C-441C-B8A2-4E4FA942E1B8}" type="pres">
      <dgm:prSet presAssocID="{F7038F35-E462-42AB-9282-5D7D5033066A}" presName="CompostProcess" presStyleCnt="0">
        <dgm:presLayoutVars>
          <dgm:dir/>
          <dgm:resizeHandles val="exact"/>
        </dgm:presLayoutVars>
      </dgm:prSet>
      <dgm:spPr/>
    </dgm:pt>
    <dgm:pt modelId="{1137FD7D-E07F-4C75-9673-64A5A8E47E2B}" type="pres">
      <dgm:prSet presAssocID="{F7038F35-E462-42AB-9282-5D7D5033066A}" presName="arrow" presStyleLbl="bgShp" presStyleIdx="0" presStyleCnt="1"/>
      <dgm:spPr/>
    </dgm:pt>
    <dgm:pt modelId="{1555A57F-C7B5-4C5F-9B47-C15D04BCA9B5}" type="pres">
      <dgm:prSet presAssocID="{F7038F35-E462-42AB-9282-5D7D5033066A}" presName="linearProcess" presStyleCnt="0"/>
      <dgm:spPr/>
    </dgm:pt>
    <dgm:pt modelId="{2E8CDED9-10EE-42CB-8EC2-08E97CD49C1D}" type="pres">
      <dgm:prSet presAssocID="{5E64892B-F3D7-4B93-B85E-BBFF9850D992}" presName="text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05AF8D6-8806-4E18-9B6A-8D22F4C60938}" type="pres">
      <dgm:prSet presAssocID="{55F250C1-4E4C-458B-809C-02CBEC3FD30F}" presName="sibTrans" presStyleCnt="0"/>
      <dgm:spPr/>
    </dgm:pt>
    <dgm:pt modelId="{5C1F1DE3-99D5-40FD-8708-3405731E214D}" type="pres">
      <dgm:prSet presAssocID="{B629531C-44FE-41AE-A911-809F43989522}" presName="text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D2CB5A1-904C-4A8C-A85F-69C3A14E5983}" type="pres">
      <dgm:prSet presAssocID="{6F560AE3-B884-44D2-9568-584EB6E82A94}" presName="sibTrans" presStyleCnt="0"/>
      <dgm:spPr/>
    </dgm:pt>
    <dgm:pt modelId="{16FD5F25-DB03-42CF-95D3-9CA8413F2E1A}" type="pres">
      <dgm:prSet presAssocID="{F6AC8791-7D19-4798-95A6-43966ED17425}" presName="text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046772C-5C1E-4933-9870-04EC1AB7C8CE}" type="pres">
      <dgm:prSet presAssocID="{436834CE-CECF-442D-ADB7-1BEE5CC14E13}" presName="sibTrans" presStyleCnt="0"/>
      <dgm:spPr/>
    </dgm:pt>
    <dgm:pt modelId="{7286060C-ADCF-4B08-9989-01FF780891F7}" type="pres">
      <dgm:prSet presAssocID="{C2CEB0D6-80DD-454B-99AF-18EE80B52334}" presName="text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962F97B-050B-4FCE-BF93-8FEF0DA2DE76}" type="pres">
      <dgm:prSet presAssocID="{8955D4BE-4934-4225-86B5-990C55276850}" presName="sibTrans" presStyleCnt="0"/>
      <dgm:spPr/>
    </dgm:pt>
    <dgm:pt modelId="{69860F7C-0C22-48D1-A25B-87BAB99EE035}" type="pres">
      <dgm:prSet presAssocID="{3D13FA20-F4E1-4D91-A593-AB135125DD35}" presName="text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9C7935D-83C2-4CEA-B751-38C97E794700}" type="pres">
      <dgm:prSet presAssocID="{D3ACC569-2488-4AEE-82B0-79B7AFA1FCEF}" presName="sibTrans" presStyleCnt="0"/>
      <dgm:spPr/>
    </dgm:pt>
    <dgm:pt modelId="{534EBCB0-5416-489F-8B08-622A1E5367B6}" type="pres">
      <dgm:prSet presAssocID="{20343F71-6C11-48A5-A252-4AD9BB9A5832}" presName="text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9F1D44B3-62D1-44F0-8A4E-7DBA41B3174B}" srcId="{F7038F35-E462-42AB-9282-5D7D5033066A}" destId="{3D13FA20-F4E1-4D91-A593-AB135125DD35}" srcOrd="4" destOrd="0" parTransId="{1379FE90-B031-49B7-9936-F58A44672028}" sibTransId="{D3ACC569-2488-4AEE-82B0-79B7AFA1FCEF}"/>
    <dgm:cxn modelId="{B6E2BFFE-9D3C-4089-B398-56391A433820}" srcId="{F7038F35-E462-42AB-9282-5D7D5033066A}" destId="{5E64892B-F3D7-4B93-B85E-BBFF9850D992}" srcOrd="0" destOrd="0" parTransId="{F22D0BF5-6932-4728-89A8-5084320AA8FD}" sibTransId="{55F250C1-4E4C-458B-809C-02CBEC3FD30F}"/>
    <dgm:cxn modelId="{EBA4D36F-EDAE-4B7C-84B3-02373000333A}" srcId="{F7038F35-E462-42AB-9282-5D7D5033066A}" destId="{B629531C-44FE-41AE-A911-809F43989522}" srcOrd="1" destOrd="0" parTransId="{A2F35346-803F-48FB-83F9-9416871C82EF}" sibTransId="{6F560AE3-B884-44D2-9568-584EB6E82A94}"/>
    <dgm:cxn modelId="{F0C9AF68-6EF5-4F69-A249-5E0765C223AF}" type="presOf" srcId="{5E64892B-F3D7-4B93-B85E-BBFF9850D992}" destId="{2E8CDED9-10EE-42CB-8EC2-08E97CD49C1D}" srcOrd="0" destOrd="0" presId="urn:microsoft.com/office/officeart/2005/8/layout/hProcess9"/>
    <dgm:cxn modelId="{A6C6CAE5-1314-42FA-A5B9-D5E01C312FEF}" type="presOf" srcId="{F7038F35-E462-42AB-9282-5D7D5033066A}" destId="{C56C593C-792C-441C-B8A2-4E4FA942E1B8}" srcOrd="0" destOrd="0" presId="urn:microsoft.com/office/officeart/2005/8/layout/hProcess9"/>
    <dgm:cxn modelId="{01AABF4B-5393-4C39-967A-7C27D4D0C3F3}" srcId="{F7038F35-E462-42AB-9282-5D7D5033066A}" destId="{20343F71-6C11-48A5-A252-4AD9BB9A5832}" srcOrd="5" destOrd="0" parTransId="{2F205932-D531-4E56-B07F-405DACAC33CB}" sibTransId="{CCB877B2-2D80-4D51-B5D8-08A5928B43B4}"/>
    <dgm:cxn modelId="{3ED9E393-1E63-4EDE-A29A-A10BB8F6CF5B}" srcId="{F7038F35-E462-42AB-9282-5D7D5033066A}" destId="{F6AC8791-7D19-4798-95A6-43966ED17425}" srcOrd="2" destOrd="0" parTransId="{9DB17D14-733D-4AC5-8195-9D228152D027}" sibTransId="{436834CE-CECF-442D-ADB7-1BEE5CC14E13}"/>
    <dgm:cxn modelId="{6982A8D1-D5E8-48FE-BB24-43E98C9E64C4}" type="presOf" srcId="{20343F71-6C11-48A5-A252-4AD9BB9A5832}" destId="{534EBCB0-5416-489F-8B08-622A1E5367B6}" srcOrd="0" destOrd="0" presId="urn:microsoft.com/office/officeart/2005/8/layout/hProcess9"/>
    <dgm:cxn modelId="{86E26E74-9535-485A-81BB-207414E80F80}" type="presOf" srcId="{C2CEB0D6-80DD-454B-99AF-18EE80B52334}" destId="{7286060C-ADCF-4B08-9989-01FF780891F7}" srcOrd="0" destOrd="0" presId="urn:microsoft.com/office/officeart/2005/8/layout/hProcess9"/>
    <dgm:cxn modelId="{06284CF4-1088-4D5B-9833-7FDC46C373A5}" srcId="{F7038F35-E462-42AB-9282-5D7D5033066A}" destId="{C2CEB0D6-80DD-454B-99AF-18EE80B52334}" srcOrd="3" destOrd="0" parTransId="{84210670-1E79-41AF-A8E0-1201D1A089A8}" sibTransId="{8955D4BE-4934-4225-86B5-990C55276850}"/>
    <dgm:cxn modelId="{77B6060D-F6A8-4563-BBAB-E25EAD55CA69}" type="presOf" srcId="{3D13FA20-F4E1-4D91-A593-AB135125DD35}" destId="{69860F7C-0C22-48D1-A25B-87BAB99EE035}" srcOrd="0" destOrd="0" presId="urn:microsoft.com/office/officeart/2005/8/layout/hProcess9"/>
    <dgm:cxn modelId="{7DCDA1F0-162A-4E0F-8DB5-0607D66FF166}" type="presOf" srcId="{F6AC8791-7D19-4798-95A6-43966ED17425}" destId="{16FD5F25-DB03-42CF-95D3-9CA8413F2E1A}" srcOrd="0" destOrd="0" presId="urn:microsoft.com/office/officeart/2005/8/layout/hProcess9"/>
    <dgm:cxn modelId="{37334AD2-716E-426B-A4F7-CB3F241F0F67}" type="presOf" srcId="{B629531C-44FE-41AE-A911-809F43989522}" destId="{5C1F1DE3-99D5-40FD-8708-3405731E214D}" srcOrd="0" destOrd="0" presId="urn:microsoft.com/office/officeart/2005/8/layout/hProcess9"/>
    <dgm:cxn modelId="{EE0F1216-00DF-4640-BFAE-445DCEE76847}" type="presParOf" srcId="{C56C593C-792C-441C-B8A2-4E4FA942E1B8}" destId="{1137FD7D-E07F-4C75-9673-64A5A8E47E2B}" srcOrd="0" destOrd="0" presId="urn:microsoft.com/office/officeart/2005/8/layout/hProcess9"/>
    <dgm:cxn modelId="{D3ABBAAD-861E-4401-910F-52E447946CCA}" type="presParOf" srcId="{C56C593C-792C-441C-B8A2-4E4FA942E1B8}" destId="{1555A57F-C7B5-4C5F-9B47-C15D04BCA9B5}" srcOrd="1" destOrd="0" presId="urn:microsoft.com/office/officeart/2005/8/layout/hProcess9"/>
    <dgm:cxn modelId="{4AE219D6-2FC3-48C5-AA61-F1E4A74529AF}" type="presParOf" srcId="{1555A57F-C7B5-4C5F-9B47-C15D04BCA9B5}" destId="{2E8CDED9-10EE-42CB-8EC2-08E97CD49C1D}" srcOrd="0" destOrd="0" presId="urn:microsoft.com/office/officeart/2005/8/layout/hProcess9"/>
    <dgm:cxn modelId="{C65417C1-F163-4752-A9D8-D3C79C9C7B53}" type="presParOf" srcId="{1555A57F-C7B5-4C5F-9B47-C15D04BCA9B5}" destId="{205AF8D6-8806-4E18-9B6A-8D22F4C60938}" srcOrd="1" destOrd="0" presId="urn:microsoft.com/office/officeart/2005/8/layout/hProcess9"/>
    <dgm:cxn modelId="{CDEEC0AD-E76E-4E59-8094-CB6F26E713A5}" type="presParOf" srcId="{1555A57F-C7B5-4C5F-9B47-C15D04BCA9B5}" destId="{5C1F1DE3-99D5-40FD-8708-3405731E214D}" srcOrd="2" destOrd="0" presId="urn:microsoft.com/office/officeart/2005/8/layout/hProcess9"/>
    <dgm:cxn modelId="{0C3D2E01-252E-455E-8127-D44D15D6D13E}" type="presParOf" srcId="{1555A57F-C7B5-4C5F-9B47-C15D04BCA9B5}" destId="{8D2CB5A1-904C-4A8C-A85F-69C3A14E5983}" srcOrd="3" destOrd="0" presId="urn:microsoft.com/office/officeart/2005/8/layout/hProcess9"/>
    <dgm:cxn modelId="{28215CC1-E805-4960-8522-C5A4B7A6C46C}" type="presParOf" srcId="{1555A57F-C7B5-4C5F-9B47-C15D04BCA9B5}" destId="{16FD5F25-DB03-42CF-95D3-9CA8413F2E1A}" srcOrd="4" destOrd="0" presId="urn:microsoft.com/office/officeart/2005/8/layout/hProcess9"/>
    <dgm:cxn modelId="{CBCCB68B-BD66-4C56-B04E-E62935E78A82}" type="presParOf" srcId="{1555A57F-C7B5-4C5F-9B47-C15D04BCA9B5}" destId="{C046772C-5C1E-4933-9870-04EC1AB7C8CE}" srcOrd="5" destOrd="0" presId="urn:microsoft.com/office/officeart/2005/8/layout/hProcess9"/>
    <dgm:cxn modelId="{E01ACC0E-7712-4851-90CA-A4692877F6C1}" type="presParOf" srcId="{1555A57F-C7B5-4C5F-9B47-C15D04BCA9B5}" destId="{7286060C-ADCF-4B08-9989-01FF780891F7}" srcOrd="6" destOrd="0" presId="urn:microsoft.com/office/officeart/2005/8/layout/hProcess9"/>
    <dgm:cxn modelId="{FB9839FF-8133-49D3-854F-E94EB8BC65B4}" type="presParOf" srcId="{1555A57F-C7B5-4C5F-9B47-C15D04BCA9B5}" destId="{D962F97B-050B-4FCE-BF93-8FEF0DA2DE76}" srcOrd="7" destOrd="0" presId="urn:microsoft.com/office/officeart/2005/8/layout/hProcess9"/>
    <dgm:cxn modelId="{F7E86537-D8B8-4E88-9564-DD4F25B65BAE}" type="presParOf" srcId="{1555A57F-C7B5-4C5F-9B47-C15D04BCA9B5}" destId="{69860F7C-0C22-48D1-A25B-87BAB99EE035}" srcOrd="8" destOrd="0" presId="urn:microsoft.com/office/officeart/2005/8/layout/hProcess9"/>
    <dgm:cxn modelId="{FE8C48AA-3028-4BE2-AE4A-A2A5CCA8A01C}" type="presParOf" srcId="{1555A57F-C7B5-4C5F-9B47-C15D04BCA9B5}" destId="{F9C7935D-83C2-4CEA-B751-38C97E794700}" srcOrd="9" destOrd="0" presId="urn:microsoft.com/office/officeart/2005/8/layout/hProcess9"/>
    <dgm:cxn modelId="{C41ABD6C-4AC3-43F3-BACE-379D14BB699F}" type="presParOf" srcId="{1555A57F-C7B5-4C5F-9B47-C15D04BCA9B5}" destId="{534EBCB0-5416-489F-8B08-622A1E5367B6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F7038F35-E462-42AB-9282-5D7D5033066A}" type="doc">
      <dgm:prSet loTypeId="urn:microsoft.com/office/officeart/2005/8/layout/hProcess9" loCatId="process" qsTypeId="urn:microsoft.com/office/officeart/2005/8/quickstyle/3d7" qsCatId="3D" csTypeId="urn:microsoft.com/office/officeart/2005/8/colors/accent1_2" csCatId="accent1" phldr="1"/>
      <dgm:spPr/>
    </dgm:pt>
    <dgm:pt modelId="{5E64892B-F3D7-4B93-B85E-BBFF9850D992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Validação</a:t>
          </a:r>
          <a:endParaRPr lang="pt-BR" dirty="0">
            <a:solidFill>
              <a:schemeClr val="bg1"/>
            </a:solidFill>
          </a:endParaRPr>
        </a:p>
      </dgm:t>
    </dgm:pt>
    <dgm:pt modelId="{F22D0BF5-6932-4728-89A8-5084320AA8FD}" type="parTrans" cxnId="{B6E2BFFE-9D3C-4089-B398-56391A433820}">
      <dgm:prSet/>
      <dgm:spPr/>
      <dgm:t>
        <a:bodyPr/>
        <a:lstStyle/>
        <a:p>
          <a:endParaRPr lang="pt-BR"/>
        </a:p>
      </dgm:t>
    </dgm:pt>
    <dgm:pt modelId="{55F250C1-4E4C-458B-809C-02CBEC3FD30F}" type="sibTrans" cxnId="{B6E2BFFE-9D3C-4089-B398-56391A433820}">
      <dgm:prSet/>
      <dgm:spPr/>
      <dgm:t>
        <a:bodyPr/>
        <a:lstStyle/>
        <a:p>
          <a:endParaRPr lang="pt-BR"/>
        </a:p>
      </dgm:t>
    </dgm:pt>
    <dgm:pt modelId="{B629531C-44FE-41AE-A911-809F43989522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Acionamento</a:t>
          </a:r>
          <a:endParaRPr lang="pt-BR" dirty="0">
            <a:solidFill>
              <a:schemeClr val="bg1"/>
            </a:solidFill>
          </a:endParaRPr>
        </a:p>
      </dgm:t>
    </dgm:pt>
    <dgm:pt modelId="{A2F35346-803F-48FB-83F9-9416871C82EF}" type="parTrans" cxnId="{EBA4D36F-EDAE-4B7C-84B3-02373000333A}">
      <dgm:prSet/>
      <dgm:spPr/>
      <dgm:t>
        <a:bodyPr/>
        <a:lstStyle/>
        <a:p>
          <a:endParaRPr lang="pt-BR"/>
        </a:p>
      </dgm:t>
    </dgm:pt>
    <dgm:pt modelId="{6F560AE3-B884-44D2-9568-584EB6E82A94}" type="sibTrans" cxnId="{EBA4D36F-EDAE-4B7C-84B3-02373000333A}">
      <dgm:prSet/>
      <dgm:spPr/>
      <dgm:t>
        <a:bodyPr/>
        <a:lstStyle/>
        <a:p>
          <a:endParaRPr lang="pt-BR"/>
        </a:p>
      </dgm:t>
    </dgm:pt>
    <dgm:pt modelId="{F6AC8791-7D19-4798-95A6-43966ED17425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Atuação</a:t>
          </a:r>
          <a:endParaRPr lang="pt-BR" dirty="0">
            <a:solidFill>
              <a:schemeClr val="bg1"/>
            </a:solidFill>
          </a:endParaRPr>
        </a:p>
      </dgm:t>
    </dgm:pt>
    <dgm:pt modelId="{9DB17D14-733D-4AC5-8195-9D228152D027}" type="parTrans" cxnId="{3ED9E393-1E63-4EDE-A29A-A10BB8F6CF5B}">
      <dgm:prSet/>
      <dgm:spPr/>
      <dgm:t>
        <a:bodyPr/>
        <a:lstStyle/>
        <a:p>
          <a:endParaRPr lang="pt-BR"/>
        </a:p>
      </dgm:t>
    </dgm:pt>
    <dgm:pt modelId="{436834CE-CECF-442D-ADB7-1BEE5CC14E13}" type="sibTrans" cxnId="{3ED9E393-1E63-4EDE-A29A-A10BB8F6CF5B}">
      <dgm:prSet/>
      <dgm:spPr/>
      <dgm:t>
        <a:bodyPr/>
        <a:lstStyle/>
        <a:p>
          <a:endParaRPr lang="pt-BR"/>
        </a:p>
      </dgm:t>
    </dgm:pt>
    <dgm:pt modelId="{20343F71-6C11-48A5-A252-4AD9BB9A5832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Fechamento</a:t>
          </a:r>
          <a:endParaRPr lang="pt-BR" dirty="0">
            <a:solidFill>
              <a:schemeClr val="bg1"/>
            </a:solidFill>
          </a:endParaRPr>
        </a:p>
      </dgm:t>
    </dgm:pt>
    <dgm:pt modelId="{2F205932-D531-4E56-B07F-405DACAC33CB}" type="parTrans" cxnId="{01AABF4B-5393-4C39-967A-7C27D4D0C3F3}">
      <dgm:prSet/>
      <dgm:spPr/>
      <dgm:t>
        <a:bodyPr/>
        <a:lstStyle/>
        <a:p>
          <a:endParaRPr lang="pt-BR"/>
        </a:p>
      </dgm:t>
    </dgm:pt>
    <dgm:pt modelId="{CCB877B2-2D80-4D51-B5D8-08A5928B43B4}" type="sibTrans" cxnId="{01AABF4B-5393-4C39-967A-7C27D4D0C3F3}">
      <dgm:prSet/>
      <dgm:spPr/>
      <dgm:t>
        <a:bodyPr/>
        <a:lstStyle/>
        <a:p>
          <a:endParaRPr lang="pt-BR"/>
        </a:p>
      </dgm:t>
    </dgm:pt>
    <dgm:pt modelId="{C2CEB0D6-80DD-454B-99AF-18EE80B52334}">
      <dgm:prSet phldrT="[Texto]"/>
      <dgm:spPr>
        <a:solidFill>
          <a:srgbClr val="FF000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Escalonamento </a:t>
          </a:r>
          <a:endParaRPr lang="pt-BR" dirty="0">
            <a:solidFill>
              <a:schemeClr val="bg1"/>
            </a:solidFill>
          </a:endParaRPr>
        </a:p>
      </dgm:t>
    </dgm:pt>
    <dgm:pt modelId="{84210670-1E79-41AF-A8E0-1201D1A089A8}" type="parTrans" cxnId="{06284CF4-1088-4D5B-9833-7FDC46C373A5}">
      <dgm:prSet/>
      <dgm:spPr/>
      <dgm:t>
        <a:bodyPr/>
        <a:lstStyle/>
        <a:p>
          <a:endParaRPr lang="pt-BR"/>
        </a:p>
      </dgm:t>
    </dgm:pt>
    <dgm:pt modelId="{8955D4BE-4934-4225-86B5-990C55276850}" type="sibTrans" cxnId="{06284CF4-1088-4D5B-9833-7FDC46C373A5}">
      <dgm:prSet/>
      <dgm:spPr/>
      <dgm:t>
        <a:bodyPr/>
        <a:lstStyle/>
        <a:p>
          <a:endParaRPr lang="pt-BR"/>
        </a:p>
      </dgm:t>
    </dgm:pt>
    <dgm:pt modelId="{3D13FA20-F4E1-4D91-A593-AB135125DD35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Validação</a:t>
          </a:r>
          <a:endParaRPr lang="pt-BR" dirty="0">
            <a:solidFill>
              <a:schemeClr val="bg1"/>
            </a:solidFill>
          </a:endParaRPr>
        </a:p>
      </dgm:t>
    </dgm:pt>
    <dgm:pt modelId="{1379FE90-B031-49B7-9936-F58A44672028}" type="parTrans" cxnId="{9F1D44B3-62D1-44F0-8A4E-7DBA41B3174B}">
      <dgm:prSet/>
      <dgm:spPr/>
      <dgm:t>
        <a:bodyPr/>
        <a:lstStyle/>
        <a:p>
          <a:endParaRPr lang="pt-BR"/>
        </a:p>
      </dgm:t>
    </dgm:pt>
    <dgm:pt modelId="{D3ACC569-2488-4AEE-82B0-79B7AFA1FCEF}" type="sibTrans" cxnId="{9F1D44B3-62D1-44F0-8A4E-7DBA41B3174B}">
      <dgm:prSet/>
      <dgm:spPr/>
      <dgm:t>
        <a:bodyPr/>
        <a:lstStyle/>
        <a:p>
          <a:endParaRPr lang="pt-BR"/>
        </a:p>
      </dgm:t>
    </dgm:pt>
    <dgm:pt modelId="{C56C593C-792C-441C-B8A2-4E4FA942E1B8}" type="pres">
      <dgm:prSet presAssocID="{F7038F35-E462-42AB-9282-5D7D5033066A}" presName="CompostProcess" presStyleCnt="0">
        <dgm:presLayoutVars>
          <dgm:dir/>
          <dgm:resizeHandles val="exact"/>
        </dgm:presLayoutVars>
      </dgm:prSet>
      <dgm:spPr/>
    </dgm:pt>
    <dgm:pt modelId="{1137FD7D-E07F-4C75-9673-64A5A8E47E2B}" type="pres">
      <dgm:prSet presAssocID="{F7038F35-E462-42AB-9282-5D7D5033066A}" presName="arrow" presStyleLbl="bgShp" presStyleIdx="0" presStyleCnt="1"/>
      <dgm:spPr/>
    </dgm:pt>
    <dgm:pt modelId="{1555A57F-C7B5-4C5F-9B47-C15D04BCA9B5}" type="pres">
      <dgm:prSet presAssocID="{F7038F35-E462-42AB-9282-5D7D5033066A}" presName="linearProcess" presStyleCnt="0"/>
      <dgm:spPr/>
    </dgm:pt>
    <dgm:pt modelId="{2E8CDED9-10EE-42CB-8EC2-08E97CD49C1D}" type="pres">
      <dgm:prSet presAssocID="{5E64892B-F3D7-4B93-B85E-BBFF9850D992}" presName="text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05AF8D6-8806-4E18-9B6A-8D22F4C60938}" type="pres">
      <dgm:prSet presAssocID="{55F250C1-4E4C-458B-809C-02CBEC3FD30F}" presName="sibTrans" presStyleCnt="0"/>
      <dgm:spPr/>
    </dgm:pt>
    <dgm:pt modelId="{5C1F1DE3-99D5-40FD-8708-3405731E214D}" type="pres">
      <dgm:prSet presAssocID="{B629531C-44FE-41AE-A911-809F43989522}" presName="text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D2CB5A1-904C-4A8C-A85F-69C3A14E5983}" type="pres">
      <dgm:prSet presAssocID="{6F560AE3-B884-44D2-9568-584EB6E82A94}" presName="sibTrans" presStyleCnt="0"/>
      <dgm:spPr/>
    </dgm:pt>
    <dgm:pt modelId="{16FD5F25-DB03-42CF-95D3-9CA8413F2E1A}" type="pres">
      <dgm:prSet presAssocID="{F6AC8791-7D19-4798-95A6-43966ED17425}" presName="text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046772C-5C1E-4933-9870-04EC1AB7C8CE}" type="pres">
      <dgm:prSet presAssocID="{436834CE-CECF-442D-ADB7-1BEE5CC14E13}" presName="sibTrans" presStyleCnt="0"/>
      <dgm:spPr/>
    </dgm:pt>
    <dgm:pt modelId="{7286060C-ADCF-4B08-9989-01FF780891F7}" type="pres">
      <dgm:prSet presAssocID="{C2CEB0D6-80DD-454B-99AF-18EE80B52334}" presName="text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962F97B-050B-4FCE-BF93-8FEF0DA2DE76}" type="pres">
      <dgm:prSet presAssocID="{8955D4BE-4934-4225-86B5-990C55276850}" presName="sibTrans" presStyleCnt="0"/>
      <dgm:spPr/>
    </dgm:pt>
    <dgm:pt modelId="{69860F7C-0C22-48D1-A25B-87BAB99EE035}" type="pres">
      <dgm:prSet presAssocID="{3D13FA20-F4E1-4D91-A593-AB135125DD35}" presName="text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9C7935D-83C2-4CEA-B751-38C97E794700}" type="pres">
      <dgm:prSet presAssocID="{D3ACC569-2488-4AEE-82B0-79B7AFA1FCEF}" presName="sibTrans" presStyleCnt="0"/>
      <dgm:spPr/>
    </dgm:pt>
    <dgm:pt modelId="{534EBCB0-5416-489F-8B08-622A1E5367B6}" type="pres">
      <dgm:prSet presAssocID="{20343F71-6C11-48A5-A252-4AD9BB9A5832}" presName="text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01AABF4B-5393-4C39-967A-7C27D4D0C3F3}" srcId="{F7038F35-E462-42AB-9282-5D7D5033066A}" destId="{20343F71-6C11-48A5-A252-4AD9BB9A5832}" srcOrd="5" destOrd="0" parTransId="{2F205932-D531-4E56-B07F-405DACAC33CB}" sibTransId="{CCB877B2-2D80-4D51-B5D8-08A5928B43B4}"/>
    <dgm:cxn modelId="{3ED9E393-1E63-4EDE-A29A-A10BB8F6CF5B}" srcId="{F7038F35-E462-42AB-9282-5D7D5033066A}" destId="{F6AC8791-7D19-4798-95A6-43966ED17425}" srcOrd="2" destOrd="0" parTransId="{9DB17D14-733D-4AC5-8195-9D228152D027}" sibTransId="{436834CE-CECF-442D-ADB7-1BEE5CC14E13}"/>
    <dgm:cxn modelId="{9F1D44B3-62D1-44F0-8A4E-7DBA41B3174B}" srcId="{F7038F35-E462-42AB-9282-5D7D5033066A}" destId="{3D13FA20-F4E1-4D91-A593-AB135125DD35}" srcOrd="4" destOrd="0" parTransId="{1379FE90-B031-49B7-9936-F58A44672028}" sibTransId="{D3ACC569-2488-4AEE-82B0-79B7AFA1FCEF}"/>
    <dgm:cxn modelId="{06284CF4-1088-4D5B-9833-7FDC46C373A5}" srcId="{F7038F35-E462-42AB-9282-5D7D5033066A}" destId="{C2CEB0D6-80DD-454B-99AF-18EE80B52334}" srcOrd="3" destOrd="0" parTransId="{84210670-1E79-41AF-A8E0-1201D1A089A8}" sibTransId="{8955D4BE-4934-4225-86B5-990C55276850}"/>
    <dgm:cxn modelId="{4D314CEC-4AD3-47C3-9B32-EC7FA1BAC196}" type="presOf" srcId="{5E64892B-F3D7-4B93-B85E-BBFF9850D992}" destId="{2E8CDED9-10EE-42CB-8EC2-08E97CD49C1D}" srcOrd="0" destOrd="0" presId="urn:microsoft.com/office/officeart/2005/8/layout/hProcess9"/>
    <dgm:cxn modelId="{6C5785BA-75F1-4EE1-BA82-462251570659}" type="presOf" srcId="{F6AC8791-7D19-4798-95A6-43966ED17425}" destId="{16FD5F25-DB03-42CF-95D3-9CA8413F2E1A}" srcOrd="0" destOrd="0" presId="urn:microsoft.com/office/officeart/2005/8/layout/hProcess9"/>
    <dgm:cxn modelId="{B6E2BFFE-9D3C-4089-B398-56391A433820}" srcId="{F7038F35-E462-42AB-9282-5D7D5033066A}" destId="{5E64892B-F3D7-4B93-B85E-BBFF9850D992}" srcOrd="0" destOrd="0" parTransId="{F22D0BF5-6932-4728-89A8-5084320AA8FD}" sibTransId="{55F250C1-4E4C-458B-809C-02CBEC3FD30F}"/>
    <dgm:cxn modelId="{A47745A0-2808-4ED6-9B62-F8310A85CF42}" type="presOf" srcId="{C2CEB0D6-80DD-454B-99AF-18EE80B52334}" destId="{7286060C-ADCF-4B08-9989-01FF780891F7}" srcOrd="0" destOrd="0" presId="urn:microsoft.com/office/officeart/2005/8/layout/hProcess9"/>
    <dgm:cxn modelId="{B74FDBD5-32BB-4858-B646-4BAD3D83A0F1}" type="presOf" srcId="{20343F71-6C11-48A5-A252-4AD9BB9A5832}" destId="{534EBCB0-5416-489F-8B08-622A1E5367B6}" srcOrd="0" destOrd="0" presId="urn:microsoft.com/office/officeart/2005/8/layout/hProcess9"/>
    <dgm:cxn modelId="{EBA4D36F-EDAE-4B7C-84B3-02373000333A}" srcId="{F7038F35-E462-42AB-9282-5D7D5033066A}" destId="{B629531C-44FE-41AE-A911-809F43989522}" srcOrd="1" destOrd="0" parTransId="{A2F35346-803F-48FB-83F9-9416871C82EF}" sibTransId="{6F560AE3-B884-44D2-9568-584EB6E82A94}"/>
    <dgm:cxn modelId="{6EAA600F-66A1-472B-8E50-A42390F024D8}" type="presOf" srcId="{F7038F35-E462-42AB-9282-5D7D5033066A}" destId="{C56C593C-792C-441C-B8A2-4E4FA942E1B8}" srcOrd="0" destOrd="0" presId="urn:microsoft.com/office/officeart/2005/8/layout/hProcess9"/>
    <dgm:cxn modelId="{120763C0-060D-442F-ADE3-950A731CAD9A}" type="presOf" srcId="{3D13FA20-F4E1-4D91-A593-AB135125DD35}" destId="{69860F7C-0C22-48D1-A25B-87BAB99EE035}" srcOrd="0" destOrd="0" presId="urn:microsoft.com/office/officeart/2005/8/layout/hProcess9"/>
    <dgm:cxn modelId="{A521554D-C029-40A0-B003-FD57B774BFB6}" type="presOf" srcId="{B629531C-44FE-41AE-A911-809F43989522}" destId="{5C1F1DE3-99D5-40FD-8708-3405731E214D}" srcOrd="0" destOrd="0" presId="urn:microsoft.com/office/officeart/2005/8/layout/hProcess9"/>
    <dgm:cxn modelId="{492CC368-6851-4F1D-9F1D-4F11FF5509A5}" type="presParOf" srcId="{C56C593C-792C-441C-B8A2-4E4FA942E1B8}" destId="{1137FD7D-E07F-4C75-9673-64A5A8E47E2B}" srcOrd="0" destOrd="0" presId="urn:microsoft.com/office/officeart/2005/8/layout/hProcess9"/>
    <dgm:cxn modelId="{3317B5F4-1D2F-4A0E-A693-CA89DDE8D027}" type="presParOf" srcId="{C56C593C-792C-441C-B8A2-4E4FA942E1B8}" destId="{1555A57F-C7B5-4C5F-9B47-C15D04BCA9B5}" srcOrd="1" destOrd="0" presId="urn:microsoft.com/office/officeart/2005/8/layout/hProcess9"/>
    <dgm:cxn modelId="{84CB2FBC-B09D-44EB-BC73-2FC9D5DC7914}" type="presParOf" srcId="{1555A57F-C7B5-4C5F-9B47-C15D04BCA9B5}" destId="{2E8CDED9-10EE-42CB-8EC2-08E97CD49C1D}" srcOrd="0" destOrd="0" presId="urn:microsoft.com/office/officeart/2005/8/layout/hProcess9"/>
    <dgm:cxn modelId="{1C705272-E763-45A1-8702-9FAED597720A}" type="presParOf" srcId="{1555A57F-C7B5-4C5F-9B47-C15D04BCA9B5}" destId="{205AF8D6-8806-4E18-9B6A-8D22F4C60938}" srcOrd="1" destOrd="0" presId="urn:microsoft.com/office/officeart/2005/8/layout/hProcess9"/>
    <dgm:cxn modelId="{403695A9-564B-4F8E-BB6E-7FC2E9C42B62}" type="presParOf" srcId="{1555A57F-C7B5-4C5F-9B47-C15D04BCA9B5}" destId="{5C1F1DE3-99D5-40FD-8708-3405731E214D}" srcOrd="2" destOrd="0" presId="urn:microsoft.com/office/officeart/2005/8/layout/hProcess9"/>
    <dgm:cxn modelId="{2339A1E1-70FF-423C-A671-B7787D169BA5}" type="presParOf" srcId="{1555A57F-C7B5-4C5F-9B47-C15D04BCA9B5}" destId="{8D2CB5A1-904C-4A8C-A85F-69C3A14E5983}" srcOrd="3" destOrd="0" presId="urn:microsoft.com/office/officeart/2005/8/layout/hProcess9"/>
    <dgm:cxn modelId="{01CACBE2-C93C-469C-ACD0-5030EC9F813F}" type="presParOf" srcId="{1555A57F-C7B5-4C5F-9B47-C15D04BCA9B5}" destId="{16FD5F25-DB03-42CF-95D3-9CA8413F2E1A}" srcOrd="4" destOrd="0" presId="urn:microsoft.com/office/officeart/2005/8/layout/hProcess9"/>
    <dgm:cxn modelId="{5C8ABE90-B476-4570-9154-4AA858CCE5DB}" type="presParOf" srcId="{1555A57F-C7B5-4C5F-9B47-C15D04BCA9B5}" destId="{C046772C-5C1E-4933-9870-04EC1AB7C8CE}" srcOrd="5" destOrd="0" presId="urn:microsoft.com/office/officeart/2005/8/layout/hProcess9"/>
    <dgm:cxn modelId="{D504D651-4F66-415C-BB40-108FE080B2C9}" type="presParOf" srcId="{1555A57F-C7B5-4C5F-9B47-C15D04BCA9B5}" destId="{7286060C-ADCF-4B08-9989-01FF780891F7}" srcOrd="6" destOrd="0" presId="urn:microsoft.com/office/officeart/2005/8/layout/hProcess9"/>
    <dgm:cxn modelId="{36BCF4EA-4B36-4626-9ED7-2AAB897A1DE8}" type="presParOf" srcId="{1555A57F-C7B5-4C5F-9B47-C15D04BCA9B5}" destId="{D962F97B-050B-4FCE-BF93-8FEF0DA2DE76}" srcOrd="7" destOrd="0" presId="urn:microsoft.com/office/officeart/2005/8/layout/hProcess9"/>
    <dgm:cxn modelId="{7C7EB0AB-BD7B-4870-8326-4FEC6A407ED2}" type="presParOf" srcId="{1555A57F-C7B5-4C5F-9B47-C15D04BCA9B5}" destId="{69860F7C-0C22-48D1-A25B-87BAB99EE035}" srcOrd="8" destOrd="0" presId="urn:microsoft.com/office/officeart/2005/8/layout/hProcess9"/>
    <dgm:cxn modelId="{1E1B339F-16D2-4AD9-A924-F1F5F284675C}" type="presParOf" srcId="{1555A57F-C7B5-4C5F-9B47-C15D04BCA9B5}" destId="{F9C7935D-83C2-4CEA-B751-38C97E794700}" srcOrd="9" destOrd="0" presId="urn:microsoft.com/office/officeart/2005/8/layout/hProcess9"/>
    <dgm:cxn modelId="{538B2869-AE5F-4E43-8601-9EB2C681C38D}" type="presParOf" srcId="{1555A57F-C7B5-4C5F-9B47-C15D04BCA9B5}" destId="{534EBCB0-5416-489F-8B08-622A1E5367B6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F7038F35-E462-42AB-9282-5D7D5033066A}" type="doc">
      <dgm:prSet loTypeId="urn:microsoft.com/office/officeart/2005/8/layout/hProcess9" loCatId="process" qsTypeId="urn:microsoft.com/office/officeart/2005/8/quickstyle/3d7" qsCatId="3D" csTypeId="urn:microsoft.com/office/officeart/2005/8/colors/accent1_2" csCatId="accent1" phldr="1"/>
      <dgm:spPr/>
    </dgm:pt>
    <dgm:pt modelId="{5E64892B-F3D7-4B93-B85E-BBFF9850D992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Validação</a:t>
          </a:r>
          <a:endParaRPr lang="pt-BR" dirty="0">
            <a:solidFill>
              <a:schemeClr val="bg1"/>
            </a:solidFill>
          </a:endParaRPr>
        </a:p>
      </dgm:t>
    </dgm:pt>
    <dgm:pt modelId="{F22D0BF5-6932-4728-89A8-5084320AA8FD}" type="parTrans" cxnId="{B6E2BFFE-9D3C-4089-B398-56391A433820}">
      <dgm:prSet/>
      <dgm:spPr/>
      <dgm:t>
        <a:bodyPr/>
        <a:lstStyle/>
        <a:p>
          <a:endParaRPr lang="pt-BR"/>
        </a:p>
      </dgm:t>
    </dgm:pt>
    <dgm:pt modelId="{55F250C1-4E4C-458B-809C-02CBEC3FD30F}" type="sibTrans" cxnId="{B6E2BFFE-9D3C-4089-B398-56391A433820}">
      <dgm:prSet/>
      <dgm:spPr/>
      <dgm:t>
        <a:bodyPr/>
        <a:lstStyle/>
        <a:p>
          <a:endParaRPr lang="pt-BR"/>
        </a:p>
      </dgm:t>
    </dgm:pt>
    <dgm:pt modelId="{B629531C-44FE-41AE-A911-809F43989522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Acionamento</a:t>
          </a:r>
          <a:endParaRPr lang="pt-BR" dirty="0">
            <a:solidFill>
              <a:schemeClr val="bg1"/>
            </a:solidFill>
          </a:endParaRPr>
        </a:p>
      </dgm:t>
    </dgm:pt>
    <dgm:pt modelId="{A2F35346-803F-48FB-83F9-9416871C82EF}" type="parTrans" cxnId="{EBA4D36F-EDAE-4B7C-84B3-02373000333A}">
      <dgm:prSet/>
      <dgm:spPr/>
      <dgm:t>
        <a:bodyPr/>
        <a:lstStyle/>
        <a:p>
          <a:endParaRPr lang="pt-BR"/>
        </a:p>
      </dgm:t>
    </dgm:pt>
    <dgm:pt modelId="{6F560AE3-B884-44D2-9568-584EB6E82A94}" type="sibTrans" cxnId="{EBA4D36F-EDAE-4B7C-84B3-02373000333A}">
      <dgm:prSet/>
      <dgm:spPr/>
      <dgm:t>
        <a:bodyPr/>
        <a:lstStyle/>
        <a:p>
          <a:endParaRPr lang="pt-BR"/>
        </a:p>
      </dgm:t>
    </dgm:pt>
    <dgm:pt modelId="{F6AC8791-7D19-4798-95A6-43966ED17425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Atuação</a:t>
          </a:r>
          <a:endParaRPr lang="pt-BR" dirty="0">
            <a:solidFill>
              <a:schemeClr val="bg1"/>
            </a:solidFill>
          </a:endParaRPr>
        </a:p>
      </dgm:t>
    </dgm:pt>
    <dgm:pt modelId="{9DB17D14-733D-4AC5-8195-9D228152D027}" type="parTrans" cxnId="{3ED9E393-1E63-4EDE-A29A-A10BB8F6CF5B}">
      <dgm:prSet/>
      <dgm:spPr/>
      <dgm:t>
        <a:bodyPr/>
        <a:lstStyle/>
        <a:p>
          <a:endParaRPr lang="pt-BR"/>
        </a:p>
      </dgm:t>
    </dgm:pt>
    <dgm:pt modelId="{436834CE-CECF-442D-ADB7-1BEE5CC14E13}" type="sibTrans" cxnId="{3ED9E393-1E63-4EDE-A29A-A10BB8F6CF5B}">
      <dgm:prSet/>
      <dgm:spPr/>
      <dgm:t>
        <a:bodyPr/>
        <a:lstStyle/>
        <a:p>
          <a:endParaRPr lang="pt-BR"/>
        </a:p>
      </dgm:t>
    </dgm:pt>
    <dgm:pt modelId="{20343F71-6C11-48A5-A252-4AD9BB9A5832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Fechamento</a:t>
          </a:r>
          <a:endParaRPr lang="pt-BR" dirty="0">
            <a:solidFill>
              <a:schemeClr val="bg1"/>
            </a:solidFill>
          </a:endParaRPr>
        </a:p>
      </dgm:t>
    </dgm:pt>
    <dgm:pt modelId="{2F205932-D531-4E56-B07F-405DACAC33CB}" type="parTrans" cxnId="{01AABF4B-5393-4C39-967A-7C27D4D0C3F3}">
      <dgm:prSet/>
      <dgm:spPr/>
      <dgm:t>
        <a:bodyPr/>
        <a:lstStyle/>
        <a:p>
          <a:endParaRPr lang="pt-BR"/>
        </a:p>
      </dgm:t>
    </dgm:pt>
    <dgm:pt modelId="{CCB877B2-2D80-4D51-B5D8-08A5928B43B4}" type="sibTrans" cxnId="{01AABF4B-5393-4C39-967A-7C27D4D0C3F3}">
      <dgm:prSet/>
      <dgm:spPr/>
      <dgm:t>
        <a:bodyPr/>
        <a:lstStyle/>
        <a:p>
          <a:endParaRPr lang="pt-BR"/>
        </a:p>
      </dgm:t>
    </dgm:pt>
    <dgm:pt modelId="{C2CEB0D6-80DD-454B-99AF-18EE80B52334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Escalonamento </a:t>
          </a:r>
          <a:endParaRPr lang="pt-BR" dirty="0">
            <a:solidFill>
              <a:schemeClr val="bg1"/>
            </a:solidFill>
          </a:endParaRPr>
        </a:p>
      </dgm:t>
    </dgm:pt>
    <dgm:pt modelId="{84210670-1E79-41AF-A8E0-1201D1A089A8}" type="parTrans" cxnId="{06284CF4-1088-4D5B-9833-7FDC46C373A5}">
      <dgm:prSet/>
      <dgm:spPr/>
      <dgm:t>
        <a:bodyPr/>
        <a:lstStyle/>
        <a:p>
          <a:endParaRPr lang="pt-BR"/>
        </a:p>
      </dgm:t>
    </dgm:pt>
    <dgm:pt modelId="{8955D4BE-4934-4225-86B5-990C55276850}" type="sibTrans" cxnId="{06284CF4-1088-4D5B-9833-7FDC46C373A5}">
      <dgm:prSet/>
      <dgm:spPr/>
      <dgm:t>
        <a:bodyPr/>
        <a:lstStyle/>
        <a:p>
          <a:endParaRPr lang="pt-BR"/>
        </a:p>
      </dgm:t>
    </dgm:pt>
    <dgm:pt modelId="{3D13FA20-F4E1-4D91-A593-AB135125DD35}">
      <dgm:prSet phldrT="[Texto]"/>
      <dgm:spPr>
        <a:solidFill>
          <a:srgbClr val="002060"/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Validação</a:t>
          </a:r>
          <a:endParaRPr lang="pt-BR" dirty="0">
            <a:solidFill>
              <a:schemeClr val="bg1"/>
            </a:solidFill>
          </a:endParaRPr>
        </a:p>
      </dgm:t>
    </dgm:pt>
    <dgm:pt modelId="{1379FE90-B031-49B7-9936-F58A44672028}" type="parTrans" cxnId="{9F1D44B3-62D1-44F0-8A4E-7DBA41B3174B}">
      <dgm:prSet/>
      <dgm:spPr/>
      <dgm:t>
        <a:bodyPr/>
        <a:lstStyle/>
        <a:p>
          <a:endParaRPr lang="pt-BR"/>
        </a:p>
      </dgm:t>
    </dgm:pt>
    <dgm:pt modelId="{D3ACC569-2488-4AEE-82B0-79B7AFA1FCEF}" type="sibTrans" cxnId="{9F1D44B3-62D1-44F0-8A4E-7DBA41B3174B}">
      <dgm:prSet/>
      <dgm:spPr/>
      <dgm:t>
        <a:bodyPr/>
        <a:lstStyle/>
        <a:p>
          <a:endParaRPr lang="pt-BR"/>
        </a:p>
      </dgm:t>
    </dgm:pt>
    <dgm:pt modelId="{C56C593C-792C-441C-B8A2-4E4FA942E1B8}" type="pres">
      <dgm:prSet presAssocID="{F7038F35-E462-42AB-9282-5D7D5033066A}" presName="CompostProcess" presStyleCnt="0">
        <dgm:presLayoutVars>
          <dgm:dir/>
          <dgm:resizeHandles val="exact"/>
        </dgm:presLayoutVars>
      </dgm:prSet>
      <dgm:spPr/>
    </dgm:pt>
    <dgm:pt modelId="{1137FD7D-E07F-4C75-9673-64A5A8E47E2B}" type="pres">
      <dgm:prSet presAssocID="{F7038F35-E462-42AB-9282-5D7D5033066A}" presName="arrow" presStyleLbl="bgShp" presStyleIdx="0" presStyleCnt="1"/>
      <dgm:spPr/>
    </dgm:pt>
    <dgm:pt modelId="{1555A57F-C7B5-4C5F-9B47-C15D04BCA9B5}" type="pres">
      <dgm:prSet presAssocID="{F7038F35-E462-42AB-9282-5D7D5033066A}" presName="linearProcess" presStyleCnt="0"/>
      <dgm:spPr/>
    </dgm:pt>
    <dgm:pt modelId="{2E8CDED9-10EE-42CB-8EC2-08E97CD49C1D}" type="pres">
      <dgm:prSet presAssocID="{5E64892B-F3D7-4B93-B85E-BBFF9850D992}" presName="text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05AF8D6-8806-4E18-9B6A-8D22F4C60938}" type="pres">
      <dgm:prSet presAssocID="{55F250C1-4E4C-458B-809C-02CBEC3FD30F}" presName="sibTrans" presStyleCnt="0"/>
      <dgm:spPr/>
    </dgm:pt>
    <dgm:pt modelId="{5C1F1DE3-99D5-40FD-8708-3405731E214D}" type="pres">
      <dgm:prSet presAssocID="{B629531C-44FE-41AE-A911-809F43989522}" presName="text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D2CB5A1-904C-4A8C-A85F-69C3A14E5983}" type="pres">
      <dgm:prSet presAssocID="{6F560AE3-B884-44D2-9568-584EB6E82A94}" presName="sibTrans" presStyleCnt="0"/>
      <dgm:spPr/>
    </dgm:pt>
    <dgm:pt modelId="{16FD5F25-DB03-42CF-95D3-9CA8413F2E1A}" type="pres">
      <dgm:prSet presAssocID="{F6AC8791-7D19-4798-95A6-43966ED17425}" presName="text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046772C-5C1E-4933-9870-04EC1AB7C8CE}" type="pres">
      <dgm:prSet presAssocID="{436834CE-CECF-442D-ADB7-1BEE5CC14E13}" presName="sibTrans" presStyleCnt="0"/>
      <dgm:spPr/>
    </dgm:pt>
    <dgm:pt modelId="{7286060C-ADCF-4B08-9989-01FF780891F7}" type="pres">
      <dgm:prSet presAssocID="{C2CEB0D6-80DD-454B-99AF-18EE80B52334}" presName="text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962F97B-050B-4FCE-BF93-8FEF0DA2DE76}" type="pres">
      <dgm:prSet presAssocID="{8955D4BE-4934-4225-86B5-990C55276850}" presName="sibTrans" presStyleCnt="0"/>
      <dgm:spPr/>
    </dgm:pt>
    <dgm:pt modelId="{69860F7C-0C22-48D1-A25B-87BAB99EE035}" type="pres">
      <dgm:prSet presAssocID="{3D13FA20-F4E1-4D91-A593-AB135125DD35}" presName="text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9C7935D-83C2-4CEA-B751-38C97E794700}" type="pres">
      <dgm:prSet presAssocID="{D3ACC569-2488-4AEE-82B0-79B7AFA1FCEF}" presName="sibTrans" presStyleCnt="0"/>
      <dgm:spPr/>
    </dgm:pt>
    <dgm:pt modelId="{534EBCB0-5416-489F-8B08-622A1E5367B6}" type="pres">
      <dgm:prSet presAssocID="{20343F71-6C11-48A5-A252-4AD9BB9A5832}" presName="text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9F1D44B3-62D1-44F0-8A4E-7DBA41B3174B}" srcId="{F7038F35-E462-42AB-9282-5D7D5033066A}" destId="{3D13FA20-F4E1-4D91-A593-AB135125DD35}" srcOrd="4" destOrd="0" parTransId="{1379FE90-B031-49B7-9936-F58A44672028}" sibTransId="{D3ACC569-2488-4AEE-82B0-79B7AFA1FCEF}"/>
    <dgm:cxn modelId="{9DCF94D6-2FBE-42A7-A556-CAE8A9B2AC85}" type="presOf" srcId="{B629531C-44FE-41AE-A911-809F43989522}" destId="{5C1F1DE3-99D5-40FD-8708-3405731E214D}" srcOrd="0" destOrd="0" presId="urn:microsoft.com/office/officeart/2005/8/layout/hProcess9"/>
    <dgm:cxn modelId="{B6E2BFFE-9D3C-4089-B398-56391A433820}" srcId="{F7038F35-E462-42AB-9282-5D7D5033066A}" destId="{5E64892B-F3D7-4B93-B85E-BBFF9850D992}" srcOrd="0" destOrd="0" parTransId="{F22D0BF5-6932-4728-89A8-5084320AA8FD}" sibTransId="{55F250C1-4E4C-458B-809C-02CBEC3FD30F}"/>
    <dgm:cxn modelId="{F9C1FE94-6EE1-4284-9392-DF363D9999E5}" type="presOf" srcId="{C2CEB0D6-80DD-454B-99AF-18EE80B52334}" destId="{7286060C-ADCF-4B08-9989-01FF780891F7}" srcOrd="0" destOrd="0" presId="urn:microsoft.com/office/officeart/2005/8/layout/hProcess9"/>
    <dgm:cxn modelId="{0DFFB20B-2232-4197-B849-9AD5BEC7BF62}" type="presOf" srcId="{F7038F35-E462-42AB-9282-5D7D5033066A}" destId="{C56C593C-792C-441C-B8A2-4E4FA942E1B8}" srcOrd="0" destOrd="0" presId="urn:microsoft.com/office/officeart/2005/8/layout/hProcess9"/>
    <dgm:cxn modelId="{EBA4D36F-EDAE-4B7C-84B3-02373000333A}" srcId="{F7038F35-E462-42AB-9282-5D7D5033066A}" destId="{B629531C-44FE-41AE-A911-809F43989522}" srcOrd="1" destOrd="0" parTransId="{A2F35346-803F-48FB-83F9-9416871C82EF}" sibTransId="{6F560AE3-B884-44D2-9568-584EB6E82A94}"/>
    <dgm:cxn modelId="{AE48E49F-6622-48F6-88A6-963028C44B52}" type="presOf" srcId="{F6AC8791-7D19-4798-95A6-43966ED17425}" destId="{16FD5F25-DB03-42CF-95D3-9CA8413F2E1A}" srcOrd="0" destOrd="0" presId="urn:microsoft.com/office/officeart/2005/8/layout/hProcess9"/>
    <dgm:cxn modelId="{B2E5695D-D88E-4235-874C-D05B4C946024}" type="presOf" srcId="{3D13FA20-F4E1-4D91-A593-AB135125DD35}" destId="{69860F7C-0C22-48D1-A25B-87BAB99EE035}" srcOrd="0" destOrd="0" presId="urn:microsoft.com/office/officeart/2005/8/layout/hProcess9"/>
    <dgm:cxn modelId="{01AABF4B-5393-4C39-967A-7C27D4D0C3F3}" srcId="{F7038F35-E462-42AB-9282-5D7D5033066A}" destId="{20343F71-6C11-48A5-A252-4AD9BB9A5832}" srcOrd="5" destOrd="0" parTransId="{2F205932-D531-4E56-B07F-405DACAC33CB}" sibTransId="{CCB877B2-2D80-4D51-B5D8-08A5928B43B4}"/>
    <dgm:cxn modelId="{3ED9E393-1E63-4EDE-A29A-A10BB8F6CF5B}" srcId="{F7038F35-E462-42AB-9282-5D7D5033066A}" destId="{F6AC8791-7D19-4798-95A6-43966ED17425}" srcOrd="2" destOrd="0" parTransId="{9DB17D14-733D-4AC5-8195-9D228152D027}" sibTransId="{436834CE-CECF-442D-ADB7-1BEE5CC14E13}"/>
    <dgm:cxn modelId="{95894247-CB5A-4AF0-81DD-4CDB3ED929B7}" type="presOf" srcId="{5E64892B-F3D7-4B93-B85E-BBFF9850D992}" destId="{2E8CDED9-10EE-42CB-8EC2-08E97CD49C1D}" srcOrd="0" destOrd="0" presId="urn:microsoft.com/office/officeart/2005/8/layout/hProcess9"/>
    <dgm:cxn modelId="{CCCBAF29-D5BD-48CF-A0B9-5096708E6C49}" type="presOf" srcId="{20343F71-6C11-48A5-A252-4AD9BB9A5832}" destId="{534EBCB0-5416-489F-8B08-622A1E5367B6}" srcOrd="0" destOrd="0" presId="urn:microsoft.com/office/officeart/2005/8/layout/hProcess9"/>
    <dgm:cxn modelId="{06284CF4-1088-4D5B-9833-7FDC46C373A5}" srcId="{F7038F35-E462-42AB-9282-5D7D5033066A}" destId="{C2CEB0D6-80DD-454B-99AF-18EE80B52334}" srcOrd="3" destOrd="0" parTransId="{84210670-1E79-41AF-A8E0-1201D1A089A8}" sibTransId="{8955D4BE-4934-4225-86B5-990C55276850}"/>
    <dgm:cxn modelId="{FDAF2D82-90CE-437B-A921-1AE3185CEB8B}" type="presParOf" srcId="{C56C593C-792C-441C-B8A2-4E4FA942E1B8}" destId="{1137FD7D-E07F-4C75-9673-64A5A8E47E2B}" srcOrd="0" destOrd="0" presId="urn:microsoft.com/office/officeart/2005/8/layout/hProcess9"/>
    <dgm:cxn modelId="{B8A8F785-505A-4A6E-92A0-1298EE2FAF83}" type="presParOf" srcId="{C56C593C-792C-441C-B8A2-4E4FA942E1B8}" destId="{1555A57F-C7B5-4C5F-9B47-C15D04BCA9B5}" srcOrd="1" destOrd="0" presId="urn:microsoft.com/office/officeart/2005/8/layout/hProcess9"/>
    <dgm:cxn modelId="{C43586E5-77EE-4C95-AEAB-BC083878C9EC}" type="presParOf" srcId="{1555A57F-C7B5-4C5F-9B47-C15D04BCA9B5}" destId="{2E8CDED9-10EE-42CB-8EC2-08E97CD49C1D}" srcOrd="0" destOrd="0" presId="urn:microsoft.com/office/officeart/2005/8/layout/hProcess9"/>
    <dgm:cxn modelId="{2988E008-CDA0-4921-A803-4FDF9AFF36C5}" type="presParOf" srcId="{1555A57F-C7B5-4C5F-9B47-C15D04BCA9B5}" destId="{205AF8D6-8806-4E18-9B6A-8D22F4C60938}" srcOrd="1" destOrd="0" presId="urn:microsoft.com/office/officeart/2005/8/layout/hProcess9"/>
    <dgm:cxn modelId="{91FA9CCA-8986-4627-A0DF-632AD06E4C15}" type="presParOf" srcId="{1555A57F-C7B5-4C5F-9B47-C15D04BCA9B5}" destId="{5C1F1DE3-99D5-40FD-8708-3405731E214D}" srcOrd="2" destOrd="0" presId="urn:microsoft.com/office/officeart/2005/8/layout/hProcess9"/>
    <dgm:cxn modelId="{362614C8-8BC0-4EAA-A87A-2E0430C27DA2}" type="presParOf" srcId="{1555A57F-C7B5-4C5F-9B47-C15D04BCA9B5}" destId="{8D2CB5A1-904C-4A8C-A85F-69C3A14E5983}" srcOrd="3" destOrd="0" presId="urn:microsoft.com/office/officeart/2005/8/layout/hProcess9"/>
    <dgm:cxn modelId="{1B86F5A9-0914-4C38-813D-14B5EF6EBAB1}" type="presParOf" srcId="{1555A57F-C7B5-4C5F-9B47-C15D04BCA9B5}" destId="{16FD5F25-DB03-42CF-95D3-9CA8413F2E1A}" srcOrd="4" destOrd="0" presId="urn:microsoft.com/office/officeart/2005/8/layout/hProcess9"/>
    <dgm:cxn modelId="{944859F2-3FEE-484D-8471-B804B872CABE}" type="presParOf" srcId="{1555A57F-C7B5-4C5F-9B47-C15D04BCA9B5}" destId="{C046772C-5C1E-4933-9870-04EC1AB7C8CE}" srcOrd="5" destOrd="0" presId="urn:microsoft.com/office/officeart/2005/8/layout/hProcess9"/>
    <dgm:cxn modelId="{C0064D83-26AF-4156-870D-15701B5D8FFE}" type="presParOf" srcId="{1555A57F-C7B5-4C5F-9B47-C15D04BCA9B5}" destId="{7286060C-ADCF-4B08-9989-01FF780891F7}" srcOrd="6" destOrd="0" presId="urn:microsoft.com/office/officeart/2005/8/layout/hProcess9"/>
    <dgm:cxn modelId="{CD537A02-620D-4A36-9685-2801F5D4612C}" type="presParOf" srcId="{1555A57F-C7B5-4C5F-9B47-C15D04BCA9B5}" destId="{D962F97B-050B-4FCE-BF93-8FEF0DA2DE76}" srcOrd="7" destOrd="0" presId="urn:microsoft.com/office/officeart/2005/8/layout/hProcess9"/>
    <dgm:cxn modelId="{8CF926F9-DC3F-4AC1-AB74-243A086A9650}" type="presParOf" srcId="{1555A57F-C7B5-4C5F-9B47-C15D04BCA9B5}" destId="{69860F7C-0C22-48D1-A25B-87BAB99EE035}" srcOrd="8" destOrd="0" presId="urn:microsoft.com/office/officeart/2005/8/layout/hProcess9"/>
    <dgm:cxn modelId="{DD996376-82B4-41FC-8142-3043A6D82F91}" type="presParOf" srcId="{1555A57F-C7B5-4C5F-9B47-C15D04BCA9B5}" destId="{F9C7935D-83C2-4CEA-B751-38C97E794700}" srcOrd="9" destOrd="0" presId="urn:microsoft.com/office/officeart/2005/8/layout/hProcess9"/>
    <dgm:cxn modelId="{F63C86FE-BA7C-4DCF-902F-EF1509D43C80}" type="presParOf" srcId="{1555A57F-C7B5-4C5F-9B47-C15D04BCA9B5}" destId="{534EBCB0-5416-489F-8B08-622A1E5367B6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37FD7D-E07F-4C75-9673-64A5A8E47E2B}">
      <dsp:nvSpPr>
        <dsp:cNvPr id="0" name=""/>
        <dsp:cNvSpPr/>
      </dsp:nvSpPr>
      <dsp:spPr>
        <a:xfrm>
          <a:off x="664273" y="0"/>
          <a:ext cx="7528436" cy="2053994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61800" extrusionH="600" contourW="3000">
          <a:bevelT w="48600" h="1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8CDED9-10EE-42CB-8EC2-08E97CD49C1D}">
      <dsp:nvSpPr>
        <dsp:cNvPr id="0" name=""/>
        <dsp:cNvSpPr/>
      </dsp:nvSpPr>
      <dsp:spPr>
        <a:xfrm>
          <a:off x="4676" y="616198"/>
          <a:ext cx="1344684" cy="82159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Validação</a:t>
          </a:r>
          <a:endParaRPr lang="pt-BR" sz="1400" kern="1200" dirty="0"/>
        </a:p>
      </dsp:txBody>
      <dsp:txXfrm>
        <a:off x="44783" y="656305"/>
        <a:ext cx="1264470" cy="741383"/>
      </dsp:txXfrm>
    </dsp:sp>
    <dsp:sp modelId="{5C1F1DE3-99D5-40FD-8708-3405731E214D}">
      <dsp:nvSpPr>
        <dsp:cNvPr id="0" name=""/>
        <dsp:cNvSpPr/>
      </dsp:nvSpPr>
      <dsp:spPr>
        <a:xfrm>
          <a:off x="1505265" y="616198"/>
          <a:ext cx="1344684" cy="82159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Acionamento</a:t>
          </a:r>
          <a:endParaRPr lang="pt-BR" sz="1400" kern="1200" dirty="0"/>
        </a:p>
      </dsp:txBody>
      <dsp:txXfrm>
        <a:off x="1545372" y="656305"/>
        <a:ext cx="1264470" cy="741383"/>
      </dsp:txXfrm>
    </dsp:sp>
    <dsp:sp modelId="{16FD5F25-DB03-42CF-95D3-9CA8413F2E1A}">
      <dsp:nvSpPr>
        <dsp:cNvPr id="0" name=""/>
        <dsp:cNvSpPr/>
      </dsp:nvSpPr>
      <dsp:spPr>
        <a:xfrm>
          <a:off x="3005855" y="616198"/>
          <a:ext cx="1344684" cy="82159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Atuação</a:t>
          </a:r>
          <a:endParaRPr lang="pt-BR" sz="1400" kern="1200" dirty="0"/>
        </a:p>
      </dsp:txBody>
      <dsp:txXfrm>
        <a:off x="3045962" y="656305"/>
        <a:ext cx="1264470" cy="741383"/>
      </dsp:txXfrm>
    </dsp:sp>
    <dsp:sp modelId="{7286060C-ADCF-4B08-9989-01FF780891F7}">
      <dsp:nvSpPr>
        <dsp:cNvPr id="0" name=""/>
        <dsp:cNvSpPr/>
      </dsp:nvSpPr>
      <dsp:spPr>
        <a:xfrm>
          <a:off x="4506444" y="616198"/>
          <a:ext cx="1344684" cy="82159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Escalonamento </a:t>
          </a:r>
          <a:endParaRPr lang="pt-BR" sz="1400" kern="1200" dirty="0"/>
        </a:p>
      </dsp:txBody>
      <dsp:txXfrm>
        <a:off x="4546551" y="656305"/>
        <a:ext cx="1264470" cy="741383"/>
      </dsp:txXfrm>
    </dsp:sp>
    <dsp:sp modelId="{69860F7C-0C22-48D1-A25B-87BAB99EE035}">
      <dsp:nvSpPr>
        <dsp:cNvPr id="0" name=""/>
        <dsp:cNvSpPr/>
      </dsp:nvSpPr>
      <dsp:spPr>
        <a:xfrm>
          <a:off x="6007034" y="616198"/>
          <a:ext cx="1344684" cy="82159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Validação</a:t>
          </a:r>
          <a:endParaRPr lang="pt-BR" sz="1400" kern="1200" dirty="0"/>
        </a:p>
      </dsp:txBody>
      <dsp:txXfrm>
        <a:off x="6047141" y="656305"/>
        <a:ext cx="1264470" cy="741383"/>
      </dsp:txXfrm>
    </dsp:sp>
    <dsp:sp modelId="{534EBCB0-5416-489F-8B08-622A1E5367B6}">
      <dsp:nvSpPr>
        <dsp:cNvPr id="0" name=""/>
        <dsp:cNvSpPr/>
      </dsp:nvSpPr>
      <dsp:spPr>
        <a:xfrm>
          <a:off x="7507623" y="616198"/>
          <a:ext cx="1344684" cy="82159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Fechamento</a:t>
          </a:r>
          <a:endParaRPr lang="pt-BR" sz="1400" kern="1200" dirty="0"/>
        </a:p>
      </dsp:txBody>
      <dsp:txXfrm>
        <a:off x="7547730" y="656305"/>
        <a:ext cx="1264470" cy="74138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37FD7D-E07F-4C75-9673-64A5A8E47E2B}">
      <dsp:nvSpPr>
        <dsp:cNvPr id="0" name=""/>
        <dsp:cNvSpPr/>
      </dsp:nvSpPr>
      <dsp:spPr>
        <a:xfrm>
          <a:off x="769464" y="0"/>
          <a:ext cx="8720596" cy="1944216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61800" extrusionH="600" contourW="3000">
          <a:bevelT w="48600" h="1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8CDED9-10EE-42CB-8EC2-08E97CD49C1D}">
      <dsp:nvSpPr>
        <dsp:cNvPr id="0" name=""/>
        <dsp:cNvSpPr/>
      </dsp:nvSpPr>
      <dsp:spPr>
        <a:xfrm>
          <a:off x="2191" y="583264"/>
          <a:ext cx="1543249" cy="7776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Validação</a:t>
          </a:r>
          <a:endParaRPr lang="pt-BR" sz="1600" kern="1200" dirty="0"/>
        </a:p>
      </dsp:txBody>
      <dsp:txXfrm>
        <a:off x="40155" y="621228"/>
        <a:ext cx="1467321" cy="701758"/>
      </dsp:txXfrm>
    </dsp:sp>
    <dsp:sp modelId="{5C1F1DE3-99D5-40FD-8708-3405731E214D}">
      <dsp:nvSpPr>
        <dsp:cNvPr id="0" name=""/>
        <dsp:cNvSpPr/>
      </dsp:nvSpPr>
      <dsp:spPr>
        <a:xfrm>
          <a:off x="1744570" y="583264"/>
          <a:ext cx="1543249" cy="7776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Acionamento</a:t>
          </a:r>
          <a:endParaRPr lang="pt-BR" sz="1600" kern="1200" dirty="0"/>
        </a:p>
      </dsp:txBody>
      <dsp:txXfrm>
        <a:off x="1782534" y="621228"/>
        <a:ext cx="1467321" cy="701758"/>
      </dsp:txXfrm>
    </dsp:sp>
    <dsp:sp modelId="{16FD5F25-DB03-42CF-95D3-9CA8413F2E1A}">
      <dsp:nvSpPr>
        <dsp:cNvPr id="0" name=""/>
        <dsp:cNvSpPr/>
      </dsp:nvSpPr>
      <dsp:spPr>
        <a:xfrm>
          <a:off x="3486948" y="583264"/>
          <a:ext cx="1543249" cy="7776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Atuação</a:t>
          </a:r>
          <a:endParaRPr lang="pt-BR" sz="1600" kern="1200" dirty="0"/>
        </a:p>
      </dsp:txBody>
      <dsp:txXfrm>
        <a:off x="3524912" y="621228"/>
        <a:ext cx="1467321" cy="701758"/>
      </dsp:txXfrm>
    </dsp:sp>
    <dsp:sp modelId="{7286060C-ADCF-4B08-9989-01FF780891F7}">
      <dsp:nvSpPr>
        <dsp:cNvPr id="0" name=""/>
        <dsp:cNvSpPr/>
      </dsp:nvSpPr>
      <dsp:spPr>
        <a:xfrm>
          <a:off x="5229326" y="583264"/>
          <a:ext cx="1543249" cy="7776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Escalonamento </a:t>
          </a:r>
          <a:endParaRPr lang="pt-BR" sz="1600" kern="1200" dirty="0"/>
        </a:p>
      </dsp:txBody>
      <dsp:txXfrm>
        <a:off x="5267290" y="621228"/>
        <a:ext cx="1467321" cy="701758"/>
      </dsp:txXfrm>
    </dsp:sp>
    <dsp:sp modelId="{69860F7C-0C22-48D1-A25B-87BAB99EE035}">
      <dsp:nvSpPr>
        <dsp:cNvPr id="0" name=""/>
        <dsp:cNvSpPr/>
      </dsp:nvSpPr>
      <dsp:spPr>
        <a:xfrm>
          <a:off x="6971705" y="583264"/>
          <a:ext cx="1543249" cy="7776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Validação</a:t>
          </a:r>
          <a:endParaRPr lang="pt-BR" sz="1600" kern="1200" dirty="0"/>
        </a:p>
      </dsp:txBody>
      <dsp:txXfrm>
        <a:off x="7009669" y="621228"/>
        <a:ext cx="1467321" cy="701758"/>
      </dsp:txXfrm>
    </dsp:sp>
    <dsp:sp modelId="{534EBCB0-5416-489F-8B08-622A1E5367B6}">
      <dsp:nvSpPr>
        <dsp:cNvPr id="0" name=""/>
        <dsp:cNvSpPr/>
      </dsp:nvSpPr>
      <dsp:spPr>
        <a:xfrm>
          <a:off x="8714083" y="583264"/>
          <a:ext cx="1543249" cy="7776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Fechamento</a:t>
          </a:r>
          <a:endParaRPr lang="pt-BR" sz="1600" kern="1200" dirty="0"/>
        </a:p>
      </dsp:txBody>
      <dsp:txXfrm>
        <a:off x="8752047" y="621228"/>
        <a:ext cx="1467321" cy="7017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37FD7D-E07F-4C75-9673-64A5A8E47E2B}">
      <dsp:nvSpPr>
        <dsp:cNvPr id="0" name=""/>
        <dsp:cNvSpPr/>
      </dsp:nvSpPr>
      <dsp:spPr>
        <a:xfrm>
          <a:off x="769464" y="0"/>
          <a:ext cx="8720596" cy="1944216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61800" extrusionH="600" contourW="3000">
          <a:bevelT w="48600" h="1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8CDED9-10EE-42CB-8EC2-08E97CD49C1D}">
      <dsp:nvSpPr>
        <dsp:cNvPr id="0" name=""/>
        <dsp:cNvSpPr/>
      </dsp:nvSpPr>
      <dsp:spPr>
        <a:xfrm>
          <a:off x="2191" y="583264"/>
          <a:ext cx="1543249" cy="7776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Validação</a:t>
          </a:r>
          <a:endParaRPr lang="pt-BR" sz="1600" kern="1200" dirty="0"/>
        </a:p>
      </dsp:txBody>
      <dsp:txXfrm>
        <a:off x="40155" y="621228"/>
        <a:ext cx="1467321" cy="701758"/>
      </dsp:txXfrm>
    </dsp:sp>
    <dsp:sp modelId="{5C1F1DE3-99D5-40FD-8708-3405731E214D}">
      <dsp:nvSpPr>
        <dsp:cNvPr id="0" name=""/>
        <dsp:cNvSpPr/>
      </dsp:nvSpPr>
      <dsp:spPr>
        <a:xfrm>
          <a:off x="1744570" y="583264"/>
          <a:ext cx="1543249" cy="7776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Acionamento</a:t>
          </a:r>
          <a:endParaRPr lang="pt-BR" sz="1600" kern="1200" dirty="0"/>
        </a:p>
      </dsp:txBody>
      <dsp:txXfrm>
        <a:off x="1782534" y="621228"/>
        <a:ext cx="1467321" cy="701758"/>
      </dsp:txXfrm>
    </dsp:sp>
    <dsp:sp modelId="{16FD5F25-DB03-42CF-95D3-9CA8413F2E1A}">
      <dsp:nvSpPr>
        <dsp:cNvPr id="0" name=""/>
        <dsp:cNvSpPr/>
      </dsp:nvSpPr>
      <dsp:spPr>
        <a:xfrm>
          <a:off x="3486948" y="583264"/>
          <a:ext cx="1543249" cy="7776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Atuação</a:t>
          </a:r>
          <a:endParaRPr lang="pt-BR" sz="1600" kern="1200" dirty="0"/>
        </a:p>
      </dsp:txBody>
      <dsp:txXfrm>
        <a:off x="3524912" y="621228"/>
        <a:ext cx="1467321" cy="701758"/>
      </dsp:txXfrm>
    </dsp:sp>
    <dsp:sp modelId="{7286060C-ADCF-4B08-9989-01FF780891F7}">
      <dsp:nvSpPr>
        <dsp:cNvPr id="0" name=""/>
        <dsp:cNvSpPr/>
      </dsp:nvSpPr>
      <dsp:spPr>
        <a:xfrm>
          <a:off x="5229326" y="583264"/>
          <a:ext cx="1543249" cy="7776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Escalonamento </a:t>
          </a:r>
          <a:endParaRPr lang="pt-BR" sz="1600" kern="1200" dirty="0"/>
        </a:p>
      </dsp:txBody>
      <dsp:txXfrm>
        <a:off x="5267290" y="621228"/>
        <a:ext cx="1467321" cy="701758"/>
      </dsp:txXfrm>
    </dsp:sp>
    <dsp:sp modelId="{69860F7C-0C22-48D1-A25B-87BAB99EE035}">
      <dsp:nvSpPr>
        <dsp:cNvPr id="0" name=""/>
        <dsp:cNvSpPr/>
      </dsp:nvSpPr>
      <dsp:spPr>
        <a:xfrm>
          <a:off x="6971705" y="583264"/>
          <a:ext cx="1543249" cy="7776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Validação</a:t>
          </a:r>
          <a:endParaRPr lang="pt-BR" sz="1600" kern="1200" dirty="0"/>
        </a:p>
      </dsp:txBody>
      <dsp:txXfrm>
        <a:off x="7009669" y="621228"/>
        <a:ext cx="1467321" cy="701758"/>
      </dsp:txXfrm>
    </dsp:sp>
    <dsp:sp modelId="{534EBCB0-5416-489F-8B08-622A1E5367B6}">
      <dsp:nvSpPr>
        <dsp:cNvPr id="0" name=""/>
        <dsp:cNvSpPr/>
      </dsp:nvSpPr>
      <dsp:spPr>
        <a:xfrm>
          <a:off x="8714083" y="583264"/>
          <a:ext cx="1543249" cy="7776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Fechamento</a:t>
          </a:r>
          <a:endParaRPr lang="pt-BR" sz="1600" kern="1200" dirty="0"/>
        </a:p>
      </dsp:txBody>
      <dsp:txXfrm>
        <a:off x="8752047" y="621228"/>
        <a:ext cx="1467321" cy="70175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37FD7D-E07F-4C75-9673-64A5A8E47E2B}">
      <dsp:nvSpPr>
        <dsp:cNvPr id="0" name=""/>
        <dsp:cNvSpPr/>
      </dsp:nvSpPr>
      <dsp:spPr>
        <a:xfrm>
          <a:off x="769464" y="0"/>
          <a:ext cx="8720596" cy="1944216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61800" extrusionH="600" contourW="3000">
          <a:bevelT w="48600" h="1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8CDED9-10EE-42CB-8EC2-08E97CD49C1D}">
      <dsp:nvSpPr>
        <dsp:cNvPr id="0" name=""/>
        <dsp:cNvSpPr/>
      </dsp:nvSpPr>
      <dsp:spPr>
        <a:xfrm>
          <a:off x="2191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Validação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40155" y="621228"/>
        <a:ext cx="1467321" cy="701758"/>
      </dsp:txXfrm>
    </dsp:sp>
    <dsp:sp modelId="{5C1F1DE3-99D5-40FD-8708-3405731E214D}">
      <dsp:nvSpPr>
        <dsp:cNvPr id="0" name=""/>
        <dsp:cNvSpPr/>
      </dsp:nvSpPr>
      <dsp:spPr>
        <a:xfrm>
          <a:off x="1744570" y="583264"/>
          <a:ext cx="1543249" cy="7776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Acionamento</a:t>
          </a:r>
          <a:endParaRPr lang="pt-BR" sz="1600" kern="1200" dirty="0"/>
        </a:p>
      </dsp:txBody>
      <dsp:txXfrm>
        <a:off x="1782534" y="621228"/>
        <a:ext cx="1467321" cy="701758"/>
      </dsp:txXfrm>
    </dsp:sp>
    <dsp:sp modelId="{16FD5F25-DB03-42CF-95D3-9CA8413F2E1A}">
      <dsp:nvSpPr>
        <dsp:cNvPr id="0" name=""/>
        <dsp:cNvSpPr/>
      </dsp:nvSpPr>
      <dsp:spPr>
        <a:xfrm>
          <a:off x="3486948" y="583264"/>
          <a:ext cx="1543249" cy="7776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Atuação</a:t>
          </a:r>
          <a:endParaRPr lang="pt-BR" sz="1600" kern="1200" dirty="0"/>
        </a:p>
      </dsp:txBody>
      <dsp:txXfrm>
        <a:off x="3524912" y="621228"/>
        <a:ext cx="1467321" cy="701758"/>
      </dsp:txXfrm>
    </dsp:sp>
    <dsp:sp modelId="{7286060C-ADCF-4B08-9989-01FF780891F7}">
      <dsp:nvSpPr>
        <dsp:cNvPr id="0" name=""/>
        <dsp:cNvSpPr/>
      </dsp:nvSpPr>
      <dsp:spPr>
        <a:xfrm>
          <a:off x="5229326" y="583264"/>
          <a:ext cx="1543249" cy="7776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Escalonamento </a:t>
          </a:r>
          <a:endParaRPr lang="pt-BR" sz="1600" kern="1200" dirty="0"/>
        </a:p>
      </dsp:txBody>
      <dsp:txXfrm>
        <a:off x="5267290" y="621228"/>
        <a:ext cx="1467321" cy="701758"/>
      </dsp:txXfrm>
    </dsp:sp>
    <dsp:sp modelId="{69860F7C-0C22-48D1-A25B-87BAB99EE035}">
      <dsp:nvSpPr>
        <dsp:cNvPr id="0" name=""/>
        <dsp:cNvSpPr/>
      </dsp:nvSpPr>
      <dsp:spPr>
        <a:xfrm>
          <a:off x="6971705" y="583264"/>
          <a:ext cx="1543249" cy="7776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Validação</a:t>
          </a:r>
          <a:endParaRPr lang="pt-BR" sz="1600" kern="1200" dirty="0"/>
        </a:p>
      </dsp:txBody>
      <dsp:txXfrm>
        <a:off x="7009669" y="621228"/>
        <a:ext cx="1467321" cy="701758"/>
      </dsp:txXfrm>
    </dsp:sp>
    <dsp:sp modelId="{534EBCB0-5416-489F-8B08-622A1E5367B6}">
      <dsp:nvSpPr>
        <dsp:cNvPr id="0" name=""/>
        <dsp:cNvSpPr/>
      </dsp:nvSpPr>
      <dsp:spPr>
        <a:xfrm>
          <a:off x="8714083" y="583264"/>
          <a:ext cx="1543249" cy="7776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Fechamento</a:t>
          </a:r>
          <a:endParaRPr lang="pt-BR" sz="1600" kern="1200" dirty="0"/>
        </a:p>
      </dsp:txBody>
      <dsp:txXfrm>
        <a:off x="8752047" y="621228"/>
        <a:ext cx="1467321" cy="70175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37FD7D-E07F-4C75-9673-64A5A8E47E2B}">
      <dsp:nvSpPr>
        <dsp:cNvPr id="0" name=""/>
        <dsp:cNvSpPr/>
      </dsp:nvSpPr>
      <dsp:spPr>
        <a:xfrm>
          <a:off x="769464" y="0"/>
          <a:ext cx="8720596" cy="1944216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61800" extrusionH="600" contourW="3000">
          <a:bevelT w="48600" h="1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8CDED9-10EE-42CB-8EC2-08E97CD49C1D}">
      <dsp:nvSpPr>
        <dsp:cNvPr id="0" name=""/>
        <dsp:cNvSpPr/>
      </dsp:nvSpPr>
      <dsp:spPr>
        <a:xfrm>
          <a:off x="2191" y="583264"/>
          <a:ext cx="1543249" cy="777686"/>
        </a:xfrm>
        <a:prstGeom prst="round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tx1"/>
              </a:solidFill>
            </a:rPr>
            <a:t>Validação</a:t>
          </a:r>
          <a:endParaRPr lang="pt-BR" sz="1600" kern="1200" dirty="0">
            <a:solidFill>
              <a:schemeClr val="tx1"/>
            </a:solidFill>
          </a:endParaRPr>
        </a:p>
      </dsp:txBody>
      <dsp:txXfrm>
        <a:off x="40155" y="621228"/>
        <a:ext cx="1467321" cy="701758"/>
      </dsp:txXfrm>
    </dsp:sp>
    <dsp:sp modelId="{5C1F1DE3-99D5-40FD-8708-3405731E214D}">
      <dsp:nvSpPr>
        <dsp:cNvPr id="0" name=""/>
        <dsp:cNvSpPr/>
      </dsp:nvSpPr>
      <dsp:spPr>
        <a:xfrm>
          <a:off x="1744570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Acionamento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1782534" y="621228"/>
        <a:ext cx="1467321" cy="701758"/>
      </dsp:txXfrm>
    </dsp:sp>
    <dsp:sp modelId="{16FD5F25-DB03-42CF-95D3-9CA8413F2E1A}">
      <dsp:nvSpPr>
        <dsp:cNvPr id="0" name=""/>
        <dsp:cNvSpPr/>
      </dsp:nvSpPr>
      <dsp:spPr>
        <a:xfrm>
          <a:off x="3486948" y="583264"/>
          <a:ext cx="1543249" cy="7776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Atuação</a:t>
          </a:r>
          <a:endParaRPr lang="pt-BR" sz="1600" kern="1200" dirty="0"/>
        </a:p>
      </dsp:txBody>
      <dsp:txXfrm>
        <a:off x="3524912" y="621228"/>
        <a:ext cx="1467321" cy="701758"/>
      </dsp:txXfrm>
    </dsp:sp>
    <dsp:sp modelId="{7286060C-ADCF-4B08-9989-01FF780891F7}">
      <dsp:nvSpPr>
        <dsp:cNvPr id="0" name=""/>
        <dsp:cNvSpPr/>
      </dsp:nvSpPr>
      <dsp:spPr>
        <a:xfrm>
          <a:off x="5229326" y="583264"/>
          <a:ext cx="1543249" cy="7776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Escalonamento </a:t>
          </a:r>
          <a:endParaRPr lang="pt-BR" sz="1600" kern="1200" dirty="0"/>
        </a:p>
      </dsp:txBody>
      <dsp:txXfrm>
        <a:off x="5267290" y="621228"/>
        <a:ext cx="1467321" cy="701758"/>
      </dsp:txXfrm>
    </dsp:sp>
    <dsp:sp modelId="{69860F7C-0C22-48D1-A25B-87BAB99EE035}">
      <dsp:nvSpPr>
        <dsp:cNvPr id="0" name=""/>
        <dsp:cNvSpPr/>
      </dsp:nvSpPr>
      <dsp:spPr>
        <a:xfrm>
          <a:off x="6971705" y="583264"/>
          <a:ext cx="1543249" cy="7776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Validação</a:t>
          </a:r>
          <a:endParaRPr lang="pt-BR" sz="1600" kern="1200" dirty="0"/>
        </a:p>
      </dsp:txBody>
      <dsp:txXfrm>
        <a:off x="7009669" y="621228"/>
        <a:ext cx="1467321" cy="701758"/>
      </dsp:txXfrm>
    </dsp:sp>
    <dsp:sp modelId="{534EBCB0-5416-489F-8B08-622A1E5367B6}">
      <dsp:nvSpPr>
        <dsp:cNvPr id="0" name=""/>
        <dsp:cNvSpPr/>
      </dsp:nvSpPr>
      <dsp:spPr>
        <a:xfrm>
          <a:off x="8714083" y="583264"/>
          <a:ext cx="1543249" cy="7776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Fechamento</a:t>
          </a:r>
          <a:endParaRPr lang="pt-BR" sz="1600" kern="1200" dirty="0"/>
        </a:p>
      </dsp:txBody>
      <dsp:txXfrm>
        <a:off x="8752047" y="621228"/>
        <a:ext cx="1467321" cy="70175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37FD7D-E07F-4C75-9673-64A5A8E47E2B}">
      <dsp:nvSpPr>
        <dsp:cNvPr id="0" name=""/>
        <dsp:cNvSpPr/>
      </dsp:nvSpPr>
      <dsp:spPr>
        <a:xfrm>
          <a:off x="769464" y="0"/>
          <a:ext cx="8720596" cy="1944216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61800" extrusionH="600" contourW="3000">
          <a:bevelT w="48600" h="1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8CDED9-10EE-42CB-8EC2-08E97CD49C1D}">
      <dsp:nvSpPr>
        <dsp:cNvPr id="0" name=""/>
        <dsp:cNvSpPr/>
      </dsp:nvSpPr>
      <dsp:spPr>
        <a:xfrm>
          <a:off x="2191" y="583264"/>
          <a:ext cx="1543249" cy="777686"/>
        </a:xfrm>
        <a:prstGeom prst="round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tx1"/>
              </a:solidFill>
            </a:rPr>
            <a:t>Validação</a:t>
          </a:r>
          <a:endParaRPr lang="pt-BR" sz="1600" kern="1200" dirty="0">
            <a:solidFill>
              <a:schemeClr val="tx1"/>
            </a:solidFill>
          </a:endParaRPr>
        </a:p>
      </dsp:txBody>
      <dsp:txXfrm>
        <a:off x="40155" y="621228"/>
        <a:ext cx="1467321" cy="701758"/>
      </dsp:txXfrm>
    </dsp:sp>
    <dsp:sp modelId="{5C1F1DE3-99D5-40FD-8708-3405731E214D}">
      <dsp:nvSpPr>
        <dsp:cNvPr id="0" name=""/>
        <dsp:cNvSpPr/>
      </dsp:nvSpPr>
      <dsp:spPr>
        <a:xfrm>
          <a:off x="1744570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Acionamento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1782534" y="621228"/>
        <a:ext cx="1467321" cy="701758"/>
      </dsp:txXfrm>
    </dsp:sp>
    <dsp:sp modelId="{16FD5F25-DB03-42CF-95D3-9CA8413F2E1A}">
      <dsp:nvSpPr>
        <dsp:cNvPr id="0" name=""/>
        <dsp:cNvSpPr/>
      </dsp:nvSpPr>
      <dsp:spPr>
        <a:xfrm>
          <a:off x="3486948" y="583264"/>
          <a:ext cx="1543249" cy="7776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Atuação</a:t>
          </a:r>
          <a:endParaRPr lang="pt-BR" sz="1600" kern="1200" dirty="0"/>
        </a:p>
      </dsp:txBody>
      <dsp:txXfrm>
        <a:off x="3524912" y="621228"/>
        <a:ext cx="1467321" cy="701758"/>
      </dsp:txXfrm>
    </dsp:sp>
    <dsp:sp modelId="{7286060C-ADCF-4B08-9989-01FF780891F7}">
      <dsp:nvSpPr>
        <dsp:cNvPr id="0" name=""/>
        <dsp:cNvSpPr/>
      </dsp:nvSpPr>
      <dsp:spPr>
        <a:xfrm>
          <a:off x="5229326" y="583264"/>
          <a:ext cx="1543249" cy="7776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Escalonamento </a:t>
          </a:r>
          <a:endParaRPr lang="pt-BR" sz="1600" kern="1200" dirty="0"/>
        </a:p>
      </dsp:txBody>
      <dsp:txXfrm>
        <a:off x="5267290" y="621228"/>
        <a:ext cx="1467321" cy="701758"/>
      </dsp:txXfrm>
    </dsp:sp>
    <dsp:sp modelId="{69860F7C-0C22-48D1-A25B-87BAB99EE035}">
      <dsp:nvSpPr>
        <dsp:cNvPr id="0" name=""/>
        <dsp:cNvSpPr/>
      </dsp:nvSpPr>
      <dsp:spPr>
        <a:xfrm>
          <a:off x="6971705" y="583264"/>
          <a:ext cx="1543249" cy="7776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Validação</a:t>
          </a:r>
          <a:endParaRPr lang="pt-BR" sz="1600" kern="1200" dirty="0"/>
        </a:p>
      </dsp:txBody>
      <dsp:txXfrm>
        <a:off x="7009669" y="621228"/>
        <a:ext cx="1467321" cy="701758"/>
      </dsp:txXfrm>
    </dsp:sp>
    <dsp:sp modelId="{534EBCB0-5416-489F-8B08-622A1E5367B6}">
      <dsp:nvSpPr>
        <dsp:cNvPr id="0" name=""/>
        <dsp:cNvSpPr/>
      </dsp:nvSpPr>
      <dsp:spPr>
        <a:xfrm>
          <a:off x="8714083" y="583264"/>
          <a:ext cx="1543249" cy="7776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Fechamento</a:t>
          </a:r>
          <a:endParaRPr lang="pt-BR" sz="1600" kern="1200" dirty="0"/>
        </a:p>
      </dsp:txBody>
      <dsp:txXfrm>
        <a:off x="8752047" y="621228"/>
        <a:ext cx="1467321" cy="70175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37FD7D-E07F-4C75-9673-64A5A8E47E2B}">
      <dsp:nvSpPr>
        <dsp:cNvPr id="0" name=""/>
        <dsp:cNvSpPr/>
      </dsp:nvSpPr>
      <dsp:spPr>
        <a:xfrm>
          <a:off x="769464" y="0"/>
          <a:ext cx="8720596" cy="1944216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61800" extrusionH="600" contourW="3000">
          <a:bevelT w="48600" h="1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8CDED9-10EE-42CB-8EC2-08E97CD49C1D}">
      <dsp:nvSpPr>
        <dsp:cNvPr id="0" name=""/>
        <dsp:cNvSpPr/>
      </dsp:nvSpPr>
      <dsp:spPr>
        <a:xfrm>
          <a:off x="2191" y="583264"/>
          <a:ext cx="1543249" cy="777686"/>
        </a:xfrm>
        <a:prstGeom prst="round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tx1"/>
              </a:solidFill>
            </a:rPr>
            <a:t>Validação</a:t>
          </a:r>
          <a:endParaRPr lang="pt-BR" sz="1600" kern="1200" dirty="0">
            <a:solidFill>
              <a:schemeClr val="tx1"/>
            </a:solidFill>
          </a:endParaRPr>
        </a:p>
      </dsp:txBody>
      <dsp:txXfrm>
        <a:off x="40155" y="621228"/>
        <a:ext cx="1467321" cy="701758"/>
      </dsp:txXfrm>
    </dsp:sp>
    <dsp:sp modelId="{5C1F1DE3-99D5-40FD-8708-3405731E214D}">
      <dsp:nvSpPr>
        <dsp:cNvPr id="0" name=""/>
        <dsp:cNvSpPr/>
      </dsp:nvSpPr>
      <dsp:spPr>
        <a:xfrm>
          <a:off x="1744570" y="583264"/>
          <a:ext cx="1543249" cy="777686"/>
        </a:xfrm>
        <a:prstGeom prst="round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tx1"/>
              </a:solidFill>
            </a:rPr>
            <a:t>Acionamento</a:t>
          </a:r>
          <a:endParaRPr lang="pt-BR" sz="1600" kern="1200" dirty="0">
            <a:solidFill>
              <a:schemeClr val="tx1"/>
            </a:solidFill>
          </a:endParaRPr>
        </a:p>
      </dsp:txBody>
      <dsp:txXfrm>
        <a:off x="1782534" y="621228"/>
        <a:ext cx="1467321" cy="701758"/>
      </dsp:txXfrm>
    </dsp:sp>
    <dsp:sp modelId="{16FD5F25-DB03-42CF-95D3-9CA8413F2E1A}">
      <dsp:nvSpPr>
        <dsp:cNvPr id="0" name=""/>
        <dsp:cNvSpPr/>
      </dsp:nvSpPr>
      <dsp:spPr>
        <a:xfrm>
          <a:off x="3486948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Atuação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3524912" y="621228"/>
        <a:ext cx="1467321" cy="701758"/>
      </dsp:txXfrm>
    </dsp:sp>
    <dsp:sp modelId="{7286060C-ADCF-4B08-9989-01FF780891F7}">
      <dsp:nvSpPr>
        <dsp:cNvPr id="0" name=""/>
        <dsp:cNvSpPr/>
      </dsp:nvSpPr>
      <dsp:spPr>
        <a:xfrm>
          <a:off x="5229326" y="583264"/>
          <a:ext cx="1543249" cy="7776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Escalonamento </a:t>
          </a:r>
          <a:endParaRPr lang="pt-BR" sz="1600" kern="1200" dirty="0"/>
        </a:p>
      </dsp:txBody>
      <dsp:txXfrm>
        <a:off x="5267290" y="621228"/>
        <a:ext cx="1467321" cy="701758"/>
      </dsp:txXfrm>
    </dsp:sp>
    <dsp:sp modelId="{69860F7C-0C22-48D1-A25B-87BAB99EE035}">
      <dsp:nvSpPr>
        <dsp:cNvPr id="0" name=""/>
        <dsp:cNvSpPr/>
      </dsp:nvSpPr>
      <dsp:spPr>
        <a:xfrm>
          <a:off x="6971705" y="583264"/>
          <a:ext cx="1543249" cy="7776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Validação</a:t>
          </a:r>
          <a:endParaRPr lang="pt-BR" sz="1600" kern="1200" dirty="0"/>
        </a:p>
      </dsp:txBody>
      <dsp:txXfrm>
        <a:off x="7009669" y="621228"/>
        <a:ext cx="1467321" cy="701758"/>
      </dsp:txXfrm>
    </dsp:sp>
    <dsp:sp modelId="{534EBCB0-5416-489F-8B08-622A1E5367B6}">
      <dsp:nvSpPr>
        <dsp:cNvPr id="0" name=""/>
        <dsp:cNvSpPr/>
      </dsp:nvSpPr>
      <dsp:spPr>
        <a:xfrm>
          <a:off x="8714083" y="583264"/>
          <a:ext cx="1543249" cy="7776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Fechamento</a:t>
          </a:r>
          <a:endParaRPr lang="pt-BR" sz="1600" kern="1200" dirty="0"/>
        </a:p>
      </dsp:txBody>
      <dsp:txXfrm>
        <a:off x="8752047" y="621228"/>
        <a:ext cx="1467321" cy="70175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37FD7D-E07F-4C75-9673-64A5A8E47E2B}">
      <dsp:nvSpPr>
        <dsp:cNvPr id="0" name=""/>
        <dsp:cNvSpPr/>
      </dsp:nvSpPr>
      <dsp:spPr>
        <a:xfrm>
          <a:off x="769464" y="0"/>
          <a:ext cx="8720596" cy="1944216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61800" extrusionH="600" contourW="3000">
          <a:bevelT w="48600" h="1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8CDED9-10EE-42CB-8EC2-08E97CD49C1D}">
      <dsp:nvSpPr>
        <dsp:cNvPr id="0" name=""/>
        <dsp:cNvSpPr/>
      </dsp:nvSpPr>
      <dsp:spPr>
        <a:xfrm>
          <a:off x="2191" y="583264"/>
          <a:ext cx="1543249" cy="777686"/>
        </a:xfrm>
        <a:prstGeom prst="round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tx1"/>
              </a:solidFill>
            </a:rPr>
            <a:t>Validação</a:t>
          </a:r>
          <a:endParaRPr lang="pt-BR" sz="1600" kern="1200" dirty="0">
            <a:solidFill>
              <a:schemeClr val="tx1"/>
            </a:solidFill>
          </a:endParaRPr>
        </a:p>
      </dsp:txBody>
      <dsp:txXfrm>
        <a:off x="40155" y="621228"/>
        <a:ext cx="1467321" cy="701758"/>
      </dsp:txXfrm>
    </dsp:sp>
    <dsp:sp modelId="{5C1F1DE3-99D5-40FD-8708-3405731E214D}">
      <dsp:nvSpPr>
        <dsp:cNvPr id="0" name=""/>
        <dsp:cNvSpPr/>
      </dsp:nvSpPr>
      <dsp:spPr>
        <a:xfrm>
          <a:off x="1744570" y="583264"/>
          <a:ext cx="1543249" cy="777686"/>
        </a:xfrm>
        <a:prstGeom prst="round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tx1"/>
              </a:solidFill>
            </a:rPr>
            <a:t>Acionamento</a:t>
          </a:r>
          <a:endParaRPr lang="pt-BR" sz="1600" kern="1200" dirty="0">
            <a:solidFill>
              <a:schemeClr val="tx1"/>
            </a:solidFill>
          </a:endParaRPr>
        </a:p>
      </dsp:txBody>
      <dsp:txXfrm>
        <a:off x="1782534" y="621228"/>
        <a:ext cx="1467321" cy="701758"/>
      </dsp:txXfrm>
    </dsp:sp>
    <dsp:sp modelId="{16FD5F25-DB03-42CF-95D3-9CA8413F2E1A}">
      <dsp:nvSpPr>
        <dsp:cNvPr id="0" name=""/>
        <dsp:cNvSpPr/>
      </dsp:nvSpPr>
      <dsp:spPr>
        <a:xfrm>
          <a:off x="3486948" y="583264"/>
          <a:ext cx="1543249" cy="777686"/>
        </a:xfrm>
        <a:prstGeom prst="round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tx1"/>
              </a:solidFill>
            </a:rPr>
            <a:t>Atuação</a:t>
          </a:r>
          <a:endParaRPr lang="pt-BR" sz="1600" kern="1200" dirty="0">
            <a:solidFill>
              <a:schemeClr val="tx1"/>
            </a:solidFill>
          </a:endParaRPr>
        </a:p>
      </dsp:txBody>
      <dsp:txXfrm>
        <a:off x="3524912" y="621228"/>
        <a:ext cx="1467321" cy="701758"/>
      </dsp:txXfrm>
    </dsp:sp>
    <dsp:sp modelId="{7286060C-ADCF-4B08-9989-01FF780891F7}">
      <dsp:nvSpPr>
        <dsp:cNvPr id="0" name=""/>
        <dsp:cNvSpPr/>
      </dsp:nvSpPr>
      <dsp:spPr>
        <a:xfrm>
          <a:off x="5229326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Escalonamento 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5267290" y="621228"/>
        <a:ext cx="1467321" cy="701758"/>
      </dsp:txXfrm>
    </dsp:sp>
    <dsp:sp modelId="{69860F7C-0C22-48D1-A25B-87BAB99EE035}">
      <dsp:nvSpPr>
        <dsp:cNvPr id="0" name=""/>
        <dsp:cNvSpPr/>
      </dsp:nvSpPr>
      <dsp:spPr>
        <a:xfrm>
          <a:off x="6971705" y="583264"/>
          <a:ext cx="1543249" cy="7776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Validação</a:t>
          </a:r>
          <a:endParaRPr lang="pt-BR" sz="1600" kern="1200" dirty="0"/>
        </a:p>
      </dsp:txBody>
      <dsp:txXfrm>
        <a:off x="7009669" y="621228"/>
        <a:ext cx="1467321" cy="701758"/>
      </dsp:txXfrm>
    </dsp:sp>
    <dsp:sp modelId="{534EBCB0-5416-489F-8B08-622A1E5367B6}">
      <dsp:nvSpPr>
        <dsp:cNvPr id="0" name=""/>
        <dsp:cNvSpPr/>
      </dsp:nvSpPr>
      <dsp:spPr>
        <a:xfrm>
          <a:off x="8714083" y="583264"/>
          <a:ext cx="1543249" cy="7776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Fechamento</a:t>
          </a:r>
          <a:endParaRPr lang="pt-BR" sz="1600" kern="1200" dirty="0"/>
        </a:p>
      </dsp:txBody>
      <dsp:txXfrm>
        <a:off x="8752047" y="621228"/>
        <a:ext cx="1467321" cy="70175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37FD7D-E07F-4C75-9673-64A5A8E47E2B}">
      <dsp:nvSpPr>
        <dsp:cNvPr id="0" name=""/>
        <dsp:cNvSpPr/>
      </dsp:nvSpPr>
      <dsp:spPr>
        <a:xfrm>
          <a:off x="769464" y="0"/>
          <a:ext cx="8720596" cy="1944216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61800" extrusionH="600" contourW="3000">
          <a:bevelT w="48600" h="1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8CDED9-10EE-42CB-8EC2-08E97CD49C1D}">
      <dsp:nvSpPr>
        <dsp:cNvPr id="0" name=""/>
        <dsp:cNvSpPr/>
      </dsp:nvSpPr>
      <dsp:spPr>
        <a:xfrm>
          <a:off x="2191" y="583264"/>
          <a:ext cx="1543249" cy="777686"/>
        </a:xfrm>
        <a:prstGeom prst="round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tx1"/>
              </a:solidFill>
            </a:rPr>
            <a:t>Validação</a:t>
          </a:r>
          <a:endParaRPr lang="pt-BR" sz="1600" kern="1200" dirty="0">
            <a:solidFill>
              <a:schemeClr val="tx1"/>
            </a:solidFill>
          </a:endParaRPr>
        </a:p>
      </dsp:txBody>
      <dsp:txXfrm>
        <a:off x="40155" y="621228"/>
        <a:ext cx="1467321" cy="701758"/>
      </dsp:txXfrm>
    </dsp:sp>
    <dsp:sp modelId="{5C1F1DE3-99D5-40FD-8708-3405731E214D}">
      <dsp:nvSpPr>
        <dsp:cNvPr id="0" name=""/>
        <dsp:cNvSpPr/>
      </dsp:nvSpPr>
      <dsp:spPr>
        <a:xfrm>
          <a:off x="1744570" y="583264"/>
          <a:ext cx="1543249" cy="777686"/>
        </a:xfrm>
        <a:prstGeom prst="round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tx1"/>
              </a:solidFill>
            </a:rPr>
            <a:t>Acionamento</a:t>
          </a:r>
          <a:endParaRPr lang="pt-BR" sz="1600" kern="1200" dirty="0">
            <a:solidFill>
              <a:schemeClr val="tx1"/>
            </a:solidFill>
          </a:endParaRPr>
        </a:p>
      </dsp:txBody>
      <dsp:txXfrm>
        <a:off x="1782534" y="621228"/>
        <a:ext cx="1467321" cy="701758"/>
      </dsp:txXfrm>
    </dsp:sp>
    <dsp:sp modelId="{16FD5F25-DB03-42CF-95D3-9CA8413F2E1A}">
      <dsp:nvSpPr>
        <dsp:cNvPr id="0" name=""/>
        <dsp:cNvSpPr/>
      </dsp:nvSpPr>
      <dsp:spPr>
        <a:xfrm>
          <a:off x="3486948" y="583264"/>
          <a:ext cx="1543249" cy="777686"/>
        </a:xfrm>
        <a:prstGeom prst="round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tx1"/>
              </a:solidFill>
            </a:rPr>
            <a:t>Atuação</a:t>
          </a:r>
          <a:endParaRPr lang="pt-BR" sz="1600" kern="1200" dirty="0">
            <a:solidFill>
              <a:schemeClr val="tx1"/>
            </a:solidFill>
          </a:endParaRPr>
        </a:p>
      </dsp:txBody>
      <dsp:txXfrm>
        <a:off x="3524912" y="621228"/>
        <a:ext cx="1467321" cy="701758"/>
      </dsp:txXfrm>
    </dsp:sp>
    <dsp:sp modelId="{7286060C-ADCF-4B08-9989-01FF780891F7}">
      <dsp:nvSpPr>
        <dsp:cNvPr id="0" name=""/>
        <dsp:cNvSpPr/>
      </dsp:nvSpPr>
      <dsp:spPr>
        <a:xfrm>
          <a:off x="5229326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Escalonamento 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5267290" y="621228"/>
        <a:ext cx="1467321" cy="701758"/>
      </dsp:txXfrm>
    </dsp:sp>
    <dsp:sp modelId="{69860F7C-0C22-48D1-A25B-87BAB99EE035}">
      <dsp:nvSpPr>
        <dsp:cNvPr id="0" name=""/>
        <dsp:cNvSpPr/>
      </dsp:nvSpPr>
      <dsp:spPr>
        <a:xfrm>
          <a:off x="6971705" y="583264"/>
          <a:ext cx="1543249" cy="7776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Validação</a:t>
          </a:r>
          <a:endParaRPr lang="pt-BR" sz="1600" kern="1200" dirty="0"/>
        </a:p>
      </dsp:txBody>
      <dsp:txXfrm>
        <a:off x="7009669" y="621228"/>
        <a:ext cx="1467321" cy="701758"/>
      </dsp:txXfrm>
    </dsp:sp>
    <dsp:sp modelId="{534EBCB0-5416-489F-8B08-622A1E5367B6}">
      <dsp:nvSpPr>
        <dsp:cNvPr id="0" name=""/>
        <dsp:cNvSpPr/>
      </dsp:nvSpPr>
      <dsp:spPr>
        <a:xfrm>
          <a:off x="8714083" y="583264"/>
          <a:ext cx="1543249" cy="7776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Fechamento</a:t>
          </a:r>
          <a:endParaRPr lang="pt-BR" sz="1600" kern="1200" dirty="0"/>
        </a:p>
      </dsp:txBody>
      <dsp:txXfrm>
        <a:off x="8752047" y="621228"/>
        <a:ext cx="1467321" cy="70175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37FD7D-E07F-4C75-9673-64A5A8E47E2B}">
      <dsp:nvSpPr>
        <dsp:cNvPr id="0" name=""/>
        <dsp:cNvSpPr/>
      </dsp:nvSpPr>
      <dsp:spPr>
        <a:xfrm>
          <a:off x="769464" y="0"/>
          <a:ext cx="8720596" cy="1944216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61800" extrusionH="600" contourW="3000">
          <a:bevelT w="48600" h="1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8CDED9-10EE-42CB-8EC2-08E97CD49C1D}">
      <dsp:nvSpPr>
        <dsp:cNvPr id="0" name=""/>
        <dsp:cNvSpPr/>
      </dsp:nvSpPr>
      <dsp:spPr>
        <a:xfrm>
          <a:off x="2191" y="583264"/>
          <a:ext cx="1543249" cy="777686"/>
        </a:xfrm>
        <a:prstGeom prst="round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tx1"/>
              </a:solidFill>
            </a:rPr>
            <a:t>Validação</a:t>
          </a:r>
          <a:endParaRPr lang="pt-BR" sz="1600" kern="1200" dirty="0">
            <a:solidFill>
              <a:schemeClr val="tx1"/>
            </a:solidFill>
          </a:endParaRPr>
        </a:p>
      </dsp:txBody>
      <dsp:txXfrm>
        <a:off x="40155" y="621228"/>
        <a:ext cx="1467321" cy="701758"/>
      </dsp:txXfrm>
    </dsp:sp>
    <dsp:sp modelId="{5C1F1DE3-99D5-40FD-8708-3405731E214D}">
      <dsp:nvSpPr>
        <dsp:cNvPr id="0" name=""/>
        <dsp:cNvSpPr/>
      </dsp:nvSpPr>
      <dsp:spPr>
        <a:xfrm>
          <a:off x="1744570" y="583264"/>
          <a:ext cx="1543249" cy="777686"/>
        </a:xfrm>
        <a:prstGeom prst="round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tx1"/>
              </a:solidFill>
            </a:rPr>
            <a:t>Acionamento</a:t>
          </a:r>
          <a:endParaRPr lang="pt-BR" sz="1600" kern="1200" dirty="0">
            <a:solidFill>
              <a:schemeClr val="tx1"/>
            </a:solidFill>
          </a:endParaRPr>
        </a:p>
      </dsp:txBody>
      <dsp:txXfrm>
        <a:off x="1782534" y="621228"/>
        <a:ext cx="1467321" cy="701758"/>
      </dsp:txXfrm>
    </dsp:sp>
    <dsp:sp modelId="{16FD5F25-DB03-42CF-95D3-9CA8413F2E1A}">
      <dsp:nvSpPr>
        <dsp:cNvPr id="0" name=""/>
        <dsp:cNvSpPr/>
      </dsp:nvSpPr>
      <dsp:spPr>
        <a:xfrm>
          <a:off x="3486948" y="583264"/>
          <a:ext cx="1543249" cy="777686"/>
        </a:xfrm>
        <a:prstGeom prst="round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tx1"/>
              </a:solidFill>
            </a:rPr>
            <a:t>Atuação</a:t>
          </a:r>
          <a:endParaRPr lang="pt-BR" sz="1600" kern="1200" dirty="0">
            <a:solidFill>
              <a:schemeClr val="tx1"/>
            </a:solidFill>
          </a:endParaRPr>
        </a:p>
      </dsp:txBody>
      <dsp:txXfrm>
        <a:off x="3524912" y="621228"/>
        <a:ext cx="1467321" cy="701758"/>
      </dsp:txXfrm>
    </dsp:sp>
    <dsp:sp modelId="{7286060C-ADCF-4B08-9989-01FF780891F7}">
      <dsp:nvSpPr>
        <dsp:cNvPr id="0" name=""/>
        <dsp:cNvSpPr/>
      </dsp:nvSpPr>
      <dsp:spPr>
        <a:xfrm>
          <a:off x="5229326" y="583264"/>
          <a:ext cx="1543249" cy="777686"/>
        </a:xfrm>
        <a:prstGeom prst="round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tx1"/>
              </a:solidFill>
            </a:rPr>
            <a:t>Escalonamento </a:t>
          </a:r>
          <a:endParaRPr lang="pt-BR" sz="1600" kern="1200" dirty="0">
            <a:solidFill>
              <a:schemeClr val="tx1"/>
            </a:solidFill>
          </a:endParaRPr>
        </a:p>
      </dsp:txBody>
      <dsp:txXfrm>
        <a:off x="5267290" y="621228"/>
        <a:ext cx="1467321" cy="701758"/>
      </dsp:txXfrm>
    </dsp:sp>
    <dsp:sp modelId="{69860F7C-0C22-48D1-A25B-87BAB99EE035}">
      <dsp:nvSpPr>
        <dsp:cNvPr id="0" name=""/>
        <dsp:cNvSpPr/>
      </dsp:nvSpPr>
      <dsp:spPr>
        <a:xfrm>
          <a:off x="6971705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Validação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7009669" y="621228"/>
        <a:ext cx="1467321" cy="701758"/>
      </dsp:txXfrm>
    </dsp:sp>
    <dsp:sp modelId="{534EBCB0-5416-489F-8B08-622A1E5367B6}">
      <dsp:nvSpPr>
        <dsp:cNvPr id="0" name=""/>
        <dsp:cNvSpPr/>
      </dsp:nvSpPr>
      <dsp:spPr>
        <a:xfrm>
          <a:off x="8714083" y="583264"/>
          <a:ext cx="1543249" cy="7776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Fechamento</a:t>
          </a:r>
          <a:endParaRPr lang="pt-BR" sz="1600" kern="1200" dirty="0"/>
        </a:p>
      </dsp:txBody>
      <dsp:txXfrm>
        <a:off x="8752047" y="621228"/>
        <a:ext cx="1467321" cy="70175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37FD7D-E07F-4C75-9673-64A5A8E47E2B}">
      <dsp:nvSpPr>
        <dsp:cNvPr id="0" name=""/>
        <dsp:cNvSpPr/>
      </dsp:nvSpPr>
      <dsp:spPr>
        <a:xfrm>
          <a:off x="769464" y="0"/>
          <a:ext cx="8720596" cy="1944216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61800" extrusionH="600" contourW="3000">
          <a:bevelT w="48600" h="1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8CDED9-10EE-42CB-8EC2-08E97CD49C1D}">
      <dsp:nvSpPr>
        <dsp:cNvPr id="0" name=""/>
        <dsp:cNvSpPr/>
      </dsp:nvSpPr>
      <dsp:spPr>
        <a:xfrm>
          <a:off x="2191" y="583264"/>
          <a:ext cx="1543249" cy="777686"/>
        </a:xfrm>
        <a:prstGeom prst="round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tx1"/>
              </a:solidFill>
            </a:rPr>
            <a:t>Validação</a:t>
          </a:r>
          <a:endParaRPr lang="pt-BR" sz="1600" kern="1200" dirty="0">
            <a:solidFill>
              <a:schemeClr val="tx1"/>
            </a:solidFill>
          </a:endParaRPr>
        </a:p>
      </dsp:txBody>
      <dsp:txXfrm>
        <a:off x="40155" y="621228"/>
        <a:ext cx="1467321" cy="701758"/>
      </dsp:txXfrm>
    </dsp:sp>
    <dsp:sp modelId="{5C1F1DE3-99D5-40FD-8708-3405731E214D}">
      <dsp:nvSpPr>
        <dsp:cNvPr id="0" name=""/>
        <dsp:cNvSpPr/>
      </dsp:nvSpPr>
      <dsp:spPr>
        <a:xfrm>
          <a:off x="1744570" y="583264"/>
          <a:ext cx="1543249" cy="777686"/>
        </a:xfrm>
        <a:prstGeom prst="round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tx1"/>
              </a:solidFill>
            </a:rPr>
            <a:t>Acionamento</a:t>
          </a:r>
          <a:endParaRPr lang="pt-BR" sz="1600" kern="1200" dirty="0">
            <a:solidFill>
              <a:schemeClr val="tx1"/>
            </a:solidFill>
          </a:endParaRPr>
        </a:p>
      </dsp:txBody>
      <dsp:txXfrm>
        <a:off x="1782534" y="621228"/>
        <a:ext cx="1467321" cy="701758"/>
      </dsp:txXfrm>
    </dsp:sp>
    <dsp:sp modelId="{16FD5F25-DB03-42CF-95D3-9CA8413F2E1A}">
      <dsp:nvSpPr>
        <dsp:cNvPr id="0" name=""/>
        <dsp:cNvSpPr/>
      </dsp:nvSpPr>
      <dsp:spPr>
        <a:xfrm>
          <a:off x="3486948" y="583264"/>
          <a:ext cx="1543249" cy="777686"/>
        </a:xfrm>
        <a:prstGeom prst="round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tx1"/>
              </a:solidFill>
            </a:rPr>
            <a:t>Atuação</a:t>
          </a:r>
          <a:endParaRPr lang="pt-BR" sz="1600" kern="1200" dirty="0">
            <a:solidFill>
              <a:schemeClr val="tx1"/>
            </a:solidFill>
          </a:endParaRPr>
        </a:p>
      </dsp:txBody>
      <dsp:txXfrm>
        <a:off x="3524912" y="621228"/>
        <a:ext cx="1467321" cy="701758"/>
      </dsp:txXfrm>
    </dsp:sp>
    <dsp:sp modelId="{7286060C-ADCF-4B08-9989-01FF780891F7}">
      <dsp:nvSpPr>
        <dsp:cNvPr id="0" name=""/>
        <dsp:cNvSpPr/>
      </dsp:nvSpPr>
      <dsp:spPr>
        <a:xfrm>
          <a:off x="5229326" y="583264"/>
          <a:ext cx="1543249" cy="777686"/>
        </a:xfrm>
        <a:prstGeom prst="round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tx1"/>
              </a:solidFill>
            </a:rPr>
            <a:t>Escalonamento </a:t>
          </a:r>
          <a:endParaRPr lang="pt-BR" sz="1600" kern="1200" dirty="0">
            <a:solidFill>
              <a:schemeClr val="tx1"/>
            </a:solidFill>
          </a:endParaRPr>
        </a:p>
      </dsp:txBody>
      <dsp:txXfrm>
        <a:off x="5267290" y="621228"/>
        <a:ext cx="1467321" cy="701758"/>
      </dsp:txXfrm>
    </dsp:sp>
    <dsp:sp modelId="{69860F7C-0C22-48D1-A25B-87BAB99EE035}">
      <dsp:nvSpPr>
        <dsp:cNvPr id="0" name=""/>
        <dsp:cNvSpPr/>
      </dsp:nvSpPr>
      <dsp:spPr>
        <a:xfrm>
          <a:off x="6971705" y="583264"/>
          <a:ext cx="1543249" cy="777686"/>
        </a:xfrm>
        <a:prstGeom prst="round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tx1"/>
              </a:solidFill>
            </a:rPr>
            <a:t>Validação</a:t>
          </a:r>
          <a:endParaRPr lang="pt-BR" sz="1600" kern="1200" dirty="0">
            <a:solidFill>
              <a:schemeClr val="tx1"/>
            </a:solidFill>
          </a:endParaRPr>
        </a:p>
      </dsp:txBody>
      <dsp:txXfrm>
        <a:off x="7009669" y="621228"/>
        <a:ext cx="1467321" cy="701758"/>
      </dsp:txXfrm>
    </dsp:sp>
    <dsp:sp modelId="{534EBCB0-5416-489F-8B08-622A1E5367B6}">
      <dsp:nvSpPr>
        <dsp:cNvPr id="0" name=""/>
        <dsp:cNvSpPr/>
      </dsp:nvSpPr>
      <dsp:spPr>
        <a:xfrm>
          <a:off x="8714083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Fechamento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8752047" y="621228"/>
        <a:ext cx="1467321" cy="70175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37FD7D-E07F-4C75-9673-64A5A8E47E2B}">
      <dsp:nvSpPr>
        <dsp:cNvPr id="0" name=""/>
        <dsp:cNvSpPr/>
      </dsp:nvSpPr>
      <dsp:spPr>
        <a:xfrm>
          <a:off x="769464" y="0"/>
          <a:ext cx="8720596" cy="1944216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61800" extrusionH="600" contourW="3000">
          <a:bevelT w="48600" h="1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8CDED9-10EE-42CB-8EC2-08E97CD49C1D}">
      <dsp:nvSpPr>
        <dsp:cNvPr id="0" name=""/>
        <dsp:cNvSpPr/>
      </dsp:nvSpPr>
      <dsp:spPr>
        <a:xfrm>
          <a:off x="2191" y="583264"/>
          <a:ext cx="1543249" cy="777686"/>
        </a:xfrm>
        <a:prstGeom prst="round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tx1"/>
              </a:solidFill>
            </a:rPr>
            <a:t>Validação</a:t>
          </a:r>
          <a:endParaRPr lang="pt-BR" sz="1600" kern="1200" dirty="0">
            <a:solidFill>
              <a:schemeClr val="tx1"/>
            </a:solidFill>
          </a:endParaRPr>
        </a:p>
      </dsp:txBody>
      <dsp:txXfrm>
        <a:off x="40155" y="621228"/>
        <a:ext cx="1467321" cy="701758"/>
      </dsp:txXfrm>
    </dsp:sp>
    <dsp:sp modelId="{5C1F1DE3-99D5-40FD-8708-3405731E214D}">
      <dsp:nvSpPr>
        <dsp:cNvPr id="0" name=""/>
        <dsp:cNvSpPr/>
      </dsp:nvSpPr>
      <dsp:spPr>
        <a:xfrm>
          <a:off x="1744570" y="583264"/>
          <a:ext cx="1543249" cy="777686"/>
        </a:xfrm>
        <a:prstGeom prst="round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tx1"/>
              </a:solidFill>
            </a:rPr>
            <a:t>Acionamento</a:t>
          </a:r>
          <a:endParaRPr lang="pt-BR" sz="1600" kern="1200" dirty="0">
            <a:solidFill>
              <a:schemeClr val="tx1"/>
            </a:solidFill>
          </a:endParaRPr>
        </a:p>
      </dsp:txBody>
      <dsp:txXfrm>
        <a:off x="1782534" y="621228"/>
        <a:ext cx="1467321" cy="701758"/>
      </dsp:txXfrm>
    </dsp:sp>
    <dsp:sp modelId="{16FD5F25-DB03-42CF-95D3-9CA8413F2E1A}">
      <dsp:nvSpPr>
        <dsp:cNvPr id="0" name=""/>
        <dsp:cNvSpPr/>
      </dsp:nvSpPr>
      <dsp:spPr>
        <a:xfrm>
          <a:off x="3486948" y="583264"/>
          <a:ext cx="1543249" cy="777686"/>
        </a:xfrm>
        <a:prstGeom prst="round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tx1"/>
              </a:solidFill>
            </a:rPr>
            <a:t>Atuação</a:t>
          </a:r>
          <a:endParaRPr lang="pt-BR" sz="1600" kern="1200" dirty="0">
            <a:solidFill>
              <a:schemeClr val="tx1"/>
            </a:solidFill>
          </a:endParaRPr>
        </a:p>
      </dsp:txBody>
      <dsp:txXfrm>
        <a:off x="3524912" y="621228"/>
        <a:ext cx="1467321" cy="701758"/>
      </dsp:txXfrm>
    </dsp:sp>
    <dsp:sp modelId="{7286060C-ADCF-4B08-9989-01FF780891F7}">
      <dsp:nvSpPr>
        <dsp:cNvPr id="0" name=""/>
        <dsp:cNvSpPr/>
      </dsp:nvSpPr>
      <dsp:spPr>
        <a:xfrm>
          <a:off x="5229326" y="583264"/>
          <a:ext cx="1543249" cy="777686"/>
        </a:xfrm>
        <a:prstGeom prst="round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tx1"/>
              </a:solidFill>
            </a:rPr>
            <a:t>Escalonamento </a:t>
          </a:r>
          <a:endParaRPr lang="pt-BR" sz="1600" kern="1200" dirty="0">
            <a:solidFill>
              <a:schemeClr val="tx1"/>
            </a:solidFill>
          </a:endParaRPr>
        </a:p>
      </dsp:txBody>
      <dsp:txXfrm>
        <a:off x="5267290" y="621228"/>
        <a:ext cx="1467321" cy="701758"/>
      </dsp:txXfrm>
    </dsp:sp>
    <dsp:sp modelId="{69860F7C-0C22-48D1-A25B-87BAB99EE035}">
      <dsp:nvSpPr>
        <dsp:cNvPr id="0" name=""/>
        <dsp:cNvSpPr/>
      </dsp:nvSpPr>
      <dsp:spPr>
        <a:xfrm>
          <a:off x="6971705" y="583264"/>
          <a:ext cx="1543249" cy="777686"/>
        </a:xfrm>
        <a:prstGeom prst="round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tx1"/>
              </a:solidFill>
            </a:rPr>
            <a:t>Validação</a:t>
          </a:r>
          <a:endParaRPr lang="pt-BR" sz="1600" kern="1200" dirty="0">
            <a:solidFill>
              <a:schemeClr val="tx1"/>
            </a:solidFill>
          </a:endParaRPr>
        </a:p>
      </dsp:txBody>
      <dsp:txXfrm>
        <a:off x="7009669" y="621228"/>
        <a:ext cx="1467321" cy="701758"/>
      </dsp:txXfrm>
    </dsp:sp>
    <dsp:sp modelId="{534EBCB0-5416-489F-8B08-622A1E5367B6}">
      <dsp:nvSpPr>
        <dsp:cNvPr id="0" name=""/>
        <dsp:cNvSpPr/>
      </dsp:nvSpPr>
      <dsp:spPr>
        <a:xfrm>
          <a:off x="8714083" y="583264"/>
          <a:ext cx="1543249" cy="777686"/>
        </a:xfrm>
        <a:prstGeom prst="round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tx1"/>
              </a:solidFill>
            </a:rPr>
            <a:t>Fechamento</a:t>
          </a:r>
          <a:endParaRPr lang="pt-BR" sz="1600" kern="1200" dirty="0">
            <a:solidFill>
              <a:schemeClr val="tx1"/>
            </a:solidFill>
          </a:endParaRPr>
        </a:p>
      </dsp:txBody>
      <dsp:txXfrm>
        <a:off x="8752047" y="621228"/>
        <a:ext cx="1467321" cy="70175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37FD7D-E07F-4C75-9673-64A5A8E47E2B}">
      <dsp:nvSpPr>
        <dsp:cNvPr id="0" name=""/>
        <dsp:cNvSpPr/>
      </dsp:nvSpPr>
      <dsp:spPr>
        <a:xfrm>
          <a:off x="769464" y="0"/>
          <a:ext cx="8720596" cy="1944216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61800" extrusionH="600" contourW="3000">
          <a:bevelT w="48600" h="1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8CDED9-10EE-42CB-8EC2-08E97CD49C1D}">
      <dsp:nvSpPr>
        <dsp:cNvPr id="0" name=""/>
        <dsp:cNvSpPr/>
      </dsp:nvSpPr>
      <dsp:spPr>
        <a:xfrm>
          <a:off x="2191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Validação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40155" y="621228"/>
        <a:ext cx="1467321" cy="701758"/>
      </dsp:txXfrm>
    </dsp:sp>
    <dsp:sp modelId="{5C1F1DE3-99D5-40FD-8708-3405731E214D}">
      <dsp:nvSpPr>
        <dsp:cNvPr id="0" name=""/>
        <dsp:cNvSpPr/>
      </dsp:nvSpPr>
      <dsp:spPr>
        <a:xfrm>
          <a:off x="1744570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Acionamento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1782534" y="621228"/>
        <a:ext cx="1467321" cy="701758"/>
      </dsp:txXfrm>
    </dsp:sp>
    <dsp:sp modelId="{16FD5F25-DB03-42CF-95D3-9CA8413F2E1A}">
      <dsp:nvSpPr>
        <dsp:cNvPr id="0" name=""/>
        <dsp:cNvSpPr/>
      </dsp:nvSpPr>
      <dsp:spPr>
        <a:xfrm>
          <a:off x="3486948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Atuação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3524912" y="621228"/>
        <a:ext cx="1467321" cy="701758"/>
      </dsp:txXfrm>
    </dsp:sp>
    <dsp:sp modelId="{7286060C-ADCF-4B08-9989-01FF780891F7}">
      <dsp:nvSpPr>
        <dsp:cNvPr id="0" name=""/>
        <dsp:cNvSpPr/>
      </dsp:nvSpPr>
      <dsp:spPr>
        <a:xfrm>
          <a:off x="5229326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Escalonamento 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5267290" y="621228"/>
        <a:ext cx="1467321" cy="701758"/>
      </dsp:txXfrm>
    </dsp:sp>
    <dsp:sp modelId="{69860F7C-0C22-48D1-A25B-87BAB99EE035}">
      <dsp:nvSpPr>
        <dsp:cNvPr id="0" name=""/>
        <dsp:cNvSpPr/>
      </dsp:nvSpPr>
      <dsp:spPr>
        <a:xfrm>
          <a:off x="6971705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Validação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7009669" y="621228"/>
        <a:ext cx="1467321" cy="701758"/>
      </dsp:txXfrm>
    </dsp:sp>
    <dsp:sp modelId="{534EBCB0-5416-489F-8B08-622A1E5367B6}">
      <dsp:nvSpPr>
        <dsp:cNvPr id="0" name=""/>
        <dsp:cNvSpPr/>
      </dsp:nvSpPr>
      <dsp:spPr>
        <a:xfrm>
          <a:off x="8714083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Fechamento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8752047" y="621228"/>
        <a:ext cx="1467321" cy="701758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37FD7D-E07F-4C75-9673-64A5A8E47E2B}">
      <dsp:nvSpPr>
        <dsp:cNvPr id="0" name=""/>
        <dsp:cNvSpPr/>
      </dsp:nvSpPr>
      <dsp:spPr>
        <a:xfrm>
          <a:off x="769464" y="0"/>
          <a:ext cx="8720596" cy="1944216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61800" extrusionH="600" contourW="3000">
          <a:bevelT w="48600" h="1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8CDED9-10EE-42CB-8EC2-08E97CD49C1D}">
      <dsp:nvSpPr>
        <dsp:cNvPr id="0" name=""/>
        <dsp:cNvSpPr/>
      </dsp:nvSpPr>
      <dsp:spPr>
        <a:xfrm>
          <a:off x="2191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Validação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40155" y="621228"/>
        <a:ext cx="1467321" cy="701758"/>
      </dsp:txXfrm>
    </dsp:sp>
    <dsp:sp modelId="{5C1F1DE3-99D5-40FD-8708-3405731E214D}">
      <dsp:nvSpPr>
        <dsp:cNvPr id="0" name=""/>
        <dsp:cNvSpPr/>
      </dsp:nvSpPr>
      <dsp:spPr>
        <a:xfrm>
          <a:off x="1744570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Acionamento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1782534" y="621228"/>
        <a:ext cx="1467321" cy="701758"/>
      </dsp:txXfrm>
    </dsp:sp>
    <dsp:sp modelId="{16FD5F25-DB03-42CF-95D3-9CA8413F2E1A}">
      <dsp:nvSpPr>
        <dsp:cNvPr id="0" name=""/>
        <dsp:cNvSpPr/>
      </dsp:nvSpPr>
      <dsp:spPr>
        <a:xfrm>
          <a:off x="3486948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Atuação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3524912" y="621228"/>
        <a:ext cx="1467321" cy="701758"/>
      </dsp:txXfrm>
    </dsp:sp>
    <dsp:sp modelId="{7286060C-ADCF-4B08-9989-01FF780891F7}">
      <dsp:nvSpPr>
        <dsp:cNvPr id="0" name=""/>
        <dsp:cNvSpPr/>
      </dsp:nvSpPr>
      <dsp:spPr>
        <a:xfrm>
          <a:off x="5229326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Escalonamento 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5267290" y="621228"/>
        <a:ext cx="1467321" cy="701758"/>
      </dsp:txXfrm>
    </dsp:sp>
    <dsp:sp modelId="{69860F7C-0C22-48D1-A25B-87BAB99EE035}">
      <dsp:nvSpPr>
        <dsp:cNvPr id="0" name=""/>
        <dsp:cNvSpPr/>
      </dsp:nvSpPr>
      <dsp:spPr>
        <a:xfrm>
          <a:off x="6971705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Validação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7009669" y="621228"/>
        <a:ext cx="1467321" cy="701758"/>
      </dsp:txXfrm>
    </dsp:sp>
    <dsp:sp modelId="{534EBCB0-5416-489F-8B08-622A1E5367B6}">
      <dsp:nvSpPr>
        <dsp:cNvPr id="0" name=""/>
        <dsp:cNvSpPr/>
      </dsp:nvSpPr>
      <dsp:spPr>
        <a:xfrm>
          <a:off x="8714083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Fechamento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8752047" y="621228"/>
        <a:ext cx="1467321" cy="701758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37FD7D-E07F-4C75-9673-64A5A8E47E2B}">
      <dsp:nvSpPr>
        <dsp:cNvPr id="0" name=""/>
        <dsp:cNvSpPr/>
      </dsp:nvSpPr>
      <dsp:spPr>
        <a:xfrm>
          <a:off x="769464" y="0"/>
          <a:ext cx="8720596" cy="1944216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61800" extrusionH="600" contourW="3000">
          <a:bevelT w="48600" h="1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8CDED9-10EE-42CB-8EC2-08E97CD49C1D}">
      <dsp:nvSpPr>
        <dsp:cNvPr id="0" name=""/>
        <dsp:cNvSpPr/>
      </dsp:nvSpPr>
      <dsp:spPr>
        <a:xfrm>
          <a:off x="2191" y="583264"/>
          <a:ext cx="1543249" cy="777686"/>
        </a:xfrm>
        <a:prstGeom prst="roundRect">
          <a:avLst/>
        </a:prstGeom>
        <a:solidFill>
          <a:srgbClr val="FF000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Validação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40155" y="621228"/>
        <a:ext cx="1467321" cy="701758"/>
      </dsp:txXfrm>
    </dsp:sp>
    <dsp:sp modelId="{5C1F1DE3-99D5-40FD-8708-3405731E214D}">
      <dsp:nvSpPr>
        <dsp:cNvPr id="0" name=""/>
        <dsp:cNvSpPr/>
      </dsp:nvSpPr>
      <dsp:spPr>
        <a:xfrm>
          <a:off x="1744570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Acionamento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1782534" y="621228"/>
        <a:ext cx="1467321" cy="701758"/>
      </dsp:txXfrm>
    </dsp:sp>
    <dsp:sp modelId="{16FD5F25-DB03-42CF-95D3-9CA8413F2E1A}">
      <dsp:nvSpPr>
        <dsp:cNvPr id="0" name=""/>
        <dsp:cNvSpPr/>
      </dsp:nvSpPr>
      <dsp:spPr>
        <a:xfrm>
          <a:off x="3486948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Atuação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3524912" y="621228"/>
        <a:ext cx="1467321" cy="701758"/>
      </dsp:txXfrm>
    </dsp:sp>
    <dsp:sp modelId="{7286060C-ADCF-4B08-9989-01FF780891F7}">
      <dsp:nvSpPr>
        <dsp:cNvPr id="0" name=""/>
        <dsp:cNvSpPr/>
      </dsp:nvSpPr>
      <dsp:spPr>
        <a:xfrm>
          <a:off x="5229326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Escalonamento 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5267290" y="621228"/>
        <a:ext cx="1467321" cy="701758"/>
      </dsp:txXfrm>
    </dsp:sp>
    <dsp:sp modelId="{69860F7C-0C22-48D1-A25B-87BAB99EE035}">
      <dsp:nvSpPr>
        <dsp:cNvPr id="0" name=""/>
        <dsp:cNvSpPr/>
      </dsp:nvSpPr>
      <dsp:spPr>
        <a:xfrm>
          <a:off x="6971705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Validação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7009669" y="621228"/>
        <a:ext cx="1467321" cy="701758"/>
      </dsp:txXfrm>
    </dsp:sp>
    <dsp:sp modelId="{534EBCB0-5416-489F-8B08-622A1E5367B6}">
      <dsp:nvSpPr>
        <dsp:cNvPr id="0" name=""/>
        <dsp:cNvSpPr/>
      </dsp:nvSpPr>
      <dsp:spPr>
        <a:xfrm>
          <a:off x="8714083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Fechamento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8752047" y="621228"/>
        <a:ext cx="1467321" cy="701758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37FD7D-E07F-4C75-9673-64A5A8E47E2B}">
      <dsp:nvSpPr>
        <dsp:cNvPr id="0" name=""/>
        <dsp:cNvSpPr/>
      </dsp:nvSpPr>
      <dsp:spPr>
        <a:xfrm>
          <a:off x="769464" y="0"/>
          <a:ext cx="8720596" cy="1944216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61800" extrusionH="600" contourW="3000">
          <a:bevelT w="48600" h="1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8CDED9-10EE-42CB-8EC2-08E97CD49C1D}">
      <dsp:nvSpPr>
        <dsp:cNvPr id="0" name=""/>
        <dsp:cNvSpPr/>
      </dsp:nvSpPr>
      <dsp:spPr>
        <a:xfrm>
          <a:off x="2191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Validação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40155" y="621228"/>
        <a:ext cx="1467321" cy="701758"/>
      </dsp:txXfrm>
    </dsp:sp>
    <dsp:sp modelId="{5C1F1DE3-99D5-40FD-8708-3405731E214D}">
      <dsp:nvSpPr>
        <dsp:cNvPr id="0" name=""/>
        <dsp:cNvSpPr/>
      </dsp:nvSpPr>
      <dsp:spPr>
        <a:xfrm>
          <a:off x="1744570" y="583264"/>
          <a:ext cx="1543249" cy="777686"/>
        </a:xfrm>
        <a:prstGeom prst="roundRect">
          <a:avLst/>
        </a:prstGeom>
        <a:solidFill>
          <a:srgbClr val="FF000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Acionamento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1782534" y="621228"/>
        <a:ext cx="1467321" cy="701758"/>
      </dsp:txXfrm>
    </dsp:sp>
    <dsp:sp modelId="{16FD5F25-DB03-42CF-95D3-9CA8413F2E1A}">
      <dsp:nvSpPr>
        <dsp:cNvPr id="0" name=""/>
        <dsp:cNvSpPr/>
      </dsp:nvSpPr>
      <dsp:spPr>
        <a:xfrm>
          <a:off x="3486948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Atuação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3524912" y="621228"/>
        <a:ext cx="1467321" cy="701758"/>
      </dsp:txXfrm>
    </dsp:sp>
    <dsp:sp modelId="{7286060C-ADCF-4B08-9989-01FF780891F7}">
      <dsp:nvSpPr>
        <dsp:cNvPr id="0" name=""/>
        <dsp:cNvSpPr/>
      </dsp:nvSpPr>
      <dsp:spPr>
        <a:xfrm>
          <a:off x="5229326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Escalonamento 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5267290" y="621228"/>
        <a:ext cx="1467321" cy="701758"/>
      </dsp:txXfrm>
    </dsp:sp>
    <dsp:sp modelId="{69860F7C-0C22-48D1-A25B-87BAB99EE035}">
      <dsp:nvSpPr>
        <dsp:cNvPr id="0" name=""/>
        <dsp:cNvSpPr/>
      </dsp:nvSpPr>
      <dsp:spPr>
        <a:xfrm>
          <a:off x="6971705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Validação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7009669" y="621228"/>
        <a:ext cx="1467321" cy="701758"/>
      </dsp:txXfrm>
    </dsp:sp>
    <dsp:sp modelId="{534EBCB0-5416-489F-8B08-622A1E5367B6}">
      <dsp:nvSpPr>
        <dsp:cNvPr id="0" name=""/>
        <dsp:cNvSpPr/>
      </dsp:nvSpPr>
      <dsp:spPr>
        <a:xfrm>
          <a:off x="8714083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Fechamento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8752047" y="621228"/>
        <a:ext cx="1467321" cy="701758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37FD7D-E07F-4C75-9673-64A5A8E47E2B}">
      <dsp:nvSpPr>
        <dsp:cNvPr id="0" name=""/>
        <dsp:cNvSpPr/>
      </dsp:nvSpPr>
      <dsp:spPr>
        <a:xfrm>
          <a:off x="769464" y="0"/>
          <a:ext cx="8720596" cy="1944216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61800" extrusionH="600" contourW="3000">
          <a:bevelT w="48600" h="1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8CDED9-10EE-42CB-8EC2-08E97CD49C1D}">
      <dsp:nvSpPr>
        <dsp:cNvPr id="0" name=""/>
        <dsp:cNvSpPr/>
      </dsp:nvSpPr>
      <dsp:spPr>
        <a:xfrm>
          <a:off x="2191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Validação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40155" y="621228"/>
        <a:ext cx="1467321" cy="701758"/>
      </dsp:txXfrm>
    </dsp:sp>
    <dsp:sp modelId="{5C1F1DE3-99D5-40FD-8708-3405731E214D}">
      <dsp:nvSpPr>
        <dsp:cNvPr id="0" name=""/>
        <dsp:cNvSpPr/>
      </dsp:nvSpPr>
      <dsp:spPr>
        <a:xfrm>
          <a:off x="1744570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Acionamento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1782534" y="621228"/>
        <a:ext cx="1467321" cy="701758"/>
      </dsp:txXfrm>
    </dsp:sp>
    <dsp:sp modelId="{16FD5F25-DB03-42CF-95D3-9CA8413F2E1A}">
      <dsp:nvSpPr>
        <dsp:cNvPr id="0" name=""/>
        <dsp:cNvSpPr/>
      </dsp:nvSpPr>
      <dsp:spPr>
        <a:xfrm>
          <a:off x="3486948" y="583264"/>
          <a:ext cx="1543249" cy="777686"/>
        </a:xfrm>
        <a:prstGeom prst="roundRect">
          <a:avLst/>
        </a:prstGeom>
        <a:solidFill>
          <a:srgbClr val="FF000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Atuação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3524912" y="621228"/>
        <a:ext cx="1467321" cy="701758"/>
      </dsp:txXfrm>
    </dsp:sp>
    <dsp:sp modelId="{7286060C-ADCF-4B08-9989-01FF780891F7}">
      <dsp:nvSpPr>
        <dsp:cNvPr id="0" name=""/>
        <dsp:cNvSpPr/>
      </dsp:nvSpPr>
      <dsp:spPr>
        <a:xfrm>
          <a:off x="5229326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Escalonamento 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5267290" y="621228"/>
        <a:ext cx="1467321" cy="701758"/>
      </dsp:txXfrm>
    </dsp:sp>
    <dsp:sp modelId="{69860F7C-0C22-48D1-A25B-87BAB99EE035}">
      <dsp:nvSpPr>
        <dsp:cNvPr id="0" name=""/>
        <dsp:cNvSpPr/>
      </dsp:nvSpPr>
      <dsp:spPr>
        <a:xfrm>
          <a:off x="6971705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Validação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7009669" y="621228"/>
        <a:ext cx="1467321" cy="701758"/>
      </dsp:txXfrm>
    </dsp:sp>
    <dsp:sp modelId="{534EBCB0-5416-489F-8B08-622A1E5367B6}">
      <dsp:nvSpPr>
        <dsp:cNvPr id="0" name=""/>
        <dsp:cNvSpPr/>
      </dsp:nvSpPr>
      <dsp:spPr>
        <a:xfrm>
          <a:off x="8714083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Fechamento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8752047" y="621228"/>
        <a:ext cx="1467321" cy="701758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37FD7D-E07F-4C75-9673-64A5A8E47E2B}">
      <dsp:nvSpPr>
        <dsp:cNvPr id="0" name=""/>
        <dsp:cNvSpPr/>
      </dsp:nvSpPr>
      <dsp:spPr>
        <a:xfrm>
          <a:off x="769464" y="0"/>
          <a:ext cx="8720596" cy="1944216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61800" extrusionH="600" contourW="3000">
          <a:bevelT w="48600" h="1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8CDED9-10EE-42CB-8EC2-08E97CD49C1D}">
      <dsp:nvSpPr>
        <dsp:cNvPr id="0" name=""/>
        <dsp:cNvSpPr/>
      </dsp:nvSpPr>
      <dsp:spPr>
        <a:xfrm>
          <a:off x="2191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Validação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40155" y="621228"/>
        <a:ext cx="1467321" cy="701758"/>
      </dsp:txXfrm>
    </dsp:sp>
    <dsp:sp modelId="{5C1F1DE3-99D5-40FD-8708-3405731E214D}">
      <dsp:nvSpPr>
        <dsp:cNvPr id="0" name=""/>
        <dsp:cNvSpPr/>
      </dsp:nvSpPr>
      <dsp:spPr>
        <a:xfrm>
          <a:off x="1744570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Acionamento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1782534" y="621228"/>
        <a:ext cx="1467321" cy="701758"/>
      </dsp:txXfrm>
    </dsp:sp>
    <dsp:sp modelId="{16FD5F25-DB03-42CF-95D3-9CA8413F2E1A}">
      <dsp:nvSpPr>
        <dsp:cNvPr id="0" name=""/>
        <dsp:cNvSpPr/>
      </dsp:nvSpPr>
      <dsp:spPr>
        <a:xfrm>
          <a:off x="3486948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Atuação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3524912" y="621228"/>
        <a:ext cx="1467321" cy="701758"/>
      </dsp:txXfrm>
    </dsp:sp>
    <dsp:sp modelId="{7286060C-ADCF-4B08-9989-01FF780891F7}">
      <dsp:nvSpPr>
        <dsp:cNvPr id="0" name=""/>
        <dsp:cNvSpPr/>
      </dsp:nvSpPr>
      <dsp:spPr>
        <a:xfrm>
          <a:off x="5229326" y="583264"/>
          <a:ext cx="1543249" cy="777686"/>
        </a:xfrm>
        <a:prstGeom prst="roundRect">
          <a:avLst/>
        </a:prstGeom>
        <a:solidFill>
          <a:srgbClr val="FF000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Escalonamento 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5267290" y="621228"/>
        <a:ext cx="1467321" cy="701758"/>
      </dsp:txXfrm>
    </dsp:sp>
    <dsp:sp modelId="{69860F7C-0C22-48D1-A25B-87BAB99EE035}">
      <dsp:nvSpPr>
        <dsp:cNvPr id="0" name=""/>
        <dsp:cNvSpPr/>
      </dsp:nvSpPr>
      <dsp:spPr>
        <a:xfrm>
          <a:off x="6971705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Validação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7009669" y="621228"/>
        <a:ext cx="1467321" cy="701758"/>
      </dsp:txXfrm>
    </dsp:sp>
    <dsp:sp modelId="{534EBCB0-5416-489F-8B08-622A1E5367B6}">
      <dsp:nvSpPr>
        <dsp:cNvPr id="0" name=""/>
        <dsp:cNvSpPr/>
      </dsp:nvSpPr>
      <dsp:spPr>
        <a:xfrm>
          <a:off x="8714083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Fechamento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8752047" y="621228"/>
        <a:ext cx="1467321" cy="701758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37FD7D-E07F-4C75-9673-64A5A8E47E2B}">
      <dsp:nvSpPr>
        <dsp:cNvPr id="0" name=""/>
        <dsp:cNvSpPr/>
      </dsp:nvSpPr>
      <dsp:spPr>
        <a:xfrm>
          <a:off x="769464" y="0"/>
          <a:ext cx="8720596" cy="1944216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61800" extrusionH="600" contourW="3000">
          <a:bevelT w="48600" h="1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8CDED9-10EE-42CB-8EC2-08E97CD49C1D}">
      <dsp:nvSpPr>
        <dsp:cNvPr id="0" name=""/>
        <dsp:cNvSpPr/>
      </dsp:nvSpPr>
      <dsp:spPr>
        <a:xfrm>
          <a:off x="2191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Validação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40155" y="621228"/>
        <a:ext cx="1467321" cy="701758"/>
      </dsp:txXfrm>
    </dsp:sp>
    <dsp:sp modelId="{5C1F1DE3-99D5-40FD-8708-3405731E214D}">
      <dsp:nvSpPr>
        <dsp:cNvPr id="0" name=""/>
        <dsp:cNvSpPr/>
      </dsp:nvSpPr>
      <dsp:spPr>
        <a:xfrm>
          <a:off x="1744570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Acionamento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1782534" y="621228"/>
        <a:ext cx="1467321" cy="701758"/>
      </dsp:txXfrm>
    </dsp:sp>
    <dsp:sp modelId="{16FD5F25-DB03-42CF-95D3-9CA8413F2E1A}">
      <dsp:nvSpPr>
        <dsp:cNvPr id="0" name=""/>
        <dsp:cNvSpPr/>
      </dsp:nvSpPr>
      <dsp:spPr>
        <a:xfrm>
          <a:off x="3486948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Atuação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3524912" y="621228"/>
        <a:ext cx="1467321" cy="701758"/>
      </dsp:txXfrm>
    </dsp:sp>
    <dsp:sp modelId="{7286060C-ADCF-4B08-9989-01FF780891F7}">
      <dsp:nvSpPr>
        <dsp:cNvPr id="0" name=""/>
        <dsp:cNvSpPr/>
      </dsp:nvSpPr>
      <dsp:spPr>
        <a:xfrm>
          <a:off x="5229326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Escalonamento 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5267290" y="621228"/>
        <a:ext cx="1467321" cy="701758"/>
      </dsp:txXfrm>
    </dsp:sp>
    <dsp:sp modelId="{69860F7C-0C22-48D1-A25B-87BAB99EE035}">
      <dsp:nvSpPr>
        <dsp:cNvPr id="0" name=""/>
        <dsp:cNvSpPr/>
      </dsp:nvSpPr>
      <dsp:spPr>
        <a:xfrm>
          <a:off x="6971705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Validação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7009669" y="621228"/>
        <a:ext cx="1467321" cy="701758"/>
      </dsp:txXfrm>
    </dsp:sp>
    <dsp:sp modelId="{534EBCB0-5416-489F-8B08-622A1E5367B6}">
      <dsp:nvSpPr>
        <dsp:cNvPr id="0" name=""/>
        <dsp:cNvSpPr/>
      </dsp:nvSpPr>
      <dsp:spPr>
        <a:xfrm>
          <a:off x="8714083" y="583264"/>
          <a:ext cx="1543249" cy="777686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/>
              </a:solidFill>
            </a:rPr>
            <a:t>Fechamento</a:t>
          </a:r>
          <a:endParaRPr lang="pt-BR" sz="1600" kern="1200" dirty="0">
            <a:solidFill>
              <a:schemeClr val="bg1"/>
            </a:solidFill>
          </a:endParaRPr>
        </a:p>
      </dsp:txBody>
      <dsp:txXfrm>
        <a:off x="8752047" y="621228"/>
        <a:ext cx="1467321" cy="7017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4248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ma Colu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973138" y="2540000"/>
            <a:ext cx="7787303" cy="3328988"/>
          </a:xfrm>
          <a:prstGeom prst="rect">
            <a:avLst/>
          </a:prstGeom>
        </p:spPr>
        <p:txBody>
          <a:bodyPr vert="horz" numCol="1"/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Colu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973138" y="2540000"/>
            <a:ext cx="7787303" cy="3328988"/>
          </a:xfrm>
          <a:prstGeom prst="rect">
            <a:avLst/>
          </a:prstGeom>
        </p:spPr>
        <p:txBody>
          <a:bodyPr vert="horz" numCol="2" spcCol="216000"/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ês Colu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973138" y="2540000"/>
            <a:ext cx="7787303" cy="3328988"/>
          </a:xfrm>
          <a:prstGeom prst="rect">
            <a:avLst/>
          </a:prstGeom>
        </p:spPr>
        <p:txBody>
          <a:bodyPr vert="horz" numCol="3"/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973138" y="2540000"/>
            <a:ext cx="7787303" cy="3328988"/>
          </a:xfrm>
          <a:prstGeom prst="rect">
            <a:avLst/>
          </a:prstGeom>
        </p:spPr>
        <p:txBody>
          <a:bodyPr vert="horz" numCol="1"/>
          <a:lstStyle>
            <a:lvl1pPr>
              <a:buFont typeface="Arial"/>
              <a:buChar char="•"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ma Coluna C\ Imagem D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5033776" y="2540000"/>
            <a:ext cx="3828638" cy="33289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12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973138" y="2540000"/>
            <a:ext cx="3865963" cy="3328988"/>
          </a:xfrm>
          <a:prstGeom prst="rect">
            <a:avLst/>
          </a:prstGeom>
        </p:spPr>
        <p:txBody>
          <a:bodyPr vert="horz" numCol="1"/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ma Coluna C\ Imagem Es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973138" y="2540000"/>
            <a:ext cx="4088448" cy="33289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12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5228454" y="2540000"/>
            <a:ext cx="3531987" cy="3328988"/>
          </a:xfrm>
          <a:prstGeom prst="rect">
            <a:avLst/>
          </a:prstGeom>
        </p:spPr>
        <p:txBody>
          <a:bodyPr vert="horz" numCol="1"/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ma Coluna C\ Imagem Inf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973137" y="4027488"/>
            <a:ext cx="7787303" cy="18859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12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973138" y="2540000"/>
            <a:ext cx="7787303" cy="1335152"/>
          </a:xfrm>
          <a:prstGeom prst="rect">
            <a:avLst/>
          </a:prstGeom>
        </p:spPr>
        <p:txBody>
          <a:bodyPr vert="horz" numCol="1"/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Coluna C\ Imagem Inf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/>
          <p:cNvSpPr>
            <a:spLocks noGrp="1"/>
          </p:cNvSpPr>
          <p:nvPr>
            <p:ph idx="1"/>
          </p:nvPr>
        </p:nvSpPr>
        <p:spPr>
          <a:xfrm>
            <a:off x="973138" y="4027488"/>
            <a:ext cx="7780749" cy="18859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973138" y="2540000"/>
            <a:ext cx="7787303" cy="1325882"/>
          </a:xfrm>
          <a:prstGeom prst="rect">
            <a:avLst/>
          </a:prstGeom>
        </p:spPr>
        <p:txBody>
          <a:bodyPr vert="horz" numCol="2" spcCol="216000"/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ê Coluna C\ Imagem Inf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973138" y="4027488"/>
            <a:ext cx="7780749" cy="18859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13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973138" y="2540000"/>
            <a:ext cx="7787303" cy="1335152"/>
          </a:xfrm>
          <a:prstGeom prst="rect">
            <a:avLst/>
          </a:prstGeom>
        </p:spPr>
        <p:txBody>
          <a:bodyPr vert="horz" numCol="3" spcCol="216000"/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\ Titulo, Subtitulo e Sub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973138" y="2540172"/>
            <a:ext cx="7780749" cy="33732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10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11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\ Titulo, Sub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973138" y="1983930"/>
            <a:ext cx="7780749" cy="39295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6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\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973138" y="1288627"/>
            <a:ext cx="7780749" cy="462481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Maior C\ Titulo, Sub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0" y="1112485"/>
            <a:ext cx="9143999" cy="495982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P/ Inte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3999" cy="6858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/ Rod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3999" cy="6063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9816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3408636" y="2172501"/>
            <a:ext cx="5280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pic>
        <p:nvPicPr>
          <p:cNvPr id="9" name="Picture 8" descr="Apresentação-26.jp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>
          <a:xfrm>
            <a:off x="0" y="-141271"/>
            <a:ext cx="9143999" cy="7015984"/>
          </a:xfrm>
          <a:prstGeom prst="rect">
            <a:avLst/>
          </a:prstGeom>
        </p:spPr>
      </p:pic>
      <p:sp>
        <p:nvSpPr>
          <p:cNvPr id="4" name="Text Placeholder 13"/>
          <p:cNvSpPr txBox="1">
            <a:spLocks/>
          </p:cNvSpPr>
          <p:nvPr userDrawn="1"/>
        </p:nvSpPr>
        <p:spPr>
          <a:xfrm>
            <a:off x="2705623" y="2623712"/>
            <a:ext cx="6236402" cy="1196726"/>
          </a:xfrm>
          <a:prstGeom prst="rect">
            <a:avLst/>
          </a:prstGeom>
        </p:spPr>
        <p:txBody>
          <a:bodyPr vert="horz"/>
          <a:lstStyle>
            <a:lvl1pPr marL="342900" indent="-342900" algn="r" defTabSz="457200" rtl="0" eaLnBrk="1" latinLnBrk="0" hangingPunct="1">
              <a:spcBef>
                <a:spcPct val="20000"/>
              </a:spcBef>
              <a:buFont typeface="Arial"/>
              <a:buNone/>
              <a:defRPr sz="220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ea typeface="+mn-ea"/>
                <a:cs typeface="Tahom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 smtClean="0"/>
              <a:t>Reunião de Equipe Gestores Sala Técnica</a:t>
            </a:r>
          </a:p>
          <a:p>
            <a:r>
              <a:rPr lang="pt-BR" dirty="0" smtClean="0"/>
              <a:t>13/02/2014</a:t>
            </a:r>
          </a:p>
          <a:p>
            <a:r>
              <a:rPr lang="pt-BR" dirty="0" smtClean="0"/>
              <a:t>ATA N° 040</a:t>
            </a:r>
            <a:endParaRPr lang="x-none" dirty="0" smtClean="0"/>
          </a:p>
        </p:txBody>
      </p:sp>
    </p:spTree>
    <p:extLst>
      <p:ext uri="{BB962C8B-B14F-4D97-AF65-F5344CB8AC3E}">
        <p14:creationId xmlns:p14="http://schemas.microsoft.com/office/powerpoint/2010/main" val="3579914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rquivos_antigo-21.jpg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-16710" y="-1"/>
            <a:ext cx="9160710" cy="6865399"/>
          </a:xfrm>
          <a:prstGeom prst="rect">
            <a:avLst/>
          </a:prstGeom>
        </p:spPr>
      </p:pic>
      <p:pic>
        <p:nvPicPr>
          <p:cNvPr id="4" name="Picture 3" descr="Apresentação-26.jpg"/>
          <p:cNvPicPr>
            <a:picLocks noChangeAspect="1"/>
          </p:cNvPicPr>
          <p:nvPr userDrawn="1"/>
        </p:nvPicPr>
        <p:blipFill>
          <a:blip r:embed="rId16" cstate="print"/>
          <a:srcRect/>
          <a:stretch>
            <a:fillRect/>
          </a:stretch>
        </p:blipFill>
        <p:spPr>
          <a:xfrm>
            <a:off x="-16710" y="-177350"/>
            <a:ext cx="9160710" cy="715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347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55" r:id="rId3"/>
    <p:sldLayoutId id="2147483659" r:id="rId4"/>
    <p:sldLayoutId id="2147483660" r:id="rId5"/>
    <p:sldLayoutId id="2147483661" r:id="rId6"/>
    <p:sldLayoutId id="2147483657" r:id="rId7"/>
    <p:sldLayoutId id="2147483656" r:id="rId8"/>
    <p:sldLayoutId id="2147483658" r:id="rId9"/>
    <p:sldLayoutId id="2147483662" r:id="rId10"/>
    <p:sldLayoutId id="2147483663" r:id="rId11"/>
    <p:sldLayoutId id="2147483664" r:id="rId12"/>
    <p:sldLayoutId id="2147483665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emplate_Conteudo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6016684"/>
            <a:ext cx="9160193" cy="8413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10332720" y="13208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 descr="Apresentação-26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-16710" y="-76714"/>
            <a:ext cx="9160710" cy="694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953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://www.google.com.br/url?sa=i&amp;rct=j&amp;q=&amp;esrc=s&amp;frm=1&amp;source=images&amp;cd=&amp;cad=rja&amp;docid=Qdvr6FOP2echWM&amp;tbnid=i04X3QwhNDClgM:&amp;ved=0CAUQjRw&amp;url=http://www.jairitaliani.blog.br/treinamento-ou-educacao-corporativa/&amp;ei=44IUU5KXM8uO1AHT4oAg&amp;bvm=bv.61965928,d.eW0&amp;psig=AFQjCNHbMFxNkZ6LzIkGCg_JgW6GcN3-BQ&amp;ust=1393939279860037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tags" Target="../tags/tag33.xml"/><Relationship Id="rId18" Type="http://schemas.openxmlformats.org/officeDocument/2006/relationships/tags" Target="../tags/tag38.xml"/><Relationship Id="rId3" Type="http://schemas.openxmlformats.org/officeDocument/2006/relationships/tags" Target="../tags/tag23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27.xml"/><Relationship Id="rId12" Type="http://schemas.openxmlformats.org/officeDocument/2006/relationships/tags" Target="../tags/tag32.xml"/><Relationship Id="rId17" Type="http://schemas.openxmlformats.org/officeDocument/2006/relationships/tags" Target="../tags/tag37.xml"/><Relationship Id="rId2" Type="http://schemas.openxmlformats.org/officeDocument/2006/relationships/tags" Target="../tags/tag22.xml"/><Relationship Id="rId16" Type="http://schemas.openxmlformats.org/officeDocument/2006/relationships/tags" Target="../tags/tag36.xml"/><Relationship Id="rId20" Type="http://schemas.openxmlformats.org/officeDocument/2006/relationships/tags" Target="../tags/tag40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5" Type="http://schemas.openxmlformats.org/officeDocument/2006/relationships/tags" Target="../tags/tag25.xml"/><Relationship Id="rId15" Type="http://schemas.openxmlformats.org/officeDocument/2006/relationships/tags" Target="../tags/tag35.xml"/><Relationship Id="rId10" Type="http://schemas.openxmlformats.org/officeDocument/2006/relationships/tags" Target="../tags/tag30.xml"/><Relationship Id="rId19" Type="http://schemas.openxmlformats.org/officeDocument/2006/relationships/tags" Target="../tags/tag39.xml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tags" Target="../tags/tag3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13" Type="http://schemas.openxmlformats.org/officeDocument/2006/relationships/tags" Target="../tags/tag53.xml"/><Relationship Id="rId18" Type="http://schemas.openxmlformats.org/officeDocument/2006/relationships/tags" Target="../tags/tag58.xml"/><Relationship Id="rId3" Type="http://schemas.openxmlformats.org/officeDocument/2006/relationships/tags" Target="../tags/tag43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47.xml"/><Relationship Id="rId12" Type="http://schemas.openxmlformats.org/officeDocument/2006/relationships/tags" Target="../tags/tag52.xml"/><Relationship Id="rId17" Type="http://schemas.openxmlformats.org/officeDocument/2006/relationships/tags" Target="../tags/tag57.xml"/><Relationship Id="rId2" Type="http://schemas.openxmlformats.org/officeDocument/2006/relationships/tags" Target="../tags/tag42.xml"/><Relationship Id="rId16" Type="http://schemas.openxmlformats.org/officeDocument/2006/relationships/tags" Target="../tags/tag56.xml"/><Relationship Id="rId20" Type="http://schemas.openxmlformats.org/officeDocument/2006/relationships/tags" Target="../tags/tag60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tags" Target="../tags/tag51.xml"/><Relationship Id="rId5" Type="http://schemas.openxmlformats.org/officeDocument/2006/relationships/tags" Target="../tags/tag45.xml"/><Relationship Id="rId15" Type="http://schemas.openxmlformats.org/officeDocument/2006/relationships/tags" Target="../tags/tag55.xml"/><Relationship Id="rId10" Type="http://schemas.openxmlformats.org/officeDocument/2006/relationships/tags" Target="../tags/tag50.xml"/><Relationship Id="rId19" Type="http://schemas.openxmlformats.org/officeDocument/2006/relationships/tags" Target="../tags/tag59.xml"/><Relationship Id="rId4" Type="http://schemas.openxmlformats.org/officeDocument/2006/relationships/tags" Target="../tags/tag44.xml"/><Relationship Id="rId9" Type="http://schemas.openxmlformats.org/officeDocument/2006/relationships/tags" Target="../tags/tag49.xml"/><Relationship Id="rId14" Type="http://schemas.openxmlformats.org/officeDocument/2006/relationships/tags" Target="../tags/tag5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13" Type="http://schemas.openxmlformats.org/officeDocument/2006/relationships/tags" Target="../tags/tag73.xml"/><Relationship Id="rId18" Type="http://schemas.openxmlformats.org/officeDocument/2006/relationships/tags" Target="../tags/tag78.xml"/><Relationship Id="rId3" Type="http://schemas.openxmlformats.org/officeDocument/2006/relationships/tags" Target="../tags/tag63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67.xml"/><Relationship Id="rId12" Type="http://schemas.openxmlformats.org/officeDocument/2006/relationships/tags" Target="../tags/tag72.xml"/><Relationship Id="rId17" Type="http://schemas.openxmlformats.org/officeDocument/2006/relationships/tags" Target="../tags/tag77.xml"/><Relationship Id="rId2" Type="http://schemas.openxmlformats.org/officeDocument/2006/relationships/tags" Target="../tags/tag62.xml"/><Relationship Id="rId16" Type="http://schemas.openxmlformats.org/officeDocument/2006/relationships/tags" Target="../tags/tag76.xml"/><Relationship Id="rId20" Type="http://schemas.openxmlformats.org/officeDocument/2006/relationships/tags" Target="../tags/tag80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5" Type="http://schemas.openxmlformats.org/officeDocument/2006/relationships/tags" Target="../tags/tag65.xml"/><Relationship Id="rId15" Type="http://schemas.openxmlformats.org/officeDocument/2006/relationships/tags" Target="../tags/tag75.xml"/><Relationship Id="rId10" Type="http://schemas.openxmlformats.org/officeDocument/2006/relationships/tags" Target="../tags/tag70.xml"/><Relationship Id="rId19" Type="http://schemas.openxmlformats.org/officeDocument/2006/relationships/tags" Target="../tags/tag79.xml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4" Type="http://schemas.openxmlformats.org/officeDocument/2006/relationships/tags" Target="../tags/tag7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88.xml"/><Relationship Id="rId13" Type="http://schemas.openxmlformats.org/officeDocument/2006/relationships/tags" Target="../tags/tag93.xml"/><Relationship Id="rId18" Type="http://schemas.openxmlformats.org/officeDocument/2006/relationships/tags" Target="../tags/tag98.xml"/><Relationship Id="rId3" Type="http://schemas.openxmlformats.org/officeDocument/2006/relationships/tags" Target="../tags/tag83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87.xml"/><Relationship Id="rId12" Type="http://schemas.openxmlformats.org/officeDocument/2006/relationships/tags" Target="../tags/tag92.xml"/><Relationship Id="rId17" Type="http://schemas.openxmlformats.org/officeDocument/2006/relationships/tags" Target="../tags/tag97.xml"/><Relationship Id="rId2" Type="http://schemas.openxmlformats.org/officeDocument/2006/relationships/tags" Target="../tags/tag82.xml"/><Relationship Id="rId16" Type="http://schemas.openxmlformats.org/officeDocument/2006/relationships/tags" Target="../tags/tag96.xml"/><Relationship Id="rId20" Type="http://schemas.openxmlformats.org/officeDocument/2006/relationships/tags" Target="../tags/tag100.xml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11" Type="http://schemas.openxmlformats.org/officeDocument/2006/relationships/tags" Target="../tags/tag91.xml"/><Relationship Id="rId5" Type="http://schemas.openxmlformats.org/officeDocument/2006/relationships/tags" Target="../tags/tag85.xml"/><Relationship Id="rId15" Type="http://schemas.openxmlformats.org/officeDocument/2006/relationships/tags" Target="../tags/tag95.xml"/><Relationship Id="rId10" Type="http://schemas.openxmlformats.org/officeDocument/2006/relationships/tags" Target="../tags/tag90.xml"/><Relationship Id="rId19" Type="http://schemas.openxmlformats.org/officeDocument/2006/relationships/tags" Target="../tags/tag99.xml"/><Relationship Id="rId4" Type="http://schemas.openxmlformats.org/officeDocument/2006/relationships/tags" Target="../tags/tag84.xml"/><Relationship Id="rId9" Type="http://schemas.openxmlformats.org/officeDocument/2006/relationships/tags" Target="../tags/tag89.xml"/><Relationship Id="rId14" Type="http://schemas.openxmlformats.org/officeDocument/2006/relationships/tags" Target="../tags/tag9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08.xml"/><Relationship Id="rId13" Type="http://schemas.openxmlformats.org/officeDocument/2006/relationships/tags" Target="../tags/tag113.xml"/><Relationship Id="rId18" Type="http://schemas.openxmlformats.org/officeDocument/2006/relationships/tags" Target="../tags/tag118.xml"/><Relationship Id="rId3" Type="http://schemas.openxmlformats.org/officeDocument/2006/relationships/tags" Target="../tags/tag103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107.xml"/><Relationship Id="rId12" Type="http://schemas.openxmlformats.org/officeDocument/2006/relationships/tags" Target="../tags/tag112.xml"/><Relationship Id="rId17" Type="http://schemas.openxmlformats.org/officeDocument/2006/relationships/tags" Target="../tags/tag117.xml"/><Relationship Id="rId2" Type="http://schemas.openxmlformats.org/officeDocument/2006/relationships/tags" Target="../tags/tag102.xml"/><Relationship Id="rId16" Type="http://schemas.openxmlformats.org/officeDocument/2006/relationships/tags" Target="../tags/tag116.xml"/><Relationship Id="rId20" Type="http://schemas.openxmlformats.org/officeDocument/2006/relationships/tags" Target="../tags/tag120.xml"/><Relationship Id="rId1" Type="http://schemas.openxmlformats.org/officeDocument/2006/relationships/tags" Target="../tags/tag101.xml"/><Relationship Id="rId6" Type="http://schemas.openxmlformats.org/officeDocument/2006/relationships/tags" Target="../tags/tag106.xml"/><Relationship Id="rId11" Type="http://schemas.openxmlformats.org/officeDocument/2006/relationships/tags" Target="../tags/tag111.xml"/><Relationship Id="rId5" Type="http://schemas.openxmlformats.org/officeDocument/2006/relationships/tags" Target="../tags/tag105.xml"/><Relationship Id="rId15" Type="http://schemas.openxmlformats.org/officeDocument/2006/relationships/tags" Target="../tags/tag115.xml"/><Relationship Id="rId10" Type="http://schemas.openxmlformats.org/officeDocument/2006/relationships/tags" Target="../tags/tag110.xml"/><Relationship Id="rId19" Type="http://schemas.openxmlformats.org/officeDocument/2006/relationships/tags" Target="../tags/tag119.xml"/><Relationship Id="rId4" Type="http://schemas.openxmlformats.org/officeDocument/2006/relationships/tags" Target="../tags/tag104.xml"/><Relationship Id="rId9" Type="http://schemas.openxmlformats.org/officeDocument/2006/relationships/tags" Target="../tags/tag109.xml"/><Relationship Id="rId14" Type="http://schemas.openxmlformats.org/officeDocument/2006/relationships/tags" Target="../tags/tag11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28.xml"/><Relationship Id="rId13" Type="http://schemas.openxmlformats.org/officeDocument/2006/relationships/tags" Target="../tags/tag133.xml"/><Relationship Id="rId18" Type="http://schemas.openxmlformats.org/officeDocument/2006/relationships/tags" Target="../tags/tag138.xml"/><Relationship Id="rId3" Type="http://schemas.openxmlformats.org/officeDocument/2006/relationships/tags" Target="../tags/tag123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127.xml"/><Relationship Id="rId12" Type="http://schemas.openxmlformats.org/officeDocument/2006/relationships/tags" Target="../tags/tag132.xml"/><Relationship Id="rId17" Type="http://schemas.openxmlformats.org/officeDocument/2006/relationships/tags" Target="../tags/tag137.xml"/><Relationship Id="rId2" Type="http://schemas.openxmlformats.org/officeDocument/2006/relationships/tags" Target="../tags/tag122.xml"/><Relationship Id="rId16" Type="http://schemas.openxmlformats.org/officeDocument/2006/relationships/tags" Target="../tags/tag136.xml"/><Relationship Id="rId20" Type="http://schemas.openxmlformats.org/officeDocument/2006/relationships/tags" Target="../tags/tag140.xml"/><Relationship Id="rId1" Type="http://schemas.openxmlformats.org/officeDocument/2006/relationships/tags" Target="../tags/tag121.xml"/><Relationship Id="rId6" Type="http://schemas.openxmlformats.org/officeDocument/2006/relationships/tags" Target="../tags/tag126.xml"/><Relationship Id="rId11" Type="http://schemas.openxmlformats.org/officeDocument/2006/relationships/tags" Target="../tags/tag131.xml"/><Relationship Id="rId5" Type="http://schemas.openxmlformats.org/officeDocument/2006/relationships/tags" Target="../tags/tag125.xml"/><Relationship Id="rId15" Type="http://schemas.openxmlformats.org/officeDocument/2006/relationships/tags" Target="../tags/tag135.xml"/><Relationship Id="rId10" Type="http://schemas.openxmlformats.org/officeDocument/2006/relationships/tags" Target="../tags/tag130.xml"/><Relationship Id="rId19" Type="http://schemas.openxmlformats.org/officeDocument/2006/relationships/tags" Target="../tags/tag139.xml"/><Relationship Id="rId4" Type="http://schemas.openxmlformats.org/officeDocument/2006/relationships/tags" Target="../tags/tag124.xml"/><Relationship Id="rId9" Type="http://schemas.openxmlformats.org/officeDocument/2006/relationships/tags" Target="../tags/tag129.xml"/><Relationship Id="rId14" Type="http://schemas.openxmlformats.org/officeDocument/2006/relationships/tags" Target="../tags/tag13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diagramLayout" Target="../diagrams/layout3.xml"/><Relationship Id="rId7" Type="http://schemas.openxmlformats.org/officeDocument/2006/relationships/image" Target="../media/image9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diagramLayout" Target="../diagrams/layout4.xml"/><Relationship Id="rId7" Type="http://schemas.openxmlformats.org/officeDocument/2006/relationships/image" Target="../media/image11.jpe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Relationship Id="rId9" Type="http://schemas.openxmlformats.org/officeDocument/2006/relationships/image" Target="../media/image10.jpe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diagramLayout" Target="../diagrams/layout5.xml"/><Relationship Id="rId7" Type="http://schemas.openxmlformats.org/officeDocument/2006/relationships/image" Target="../media/image12.jpe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10" Type="http://schemas.openxmlformats.org/officeDocument/2006/relationships/image" Target="../media/image11.jpeg"/><Relationship Id="rId4" Type="http://schemas.openxmlformats.org/officeDocument/2006/relationships/diagramQuickStyle" Target="../diagrams/quickStyle5.xml"/><Relationship Id="rId9" Type="http://schemas.openxmlformats.org/officeDocument/2006/relationships/image" Target="../media/image10.jpe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diagramLayout" Target="../diagrams/layout6.xml"/><Relationship Id="rId7" Type="http://schemas.openxmlformats.org/officeDocument/2006/relationships/image" Target="../media/image11.jpe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10" Type="http://schemas.openxmlformats.org/officeDocument/2006/relationships/image" Target="../media/image9.jpeg"/><Relationship Id="rId4" Type="http://schemas.openxmlformats.org/officeDocument/2006/relationships/diagramQuickStyle" Target="../diagrams/quickStyle6.xml"/><Relationship Id="rId9" Type="http://schemas.openxmlformats.org/officeDocument/2006/relationships/image" Target="../media/image10.jpe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diagramLayout" Target="../diagrams/layout7.xml"/><Relationship Id="rId7" Type="http://schemas.openxmlformats.org/officeDocument/2006/relationships/image" Target="../media/image11.jpe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10" Type="http://schemas.openxmlformats.org/officeDocument/2006/relationships/image" Target="../media/image10.jpeg"/><Relationship Id="rId4" Type="http://schemas.openxmlformats.org/officeDocument/2006/relationships/diagramQuickStyle" Target="../diagrams/quickStyle7.xml"/><Relationship Id="rId9" Type="http://schemas.openxmlformats.org/officeDocument/2006/relationships/image" Target="../media/image9.jpe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diagramLayout" Target="../diagrams/layout8.xml"/><Relationship Id="rId7" Type="http://schemas.openxmlformats.org/officeDocument/2006/relationships/image" Target="../media/image11.jpe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10" Type="http://schemas.openxmlformats.org/officeDocument/2006/relationships/image" Target="../media/image9.jpeg"/><Relationship Id="rId4" Type="http://schemas.openxmlformats.org/officeDocument/2006/relationships/diagramQuickStyle" Target="../diagrams/quickStyle8.xml"/><Relationship Id="rId9" Type="http://schemas.openxmlformats.org/officeDocument/2006/relationships/image" Target="../media/image10.jpe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diagramLayout" Target="../diagrams/layout9.xml"/><Relationship Id="rId7" Type="http://schemas.openxmlformats.org/officeDocument/2006/relationships/image" Target="../media/image11.jpe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10" Type="http://schemas.openxmlformats.org/officeDocument/2006/relationships/image" Target="../media/image9.jpeg"/><Relationship Id="rId4" Type="http://schemas.openxmlformats.org/officeDocument/2006/relationships/diagramQuickStyle" Target="../diagrams/quickStyle9.xml"/><Relationship Id="rId9" Type="http://schemas.openxmlformats.org/officeDocument/2006/relationships/image" Target="../media/image10.jpe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diagramLayout" Target="../diagrams/layout10.xml"/><Relationship Id="rId7" Type="http://schemas.openxmlformats.org/officeDocument/2006/relationships/image" Target="../media/image11.jpe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10" Type="http://schemas.openxmlformats.org/officeDocument/2006/relationships/image" Target="../media/image10.jpeg"/><Relationship Id="rId4" Type="http://schemas.openxmlformats.org/officeDocument/2006/relationships/diagramQuickStyle" Target="../diagrams/quickStyle10.xml"/><Relationship Id="rId9" Type="http://schemas.openxmlformats.org/officeDocument/2006/relationships/image" Target="../media/image9.jpe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diagramLayout" Target="../diagrams/layout11.xml"/><Relationship Id="rId7" Type="http://schemas.openxmlformats.org/officeDocument/2006/relationships/image" Target="../media/image11.jpe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Relationship Id="rId9" Type="http://schemas.openxmlformats.org/officeDocument/2006/relationships/image" Target="../media/image10.jpe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gif"/><Relationship Id="rId3" Type="http://schemas.openxmlformats.org/officeDocument/2006/relationships/diagramLayout" Target="../diagrams/layout12.xml"/><Relationship Id="rId7" Type="http://schemas.openxmlformats.org/officeDocument/2006/relationships/image" Target="../media/image10.jpeg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10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112792" y="175118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112792" y="175118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24" t="18238" r="15035" b="53425"/>
          <a:stretch/>
        </p:blipFill>
        <p:spPr bwMode="auto">
          <a:xfrm>
            <a:off x="3056350" y="2415453"/>
            <a:ext cx="5849655" cy="2072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1227551" y="703255"/>
            <a:ext cx="771603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200" b="1" dirty="0" smtClean="0">
                <a:solidFill>
                  <a:schemeClr val="bg1">
                    <a:lumMod val="50000"/>
                  </a:schemeClr>
                </a:solidFill>
              </a:rPr>
              <a:t>Treinamento: </a:t>
            </a:r>
          </a:p>
          <a:p>
            <a:pPr algn="r"/>
            <a:r>
              <a:rPr lang="pt-BR" sz="2800" b="1" dirty="0" smtClean="0">
                <a:solidFill>
                  <a:schemeClr val="bg1">
                    <a:lumMod val="50000"/>
                  </a:schemeClr>
                </a:solidFill>
              </a:rPr>
              <a:t>“</a:t>
            </a:r>
            <a:r>
              <a:rPr lang="pt-BR" sz="2800" b="1" dirty="0" err="1" smtClean="0"/>
              <a:t>tCrono</a:t>
            </a:r>
            <a:r>
              <a:rPr lang="pt-BR" sz="2800" b="1" dirty="0" smtClean="0"/>
              <a:t>! – </a:t>
            </a:r>
            <a:r>
              <a:rPr lang="pt-BR" sz="2800" dirty="0" smtClean="0"/>
              <a:t>Em busca da excelência</a:t>
            </a:r>
            <a:r>
              <a:rPr lang="pt-BR" sz="2800" b="1" dirty="0" smtClean="0">
                <a:solidFill>
                  <a:schemeClr val="bg1">
                    <a:lumMod val="50000"/>
                  </a:schemeClr>
                </a:solidFill>
              </a:rPr>
              <a:t>”</a:t>
            </a:r>
          </a:p>
          <a:p>
            <a:pPr algn="r"/>
            <a:r>
              <a:rPr lang="pt-BR" sz="3200" dirty="0" smtClean="0">
                <a:solidFill>
                  <a:schemeClr val="bg1">
                    <a:lumMod val="50000"/>
                  </a:schemeClr>
                </a:solidFill>
              </a:rPr>
              <a:t>21/01/2015</a:t>
            </a:r>
          </a:p>
        </p:txBody>
      </p:sp>
    </p:spTree>
    <p:extLst>
      <p:ext uri="{BB962C8B-B14F-4D97-AF65-F5344CB8AC3E}">
        <p14:creationId xmlns:p14="http://schemas.microsoft.com/office/powerpoint/2010/main" val="730199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pic>
        <p:nvPicPr>
          <p:cNvPr id="10244" name="Picture 4" descr="http://www.jairitaliani.blog.br/wp-content/uploads/2014/02/treinamentos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350" y="2542784"/>
            <a:ext cx="7617608" cy="330432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218706" y="985855"/>
            <a:ext cx="86938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 smtClean="0">
                <a:solidFill>
                  <a:srgbClr val="002060"/>
                </a:solidFill>
              </a:rPr>
              <a:t>Incidente! </a:t>
            </a:r>
          </a:p>
          <a:p>
            <a:pPr algn="ctr"/>
            <a:r>
              <a:rPr lang="pt-BR" sz="4000" dirty="0" smtClean="0"/>
              <a:t>Em busca da excelência</a:t>
            </a:r>
            <a:endParaRPr lang="pt-BR" sz="4000" b="1" dirty="0" smtClean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571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187890" y="1164919"/>
            <a:ext cx="568495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002060"/>
                </a:solidFill>
                <a:latin typeface="Cooper Black" pitchFamily="18" charset="0"/>
              </a:rPr>
              <a:t>Introdução:</a:t>
            </a:r>
          </a:p>
          <a:p>
            <a:r>
              <a:rPr lang="pt-BR" sz="4400" dirty="0">
                <a:solidFill>
                  <a:srgbClr val="7030A0"/>
                </a:solidFill>
              </a:rPr>
              <a:t>O que é Incidente?</a:t>
            </a:r>
          </a:p>
          <a:p>
            <a:pPr marL="0" marR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pt-BR" sz="4400" b="0" i="0" dirty="0" err="1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150311" y="2649750"/>
            <a:ext cx="879327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O </a:t>
            </a:r>
            <a:r>
              <a:rPr lang="pt-BR" sz="2000" b="1" dirty="0" smtClean="0">
                <a:solidFill>
                  <a:srgbClr val="FF0000"/>
                </a:solidFill>
              </a:rPr>
              <a:t>Incidente</a:t>
            </a:r>
            <a:r>
              <a:rPr lang="pt-BR" sz="2000" dirty="0" smtClean="0"/>
              <a:t> qualquer evento que não faça parte do funcionamento normal de um serviço.</a:t>
            </a:r>
          </a:p>
          <a:p>
            <a:r>
              <a:rPr lang="pt-BR" sz="2000" dirty="0" smtClean="0"/>
              <a:t> </a:t>
            </a:r>
            <a:endParaRPr lang="pt-BR" sz="2000" dirty="0"/>
          </a:p>
          <a:p>
            <a:r>
              <a:rPr lang="pt-BR" sz="2000" b="1" u="sng" dirty="0" smtClean="0"/>
              <a:t>Alto Impacto: </a:t>
            </a:r>
            <a:r>
              <a:rPr lang="pt-BR" sz="2000" dirty="0" smtClean="0"/>
              <a:t>Trata-se de Incidentes que resultam em impacto maior ou igual a 30% em relação a Quantidade de </a:t>
            </a:r>
            <a:r>
              <a:rPr lang="pt-BR" sz="2000" dirty="0" err="1" smtClean="0"/>
              <a:t>PA’s</a:t>
            </a:r>
            <a:r>
              <a:rPr lang="pt-BR" sz="2000" dirty="0" smtClean="0"/>
              <a:t> das Operações.</a:t>
            </a:r>
            <a:endParaRPr lang="pt-BR" sz="20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0043" y="4830873"/>
            <a:ext cx="1603332" cy="118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93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62630" y="1098589"/>
            <a:ext cx="9006214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 smtClean="0">
                <a:solidFill>
                  <a:srgbClr val="002060"/>
                </a:solidFill>
              </a:rPr>
              <a:t>Objetivo:</a:t>
            </a:r>
          </a:p>
          <a:p>
            <a:pPr algn="ctr"/>
            <a:r>
              <a:rPr lang="pt-BR" sz="4400" dirty="0"/>
              <a:t>Diminuir</a:t>
            </a:r>
            <a:r>
              <a:rPr lang="pt-BR" sz="54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sz="4400" dirty="0"/>
              <a:t>os impactos causados pelos incidentes através de um forte</a:t>
            </a:r>
            <a:r>
              <a:rPr lang="pt-BR" sz="44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sz="4400" dirty="0"/>
              <a:t>controle dos eventos, assim como, usar a experiência adquirida com as tratativas anteriores para alcançar um resultado mais eficiente.</a:t>
            </a:r>
          </a:p>
          <a:p>
            <a:pPr algn="ctr"/>
            <a:endParaRPr lang="pt-BR" sz="4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222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-1" y="1555023"/>
            <a:ext cx="914400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rgbClr val="002060"/>
                </a:solidFill>
                <a:latin typeface="Cooper Black" pitchFamily="18" charset="0"/>
              </a:rPr>
              <a:t>Para quais incidentes </a:t>
            </a:r>
            <a:endParaRPr lang="pt-BR" sz="4000" dirty="0" smtClean="0">
              <a:solidFill>
                <a:srgbClr val="002060"/>
              </a:solidFill>
              <a:latin typeface="Cooper Black" pitchFamily="18" charset="0"/>
            </a:endParaRPr>
          </a:p>
          <a:p>
            <a:pPr algn="ctr"/>
            <a:r>
              <a:rPr lang="pt-BR" sz="4000" dirty="0" smtClean="0">
                <a:solidFill>
                  <a:srgbClr val="002060"/>
                </a:solidFill>
                <a:latin typeface="Cooper Black" pitchFamily="18" charset="0"/>
              </a:rPr>
              <a:t>utilizaremos </a:t>
            </a:r>
            <a:r>
              <a:rPr lang="pt-BR" sz="4000" dirty="0">
                <a:solidFill>
                  <a:srgbClr val="002060"/>
                </a:solidFill>
                <a:latin typeface="Cooper Black" pitchFamily="18" charset="0"/>
              </a:rPr>
              <a:t>o fluxo apresentado?</a:t>
            </a:r>
          </a:p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pt-BR" sz="1200" b="0" i="0" dirty="0" err="1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535" y="3878894"/>
            <a:ext cx="2757589" cy="203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571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88256" y="1716066"/>
            <a:ext cx="8760732" cy="42165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solidFill>
                  <a:schemeClr val="tx2"/>
                </a:solidFill>
                <a:latin typeface="Cooper Black" pitchFamily="18" charset="0"/>
              </a:rPr>
              <a:t>Tipos de eventos</a:t>
            </a:r>
            <a:r>
              <a:rPr lang="pt-BR" sz="3200" dirty="0" smtClean="0">
                <a:solidFill>
                  <a:schemeClr val="tx2"/>
                </a:solidFill>
                <a:latin typeface="Cooper Black" pitchFamily="18" charset="0"/>
              </a:rPr>
              <a:t>:</a:t>
            </a:r>
          </a:p>
          <a:p>
            <a:endParaRPr lang="pt-BR" sz="3200" dirty="0">
              <a:solidFill>
                <a:schemeClr val="tx2"/>
              </a:solidFill>
              <a:latin typeface="Cooper Black" pitchFamily="18" charset="0"/>
            </a:endParaRPr>
          </a:p>
          <a:p>
            <a:pPr marL="457200" indent="-457200">
              <a:buFont typeface="Wingdings" pitchFamily="2" charset="2"/>
              <a:buChar char="ü"/>
            </a:pPr>
            <a:r>
              <a:rPr lang="pt-BR" sz="3200" dirty="0"/>
              <a:t>Chamado de Incidente de Alto impacto.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pt-BR" sz="3200" dirty="0"/>
              <a:t>Acionamento de Operação parada  (Indisponível </a:t>
            </a:r>
            <a:endParaRPr lang="pt-BR" sz="3200" dirty="0" smtClean="0"/>
          </a:p>
          <a:p>
            <a:r>
              <a:rPr lang="pt-BR" sz="3200" dirty="0" smtClean="0"/>
              <a:t>     ou </a:t>
            </a:r>
            <a:r>
              <a:rPr lang="pt-BR" sz="3200" dirty="0"/>
              <a:t>parcialmente indisponível).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pt-BR" sz="3200" dirty="0"/>
              <a:t>Equipamento parado.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pt-BR" sz="3200" dirty="0"/>
              <a:t>Ambiente parado (mesmo fora do horário </a:t>
            </a:r>
            <a:endParaRPr lang="pt-BR" sz="3200" dirty="0" smtClean="0"/>
          </a:p>
          <a:p>
            <a:r>
              <a:rPr lang="pt-BR" sz="3200" dirty="0"/>
              <a:t> </a:t>
            </a:r>
            <a:r>
              <a:rPr lang="pt-BR" sz="3200" dirty="0" smtClean="0"/>
              <a:t>    de </a:t>
            </a:r>
            <a:r>
              <a:rPr lang="pt-BR" sz="3200" dirty="0"/>
              <a:t>atuação).</a:t>
            </a:r>
          </a:p>
          <a:p>
            <a:pPr marL="0" marR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pt-BR" sz="1200" b="0" i="0" dirty="0" err="1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383337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209116" y="1515649"/>
            <a:ext cx="62549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pt-BR" sz="2800" dirty="0">
                <a:solidFill>
                  <a:srgbClr val="002060"/>
                </a:solidFill>
                <a:latin typeface="Cooper Black" pitchFamily="18" charset="0"/>
              </a:rPr>
              <a:t>Ferramentas utilizadas pela SDK:</a:t>
            </a:r>
          </a:p>
          <a:p>
            <a:pPr marL="0" marR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pt-BR" sz="1200" b="0" i="0" dirty="0" err="1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1177448" y="2404997"/>
            <a:ext cx="665618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pt-BR" sz="2800" dirty="0"/>
              <a:t> </a:t>
            </a:r>
            <a:r>
              <a:rPr lang="pt-BR" sz="2800" dirty="0" err="1"/>
              <a:t>tProcess</a:t>
            </a:r>
            <a:r>
              <a:rPr lang="pt-BR" sz="2800" dirty="0"/>
              <a:t>! / </a:t>
            </a:r>
            <a:r>
              <a:rPr lang="pt-BR" sz="2800" dirty="0" err="1"/>
              <a:t>Jira</a:t>
            </a:r>
            <a:endParaRPr lang="pt-BR" sz="2800" dirty="0"/>
          </a:p>
          <a:p>
            <a:pPr>
              <a:buFont typeface="Wingdings" pitchFamily="2" charset="2"/>
              <a:buChar char="Ø"/>
            </a:pPr>
            <a:r>
              <a:rPr lang="pt-BR" sz="2800" dirty="0"/>
              <a:t> </a:t>
            </a:r>
            <a:r>
              <a:rPr lang="pt-BR" sz="2800" dirty="0" err="1"/>
              <a:t>tHelp</a:t>
            </a:r>
            <a:r>
              <a:rPr lang="pt-BR" sz="2800" dirty="0"/>
              <a:t>!</a:t>
            </a:r>
          </a:p>
          <a:p>
            <a:pPr>
              <a:buFont typeface="Wingdings" pitchFamily="2" charset="2"/>
              <a:buChar char="Ø"/>
            </a:pPr>
            <a:r>
              <a:rPr lang="pt-BR" sz="2800" dirty="0"/>
              <a:t> </a:t>
            </a:r>
            <a:r>
              <a:rPr lang="pt-BR" sz="2800" dirty="0" err="1"/>
              <a:t>tSMS</a:t>
            </a:r>
            <a:r>
              <a:rPr lang="pt-BR" sz="2800" dirty="0"/>
              <a:t>!</a:t>
            </a:r>
          </a:p>
          <a:p>
            <a:pPr>
              <a:buFont typeface="Wingdings" pitchFamily="2" charset="2"/>
              <a:buChar char="Ø"/>
            </a:pPr>
            <a:r>
              <a:rPr lang="pt-BR" sz="2800" dirty="0"/>
              <a:t> </a:t>
            </a:r>
            <a:r>
              <a:rPr lang="pt-BR" sz="2800" dirty="0" err="1" smtClean="0"/>
              <a:t>tCrono</a:t>
            </a:r>
            <a:r>
              <a:rPr lang="pt-BR" sz="2800" dirty="0" smtClean="0"/>
              <a:t>! </a:t>
            </a:r>
          </a:p>
          <a:p>
            <a:pPr>
              <a:buFont typeface="Wingdings" pitchFamily="2" charset="2"/>
              <a:buChar char="Ø"/>
            </a:pPr>
            <a:r>
              <a:rPr lang="pt-BR" sz="2800" dirty="0" smtClean="0"/>
              <a:t>Acionamento </a:t>
            </a:r>
            <a:r>
              <a:rPr lang="pt-BR" sz="2800" dirty="0" err="1" smtClean="0"/>
              <a:t>Telefonico</a:t>
            </a:r>
            <a:endParaRPr lang="pt-BR" sz="2800" dirty="0"/>
          </a:p>
          <a:p>
            <a:pPr>
              <a:buFont typeface="Wingdings" pitchFamily="2" charset="2"/>
              <a:buChar char="Ø"/>
            </a:pPr>
            <a:r>
              <a:rPr lang="pt-BR" sz="2800" dirty="0"/>
              <a:t>Controltodo! (Repositório de Informações)</a:t>
            </a:r>
          </a:p>
          <a:p>
            <a:pPr marL="0" marR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pt-BR" sz="1200" b="0" i="0" dirty="0" err="1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233073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1" y="1327759"/>
            <a:ext cx="9043792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rgbClr val="002060"/>
                </a:solidFill>
                <a:latin typeface="Cooper Black" pitchFamily="18" charset="0"/>
              </a:rPr>
              <a:t>Como usaremos as ferramentas </a:t>
            </a:r>
            <a:endParaRPr lang="pt-BR" sz="4000" dirty="0" smtClean="0">
              <a:solidFill>
                <a:srgbClr val="002060"/>
              </a:solidFill>
              <a:latin typeface="Cooper Black" pitchFamily="18" charset="0"/>
            </a:endParaRPr>
          </a:p>
          <a:p>
            <a:pPr algn="ctr"/>
            <a:r>
              <a:rPr lang="pt-BR" sz="4000" dirty="0" smtClean="0">
                <a:solidFill>
                  <a:srgbClr val="002060"/>
                </a:solidFill>
                <a:latin typeface="Cooper Black" pitchFamily="18" charset="0"/>
              </a:rPr>
              <a:t>nas </a:t>
            </a:r>
            <a:r>
              <a:rPr lang="pt-BR" sz="4000" dirty="0">
                <a:solidFill>
                  <a:srgbClr val="002060"/>
                </a:solidFill>
                <a:latin typeface="Cooper Black" pitchFamily="18" charset="0"/>
              </a:rPr>
              <a:t>tratativas de </a:t>
            </a:r>
            <a:r>
              <a:rPr lang="pt-BR" sz="4000" dirty="0" smtClean="0">
                <a:solidFill>
                  <a:srgbClr val="002060"/>
                </a:solidFill>
                <a:latin typeface="Cooper Black" pitchFamily="18" charset="0"/>
              </a:rPr>
              <a:t>Incidente a partir do inicio do acompanhamento da Equipe?</a:t>
            </a:r>
            <a:endParaRPr lang="pt-BR" sz="4000" dirty="0">
              <a:solidFill>
                <a:srgbClr val="002060"/>
              </a:solidFill>
              <a:latin typeface="Cooper Black" pitchFamily="18" charset="0"/>
            </a:endParaRPr>
          </a:p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pt-BR" sz="1200" b="0" i="0" dirty="0" err="1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535" y="3970751"/>
            <a:ext cx="2632948" cy="194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073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grpSp>
        <p:nvGrpSpPr>
          <p:cNvPr id="3" name="Grupo 107"/>
          <p:cNvGrpSpPr/>
          <p:nvPr/>
        </p:nvGrpSpPr>
        <p:grpSpPr>
          <a:xfrm>
            <a:off x="860198" y="1323447"/>
            <a:ext cx="181143" cy="1083517"/>
            <a:chOff x="801390" y="1500968"/>
            <a:chExt cx="215107" cy="1286678"/>
          </a:xfrm>
          <a:solidFill>
            <a:srgbClr val="FF0000"/>
          </a:solidFill>
        </p:grpSpPr>
        <p:cxnSp>
          <p:nvCxnSpPr>
            <p:cNvPr id="4" name="milestoneshape"/>
            <p:cNvCxnSpPr/>
            <p:nvPr/>
          </p:nvCxnSpPr>
          <p:spPr>
            <a:xfrm rot="5400000">
              <a:off x="158845" y="2143513"/>
              <a:ext cx="1286678" cy="1588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milestoneshape"/>
            <p:cNvSpPr/>
            <p:nvPr/>
          </p:nvSpPr>
          <p:spPr>
            <a:xfrm rot="16200000">
              <a:off x="825997" y="1524782"/>
              <a:ext cx="190500" cy="190500"/>
            </a:xfrm>
            <a:prstGeom prst="flowChartMerge">
              <a:avLst/>
            </a:prstGeom>
            <a:grpFill/>
            <a:ln>
              <a:solidFill>
                <a:srgbClr val="FF0000"/>
              </a:solidFill>
            </a:ln>
            <a:effectLst>
              <a:outerShdw blurRad="63500">
                <a:scrgbClr r="0" g="0" b="0">
                  <a:alpha val="50000"/>
                </a:scrgbClr>
              </a:outerShdw>
            </a:effectLst>
            <a:scene3d>
              <a:camera prst="orthographicFront"/>
              <a:lightRig rig="threePt" dir="t"/>
            </a:scene3d>
            <a:sp3d>
              <a:bevelT h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grpSp>
        <p:nvGrpSpPr>
          <p:cNvPr id="6" name="Grupo 104"/>
          <p:cNvGrpSpPr/>
          <p:nvPr/>
        </p:nvGrpSpPr>
        <p:grpSpPr>
          <a:xfrm>
            <a:off x="510869" y="2243532"/>
            <a:ext cx="7127475" cy="632997"/>
            <a:chOff x="251520" y="3320259"/>
            <a:chExt cx="8463884" cy="751684"/>
          </a:xfrm>
        </p:grpSpPr>
        <p:grpSp>
          <p:nvGrpSpPr>
            <p:cNvPr id="7" name="Grupo 103"/>
            <p:cNvGrpSpPr/>
            <p:nvPr/>
          </p:nvGrpSpPr>
          <p:grpSpPr>
            <a:xfrm>
              <a:off x="251520" y="3320259"/>
              <a:ext cx="8463884" cy="751684"/>
              <a:chOff x="251520" y="6098110"/>
              <a:chExt cx="8440315" cy="398439"/>
            </a:xfrm>
          </p:grpSpPr>
          <p:sp>
            <p:nvSpPr>
              <p:cNvPr id="25" name="pgshape"/>
              <p:cNvSpPr/>
              <p:nvPr/>
            </p:nvSpPr>
            <p:spPr>
              <a:xfrm>
                <a:off x="251520" y="6102051"/>
                <a:ext cx="8440315" cy="394400"/>
              </a:xfrm>
              <a:prstGeom prst="roundRect">
                <a:avLst>
                  <a:gd name="adj" fmla="val 10000000"/>
                </a:avLst>
              </a:prstGeom>
              <a:solidFill>
                <a:schemeClr val="tx1"/>
              </a:solidFill>
              <a:ln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pgshape"/>
              <p:cNvSpPr/>
              <p:nvPr>
                <p:custDataLst>
                  <p:tags r:id="rId18"/>
                </p:custDataLst>
              </p:nvPr>
            </p:nvSpPr>
            <p:spPr>
              <a:xfrm>
                <a:off x="251520" y="6098110"/>
                <a:ext cx="6392182" cy="394400"/>
              </a:xfrm>
              <a:prstGeom prst="roundRect">
                <a:avLst>
                  <a:gd name="adj" fmla="val 10000000"/>
                </a:avLst>
              </a:prstGeom>
              <a:ln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pgshape"/>
              <p:cNvSpPr/>
              <p:nvPr>
                <p:custDataLst>
                  <p:tags r:id="rId19"/>
                </p:custDataLst>
              </p:nvPr>
            </p:nvSpPr>
            <p:spPr>
              <a:xfrm>
                <a:off x="251520" y="6098110"/>
                <a:ext cx="4391917" cy="394400"/>
              </a:xfrm>
              <a:prstGeom prst="roundRect">
                <a:avLst>
                  <a:gd name="adj" fmla="val 10000000"/>
                </a:avLst>
              </a:prstGeom>
              <a:solidFill>
                <a:schemeClr val="accent6">
                  <a:lumMod val="75000"/>
                </a:schemeClr>
              </a:solidFill>
              <a:ln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pgshape"/>
              <p:cNvSpPr/>
              <p:nvPr>
                <p:custDataLst>
                  <p:tags r:id="rId20"/>
                </p:custDataLst>
              </p:nvPr>
            </p:nvSpPr>
            <p:spPr>
              <a:xfrm>
                <a:off x="251520" y="6102470"/>
                <a:ext cx="2384994" cy="394079"/>
              </a:xfrm>
              <a:prstGeom prst="roundRect">
                <a:avLst>
                  <a:gd name="adj" fmla="val 1000000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" name="pgshape"/>
            <p:cNvSpPr txBox="1"/>
            <p:nvPr>
              <p:custDataLst>
                <p:tags r:id="rId2"/>
              </p:custDataLst>
            </p:nvPr>
          </p:nvSpPr>
          <p:spPr>
            <a:xfrm>
              <a:off x="407427" y="3447187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10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9" name="pgshape"/>
            <p:cNvSpPr txBox="1"/>
            <p:nvPr>
              <p:custDataLst>
                <p:tags r:id="rId3"/>
              </p:custDataLst>
            </p:nvPr>
          </p:nvSpPr>
          <p:spPr>
            <a:xfrm>
              <a:off x="937133" y="3447187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20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11" name="pgshape"/>
            <p:cNvSpPr txBox="1"/>
            <p:nvPr>
              <p:custDataLst>
                <p:tags r:id="rId4"/>
              </p:custDataLst>
            </p:nvPr>
          </p:nvSpPr>
          <p:spPr>
            <a:xfrm>
              <a:off x="1407559" y="3429000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30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12" name="pgshape"/>
            <p:cNvSpPr txBox="1"/>
            <p:nvPr>
              <p:custDataLst>
                <p:tags r:id="rId5"/>
              </p:custDataLst>
            </p:nvPr>
          </p:nvSpPr>
          <p:spPr>
            <a:xfrm>
              <a:off x="1937265" y="3447187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40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13" name="pgshape"/>
            <p:cNvSpPr txBox="1"/>
            <p:nvPr>
              <p:custDataLst>
                <p:tags r:id="rId6"/>
              </p:custDataLst>
            </p:nvPr>
          </p:nvSpPr>
          <p:spPr>
            <a:xfrm>
              <a:off x="2571736" y="3429000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50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14" name="pgshape"/>
            <p:cNvSpPr txBox="1"/>
            <p:nvPr>
              <p:custDataLst>
                <p:tags r:id="rId7"/>
              </p:custDataLst>
            </p:nvPr>
          </p:nvSpPr>
          <p:spPr>
            <a:xfrm>
              <a:off x="3071802" y="3429000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60 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15" name="pgshape"/>
            <p:cNvSpPr txBox="1"/>
            <p:nvPr>
              <p:custDataLst>
                <p:tags r:id="rId8"/>
              </p:custDataLst>
            </p:nvPr>
          </p:nvSpPr>
          <p:spPr>
            <a:xfrm>
              <a:off x="3571868" y="3429000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70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16" name="pgshape"/>
            <p:cNvSpPr txBox="1"/>
            <p:nvPr>
              <p:custDataLst>
                <p:tags r:id="rId9"/>
              </p:custDataLst>
            </p:nvPr>
          </p:nvSpPr>
          <p:spPr>
            <a:xfrm>
              <a:off x="4071934" y="3429000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80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17" name="pgshape"/>
            <p:cNvSpPr txBox="1"/>
            <p:nvPr>
              <p:custDataLst>
                <p:tags r:id="rId10"/>
              </p:custDataLst>
            </p:nvPr>
          </p:nvSpPr>
          <p:spPr>
            <a:xfrm>
              <a:off x="4634015" y="3421066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90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18" name="pgshape"/>
            <p:cNvSpPr txBox="1"/>
            <p:nvPr>
              <p:custDataLst>
                <p:tags r:id="rId11"/>
              </p:custDataLst>
            </p:nvPr>
          </p:nvSpPr>
          <p:spPr>
            <a:xfrm>
              <a:off x="5093235" y="3421066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100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19" name="pgshape"/>
            <p:cNvSpPr txBox="1"/>
            <p:nvPr>
              <p:custDataLst>
                <p:tags r:id="rId12"/>
              </p:custDataLst>
            </p:nvPr>
          </p:nvSpPr>
          <p:spPr>
            <a:xfrm>
              <a:off x="5593301" y="3421066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110</a:t>
              </a:r>
            </a:p>
            <a:p>
              <a:pPr algn="ctr"/>
              <a:r>
                <a:rPr lang="pt-BR" sz="1400" dirty="0" smtClean="0">
                  <a:latin typeface="Calibri"/>
                </a:rPr>
                <a:t>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0" name="pgshape"/>
            <p:cNvSpPr txBox="1"/>
            <p:nvPr>
              <p:custDataLst>
                <p:tags r:id="rId13"/>
              </p:custDataLst>
            </p:nvPr>
          </p:nvSpPr>
          <p:spPr>
            <a:xfrm>
              <a:off x="6101838" y="3421066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120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1" name="pgshape"/>
            <p:cNvSpPr txBox="1"/>
            <p:nvPr>
              <p:custDataLst>
                <p:tags r:id="rId14"/>
              </p:custDataLst>
            </p:nvPr>
          </p:nvSpPr>
          <p:spPr>
            <a:xfrm>
              <a:off x="6593433" y="3402879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solidFill>
                    <a:schemeClr val="bg1"/>
                  </a:solidFill>
                  <a:latin typeface="Calibri"/>
                </a:rPr>
                <a:t>130 min</a:t>
              </a:r>
              <a:endParaRPr lang="pt-BR" sz="1400" dirty="0">
                <a:solidFill>
                  <a:schemeClr val="bg1"/>
                </a:solidFill>
                <a:latin typeface="Calibri"/>
              </a:endParaRPr>
            </a:p>
          </p:txBody>
        </p:sp>
        <p:sp>
          <p:nvSpPr>
            <p:cNvPr id="22" name="pgshape"/>
            <p:cNvSpPr txBox="1"/>
            <p:nvPr>
              <p:custDataLst>
                <p:tags r:id="rId15"/>
              </p:custDataLst>
            </p:nvPr>
          </p:nvSpPr>
          <p:spPr>
            <a:xfrm>
              <a:off x="7093499" y="3402879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solidFill>
                    <a:schemeClr val="bg1"/>
                  </a:solidFill>
                  <a:latin typeface="Calibri"/>
                </a:rPr>
                <a:t>140 min</a:t>
              </a:r>
              <a:endParaRPr lang="pt-BR" sz="1400" dirty="0">
                <a:solidFill>
                  <a:schemeClr val="bg1"/>
                </a:solidFill>
                <a:latin typeface="Calibri"/>
              </a:endParaRPr>
            </a:p>
          </p:txBody>
        </p:sp>
        <p:sp>
          <p:nvSpPr>
            <p:cNvPr id="23" name="pgshape"/>
            <p:cNvSpPr txBox="1"/>
            <p:nvPr>
              <p:custDataLst>
                <p:tags r:id="rId16"/>
              </p:custDataLst>
            </p:nvPr>
          </p:nvSpPr>
          <p:spPr>
            <a:xfrm>
              <a:off x="7593565" y="3402879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solidFill>
                    <a:schemeClr val="bg1"/>
                  </a:solidFill>
                  <a:latin typeface="Calibri"/>
                </a:rPr>
                <a:t>150 min</a:t>
              </a:r>
              <a:endParaRPr lang="pt-BR" sz="1400" dirty="0">
                <a:solidFill>
                  <a:schemeClr val="bg1"/>
                </a:solidFill>
                <a:latin typeface="Calibri"/>
              </a:endParaRPr>
            </a:p>
          </p:txBody>
        </p:sp>
        <p:sp>
          <p:nvSpPr>
            <p:cNvPr id="24" name="pgshape"/>
            <p:cNvSpPr txBox="1"/>
            <p:nvPr>
              <p:custDataLst>
                <p:tags r:id="rId17"/>
              </p:custDataLst>
            </p:nvPr>
          </p:nvSpPr>
          <p:spPr>
            <a:xfrm>
              <a:off x="8022193" y="3402879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solidFill>
                    <a:schemeClr val="bg1"/>
                  </a:solidFill>
                  <a:latin typeface="Calibri"/>
                </a:rPr>
                <a:t>...</a:t>
              </a:r>
              <a:endParaRPr lang="pt-BR" sz="1400" dirty="0">
                <a:solidFill>
                  <a:schemeClr val="bg1"/>
                </a:solidFill>
                <a:latin typeface="Calibri"/>
              </a:endParaRPr>
            </a:p>
          </p:txBody>
        </p:sp>
      </p:grpSp>
      <p:sp>
        <p:nvSpPr>
          <p:cNvPr id="29" name="milestoneshape"/>
          <p:cNvSpPr txBox="1"/>
          <p:nvPr>
            <p:custDataLst>
              <p:tags r:id="rId1"/>
            </p:custDataLst>
          </p:nvPr>
        </p:nvSpPr>
        <p:spPr>
          <a:xfrm>
            <a:off x="594032" y="1142972"/>
            <a:ext cx="1263324" cy="180475"/>
          </a:xfrm>
          <a:prstGeom prst="rect">
            <a:avLst/>
          </a:prstGeom>
          <a:noFill/>
        </p:spPr>
        <p:txBody>
          <a:bodyPr vert="horz" wrap="square" rtlCol="0" anchorCtr="0">
            <a:noAutofit/>
          </a:bodyPr>
          <a:lstStyle/>
          <a:p>
            <a:pPr>
              <a:lnSpc>
                <a:spcPct val="80000"/>
              </a:lnSpc>
            </a:pPr>
            <a:r>
              <a:rPr lang="pt-BR" sz="1000" b="1" dirty="0" smtClean="0">
                <a:solidFill>
                  <a:srgbClr val="FF0000"/>
                </a:solidFill>
                <a:latin typeface="Calibri"/>
              </a:rPr>
              <a:t>Incidente</a:t>
            </a:r>
            <a:endParaRPr lang="pt-BR" sz="10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30" name="Retângulo 29"/>
          <p:cNvSpPr/>
          <p:nvPr/>
        </p:nvSpPr>
        <p:spPr>
          <a:xfrm>
            <a:off x="1056200" y="4860143"/>
            <a:ext cx="331903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u="sng" dirty="0" smtClean="0">
                <a:latin typeface="Calibri"/>
              </a:rPr>
              <a:t>ATIVIDADES</a:t>
            </a:r>
          </a:p>
          <a:p>
            <a:endParaRPr lang="pt-BR" sz="1400" dirty="0">
              <a:latin typeface="Calibri"/>
            </a:endParaRPr>
          </a:p>
          <a:p>
            <a:r>
              <a:rPr lang="pt-BR" sz="1400" dirty="0" smtClean="0">
                <a:latin typeface="Calibri"/>
              </a:rPr>
              <a:t>1. </a:t>
            </a:r>
            <a:r>
              <a:rPr lang="pt-BR" sz="1400" dirty="0" err="1" smtClean="0">
                <a:latin typeface="Calibri"/>
              </a:rPr>
              <a:t>tProcess</a:t>
            </a:r>
            <a:r>
              <a:rPr lang="pt-BR" sz="1400" dirty="0" smtClean="0">
                <a:latin typeface="Calibri"/>
              </a:rPr>
              <a:t> </a:t>
            </a:r>
            <a:r>
              <a:rPr lang="pt-BR" sz="1400" dirty="0" smtClean="0">
                <a:latin typeface="Calibri"/>
              </a:rPr>
              <a:t>/ </a:t>
            </a:r>
            <a:r>
              <a:rPr lang="pt-BR" sz="1400" dirty="0" err="1" smtClean="0">
                <a:latin typeface="Calibri"/>
              </a:rPr>
              <a:t>Jira</a:t>
            </a:r>
            <a:r>
              <a:rPr lang="pt-BR" sz="1400" dirty="0" smtClean="0">
                <a:latin typeface="Calibri"/>
              </a:rPr>
              <a:t> – </a:t>
            </a:r>
            <a:r>
              <a:rPr lang="pt-BR" sz="1400" dirty="0" smtClean="0">
                <a:latin typeface="Calibri"/>
              </a:rPr>
              <a:t>Triagem e Delegação</a:t>
            </a:r>
          </a:p>
        </p:txBody>
      </p:sp>
      <p:grpSp>
        <p:nvGrpSpPr>
          <p:cNvPr id="31" name="Grupo 123"/>
          <p:cNvGrpSpPr/>
          <p:nvPr/>
        </p:nvGrpSpPr>
        <p:grpSpPr>
          <a:xfrm>
            <a:off x="810763" y="2887562"/>
            <a:ext cx="151579" cy="2798543"/>
            <a:chOff x="571472" y="3500438"/>
            <a:chExt cx="180000" cy="3323272"/>
          </a:xfrm>
          <a:solidFill>
            <a:srgbClr val="FF0000"/>
          </a:solidFill>
        </p:grpSpPr>
        <p:cxnSp>
          <p:nvCxnSpPr>
            <p:cNvPr id="32" name="milestoneshape"/>
            <p:cNvCxnSpPr/>
            <p:nvPr/>
          </p:nvCxnSpPr>
          <p:spPr>
            <a:xfrm rot="16200000" flipH="1">
              <a:off x="-1011277" y="5154625"/>
              <a:ext cx="3309168" cy="794"/>
            </a:xfrm>
            <a:prstGeom prst="line">
              <a:avLst/>
            </a:prstGeom>
            <a:grpFill/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Elipse 32"/>
            <p:cNvSpPr/>
            <p:nvPr/>
          </p:nvSpPr>
          <p:spPr>
            <a:xfrm>
              <a:off x="571472" y="6643710"/>
              <a:ext cx="180000" cy="180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rgbClr val="00B050"/>
                </a:solidFill>
              </a:endParaRPr>
            </a:p>
          </p:txBody>
        </p:sp>
      </p:grpSp>
      <p:sp>
        <p:nvSpPr>
          <p:cNvPr id="34" name="Retângulo 33"/>
          <p:cNvSpPr/>
          <p:nvPr/>
        </p:nvSpPr>
        <p:spPr>
          <a:xfrm>
            <a:off x="1008768" y="1623634"/>
            <a:ext cx="331903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u="sng" dirty="0" smtClean="0">
                <a:latin typeface="Calibri"/>
              </a:rPr>
              <a:t>TRIAGEM</a:t>
            </a:r>
          </a:p>
          <a:p>
            <a:r>
              <a:rPr lang="pt-BR" sz="1400" b="1" dirty="0" smtClean="0">
                <a:latin typeface="Calibri"/>
              </a:rPr>
              <a:t>Passo 0 – Responsável CSC-</a:t>
            </a:r>
            <a:r>
              <a:rPr lang="pt-BR" sz="1400" b="1" dirty="0" err="1" smtClean="0">
                <a:latin typeface="Calibri"/>
              </a:rPr>
              <a:t>Dispacther</a:t>
            </a:r>
            <a:r>
              <a:rPr lang="pt-BR" sz="1400" b="1" dirty="0" smtClean="0">
                <a:latin typeface="Calibri"/>
              </a:rPr>
              <a:t>  </a:t>
            </a:r>
            <a:endParaRPr lang="pt-BR" sz="1400" b="1" dirty="0" smtClean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33073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1132653" y="1142972"/>
            <a:ext cx="3571270" cy="4543133"/>
            <a:chOff x="1115616" y="1142972"/>
            <a:chExt cx="3571270" cy="4543133"/>
          </a:xfrm>
        </p:grpSpPr>
        <p:grpSp>
          <p:nvGrpSpPr>
            <p:cNvPr id="4" name="Grupo 107"/>
            <p:cNvGrpSpPr/>
            <p:nvPr/>
          </p:nvGrpSpPr>
          <p:grpSpPr>
            <a:xfrm>
              <a:off x="1218944" y="1323447"/>
              <a:ext cx="181143" cy="1083517"/>
              <a:chOff x="801390" y="1500968"/>
              <a:chExt cx="215107" cy="1286678"/>
            </a:xfrm>
            <a:solidFill>
              <a:srgbClr val="002060"/>
            </a:solidFill>
          </p:grpSpPr>
          <p:cxnSp>
            <p:nvCxnSpPr>
              <p:cNvPr id="11" name="milestoneshape"/>
              <p:cNvCxnSpPr/>
              <p:nvPr/>
            </p:nvCxnSpPr>
            <p:spPr>
              <a:xfrm rot="5400000">
                <a:off x="158845" y="2143513"/>
                <a:ext cx="1286678" cy="1588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milestoneshape"/>
              <p:cNvSpPr/>
              <p:nvPr/>
            </p:nvSpPr>
            <p:spPr>
              <a:xfrm rot="16200000">
                <a:off x="825997" y="1524782"/>
                <a:ext cx="190500" cy="190500"/>
              </a:xfrm>
              <a:prstGeom prst="flowChartMerg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>
                <a:outerShdw blurRad="63500">
                  <a:scrgbClr r="0" g="0" b="0">
                    <a:alpha val="50000"/>
                  </a:scrgbClr>
                </a:outerShdw>
              </a:effectLst>
              <a:scene3d>
                <a:camera prst="orthographicFront"/>
                <a:lightRig rig="threePt" dir="t"/>
              </a:scene3d>
              <a:sp3d>
                <a:bevelT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p:sp>
          <p:nvSpPr>
            <p:cNvPr id="5" name="milestoneshape"/>
            <p:cNvSpPr txBox="1"/>
            <p:nvPr>
              <p:custDataLst>
                <p:tags r:id="rId20"/>
              </p:custDataLst>
            </p:nvPr>
          </p:nvSpPr>
          <p:spPr>
            <a:xfrm>
              <a:off x="1115616" y="1142972"/>
              <a:ext cx="1263324" cy="180475"/>
            </a:xfrm>
            <a:prstGeom prst="rect">
              <a:avLst/>
            </a:prstGeom>
            <a:noFill/>
          </p:spPr>
          <p:txBody>
            <a:bodyPr vert="horz" wrap="square" rtlCol="0" anchorCtr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pt-BR" sz="1000" b="1" dirty="0" smtClean="0">
                  <a:latin typeface="Calibri"/>
                </a:rPr>
                <a:t>1 - Validação</a:t>
              </a:r>
              <a:endParaRPr lang="pt-BR" sz="1000" b="1" dirty="0">
                <a:latin typeface="Calibri"/>
              </a:endParaRPr>
            </a:p>
          </p:txBody>
        </p:sp>
        <p:sp>
          <p:nvSpPr>
            <p:cNvPr id="6" name="Retângulo 5"/>
            <p:cNvSpPr/>
            <p:nvPr/>
          </p:nvSpPr>
          <p:spPr>
            <a:xfrm>
              <a:off x="1367855" y="3838033"/>
              <a:ext cx="3319031" cy="16004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400" b="1" u="sng" dirty="0" smtClean="0">
                  <a:latin typeface="Calibri"/>
                </a:rPr>
                <a:t>ATIVIDADES</a:t>
              </a:r>
            </a:p>
            <a:p>
              <a:endParaRPr lang="pt-BR" sz="1400" dirty="0" smtClean="0">
                <a:latin typeface="Calibri"/>
              </a:endParaRPr>
            </a:p>
            <a:p>
              <a:r>
                <a:rPr lang="pt-BR" sz="1400" dirty="0" smtClean="0"/>
                <a:t>1. </a:t>
              </a:r>
              <a:r>
                <a:rPr lang="pt-BR" sz="1400" dirty="0"/>
                <a:t>T!SMS – SMS de Inicio</a:t>
              </a:r>
            </a:p>
            <a:p>
              <a:endParaRPr lang="pt-BR" sz="1400" dirty="0" smtClean="0">
                <a:latin typeface="Calibri"/>
              </a:endParaRPr>
            </a:p>
            <a:p>
              <a:r>
                <a:rPr lang="pt-BR" sz="1400" dirty="0" smtClean="0">
                  <a:latin typeface="Calibri"/>
                </a:rPr>
                <a:t>2. </a:t>
              </a:r>
              <a:r>
                <a:rPr lang="pt-BR" sz="1400" dirty="0" err="1" smtClean="0">
                  <a:latin typeface="Calibri"/>
                </a:rPr>
                <a:t>T!Crono</a:t>
              </a:r>
              <a:r>
                <a:rPr lang="pt-BR" sz="1400" dirty="0" smtClean="0">
                  <a:latin typeface="Calibri"/>
                </a:rPr>
                <a:t> </a:t>
              </a:r>
              <a:r>
                <a:rPr lang="pt-BR" sz="1400" dirty="0" smtClean="0">
                  <a:latin typeface="Calibri"/>
                </a:rPr>
                <a:t>– Registro da </a:t>
              </a:r>
              <a:r>
                <a:rPr lang="pt-BR" sz="1400" dirty="0" smtClean="0">
                  <a:latin typeface="Calibri"/>
                </a:rPr>
                <a:t>cronologia</a:t>
              </a:r>
            </a:p>
            <a:p>
              <a:endParaRPr lang="pt-BR" sz="1400" dirty="0" smtClean="0">
                <a:latin typeface="Calibri"/>
              </a:endParaRPr>
            </a:p>
            <a:p>
              <a:r>
                <a:rPr lang="pt-BR" sz="1400" dirty="0" smtClean="0">
                  <a:latin typeface="Calibri"/>
                </a:rPr>
                <a:t>3. Validação de Alarme com NOC</a:t>
              </a:r>
              <a:endParaRPr lang="pt-BR" sz="1400" dirty="0">
                <a:latin typeface="Calibri"/>
              </a:endParaRPr>
            </a:p>
          </p:txBody>
        </p:sp>
        <p:grpSp>
          <p:nvGrpSpPr>
            <p:cNvPr id="7" name="Grupo 123"/>
            <p:cNvGrpSpPr/>
            <p:nvPr/>
          </p:nvGrpSpPr>
          <p:grpSpPr>
            <a:xfrm>
              <a:off x="1187624" y="2887562"/>
              <a:ext cx="151579" cy="2798543"/>
              <a:chOff x="571472" y="3500438"/>
              <a:chExt cx="180000" cy="3323272"/>
            </a:xfrm>
            <a:solidFill>
              <a:srgbClr val="00B050"/>
            </a:solidFill>
          </p:grpSpPr>
          <p:cxnSp>
            <p:nvCxnSpPr>
              <p:cNvPr id="8" name="milestoneshape"/>
              <p:cNvCxnSpPr/>
              <p:nvPr/>
            </p:nvCxnSpPr>
            <p:spPr>
              <a:xfrm rot="16200000" flipH="1">
                <a:off x="-1011277" y="5154625"/>
                <a:ext cx="3309168" cy="794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Elipse 8"/>
              <p:cNvSpPr/>
              <p:nvPr/>
            </p:nvSpPr>
            <p:spPr>
              <a:xfrm>
                <a:off x="571472" y="6643710"/>
                <a:ext cx="180000" cy="180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rgbClr val="00B050"/>
                  </a:solidFill>
                </a:endParaRPr>
              </a:p>
            </p:txBody>
          </p:sp>
        </p:grpSp>
      </p:grpSp>
      <p:grpSp>
        <p:nvGrpSpPr>
          <p:cNvPr id="13" name="Grupo 104"/>
          <p:cNvGrpSpPr/>
          <p:nvPr/>
        </p:nvGrpSpPr>
        <p:grpSpPr>
          <a:xfrm>
            <a:off x="428596" y="2254566"/>
            <a:ext cx="7127475" cy="632997"/>
            <a:chOff x="251520" y="3320259"/>
            <a:chExt cx="8463884" cy="751684"/>
          </a:xfrm>
        </p:grpSpPr>
        <p:grpSp>
          <p:nvGrpSpPr>
            <p:cNvPr id="14" name="Grupo 103"/>
            <p:cNvGrpSpPr/>
            <p:nvPr/>
          </p:nvGrpSpPr>
          <p:grpSpPr>
            <a:xfrm>
              <a:off x="251520" y="3320259"/>
              <a:ext cx="8463884" cy="751684"/>
              <a:chOff x="251520" y="6098110"/>
              <a:chExt cx="8440315" cy="398439"/>
            </a:xfrm>
          </p:grpSpPr>
          <p:sp>
            <p:nvSpPr>
              <p:cNvPr id="31" name="pgshape"/>
              <p:cNvSpPr/>
              <p:nvPr/>
            </p:nvSpPr>
            <p:spPr>
              <a:xfrm>
                <a:off x="251520" y="6102051"/>
                <a:ext cx="8440315" cy="394400"/>
              </a:xfrm>
              <a:prstGeom prst="roundRect">
                <a:avLst>
                  <a:gd name="adj" fmla="val 10000000"/>
                </a:avLst>
              </a:prstGeom>
              <a:solidFill>
                <a:schemeClr val="tx1"/>
              </a:solidFill>
              <a:ln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pgshape"/>
              <p:cNvSpPr/>
              <p:nvPr>
                <p:custDataLst>
                  <p:tags r:id="rId17"/>
                </p:custDataLst>
              </p:nvPr>
            </p:nvSpPr>
            <p:spPr>
              <a:xfrm>
                <a:off x="251520" y="6098110"/>
                <a:ext cx="6392182" cy="394400"/>
              </a:xfrm>
              <a:prstGeom prst="roundRect">
                <a:avLst>
                  <a:gd name="adj" fmla="val 10000000"/>
                </a:avLst>
              </a:prstGeom>
              <a:ln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pgshape"/>
              <p:cNvSpPr/>
              <p:nvPr>
                <p:custDataLst>
                  <p:tags r:id="rId18"/>
                </p:custDataLst>
              </p:nvPr>
            </p:nvSpPr>
            <p:spPr>
              <a:xfrm>
                <a:off x="251520" y="6098110"/>
                <a:ext cx="4391917" cy="394400"/>
              </a:xfrm>
              <a:prstGeom prst="roundRect">
                <a:avLst>
                  <a:gd name="adj" fmla="val 10000000"/>
                </a:avLst>
              </a:prstGeom>
              <a:solidFill>
                <a:schemeClr val="accent6">
                  <a:lumMod val="75000"/>
                </a:schemeClr>
              </a:solidFill>
              <a:ln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pgshape"/>
              <p:cNvSpPr/>
              <p:nvPr>
                <p:custDataLst>
                  <p:tags r:id="rId19"/>
                </p:custDataLst>
              </p:nvPr>
            </p:nvSpPr>
            <p:spPr>
              <a:xfrm>
                <a:off x="251520" y="6102470"/>
                <a:ext cx="2384994" cy="394079"/>
              </a:xfrm>
              <a:prstGeom prst="roundRect">
                <a:avLst>
                  <a:gd name="adj" fmla="val 1000000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5" name="pgshape"/>
            <p:cNvSpPr txBox="1"/>
            <p:nvPr>
              <p:custDataLst>
                <p:tags r:id="rId1"/>
              </p:custDataLst>
            </p:nvPr>
          </p:nvSpPr>
          <p:spPr>
            <a:xfrm>
              <a:off x="407427" y="3447187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10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16" name="pgshape"/>
            <p:cNvSpPr txBox="1"/>
            <p:nvPr>
              <p:custDataLst>
                <p:tags r:id="rId2"/>
              </p:custDataLst>
            </p:nvPr>
          </p:nvSpPr>
          <p:spPr>
            <a:xfrm>
              <a:off x="937133" y="3447187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20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17" name="pgshape"/>
            <p:cNvSpPr txBox="1"/>
            <p:nvPr>
              <p:custDataLst>
                <p:tags r:id="rId3"/>
              </p:custDataLst>
            </p:nvPr>
          </p:nvSpPr>
          <p:spPr>
            <a:xfrm>
              <a:off x="1407559" y="3429000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30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18" name="pgshape"/>
            <p:cNvSpPr txBox="1"/>
            <p:nvPr>
              <p:custDataLst>
                <p:tags r:id="rId4"/>
              </p:custDataLst>
            </p:nvPr>
          </p:nvSpPr>
          <p:spPr>
            <a:xfrm>
              <a:off x="1937265" y="3447187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40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19" name="pgshape"/>
            <p:cNvSpPr txBox="1"/>
            <p:nvPr>
              <p:custDataLst>
                <p:tags r:id="rId5"/>
              </p:custDataLst>
            </p:nvPr>
          </p:nvSpPr>
          <p:spPr>
            <a:xfrm>
              <a:off x="2571736" y="3429000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50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0" name="pgshape"/>
            <p:cNvSpPr txBox="1"/>
            <p:nvPr>
              <p:custDataLst>
                <p:tags r:id="rId6"/>
              </p:custDataLst>
            </p:nvPr>
          </p:nvSpPr>
          <p:spPr>
            <a:xfrm>
              <a:off x="3071802" y="3429000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60 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1" name="pgshape"/>
            <p:cNvSpPr txBox="1"/>
            <p:nvPr>
              <p:custDataLst>
                <p:tags r:id="rId7"/>
              </p:custDataLst>
            </p:nvPr>
          </p:nvSpPr>
          <p:spPr>
            <a:xfrm>
              <a:off x="3571868" y="3429000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70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2" name="pgshape"/>
            <p:cNvSpPr txBox="1"/>
            <p:nvPr>
              <p:custDataLst>
                <p:tags r:id="rId8"/>
              </p:custDataLst>
            </p:nvPr>
          </p:nvSpPr>
          <p:spPr>
            <a:xfrm>
              <a:off x="4071934" y="3429000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80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3" name="pgshape"/>
            <p:cNvSpPr txBox="1"/>
            <p:nvPr>
              <p:custDataLst>
                <p:tags r:id="rId9"/>
              </p:custDataLst>
            </p:nvPr>
          </p:nvSpPr>
          <p:spPr>
            <a:xfrm>
              <a:off x="4634015" y="3421066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90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4" name="pgshape"/>
            <p:cNvSpPr txBox="1"/>
            <p:nvPr>
              <p:custDataLst>
                <p:tags r:id="rId10"/>
              </p:custDataLst>
            </p:nvPr>
          </p:nvSpPr>
          <p:spPr>
            <a:xfrm>
              <a:off x="5093235" y="3421066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100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5" name="pgshape"/>
            <p:cNvSpPr txBox="1"/>
            <p:nvPr>
              <p:custDataLst>
                <p:tags r:id="rId11"/>
              </p:custDataLst>
            </p:nvPr>
          </p:nvSpPr>
          <p:spPr>
            <a:xfrm>
              <a:off x="5593301" y="3421066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110</a:t>
              </a:r>
            </a:p>
            <a:p>
              <a:pPr algn="ctr"/>
              <a:r>
                <a:rPr lang="pt-BR" sz="1400" dirty="0" smtClean="0">
                  <a:latin typeface="Calibri"/>
                </a:rPr>
                <a:t>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6" name="pgshape"/>
            <p:cNvSpPr txBox="1"/>
            <p:nvPr>
              <p:custDataLst>
                <p:tags r:id="rId12"/>
              </p:custDataLst>
            </p:nvPr>
          </p:nvSpPr>
          <p:spPr>
            <a:xfrm>
              <a:off x="6101838" y="3421066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120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7" name="pgshape"/>
            <p:cNvSpPr txBox="1"/>
            <p:nvPr>
              <p:custDataLst>
                <p:tags r:id="rId13"/>
              </p:custDataLst>
            </p:nvPr>
          </p:nvSpPr>
          <p:spPr>
            <a:xfrm>
              <a:off x="6593433" y="3402879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solidFill>
                    <a:schemeClr val="bg1"/>
                  </a:solidFill>
                  <a:latin typeface="Calibri"/>
                </a:rPr>
                <a:t>130 min</a:t>
              </a:r>
              <a:endParaRPr lang="pt-BR" sz="1400" dirty="0">
                <a:solidFill>
                  <a:schemeClr val="bg1"/>
                </a:solidFill>
                <a:latin typeface="Calibri"/>
              </a:endParaRPr>
            </a:p>
          </p:txBody>
        </p:sp>
        <p:sp>
          <p:nvSpPr>
            <p:cNvPr id="28" name="pgshape"/>
            <p:cNvSpPr txBox="1"/>
            <p:nvPr>
              <p:custDataLst>
                <p:tags r:id="rId14"/>
              </p:custDataLst>
            </p:nvPr>
          </p:nvSpPr>
          <p:spPr>
            <a:xfrm>
              <a:off x="7093499" y="3402879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solidFill>
                    <a:schemeClr val="bg1"/>
                  </a:solidFill>
                  <a:latin typeface="Calibri"/>
                </a:rPr>
                <a:t>140 min</a:t>
              </a:r>
              <a:endParaRPr lang="pt-BR" sz="1400" dirty="0">
                <a:solidFill>
                  <a:schemeClr val="bg1"/>
                </a:solidFill>
                <a:latin typeface="Calibri"/>
              </a:endParaRPr>
            </a:p>
          </p:txBody>
        </p:sp>
        <p:sp>
          <p:nvSpPr>
            <p:cNvPr id="29" name="pgshape"/>
            <p:cNvSpPr txBox="1"/>
            <p:nvPr>
              <p:custDataLst>
                <p:tags r:id="rId15"/>
              </p:custDataLst>
            </p:nvPr>
          </p:nvSpPr>
          <p:spPr>
            <a:xfrm>
              <a:off x="7593565" y="3402879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solidFill>
                    <a:schemeClr val="bg1"/>
                  </a:solidFill>
                  <a:latin typeface="Calibri"/>
                </a:rPr>
                <a:t>150 min</a:t>
              </a:r>
              <a:endParaRPr lang="pt-BR" sz="1400" dirty="0">
                <a:solidFill>
                  <a:schemeClr val="bg1"/>
                </a:solidFill>
                <a:latin typeface="Calibri"/>
              </a:endParaRPr>
            </a:p>
          </p:txBody>
        </p:sp>
        <p:sp>
          <p:nvSpPr>
            <p:cNvPr id="30" name="pgshape"/>
            <p:cNvSpPr txBox="1"/>
            <p:nvPr>
              <p:custDataLst>
                <p:tags r:id="rId16"/>
              </p:custDataLst>
            </p:nvPr>
          </p:nvSpPr>
          <p:spPr>
            <a:xfrm>
              <a:off x="8022193" y="3402879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solidFill>
                    <a:schemeClr val="bg1"/>
                  </a:solidFill>
                  <a:latin typeface="Calibri"/>
                </a:rPr>
                <a:t>...</a:t>
              </a:r>
              <a:endParaRPr lang="pt-BR" sz="1400" dirty="0">
                <a:solidFill>
                  <a:schemeClr val="bg1"/>
                </a:solidFill>
                <a:latin typeface="Calibri"/>
              </a:endParaRPr>
            </a:p>
          </p:txBody>
        </p:sp>
      </p:grpSp>
      <p:sp>
        <p:nvSpPr>
          <p:cNvPr id="35" name="Retângulo 34"/>
          <p:cNvSpPr/>
          <p:nvPr/>
        </p:nvSpPr>
        <p:spPr>
          <a:xfrm>
            <a:off x="1480087" y="1481098"/>
            <a:ext cx="331903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u="sng" dirty="0" smtClean="0">
                <a:latin typeface="Calibri"/>
              </a:rPr>
              <a:t>VALIDAÇÃO</a:t>
            </a:r>
          </a:p>
          <a:p>
            <a:r>
              <a:rPr lang="pt-BR" sz="1400" b="1" dirty="0" smtClean="0">
                <a:latin typeface="Calibri"/>
              </a:rPr>
              <a:t>Passo 1 – Responsável CSC-Alto Impacto</a:t>
            </a:r>
            <a:endParaRPr lang="pt-BR" sz="1400" b="1" dirty="0" smtClean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33073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1535138" y="1142973"/>
            <a:ext cx="4892185" cy="4391524"/>
            <a:chOff x="1115616" y="1142972"/>
            <a:chExt cx="4892185" cy="4543133"/>
          </a:xfrm>
        </p:grpSpPr>
        <p:grpSp>
          <p:nvGrpSpPr>
            <p:cNvPr id="4" name="Grupo 107"/>
            <p:cNvGrpSpPr/>
            <p:nvPr/>
          </p:nvGrpSpPr>
          <p:grpSpPr>
            <a:xfrm>
              <a:off x="1218944" y="1323447"/>
              <a:ext cx="181143" cy="1083517"/>
              <a:chOff x="801390" y="1500968"/>
              <a:chExt cx="215107" cy="1286678"/>
            </a:xfrm>
            <a:solidFill>
              <a:srgbClr val="002060"/>
            </a:solidFill>
          </p:grpSpPr>
          <p:cxnSp>
            <p:nvCxnSpPr>
              <p:cNvPr id="11" name="milestoneshape"/>
              <p:cNvCxnSpPr/>
              <p:nvPr/>
            </p:nvCxnSpPr>
            <p:spPr>
              <a:xfrm rot="5400000">
                <a:off x="158845" y="2143513"/>
                <a:ext cx="1286678" cy="1588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milestoneshape"/>
              <p:cNvSpPr/>
              <p:nvPr/>
            </p:nvSpPr>
            <p:spPr>
              <a:xfrm rot="16200000">
                <a:off x="825997" y="1524782"/>
                <a:ext cx="190500" cy="190500"/>
              </a:xfrm>
              <a:prstGeom prst="flowChartMerg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>
                <a:outerShdw blurRad="63500">
                  <a:scrgbClr r="0" g="0" b="0">
                    <a:alpha val="50000"/>
                  </a:scrgbClr>
                </a:outerShdw>
              </a:effectLst>
              <a:scene3d>
                <a:camera prst="orthographicFront"/>
                <a:lightRig rig="threePt" dir="t"/>
              </a:scene3d>
              <a:sp3d>
                <a:bevelT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p:sp>
          <p:nvSpPr>
            <p:cNvPr id="5" name="milestoneshape"/>
            <p:cNvSpPr txBox="1"/>
            <p:nvPr>
              <p:custDataLst>
                <p:tags r:id="rId20"/>
              </p:custDataLst>
            </p:nvPr>
          </p:nvSpPr>
          <p:spPr>
            <a:xfrm>
              <a:off x="1115616" y="1142972"/>
              <a:ext cx="2016224" cy="200528"/>
            </a:xfrm>
            <a:prstGeom prst="rect">
              <a:avLst/>
            </a:prstGeom>
            <a:noFill/>
          </p:spPr>
          <p:txBody>
            <a:bodyPr vert="horz" wrap="square" rtlCol="0" anchorCtr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pt-BR" sz="1000" b="1" dirty="0" smtClean="0">
                  <a:latin typeface="Calibri"/>
                </a:rPr>
                <a:t>2 - Acionamento</a:t>
              </a:r>
              <a:endParaRPr lang="pt-BR" sz="1000" b="1" dirty="0">
                <a:latin typeface="Calibri"/>
              </a:endParaRPr>
            </a:p>
          </p:txBody>
        </p:sp>
        <p:sp>
          <p:nvSpPr>
            <p:cNvPr id="6" name="Retângulo 5"/>
            <p:cNvSpPr/>
            <p:nvPr/>
          </p:nvSpPr>
          <p:spPr>
            <a:xfrm>
              <a:off x="1372366" y="3932031"/>
              <a:ext cx="4635435" cy="14328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400" b="1" u="sng" dirty="0" smtClean="0"/>
                <a:t>ATIVIDADE:</a:t>
              </a:r>
            </a:p>
            <a:p>
              <a:endParaRPr lang="pt-BR" sz="1400" dirty="0" smtClean="0"/>
            </a:p>
            <a:p>
              <a:r>
                <a:rPr lang="pt-BR" sz="1400" dirty="0" smtClean="0"/>
                <a:t>1. </a:t>
              </a:r>
              <a:r>
                <a:rPr lang="pt-BR" sz="1400" dirty="0" err="1"/>
                <a:t>tHelp</a:t>
              </a:r>
              <a:r>
                <a:rPr lang="pt-BR" sz="1400" dirty="0"/>
                <a:t>! – Analise de erros </a:t>
              </a:r>
              <a:r>
                <a:rPr lang="pt-BR" sz="1400" dirty="0" smtClean="0"/>
                <a:t>conhecidos</a:t>
              </a:r>
              <a:endParaRPr lang="pt-BR" sz="1400" dirty="0" smtClean="0"/>
            </a:p>
            <a:p>
              <a:r>
                <a:rPr lang="pt-BR" sz="1400" dirty="0" smtClean="0"/>
                <a:t>2. </a:t>
              </a:r>
              <a:r>
                <a:rPr lang="pt-BR" sz="1400" dirty="0" err="1" smtClean="0"/>
                <a:t>tCrono</a:t>
              </a:r>
              <a:r>
                <a:rPr lang="pt-BR" sz="1400" dirty="0"/>
                <a:t>! – Inicia </a:t>
              </a:r>
              <a:r>
                <a:rPr lang="pt-BR" sz="1400" dirty="0" smtClean="0"/>
                <a:t>tratativa junto equipes de solução</a:t>
              </a:r>
              <a:endParaRPr lang="pt-BR" sz="1400" dirty="0"/>
            </a:p>
            <a:p>
              <a:r>
                <a:rPr lang="pt-BR" sz="1400" dirty="0" smtClean="0">
                  <a:latin typeface="Calibri"/>
                </a:rPr>
                <a:t>3. </a:t>
              </a:r>
              <a:r>
                <a:rPr lang="pt-BR" sz="1400" dirty="0" err="1" smtClean="0">
                  <a:latin typeface="Calibri"/>
                </a:rPr>
                <a:t>tProcess</a:t>
              </a:r>
              <a:r>
                <a:rPr lang="pt-BR" sz="1400" dirty="0" smtClean="0">
                  <a:latin typeface="Calibri"/>
                </a:rPr>
                <a:t> </a:t>
              </a:r>
              <a:r>
                <a:rPr lang="pt-BR" sz="1400" dirty="0" smtClean="0">
                  <a:latin typeface="Calibri"/>
                </a:rPr>
                <a:t>– </a:t>
              </a:r>
              <a:r>
                <a:rPr lang="pt-BR" sz="1400" dirty="0" smtClean="0">
                  <a:latin typeface="Calibri"/>
                </a:rPr>
                <a:t>Atualização de chamado</a:t>
              </a:r>
              <a:endParaRPr lang="pt-BR" sz="1400" dirty="0" smtClean="0">
                <a:latin typeface="Calibri"/>
              </a:endParaRPr>
            </a:p>
            <a:p>
              <a:r>
                <a:rPr lang="pt-BR" sz="1400" dirty="0" smtClean="0">
                  <a:latin typeface="Calibri"/>
                </a:rPr>
                <a:t>4. </a:t>
              </a:r>
              <a:r>
                <a:rPr lang="pt-BR" sz="1400" dirty="0" err="1" smtClean="0">
                  <a:latin typeface="Calibri"/>
                </a:rPr>
                <a:t>Controltodo</a:t>
              </a:r>
              <a:r>
                <a:rPr lang="pt-BR" sz="1400" dirty="0" smtClean="0">
                  <a:latin typeface="Calibri"/>
                </a:rPr>
                <a:t>! – </a:t>
              </a:r>
              <a:r>
                <a:rPr lang="pt-BR" sz="1400" dirty="0" smtClean="0">
                  <a:latin typeface="Calibri"/>
                </a:rPr>
                <a:t>Informa Coord. ou Gerente do Site afetado</a:t>
              </a:r>
              <a:endParaRPr lang="pt-BR" sz="1400" dirty="0" smtClean="0">
                <a:latin typeface="Calibri"/>
              </a:endParaRPr>
            </a:p>
          </p:txBody>
        </p:sp>
        <p:grpSp>
          <p:nvGrpSpPr>
            <p:cNvPr id="7" name="Grupo 123"/>
            <p:cNvGrpSpPr/>
            <p:nvPr/>
          </p:nvGrpSpPr>
          <p:grpSpPr>
            <a:xfrm>
              <a:off x="1187624" y="2887562"/>
              <a:ext cx="151579" cy="2798543"/>
              <a:chOff x="571472" y="3500438"/>
              <a:chExt cx="180000" cy="3323272"/>
            </a:xfrm>
            <a:solidFill>
              <a:srgbClr val="00B050"/>
            </a:solidFill>
          </p:grpSpPr>
          <p:cxnSp>
            <p:nvCxnSpPr>
              <p:cNvPr id="8" name="milestoneshape"/>
              <p:cNvCxnSpPr/>
              <p:nvPr/>
            </p:nvCxnSpPr>
            <p:spPr>
              <a:xfrm rot="16200000" flipH="1">
                <a:off x="-1011277" y="5154625"/>
                <a:ext cx="3309168" cy="794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Elipse 8"/>
              <p:cNvSpPr/>
              <p:nvPr/>
            </p:nvSpPr>
            <p:spPr>
              <a:xfrm>
                <a:off x="571472" y="6643710"/>
                <a:ext cx="180000" cy="180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rgbClr val="00B050"/>
                  </a:solidFill>
                </a:endParaRPr>
              </a:p>
            </p:txBody>
          </p:sp>
        </p:grpSp>
      </p:grpSp>
      <p:grpSp>
        <p:nvGrpSpPr>
          <p:cNvPr id="13" name="Grupo 104"/>
          <p:cNvGrpSpPr/>
          <p:nvPr/>
        </p:nvGrpSpPr>
        <p:grpSpPr>
          <a:xfrm>
            <a:off x="428596" y="2254566"/>
            <a:ext cx="7127475" cy="611877"/>
            <a:chOff x="251520" y="3320259"/>
            <a:chExt cx="8463884" cy="751684"/>
          </a:xfrm>
        </p:grpSpPr>
        <p:grpSp>
          <p:nvGrpSpPr>
            <p:cNvPr id="14" name="Grupo 103"/>
            <p:cNvGrpSpPr/>
            <p:nvPr/>
          </p:nvGrpSpPr>
          <p:grpSpPr>
            <a:xfrm>
              <a:off x="251520" y="3320259"/>
              <a:ext cx="8463884" cy="751684"/>
              <a:chOff x="251520" y="6098110"/>
              <a:chExt cx="8440315" cy="398439"/>
            </a:xfrm>
          </p:grpSpPr>
          <p:sp>
            <p:nvSpPr>
              <p:cNvPr id="31" name="pgshape"/>
              <p:cNvSpPr/>
              <p:nvPr/>
            </p:nvSpPr>
            <p:spPr>
              <a:xfrm>
                <a:off x="251520" y="6102051"/>
                <a:ext cx="8440315" cy="394400"/>
              </a:xfrm>
              <a:prstGeom prst="roundRect">
                <a:avLst>
                  <a:gd name="adj" fmla="val 10000000"/>
                </a:avLst>
              </a:prstGeom>
              <a:solidFill>
                <a:schemeClr val="tx1"/>
              </a:solidFill>
              <a:ln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pgshape"/>
              <p:cNvSpPr/>
              <p:nvPr>
                <p:custDataLst>
                  <p:tags r:id="rId17"/>
                </p:custDataLst>
              </p:nvPr>
            </p:nvSpPr>
            <p:spPr>
              <a:xfrm>
                <a:off x="251520" y="6098110"/>
                <a:ext cx="6392182" cy="394400"/>
              </a:xfrm>
              <a:prstGeom prst="roundRect">
                <a:avLst>
                  <a:gd name="adj" fmla="val 10000000"/>
                </a:avLst>
              </a:prstGeom>
              <a:ln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pgshape"/>
              <p:cNvSpPr/>
              <p:nvPr>
                <p:custDataLst>
                  <p:tags r:id="rId18"/>
                </p:custDataLst>
              </p:nvPr>
            </p:nvSpPr>
            <p:spPr>
              <a:xfrm>
                <a:off x="251520" y="6098110"/>
                <a:ext cx="4391917" cy="394400"/>
              </a:xfrm>
              <a:prstGeom prst="roundRect">
                <a:avLst>
                  <a:gd name="adj" fmla="val 10000000"/>
                </a:avLst>
              </a:prstGeom>
              <a:solidFill>
                <a:schemeClr val="accent6">
                  <a:lumMod val="75000"/>
                </a:schemeClr>
              </a:solidFill>
              <a:ln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pgshape"/>
              <p:cNvSpPr/>
              <p:nvPr>
                <p:custDataLst>
                  <p:tags r:id="rId19"/>
                </p:custDataLst>
              </p:nvPr>
            </p:nvSpPr>
            <p:spPr>
              <a:xfrm>
                <a:off x="251520" y="6102470"/>
                <a:ext cx="2384994" cy="394079"/>
              </a:xfrm>
              <a:prstGeom prst="roundRect">
                <a:avLst>
                  <a:gd name="adj" fmla="val 1000000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5" name="pgshape"/>
            <p:cNvSpPr txBox="1"/>
            <p:nvPr>
              <p:custDataLst>
                <p:tags r:id="rId1"/>
              </p:custDataLst>
            </p:nvPr>
          </p:nvSpPr>
          <p:spPr>
            <a:xfrm>
              <a:off x="407427" y="3447187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10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16" name="pgshape"/>
            <p:cNvSpPr txBox="1"/>
            <p:nvPr>
              <p:custDataLst>
                <p:tags r:id="rId2"/>
              </p:custDataLst>
            </p:nvPr>
          </p:nvSpPr>
          <p:spPr>
            <a:xfrm>
              <a:off x="937133" y="3447187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20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17" name="pgshape"/>
            <p:cNvSpPr txBox="1"/>
            <p:nvPr>
              <p:custDataLst>
                <p:tags r:id="rId3"/>
              </p:custDataLst>
            </p:nvPr>
          </p:nvSpPr>
          <p:spPr>
            <a:xfrm>
              <a:off x="1407559" y="3429000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30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18" name="pgshape"/>
            <p:cNvSpPr txBox="1"/>
            <p:nvPr>
              <p:custDataLst>
                <p:tags r:id="rId4"/>
              </p:custDataLst>
            </p:nvPr>
          </p:nvSpPr>
          <p:spPr>
            <a:xfrm>
              <a:off x="1937265" y="3447187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40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19" name="pgshape"/>
            <p:cNvSpPr txBox="1"/>
            <p:nvPr>
              <p:custDataLst>
                <p:tags r:id="rId5"/>
              </p:custDataLst>
            </p:nvPr>
          </p:nvSpPr>
          <p:spPr>
            <a:xfrm>
              <a:off x="2571736" y="3429000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50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0" name="pgshape"/>
            <p:cNvSpPr txBox="1"/>
            <p:nvPr>
              <p:custDataLst>
                <p:tags r:id="rId6"/>
              </p:custDataLst>
            </p:nvPr>
          </p:nvSpPr>
          <p:spPr>
            <a:xfrm>
              <a:off x="3071802" y="3429000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60 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1" name="pgshape"/>
            <p:cNvSpPr txBox="1"/>
            <p:nvPr>
              <p:custDataLst>
                <p:tags r:id="rId7"/>
              </p:custDataLst>
            </p:nvPr>
          </p:nvSpPr>
          <p:spPr>
            <a:xfrm>
              <a:off x="3571868" y="3429000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70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2" name="pgshape"/>
            <p:cNvSpPr txBox="1"/>
            <p:nvPr>
              <p:custDataLst>
                <p:tags r:id="rId8"/>
              </p:custDataLst>
            </p:nvPr>
          </p:nvSpPr>
          <p:spPr>
            <a:xfrm>
              <a:off x="4071934" y="3429000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80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3" name="pgshape"/>
            <p:cNvSpPr txBox="1"/>
            <p:nvPr>
              <p:custDataLst>
                <p:tags r:id="rId9"/>
              </p:custDataLst>
            </p:nvPr>
          </p:nvSpPr>
          <p:spPr>
            <a:xfrm>
              <a:off x="4634015" y="3421066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90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4" name="pgshape"/>
            <p:cNvSpPr txBox="1"/>
            <p:nvPr>
              <p:custDataLst>
                <p:tags r:id="rId10"/>
              </p:custDataLst>
            </p:nvPr>
          </p:nvSpPr>
          <p:spPr>
            <a:xfrm>
              <a:off x="5093235" y="3421066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100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5" name="pgshape"/>
            <p:cNvSpPr txBox="1"/>
            <p:nvPr>
              <p:custDataLst>
                <p:tags r:id="rId11"/>
              </p:custDataLst>
            </p:nvPr>
          </p:nvSpPr>
          <p:spPr>
            <a:xfrm>
              <a:off x="5593301" y="3421066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110</a:t>
              </a:r>
            </a:p>
            <a:p>
              <a:pPr algn="ctr"/>
              <a:r>
                <a:rPr lang="pt-BR" sz="1400" dirty="0" smtClean="0">
                  <a:latin typeface="Calibri"/>
                </a:rPr>
                <a:t>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6" name="pgshape"/>
            <p:cNvSpPr txBox="1"/>
            <p:nvPr>
              <p:custDataLst>
                <p:tags r:id="rId12"/>
              </p:custDataLst>
            </p:nvPr>
          </p:nvSpPr>
          <p:spPr>
            <a:xfrm>
              <a:off x="6101838" y="3421066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120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7" name="pgshape"/>
            <p:cNvSpPr txBox="1"/>
            <p:nvPr>
              <p:custDataLst>
                <p:tags r:id="rId13"/>
              </p:custDataLst>
            </p:nvPr>
          </p:nvSpPr>
          <p:spPr>
            <a:xfrm>
              <a:off x="6593433" y="3402879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solidFill>
                    <a:schemeClr val="bg1"/>
                  </a:solidFill>
                  <a:latin typeface="Calibri"/>
                </a:rPr>
                <a:t>130 min</a:t>
              </a:r>
              <a:endParaRPr lang="pt-BR" sz="1400" dirty="0">
                <a:solidFill>
                  <a:schemeClr val="bg1"/>
                </a:solidFill>
                <a:latin typeface="Calibri"/>
              </a:endParaRPr>
            </a:p>
          </p:txBody>
        </p:sp>
        <p:sp>
          <p:nvSpPr>
            <p:cNvPr id="28" name="pgshape"/>
            <p:cNvSpPr txBox="1"/>
            <p:nvPr>
              <p:custDataLst>
                <p:tags r:id="rId14"/>
              </p:custDataLst>
            </p:nvPr>
          </p:nvSpPr>
          <p:spPr>
            <a:xfrm>
              <a:off x="7093499" y="3402879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solidFill>
                    <a:schemeClr val="bg1"/>
                  </a:solidFill>
                  <a:latin typeface="Calibri"/>
                </a:rPr>
                <a:t>140 min</a:t>
              </a:r>
              <a:endParaRPr lang="pt-BR" sz="1400" dirty="0">
                <a:solidFill>
                  <a:schemeClr val="bg1"/>
                </a:solidFill>
                <a:latin typeface="Calibri"/>
              </a:endParaRPr>
            </a:p>
          </p:txBody>
        </p:sp>
        <p:sp>
          <p:nvSpPr>
            <p:cNvPr id="29" name="pgshape"/>
            <p:cNvSpPr txBox="1"/>
            <p:nvPr>
              <p:custDataLst>
                <p:tags r:id="rId15"/>
              </p:custDataLst>
            </p:nvPr>
          </p:nvSpPr>
          <p:spPr>
            <a:xfrm>
              <a:off x="7593565" y="3402879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solidFill>
                    <a:schemeClr val="bg1"/>
                  </a:solidFill>
                  <a:latin typeface="Calibri"/>
                </a:rPr>
                <a:t>150 min</a:t>
              </a:r>
              <a:endParaRPr lang="pt-BR" sz="1400" dirty="0">
                <a:solidFill>
                  <a:schemeClr val="bg1"/>
                </a:solidFill>
                <a:latin typeface="Calibri"/>
              </a:endParaRPr>
            </a:p>
          </p:txBody>
        </p:sp>
        <p:sp>
          <p:nvSpPr>
            <p:cNvPr id="30" name="pgshape"/>
            <p:cNvSpPr txBox="1"/>
            <p:nvPr>
              <p:custDataLst>
                <p:tags r:id="rId16"/>
              </p:custDataLst>
            </p:nvPr>
          </p:nvSpPr>
          <p:spPr>
            <a:xfrm>
              <a:off x="8022193" y="3402879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solidFill>
                    <a:schemeClr val="bg1"/>
                  </a:solidFill>
                  <a:latin typeface="Calibri"/>
                </a:rPr>
                <a:t>...</a:t>
              </a:r>
              <a:endParaRPr lang="pt-BR" sz="1400" dirty="0">
                <a:solidFill>
                  <a:schemeClr val="bg1"/>
                </a:solidFill>
                <a:latin typeface="Calibri"/>
              </a:endParaRPr>
            </a:p>
          </p:txBody>
        </p:sp>
      </p:grpSp>
      <p:sp>
        <p:nvSpPr>
          <p:cNvPr id="35" name="Retângulo 34"/>
          <p:cNvSpPr/>
          <p:nvPr/>
        </p:nvSpPr>
        <p:spPr>
          <a:xfrm>
            <a:off x="1786292" y="1461752"/>
            <a:ext cx="331903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u="sng" dirty="0" smtClean="0">
                <a:latin typeface="Calibri"/>
              </a:rPr>
              <a:t>ACIONAMENTO</a:t>
            </a:r>
          </a:p>
          <a:p>
            <a:r>
              <a:rPr lang="pt-BR" sz="1400" b="1" dirty="0" smtClean="0">
                <a:latin typeface="Calibri"/>
              </a:rPr>
              <a:t>Passo 2 – Responsável CSC-Alto Impacto</a:t>
            </a:r>
            <a:endParaRPr lang="pt-BR" sz="1400" b="1" dirty="0" smtClean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33073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1961022" y="1142973"/>
            <a:ext cx="3871937" cy="4391524"/>
            <a:chOff x="1115616" y="1142972"/>
            <a:chExt cx="3871937" cy="4543133"/>
          </a:xfrm>
        </p:grpSpPr>
        <p:grpSp>
          <p:nvGrpSpPr>
            <p:cNvPr id="4" name="Grupo 107"/>
            <p:cNvGrpSpPr/>
            <p:nvPr/>
          </p:nvGrpSpPr>
          <p:grpSpPr>
            <a:xfrm>
              <a:off x="1218944" y="1323447"/>
              <a:ext cx="181143" cy="1083517"/>
              <a:chOff x="801390" y="1500968"/>
              <a:chExt cx="215107" cy="1286678"/>
            </a:xfrm>
            <a:solidFill>
              <a:srgbClr val="002060"/>
            </a:solidFill>
          </p:grpSpPr>
          <p:cxnSp>
            <p:nvCxnSpPr>
              <p:cNvPr id="11" name="milestoneshape"/>
              <p:cNvCxnSpPr/>
              <p:nvPr/>
            </p:nvCxnSpPr>
            <p:spPr>
              <a:xfrm rot="5400000">
                <a:off x="158845" y="2143513"/>
                <a:ext cx="1286678" cy="1588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milestoneshape"/>
              <p:cNvSpPr/>
              <p:nvPr/>
            </p:nvSpPr>
            <p:spPr>
              <a:xfrm rot="16200000">
                <a:off x="825997" y="1524782"/>
                <a:ext cx="190500" cy="190500"/>
              </a:xfrm>
              <a:prstGeom prst="flowChartMerg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>
                <a:outerShdw blurRad="63500">
                  <a:scrgbClr r="0" g="0" b="0">
                    <a:alpha val="50000"/>
                  </a:scrgbClr>
                </a:outerShdw>
              </a:effectLst>
              <a:scene3d>
                <a:camera prst="orthographicFront"/>
                <a:lightRig rig="threePt" dir="t"/>
              </a:scene3d>
              <a:sp3d>
                <a:bevelT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p:sp>
          <p:nvSpPr>
            <p:cNvPr id="5" name="milestoneshape"/>
            <p:cNvSpPr txBox="1"/>
            <p:nvPr>
              <p:custDataLst>
                <p:tags r:id="rId20"/>
              </p:custDataLst>
            </p:nvPr>
          </p:nvSpPr>
          <p:spPr>
            <a:xfrm>
              <a:off x="1115616" y="1142972"/>
              <a:ext cx="2016224" cy="200528"/>
            </a:xfrm>
            <a:prstGeom prst="rect">
              <a:avLst/>
            </a:prstGeom>
            <a:noFill/>
          </p:spPr>
          <p:txBody>
            <a:bodyPr vert="horz" wrap="square" rtlCol="0" anchorCtr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pt-BR" sz="1000" b="1" dirty="0" smtClean="0">
                  <a:latin typeface="Calibri"/>
                </a:rPr>
                <a:t>3 </a:t>
              </a:r>
              <a:r>
                <a:rPr lang="pt-BR" sz="1000" b="1" dirty="0" smtClean="0">
                  <a:latin typeface="Calibri"/>
                </a:rPr>
                <a:t>- </a:t>
              </a:r>
              <a:r>
                <a:rPr lang="pt-BR" sz="1000" b="1" dirty="0" err="1" smtClean="0">
                  <a:latin typeface="Calibri"/>
                </a:rPr>
                <a:t>cOMUNICAÇÃO</a:t>
              </a:r>
              <a:endParaRPr lang="pt-BR" sz="1000" b="1" dirty="0">
                <a:latin typeface="Calibri"/>
              </a:endParaRPr>
            </a:p>
          </p:txBody>
        </p:sp>
        <p:sp>
          <p:nvSpPr>
            <p:cNvPr id="6" name="Retângulo 5"/>
            <p:cNvSpPr/>
            <p:nvPr/>
          </p:nvSpPr>
          <p:spPr>
            <a:xfrm>
              <a:off x="1372366" y="4476285"/>
              <a:ext cx="3615187" cy="9870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400" b="1" u="sng" dirty="0" smtClean="0"/>
                <a:t>ATIVIDADE:</a:t>
              </a:r>
            </a:p>
            <a:p>
              <a:endParaRPr lang="pt-BR" sz="1400" dirty="0" smtClean="0"/>
            </a:p>
            <a:p>
              <a:r>
                <a:rPr lang="pt-BR" sz="1400" dirty="0" smtClean="0"/>
                <a:t>1. T!</a:t>
              </a:r>
              <a:r>
                <a:rPr lang="pt-BR" sz="1400" dirty="0" smtClean="0">
                  <a:latin typeface="Calibri"/>
                </a:rPr>
                <a:t>SMS </a:t>
              </a:r>
              <a:r>
                <a:rPr lang="pt-BR" sz="1400" dirty="0" smtClean="0">
                  <a:latin typeface="Calibri"/>
                </a:rPr>
                <a:t>– </a:t>
              </a:r>
              <a:r>
                <a:rPr lang="pt-BR" sz="1400" dirty="0" smtClean="0">
                  <a:latin typeface="Calibri"/>
                </a:rPr>
                <a:t>SMS de Acompanhamento</a:t>
              </a:r>
              <a:endParaRPr lang="pt-BR" sz="1400" dirty="0" smtClean="0">
                <a:latin typeface="Calibri"/>
              </a:endParaRPr>
            </a:p>
            <a:p>
              <a:endParaRPr lang="pt-BR" sz="1400" dirty="0" smtClean="0">
                <a:latin typeface="Calibri"/>
              </a:endParaRPr>
            </a:p>
          </p:txBody>
        </p:sp>
        <p:grpSp>
          <p:nvGrpSpPr>
            <p:cNvPr id="7" name="Grupo 123"/>
            <p:cNvGrpSpPr/>
            <p:nvPr/>
          </p:nvGrpSpPr>
          <p:grpSpPr>
            <a:xfrm>
              <a:off x="1187624" y="2887562"/>
              <a:ext cx="151579" cy="2798543"/>
              <a:chOff x="571472" y="3500438"/>
              <a:chExt cx="180000" cy="3323272"/>
            </a:xfrm>
            <a:solidFill>
              <a:srgbClr val="00B050"/>
            </a:solidFill>
          </p:grpSpPr>
          <p:cxnSp>
            <p:nvCxnSpPr>
              <p:cNvPr id="8" name="milestoneshape"/>
              <p:cNvCxnSpPr/>
              <p:nvPr/>
            </p:nvCxnSpPr>
            <p:spPr>
              <a:xfrm rot="16200000" flipH="1">
                <a:off x="-1011277" y="5154625"/>
                <a:ext cx="3309168" cy="794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Elipse 8"/>
              <p:cNvSpPr/>
              <p:nvPr/>
            </p:nvSpPr>
            <p:spPr>
              <a:xfrm>
                <a:off x="571472" y="6643710"/>
                <a:ext cx="180000" cy="180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rgbClr val="00B050"/>
                  </a:solidFill>
                </a:endParaRPr>
              </a:p>
            </p:txBody>
          </p:sp>
        </p:grpSp>
      </p:grpSp>
      <p:grpSp>
        <p:nvGrpSpPr>
          <p:cNvPr id="13" name="Grupo 104"/>
          <p:cNvGrpSpPr/>
          <p:nvPr/>
        </p:nvGrpSpPr>
        <p:grpSpPr>
          <a:xfrm>
            <a:off x="428596" y="2254566"/>
            <a:ext cx="7127475" cy="611877"/>
            <a:chOff x="251520" y="3320259"/>
            <a:chExt cx="8463884" cy="751684"/>
          </a:xfrm>
        </p:grpSpPr>
        <p:grpSp>
          <p:nvGrpSpPr>
            <p:cNvPr id="14" name="Grupo 103"/>
            <p:cNvGrpSpPr/>
            <p:nvPr/>
          </p:nvGrpSpPr>
          <p:grpSpPr>
            <a:xfrm>
              <a:off x="251520" y="3320259"/>
              <a:ext cx="8463884" cy="751684"/>
              <a:chOff x="251520" y="6098110"/>
              <a:chExt cx="8440315" cy="398439"/>
            </a:xfrm>
          </p:grpSpPr>
          <p:sp>
            <p:nvSpPr>
              <p:cNvPr id="31" name="pgshape"/>
              <p:cNvSpPr/>
              <p:nvPr/>
            </p:nvSpPr>
            <p:spPr>
              <a:xfrm>
                <a:off x="251520" y="6102051"/>
                <a:ext cx="8440315" cy="394400"/>
              </a:xfrm>
              <a:prstGeom prst="roundRect">
                <a:avLst>
                  <a:gd name="adj" fmla="val 10000000"/>
                </a:avLst>
              </a:prstGeom>
              <a:solidFill>
                <a:schemeClr val="tx1"/>
              </a:solidFill>
              <a:ln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pgshape"/>
              <p:cNvSpPr/>
              <p:nvPr>
                <p:custDataLst>
                  <p:tags r:id="rId17"/>
                </p:custDataLst>
              </p:nvPr>
            </p:nvSpPr>
            <p:spPr>
              <a:xfrm>
                <a:off x="251520" y="6098110"/>
                <a:ext cx="6392182" cy="394400"/>
              </a:xfrm>
              <a:prstGeom prst="roundRect">
                <a:avLst>
                  <a:gd name="adj" fmla="val 10000000"/>
                </a:avLst>
              </a:prstGeom>
              <a:ln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pgshape"/>
              <p:cNvSpPr/>
              <p:nvPr>
                <p:custDataLst>
                  <p:tags r:id="rId18"/>
                </p:custDataLst>
              </p:nvPr>
            </p:nvSpPr>
            <p:spPr>
              <a:xfrm>
                <a:off x="251520" y="6098110"/>
                <a:ext cx="4391917" cy="394400"/>
              </a:xfrm>
              <a:prstGeom prst="roundRect">
                <a:avLst>
                  <a:gd name="adj" fmla="val 10000000"/>
                </a:avLst>
              </a:prstGeom>
              <a:solidFill>
                <a:schemeClr val="accent6">
                  <a:lumMod val="75000"/>
                </a:schemeClr>
              </a:solidFill>
              <a:ln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pgshape"/>
              <p:cNvSpPr/>
              <p:nvPr>
                <p:custDataLst>
                  <p:tags r:id="rId19"/>
                </p:custDataLst>
              </p:nvPr>
            </p:nvSpPr>
            <p:spPr>
              <a:xfrm>
                <a:off x="251520" y="6102470"/>
                <a:ext cx="2384994" cy="394079"/>
              </a:xfrm>
              <a:prstGeom prst="roundRect">
                <a:avLst>
                  <a:gd name="adj" fmla="val 1000000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5" name="pgshape"/>
            <p:cNvSpPr txBox="1"/>
            <p:nvPr>
              <p:custDataLst>
                <p:tags r:id="rId1"/>
              </p:custDataLst>
            </p:nvPr>
          </p:nvSpPr>
          <p:spPr>
            <a:xfrm>
              <a:off x="407427" y="3447187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10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16" name="pgshape"/>
            <p:cNvSpPr txBox="1"/>
            <p:nvPr>
              <p:custDataLst>
                <p:tags r:id="rId2"/>
              </p:custDataLst>
            </p:nvPr>
          </p:nvSpPr>
          <p:spPr>
            <a:xfrm>
              <a:off x="937133" y="3447187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20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17" name="pgshape"/>
            <p:cNvSpPr txBox="1"/>
            <p:nvPr>
              <p:custDataLst>
                <p:tags r:id="rId3"/>
              </p:custDataLst>
            </p:nvPr>
          </p:nvSpPr>
          <p:spPr>
            <a:xfrm>
              <a:off x="1407559" y="3429000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30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18" name="pgshape"/>
            <p:cNvSpPr txBox="1"/>
            <p:nvPr>
              <p:custDataLst>
                <p:tags r:id="rId4"/>
              </p:custDataLst>
            </p:nvPr>
          </p:nvSpPr>
          <p:spPr>
            <a:xfrm>
              <a:off x="1937265" y="3447187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40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19" name="pgshape"/>
            <p:cNvSpPr txBox="1"/>
            <p:nvPr>
              <p:custDataLst>
                <p:tags r:id="rId5"/>
              </p:custDataLst>
            </p:nvPr>
          </p:nvSpPr>
          <p:spPr>
            <a:xfrm>
              <a:off x="2571736" y="3429000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50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0" name="pgshape"/>
            <p:cNvSpPr txBox="1"/>
            <p:nvPr>
              <p:custDataLst>
                <p:tags r:id="rId6"/>
              </p:custDataLst>
            </p:nvPr>
          </p:nvSpPr>
          <p:spPr>
            <a:xfrm>
              <a:off x="3071802" y="3429000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60 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1" name="pgshape"/>
            <p:cNvSpPr txBox="1"/>
            <p:nvPr>
              <p:custDataLst>
                <p:tags r:id="rId7"/>
              </p:custDataLst>
            </p:nvPr>
          </p:nvSpPr>
          <p:spPr>
            <a:xfrm>
              <a:off x="3571868" y="3429000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70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2" name="pgshape"/>
            <p:cNvSpPr txBox="1"/>
            <p:nvPr>
              <p:custDataLst>
                <p:tags r:id="rId8"/>
              </p:custDataLst>
            </p:nvPr>
          </p:nvSpPr>
          <p:spPr>
            <a:xfrm>
              <a:off x="4071934" y="3429000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80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3" name="pgshape"/>
            <p:cNvSpPr txBox="1"/>
            <p:nvPr>
              <p:custDataLst>
                <p:tags r:id="rId9"/>
              </p:custDataLst>
            </p:nvPr>
          </p:nvSpPr>
          <p:spPr>
            <a:xfrm>
              <a:off x="4634015" y="3421066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90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4" name="pgshape"/>
            <p:cNvSpPr txBox="1"/>
            <p:nvPr>
              <p:custDataLst>
                <p:tags r:id="rId10"/>
              </p:custDataLst>
            </p:nvPr>
          </p:nvSpPr>
          <p:spPr>
            <a:xfrm>
              <a:off x="5093235" y="3421066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100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5" name="pgshape"/>
            <p:cNvSpPr txBox="1"/>
            <p:nvPr>
              <p:custDataLst>
                <p:tags r:id="rId11"/>
              </p:custDataLst>
            </p:nvPr>
          </p:nvSpPr>
          <p:spPr>
            <a:xfrm>
              <a:off x="5593301" y="3421066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110</a:t>
              </a:r>
            </a:p>
            <a:p>
              <a:pPr algn="ctr"/>
              <a:r>
                <a:rPr lang="pt-BR" sz="1400" dirty="0" smtClean="0">
                  <a:latin typeface="Calibri"/>
                </a:rPr>
                <a:t>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6" name="pgshape"/>
            <p:cNvSpPr txBox="1"/>
            <p:nvPr>
              <p:custDataLst>
                <p:tags r:id="rId12"/>
              </p:custDataLst>
            </p:nvPr>
          </p:nvSpPr>
          <p:spPr>
            <a:xfrm>
              <a:off x="6101838" y="3421066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120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7" name="pgshape"/>
            <p:cNvSpPr txBox="1"/>
            <p:nvPr>
              <p:custDataLst>
                <p:tags r:id="rId13"/>
              </p:custDataLst>
            </p:nvPr>
          </p:nvSpPr>
          <p:spPr>
            <a:xfrm>
              <a:off x="6593433" y="3402879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solidFill>
                    <a:schemeClr val="bg1"/>
                  </a:solidFill>
                  <a:latin typeface="Calibri"/>
                </a:rPr>
                <a:t>130 min</a:t>
              </a:r>
              <a:endParaRPr lang="pt-BR" sz="1400" dirty="0">
                <a:solidFill>
                  <a:schemeClr val="bg1"/>
                </a:solidFill>
                <a:latin typeface="Calibri"/>
              </a:endParaRPr>
            </a:p>
          </p:txBody>
        </p:sp>
        <p:sp>
          <p:nvSpPr>
            <p:cNvPr id="28" name="pgshape"/>
            <p:cNvSpPr txBox="1"/>
            <p:nvPr>
              <p:custDataLst>
                <p:tags r:id="rId14"/>
              </p:custDataLst>
            </p:nvPr>
          </p:nvSpPr>
          <p:spPr>
            <a:xfrm>
              <a:off x="7093499" y="3402879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solidFill>
                    <a:schemeClr val="bg1"/>
                  </a:solidFill>
                  <a:latin typeface="Calibri"/>
                </a:rPr>
                <a:t>140 min</a:t>
              </a:r>
              <a:endParaRPr lang="pt-BR" sz="1400" dirty="0">
                <a:solidFill>
                  <a:schemeClr val="bg1"/>
                </a:solidFill>
                <a:latin typeface="Calibri"/>
              </a:endParaRPr>
            </a:p>
          </p:txBody>
        </p:sp>
        <p:sp>
          <p:nvSpPr>
            <p:cNvPr id="29" name="pgshape"/>
            <p:cNvSpPr txBox="1"/>
            <p:nvPr>
              <p:custDataLst>
                <p:tags r:id="rId15"/>
              </p:custDataLst>
            </p:nvPr>
          </p:nvSpPr>
          <p:spPr>
            <a:xfrm>
              <a:off x="7593565" y="3402879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solidFill>
                    <a:schemeClr val="bg1"/>
                  </a:solidFill>
                  <a:latin typeface="Calibri"/>
                </a:rPr>
                <a:t>150 min</a:t>
              </a:r>
              <a:endParaRPr lang="pt-BR" sz="1400" dirty="0">
                <a:solidFill>
                  <a:schemeClr val="bg1"/>
                </a:solidFill>
                <a:latin typeface="Calibri"/>
              </a:endParaRPr>
            </a:p>
          </p:txBody>
        </p:sp>
        <p:sp>
          <p:nvSpPr>
            <p:cNvPr id="30" name="pgshape"/>
            <p:cNvSpPr txBox="1"/>
            <p:nvPr>
              <p:custDataLst>
                <p:tags r:id="rId16"/>
              </p:custDataLst>
            </p:nvPr>
          </p:nvSpPr>
          <p:spPr>
            <a:xfrm>
              <a:off x="8022193" y="3402879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solidFill>
                    <a:schemeClr val="bg1"/>
                  </a:solidFill>
                  <a:latin typeface="Calibri"/>
                </a:rPr>
                <a:t>...</a:t>
              </a:r>
              <a:endParaRPr lang="pt-BR" sz="1400" dirty="0">
                <a:solidFill>
                  <a:schemeClr val="bg1"/>
                </a:solidFill>
                <a:latin typeface="Calibri"/>
              </a:endParaRPr>
            </a:p>
          </p:txBody>
        </p:sp>
      </p:grpSp>
      <p:sp>
        <p:nvSpPr>
          <p:cNvPr id="35" name="Retângulo 34"/>
          <p:cNvSpPr/>
          <p:nvPr/>
        </p:nvSpPr>
        <p:spPr>
          <a:xfrm>
            <a:off x="2212176" y="1436700"/>
            <a:ext cx="331903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u="sng" dirty="0" smtClean="0">
                <a:latin typeface="Calibri"/>
              </a:rPr>
              <a:t>COMUNICAÇÃO</a:t>
            </a:r>
          </a:p>
          <a:p>
            <a:r>
              <a:rPr lang="pt-BR" sz="1400" b="1" dirty="0" smtClean="0">
                <a:latin typeface="Calibri"/>
              </a:rPr>
              <a:t>Passo 3 – Responsável CSC-Alto Impacto</a:t>
            </a:r>
            <a:endParaRPr lang="pt-BR" sz="1400" b="1" dirty="0" smtClean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6384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2922490" y="1142973"/>
            <a:ext cx="4523958" cy="4391547"/>
            <a:chOff x="1115616" y="1142972"/>
            <a:chExt cx="4523958" cy="4543133"/>
          </a:xfrm>
        </p:grpSpPr>
        <p:grpSp>
          <p:nvGrpSpPr>
            <p:cNvPr id="4" name="Grupo 107"/>
            <p:cNvGrpSpPr/>
            <p:nvPr/>
          </p:nvGrpSpPr>
          <p:grpSpPr>
            <a:xfrm>
              <a:off x="1218944" y="1323447"/>
              <a:ext cx="181143" cy="1083517"/>
              <a:chOff x="801390" y="1500968"/>
              <a:chExt cx="215107" cy="1286678"/>
            </a:xfrm>
            <a:solidFill>
              <a:srgbClr val="002060"/>
            </a:solidFill>
          </p:grpSpPr>
          <p:cxnSp>
            <p:nvCxnSpPr>
              <p:cNvPr id="11" name="milestoneshape"/>
              <p:cNvCxnSpPr/>
              <p:nvPr/>
            </p:nvCxnSpPr>
            <p:spPr>
              <a:xfrm rot="5400000">
                <a:off x="158845" y="2143513"/>
                <a:ext cx="1286678" cy="1588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milestoneshape"/>
              <p:cNvSpPr/>
              <p:nvPr/>
            </p:nvSpPr>
            <p:spPr>
              <a:xfrm rot="16200000">
                <a:off x="825997" y="1524782"/>
                <a:ext cx="190500" cy="190500"/>
              </a:xfrm>
              <a:prstGeom prst="flowChartMerg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>
                <a:outerShdw blurRad="63500">
                  <a:scrgbClr r="0" g="0" b="0">
                    <a:alpha val="50000"/>
                  </a:scrgbClr>
                </a:outerShdw>
              </a:effectLst>
              <a:scene3d>
                <a:camera prst="orthographicFront"/>
                <a:lightRig rig="threePt" dir="t"/>
              </a:scene3d>
              <a:sp3d>
                <a:bevelT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p:sp>
          <p:nvSpPr>
            <p:cNvPr id="5" name="milestoneshape"/>
            <p:cNvSpPr txBox="1"/>
            <p:nvPr>
              <p:custDataLst>
                <p:tags r:id="rId20"/>
              </p:custDataLst>
            </p:nvPr>
          </p:nvSpPr>
          <p:spPr>
            <a:xfrm>
              <a:off x="1115616" y="1142972"/>
              <a:ext cx="2016224" cy="200528"/>
            </a:xfrm>
            <a:prstGeom prst="rect">
              <a:avLst/>
            </a:prstGeom>
            <a:noFill/>
          </p:spPr>
          <p:txBody>
            <a:bodyPr vert="horz" wrap="square" rtlCol="0" anchorCtr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pt-BR" sz="1000" b="1" dirty="0" smtClean="0">
                  <a:latin typeface="Calibri"/>
                </a:rPr>
                <a:t>4 - Escalonamento</a:t>
              </a:r>
              <a:endParaRPr lang="pt-BR" sz="1000" b="1" dirty="0">
                <a:latin typeface="Calibri"/>
              </a:endParaRPr>
            </a:p>
          </p:txBody>
        </p:sp>
        <p:sp>
          <p:nvSpPr>
            <p:cNvPr id="6" name="Retângulo 5"/>
            <p:cNvSpPr/>
            <p:nvPr/>
          </p:nvSpPr>
          <p:spPr>
            <a:xfrm>
              <a:off x="1309736" y="4402961"/>
              <a:ext cx="4329838" cy="12099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400" b="1" u="sng" dirty="0" smtClean="0"/>
                <a:t>ATIVIDADE:</a:t>
              </a:r>
            </a:p>
            <a:p>
              <a:endParaRPr lang="pt-BR" sz="1400" dirty="0" smtClean="0"/>
            </a:p>
            <a:p>
              <a:r>
                <a:rPr lang="pt-BR" sz="1400" dirty="0" smtClean="0"/>
                <a:t>1. Realizar Escalonamento Coord. Área de Solução</a:t>
              </a:r>
            </a:p>
            <a:p>
              <a:r>
                <a:rPr lang="pt-BR" sz="1400" dirty="0" smtClean="0"/>
                <a:t>2. </a:t>
              </a:r>
              <a:r>
                <a:rPr lang="pt-BR" sz="1400" dirty="0" err="1" smtClean="0"/>
                <a:t>Controltodo</a:t>
              </a:r>
              <a:r>
                <a:rPr lang="pt-BR" sz="1400" dirty="0"/>
                <a:t>! – </a:t>
              </a:r>
              <a:r>
                <a:rPr lang="pt-BR" sz="1400" dirty="0" smtClean="0"/>
                <a:t>Informar o Gerente do CSC</a:t>
              </a:r>
              <a:endParaRPr lang="pt-BR" sz="1400" dirty="0" smtClean="0">
                <a:latin typeface="Calibri"/>
              </a:endParaRPr>
            </a:p>
            <a:p>
              <a:r>
                <a:rPr lang="pt-BR" sz="1400" dirty="0" smtClean="0">
                  <a:latin typeface="Calibri"/>
                </a:rPr>
                <a:t>3. </a:t>
              </a:r>
              <a:r>
                <a:rPr lang="pt-BR" sz="1400" dirty="0" err="1" smtClean="0">
                  <a:latin typeface="Calibri"/>
                </a:rPr>
                <a:t>tCrono</a:t>
              </a:r>
              <a:r>
                <a:rPr lang="pt-BR" sz="1400" dirty="0" smtClean="0">
                  <a:latin typeface="Calibri"/>
                </a:rPr>
                <a:t>! – </a:t>
              </a:r>
              <a:r>
                <a:rPr lang="pt-BR" sz="1400" dirty="0" smtClean="0">
                  <a:latin typeface="Calibri"/>
                </a:rPr>
                <a:t>Atualização de ações</a:t>
              </a:r>
              <a:endParaRPr lang="pt-BR" sz="1400" dirty="0" smtClean="0">
                <a:latin typeface="Calibri"/>
              </a:endParaRPr>
            </a:p>
          </p:txBody>
        </p:sp>
        <p:grpSp>
          <p:nvGrpSpPr>
            <p:cNvPr id="7" name="Grupo 123"/>
            <p:cNvGrpSpPr/>
            <p:nvPr/>
          </p:nvGrpSpPr>
          <p:grpSpPr>
            <a:xfrm>
              <a:off x="1187624" y="2887562"/>
              <a:ext cx="151579" cy="2798543"/>
              <a:chOff x="571472" y="3500438"/>
              <a:chExt cx="180000" cy="3323272"/>
            </a:xfrm>
            <a:solidFill>
              <a:srgbClr val="00B050"/>
            </a:solidFill>
          </p:grpSpPr>
          <p:cxnSp>
            <p:nvCxnSpPr>
              <p:cNvPr id="8" name="milestoneshape"/>
              <p:cNvCxnSpPr/>
              <p:nvPr/>
            </p:nvCxnSpPr>
            <p:spPr>
              <a:xfrm rot="16200000" flipH="1">
                <a:off x="-1011277" y="5154625"/>
                <a:ext cx="3309168" cy="794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Elipse 8"/>
              <p:cNvSpPr/>
              <p:nvPr/>
            </p:nvSpPr>
            <p:spPr>
              <a:xfrm>
                <a:off x="571472" y="6643710"/>
                <a:ext cx="180000" cy="180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rgbClr val="00B050"/>
                  </a:solidFill>
                </a:endParaRPr>
              </a:p>
            </p:txBody>
          </p:sp>
        </p:grpSp>
      </p:grpSp>
      <p:grpSp>
        <p:nvGrpSpPr>
          <p:cNvPr id="13" name="Grupo 104"/>
          <p:cNvGrpSpPr/>
          <p:nvPr/>
        </p:nvGrpSpPr>
        <p:grpSpPr>
          <a:xfrm>
            <a:off x="428596" y="2254566"/>
            <a:ext cx="7127475" cy="632997"/>
            <a:chOff x="251520" y="3320259"/>
            <a:chExt cx="8463884" cy="751684"/>
          </a:xfrm>
        </p:grpSpPr>
        <p:grpSp>
          <p:nvGrpSpPr>
            <p:cNvPr id="14" name="Grupo 103"/>
            <p:cNvGrpSpPr/>
            <p:nvPr/>
          </p:nvGrpSpPr>
          <p:grpSpPr>
            <a:xfrm>
              <a:off x="251520" y="3320259"/>
              <a:ext cx="8463884" cy="751684"/>
              <a:chOff x="251520" y="6098110"/>
              <a:chExt cx="8440315" cy="398439"/>
            </a:xfrm>
          </p:grpSpPr>
          <p:sp>
            <p:nvSpPr>
              <p:cNvPr id="31" name="pgshape"/>
              <p:cNvSpPr/>
              <p:nvPr/>
            </p:nvSpPr>
            <p:spPr>
              <a:xfrm>
                <a:off x="251520" y="6102051"/>
                <a:ext cx="8440315" cy="394400"/>
              </a:xfrm>
              <a:prstGeom prst="roundRect">
                <a:avLst>
                  <a:gd name="adj" fmla="val 10000000"/>
                </a:avLst>
              </a:prstGeom>
              <a:solidFill>
                <a:schemeClr val="tx1"/>
              </a:solidFill>
              <a:ln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pgshape"/>
              <p:cNvSpPr/>
              <p:nvPr>
                <p:custDataLst>
                  <p:tags r:id="rId17"/>
                </p:custDataLst>
              </p:nvPr>
            </p:nvSpPr>
            <p:spPr>
              <a:xfrm>
                <a:off x="251520" y="6098110"/>
                <a:ext cx="6392182" cy="394400"/>
              </a:xfrm>
              <a:prstGeom prst="roundRect">
                <a:avLst>
                  <a:gd name="adj" fmla="val 10000000"/>
                </a:avLst>
              </a:prstGeom>
              <a:ln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pgshape"/>
              <p:cNvSpPr/>
              <p:nvPr>
                <p:custDataLst>
                  <p:tags r:id="rId18"/>
                </p:custDataLst>
              </p:nvPr>
            </p:nvSpPr>
            <p:spPr>
              <a:xfrm>
                <a:off x="251520" y="6098110"/>
                <a:ext cx="4391917" cy="394400"/>
              </a:xfrm>
              <a:prstGeom prst="roundRect">
                <a:avLst>
                  <a:gd name="adj" fmla="val 10000000"/>
                </a:avLst>
              </a:prstGeom>
              <a:solidFill>
                <a:schemeClr val="accent6">
                  <a:lumMod val="75000"/>
                </a:schemeClr>
              </a:solidFill>
              <a:ln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pgshape"/>
              <p:cNvSpPr/>
              <p:nvPr>
                <p:custDataLst>
                  <p:tags r:id="rId19"/>
                </p:custDataLst>
              </p:nvPr>
            </p:nvSpPr>
            <p:spPr>
              <a:xfrm>
                <a:off x="251520" y="6102470"/>
                <a:ext cx="2384994" cy="394079"/>
              </a:xfrm>
              <a:prstGeom prst="roundRect">
                <a:avLst>
                  <a:gd name="adj" fmla="val 1000000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5" name="pgshape"/>
            <p:cNvSpPr txBox="1"/>
            <p:nvPr>
              <p:custDataLst>
                <p:tags r:id="rId1"/>
              </p:custDataLst>
            </p:nvPr>
          </p:nvSpPr>
          <p:spPr>
            <a:xfrm>
              <a:off x="407427" y="3447187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10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16" name="pgshape"/>
            <p:cNvSpPr txBox="1"/>
            <p:nvPr>
              <p:custDataLst>
                <p:tags r:id="rId2"/>
              </p:custDataLst>
            </p:nvPr>
          </p:nvSpPr>
          <p:spPr>
            <a:xfrm>
              <a:off x="937133" y="3447187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20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17" name="pgshape"/>
            <p:cNvSpPr txBox="1"/>
            <p:nvPr>
              <p:custDataLst>
                <p:tags r:id="rId3"/>
              </p:custDataLst>
            </p:nvPr>
          </p:nvSpPr>
          <p:spPr>
            <a:xfrm>
              <a:off x="1407559" y="3429000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30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18" name="pgshape"/>
            <p:cNvSpPr txBox="1"/>
            <p:nvPr>
              <p:custDataLst>
                <p:tags r:id="rId4"/>
              </p:custDataLst>
            </p:nvPr>
          </p:nvSpPr>
          <p:spPr>
            <a:xfrm>
              <a:off x="1937265" y="3447187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40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19" name="pgshape"/>
            <p:cNvSpPr txBox="1"/>
            <p:nvPr>
              <p:custDataLst>
                <p:tags r:id="rId5"/>
              </p:custDataLst>
            </p:nvPr>
          </p:nvSpPr>
          <p:spPr>
            <a:xfrm>
              <a:off x="2571736" y="3429000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50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0" name="pgshape"/>
            <p:cNvSpPr txBox="1"/>
            <p:nvPr>
              <p:custDataLst>
                <p:tags r:id="rId6"/>
              </p:custDataLst>
            </p:nvPr>
          </p:nvSpPr>
          <p:spPr>
            <a:xfrm>
              <a:off x="3071802" y="3429000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60 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1" name="pgshape"/>
            <p:cNvSpPr txBox="1"/>
            <p:nvPr>
              <p:custDataLst>
                <p:tags r:id="rId7"/>
              </p:custDataLst>
            </p:nvPr>
          </p:nvSpPr>
          <p:spPr>
            <a:xfrm>
              <a:off x="3571868" y="3429000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70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2" name="pgshape"/>
            <p:cNvSpPr txBox="1"/>
            <p:nvPr>
              <p:custDataLst>
                <p:tags r:id="rId8"/>
              </p:custDataLst>
            </p:nvPr>
          </p:nvSpPr>
          <p:spPr>
            <a:xfrm>
              <a:off x="4071934" y="3429000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80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3" name="pgshape"/>
            <p:cNvSpPr txBox="1"/>
            <p:nvPr>
              <p:custDataLst>
                <p:tags r:id="rId9"/>
              </p:custDataLst>
            </p:nvPr>
          </p:nvSpPr>
          <p:spPr>
            <a:xfrm>
              <a:off x="4634015" y="3421066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90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4" name="pgshape"/>
            <p:cNvSpPr txBox="1"/>
            <p:nvPr>
              <p:custDataLst>
                <p:tags r:id="rId10"/>
              </p:custDataLst>
            </p:nvPr>
          </p:nvSpPr>
          <p:spPr>
            <a:xfrm>
              <a:off x="5093235" y="3421066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100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5" name="pgshape"/>
            <p:cNvSpPr txBox="1"/>
            <p:nvPr>
              <p:custDataLst>
                <p:tags r:id="rId11"/>
              </p:custDataLst>
            </p:nvPr>
          </p:nvSpPr>
          <p:spPr>
            <a:xfrm>
              <a:off x="5593301" y="3421066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110</a:t>
              </a:r>
            </a:p>
            <a:p>
              <a:pPr algn="ctr"/>
              <a:r>
                <a:rPr lang="pt-BR" sz="1400" dirty="0" smtClean="0">
                  <a:latin typeface="Calibri"/>
                </a:rPr>
                <a:t>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6" name="pgshape"/>
            <p:cNvSpPr txBox="1"/>
            <p:nvPr>
              <p:custDataLst>
                <p:tags r:id="rId12"/>
              </p:custDataLst>
            </p:nvPr>
          </p:nvSpPr>
          <p:spPr>
            <a:xfrm>
              <a:off x="6101838" y="3421066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120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7" name="pgshape"/>
            <p:cNvSpPr txBox="1"/>
            <p:nvPr>
              <p:custDataLst>
                <p:tags r:id="rId13"/>
              </p:custDataLst>
            </p:nvPr>
          </p:nvSpPr>
          <p:spPr>
            <a:xfrm>
              <a:off x="6593433" y="3402879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solidFill>
                    <a:schemeClr val="bg1"/>
                  </a:solidFill>
                  <a:latin typeface="Calibri"/>
                </a:rPr>
                <a:t>130 min</a:t>
              </a:r>
              <a:endParaRPr lang="pt-BR" sz="1400" dirty="0">
                <a:solidFill>
                  <a:schemeClr val="bg1"/>
                </a:solidFill>
                <a:latin typeface="Calibri"/>
              </a:endParaRPr>
            </a:p>
          </p:txBody>
        </p:sp>
        <p:sp>
          <p:nvSpPr>
            <p:cNvPr id="28" name="pgshape"/>
            <p:cNvSpPr txBox="1"/>
            <p:nvPr>
              <p:custDataLst>
                <p:tags r:id="rId14"/>
              </p:custDataLst>
            </p:nvPr>
          </p:nvSpPr>
          <p:spPr>
            <a:xfrm>
              <a:off x="7093499" y="3402879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solidFill>
                    <a:schemeClr val="bg1"/>
                  </a:solidFill>
                  <a:latin typeface="Calibri"/>
                </a:rPr>
                <a:t>140 min</a:t>
              </a:r>
              <a:endParaRPr lang="pt-BR" sz="1400" dirty="0">
                <a:solidFill>
                  <a:schemeClr val="bg1"/>
                </a:solidFill>
                <a:latin typeface="Calibri"/>
              </a:endParaRPr>
            </a:p>
          </p:txBody>
        </p:sp>
        <p:sp>
          <p:nvSpPr>
            <p:cNvPr id="29" name="pgshape"/>
            <p:cNvSpPr txBox="1"/>
            <p:nvPr>
              <p:custDataLst>
                <p:tags r:id="rId15"/>
              </p:custDataLst>
            </p:nvPr>
          </p:nvSpPr>
          <p:spPr>
            <a:xfrm>
              <a:off x="7593565" y="3402879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solidFill>
                    <a:schemeClr val="bg1"/>
                  </a:solidFill>
                  <a:latin typeface="Calibri"/>
                </a:rPr>
                <a:t>150 min</a:t>
              </a:r>
              <a:endParaRPr lang="pt-BR" sz="1400" dirty="0">
                <a:solidFill>
                  <a:schemeClr val="bg1"/>
                </a:solidFill>
                <a:latin typeface="Calibri"/>
              </a:endParaRPr>
            </a:p>
          </p:txBody>
        </p:sp>
        <p:sp>
          <p:nvSpPr>
            <p:cNvPr id="30" name="pgshape"/>
            <p:cNvSpPr txBox="1"/>
            <p:nvPr>
              <p:custDataLst>
                <p:tags r:id="rId16"/>
              </p:custDataLst>
            </p:nvPr>
          </p:nvSpPr>
          <p:spPr>
            <a:xfrm>
              <a:off x="8022193" y="3402879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solidFill>
                    <a:schemeClr val="bg1"/>
                  </a:solidFill>
                  <a:latin typeface="Calibri"/>
                </a:rPr>
                <a:t>...</a:t>
              </a:r>
              <a:endParaRPr lang="pt-BR" sz="1400" dirty="0">
                <a:solidFill>
                  <a:schemeClr val="bg1"/>
                </a:solidFill>
                <a:latin typeface="Calibri"/>
              </a:endParaRPr>
            </a:p>
          </p:txBody>
        </p:sp>
      </p:grpSp>
      <p:sp>
        <p:nvSpPr>
          <p:cNvPr id="35" name="Retângulo 34"/>
          <p:cNvSpPr/>
          <p:nvPr/>
        </p:nvSpPr>
        <p:spPr>
          <a:xfrm>
            <a:off x="3100893" y="1483010"/>
            <a:ext cx="331903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dirty="0" smtClean="0">
                <a:latin typeface="Calibri"/>
              </a:rPr>
              <a:t>ESCALONAMENTO</a:t>
            </a:r>
          </a:p>
          <a:p>
            <a:r>
              <a:rPr lang="pt-BR" sz="1400" b="1" dirty="0" smtClean="0">
                <a:latin typeface="Calibri"/>
              </a:rPr>
              <a:t>Passo 4 – Responsável CSC-Alto Impacto</a:t>
            </a:r>
            <a:endParaRPr lang="pt-BR" sz="1400" b="1" dirty="0" smtClean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33073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4608512" y="1142972"/>
            <a:ext cx="4152478" cy="4467342"/>
            <a:chOff x="1115616" y="1142972"/>
            <a:chExt cx="4152478" cy="4543133"/>
          </a:xfrm>
        </p:grpSpPr>
        <p:grpSp>
          <p:nvGrpSpPr>
            <p:cNvPr id="4" name="Grupo 107"/>
            <p:cNvGrpSpPr/>
            <p:nvPr/>
          </p:nvGrpSpPr>
          <p:grpSpPr>
            <a:xfrm>
              <a:off x="1218944" y="1323447"/>
              <a:ext cx="181143" cy="1083517"/>
              <a:chOff x="801390" y="1500968"/>
              <a:chExt cx="215107" cy="1286678"/>
            </a:xfrm>
            <a:solidFill>
              <a:srgbClr val="002060"/>
            </a:solidFill>
          </p:grpSpPr>
          <p:cxnSp>
            <p:nvCxnSpPr>
              <p:cNvPr id="11" name="milestoneshape"/>
              <p:cNvCxnSpPr/>
              <p:nvPr/>
            </p:nvCxnSpPr>
            <p:spPr>
              <a:xfrm rot="5400000">
                <a:off x="158845" y="2143513"/>
                <a:ext cx="1286678" cy="1588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milestoneshape"/>
              <p:cNvSpPr/>
              <p:nvPr/>
            </p:nvSpPr>
            <p:spPr>
              <a:xfrm rot="16200000">
                <a:off x="825997" y="1524782"/>
                <a:ext cx="190500" cy="190500"/>
              </a:xfrm>
              <a:prstGeom prst="flowChartMerg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>
                <a:outerShdw blurRad="63500">
                  <a:scrgbClr r="0" g="0" b="0">
                    <a:alpha val="50000"/>
                  </a:scrgbClr>
                </a:outerShdw>
              </a:effectLst>
              <a:scene3d>
                <a:camera prst="orthographicFront"/>
                <a:lightRig rig="threePt" dir="t"/>
              </a:scene3d>
              <a:sp3d>
                <a:bevelT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p:sp>
          <p:nvSpPr>
            <p:cNvPr id="5" name="milestoneshape"/>
            <p:cNvSpPr txBox="1"/>
            <p:nvPr>
              <p:custDataLst>
                <p:tags r:id="rId20"/>
              </p:custDataLst>
            </p:nvPr>
          </p:nvSpPr>
          <p:spPr>
            <a:xfrm>
              <a:off x="1115616" y="1142972"/>
              <a:ext cx="2016224" cy="200528"/>
            </a:xfrm>
            <a:prstGeom prst="rect">
              <a:avLst/>
            </a:prstGeom>
            <a:noFill/>
          </p:spPr>
          <p:txBody>
            <a:bodyPr vert="horz" wrap="square" rtlCol="0" anchorCtr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pt-BR" sz="1000" b="1" dirty="0" smtClean="0">
                  <a:latin typeface="Calibri"/>
                </a:rPr>
                <a:t>5 - Validação</a:t>
              </a:r>
              <a:endParaRPr lang="pt-BR" sz="1000" b="1" dirty="0">
                <a:latin typeface="Calibri"/>
              </a:endParaRPr>
            </a:p>
          </p:txBody>
        </p:sp>
        <p:sp>
          <p:nvSpPr>
            <p:cNvPr id="6" name="Retângulo 5"/>
            <p:cNvSpPr/>
            <p:nvPr/>
          </p:nvSpPr>
          <p:spPr>
            <a:xfrm>
              <a:off x="1272158" y="4536692"/>
              <a:ext cx="3995936" cy="97029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400" b="1" u="sng" dirty="0" smtClean="0"/>
                <a:t>ATIVIDADE:</a:t>
              </a:r>
            </a:p>
            <a:p>
              <a:endParaRPr lang="pt-BR" sz="1400" dirty="0" smtClean="0"/>
            </a:p>
            <a:p>
              <a:r>
                <a:rPr lang="pt-BR" sz="1400" dirty="0" smtClean="0"/>
                <a:t>1. </a:t>
              </a:r>
              <a:r>
                <a:rPr lang="pt-BR" sz="1400" dirty="0" err="1" smtClean="0"/>
                <a:t>tCrono</a:t>
              </a:r>
              <a:r>
                <a:rPr lang="pt-BR" sz="1400" dirty="0"/>
                <a:t>! – </a:t>
              </a:r>
              <a:r>
                <a:rPr lang="pt-BR" sz="1400" dirty="0" smtClean="0"/>
                <a:t>Registra testes </a:t>
              </a:r>
              <a:r>
                <a:rPr lang="pt-BR" sz="1400" dirty="0" smtClean="0"/>
                <a:t>e validar ações realizadas</a:t>
              </a:r>
              <a:endParaRPr lang="pt-BR" sz="1400" dirty="0"/>
            </a:p>
          </p:txBody>
        </p:sp>
        <p:grpSp>
          <p:nvGrpSpPr>
            <p:cNvPr id="7" name="Grupo 123"/>
            <p:cNvGrpSpPr/>
            <p:nvPr/>
          </p:nvGrpSpPr>
          <p:grpSpPr>
            <a:xfrm>
              <a:off x="1187624" y="2887562"/>
              <a:ext cx="151579" cy="2798543"/>
              <a:chOff x="571472" y="3500438"/>
              <a:chExt cx="180000" cy="3323272"/>
            </a:xfrm>
            <a:solidFill>
              <a:srgbClr val="00B050"/>
            </a:solidFill>
          </p:grpSpPr>
          <p:cxnSp>
            <p:nvCxnSpPr>
              <p:cNvPr id="8" name="milestoneshape"/>
              <p:cNvCxnSpPr/>
              <p:nvPr/>
            </p:nvCxnSpPr>
            <p:spPr>
              <a:xfrm rot="16200000" flipH="1">
                <a:off x="-1011277" y="5154625"/>
                <a:ext cx="3309168" cy="794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Elipse 8"/>
              <p:cNvSpPr/>
              <p:nvPr/>
            </p:nvSpPr>
            <p:spPr>
              <a:xfrm>
                <a:off x="571472" y="6643710"/>
                <a:ext cx="180000" cy="180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rgbClr val="00B050"/>
                  </a:solidFill>
                </a:endParaRPr>
              </a:p>
            </p:txBody>
          </p:sp>
        </p:grpSp>
      </p:grpSp>
      <p:grpSp>
        <p:nvGrpSpPr>
          <p:cNvPr id="13" name="Grupo 104"/>
          <p:cNvGrpSpPr/>
          <p:nvPr/>
        </p:nvGrpSpPr>
        <p:grpSpPr>
          <a:xfrm>
            <a:off x="428596" y="2254566"/>
            <a:ext cx="7127475" cy="632997"/>
            <a:chOff x="251520" y="3320259"/>
            <a:chExt cx="8463884" cy="751684"/>
          </a:xfrm>
        </p:grpSpPr>
        <p:grpSp>
          <p:nvGrpSpPr>
            <p:cNvPr id="14" name="Grupo 103"/>
            <p:cNvGrpSpPr/>
            <p:nvPr/>
          </p:nvGrpSpPr>
          <p:grpSpPr>
            <a:xfrm>
              <a:off x="251520" y="3320259"/>
              <a:ext cx="8463884" cy="751684"/>
              <a:chOff x="251520" y="6098110"/>
              <a:chExt cx="8440315" cy="398439"/>
            </a:xfrm>
          </p:grpSpPr>
          <p:sp>
            <p:nvSpPr>
              <p:cNvPr id="31" name="pgshape"/>
              <p:cNvSpPr/>
              <p:nvPr/>
            </p:nvSpPr>
            <p:spPr>
              <a:xfrm>
                <a:off x="251520" y="6102051"/>
                <a:ext cx="8440315" cy="394400"/>
              </a:xfrm>
              <a:prstGeom prst="roundRect">
                <a:avLst>
                  <a:gd name="adj" fmla="val 10000000"/>
                </a:avLst>
              </a:prstGeom>
              <a:solidFill>
                <a:schemeClr val="tx1"/>
              </a:solidFill>
              <a:ln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pgshape"/>
              <p:cNvSpPr/>
              <p:nvPr>
                <p:custDataLst>
                  <p:tags r:id="rId17"/>
                </p:custDataLst>
              </p:nvPr>
            </p:nvSpPr>
            <p:spPr>
              <a:xfrm>
                <a:off x="251520" y="6098110"/>
                <a:ext cx="6392182" cy="394400"/>
              </a:xfrm>
              <a:prstGeom prst="roundRect">
                <a:avLst>
                  <a:gd name="adj" fmla="val 10000000"/>
                </a:avLst>
              </a:prstGeom>
              <a:ln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pgshape"/>
              <p:cNvSpPr/>
              <p:nvPr>
                <p:custDataLst>
                  <p:tags r:id="rId18"/>
                </p:custDataLst>
              </p:nvPr>
            </p:nvSpPr>
            <p:spPr>
              <a:xfrm>
                <a:off x="251520" y="6098110"/>
                <a:ext cx="4391917" cy="394400"/>
              </a:xfrm>
              <a:prstGeom prst="roundRect">
                <a:avLst>
                  <a:gd name="adj" fmla="val 10000000"/>
                </a:avLst>
              </a:prstGeom>
              <a:solidFill>
                <a:schemeClr val="accent6">
                  <a:lumMod val="75000"/>
                </a:schemeClr>
              </a:solidFill>
              <a:ln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pgshape"/>
              <p:cNvSpPr/>
              <p:nvPr>
                <p:custDataLst>
                  <p:tags r:id="rId19"/>
                </p:custDataLst>
              </p:nvPr>
            </p:nvSpPr>
            <p:spPr>
              <a:xfrm>
                <a:off x="251520" y="6102470"/>
                <a:ext cx="2384994" cy="394079"/>
              </a:xfrm>
              <a:prstGeom prst="roundRect">
                <a:avLst>
                  <a:gd name="adj" fmla="val 1000000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5" name="pgshape"/>
            <p:cNvSpPr txBox="1"/>
            <p:nvPr>
              <p:custDataLst>
                <p:tags r:id="rId1"/>
              </p:custDataLst>
            </p:nvPr>
          </p:nvSpPr>
          <p:spPr>
            <a:xfrm>
              <a:off x="407427" y="3447187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10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16" name="pgshape"/>
            <p:cNvSpPr txBox="1"/>
            <p:nvPr>
              <p:custDataLst>
                <p:tags r:id="rId2"/>
              </p:custDataLst>
            </p:nvPr>
          </p:nvSpPr>
          <p:spPr>
            <a:xfrm>
              <a:off x="937133" y="3447187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20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17" name="pgshape"/>
            <p:cNvSpPr txBox="1"/>
            <p:nvPr>
              <p:custDataLst>
                <p:tags r:id="rId3"/>
              </p:custDataLst>
            </p:nvPr>
          </p:nvSpPr>
          <p:spPr>
            <a:xfrm>
              <a:off x="1407559" y="3429000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30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18" name="pgshape"/>
            <p:cNvSpPr txBox="1"/>
            <p:nvPr>
              <p:custDataLst>
                <p:tags r:id="rId4"/>
              </p:custDataLst>
            </p:nvPr>
          </p:nvSpPr>
          <p:spPr>
            <a:xfrm>
              <a:off x="1937265" y="3447187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40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19" name="pgshape"/>
            <p:cNvSpPr txBox="1"/>
            <p:nvPr>
              <p:custDataLst>
                <p:tags r:id="rId5"/>
              </p:custDataLst>
            </p:nvPr>
          </p:nvSpPr>
          <p:spPr>
            <a:xfrm>
              <a:off x="2571736" y="3429000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50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0" name="pgshape"/>
            <p:cNvSpPr txBox="1"/>
            <p:nvPr>
              <p:custDataLst>
                <p:tags r:id="rId6"/>
              </p:custDataLst>
            </p:nvPr>
          </p:nvSpPr>
          <p:spPr>
            <a:xfrm>
              <a:off x="3071802" y="3429000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60 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1" name="pgshape"/>
            <p:cNvSpPr txBox="1"/>
            <p:nvPr>
              <p:custDataLst>
                <p:tags r:id="rId7"/>
              </p:custDataLst>
            </p:nvPr>
          </p:nvSpPr>
          <p:spPr>
            <a:xfrm>
              <a:off x="3571868" y="3429000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70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2" name="pgshape"/>
            <p:cNvSpPr txBox="1"/>
            <p:nvPr>
              <p:custDataLst>
                <p:tags r:id="rId8"/>
              </p:custDataLst>
            </p:nvPr>
          </p:nvSpPr>
          <p:spPr>
            <a:xfrm>
              <a:off x="4071934" y="3429000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80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3" name="pgshape"/>
            <p:cNvSpPr txBox="1"/>
            <p:nvPr>
              <p:custDataLst>
                <p:tags r:id="rId9"/>
              </p:custDataLst>
            </p:nvPr>
          </p:nvSpPr>
          <p:spPr>
            <a:xfrm>
              <a:off x="4634015" y="3421066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90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4" name="pgshape"/>
            <p:cNvSpPr txBox="1"/>
            <p:nvPr>
              <p:custDataLst>
                <p:tags r:id="rId10"/>
              </p:custDataLst>
            </p:nvPr>
          </p:nvSpPr>
          <p:spPr>
            <a:xfrm>
              <a:off x="5093235" y="3421066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100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5" name="pgshape"/>
            <p:cNvSpPr txBox="1"/>
            <p:nvPr>
              <p:custDataLst>
                <p:tags r:id="rId11"/>
              </p:custDataLst>
            </p:nvPr>
          </p:nvSpPr>
          <p:spPr>
            <a:xfrm>
              <a:off x="5593301" y="3421066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110</a:t>
              </a:r>
            </a:p>
            <a:p>
              <a:pPr algn="ctr"/>
              <a:r>
                <a:rPr lang="pt-BR" sz="1400" dirty="0" smtClean="0">
                  <a:latin typeface="Calibri"/>
                </a:rPr>
                <a:t>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6" name="pgshape"/>
            <p:cNvSpPr txBox="1"/>
            <p:nvPr>
              <p:custDataLst>
                <p:tags r:id="rId12"/>
              </p:custDataLst>
            </p:nvPr>
          </p:nvSpPr>
          <p:spPr>
            <a:xfrm>
              <a:off x="6101838" y="3421066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120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7" name="pgshape"/>
            <p:cNvSpPr txBox="1"/>
            <p:nvPr>
              <p:custDataLst>
                <p:tags r:id="rId13"/>
              </p:custDataLst>
            </p:nvPr>
          </p:nvSpPr>
          <p:spPr>
            <a:xfrm>
              <a:off x="6593433" y="3402879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solidFill>
                    <a:schemeClr val="bg1"/>
                  </a:solidFill>
                  <a:latin typeface="Calibri"/>
                </a:rPr>
                <a:t>130 min</a:t>
              </a:r>
              <a:endParaRPr lang="pt-BR" sz="1400" dirty="0">
                <a:solidFill>
                  <a:schemeClr val="bg1"/>
                </a:solidFill>
                <a:latin typeface="Calibri"/>
              </a:endParaRPr>
            </a:p>
          </p:txBody>
        </p:sp>
        <p:sp>
          <p:nvSpPr>
            <p:cNvPr id="28" name="pgshape"/>
            <p:cNvSpPr txBox="1"/>
            <p:nvPr>
              <p:custDataLst>
                <p:tags r:id="rId14"/>
              </p:custDataLst>
            </p:nvPr>
          </p:nvSpPr>
          <p:spPr>
            <a:xfrm>
              <a:off x="7093499" y="3402879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solidFill>
                    <a:schemeClr val="bg1"/>
                  </a:solidFill>
                  <a:latin typeface="Calibri"/>
                </a:rPr>
                <a:t>140 min</a:t>
              </a:r>
              <a:endParaRPr lang="pt-BR" sz="1400" dirty="0">
                <a:solidFill>
                  <a:schemeClr val="bg1"/>
                </a:solidFill>
                <a:latin typeface="Calibri"/>
              </a:endParaRPr>
            </a:p>
          </p:txBody>
        </p:sp>
        <p:sp>
          <p:nvSpPr>
            <p:cNvPr id="29" name="pgshape"/>
            <p:cNvSpPr txBox="1"/>
            <p:nvPr>
              <p:custDataLst>
                <p:tags r:id="rId15"/>
              </p:custDataLst>
            </p:nvPr>
          </p:nvSpPr>
          <p:spPr>
            <a:xfrm>
              <a:off x="7593565" y="3402879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solidFill>
                    <a:schemeClr val="bg1"/>
                  </a:solidFill>
                  <a:latin typeface="Calibri"/>
                </a:rPr>
                <a:t>150 min</a:t>
              </a:r>
              <a:endParaRPr lang="pt-BR" sz="1400" dirty="0">
                <a:solidFill>
                  <a:schemeClr val="bg1"/>
                </a:solidFill>
                <a:latin typeface="Calibri"/>
              </a:endParaRPr>
            </a:p>
          </p:txBody>
        </p:sp>
        <p:sp>
          <p:nvSpPr>
            <p:cNvPr id="30" name="pgshape"/>
            <p:cNvSpPr txBox="1"/>
            <p:nvPr>
              <p:custDataLst>
                <p:tags r:id="rId16"/>
              </p:custDataLst>
            </p:nvPr>
          </p:nvSpPr>
          <p:spPr>
            <a:xfrm>
              <a:off x="8022193" y="3402879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solidFill>
                    <a:schemeClr val="bg1"/>
                  </a:solidFill>
                  <a:latin typeface="Calibri"/>
                </a:rPr>
                <a:t>...</a:t>
              </a:r>
              <a:endParaRPr lang="pt-BR" sz="1400" dirty="0">
                <a:solidFill>
                  <a:schemeClr val="bg1"/>
                </a:solidFill>
                <a:latin typeface="Calibri"/>
              </a:endParaRPr>
            </a:p>
          </p:txBody>
        </p:sp>
      </p:grpSp>
      <p:sp>
        <p:nvSpPr>
          <p:cNvPr id="35" name="Retângulo 34"/>
          <p:cNvSpPr/>
          <p:nvPr/>
        </p:nvSpPr>
        <p:spPr>
          <a:xfrm>
            <a:off x="4804804" y="1520588"/>
            <a:ext cx="331903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u="sng" dirty="0" smtClean="0">
                <a:latin typeface="Calibri"/>
              </a:rPr>
              <a:t>TESTES FUNCIONAIS</a:t>
            </a:r>
            <a:r>
              <a:rPr lang="pt-BR" sz="1400" b="1" dirty="0" smtClean="0">
                <a:latin typeface="Calibri"/>
              </a:rPr>
              <a:t> </a:t>
            </a:r>
          </a:p>
          <a:p>
            <a:r>
              <a:rPr lang="pt-BR" sz="1400" b="1" dirty="0" smtClean="0">
                <a:latin typeface="Calibri"/>
              </a:rPr>
              <a:t>Passo 5 – Responsável CSC-Alto Impacto</a:t>
            </a:r>
            <a:endParaRPr lang="pt-BR" sz="1400" b="1" dirty="0" smtClean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33073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5004047" y="1142973"/>
            <a:ext cx="4152479" cy="4306816"/>
            <a:chOff x="1115616" y="1142972"/>
            <a:chExt cx="4152478" cy="4543133"/>
          </a:xfrm>
        </p:grpSpPr>
        <p:grpSp>
          <p:nvGrpSpPr>
            <p:cNvPr id="4" name="Grupo 107"/>
            <p:cNvGrpSpPr/>
            <p:nvPr/>
          </p:nvGrpSpPr>
          <p:grpSpPr>
            <a:xfrm>
              <a:off x="1218944" y="1323447"/>
              <a:ext cx="181143" cy="1083517"/>
              <a:chOff x="801390" y="1500968"/>
              <a:chExt cx="215107" cy="1286678"/>
            </a:xfrm>
            <a:solidFill>
              <a:srgbClr val="002060"/>
            </a:solidFill>
          </p:grpSpPr>
          <p:cxnSp>
            <p:nvCxnSpPr>
              <p:cNvPr id="11" name="milestoneshape"/>
              <p:cNvCxnSpPr/>
              <p:nvPr/>
            </p:nvCxnSpPr>
            <p:spPr>
              <a:xfrm rot="5400000">
                <a:off x="158845" y="2143513"/>
                <a:ext cx="1286678" cy="1588"/>
              </a:xfrm>
              <a:prstGeom prst="line">
                <a:avLst/>
              </a:prstGeom>
              <a:grpFill/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milestoneshape"/>
              <p:cNvSpPr/>
              <p:nvPr/>
            </p:nvSpPr>
            <p:spPr>
              <a:xfrm rot="16200000">
                <a:off x="825997" y="1524782"/>
                <a:ext cx="190500" cy="190500"/>
              </a:xfrm>
              <a:prstGeom prst="flowChartMerg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  <a:effectLst>
                <a:outerShdw blurRad="63500">
                  <a:scrgbClr r="0" g="0" b="0">
                    <a:alpha val="50000"/>
                  </a:scrgbClr>
                </a:outerShdw>
              </a:effectLst>
              <a:scene3d>
                <a:camera prst="orthographicFront"/>
                <a:lightRig rig="threePt" dir="t"/>
              </a:scene3d>
              <a:sp3d>
                <a:bevelT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ln>
                    <a:solidFill>
                      <a:srgbClr val="00B050"/>
                    </a:solidFill>
                  </a:ln>
                  <a:solidFill>
                    <a:srgbClr val="00B050"/>
                  </a:solidFill>
                </a:endParaRPr>
              </a:p>
            </p:txBody>
          </p:sp>
        </p:grpSp>
        <p:sp>
          <p:nvSpPr>
            <p:cNvPr id="5" name="milestoneshape"/>
            <p:cNvSpPr txBox="1"/>
            <p:nvPr>
              <p:custDataLst>
                <p:tags r:id="rId20"/>
              </p:custDataLst>
            </p:nvPr>
          </p:nvSpPr>
          <p:spPr>
            <a:xfrm>
              <a:off x="1115616" y="1142972"/>
              <a:ext cx="2016224" cy="200528"/>
            </a:xfrm>
            <a:prstGeom prst="rect">
              <a:avLst/>
            </a:prstGeom>
            <a:noFill/>
          </p:spPr>
          <p:txBody>
            <a:bodyPr vert="horz" wrap="square" rtlCol="0" anchorCtr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pt-BR" sz="1000" b="1" dirty="0" smtClean="0">
                  <a:solidFill>
                    <a:srgbClr val="00B050"/>
                  </a:solidFill>
                  <a:latin typeface="Calibri"/>
                </a:rPr>
                <a:t>6 - Finalização</a:t>
              </a:r>
              <a:endParaRPr lang="pt-BR" sz="1000" b="1" dirty="0">
                <a:solidFill>
                  <a:srgbClr val="00B050"/>
                </a:solidFill>
                <a:latin typeface="Calibri"/>
              </a:endParaRPr>
            </a:p>
          </p:txBody>
        </p:sp>
        <p:sp>
          <p:nvSpPr>
            <p:cNvPr id="6" name="Retângulo 5"/>
            <p:cNvSpPr/>
            <p:nvPr/>
          </p:nvSpPr>
          <p:spPr>
            <a:xfrm>
              <a:off x="1272158" y="4309543"/>
              <a:ext cx="3995936" cy="12337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400" b="1" u="sng" dirty="0" smtClean="0"/>
                <a:t>ATIVIDADE:</a:t>
              </a:r>
            </a:p>
            <a:p>
              <a:endParaRPr lang="pt-BR" sz="1400" dirty="0" smtClean="0"/>
            </a:p>
            <a:p>
              <a:r>
                <a:rPr lang="pt-BR" sz="1400" dirty="0" smtClean="0"/>
                <a:t>1. </a:t>
              </a:r>
              <a:r>
                <a:rPr lang="pt-BR" sz="1400" dirty="0" err="1" smtClean="0"/>
                <a:t>tSMS</a:t>
              </a:r>
              <a:r>
                <a:rPr lang="pt-BR" sz="1400" dirty="0"/>
                <a:t>! – Comunicação do evento (normalização</a:t>
              </a:r>
              <a:r>
                <a:rPr lang="pt-BR" sz="1400" dirty="0" smtClean="0"/>
                <a:t>)</a:t>
              </a:r>
              <a:endParaRPr lang="pt-BR" sz="1400" dirty="0" smtClean="0"/>
            </a:p>
            <a:p>
              <a:r>
                <a:rPr lang="pt-BR" sz="1400" dirty="0" smtClean="0"/>
                <a:t>2. </a:t>
              </a:r>
              <a:r>
                <a:rPr lang="pt-BR" sz="1400" dirty="0" err="1" smtClean="0"/>
                <a:t>tCrono</a:t>
              </a:r>
              <a:r>
                <a:rPr lang="pt-BR" sz="1400" dirty="0"/>
                <a:t>! – Finaliza a Cronologia</a:t>
              </a:r>
            </a:p>
            <a:p>
              <a:r>
                <a:rPr lang="pt-BR" sz="1400" dirty="0" smtClean="0"/>
                <a:t>3. </a:t>
              </a:r>
              <a:r>
                <a:rPr lang="pt-BR" sz="1400" dirty="0" err="1" smtClean="0"/>
                <a:t>tProcess</a:t>
              </a:r>
              <a:r>
                <a:rPr lang="pt-BR" sz="1400" dirty="0" smtClean="0"/>
                <a:t>! </a:t>
              </a:r>
              <a:r>
                <a:rPr lang="pt-BR" sz="1400" dirty="0"/>
                <a:t>– </a:t>
              </a:r>
              <a:r>
                <a:rPr lang="pt-BR" sz="1400" dirty="0" smtClean="0"/>
                <a:t>Finaliza o Chamado (</a:t>
              </a:r>
              <a:r>
                <a:rPr lang="pt-BR" sz="1400" dirty="0" smtClean="0"/>
                <a:t>Padrão)</a:t>
              </a:r>
              <a:endParaRPr lang="pt-BR" sz="1400" dirty="0"/>
            </a:p>
          </p:txBody>
        </p:sp>
        <p:grpSp>
          <p:nvGrpSpPr>
            <p:cNvPr id="7" name="Grupo 123"/>
            <p:cNvGrpSpPr/>
            <p:nvPr/>
          </p:nvGrpSpPr>
          <p:grpSpPr>
            <a:xfrm>
              <a:off x="1187624" y="2887562"/>
              <a:ext cx="151579" cy="2798543"/>
              <a:chOff x="571472" y="3500438"/>
              <a:chExt cx="180000" cy="3323272"/>
            </a:xfrm>
            <a:solidFill>
              <a:srgbClr val="00B050"/>
            </a:solidFill>
          </p:grpSpPr>
          <p:cxnSp>
            <p:nvCxnSpPr>
              <p:cNvPr id="8" name="milestoneshape"/>
              <p:cNvCxnSpPr/>
              <p:nvPr/>
            </p:nvCxnSpPr>
            <p:spPr>
              <a:xfrm rot="16200000" flipH="1">
                <a:off x="-1011277" y="5154625"/>
                <a:ext cx="3309168" cy="794"/>
              </a:xfrm>
              <a:prstGeom prst="line">
                <a:avLst/>
              </a:prstGeom>
              <a:grpFill/>
              <a:ln w="254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Elipse 8"/>
              <p:cNvSpPr/>
              <p:nvPr/>
            </p:nvSpPr>
            <p:spPr>
              <a:xfrm>
                <a:off x="571472" y="6643710"/>
                <a:ext cx="180000" cy="1800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rgbClr val="00B050"/>
                  </a:solidFill>
                </a:endParaRPr>
              </a:p>
            </p:txBody>
          </p:sp>
        </p:grpSp>
      </p:grpSp>
      <p:grpSp>
        <p:nvGrpSpPr>
          <p:cNvPr id="13" name="Grupo 104"/>
          <p:cNvGrpSpPr/>
          <p:nvPr/>
        </p:nvGrpSpPr>
        <p:grpSpPr>
          <a:xfrm>
            <a:off x="428596" y="2254566"/>
            <a:ext cx="7127475" cy="632997"/>
            <a:chOff x="251520" y="3320259"/>
            <a:chExt cx="8463884" cy="751684"/>
          </a:xfrm>
        </p:grpSpPr>
        <p:grpSp>
          <p:nvGrpSpPr>
            <p:cNvPr id="14" name="Grupo 103"/>
            <p:cNvGrpSpPr/>
            <p:nvPr/>
          </p:nvGrpSpPr>
          <p:grpSpPr>
            <a:xfrm>
              <a:off x="251520" y="3320259"/>
              <a:ext cx="8463884" cy="751684"/>
              <a:chOff x="251520" y="6098110"/>
              <a:chExt cx="8440315" cy="398439"/>
            </a:xfrm>
          </p:grpSpPr>
          <p:sp>
            <p:nvSpPr>
              <p:cNvPr id="31" name="pgshape"/>
              <p:cNvSpPr/>
              <p:nvPr/>
            </p:nvSpPr>
            <p:spPr>
              <a:xfrm>
                <a:off x="251520" y="6102051"/>
                <a:ext cx="8440315" cy="394400"/>
              </a:xfrm>
              <a:prstGeom prst="roundRect">
                <a:avLst>
                  <a:gd name="adj" fmla="val 10000000"/>
                </a:avLst>
              </a:prstGeom>
              <a:solidFill>
                <a:schemeClr val="tx1"/>
              </a:solidFill>
              <a:ln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pgshape"/>
              <p:cNvSpPr/>
              <p:nvPr>
                <p:custDataLst>
                  <p:tags r:id="rId17"/>
                </p:custDataLst>
              </p:nvPr>
            </p:nvSpPr>
            <p:spPr>
              <a:xfrm>
                <a:off x="251520" y="6098110"/>
                <a:ext cx="6392182" cy="394400"/>
              </a:xfrm>
              <a:prstGeom prst="roundRect">
                <a:avLst>
                  <a:gd name="adj" fmla="val 10000000"/>
                </a:avLst>
              </a:prstGeom>
              <a:ln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pgshape"/>
              <p:cNvSpPr/>
              <p:nvPr>
                <p:custDataLst>
                  <p:tags r:id="rId18"/>
                </p:custDataLst>
              </p:nvPr>
            </p:nvSpPr>
            <p:spPr>
              <a:xfrm>
                <a:off x="251520" y="6098110"/>
                <a:ext cx="4391917" cy="394400"/>
              </a:xfrm>
              <a:prstGeom prst="roundRect">
                <a:avLst>
                  <a:gd name="adj" fmla="val 10000000"/>
                </a:avLst>
              </a:prstGeom>
              <a:solidFill>
                <a:schemeClr val="accent6">
                  <a:lumMod val="75000"/>
                </a:schemeClr>
              </a:solidFill>
              <a:ln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pgshape"/>
              <p:cNvSpPr/>
              <p:nvPr>
                <p:custDataLst>
                  <p:tags r:id="rId19"/>
                </p:custDataLst>
              </p:nvPr>
            </p:nvSpPr>
            <p:spPr>
              <a:xfrm>
                <a:off x="251520" y="6102470"/>
                <a:ext cx="2384994" cy="394079"/>
              </a:xfrm>
              <a:prstGeom prst="roundRect">
                <a:avLst>
                  <a:gd name="adj" fmla="val 1000000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5" name="pgshape"/>
            <p:cNvSpPr txBox="1"/>
            <p:nvPr>
              <p:custDataLst>
                <p:tags r:id="rId1"/>
              </p:custDataLst>
            </p:nvPr>
          </p:nvSpPr>
          <p:spPr>
            <a:xfrm>
              <a:off x="407427" y="3447187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10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16" name="pgshape"/>
            <p:cNvSpPr txBox="1"/>
            <p:nvPr>
              <p:custDataLst>
                <p:tags r:id="rId2"/>
              </p:custDataLst>
            </p:nvPr>
          </p:nvSpPr>
          <p:spPr>
            <a:xfrm>
              <a:off x="937133" y="3447187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20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17" name="pgshape"/>
            <p:cNvSpPr txBox="1"/>
            <p:nvPr>
              <p:custDataLst>
                <p:tags r:id="rId3"/>
              </p:custDataLst>
            </p:nvPr>
          </p:nvSpPr>
          <p:spPr>
            <a:xfrm>
              <a:off x="1407559" y="3429000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30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18" name="pgshape"/>
            <p:cNvSpPr txBox="1"/>
            <p:nvPr>
              <p:custDataLst>
                <p:tags r:id="rId4"/>
              </p:custDataLst>
            </p:nvPr>
          </p:nvSpPr>
          <p:spPr>
            <a:xfrm>
              <a:off x="1937265" y="3447187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40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19" name="pgshape"/>
            <p:cNvSpPr txBox="1"/>
            <p:nvPr>
              <p:custDataLst>
                <p:tags r:id="rId5"/>
              </p:custDataLst>
            </p:nvPr>
          </p:nvSpPr>
          <p:spPr>
            <a:xfrm>
              <a:off x="2571736" y="3429000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50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0" name="pgshape"/>
            <p:cNvSpPr txBox="1"/>
            <p:nvPr>
              <p:custDataLst>
                <p:tags r:id="rId6"/>
              </p:custDataLst>
            </p:nvPr>
          </p:nvSpPr>
          <p:spPr>
            <a:xfrm>
              <a:off x="3071802" y="3429000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60 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1" name="pgshape"/>
            <p:cNvSpPr txBox="1"/>
            <p:nvPr>
              <p:custDataLst>
                <p:tags r:id="rId7"/>
              </p:custDataLst>
            </p:nvPr>
          </p:nvSpPr>
          <p:spPr>
            <a:xfrm>
              <a:off x="3571868" y="3429000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70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2" name="pgshape"/>
            <p:cNvSpPr txBox="1"/>
            <p:nvPr>
              <p:custDataLst>
                <p:tags r:id="rId8"/>
              </p:custDataLst>
            </p:nvPr>
          </p:nvSpPr>
          <p:spPr>
            <a:xfrm>
              <a:off x="4071934" y="3429000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80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3" name="pgshape"/>
            <p:cNvSpPr txBox="1"/>
            <p:nvPr>
              <p:custDataLst>
                <p:tags r:id="rId9"/>
              </p:custDataLst>
            </p:nvPr>
          </p:nvSpPr>
          <p:spPr>
            <a:xfrm>
              <a:off x="4634015" y="3421066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90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4" name="pgshape"/>
            <p:cNvSpPr txBox="1"/>
            <p:nvPr>
              <p:custDataLst>
                <p:tags r:id="rId10"/>
              </p:custDataLst>
            </p:nvPr>
          </p:nvSpPr>
          <p:spPr>
            <a:xfrm>
              <a:off x="5093235" y="3421066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100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5" name="pgshape"/>
            <p:cNvSpPr txBox="1"/>
            <p:nvPr>
              <p:custDataLst>
                <p:tags r:id="rId11"/>
              </p:custDataLst>
            </p:nvPr>
          </p:nvSpPr>
          <p:spPr>
            <a:xfrm>
              <a:off x="5593301" y="3421066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110</a:t>
              </a:r>
            </a:p>
            <a:p>
              <a:pPr algn="ctr"/>
              <a:r>
                <a:rPr lang="pt-BR" sz="1400" dirty="0" smtClean="0">
                  <a:latin typeface="Calibri"/>
                </a:rPr>
                <a:t>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6" name="pgshape"/>
            <p:cNvSpPr txBox="1"/>
            <p:nvPr>
              <p:custDataLst>
                <p:tags r:id="rId12"/>
              </p:custDataLst>
            </p:nvPr>
          </p:nvSpPr>
          <p:spPr>
            <a:xfrm>
              <a:off x="6101838" y="3421066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latin typeface="Calibri"/>
                </a:rPr>
                <a:t>120 min</a:t>
              </a:r>
              <a:endParaRPr lang="pt-BR" sz="1400" dirty="0">
                <a:latin typeface="Calibri"/>
              </a:endParaRPr>
            </a:p>
          </p:txBody>
        </p:sp>
        <p:sp>
          <p:nvSpPr>
            <p:cNvPr id="27" name="pgshape"/>
            <p:cNvSpPr txBox="1"/>
            <p:nvPr>
              <p:custDataLst>
                <p:tags r:id="rId13"/>
              </p:custDataLst>
            </p:nvPr>
          </p:nvSpPr>
          <p:spPr>
            <a:xfrm>
              <a:off x="6593433" y="3402879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solidFill>
                    <a:schemeClr val="bg1"/>
                  </a:solidFill>
                  <a:latin typeface="Calibri"/>
                </a:rPr>
                <a:t>130 min</a:t>
              </a:r>
              <a:endParaRPr lang="pt-BR" sz="1400" dirty="0">
                <a:solidFill>
                  <a:schemeClr val="bg1"/>
                </a:solidFill>
                <a:latin typeface="Calibri"/>
              </a:endParaRPr>
            </a:p>
          </p:txBody>
        </p:sp>
        <p:sp>
          <p:nvSpPr>
            <p:cNvPr id="28" name="pgshape"/>
            <p:cNvSpPr txBox="1"/>
            <p:nvPr>
              <p:custDataLst>
                <p:tags r:id="rId14"/>
              </p:custDataLst>
            </p:nvPr>
          </p:nvSpPr>
          <p:spPr>
            <a:xfrm>
              <a:off x="7093499" y="3402879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solidFill>
                    <a:schemeClr val="bg1"/>
                  </a:solidFill>
                  <a:latin typeface="Calibri"/>
                </a:rPr>
                <a:t>140 min</a:t>
              </a:r>
              <a:endParaRPr lang="pt-BR" sz="1400" dirty="0">
                <a:solidFill>
                  <a:schemeClr val="bg1"/>
                </a:solidFill>
                <a:latin typeface="Calibri"/>
              </a:endParaRPr>
            </a:p>
          </p:txBody>
        </p:sp>
        <p:sp>
          <p:nvSpPr>
            <p:cNvPr id="29" name="pgshape"/>
            <p:cNvSpPr txBox="1"/>
            <p:nvPr>
              <p:custDataLst>
                <p:tags r:id="rId15"/>
              </p:custDataLst>
            </p:nvPr>
          </p:nvSpPr>
          <p:spPr>
            <a:xfrm>
              <a:off x="7593565" y="3402879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solidFill>
                    <a:schemeClr val="bg1"/>
                  </a:solidFill>
                  <a:latin typeface="Calibri"/>
                </a:rPr>
                <a:t>150 min</a:t>
              </a:r>
              <a:endParaRPr lang="pt-BR" sz="1400" dirty="0">
                <a:solidFill>
                  <a:schemeClr val="bg1"/>
                </a:solidFill>
                <a:latin typeface="Calibri"/>
              </a:endParaRPr>
            </a:p>
          </p:txBody>
        </p:sp>
        <p:sp>
          <p:nvSpPr>
            <p:cNvPr id="30" name="pgshape"/>
            <p:cNvSpPr txBox="1"/>
            <p:nvPr>
              <p:custDataLst>
                <p:tags r:id="rId16"/>
              </p:custDataLst>
            </p:nvPr>
          </p:nvSpPr>
          <p:spPr>
            <a:xfrm>
              <a:off x="8022193" y="3402879"/>
              <a:ext cx="563033" cy="5080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pt-BR" sz="1400" dirty="0" smtClean="0">
                  <a:solidFill>
                    <a:schemeClr val="bg1"/>
                  </a:solidFill>
                  <a:latin typeface="Calibri"/>
                </a:rPr>
                <a:t>...</a:t>
              </a:r>
              <a:endParaRPr lang="pt-BR" sz="1400" dirty="0">
                <a:solidFill>
                  <a:schemeClr val="bg1"/>
                </a:solidFill>
                <a:latin typeface="Calibri"/>
              </a:endParaRPr>
            </a:p>
          </p:txBody>
        </p:sp>
      </p:grpSp>
      <p:sp>
        <p:nvSpPr>
          <p:cNvPr id="35" name="Retângulo 34"/>
          <p:cNvSpPr/>
          <p:nvPr/>
        </p:nvSpPr>
        <p:spPr>
          <a:xfrm>
            <a:off x="5208307" y="1462894"/>
            <a:ext cx="331903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u="sng" dirty="0" smtClean="0">
                <a:latin typeface="Calibri"/>
              </a:rPr>
              <a:t>FINALIZAÇÃO</a:t>
            </a:r>
          </a:p>
          <a:p>
            <a:r>
              <a:rPr lang="pt-BR" sz="1400" b="1" dirty="0" smtClean="0">
                <a:latin typeface="Calibri"/>
              </a:rPr>
              <a:t>Passo 6 – Responsável CSC-Alto Impacto</a:t>
            </a:r>
            <a:endParaRPr lang="pt-BR" sz="1400" b="1" dirty="0" smtClean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33073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251520" y="1201316"/>
            <a:ext cx="8715436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smtClean="0">
                <a:solidFill>
                  <a:srgbClr val="002060"/>
                </a:solidFill>
                <a:latin typeface="Cooper Black" pitchFamily="18" charset="0"/>
              </a:rPr>
              <a:t>Responsabilidades: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pt-BR" sz="2400" dirty="0" smtClean="0"/>
              <a:t>Monitoração de fila de chamados;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pt-BR" sz="2400" dirty="0" smtClean="0"/>
              <a:t>Atuação em chamados de incidentes;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pt-BR" sz="2400" dirty="0" smtClean="0"/>
              <a:t>Registro de Cronologia dos Fatos;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pt-BR" sz="2400" dirty="0" smtClean="0"/>
              <a:t>Envio de SMS sobre incidentes;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pt-BR" sz="2400" dirty="0" smtClean="0"/>
              <a:t>Passagem de turno;</a:t>
            </a:r>
          </a:p>
          <a:p>
            <a:endParaRPr lang="pt-BR" sz="24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073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251520" y="2353444"/>
            <a:ext cx="8715436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smtClean="0">
                <a:solidFill>
                  <a:srgbClr val="002060"/>
                </a:solidFill>
                <a:latin typeface="Cooper Black" pitchFamily="18" charset="0"/>
              </a:rPr>
              <a:t>Entendendo as Responsabilidades:</a:t>
            </a:r>
            <a:endParaRPr lang="pt-BR" sz="2400" dirty="0" smtClean="0"/>
          </a:p>
          <a:p>
            <a:endParaRPr lang="pt-BR" sz="24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073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07504" y="2641476"/>
            <a:ext cx="8640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/>
            <a:r>
              <a:rPr lang="pt-BR" sz="6000" dirty="0" smtClean="0">
                <a:solidFill>
                  <a:srgbClr val="002060"/>
                </a:solidFill>
                <a:latin typeface="Cooper Black" pitchFamily="18" charset="0"/>
              </a:rPr>
              <a:t>Monitoração da Fila</a:t>
            </a:r>
            <a:endParaRPr lang="pt-BR" sz="6600" dirty="0" smtClean="0">
              <a:solidFill>
                <a:srgbClr val="002060"/>
              </a:solidFill>
              <a:latin typeface="Cooper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073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00208" y="1201316"/>
            <a:ext cx="890600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pt-BR" sz="2400" b="1" dirty="0" smtClean="0">
                <a:solidFill>
                  <a:schemeClr val="tx2"/>
                </a:solidFill>
              </a:rPr>
              <a:t>Monitoração de fila de chamados;</a:t>
            </a:r>
          </a:p>
          <a:p>
            <a:endParaRPr lang="pt-BR" sz="2400" dirty="0"/>
          </a:p>
          <a:p>
            <a:r>
              <a:rPr lang="pt-BR" sz="2400" dirty="0" smtClean="0"/>
              <a:t>Ao chegar no turno o Operador que estiver com a responsabilidade de atuar nos Incidentes deverá identificar os chamados que existem na fila e priorizar da seguinte forma:</a:t>
            </a:r>
          </a:p>
          <a:p>
            <a:endParaRPr lang="pt-BR" sz="2400" dirty="0" smtClean="0"/>
          </a:p>
          <a:p>
            <a:pPr marL="514350" indent="-514350">
              <a:buFont typeface="+mj-lt"/>
              <a:buAutoNum type="romanUcPeriod"/>
            </a:pPr>
            <a:r>
              <a:rPr lang="pt-BR" sz="2400" dirty="0" smtClean="0"/>
              <a:t>Criticidade do Incidente;</a:t>
            </a:r>
          </a:p>
          <a:p>
            <a:pPr marL="514350" indent="-514350">
              <a:buFont typeface="+mj-lt"/>
              <a:buAutoNum type="romanUcPeriod"/>
            </a:pPr>
            <a:r>
              <a:rPr lang="pt-BR" sz="2400" dirty="0" smtClean="0"/>
              <a:t>Horário do chamado;</a:t>
            </a:r>
          </a:p>
          <a:p>
            <a:pPr marL="514350" indent="-514350">
              <a:buFont typeface="+mj-lt"/>
              <a:buAutoNum type="romanUcPeriod"/>
            </a:pPr>
            <a:r>
              <a:rPr lang="pt-BR" sz="2400" dirty="0"/>
              <a:t>Chamados de Incidente de Alto Impacto; 2 </a:t>
            </a:r>
            <a:r>
              <a:rPr lang="pt-BR" sz="2400" dirty="0" smtClean="0"/>
              <a:t>horas</a:t>
            </a:r>
          </a:p>
          <a:p>
            <a:pPr marL="514350" indent="-514350">
              <a:buFont typeface="+mj-lt"/>
              <a:buAutoNum type="romanUcPeriod"/>
            </a:pPr>
            <a:r>
              <a:rPr lang="pt-BR" sz="2400" dirty="0" smtClean="0"/>
              <a:t>Consultar a Gestão sobre qual chamado deve ser priorizado.</a:t>
            </a:r>
            <a:endParaRPr lang="pt-BR" sz="2400" dirty="0"/>
          </a:p>
          <a:p>
            <a:endParaRPr lang="pt-BR" sz="2400" dirty="0" smtClean="0"/>
          </a:p>
          <a:p>
            <a:endParaRPr lang="pt-BR" sz="2400" dirty="0"/>
          </a:p>
          <a:p>
            <a:endParaRPr lang="pt-BR" sz="2400" dirty="0" smtClean="0"/>
          </a:p>
          <a:p>
            <a:endParaRPr lang="pt-BR" sz="24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073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07504" y="1147306"/>
            <a:ext cx="864096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/>
            <a:r>
              <a:rPr lang="pt-BR" sz="6000" dirty="0" smtClean="0">
                <a:solidFill>
                  <a:srgbClr val="002060"/>
                </a:solidFill>
                <a:latin typeface="Cooper Black" pitchFamily="18" charset="0"/>
              </a:rPr>
              <a:t>Monitoração da Fila</a:t>
            </a:r>
          </a:p>
          <a:p>
            <a:pPr marL="342900" indent="-342900" algn="ctr"/>
            <a:endParaRPr lang="pt-BR" sz="1000" dirty="0" smtClean="0">
              <a:solidFill>
                <a:srgbClr val="002060"/>
              </a:solidFill>
              <a:latin typeface="Cooper Black" pitchFamily="18" charset="0"/>
            </a:endParaRPr>
          </a:p>
          <a:p>
            <a:pPr marL="342900" indent="-342900" algn="ctr"/>
            <a:r>
              <a:rPr lang="pt-BR" sz="6000" dirty="0" smtClean="0">
                <a:solidFill>
                  <a:srgbClr val="002060"/>
                </a:solidFill>
                <a:latin typeface="Cooper Black" pitchFamily="18" charset="0"/>
              </a:rPr>
              <a:t>Dúvidas?</a:t>
            </a:r>
            <a:endParaRPr lang="pt-BR" sz="6600" dirty="0" smtClean="0">
              <a:solidFill>
                <a:srgbClr val="002060"/>
              </a:solidFill>
              <a:latin typeface="Cooper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073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07504" y="1417340"/>
            <a:ext cx="86409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/>
            <a:r>
              <a:rPr lang="pt-BR" sz="4000" dirty="0" smtClean="0">
                <a:solidFill>
                  <a:srgbClr val="002060"/>
                </a:solidFill>
              </a:rPr>
              <a:t>Ao chegar para trabalhar você identifica 2 chamados de alto impacto, o que fazer?</a:t>
            </a:r>
            <a:endParaRPr lang="pt-BR" sz="4400" dirty="0" smtClean="0">
              <a:solidFill>
                <a:srgbClr val="00206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07504" y="3858061"/>
            <a:ext cx="86409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/>
            <a:r>
              <a:rPr lang="pt-BR" sz="3200" dirty="0" smtClean="0">
                <a:solidFill>
                  <a:srgbClr val="FF0000"/>
                </a:solidFill>
                <a:latin typeface="+mj-lt"/>
              </a:rPr>
              <a:t>Atua em um incidente e seu colega atua no outro. Se estiver sozinho, busca orientação na gestão.</a:t>
            </a:r>
          </a:p>
        </p:txBody>
      </p:sp>
    </p:spTree>
    <p:extLst>
      <p:ext uri="{BB962C8B-B14F-4D97-AF65-F5344CB8AC3E}">
        <p14:creationId xmlns:p14="http://schemas.microsoft.com/office/powerpoint/2010/main" val="4233073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07504" y="2641476"/>
            <a:ext cx="89289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/>
            <a:r>
              <a:rPr lang="pt-BR" sz="6000" dirty="0" smtClean="0">
                <a:solidFill>
                  <a:srgbClr val="002060"/>
                </a:solidFill>
                <a:latin typeface="Cooper Black" pitchFamily="18" charset="0"/>
              </a:rPr>
              <a:t>Atuação em incidentes</a:t>
            </a:r>
            <a:endParaRPr lang="pt-BR" sz="6600" dirty="0" smtClean="0">
              <a:solidFill>
                <a:srgbClr val="002060"/>
              </a:solidFill>
              <a:latin typeface="Cooper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073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0" y="1201316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pt-BR" sz="2400" b="1" dirty="0">
                <a:solidFill>
                  <a:schemeClr val="tx2"/>
                </a:solidFill>
              </a:rPr>
              <a:t>Atuação em chamados de incidentes;</a:t>
            </a:r>
          </a:p>
          <a:p>
            <a:endParaRPr lang="pt-BR" sz="2400" dirty="0"/>
          </a:p>
          <a:p>
            <a:r>
              <a:rPr lang="pt-BR" sz="2400" dirty="0" smtClean="0"/>
              <a:t>Após identificar o chamado prioritário, o Operador devera:</a:t>
            </a:r>
          </a:p>
          <a:p>
            <a:endParaRPr lang="pt-BR" sz="2400" dirty="0" smtClean="0"/>
          </a:p>
          <a:p>
            <a:r>
              <a:rPr lang="pt-BR" sz="2400" dirty="0" smtClean="0"/>
              <a:t>Assumir o chamado atuando conforme as 6 etapas abaixo:</a:t>
            </a:r>
          </a:p>
          <a:p>
            <a:endParaRPr lang="pt-BR" sz="2400" dirty="0"/>
          </a:p>
        </p:txBody>
      </p:sp>
      <p:graphicFrame>
        <p:nvGraphicFramePr>
          <p:cNvPr id="4" name="Diagrama 3"/>
          <p:cNvGraphicFramePr/>
          <p:nvPr>
            <p:extLst>
              <p:ext uri="{D42A27DB-BD31-4B8C-83A1-F6EECF244321}">
                <p14:modId xmlns:p14="http://schemas.microsoft.com/office/powerpoint/2010/main" val="1035167235"/>
              </p:ext>
            </p:extLst>
          </p:nvPr>
        </p:nvGraphicFramePr>
        <p:xfrm>
          <a:off x="9829" y="3509640"/>
          <a:ext cx="8856984" cy="20539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33073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392351173"/>
              </p:ext>
            </p:extLst>
          </p:nvPr>
        </p:nvGraphicFramePr>
        <p:xfrm>
          <a:off x="-972616" y="985292"/>
          <a:ext cx="10259525" cy="1944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33073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2568746304"/>
              </p:ext>
            </p:extLst>
          </p:nvPr>
        </p:nvGraphicFramePr>
        <p:xfrm>
          <a:off x="-972616" y="985292"/>
          <a:ext cx="10259525" cy="1944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aixaDeTexto 3"/>
          <p:cNvSpPr txBox="1"/>
          <p:nvPr/>
        </p:nvSpPr>
        <p:spPr>
          <a:xfrm>
            <a:off x="323528" y="4956765"/>
            <a:ext cx="1105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/>
              <a:t>Solicitante</a:t>
            </a:r>
            <a:endParaRPr lang="pt-BR" sz="1200" b="1" dirty="0"/>
          </a:p>
        </p:txBody>
      </p:sp>
      <p:pic>
        <p:nvPicPr>
          <p:cNvPr id="5" name="Imagem 4" descr="erro 2.jpg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3528" y="3188494"/>
            <a:ext cx="201508" cy="201508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489486" y="3145532"/>
            <a:ext cx="9391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rgbClr val="FF0000"/>
                </a:solidFill>
              </a:rPr>
              <a:t>INCIDENTE</a:t>
            </a:r>
            <a:endParaRPr lang="pt-BR" sz="1200" b="1" dirty="0">
              <a:solidFill>
                <a:srgbClr val="FF0000"/>
              </a:solidFill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5" t="48208" r="51872" b="2130"/>
          <a:stretch/>
        </p:blipFill>
        <p:spPr>
          <a:xfrm>
            <a:off x="107504" y="3461524"/>
            <a:ext cx="1224136" cy="155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063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3456193204"/>
              </p:ext>
            </p:extLst>
          </p:nvPr>
        </p:nvGraphicFramePr>
        <p:xfrm>
          <a:off x="-972616" y="985292"/>
          <a:ext cx="10259525" cy="1944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m 3" descr="icone-escritorio-trabalho.jpg"/>
          <p:cNvPicPr>
            <a:picLocks noChangeAspect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678" t="29979" r="59612" b="35957"/>
          <a:stretch>
            <a:fillRect/>
          </a:stretch>
        </p:blipFill>
        <p:spPr>
          <a:xfrm flipH="1">
            <a:off x="3158650" y="3793604"/>
            <a:ext cx="793886" cy="952663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2959294" y="4748530"/>
            <a:ext cx="1274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 smtClean="0"/>
              <a:t>Operador</a:t>
            </a:r>
          </a:p>
          <a:p>
            <a:pPr algn="ctr"/>
            <a:r>
              <a:rPr lang="pt-BR" sz="1200" b="1" dirty="0"/>
              <a:t>CSC SDK – </a:t>
            </a:r>
            <a:r>
              <a:rPr lang="pt-BR" sz="1200" b="1" dirty="0" smtClean="0"/>
              <a:t>Médio </a:t>
            </a:r>
            <a:r>
              <a:rPr lang="pt-BR" sz="1200" b="1" dirty="0"/>
              <a:t>Impacto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23528" y="4956765"/>
            <a:ext cx="1105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/>
              <a:t>Solicitante</a:t>
            </a:r>
            <a:endParaRPr lang="pt-BR" sz="1200" b="1" dirty="0"/>
          </a:p>
        </p:txBody>
      </p:sp>
      <p:pic>
        <p:nvPicPr>
          <p:cNvPr id="7" name="Imagem 6" descr="erro 2.jpg"/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3528" y="3188494"/>
            <a:ext cx="201508" cy="201508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489486" y="3145532"/>
            <a:ext cx="9391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rgbClr val="FF0000"/>
                </a:solidFill>
              </a:rPr>
              <a:t>INCIDENTE</a:t>
            </a:r>
            <a:endParaRPr lang="pt-BR" sz="1200" b="1" dirty="0">
              <a:solidFill>
                <a:srgbClr val="FF0000"/>
              </a:solidFill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5" t="48208" r="51872" b="2130"/>
          <a:stretch/>
        </p:blipFill>
        <p:spPr>
          <a:xfrm>
            <a:off x="107504" y="3461524"/>
            <a:ext cx="1224136" cy="1556216"/>
          </a:xfrm>
          <a:prstGeom prst="rect">
            <a:avLst/>
          </a:prstGeom>
        </p:spPr>
      </p:pic>
      <p:cxnSp>
        <p:nvCxnSpPr>
          <p:cNvPr id="14" name="Conector reto 13"/>
          <p:cNvCxnSpPr>
            <a:stCxn id="9" idx="3"/>
          </p:cNvCxnSpPr>
          <p:nvPr/>
        </p:nvCxnSpPr>
        <p:spPr>
          <a:xfrm>
            <a:off x="1331640" y="4239632"/>
            <a:ext cx="1696380" cy="15152"/>
          </a:xfrm>
          <a:prstGeom prst="line">
            <a:avLst/>
          </a:prstGeom>
          <a:ln w="317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/>
          <p:nvPr/>
        </p:nvCxnSpPr>
        <p:spPr>
          <a:xfrm>
            <a:off x="3946847" y="4253043"/>
            <a:ext cx="1583968" cy="16952"/>
          </a:xfrm>
          <a:prstGeom prst="line">
            <a:avLst/>
          </a:prstGeom>
          <a:ln w="317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/>
          <p:cNvSpPr txBox="1"/>
          <p:nvPr/>
        </p:nvSpPr>
        <p:spPr>
          <a:xfrm>
            <a:off x="5342101" y="4771823"/>
            <a:ext cx="1105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/>
              <a:t>Sup. Técnico</a:t>
            </a:r>
          </a:p>
          <a:p>
            <a:pPr algn="ctr"/>
            <a:r>
              <a:rPr lang="pt-BR" sz="1200" b="1" dirty="0" smtClean="0"/>
              <a:t>CSC </a:t>
            </a:r>
            <a:r>
              <a:rPr lang="pt-BR" sz="1200" b="1" dirty="0"/>
              <a:t>SDK – Alto Impacto</a:t>
            </a:r>
          </a:p>
        </p:txBody>
      </p:sp>
      <p:pic>
        <p:nvPicPr>
          <p:cNvPr id="19" name="Imagem 18" descr="icone-escritorio-trabalho.jpg"/>
          <p:cNvPicPr>
            <a:picLocks noChangeAspect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678" t="29979" r="59612" b="35957"/>
          <a:stretch>
            <a:fillRect/>
          </a:stretch>
        </p:blipFill>
        <p:spPr>
          <a:xfrm flipH="1">
            <a:off x="5594051" y="3819160"/>
            <a:ext cx="793886" cy="952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063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2679739260"/>
              </p:ext>
            </p:extLst>
          </p:nvPr>
        </p:nvGraphicFramePr>
        <p:xfrm>
          <a:off x="-972616" y="985292"/>
          <a:ext cx="10259525" cy="1944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agem 4" descr="tecnico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2426" y="3881070"/>
            <a:ext cx="915422" cy="915422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300156" y="4724007"/>
            <a:ext cx="1105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/>
              <a:t>Sup. Técnico</a:t>
            </a:r>
          </a:p>
          <a:p>
            <a:pPr algn="ctr"/>
            <a:r>
              <a:rPr lang="pt-BR" sz="1200" b="1" dirty="0" smtClean="0"/>
              <a:t>CSC </a:t>
            </a:r>
            <a:r>
              <a:rPr lang="pt-BR" sz="1200" b="1" dirty="0"/>
              <a:t>SDK – Alto Impacto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5647560" y="4864431"/>
            <a:ext cx="110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 smtClean="0"/>
              <a:t>Suporte</a:t>
            </a:r>
          </a:p>
          <a:p>
            <a:pPr algn="ctr"/>
            <a:r>
              <a:rPr lang="pt-BR" sz="1200" b="1" dirty="0" smtClean="0"/>
              <a:t>N2 ou N3</a:t>
            </a:r>
            <a:endParaRPr lang="pt-BR" sz="1200" b="1" dirty="0"/>
          </a:p>
        </p:txBody>
      </p:sp>
      <p:sp>
        <p:nvSpPr>
          <p:cNvPr id="8" name="CaixaDeTexto 7"/>
          <p:cNvSpPr txBox="1"/>
          <p:nvPr/>
        </p:nvSpPr>
        <p:spPr>
          <a:xfrm>
            <a:off x="323528" y="4956765"/>
            <a:ext cx="1105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/>
              <a:t>Solicitante</a:t>
            </a:r>
            <a:endParaRPr lang="pt-BR" sz="1200" b="1" dirty="0"/>
          </a:p>
        </p:txBody>
      </p:sp>
      <p:pic>
        <p:nvPicPr>
          <p:cNvPr id="9" name="Imagem 8" descr="erro 2.jpg"/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3528" y="3188494"/>
            <a:ext cx="201508" cy="201508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489486" y="3145532"/>
            <a:ext cx="9391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rgbClr val="FF0000"/>
                </a:solidFill>
              </a:rPr>
              <a:t>INCIDENTE</a:t>
            </a:r>
            <a:endParaRPr lang="pt-BR" sz="1200" b="1" dirty="0">
              <a:solidFill>
                <a:srgbClr val="FF0000"/>
              </a:solidFill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5" t="48208" r="51872" b="2130"/>
          <a:stretch/>
        </p:blipFill>
        <p:spPr>
          <a:xfrm>
            <a:off x="107504" y="3461524"/>
            <a:ext cx="1224136" cy="1556216"/>
          </a:xfrm>
          <a:prstGeom prst="rect">
            <a:avLst/>
          </a:prstGeom>
        </p:spPr>
      </p:pic>
      <p:pic>
        <p:nvPicPr>
          <p:cNvPr id="13" name="Imagem 12" descr="icone-escritorio-trabalho.jpg"/>
          <p:cNvPicPr>
            <a:picLocks noChangeAspect="1"/>
          </p:cNvPicPr>
          <p:nvPr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678" t="29979" r="59612" b="35957"/>
          <a:stretch>
            <a:fillRect/>
          </a:stretch>
        </p:blipFill>
        <p:spPr>
          <a:xfrm>
            <a:off x="4058937" y="4940697"/>
            <a:ext cx="800472" cy="960566"/>
          </a:xfrm>
          <a:prstGeom prst="rect">
            <a:avLst/>
          </a:prstGeom>
        </p:spPr>
      </p:pic>
      <p:sp>
        <p:nvSpPr>
          <p:cNvPr id="15" name="CaixaDeTexto 14"/>
          <p:cNvSpPr txBox="1"/>
          <p:nvPr/>
        </p:nvSpPr>
        <p:spPr>
          <a:xfrm>
            <a:off x="4058937" y="5839806"/>
            <a:ext cx="1105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 smtClean="0"/>
              <a:t>Apoio local</a:t>
            </a:r>
            <a:endParaRPr lang="pt-BR" sz="1200" b="1" dirty="0"/>
          </a:p>
        </p:txBody>
      </p:sp>
      <p:cxnSp>
        <p:nvCxnSpPr>
          <p:cNvPr id="16" name="Conector reto 15"/>
          <p:cNvCxnSpPr/>
          <p:nvPr/>
        </p:nvCxnSpPr>
        <p:spPr>
          <a:xfrm>
            <a:off x="1267891" y="4224206"/>
            <a:ext cx="1224788" cy="23447"/>
          </a:xfrm>
          <a:prstGeom prst="line">
            <a:avLst/>
          </a:prstGeom>
          <a:ln w="317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angulado 17"/>
          <p:cNvCxnSpPr/>
          <p:nvPr/>
        </p:nvCxnSpPr>
        <p:spPr>
          <a:xfrm rot="16200000" flipH="1">
            <a:off x="3306014" y="4371781"/>
            <a:ext cx="1002027" cy="803436"/>
          </a:xfrm>
          <a:prstGeom prst="bentConnector3">
            <a:avLst>
              <a:gd name="adj1" fmla="val 50000"/>
            </a:avLst>
          </a:prstGeom>
          <a:ln w="317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25" idx="1"/>
          </p:cNvCxnSpPr>
          <p:nvPr/>
        </p:nvCxnSpPr>
        <p:spPr>
          <a:xfrm>
            <a:off x="3405309" y="4247653"/>
            <a:ext cx="2337117" cy="4928"/>
          </a:xfrm>
          <a:prstGeom prst="line">
            <a:avLst/>
          </a:prstGeom>
          <a:ln w="317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Imagem 24" descr="icone-escritorio-trabalho.jpg"/>
          <p:cNvPicPr>
            <a:picLocks noChangeAspect="1"/>
          </p:cNvPicPr>
          <p:nvPr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678" t="29979" r="59612" b="35957"/>
          <a:stretch>
            <a:fillRect/>
          </a:stretch>
        </p:blipFill>
        <p:spPr>
          <a:xfrm flipH="1">
            <a:off x="2611423" y="3771321"/>
            <a:ext cx="793886" cy="952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063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graphicFrame>
        <p:nvGraphicFramePr>
          <p:cNvPr id="21" name="Diagrama 20"/>
          <p:cNvGraphicFramePr/>
          <p:nvPr>
            <p:extLst>
              <p:ext uri="{D42A27DB-BD31-4B8C-83A1-F6EECF244321}">
                <p14:modId xmlns:p14="http://schemas.microsoft.com/office/powerpoint/2010/main" val="1517864750"/>
              </p:ext>
            </p:extLst>
          </p:nvPr>
        </p:nvGraphicFramePr>
        <p:xfrm>
          <a:off x="-972616" y="985292"/>
          <a:ext cx="10259525" cy="1944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2" name="Imagem 21" descr="icone-escritorio-trabalho.jpg"/>
          <p:cNvPicPr>
            <a:picLocks noChangeAspect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678" t="29979" r="59612" b="35957"/>
          <a:stretch>
            <a:fillRect/>
          </a:stretch>
        </p:blipFill>
        <p:spPr>
          <a:xfrm flipH="1">
            <a:off x="4724400" y="3793604"/>
            <a:ext cx="793886" cy="952663"/>
          </a:xfrm>
          <a:prstGeom prst="rect">
            <a:avLst/>
          </a:prstGeom>
        </p:spPr>
      </p:pic>
      <p:pic>
        <p:nvPicPr>
          <p:cNvPr id="23" name="Imagem 22" descr="tecnico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7290" y="3865612"/>
            <a:ext cx="915422" cy="915422"/>
          </a:xfrm>
          <a:prstGeom prst="rect">
            <a:avLst/>
          </a:prstGeom>
        </p:spPr>
      </p:pic>
      <p:pic>
        <p:nvPicPr>
          <p:cNvPr id="24" name="Imagem 23" descr="pessoas.jpg"/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000" t="48802" r="4136" b="878"/>
          <a:stretch>
            <a:fillRect/>
          </a:stretch>
        </p:blipFill>
        <p:spPr>
          <a:xfrm>
            <a:off x="4644008" y="2569468"/>
            <a:ext cx="785915" cy="970837"/>
          </a:xfrm>
          <a:prstGeom prst="rect">
            <a:avLst/>
          </a:prstGeom>
        </p:spPr>
      </p:pic>
      <p:sp>
        <p:nvSpPr>
          <p:cNvPr id="25" name="CaixaDeTexto 24"/>
          <p:cNvSpPr txBox="1"/>
          <p:nvPr/>
        </p:nvSpPr>
        <p:spPr>
          <a:xfrm>
            <a:off x="4499992" y="4585692"/>
            <a:ext cx="1105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/>
              <a:t>Sup. Técnico</a:t>
            </a:r>
          </a:p>
          <a:p>
            <a:pPr algn="ctr"/>
            <a:r>
              <a:rPr lang="pt-BR" sz="1200" b="1" dirty="0" smtClean="0"/>
              <a:t>CSC </a:t>
            </a:r>
            <a:r>
              <a:rPr lang="pt-BR" sz="1200" b="1" dirty="0"/>
              <a:t>SDK – Alto Impacto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4484388" y="3403947"/>
            <a:ext cx="1105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 smtClean="0"/>
              <a:t>GERENTE</a:t>
            </a:r>
            <a:endParaRPr lang="pt-BR" sz="1200" b="1" dirty="0"/>
          </a:p>
        </p:txBody>
      </p:sp>
      <p:sp>
        <p:nvSpPr>
          <p:cNvPr id="27" name="CaixaDeTexto 26"/>
          <p:cNvSpPr txBox="1"/>
          <p:nvPr/>
        </p:nvSpPr>
        <p:spPr>
          <a:xfrm>
            <a:off x="6563191" y="4700091"/>
            <a:ext cx="13931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 smtClean="0"/>
              <a:t>Suporte N2 ou N3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323528" y="4956765"/>
            <a:ext cx="1105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/>
              <a:t>Solicitante</a:t>
            </a:r>
            <a:endParaRPr lang="pt-BR" sz="1200" b="1" dirty="0"/>
          </a:p>
        </p:txBody>
      </p:sp>
      <p:pic>
        <p:nvPicPr>
          <p:cNvPr id="29" name="Imagem 28" descr="erro 2.jpg"/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3528" y="3188494"/>
            <a:ext cx="201508" cy="201508"/>
          </a:xfrm>
          <a:prstGeom prst="rect">
            <a:avLst/>
          </a:prstGeom>
        </p:spPr>
      </p:pic>
      <p:sp>
        <p:nvSpPr>
          <p:cNvPr id="30" name="CaixaDeTexto 29"/>
          <p:cNvSpPr txBox="1"/>
          <p:nvPr/>
        </p:nvSpPr>
        <p:spPr>
          <a:xfrm>
            <a:off x="489486" y="3145532"/>
            <a:ext cx="9391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rgbClr val="FF0000"/>
                </a:solidFill>
              </a:rPr>
              <a:t>INCIDENTE</a:t>
            </a:r>
            <a:endParaRPr lang="pt-BR" sz="1200" b="1" dirty="0">
              <a:solidFill>
                <a:srgbClr val="FF0000"/>
              </a:solidFill>
            </a:endParaRPr>
          </a:p>
        </p:txBody>
      </p:sp>
      <p:pic>
        <p:nvPicPr>
          <p:cNvPr id="31" name="Imagem 30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5" t="48208" r="51872" b="2130"/>
          <a:stretch/>
        </p:blipFill>
        <p:spPr>
          <a:xfrm>
            <a:off x="107504" y="3461524"/>
            <a:ext cx="1224136" cy="1556216"/>
          </a:xfrm>
          <a:prstGeom prst="rect">
            <a:avLst/>
          </a:prstGeom>
        </p:spPr>
      </p:pic>
      <p:pic>
        <p:nvPicPr>
          <p:cNvPr id="32" name="Imagem 31" descr="icone-escritorio-trabalho.jpg"/>
          <p:cNvPicPr>
            <a:picLocks noChangeAspect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678" t="29979" r="59612" b="35957"/>
          <a:stretch>
            <a:fillRect/>
          </a:stretch>
        </p:blipFill>
        <p:spPr>
          <a:xfrm>
            <a:off x="1810663" y="4585692"/>
            <a:ext cx="800472" cy="960566"/>
          </a:xfrm>
          <a:prstGeom prst="rect">
            <a:avLst/>
          </a:prstGeom>
        </p:spPr>
      </p:pic>
      <p:pic>
        <p:nvPicPr>
          <p:cNvPr id="33" name="Imagem 32" descr="icone-escritorio-trabalho.jpg"/>
          <p:cNvPicPr>
            <a:picLocks noChangeAspect="1"/>
          </p:cNvPicPr>
          <p:nvPr/>
        </p:nvPicPr>
        <p:blipFill rotWithShape="1"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grayscl/>
          </a:blip>
          <a:srcRect l="24636" t="47011" r="59612" b="35957"/>
          <a:stretch/>
        </p:blipFill>
        <p:spPr>
          <a:xfrm>
            <a:off x="2055927" y="5065975"/>
            <a:ext cx="555208" cy="480282"/>
          </a:xfrm>
          <a:prstGeom prst="rect">
            <a:avLst/>
          </a:prstGeom>
        </p:spPr>
      </p:pic>
      <p:sp>
        <p:nvSpPr>
          <p:cNvPr id="34" name="CaixaDeTexto 33"/>
          <p:cNvSpPr txBox="1"/>
          <p:nvPr/>
        </p:nvSpPr>
        <p:spPr>
          <a:xfrm>
            <a:off x="1810663" y="5420171"/>
            <a:ext cx="1105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 smtClean="0"/>
              <a:t>Apoio local</a:t>
            </a:r>
            <a:endParaRPr lang="pt-BR" sz="1200" b="1" dirty="0"/>
          </a:p>
        </p:txBody>
      </p:sp>
      <p:cxnSp>
        <p:nvCxnSpPr>
          <p:cNvPr id="35" name="Conector reto 34"/>
          <p:cNvCxnSpPr>
            <a:stCxn id="31" idx="3"/>
            <a:endCxn id="22" idx="3"/>
          </p:cNvCxnSpPr>
          <p:nvPr/>
        </p:nvCxnSpPr>
        <p:spPr>
          <a:xfrm>
            <a:off x="1331640" y="4239632"/>
            <a:ext cx="3392760" cy="30304"/>
          </a:xfrm>
          <a:prstGeom prst="line">
            <a:avLst/>
          </a:prstGeom>
          <a:ln w="317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/>
          <p:nvPr/>
        </p:nvCxnSpPr>
        <p:spPr>
          <a:xfrm>
            <a:off x="5292080" y="4323323"/>
            <a:ext cx="1512168" cy="0"/>
          </a:xfrm>
          <a:prstGeom prst="line">
            <a:avLst/>
          </a:prstGeom>
          <a:ln w="317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angulado 36"/>
          <p:cNvCxnSpPr>
            <a:stCxn id="22" idx="3"/>
            <a:endCxn id="24" idx="1"/>
          </p:cNvCxnSpPr>
          <p:nvPr/>
        </p:nvCxnSpPr>
        <p:spPr>
          <a:xfrm rot="10800000">
            <a:off x="4644008" y="3054888"/>
            <a:ext cx="80392" cy="1215049"/>
          </a:xfrm>
          <a:prstGeom prst="bentConnector3">
            <a:avLst>
              <a:gd name="adj1" fmla="val 384357"/>
            </a:avLst>
          </a:prstGeom>
          <a:ln w="317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angulado 37"/>
          <p:cNvCxnSpPr>
            <a:stCxn id="22" idx="3"/>
            <a:endCxn id="32" idx="3"/>
          </p:cNvCxnSpPr>
          <p:nvPr/>
        </p:nvCxnSpPr>
        <p:spPr>
          <a:xfrm rot="10800000" flipV="1">
            <a:off x="2611136" y="4269935"/>
            <a:ext cx="2113265" cy="796039"/>
          </a:xfrm>
          <a:prstGeom prst="bentConnector3">
            <a:avLst>
              <a:gd name="adj1" fmla="val 50000"/>
            </a:avLst>
          </a:prstGeom>
          <a:ln w="317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063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2799127398"/>
              </p:ext>
            </p:extLst>
          </p:nvPr>
        </p:nvGraphicFramePr>
        <p:xfrm>
          <a:off x="-972616" y="985292"/>
          <a:ext cx="10259525" cy="1944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m 3" descr="icone-escritorio-trabalho.jpg"/>
          <p:cNvPicPr>
            <a:picLocks noChangeAspect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678" t="29979" r="59612" b="35957"/>
          <a:stretch>
            <a:fillRect/>
          </a:stretch>
        </p:blipFill>
        <p:spPr>
          <a:xfrm flipH="1">
            <a:off x="4724400" y="3793604"/>
            <a:ext cx="793886" cy="952663"/>
          </a:xfrm>
          <a:prstGeom prst="rect">
            <a:avLst/>
          </a:prstGeom>
        </p:spPr>
      </p:pic>
      <p:pic>
        <p:nvPicPr>
          <p:cNvPr id="5" name="Imagem 4" descr="tecnico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7290" y="3865612"/>
            <a:ext cx="915422" cy="915422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4499992" y="4585692"/>
            <a:ext cx="1105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/>
              <a:t>Sup. Técnico</a:t>
            </a:r>
          </a:p>
          <a:p>
            <a:pPr algn="ctr"/>
            <a:r>
              <a:rPr lang="pt-BR" sz="1200" b="1" dirty="0" smtClean="0"/>
              <a:t>CSC </a:t>
            </a:r>
            <a:r>
              <a:rPr lang="pt-BR" sz="1200" b="1" dirty="0"/>
              <a:t>SDK – Alto Impacto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563191" y="4700091"/>
            <a:ext cx="13931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 smtClean="0"/>
              <a:t>Suporte N2 ou N3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323528" y="4956765"/>
            <a:ext cx="1105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/>
              <a:t>Solicitante</a:t>
            </a:r>
            <a:endParaRPr lang="pt-BR" sz="1200" b="1" dirty="0"/>
          </a:p>
        </p:txBody>
      </p:sp>
      <p:pic>
        <p:nvPicPr>
          <p:cNvPr id="9" name="Imagem 8" descr="erro 2.jpg"/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3528" y="3188494"/>
            <a:ext cx="201508" cy="201508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489486" y="3145532"/>
            <a:ext cx="9391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rgbClr val="FF0000"/>
                </a:solidFill>
              </a:rPr>
              <a:t>INCIDENTE</a:t>
            </a:r>
            <a:endParaRPr lang="pt-BR" sz="1200" b="1" dirty="0">
              <a:solidFill>
                <a:srgbClr val="FF0000"/>
              </a:solidFill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5" t="48208" r="51872" b="2130"/>
          <a:stretch/>
        </p:blipFill>
        <p:spPr>
          <a:xfrm>
            <a:off x="107504" y="3461524"/>
            <a:ext cx="1224136" cy="1556216"/>
          </a:xfrm>
          <a:prstGeom prst="rect">
            <a:avLst/>
          </a:prstGeom>
        </p:spPr>
      </p:pic>
      <p:pic>
        <p:nvPicPr>
          <p:cNvPr id="13" name="Imagem 12" descr="icone-escritorio-trabalho.jpg"/>
          <p:cNvPicPr>
            <a:picLocks noChangeAspect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678" t="29979" r="59612" b="35957"/>
          <a:stretch>
            <a:fillRect/>
          </a:stretch>
        </p:blipFill>
        <p:spPr>
          <a:xfrm>
            <a:off x="1810663" y="4585692"/>
            <a:ext cx="800472" cy="960566"/>
          </a:xfrm>
          <a:prstGeom prst="rect">
            <a:avLst/>
          </a:prstGeom>
        </p:spPr>
      </p:pic>
      <p:pic>
        <p:nvPicPr>
          <p:cNvPr id="14" name="Imagem 13" descr="icone-escritorio-trabalho.jpg"/>
          <p:cNvPicPr>
            <a:picLocks noChangeAspect="1"/>
          </p:cNvPicPr>
          <p:nvPr/>
        </p:nvPicPr>
        <p:blipFill rotWithShape="1"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grayscl/>
          </a:blip>
          <a:srcRect l="24636" t="47011" r="59612" b="35957"/>
          <a:stretch/>
        </p:blipFill>
        <p:spPr>
          <a:xfrm>
            <a:off x="2055927" y="5065975"/>
            <a:ext cx="555208" cy="480282"/>
          </a:xfrm>
          <a:prstGeom prst="rect">
            <a:avLst/>
          </a:prstGeom>
        </p:spPr>
      </p:pic>
      <p:sp>
        <p:nvSpPr>
          <p:cNvPr id="15" name="CaixaDeTexto 14"/>
          <p:cNvSpPr txBox="1"/>
          <p:nvPr/>
        </p:nvSpPr>
        <p:spPr>
          <a:xfrm>
            <a:off x="1810663" y="5420171"/>
            <a:ext cx="1105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 smtClean="0"/>
              <a:t>Apoio local</a:t>
            </a:r>
            <a:endParaRPr lang="pt-BR" sz="1200" b="1" dirty="0"/>
          </a:p>
        </p:txBody>
      </p:sp>
      <p:cxnSp>
        <p:nvCxnSpPr>
          <p:cNvPr id="16" name="Conector reto 15"/>
          <p:cNvCxnSpPr>
            <a:stCxn id="12" idx="3"/>
            <a:endCxn id="4" idx="3"/>
          </p:cNvCxnSpPr>
          <p:nvPr/>
        </p:nvCxnSpPr>
        <p:spPr>
          <a:xfrm>
            <a:off x="1331640" y="4239632"/>
            <a:ext cx="3392760" cy="30304"/>
          </a:xfrm>
          <a:prstGeom prst="line">
            <a:avLst/>
          </a:prstGeom>
          <a:ln w="317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/>
          <p:nvPr/>
        </p:nvCxnSpPr>
        <p:spPr>
          <a:xfrm>
            <a:off x="5292080" y="4323323"/>
            <a:ext cx="1512168" cy="0"/>
          </a:xfrm>
          <a:prstGeom prst="line">
            <a:avLst/>
          </a:prstGeom>
          <a:ln w="317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angulado 17"/>
          <p:cNvCxnSpPr>
            <a:stCxn id="4" idx="3"/>
            <a:endCxn id="13" idx="3"/>
          </p:cNvCxnSpPr>
          <p:nvPr/>
        </p:nvCxnSpPr>
        <p:spPr>
          <a:xfrm rot="10800000" flipV="1">
            <a:off x="2611136" y="4269935"/>
            <a:ext cx="2113265" cy="796039"/>
          </a:xfrm>
          <a:prstGeom prst="bentConnector3">
            <a:avLst>
              <a:gd name="adj1" fmla="val 50000"/>
            </a:avLst>
          </a:prstGeom>
          <a:ln w="317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063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graphicFrame>
        <p:nvGraphicFramePr>
          <p:cNvPr id="21" name="Diagrama 20"/>
          <p:cNvGraphicFramePr/>
          <p:nvPr>
            <p:extLst>
              <p:ext uri="{D42A27DB-BD31-4B8C-83A1-F6EECF244321}">
                <p14:modId xmlns:p14="http://schemas.microsoft.com/office/powerpoint/2010/main" val="3077050522"/>
              </p:ext>
            </p:extLst>
          </p:nvPr>
        </p:nvGraphicFramePr>
        <p:xfrm>
          <a:off x="-972616" y="985292"/>
          <a:ext cx="10259525" cy="1944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2" name="Imagem 21" descr="icone-escritorio-trabalho.jpg"/>
          <p:cNvPicPr>
            <a:picLocks noChangeAspect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678" t="29979" r="59612" b="35957"/>
          <a:stretch>
            <a:fillRect/>
          </a:stretch>
        </p:blipFill>
        <p:spPr>
          <a:xfrm flipH="1">
            <a:off x="4724400" y="3793604"/>
            <a:ext cx="793886" cy="952663"/>
          </a:xfrm>
          <a:prstGeom prst="rect">
            <a:avLst/>
          </a:prstGeom>
        </p:spPr>
      </p:pic>
      <p:pic>
        <p:nvPicPr>
          <p:cNvPr id="23" name="Imagem 22" descr="tecnico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7290" y="3865612"/>
            <a:ext cx="915422" cy="915422"/>
          </a:xfrm>
          <a:prstGeom prst="rect">
            <a:avLst/>
          </a:prstGeom>
        </p:spPr>
      </p:pic>
      <p:pic>
        <p:nvPicPr>
          <p:cNvPr id="24" name="Imagem 23" descr="pessoas.jpg"/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000" t="48802" r="4136" b="878"/>
          <a:stretch>
            <a:fillRect/>
          </a:stretch>
        </p:blipFill>
        <p:spPr>
          <a:xfrm>
            <a:off x="6668616" y="2569468"/>
            <a:ext cx="785915" cy="970837"/>
          </a:xfrm>
          <a:prstGeom prst="rect">
            <a:avLst/>
          </a:prstGeom>
        </p:spPr>
      </p:pic>
      <p:sp>
        <p:nvSpPr>
          <p:cNvPr id="25" name="CaixaDeTexto 24"/>
          <p:cNvSpPr txBox="1"/>
          <p:nvPr/>
        </p:nvSpPr>
        <p:spPr>
          <a:xfrm>
            <a:off x="4499992" y="4585692"/>
            <a:ext cx="1105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/>
              <a:t>Sup. Técnico</a:t>
            </a:r>
          </a:p>
          <a:p>
            <a:pPr algn="ctr"/>
            <a:r>
              <a:rPr lang="pt-BR" sz="1200" b="1" dirty="0" smtClean="0"/>
              <a:t>CSC </a:t>
            </a:r>
            <a:r>
              <a:rPr lang="pt-BR" sz="1200" b="1" dirty="0"/>
              <a:t>SDK – Alto Impacto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563191" y="4700091"/>
            <a:ext cx="1537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 smtClean="0"/>
              <a:t>Suporte N2 ou N3</a:t>
            </a:r>
            <a:endParaRPr lang="pt-BR" sz="1200" b="1" dirty="0"/>
          </a:p>
        </p:txBody>
      </p:sp>
      <p:sp>
        <p:nvSpPr>
          <p:cNvPr id="27" name="CaixaDeTexto 26"/>
          <p:cNvSpPr txBox="1"/>
          <p:nvPr/>
        </p:nvSpPr>
        <p:spPr>
          <a:xfrm>
            <a:off x="6428439" y="3403947"/>
            <a:ext cx="13839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 smtClean="0"/>
              <a:t>Gestor Suporte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323528" y="4956765"/>
            <a:ext cx="1105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/>
              <a:t>Solicitante</a:t>
            </a:r>
            <a:endParaRPr lang="pt-BR" sz="1200" b="1" dirty="0"/>
          </a:p>
        </p:txBody>
      </p:sp>
      <p:pic>
        <p:nvPicPr>
          <p:cNvPr id="29" name="Imagem 28" descr="erro 2.jpg"/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3528" y="3188494"/>
            <a:ext cx="201508" cy="201508"/>
          </a:xfrm>
          <a:prstGeom prst="rect">
            <a:avLst/>
          </a:prstGeom>
        </p:spPr>
      </p:pic>
      <p:sp>
        <p:nvSpPr>
          <p:cNvPr id="30" name="CaixaDeTexto 29"/>
          <p:cNvSpPr txBox="1"/>
          <p:nvPr/>
        </p:nvSpPr>
        <p:spPr>
          <a:xfrm>
            <a:off x="489486" y="3145532"/>
            <a:ext cx="9391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rgbClr val="FF0000"/>
                </a:solidFill>
              </a:rPr>
              <a:t>INCIDENTE</a:t>
            </a:r>
            <a:endParaRPr lang="pt-BR" sz="1200" b="1" dirty="0">
              <a:solidFill>
                <a:srgbClr val="FF0000"/>
              </a:solidFill>
            </a:endParaRPr>
          </a:p>
        </p:txBody>
      </p:sp>
      <p:pic>
        <p:nvPicPr>
          <p:cNvPr id="31" name="Imagem 30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5" t="48208" r="51872" b="2130"/>
          <a:stretch/>
        </p:blipFill>
        <p:spPr>
          <a:xfrm>
            <a:off x="107504" y="3461524"/>
            <a:ext cx="1224136" cy="1556216"/>
          </a:xfrm>
          <a:prstGeom prst="rect">
            <a:avLst/>
          </a:prstGeom>
        </p:spPr>
      </p:pic>
      <p:pic>
        <p:nvPicPr>
          <p:cNvPr id="32" name="Imagem 31" descr="icone-escritorio-trabalho.jpg"/>
          <p:cNvPicPr>
            <a:picLocks noChangeAspect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678" t="29979" r="59612" b="35957"/>
          <a:stretch>
            <a:fillRect/>
          </a:stretch>
        </p:blipFill>
        <p:spPr>
          <a:xfrm>
            <a:off x="1810663" y="4585692"/>
            <a:ext cx="800472" cy="960566"/>
          </a:xfrm>
          <a:prstGeom prst="rect">
            <a:avLst/>
          </a:prstGeom>
        </p:spPr>
      </p:pic>
      <p:pic>
        <p:nvPicPr>
          <p:cNvPr id="33" name="Imagem 32" descr="icone-escritorio-trabalho.jpg"/>
          <p:cNvPicPr>
            <a:picLocks noChangeAspect="1"/>
          </p:cNvPicPr>
          <p:nvPr/>
        </p:nvPicPr>
        <p:blipFill rotWithShape="1"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grayscl/>
          </a:blip>
          <a:srcRect l="24636" t="47011" r="59612" b="35957"/>
          <a:stretch/>
        </p:blipFill>
        <p:spPr>
          <a:xfrm>
            <a:off x="2055927" y="5065975"/>
            <a:ext cx="555208" cy="480282"/>
          </a:xfrm>
          <a:prstGeom prst="rect">
            <a:avLst/>
          </a:prstGeom>
        </p:spPr>
      </p:pic>
      <p:sp>
        <p:nvSpPr>
          <p:cNvPr id="34" name="CaixaDeTexto 33"/>
          <p:cNvSpPr txBox="1"/>
          <p:nvPr/>
        </p:nvSpPr>
        <p:spPr>
          <a:xfrm>
            <a:off x="1810663" y="5420171"/>
            <a:ext cx="1105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 smtClean="0"/>
              <a:t>Apoio local </a:t>
            </a:r>
            <a:endParaRPr lang="pt-BR" sz="1200" b="1" dirty="0"/>
          </a:p>
        </p:txBody>
      </p:sp>
      <p:cxnSp>
        <p:nvCxnSpPr>
          <p:cNvPr id="35" name="Conector reto 34"/>
          <p:cNvCxnSpPr>
            <a:stCxn id="31" idx="3"/>
            <a:endCxn id="22" idx="3"/>
          </p:cNvCxnSpPr>
          <p:nvPr/>
        </p:nvCxnSpPr>
        <p:spPr>
          <a:xfrm>
            <a:off x="1331640" y="4239632"/>
            <a:ext cx="3392760" cy="30304"/>
          </a:xfrm>
          <a:prstGeom prst="line">
            <a:avLst/>
          </a:prstGeom>
          <a:ln w="317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/>
          <p:nvPr/>
        </p:nvCxnSpPr>
        <p:spPr>
          <a:xfrm>
            <a:off x="5292080" y="4323323"/>
            <a:ext cx="1512168" cy="0"/>
          </a:xfrm>
          <a:prstGeom prst="line">
            <a:avLst/>
          </a:prstGeom>
          <a:ln w="317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angulado 36"/>
          <p:cNvCxnSpPr>
            <a:endCxn id="24" idx="1"/>
          </p:cNvCxnSpPr>
          <p:nvPr/>
        </p:nvCxnSpPr>
        <p:spPr>
          <a:xfrm flipV="1">
            <a:off x="5292080" y="3054887"/>
            <a:ext cx="1376536" cy="1268436"/>
          </a:xfrm>
          <a:prstGeom prst="bentConnector3">
            <a:avLst>
              <a:gd name="adj1" fmla="val 50000"/>
            </a:avLst>
          </a:prstGeom>
          <a:ln w="317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angulado 37"/>
          <p:cNvCxnSpPr>
            <a:stCxn id="22" idx="3"/>
            <a:endCxn id="32" idx="3"/>
          </p:cNvCxnSpPr>
          <p:nvPr/>
        </p:nvCxnSpPr>
        <p:spPr>
          <a:xfrm rot="10800000" flipV="1">
            <a:off x="2611136" y="4269935"/>
            <a:ext cx="2113265" cy="796039"/>
          </a:xfrm>
          <a:prstGeom prst="bentConnector3">
            <a:avLst>
              <a:gd name="adj1" fmla="val 50000"/>
            </a:avLst>
          </a:prstGeom>
          <a:ln w="317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063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graphicFrame>
        <p:nvGraphicFramePr>
          <p:cNvPr id="24" name="Diagrama 23"/>
          <p:cNvGraphicFramePr/>
          <p:nvPr>
            <p:extLst>
              <p:ext uri="{D42A27DB-BD31-4B8C-83A1-F6EECF244321}">
                <p14:modId xmlns:p14="http://schemas.microsoft.com/office/powerpoint/2010/main" val="1968711894"/>
              </p:ext>
            </p:extLst>
          </p:nvPr>
        </p:nvGraphicFramePr>
        <p:xfrm>
          <a:off x="-972616" y="985292"/>
          <a:ext cx="10259525" cy="1944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5" name="Imagem 24" descr="icone-escritorio-trabalho.jpg"/>
          <p:cNvPicPr>
            <a:picLocks noChangeAspect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678" t="29979" r="59612" b="35957"/>
          <a:stretch>
            <a:fillRect/>
          </a:stretch>
        </p:blipFill>
        <p:spPr>
          <a:xfrm flipH="1">
            <a:off x="4724400" y="3793604"/>
            <a:ext cx="793886" cy="952663"/>
          </a:xfrm>
          <a:prstGeom prst="rect">
            <a:avLst/>
          </a:prstGeom>
        </p:spPr>
      </p:pic>
      <p:pic>
        <p:nvPicPr>
          <p:cNvPr id="26" name="Imagem 25" descr="tecnico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7290" y="3865612"/>
            <a:ext cx="915422" cy="915422"/>
          </a:xfrm>
          <a:prstGeom prst="rect">
            <a:avLst/>
          </a:prstGeom>
        </p:spPr>
      </p:pic>
      <p:pic>
        <p:nvPicPr>
          <p:cNvPr id="27" name="Imagem 26" descr="pessoas.jpg"/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000" t="48802" r="4136" b="878"/>
          <a:stretch>
            <a:fillRect/>
          </a:stretch>
        </p:blipFill>
        <p:spPr>
          <a:xfrm>
            <a:off x="6668616" y="2569468"/>
            <a:ext cx="785915" cy="970837"/>
          </a:xfrm>
          <a:prstGeom prst="rect">
            <a:avLst/>
          </a:prstGeom>
        </p:spPr>
      </p:pic>
      <p:pic>
        <p:nvPicPr>
          <p:cNvPr id="28" name="Imagem 27" descr="pessoas.jpg"/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000" t="48802" r="4136" b="878"/>
          <a:stretch>
            <a:fillRect/>
          </a:stretch>
        </p:blipFill>
        <p:spPr>
          <a:xfrm>
            <a:off x="4644008" y="2569468"/>
            <a:ext cx="785915" cy="970837"/>
          </a:xfrm>
          <a:prstGeom prst="rect">
            <a:avLst/>
          </a:prstGeom>
        </p:spPr>
      </p:pic>
      <p:sp>
        <p:nvSpPr>
          <p:cNvPr id="29" name="CaixaDeTexto 28"/>
          <p:cNvSpPr txBox="1"/>
          <p:nvPr/>
        </p:nvSpPr>
        <p:spPr>
          <a:xfrm>
            <a:off x="4499992" y="4585692"/>
            <a:ext cx="1105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/>
              <a:t>Sup. Técnico</a:t>
            </a:r>
          </a:p>
          <a:p>
            <a:pPr algn="ctr"/>
            <a:r>
              <a:rPr lang="pt-BR" sz="1200" b="1" dirty="0" smtClean="0"/>
              <a:t>CSC </a:t>
            </a:r>
            <a:r>
              <a:rPr lang="pt-BR" sz="1200" b="1" dirty="0"/>
              <a:t>SDK – Alto Impacto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484388" y="3403947"/>
            <a:ext cx="1105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 smtClean="0"/>
              <a:t>GERENTE</a:t>
            </a:r>
            <a:endParaRPr lang="pt-BR" sz="1200" b="1" dirty="0"/>
          </a:p>
        </p:txBody>
      </p:sp>
      <p:sp>
        <p:nvSpPr>
          <p:cNvPr id="31" name="CaixaDeTexto 30"/>
          <p:cNvSpPr txBox="1"/>
          <p:nvPr/>
        </p:nvSpPr>
        <p:spPr>
          <a:xfrm>
            <a:off x="6563191" y="4801716"/>
            <a:ext cx="13931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 smtClean="0"/>
              <a:t>Suporte N2 ou N3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6428439" y="3403947"/>
            <a:ext cx="13839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 smtClean="0"/>
              <a:t>Gestor Suporte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323528" y="4956765"/>
            <a:ext cx="1105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/>
              <a:t>Solicitante</a:t>
            </a:r>
            <a:endParaRPr lang="pt-BR" sz="1200" b="1" dirty="0"/>
          </a:p>
        </p:txBody>
      </p:sp>
      <p:pic>
        <p:nvPicPr>
          <p:cNvPr id="34" name="Imagem 33" descr="erro 2.jpg"/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3528" y="3188494"/>
            <a:ext cx="201508" cy="201508"/>
          </a:xfrm>
          <a:prstGeom prst="rect">
            <a:avLst/>
          </a:prstGeom>
        </p:spPr>
      </p:pic>
      <p:sp>
        <p:nvSpPr>
          <p:cNvPr id="35" name="CaixaDeTexto 34"/>
          <p:cNvSpPr txBox="1"/>
          <p:nvPr/>
        </p:nvSpPr>
        <p:spPr>
          <a:xfrm>
            <a:off x="489486" y="3145532"/>
            <a:ext cx="9391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rgbClr val="FF0000"/>
                </a:solidFill>
              </a:rPr>
              <a:t>INCIDENTE</a:t>
            </a:r>
            <a:endParaRPr lang="pt-BR" sz="1200" b="1" dirty="0">
              <a:solidFill>
                <a:srgbClr val="FF0000"/>
              </a:solidFill>
            </a:endParaRPr>
          </a:p>
        </p:txBody>
      </p:sp>
      <p:pic>
        <p:nvPicPr>
          <p:cNvPr id="36" name="Imagem 3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5" t="48208" r="51872" b="2130"/>
          <a:stretch/>
        </p:blipFill>
        <p:spPr>
          <a:xfrm>
            <a:off x="107504" y="3461524"/>
            <a:ext cx="1224136" cy="1556216"/>
          </a:xfrm>
          <a:prstGeom prst="rect">
            <a:avLst/>
          </a:prstGeom>
        </p:spPr>
      </p:pic>
      <p:pic>
        <p:nvPicPr>
          <p:cNvPr id="37" name="Imagem 36" descr="icone-escritorio-trabalho.jpg"/>
          <p:cNvPicPr>
            <a:picLocks noChangeAspect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678" t="29979" r="59612" b="35957"/>
          <a:stretch>
            <a:fillRect/>
          </a:stretch>
        </p:blipFill>
        <p:spPr>
          <a:xfrm>
            <a:off x="1810663" y="4585692"/>
            <a:ext cx="800472" cy="960566"/>
          </a:xfrm>
          <a:prstGeom prst="rect">
            <a:avLst/>
          </a:prstGeom>
        </p:spPr>
      </p:pic>
      <p:pic>
        <p:nvPicPr>
          <p:cNvPr id="38" name="Imagem 37" descr="icone-escritorio-trabalho.jpg"/>
          <p:cNvPicPr>
            <a:picLocks noChangeAspect="1"/>
          </p:cNvPicPr>
          <p:nvPr/>
        </p:nvPicPr>
        <p:blipFill rotWithShape="1"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grayscl/>
          </a:blip>
          <a:srcRect l="24636" t="47011" r="59612" b="35957"/>
          <a:stretch/>
        </p:blipFill>
        <p:spPr>
          <a:xfrm>
            <a:off x="2055927" y="5065975"/>
            <a:ext cx="555208" cy="480282"/>
          </a:xfrm>
          <a:prstGeom prst="rect">
            <a:avLst/>
          </a:prstGeom>
        </p:spPr>
      </p:pic>
      <p:sp>
        <p:nvSpPr>
          <p:cNvPr id="39" name="CaixaDeTexto 38"/>
          <p:cNvSpPr txBox="1"/>
          <p:nvPr/>
        </p:nvSpPr>
        <p:spPr>
          <a:xfrm>
            <a:off x="1810663" y="5420171"/>
            <a:ext cx="1105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 smtClean="0"/>
              <a:t>Apoio local</a:t>
            </a:r>
            <a:endParaRPr lang="pt-BR" sz="1200" b="1" dirty="0"/>
          </a:p>
        </p:txBody>
      </p:sp>
      <p:cxnSp>
        <p:nvCxnSpPr>
          <p:cNvPr id="40" name="Conector reto 39"/>
          <p:cNvCxnSpPr>
            <a:stCxn id="36" idx="3"/>
            <a:endCxn id="25" idx="3"/>
          </p:cNvCxnSpPr>
          <p:nvPr/>
        </p:nvCxnSpPr>
        <p:spPr>
          <a:xfrm>
            <a:off x="1331640" y="4239632"/>
            <a:ext cx="3392760" cy="30304"/>
          </a:xfrm>
          <a:prstGeom prst="line">
            <a:avLst/>
          </a:prstGeom>
          <a:ln w="317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/>
          <p:nvPr/>
        </p:nvCxnSpPr>
        <p:spPr>
          <a:xfrm>
            <a:off x="5292080" y="4323323"/>
            <a:ext cx="1512168" cy="0"/>
          </a:xfrm>
          <a:prstGeom prst="line">
            <a:avLst/>
          </a:prstGeom>
          <a:ln w="317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angulado 41"/>
          <p:cNvCxnSpPr>
            <a:stCxn id="25" idx="3"/>
            <a:endCxn id="28" idx="1"/>
          </p:cNvCxnSpPr>
          <p:nvPr/>
        </p:nvCxnSpPr>
        <p:spPr>
          <a:xfrm rot="10800000">
            <a:off x="4644008" y="3054888"/>
            <a:ext cx="80392" cy="1215049"/>
          </a:xfrm>
          <a:prstGeom prst="bentConnector3">
            <a:avLst>
              <a:gd name="adj1" fmla="val 384357"/>
            </a:avLst>
          </a:prstGeom>
          <a:ln w="317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angulado 42"/>
          <p:cNvCxnSpPr>
            <a:endCxn id="27" idx="1"/>
          </p:cNvCxnSpPr>
          <p:nvPr/>
        </p:nvCxnSpPr>
        <p:spPr>
          <a:xfrm flipV="1">
            <a:off x="5292080" y="3054887"/>
            <a:ext cx="1376536" cy="1268436"/>
          </a:xfrm>
          <a:prstGeom prst="bentConnector3">
            <a:avLst>
              <a:gd name="adj1" fmla="val 50000"/>
            </a:avLst>
          </a:prstGeom>
          <a:ln w="317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angulado 43"/>
          <p:cNvCxnSpPr>
            <a:stCxn id="25" idx="3"/>
            <a:endCxn id="37" idx="3"/>
          </p:cNvCxnSpPr>
          <p:nvPr/>
        </p:nvCxnSpPr>
        <p:spPr>
          <a:xfrm rot="10800000" flipV="1">
            <a:off x="2611136" y="4269935"/>
            <a:ext cx="2113265" cy="796039"/>
          </a:xfrm>
          <a:prstGeom prst="bentConnector3">
            <a:avLst>
              <a:gd name="adj1" fmla="val 50000"/>
            </a:avLst>
          </a:prstGeom>
          <a:ln w="317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063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3261200460"/>
              </p:ext>
            </p:extLst>
          </p:nvPr>
        </p:nvGraphicFramePr>
        <p:xfrm>
          <a:off x="-972616" y="985292"/>
          <a:ext cx="10259525" cy="1944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m 3" descr="icone-escritorio-trabalho.jpg"/>
          <p:cNvPicPr>
            <a:picLocks noChangeAspect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678" t="29979" r="59612" b="35957"/>
          <a:stretch>
            <a:fillRect/>
          </a:stretch>
        </p:blipFill>
        <p:spPr>
          <a:xfrm flipH="1">
            <a:off x="4724400" y="3793604"/>
            <a:ext cx="793886" cy="952663"/>
          </a:xfrm>
          <a:prstGeom prst="rect">
            <a:avLst/>
          </a:prstGeom>
        </p:spPr>
      </p:pic>
      <p:pic>
        <p:nvPicPr>
          <p:cNvPr id="5" name="Imagem 4" descr="tecnico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7290" y="3865612"/>
            <a:ext cx="915422" cy="915422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4499992" y="4585692"/>
            <a:ext cx="1105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/>
              <a:t>Sup. Técnico</a:t>
            </a:r>
          </a:p>
          <a:p>
            <a:pPr algn="ctr"/>
            <a:r>
              <a:rPr lang="pt-BR" sz="1200" b="1" dirty="0" smtClean="0"/>
              <a:t>CSC </a:t>
            </a:r>
            <a:r>
              <a:rPr lang="pt-BR" sz="1200" b="1" dirty="0"/>
              <a:t>SDK – Alto Impacto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563191" y="4700091"/>
            <a:ext cx="110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 smtClean="0"/>
              <a:t>Suporte N2 ou N3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323528" y="4956765"/>
            <a:ext cx="1105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/>
              <a:t>Solicitante</a:t>
            </a:r>
            <a:endParaRPr lang="pt-BR" sz="1200" b="1" dirty="0"/>
          </a:p>
        </p:txBody>
      </p:sp>
      <p:pic>
        <p:nvPicPr>
          <p:cNvPr id="9" name="Imagem 8" descr="erro 2.jpg"/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3528" y="3188494"/>
            <a:ext cx="201508" cy="201508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489486" y="3145532"/>
            <a:ext cx="9391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rgbClr val="FF0000"/>
                </a:solidFill>
              </a:rPr>
              <a:t>INCIDENTE</a:t>
            </a:r>
            <a:endParaRPr lang="pt-BR" sz="1200" b="1" dirty="0">
              <a:solidFill>
                <a:srgbClr val="FF0000"/>
              </a:solidFill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5" t="48208" r="51872" b="2130"/>
          <a:stretch/>
        </p:blipFill>
        <p:spPr>
          <a:xfrm>
            <a:off x="107504" y="3461524"/>
            <a:ext cx="1224136" cy="1556216"/>
          </a:xfrm>
          <a:prstGeom prst="rect">
            <a:avLst/>
          </a:prstGeom>
        </p:spPr>
      </p:pic>
      <p:pic>
        <p:nvPicPr>
          <p:cNvPr id="13" name="Imagem 12" descr="icone-escritorio-trabalho.jpg"/>
          <p:cNvPicPr>
            <a:picLocks noChangeAspect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678" t="29979" r="59612" b="35957"/>
          <a:stretch>
            <a:fillRect/>
          </a:stretch>
        </p:blipFill>
        <p:spPr>
          <a:xfrm>
            <a:off x="1810663" y="4585692"/>
            <a:ext cx="800472" cy="960566"/>
          </a:xfrm>
          <a:prstGeom prst="rect">
            <a:avLst/>
          </a:prstGeom>
        </p:spPr>
      </p:pic>
      <p:pic>
        <p:nvPicPr>
          <p:cNvPr id="14" name="Imagem 13" descr="icone-escritorio-trabalho.jpg"/>
          <p:cNvPicPr>
            <a:picLocks noChangeAspect="1"/>
          </p:cNvPicPr>
          <p:nvPr/>
        </p:nvPicPr>
        <p:blipFill rotWithShape="1"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grayscl/>
          </a:blip>
          <a:srcRect l="24636" t="47011" r="59612" b="35957"/>
          <a:stretch/>
        </p:blipFill>
        <p:spPr>
          <a:xfrm>
            <a:off x="2055927" y="5065975"/>
            <a:ext cx="555208" cy="480282"/>
          </a:xfrm>
          <a:prstGeom prst="rect">
            <a:avLst/>
          </a:prstGeom>
        </p:spPr>
      </p:pic>
      <p:sp>
        <p:nvSpPr>
          <p:cNvPr id="15" name="CaixaDeTexto 14"/>
          <p:cNvSpPr txBox="1"/>
          <p:nvPr/>
        </p:nvSpPr>
        <p:spPr>
          <a:xfrm>
            <a:off x="1810663" y="5420171"/>
            <a:ext cx="1105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 smtClean="0"/>
              <a:t>Apoio local</a:t>
            </a:r>
            <a:endParaRPr lang="pt-BR" sz="1200" b="1" dirty="0"/>
          </a:p>
        </p:txBody>
      </p:sp>
      <p:cxnSp>
        <p:nvCxnSpPr>
          <p:cNvPr id="16" name="Conector reto 15"/>
          <p:cNvCxnSpPr>
            <a:stCxn id="12" idx="3"/>
            <a:endCxn id="4" idx="3"/>
          </p:cNvCxnSpPr>
          <p:nvPr/>
        </p:nvCxnSpPr>
        <p:spPr>
          <a:xfrm>
            <a:off x="1331640" y="4239632"/>
            <a:ext cx="3392760" cy="30304"/>
          </a:xfrm>
          <a:prstGeom prst="line">
            <a:avLst/>
          </a:prstGeom>
          <a:ln w="317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/>
          <p:nvPr/>
        </p:nvCxnSpPr>
        <p:spPr>
          <a:xfrm>
            <a:off x="5292080" y="4323323"/>
            <a:ext cx="1512168" cy="0"/>
          </a:xfrm>
          <a:prstGeom prst="line">
            <a:avLst/>
          </a:prstGeom>
          <a:ln w="317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angulado 17"/>
          <p:cNvCxnSpPr>
            <a:stCxn id="4" idx="3"/>
            <a:endCxn id="13" idx="3"/>
          </p:cNvCxnSpPr>
          <p:nvPr/>
        </p:nvCxnSpPr>
        <p:spPr>
          <a:xfrm rot="10800000" flipV="1">
            <a:off x="2611136" y="4269935"/>
            <a:ext cx="2113265" cy="796039"/>
          </a:xfrm>
          <a:prstGeom prst="bentConnector3">
            <a:avLst>
              <a:gd name="adj1" fmla="val 50000"/>
            </a:avLst>
          </a:prstGeom>
          <a:ln w="317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063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3405355629"/>
              </p:ext>
            </p:extLst>
          </p:nvPr>
        </p:nvGraphicFramePr>
        <p:xfrm>
          <a:off x="-972616" y="985292"/>
          <a:ext cx="10259525" cy="1944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m 3" descr="icone-escritorio-trabalho.jpg"/>
          <p:cNvPicPr>
            <a:picLocks noChangeAspect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678" t="29979" r="59612" b="35957"/>
          <a:stretch>
            <a:fillRect/>
          </a:stretch>
        </p:blipFill>
        <p:spPr>
          <a:xfrm flipH="1">
            <a:off x="4724400" y="3793604"/>
            <a:ext cx="793886" cy="952663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4499992" y="4585692"/>
            <a:ext cx="1105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/>
              <a:t>Sup. Técnico</a:t>
            </a:r>
          </a:p>
          <a:p>
            <a:pPr algn="ctr"/>
            <a:r>
              <a:rPr lang="pt-BR" sz="1200" b="1" dirty="0" smtClean="0"/>
              <a:t>CSC </a:t>
            </a:r>
            <a:r>
              <a:rPr lang="pt-BR" sz="1200" b="1" dirty="0"/>
              <a:t>SDK – Alto Impacto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23528" y="4956765"/>
            <a:ext cx="1105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/>
              <a:t>Solicitante</a:t>
            </a:r>
            <a:endParaRPr lang="pt-BR" sz="1200" b="1" dirty="0"/>
          </a:p>
        </p:txBody>
      </p:sp>
      <p:pic>
        <p:nvPicPr>
          <p:cNvPr id="7" name="Imagem 6" descr="erro 2.jpg"/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3528" y="3188494"/>
            <a:ext cx="201508" cy="201508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489486" y="3145532"/>
            <a:ext cx="9391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rgbClr val="FF0000"/>
                </a:solidFill>
              </a:rPr>
              <a:t>INCIDENTE</a:t>
            </a:r>
            <a:endParaRPr lang="pt-BR" sz="1200" b="1" dirty="0">
              <a:solidFill>
                <a:srgbClr val="FF0000"/>
              </a:solidFill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5" t="48208" r="51872" b="2130"/>
          <a:stretch/>
        </p:blipFill>
        <p:spPr>
          <a:xfrm>
            <a:off x="107504" y="3461524"/>
            <a:ext cx="1224136" cy="1556216"/>
          </a:xfrm>
          <a:prstGeom prst="rect">
            <a:avLst/>
          </a:prstGeom>
        </p:spPr>
      </p:pic>
      <p:cxnSp>
        <p:nvCxnSpPr>
          <p:cNvPr id="11" name="Conector reto 10"/>
          <p:cNvCxnSpPr>
            <a:stCxn id="9" idx="3"/>
            <a:endCxn id="4" idx="3"/>
          </p:cNvCxnSpPr>
          <p:nvPr/>
        </p:nvCxnSpPr>
        <p:spPr>
          <a:xfrm>
            <a:off x="1331640" y="4239632"/>
            <a:ext cx="3392760" cy="30304"/>
          </a:xfrm>
          <a:prstGeom prst="line">
            <a:avLst/>
          </a:prstGeom>
          <a:ln w="317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063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824506862"/>
              </p:ext>
            </p:extLst>
          </p:nvPr>
        </p:nvGraphicFramePr>
        <p:xfrm>
          <a:off x="-972616" y="985292"/>
          <a:ext cx="10259525" cy="1944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aixaDeTexto 3"/>
          <p:cNvSpPr txBox="1"/>
          <p:nvPr/>
        </p:nvSpPr>
        <p:spPr>
          <a:xfrm>
            <a:off x="323528" y="4956765"/>
            <a:ext cx="1105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/>
              <a:t>Solicitante</a:t>
            </a:r>
            <a:endParaRPr lang="pt-BR" sz="1200" b="1" dirty="0"/>
          </a:p>
        </p:txBody>
      </p:sp>
      <p:sp>
        <p:nvSpPr>
          <p:cNvPr id="5" name="CaixaDeTexto 4"/>
          <p:cNvSpPr txBox="1"/>
          <p:nvPr/>
        </p:nvSpPr>
        <p:spPr>
          <a:xfrm>
            <a:off x="489486" y="3145532"/>
            <a:ext cx="12021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rgbClr val="00B050"/>
                </a:solidFill>
              </a:rPr>
              <a:t>NORMALIZADO</a:t>
            </a:r>
            <a:endParaRPr lang="pt-BR" sz="1200" b="1" dirty="0">
              <a:solidFill>
                <a:srgbClr val="00B050"/>
              </a:solidFill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5" t="48208" r="51872" b="2130"/>
          <a:stretch/>
        </p:blipFill>
        <p:spPr>
          <a:xfrm>
            <a:off x="107504" y="3461524"/>
            <a:ext cx="1224136" cy="1556216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56" y="3188494"/>
            <a:ext cx="204788" cy="20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063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1506211059"/>
              </p:ext>
            </p:extLst>
          </p:nvPr>
        </p:nvGraphicFramePr>
        <p:xfrm>
          <a:off x="-972616" y="985292"/>
          <a:ext cx="10259525" cy="1944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aixaDeTexto 3"/>
          <p:cNvSpPr txBox="1"/>
          <p:nvPr/>
        </p:nvSpPr>
        <p:spPr>
          <a:xfrm>
            <a:off x="0" y="3361556"/>
            <a:ext cx="89669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 smtClean="0">
                <a:solidFill>
                  <a:srgbClr val="002060"/>
                </a:solidFill>
                <a:latin typeface="Cooper Black" pitchFamily="18" charset="0"/>
              </a:rPr>
              <a:t>Desafio:</a:t>
            </a:r>
          </a:p>
          <a:p>
            <a:pPr algn="ctr"/>
            <a:r>
              <a:rPr lang="pt-BR" sz="4000" dirty="0" smtClean="0">
                <a:solidFill>
                  <a:srgbClr val="FF0000"/>
                </a:solidFill>
                <a:latin typeface="Cooper Black" pitchFamily="18" charset="0"/>
              </a:rPr>
              <a:t>Atendermos os chamados em          2 horas.</a:t>
            </a:r>
          </a:p>
        </p:txBody>
      </p:sp>
    </p:spTree>
    <p:extLst>
      <p:ext uri="{BB962C8B-B14F-4D97-AF65-F5344CB8AC3E}">
        <p14:creationId xmlns:p14="http://schemas.microsoft.com/office/powerpoint/2010/main" val="1798063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1448607102"/>
              </p:ext>
            </p:extLst>
          </p:nvPr>
        </p:nvGraphicFramePr>
        <p:xfrm>
          <a:off x="-972616" y="985292"/>
          <a:ext cx="10259525" cy="1944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aixaDeTexto 3"/>
          <p:cNvSpPr txBox="1"/>
          <p:nvPr/>
        </p:nvSpPr>
        <p:spPr>
          <a:xfrm>
            <a:off x="0" y="3361556"/>
            <a:ext cx="89669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 smtClean="0">
                <a:solidFill>
                  <a:srgbClr val="002060"/>
                </a:solidFill>
                <a:latin typeface="Cooper Black" pitchFamily="18" charset="0"/>
              </a:rPr>
              <a:t>Como faremos isso?</a:t>
            </a:r>
            <a:endParaRPr lang="pt-BR" sz="4000" dirty="0" smtClean="0">
              <a:solidFill>
                <a:srgbClr val="FF0000"/>
              </a:solidFill>
              <a:latin typeface="Cooper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063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1239174971"/>
              </p:ext>
            </p:extLst>
          </p:nvPr>
        </p:nvGraphicFramePr>
        <p:xfrm>
          <a:off x="-972616" y="985292"/>
          <a:ext cx="10259525" cy="1944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aixaDeTexto 3"/>
          <p:cNvSpPr txBox="1"/>
          <p:nvPr/>
        </p:nvSpPr>
        <p:spPr>
          <a:xfrm>
            <a:off x="15213" y="2785492"/>
            <a:ext cx="89669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 smtClean="0">
                <a:solidFill>
                  <a:srgbClr val="002060"/>
                </a:solidFill>
                <a:latin typeface="Constantia" pitchFamily="18" charset="0"/>
              </a:rPr>
              <a:t>Validação: 20 minutos</a:t>
            </a:r>
            <a:endParaRPr lang="pt-BR" sz="2800" dirty="0" smtClean="0">
              <a:solidFill>
                <a:srgbClr val="FF0000"/>
              </a:solidFill>
              <a:latin typeface="Constantia" pitchFamily="18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117959" y="3217540"/>
            <a:ext cx="90364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dirty="0"/>
              <a:t>Verificar se existe Alarme NOC, GMUD </a:t>
            </a:r>
            <a:r>
              <a:rPr lang="pt-BR" dirty="0" err="1"/>
              <a:t>qdt</a:t>
            </a:r>
            <a:r>
              <a:rPr lang="pt-BR" dirty="0"/>
              <a:t> de </a:t>
            </a:r>
            <a:r>
              <a:rPr lang="pt-BR" dirty="0" err="1"/>
              <a:t>Pa’s</a:t>
            </a:r>
            <a:r>
              <a:rPr lang="pt-BR" dirty="0"/>
              <a:t> e se afeta </a:t>
            </a:r>
            <a:r>
              <a:rPr lang="pt-BR" dirty="0" err="1"/>
              <a:t>Multi-Sites</a:t>
            </a:r>
            <a:r>
              <a:rPr lang="pt-BR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Entrar em contato com o solicitante para entender o evento.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Coletar evidência da falha. 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Atualizar o chamado com o contato feito com o cliente, o entendimento do caso e a evidência coletada.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8063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  <p:bldP spid="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884475881"/>
              </p:ext>
            </p:extLst>
          </p:nvPr>
        </p:nvGraphicFramePr>
        <p:xfrm>
          <a:off x="-972616" y="985292"/>
          <a:ext cx="10259525" cy="1944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aixaDeTexto 3"/>
          <p:cNvSpPr txBox="1"/>
          <p:nvPr/>
        </p:nvSpPr>
        <p:spPr>
          <a:xfrm>
            <a:off x="15213" y="2785492"/>
            <a:ext cx="89669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 smtClean="0">
                <a:solidFill>
                  <a:srgbClr val="002060"/>
                </a:solidFill>
                <a:latin typeface="Constantia" pitchFamily="18" charset="0"/>
              </a:rPr>
              <a:t>Acionamento: 20 minutos</a:t>
            </a:r>
            <a:endParaRPr lang="pt-BR" sz="2800" dirty="0" smtClean="0">
              <a:solidFill>
                <a:srgbClr val="FF0000"/>
              </a:solidFill>
              <a:latin typeface="Constantia" pitchFamily="18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117959" y="3217540"/>
            <a:ext cx="90364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dirty="0"/>
              <a:t>Validar no </a:t>
            </a:r>
            <a:r>
              <a:rPr lang="pt-BR" dirty="0" err="1"/>
              <a:t>tHelp</a:t>
            </a:r>
            <a:r>
              <a:rPr lang="pt-BR" dirty="0"/>
              <a:t>! se é um erro conhecido.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Direcionar um recurso do Suporte de campo para atuação (se necessário).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Acionar a equipe responsável pela atuação no incidente.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Abrir o </a:t>
            </a:r>
            <a:r>
              <a:rPr lang="pt-BR" dirty="0" err="1"/>
              <a:t>tCrono</a:t>
            </a:r>
            <a:r>
              <a:rPr lang="pt-BR" dirty="0"/>
              <a:t>! e registrar passo a passo as tentativas de acionamento na ferramenta.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Envio de SMS referente a equipe acionada.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8063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2746849918"/>
              </p:ext>
            </p:extLst>
          </p:nvPr>
        </p:nvGraphicFramePr>
        <p:xfrm>
          <a:off x="-972616" y="985292"/>
          <a:ext cx="10259525" cy="1944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aixaDeTexto 3"/>
          <p:cNvSpPr txBox="1"/>
          <p:nvPr/>
        </p:nvSpPr>
        <p:spPr>
          <a:xfrm>
            <a:off x="15213" y="2785492"/>
            <a:ext cx="89669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 smtClean="0">
                <a:solidFill>
                  <a:srgbClr val="002060"/>
                </a:solidFill>
                <a:latin typeface="Constantia" pitchFamily="18" charset="0"/>
              </a:rPr>
              <a:t>Atuação: 20 minutos</a:t>
            </a:r>
            <a:endParaRPr lang="pt-BR" sz="2800" dirty="0" smtClean="0">
              <a:solidFill>
                <a:srgbClr val="FF0000"/>
              </a:solidFill>
              <a:latin typeface="Constantia" pitchFamily="18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117959" y="3217540"/>
            <a:ext cx="90364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dirty="0" smtClean="0"/>
              <a:t>Acompanhar as ações realizadas pela equipe de suporte detalhando passo a passo na ferramenta </a:t>
            </a:r>
            <a:r>
              <a:rPr lang="pt-BR" dirty="0" err="1" smtClean="0"/>
              <a:t>tCrono</a:t>
            </a:r>
            <a:r>
              <a:rPr lang="pt-BR" dirty="0" smtClean="0"/>
              <a:t>!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 smtClean="0"/>
              <a:t>Registrar no chamado as ações realizadas + consequências.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 smtClean="0"/>
              <a:t>Envio de SMS de atualização da tratativa.</a:t>
            </a:r>
          </a:p>
          <a:p>
            <a:pPr marL="342900" indent="-342900">
              <a:buFont typeface="+mj-lt"/>
              <a:buAutoNum type="arabicPeriod"/>
            </a:pPr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8063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  <p:bldP spid="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2460945301"/>
              </p:ext>
            </p:extLst>
          </p:nvPr>
        </p:nvGraphicFramePr>
        <p:xfrm>
          <a:off x="-972616" y="985292"/>
          <a:ext cx="10259525" cy="1944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aixaDeTexto 3"/>
          <p:cNvSpPr txBox="1"/>
          <p:nvPr/>
        </p:nvSpPr>
        <p:spPr>
          <a:xfrm>
            <a:off x="15213" y="2785492"/>
            <a:ext cx="89669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 smtClean="0">
                <a:solidFill>
                  <a:srgbClr val="002060"/>
                </a:solidFill>
                <a:latin typeface="Constantia" pitchFamily="18" charset="0"/>
              </a:rPr>
              <a:t>Escalonamento: Imediato, ou seja, chamado com 1 hora o Gestor da equipe de suporte </a:t>
            </a:r>
            <a:r>
              <a:rPr lang="pt-BR" sz="2800" dirty="0">
                <a:solidFill>
                  <a:srgbClr val="002060"/>
                </a:solidFill>
                <a:latin typeface="Constantia" pitchFamily="18" charset="0"/>
              </a:rPr>
              <a:t>r</a:t>
            </a:r>
            <a:r>
              <a:rPr lang="pt-BR" sz="2800" dirty="0" smtClean="0">
                <a:solidFill>
                  <a:srgbClr val="002060"/>
                </a:solidFill>
                <a:latin typeface="Constantia" pitchFamily="18" charset="0"/>
              </a:rPr>
              <a:t>esponsável deverá ser acionado.</a:t>
            </a:r>
            <a:endParaRPr lang="pt-BR" sz="2800" dirty="0" smtClean="0">
              <a:solidFill>
                <a:srgbClr val="FF0000"/>
              </a:solidFill>
              <a:latin typeface="Constantia" pitchFamily="18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117959" y="4343534"/>
            <a:ext cx="91689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dirty="0" smtClean="0"/>
              <a:t>Qualquer dificuldade na atuação da tratativa, o responsável pela equipe de suporte que estiver atuando no chamado deverá ser escalonado para conhecimento e atuação.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 smtClean="0"/>
              <a:t>Registrar passo a passo os acionamento realizados na ferramenta </a:t>
            </a:r>
            <a:r>
              <a:rPr lang="pt-BR" dirty="0" err="1" smtClean="0"/>
              <a:t>tCrono</a:t>
            </a:r>
            <a:r>
              <a:rPr lang="pt-BR" dirty="0" smtClean="0"/>
              <a:t>!</a:t>
            </a:r>
          </a:p>
          <a:p>
            <a:endParaRPr lang="pt-BR" dirty="0" smtClean="0"/>
          </a:p>
          <a:p>
            <a:pPr marL="342900" indent="-342900">
              <a:buFont typeface="+mj-lt"/>
              <a:buAutoNum type="arabicPeriod"/>
            </a:pPr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8063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  <p:bldP spid="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4210906956"/>
              </p:ext>
            </p:extLst>
          </p:nvPr>
        </p:nvGraphicFramePr>
        <p:xfrm>
          <a:off x="-972616" y="985292"/>
          <a:ext cx="10259525" cy="1944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aixaDeTexto 3"/>
          <p:cNvSpPr txBox="1"/>
          <p:nvPr/>
        </p:nvSpPr>
        <p:spPr>
          <a:xfrm>
            <a:off x="15213" y="2785492"/>
            <a:ext cx="896695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 smtClean="0">
                <a:solidFill>
                  <a:srgbClr val="FF0000"/>
                </a:solidFill>
                <a:latin typeface="Constantia" pitchFamily="18" charset="0"/>
              </a:rPr>
              <a:t>IMPORTANTE:</a:t>
            </a:r>
          </a:p>
          <a:p>
            <a:pPr algn="ctr"/>
            <a:r>
              <a:rPr lang="pt-BR" sz="2800" dirty="0" smtClean="0">
                <a:latin typeface="Constantia" pitchFamily="18" charset="0"/>
              </a:rPr>
              <a:t>É fundamental que qualquer dificuldade em cumprir esses prazos sejam registradas na ferramenta </a:t>
            </a:r>
            <a:r>
              <a:rPr lang="pt-BR" sz="2800" dirty="0" err="1" smtClean="0">
                <a:latin typeface="Constantia" pitchFamily="18" charset="0"/>
              </a:rPr>
              <a:t>tCrono</a:t>
            </a:r>
            <a:r>
              <a:rPr lang="pt-BR" sz="2800" dirty="0" smtClean="0">
                <a:latin typeface="Constantia" pitchFamily="18" charset="0"/>
              </a:rPr>
              <a:t>! para que isso seja tratado posteriormente.</a:t>
            </a:r>
          </a:p>
        </p:txBody>
      </p:sp>
    </p:spTree>
    <p:extLst>
      <p:ext uri="{BB962C8B-B14F-4D97-AF65-F5344CB8AC3E}">
        <p14:creationId xmlns:p14="http://schemas.microsoft.com/office/powerpoint/2010/main" val="1798063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  <p:bldP spid="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pic>
        <p:nvPicPr>
          <p:cNvPr id="3" name="Imagem 2" descr="icone-escritorio-trabalho.jpg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678" t="29979" r="59612" b="35957"/>
          <a:stretch>
            <a:fillRect/>
          </a:stretch>
        </p:blipFill>
        <p:spPr>
          <a:xfrm flipH="1">
            <a:off x="4724400" y="3793604"/>
            <a:ext cx="793886" cy="952663"/>
          </a:xfrm>
          <a:prstGeom prst="rect">
            <a:avLst/>
          </a:prstGeom>
        </p:spPr>
      </p:pic>
      <p:pic>
        <p:nvPicPr>
          <p:cNvPr id="4" name="Imagem 3" descr="tecnic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290" y="3865612"/>
            <a:ext cx="915422" cy="915422"/>
          </a:xfrm>
          <a:prstGeom prst="rect">
            <a:avLst/>
          </a:prstGeom>
        </p:spPr>
      </p:pic>
      <p:pic>
        <p:nvPicPr>
          <p:cNvPr id="5" name="Imagem 4" descr="pessoas.jp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000" t="48802" r="4136" b="878"/>
          <a:stretch>
            <a:fillRect/>
          </a:stretch>
        </p:blipFill>
        <p:spPr>
          <a:xfrm>
            <a:off x="6668616" y="2569468"/>
            <a:ext cx="785915" cy="970837"/>
          </a:xfrm>
          <a:prstGeom prst="rect">
            <a:avLst/>
          </a:prstGeom>
        </p:spPr>
      </p:pic>
      <p:pic>
        <p:nvPicPr>
          <p:cNvPr id="6" name="Imagem 5" descr="pessoas.jp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000" t="48802" r="4136" b="878"/>
          <a:stretch>
            <a:fillRect/>
          </a:stretch>
        </p:blipFill>
        <p:spPr>
          <a:xfrm>
            <a:off x="4644008" y="2569468"/>
            <a:ext cx="785915" cy="970837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4499992" y="4585692"/>
            <a:ext cx="1105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 smtClean="0"/>
              <a:t>Operador</a:t>
            </a:r>
          </a:p>
          <a:p>
            <a:pPr algn="ctr"/>
            <a:r>
              <a:rPr lang="pt-BR" sz="1200" b="1" dirty="0"/>
              <a:t>CSC SDK – Alto Impacto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4484388" y="3403947"/>
            <a:ext cx="1105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 smtClean="0"/>
              <a:t>GERENTE</a:t>
            </a:r>
            <a:endParaRPr lang="pt-BR" sz="1200" b="1" dirty="0"/>
          </a:p>
        </p:txBody>
      </p:sp>
      <p:sp>
        <p:nvSpPr>
          <p:cNvPr id="9" name="CaixaDeTexto 8"/>
          <p:cNvSpPr txBox="1"/>
          <p:nvPr/>
        </p:nvSpPr>
        <p:spPr>
          <a:xfrm>
            <a:off x="6563191" y="4700091"/>
            <a:ext cx="1105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 smtClean="0"/>
              <a:t>Suporte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6428439" y="3403947"/>
            <a:ext cx="13839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 smtClean="0"/>
              <a:t>Gestor Suporte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323528" y="4956765"/>
            <a:ext cx="1105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/>
              <a:t>Solicitante</a:t>
            </a:r>
            <a:endParaRPr lang="pt-BR" sz="1200" b="1" dirty="0"/>
          </a:p>
        </p:txBody>
      </p:sp>
      <p:pic>
        <p:nvPicPr>
          <p:cNvPr id="13" name="Imagem 12" descr="erro 2.jp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3528" y="3188494"/>
            <a:ext cx="201508" cy="201508"/>
          </a:xfrm>
          <a:prstGeom prst="rect">
            <a:avLst/>
          </a:prstGeom>
        </p:spPr>
      </p:pic>
      <p:sp>
        <p:nvSpPr>
          <p:cNvPr id="14" name="CaixaDeTexto 13"/>
          <p:cNvSpPr txBox="1"/>
          <p:nvPr/>
        </p:nvSpPr>
        <p:spPr>
          <a:xfrm>
            <a:off x="489486" y="3145532"/>
            <a:ext cx="9391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rgbClr val="FF0000"/>
                </a:solidFill>
              </a:rPr>
              <a:t>INCIDENTE</a:t>
            </a:r>
            <a:endParaRPr lang="pt-BR" sz="1200" b="1" dirty="0">
              <a:solidFill>
                <a:srgbClr val="FF0000"/>
              </a:solidFill>
            </a:endParaRPr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5" t="48208" r="51872" b="2130"/>
          <a:stretch/>
        </p:blipFill>
        <p:spPr>
          <a:xfrm>
            <a:off x="107504" y="3461524"/>
            <a:ext cx="1224136" cy="1556216"/>
          </a:xfrm>
          <a:prstGeom prst="rect">
            <a:avLst/>
          </a:prstGeom>
        </p:spPr>
      </p:pic>
      <p:pic>
        <p:nvPicPr>
          <p:cNvPr id="16" name="Imagem 15" descr="icone-escritorio-trabalho.jpg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678" t="29979" r="59612" b="35957"/>
          <a:stretch>
            <a:fillRect/>
          </a:stretch>
        </p:blipFill>
        <p:spPr>
          <a:xfrm>
            <a:off x="1810663" y="4585692"/>
            <a:ext cx="800472" cy="960566"/>
          </a:xfrm>
          <a:prstGeom prst="rect">
            <a:avLst/>
          </a:prstGeom>
        </p:spPr>
      </p:pic>
      <p:pic>
        <p:nvPicPr>
          <p:cNvPr id="17" name="Imagem 16" descr="icone-escritorio-trabalho.jpg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grayscl/>
          </a:blip>
          <a:srcRect l="24636" t="47011" r="59612" b="35957"/>
          <a:stretch/>
        </p:blipFill>
        <p:spPr>
          <a:xfrm>
            <a:off x="2055927" y="5065975"/>
            <a:ext cx="555208" cy="480282"/>
          </a:xfrm>
          <a:prstGeom prst="rect">
            <a:avLst/>
          </a:prstGeom>
        </p:spPr>
      </p:pic>
      <p:sp>
        <p:nvSpPr>
          <p:cNvPr id="18" name="CaixaDeTexto 17"/>
          <p:cNvSpPr txBox="1"/>
          <p:nvPr/>
        </p:nvSpPr>
        <p:spPr>
          <a:xfrm>
            <a:off x="1810663" y="5420171"/>
            <a:ext cx="1105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 smtClean="0"/>
              <a:t>Apoio local</a:t>
            </a:r>
            <a:endParaRPr lang="pt-BR" sz="1200" b="1" dirty="0"/>
          </a:p>
        </p:txBody>
      </p:sp>
      <p:cxnSp>
        <p:nvCxnSpPr>
          <p:cNvPr id="19" name="Conector reto 18"/>
          <p:cNvCxnSpPr>
            <a:stCxn id="15" idx="3"/>
            <a:endCxn id="3" idx="3"/>
          </p:cNvCxnSpPr>
          <p:nvPr/>
        </p:nvCxnSpPr>
        <p:spPr>
          <a:xfrm>
            <a:off x="1331640" y="4239632"/>
            <a:ext cx="3392760" cy="30304"/>
          </a:xfrm>
          <a:prstGeom prst="line">
            <a:avLst/>
          </a:prstGeom>
          <a:ln w="317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5292080" y="4323323"/>
            <a:ext cx="1512168" cy="0"/>
          </a:xfrm>
          <a:prstGeom prst="line">
            <a:avLst/>
          </a:prstGeom>
          <a:ln w="317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angulado 20"/>
          <p:cNvCxnSpPr>
            <a:stCxn id="3" idx="3"/>
            <a:endCxn id="6" idx="1"/>
          </p:cNvCxnSpPr>
          <p:nvPr/>
        </p:nvCxnSpPr>
        <p:spPr>
          <a:xfrm rot="10800000">
            <a:off x="4644008" y="3054888"/>
            <a:ext cx="80392" cy="1215049"/>
          </a:xfrm>
          <a:prstGeom prst="bentConnector3">
            <a:avLst>
              <a:gd name="adj1" fmla="val 384357"/>
            </a:avLst>
          </a:prstGeom>
          <a:ln w="317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angulado 21"/>
          <p:cNvCxnSpPr>
            <a:endCxn id="5" idx="1"/>
          </p:cNvCxnSpPr>
          <p:nvPr/>
        </p:nvCxnSpPr>
        <p:spPr>
          <a:xfrm flipV="1">
            <a:off x="5292080" y="3054887"/>
            <a:ext cx="1376536" cy="1268436"/>
          </a:xfrm>
          <a:prstGeom prst="bentConnector3">
            <a:avLst>
              <a:gd name="adj1" fmla="val 50000"/>
            </a:avLst>
          </a:prstGeom>
          <a:ln w="317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angulado 22"/>
          <p:cNvCxnSpPr>
            <a:stCxn id="3" idx="3"/>
            <a:endCxn id="16" idx="3"/>
          </p:cNvCxnSpPr>
          <p:nvPr/>
        </p:nvCxnSpPr>
        <p:spPr>
          <a:xfrm rot="10800000" flipV="1">
            <a:off x="2611136" y="4269935"/>
            <a:ext cx="2113265" cy="796039"/>
          </a:xfrm>
          <a:prstGeom prst="bentConnector3">
            <a:avLst>
              <a:gd name="adj1" fmla="val 50000"/>
            </a:avLst>
          </a:prstGeom>
          <a:ln w="317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9970" y="1129308"/>
            <a:ext cx="89669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 smtClean="0">
                <a:solidFill>
                  <a:srgbClr val="002060"/>
                </a:solidFill>
                <a:latin typeface="Cooper Black" pitchFamily="18" charset="0"/>
              </a:rPr>
              <a:t>Definindo papeis:</a:t>
            </a:r>
          </a:p>
        </p:txBody>
      </p:sp>
    </p:spTree>
    <p:extLst>
      <p:ext uri="{BB962C8B-B14F-4D97-AF65-F5344CB8AC3E}">
        <p14:creationId xmlns:p14="http://schemas.microsoft.com/office/powerpoint/2010/main" val="1798063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23528" y="2436485"/>
            <a:ext cx="9695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/>
              <a:t>Solicitante</a:t>
            </a:r>
            <a:endParaRPr lang="pt-BR" sz="1200" b="1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5" t="48208" r="51872" b="2130"/>
          <a:stretch/>
        </p:blipFill>
        <p:spPr>
          <a:xfrm>
            <a:off x="434127" y="1633364"/>
            <a:ext cx="676376" cy="859861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19970" y="1129308"/>
            <a:ext cx="89669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 smtClean="0">
                <a:solidFill>
                  <a:srgbClr val="002060"/>
                </a:solidFill>
                <a:latin typeface="Cooper Black" pitchFamily="18" charset="0"/>
              </a:rPr>
              <a:t>Definindo papeis:</a:t>
            </a:r>
          </a:p>
        </p:txBody>
      </p:sp>
      <p:sp>
        <p:nvSpPr>
          <p:cNvPr id="6" name="Retângulo 5"/>
          <p:cNvSpPr/>
          <p:nvPr/>
        </p:nvSpPr>
        <p:spPr>
          <a:xfrm>
            <a:off x="1184417" y="2041116"/>
            <a:ext cx="698477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dirty="0" smtClean="0">
                <a:solidFill>
                  <a:srgbClr val="002060"/>
                </a:solidFill>
                <a:latin typeface="Calibri"/>
              </a:rPr>
              <a:t>Abre o chamado, informa a ocorrência e valida a normalização</a:t>
            </a:r>
          </a:p>
        </p:txBody>
      </p:sp>
      <p:pic>
        <p:nvPicPr>
          <p:cNvPr id="7" name="Imagem 6" descr="icone-escritorio-trabalho.jpg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678" t="29979" r="59612" b="35957"/>
          <a:stretch>
            <a:fillRect/>
          </a:stretch>
        </p:blipFill>
        <p:spPr>
          <a:xfrm>
            <a:off x="337086" y="2929508"/>
            <a:ext cx="702233" cy="842679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290111" y="3721596"/>
            <a:ext cx="9695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 smtClean="0"/>
              <a:t>Apoio local</a:t>
            </a:r>
            <a:endParaRPr lang="pt-BR" sz="1200" b="1" dirty="0"/>
          </a:p>
        </p:txBody>
      </p:sp>
      <p:sp>
        <p:nvSpPr>
          <p:cNvPr id="11" name="Retângulo 10"/>
          <p:cNvSpPr/>
          <p:nvPr/>
        </p:nvSpPr>
        <p:spPr>
          <a:xfrm>
            <a:off x="1187624" y="3337260"/>
            <a:ext cx="69847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dirty="0" smtClean="0">
                <a:solidFill>
                  <a:srgbClr val="002060"/>
                </a:solidFill>
                <a:latin typeface="Calibri"/>
              </a:rPr>
              <a:t>Vai até o local, coleta evidencia, atua como “braço” nos testes e realiza a validação coletando a evidencia da normalização.</a:t>
            </a:r>
          </a:p>
        </p:txBody>
      </p:sp>
      <p:pic>
        <p:nvPicPr>
          <p:cNvPr id="12" name="Imagem 11" descr="tecnic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210" y="4369668"/>
            <a:ext cx="803075" cy="803075"/>
          </a:xfrm>
          <a:prstGeom prst="rect">
            <a:avLst/>
          </a:prstGeom>
        </p:spPr>
      </p:pic>
      <p:sp>
        <p:nvSpPr>
          <p:cNvPr id="13" name="CaixaDeTexto 12"/>
          <p:cNvSpPr txBox="1"/>
          <p:nvPr/>
        </p:nvSpPr>
        <p:spPr>
          <a:xfrm>
            <a:off x="290111" y="5089748"/>
            <a:ext cx="9695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 smtClean="0"/>
              <a:t>Suporte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1187624" y="4657700"/>
            <a:ext cx="698477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dirty="0" smtClean="0">
                <a:solidFill>
                  <a:srgbClr val="002060"/>
                </a:solidFill>
                <a:latin typeface="Calibri"/>
              </a:rPr>
              <a:t>Atua na resolução do incidente direcionando a tratativa.</a:t>
            </a:r>
          </a:p>
        </p:txBody>
      </p:sp>
    </p:spTree>
    <p:extLst>
      <p:ext uri="{BB962C8B-B14F-4D97-AF65-F5344CB8AC3E}">
        <p14:creationId xmlns:p14="http://schemas.microsoft.com/office/powerpoint/2010/main" val="1798063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9" grpId="0"/>
      <p:bldP spid="11" grpId="0"/>
      <p:bldP spid="13" grpId="0"/>
      <p:bldP spid="1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07504" y="1147306"/>
            <a:ext cx="903649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/>
            <a:r>
              <a:rPr lang="pt-BR" sz="6000" dirty="0" smtClean="0">
                <a:solidFill>
                  <a:srgbClr val="002060"/>
                </a:solidFill>
                <a:latin typeface="Cooper Black" pitchFamily="18" charset="0"/>
              </a:rPr>
              <a:t>Atuação em Incidentes</a:t>
            </a:r>
          </a:p>
          <a:p>
            <a:pPr marL="342900" indent="-342900" algn="ctr"/>
            <a:endParaRPr lang="pt-BR" sz="1000" dirty="0" smtClean="0">
              <a:solidFill>
                <a:srgbClr val="002060"/>
              </a:solidFill>
              <a:latin typeface="Cooper Black" pitchFamily="18" charset="0"/>
            </a:endParaRPr>
          </a:p>
          <a:p>
            <a:pPr marL="342900" indent="-342900" algn="ctr"/>
            <a:r>
              <a:rPr lang="pt-BR" sz="6000" dirty="0" smtClean="0">
                <a:solidFill>
                  <a:srgbClr val="002060"/>
                </a:solidFill>
                <a:latin typeface="Cooper Black" pitchFamily="18" charset="0"/>
              </a:rPr>
              <a:t>Dúvidas?</a:t>
            </a:r>
            <a:endParaRPr lang="pt-BR" sz="6600" dirty="0" smtClean="0">
              <a:solidFill>
                <a:srgbClr val="002060"/>
              </a:solidFill>
              <a:latin typeface="Cooper Black" pitchFamily="18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07504" y="3858061"/>
            <a:ext cx="8640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/>
            <a:r>
              <a:rPr lang="pt-BR" sz="6000" dirty="0" smtClean="0">
                <a:solidFill>
                  <a:srgbClr val="FF0000"/>
                </a:solidFill>
                <a:latin typeface="Brush Script MT" pitchFamily="66" charset="0"/>
              </a:rPr>
              <a:t>Eu tenho...</a:t>
            </a:r>
          </a:p>
        </p:txBody>
      </p:sp>
    </p:spTree>
    <p:extLst>
      <p:ext uri="{BB962C8B-B14F-4D97-AF65-F5344CB8AC3E}">
        <p14:creationId xmlns:p14="http://schemas.microsoft.com/office/powerpoint/2010/main" val="1798063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07504" y="1417340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/>
            <a:r>
              <a:rPr lang="pt-BR" sz="4000" dirty="0" smtClean="0">
                <a:solidFill>
                  <a:srgbClr val="002060"/>
                </a:solidFill>
              </a:rPr>
              <a:t>Quais as etapas da tratativa de Incidente?</a:t>
            </a:r>
            <a:endParaRPr lang="pt-BR" sz="4400" dirty="0" smtClean="0">
              <a:solidFill>
                <a:srgbClr val="00206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07504" y="2929508"/>
            <a:ext cx="864096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714750" lvl="7" indent="-514350">
              <a:buFont typeface="+mj-lt"/>
              <a:buAutoNum type="arabicPeriod"/>
            </a:pPr>
            <a:r>
              <a:rPr lang="pt-BR" sz="2800" dirty="0" smtClean="0">
                <a:solidFill>
                  <a:srgbClr val="FF0000"/>
                </a:solidFill>
                <a:latin typeface="+mj-lt"/>
              </a:rPr>
              <a:t>Validação</a:t>
            </a:r>
          </a:p>
          <a:p>
            <a:pPr marL="3714750" lvl="7" indent="-514350">
              <a:buFont typeface="+mj-lt"/>
              <a:buAutoNum type="arabicPeriod"/>
            </a:pPr>
            <a:r>
              <a:rPr lang="pt-BR" sz="2800" dirty="0" smtClean="0">
                <a:solidFill>
                  <a:srgbClr val="FF0000"/>
                </a:solidFill>
                <a:latin typeface="+mj-lt"/>
              </a:rPr>
              <a:t>Acionamento </a:t>
            </a:r>
          </a:p>
          <a:p>
            <a:pPr marL="3714750" lvl="7" indent="-514350">
              <a:buFont typeface="+mj-lt"/>
              <a:buAutoNum type="arabicPeriod"/>
            </a:pPr>
            <a:r>
              <a:rPr lang="pt-BR" sz="2800" dirty="0" smtClean="0">
                <a:solidFill>
                  <a:srgbClr val="FF0000"/>
                </a:solidFill>
                <a:latin typeface="+mj-lt"/>
              </a:rPr>
              <a:t>Atuação</a:t>
            </a:r>
          </a:p>
          <a:p>
            <a:pPr marL="3714750" lvl="7" indent="-514350">
              <a:buFont typeface="+mj-lt"/>
              <a:buAutoNum type="arabicPeriod"/>
            </a:pPr>
            <a:r>
              <a:rPr lang="pt-BR" sz="2800" dirty="0" smtClean="0">
                <a:solidFill>
                  <a:srgbClr val="FF0000"/>
                </a:solidFill>
                <a:latin typeface="+mj-lt"/>
              </a:rPr>
              <a:t>Escalonamento</a:t>
            </a:r>
          </a:p>
          <a:p>
            <a:pPr marL="3714750" lvl="7" indent="-514350">
              <a:buFont typeface="+mj-lt"/>
              <a:buAutoNum type="arabicPeriod"/>
            </a:pPr>
            <a:r>
              <a:rPr lang="pt-BR" sz="2800" dirty="0" smtClean="0">
                <a:solidFill>
                  <a:srgbClr val="FF0000"/>
                </a:solidFill>
                <a:latin typeface="+mj-lt"/>
              </a:rPr>
              <a:t>Validação</a:t>
            </a:r>
          </a:p>
          <a:p>
            <a:pPr marL="3714750" lvl="7" indent="-514350">
              <a:buFont typeface="+mj-lt"/>
              <a:buAutoNum type="arabicPeriod"/>
            </a:pPr>
            <a:r>
              <a:rPr lang="pt-BR" sz="2800" dirty="0" smtClean="0">
                <a:solidFill>
                  <a:srgbClr val="FF0000"/>
                </a:solidFill>
                <a:latin typeface="+mj-lt"/>
              </a:rPr>
              <a:t>Fechamento</a:t>
            </a:r>
          </a:p>
          <a:p>
            <a:pPr marL="342900" indent="-342900" algn="ctr"/>
            <a:endParaRPr lang="pt-BR" sz="2800" dirty="0" smtClean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98063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07504" y="1417340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/>
            <a:r>
              <a:rPr lang="pt-BR" sz="4000" dirty="0" smtClean="0">
                <a:solidFill>
                  <a:srgbClr val="002060"/>
                </a:solidFill>
              </a:rPr>
              <a:t>Todo incidente precisa ter </a:t>
            </a:r>
            <a:r>
              <a:rPr lang="pt-BR" sz="4000" dirty="0" err="1" smtClean="0">
                <a:solidFill>
                  <a:srgbClr val="002060"/>
                </a:solidFill>
              </a:rPr>
              <a:t>tCrono</a:t>
            </a:r>
            <a:r>
              <a:rPr lang="pt-BR" sz="4000" dirty="0" smtClean="0">
                <a:solidFill>
                  <a:srgbClr val="002060"/>
                </a:solidFill>
              </a:rPr>
              <a:t>! aberto?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07504" y="3433564"/>
            <a:ext cx="86409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/>
            <a:r>
              <a:rPr lang="pt-BR" sz="2800" dirty="0" smtClean="0">
                <a:solidFill>
                  <a:srgbClr val="FF0000"/>
                </a:solidFill>
                <a:latin typeface="+mj-lt"/>
              </a:rPr>
              <a:t>Sim, pois isso garante o registro da ações que realizamos durante a tratativa.</a:t>
            </a:r>
          </a:p>
        </p:txBody>
      </p:sp>
    </p:spTree>
    <p:extLst>
      <p:ext uri="{BB962C8B-B14F-4D97-AF65-F5344CB8AC3E}">
        <p14:creationId xmlns:p14="http://schemas.microsoft.com/office/powerpoint/2010/main" val="1798063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-108520" y="1417340"/>
            <a:ext cx="90730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/>
            <a:r>
              <a:rPr lang="pt-BR" sz="4000" dirty="0" smtClean="0">
                <a:solidFill>
                  <a:srgbClr val="002060"/>
                </a:solidFill>
              </a:rPr>
              <a:t>O CSC-SDK </a:t>
            </a:r>
            <a:r>
              <a:rPr lang="pt-BR" sz="4000" dirty="0">
                <a:solidFill>
                  <a:srgbClr val="002060"/>
                </a:solidFill>
              </a:rPr>
              <a:t>tem </a:t>
            </a:r>
            <a:r>
              <a:rPr lang="pt-BR" sz="4000" dirty="0" smtClean="0">
                <a:solidFill>
                  <a:srgbClr val="002060"/>
                </a:solidFill>
              </a:rPr>
              <a:t>que ligar para o Solicitante em todos os casos de incidente de Alto impacto?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07504" y="3433564"/>
            <a:ext cx="86409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/>
            <a:r>
              <a:rPr lang="pt-BR" sz="2400" dirty="0" smtClean="0">
                <a:solidFill>
                  <a:srgbClr val="FF0000"/>
                </a:solidFill>
                <a:latin typeface="+mj-lt"/>
              </a:rPr>
              <a:t>Sim. Esses chamados são de responsabilidade do CSC-SDK, então quanto mais rápido identificarmos o problema mais rápido buscaremos as ações corretiva. Além disso, o Cliente se sente protegido sabendo que rapidamente a equipe já está ciente do seu caso  </a:t>
            </a:r>
          </a:p>
        </p:txBody>
      </p:sp>
    </p:spTree>
    <p:extLst>
      <p:ext uri="{BB962C8B-B14F-4D97-AF65-F5344CB8AC3E}">
        <p14:creationId xmlns:p14="http://schemas.microsoft.com/office/powerpoint/2010/main" val="1798063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5" t="48208" r="51872" b="2130"/>
          <a:stretch/>
        </p:blipFill>
        <p:spPr>
          <a:xfrm>
            <a:off x="35496" y="1963512"/>
            <a:ext cx="2232561" cy="2838204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2268056" y="1378431"/>
            <a:ext cx="68759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/>
              <a:t>Nosso trabalho é atender as necessidades de um determinado Grupo de cliente. </a:t>
            </a:r>
          </a:p>
          <a:p>
            <a:endParaRPr lang="pt-BR" sz="2400" dirty="0"/>
          </a:p>
        </p:txBody>
      </p:sp>
      <p:sp>
        <p:nvSpPr>
          <p:cNvPr id="5" name="CaixaDeTexto 4"/>
          <p:cNvSpPr txBox="1"/>
          <p:nvPr/>
        </p:nvSpPr>
        <p:spPr>
          <a:xfrm>
            <a:off x="2268057" y="3073524"/>
            <a:ext cx="687594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 smtClean="0">
                <a:solidFill>
                  <a:srgbClr val="00B050"/>
                </a:solidFill>
              </a:rPr>
              <a:t>“Por favor, eu preciso de...”</a:t>
            </a:r>
          </a:p>
          <a:p>
            <a:endParaRPr lang="pt-BR" sz="4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063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5" t="48208" r="51872" b="2130"/>
          <a:stretch/>
        </p:blipFill>
        <p:spPr>
          <a:xfrm>
            <a:off x="35496" y="1963512"/>
            <a:ext cx="2232561" cy="2838204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2268056" y="1378431"/>
            <a:ext cx="68759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/>
              <a:t>E a expectativa do cliente passa a ser ter essa necessidade atendida.</a:t>
            </a:r>
          </a:p>
          <a:p>
            <a:endParaRPr lang="pt-BR" sz="24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2281436"/>
            <a:ext cx="3245526" cy="326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063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5" t="48208" r="51872" b="2130"/>
          <a:stretch/>
        </p:blipFill>
        <p:spPr>
          <a:xfrm>
            <a:off x="35496" y="1963512"/>
            <a:ext cx="2232561" cy="2838204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2268056" y="1378431"/>
            <a:ext cx="68759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/>
              <a:t>Qualquer situação que não atenda a expectativa do Cliente, deixará uma experiência Negativa.</a:t>
            </a:r>
          </a:p>
          <a:p>
            <a:endParaRPr lang="pt-BR" sz="24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2281436"/>
            <a:ext cx="3245526" cy="3260015"/>
          </a:xfrm>
          <a:prstGeom prst="rect">
            <a:avLst/>
          </a:prstGeom>
        </p:spPr>
      </p:pic>
      <p:sp>
        <p:nvSpPr>
          <p:cNvPr id="6" name="Símbolo de 'Não' 5"/>
          <p:cNvSpPr/>
          <p:nvPr/>
        </p:nvSpPr>
        <p:spPr>
          <a:xfrm>
            <a:off x="3995936" y="2389201"/>
            <a:ext cx="3600400" cy="3204603"/>
          </a:xfrm>
          <a:prstGeom prst="noSmoking">
            <a:avLst>
              <a:gd name="adj" fmla="val 691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063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5" t="48208" r="51872" b="2130"/>
          <a:stretch/>
        </p:blipFill>
        <p:spPr>
          <a:xfrm>
            <a:off x="35496" y="1963512"/>
            <a:ext cx="2232561" cy="2838204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2268056" y="1378431"/>
            <a:ext cx="68759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/>
              <a:t>O acumulo de experiências negativas gera um desgaste junto ao Cliente levando-o a questionar se realmente temos a capacitação necessária suficiente para atender as necessidade para qual ele nos contratou.</a:t>
            </a:r>
          </a:p>
          <a:p>
            <a:endParaRPr lang="pt-BR" sz="2400" dirty="0"/>
          </a:p>
        </p:txBody>
      </p:sp>
      <p:grpSp>
        <p:nvGrpSpPr>
          <p:cNvPr id="5" name="Grupo 4"/>
          <p:cNvGrpSpPr/>
          <p:nvPr/>
        </p:nvGrpSpPr>
        <p:grpSpPr>
          <a:xfrm>
            <a:off x="3059832" y="4153644"/>
            <a:ext cx="860965" cy="792088"/>
            <a:chOff x="3995936" y="2281436"/>
            <a:chExt cx="3600400" cy="3312368"/>
          </a:xfrm>
        </p:grpSpPr>
        <p:pic>
          <p:nvPicPr>
            <p:cNvPr id="6" name="Imagem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7944" y="2281436"/>
              <a:ext cx="3245526" cy="3260015"/>
            </a:xfrm>
            <a:prstGeom prst="rect">
              <a:avLst/>
            </a:prstGeom>
          </p:spPr>
        </p:pic>
        <p:sp>
          <p:nvSpPr>
            <p:cNvPr id="7" name="Símbolo de 'Não' 6"/>
            <p:cNvSpPr/>
            <p:nvPr/>
          </p:nvSpPr>
          <p:spPr>
            <a:xfrm>
              <a:off x="3995936" y="2389201"/>
              <a:ext cx="3600400" cy="3204603"/>
            </a:xfrm>
            <a:prstGeom prst="noSmoking">
              <a:avLst>
                <a:gd name="adj" fmla="val 6913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FF0000"/>
                </a:solidFill>
              </a:endParaRPr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3999067" y="4153644"/>
            <a:ext cx="860965" cy="792088"/>
            <a:chOff x="3995936" y="2281436"/>
            <a:chExt cx="3600400" cy="3312368"/>
          </a:xfrm>
        </p:grpSpPr>
        <p:pic>
          <p:nvPicPr>
            <p:cNvPr id="9" name="Imagem 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7944" y="2281436"/>
              <a:ext cx="3245526" cy="3260015"/>
            </a:xfrm>
            <a:prstGeom prst="rect">
              <a:avLst/>
            </a:prstGeom>
          </p:spPr>
        </p:pic>
        <p:sp>
          <p:nvSpPr>
            <p:cNvPr id="11" name="Símbolo de 'Não' 10"/>
            <p:cNvSpPr/>
            <p:nvPr/>
          </p:nvSpPr>
          <p:spPr>
            <a:xfrm>
              <a:off x="3995936" y="2389201"/>
              <a:ext cx="3600400" cy="3204603"/>
            </a:xfrm>
            <a:prstGeom prst="noSmoking">
              <a:avLst>
                <a:gd name="adj" fmla="val 6913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Grupo 11"/>
          <p:cNvGrpSpPr/>
          <p:nvPr/>
        </p:nvGrpSpPr>
        <p:grpSpPr>
          <a:xfrm>
            <a:off x="4932040" y="4153644"/>
            <a:ext cx="860965" cy="792088"/>
            <a:chOff x="3995936" y="2281436"/>
            <a:chExt cx="3600400" cy="3312368"/>
          </a:xfrm>
        </p:grpSpPr>
        <p:pic>
          <p:nvPicPr>
            <p:cNvPr id="13" name="Imagem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7944" y="2281436"/>
              <a:ext cx="3245526" cy="3260015"/>
            </a:xfrm>
            <a:prstGeom prst="rect">
              <a:avLst/>
            </a:prstGeom>
          </p:spPr>
        </p:pic>
        <p:sp>
          <p:nvSpPr>
            <p:cNvPr id="14" name="Símbolo de 'Não' 13"/>
            <p:cNvSpPr/>
            <p:nvPr/>
          </p:nvSpPr>
          <p:spPr>
            <a:xfrm>
              <a:off x="3995936" y="2389201"/>
              <a:ext cx="3600400" cy="3204603"/>
            </a:xfrm>
            <a:prstGeom prst="noSmoking">
              <a:avLst>
                <a:gd name="adj" fmla="val 6913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FF0000"/>
                </a:solidFill>
              </a:endParaRPr>
            </a:p>
          </p:txBody>
        </p:sp>
      </p:grpSp>
      <p:grpSp>
        <p:nvGrpSpPr>
          <p:cNvPr id="15" name="Grupo 14"/>
          <p:cNvGrpSpPr/>
          <p:nvPr/>
        </p:nvGrpSpPr>
        <p:grpSpPr>
          <a:xfrm>
            <a:off x="5871275" y="4153644"/>
            <a:ext cx="860965" cy="792088"/>
            <a:chOff x="3995936" y="2281436"/>
            <a:chExt cx="3600400" cy="3312368"/>
          </a:xfrm>
        </p:grpSpPr>
        <p:pic>
          <p:nvPicPr>
            <p:cNvPr id="16" name="Imagem 1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7944" y="2281436"/>
              <a:ext cx="3245526" cy="3260015"/>
            </a:xfrm>
            <a:prstGeom prst="rect">
              <a:avLst/>
            </a:prstGeom>
          </p:spPr>
        </p:pic>
        <p:sp>
          <p:nvSpPr>
            <p:cNvPr id="17" name="Símbolo de 'Não' 16"/>
            <p:cNvSpPr/>
            <p:nvPr/>
          </p:nvSpPr>
          <p:spPr>
            <a:xfrm>
              <a:off x="3995936" y="2389201"/>
              <a:ext cx="3600400" cy="3204603"/>
            </a:xfrm>
            <a:prstGeom prst="noSmoking">
              <a:avLst>
                <a:gd name="adj" fmla="val 6913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FF0000"/>
                </a:solidFill>
              </a:endParaRPr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6804248" y="4153644"/>
            <a:ext cx="860965" cy="792088"/>
            <a:chOff x="3995936" y="2281436"/>
            <a:chExt cx="3600400" cy="3312368"/>
          </a:xfrm>
        </p:grpSpPr>
        <p:pic>
          <p:nvPicPr>
            <p:cNvPr id="19" name="Imagem 1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7944" y="2281436"/>
              <a:ext cx="3245526" cy="3260015"/>
            </a:xfrm>
            <a:prstGeom prst="rect">
              <a:avLst/>
            </a:prstGeom>
          </p:spPr>
        </p:pic>
        <p:sp>
          <p:nvSpPr>
            <p:cNvPr id="20" name="Símbolo de 'Não' 19"/>
            <p:cNvSpPr/>
            <p:nvPr/>
          </p:nvSpPr>
          <p:spPr>
            <a:xfrm>
              <a:off x="3995936" y="2389201"/>
              <a:ext cx="3600400" cy="3204603"/>
            </a:xfrm>
            <a:prstGeom prst="noSmoking">
              <a:avLst>
                <a:gd name="adj" fmla="val 6913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FF0000"/>
                </a:solidFill>
              </a:endParaRPr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7743483" y="4153644"/>
            <a:ext cx="860965" cy="792088"/>
            <a:chOff x="3995936" y="2281436"/>
            <a:chExt cx="3600400" cy="3312368"/>
          </a:xfrm>
        </p:grpSpPr>
        <p:pic>
          <p:nvPicPr>
            <p:cNvPr id="22" name="Imagem 2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7944" y="2281436"/>
              <a:ext cx="3245526" cy="3260015"/>
            </a:xfrm>
            <a:prstGeom prst="rect">
              <a:avLst/>
            </a:prstGeom>
          </p:spPr>
        </p:pic>
        <p:sp>
          <p:nvSpPr>
            <p:cNvPr id="23" name="Símbolo de 'Não' 22"/>
            <p:cNvSpPr/>
            <p:nvPr/>
          </p:nvSpPr>
          <p:spPr>
            <a:xfrm>
              <a:off x="3995936" y="2389201"/>
              <a:ext cx="3600400" cy="3204603"/>
            </a:xfrm>
            <a:prstGeom prst="noSmoking">
              <a:avLst>
                <a:gd name="adj" fmla="val 6913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8063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5" t="48208" r="51872" b="2130"/>
          <a:stretch/>
        </p:blipFill>
        <p:spPr>
          <a:xfrm>
            <a:off x="35496" y="1963512"/>
            <a:ext cx="2232561" cy="2838204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2268056" y="1378431"/>
            <a:ext cx="68759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/>
              <a:t>Nosso papel enquanto prestadores de Serviços é sempre buscar acumular experiências positivas, pois assim a tolerância e a confiança não serão abalados nos momentos em que errarmos (e tenham certeza, nós também vamos errar). </a:t>
            </a:r>
          </a:p>
          <a:p>
            <a:endParaRPr lang="pt-BR" sz="24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7051" y="4153644"/>
            <a:ext cx="776104" cy="779569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6286" y="4153644"/>
            <a:ext cx="776104" cy="779569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9259" y="4153644"/>
            <a:ext cx="776104" cy="779569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8494" y="4153644"/>
            <a:ext cx="776104" cy="77956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1467" y="4153644"/>
            <a:ext cx="776104" cy="779569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0702" y="4153644"/>
            <a:ext cx="776104" cy="779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063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5" t="48208" r="51872" b="2130"/>
          <a:stretch/>
        </p:blipFill>
        <p:spPr>
          <a:xfrm>
            <a:off x="35496" y="1963512"/>
            <a:ext cx="2232561" cy="2838204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2268056" y="1378431"/>
            <a:ext cx="68759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/>
              <a:t>Um ponto importante para olharmos é que para o cliente não existe:</a:t>
            </a:r>
          </a:p>
          <a:p>
            <a:endParaRPr lang="pt-BR" sz="2400" dirty="0"/>
          </a:p>
        </p:txBody>
      </p:sp>
      <p:sp>
        <p:nvSpPr>
          <p:cNvPr id="5" name="Retângulo de cantos arredondados 4"/>
          <p:cNvSpPr/>
          <p:nvPr/>
        </p:nvSpPr>
        <p:spPr>
          <a:xfrm>
            <a:off x="3635896" y="2713484"/>
            <a:ext cx="5040560" cy="259228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itchFamily="2" charset="2"/>
              <a:buChar char="v"/>
            </a:pPr>
            <a:r>
              <a:rPr lang="pt-BR" sz="2800" dirty="0" smtClean="0">
                <a:solidFill>
                  <a:schemeClr val="tx1"/>
                </a:solidFill>
              </a:rPr>
              <a:t>CSC SDK – Baixo e Médio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pt-BR" sz="2800" dirty="0">
                <a:solidFill>
                  <a:schemeClr val="tx1"/>
                </a:solidFill>
              </a:rPr>
              <a:t>CSC SDK – </a:t>
            </a:r>
            <a:r>
              <a:rPr lang="pt-BR" sz="2800" dirty="0" smtClean="0">
                <a:solidFill>
                  <a:schemeClr val="tx1"/>
                </a:solidFill>
              </a:rPr>
              <a:t>Alto Impacto</a:t>
            </a:r>
            <a:endParaRPr lang="pt-BR" sz="2800" dirty="0">
              <a:solidFill>
                <a:schemeClr val="tx1"/>
              </a:solidFill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pt-BR" sz="2800" dirty="0" smtClean="0">
                <a:solidFill>
                  <a:schemeClr val="tx1"/>
                </a:solidFill>
              </a:rPr>
              <a:t>CSE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pt-BR" sz="2800" dirty="0" smtClean="0">
                <a:solidFill>
                  <a:schemeClr val="tx1"/>
                </a:solidFill>
              </a:rPr>
              <a:t>NOC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pt-BR" sz="2800" dirty="0" smtClean="0">
                <a:solidFill>
                  <a:schemeClr val="tx1"/>
                </a:solidFill>
              </a:rPr>
              <a:t>Centro de Soluções</a:t>
            </a:r>
            <a:endParaRPr lang="pt-BR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063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5" t="48208" r="51872" b="2130"/>
          <a:stretch/>
        </p:blipFill>
        <p:spPr>
          <a:xfrm>
            <a:off x="35496" y="1963512"/>
            <a:ext cx="2232561" cy="2838204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2268056" y="1378431"/>
            <a:ext cx="68759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/>
              <a:t>Para o Cliente, existe apenas a:</a:t>
            </a:r>
          </a:p>
          <a:p>
            <a:endParaRPr lang="pt-BR" sz="2400" dirty="0"/>
          </a:p>
        </p:txBody>
      </p:sp>
      <p:sp>
        <p:nvSpPr>
          <p:cNvPr id="5" name="Retângulo de cantos arredondados 4"/>
          <p:cNvSpPr/>
          <p:nvPr/>
        </p:nvSpPr>
        <p:spPr>
          <a:xfrm>
            <a:off x="3635896" y="2713484"/>
            <a:ext cx="5040560" cy="259228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itchFamily="2" charset="2"/>
              <a:buChar char="v"/>
            </a:pPr>
            <a:endParaRPr lang="pt-BR" sz="2800" dirty="0">
              <a:solidFill>
                <a:schemeClr val="tx1"/>
              </a:solidFill>
            </a:endParaRPr>
          </a:p>
        </p:txBody>
      </p:sp>
      <p:pic>
        <p:nvPicPr>
          <p:cNvPr id="6" name="Imagem 2" descr="image001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0" t="26464" r="44671"/>
          <a:stretch/>
        </p:blipFill>
        <p:spPr bwMode="auto">
          <a:xfrm>
            <a:off x="4283968" y="3274175"/>
            <a:ext cx="3960354" cy="1470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8063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5" t="48208" r="51872" b="2130"/>
          <a:stretch/>
        </p:blipFill>
        <p:spPr>
          <a:xfrm>
            <a:off x="35496" y="1963512"/>
            <a:ext cx="2232561" cy="2838204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2268056" y="1378431"/>
            <a:ext cx="68759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E é esse nome que está em jogo quando realizamos nossas atividades.</a:t>
            </a:r>
          </a:p>
        </p:txBody>
      </p:sp>
      <p:sp>
        <p:nvSpPr>
          <p:cNvPr id="5" name="Retângulo de cantos arredondados 4"/>
          <p:cNvSpPr/>
          <p:nvPr/>
        </p:nvSpPr>
        <p:spPr>
          <a:xfrm>
            <a:off x="3635896" y="2713484"/>
            <a:ext cx="5040560" cy="259228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itchFamily="2" charset="2"/>
              <a:buChar char="v"/>
            </a:pPr>
            <a:endParaRPr lang="pt-BR" sz="2800" dirty="0">
              <a:solidFill>
                <a:schemeClr val="tx1"/>
              </a:solidFill>
            </a:endParaRPr>
          </a:p>
        </p:txBody>
      </p:sp>
      <p:pic>
        <p:nvPicPr>
          <p:cNvPr id="6" name="Imagem 2" descr="image001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0" t="26464" r="44671"/>
          <a:stretch/>
        </p:blipFill>
        <p:spPr bwMode="auto">
          <a:xfrm>
            <a:off x="4283968" y="3274175"/>
            <a:ext cx="3960354" cy="1470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442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084523" y="1788048"/>
            <a:ext cx="68759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 smtClean="0"/>
              <a:t>Por isso, tenha sempre em mente que TODAS as nossas ações estão diretamente ligadas a Imagem do</a:t>
            </a:r>
          </a:p>
          <a:p>
            <a:endParaRPr lang="pt-BR" sz="3600" dirty="0"/>
          </a:p>
        </p:txBody>
      </p:sp>
      <p:pic>
        <p:nvPicPr>
          <p:cNvPr id="4" name="Imagem 2" descr="image001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0" t="26464" r="44671"/>
          <a:stretch/>
        </p:blipFill>
        <p:spPr bwMode="auto">
          <a:xfrm>
            <a:off x="2815503" y="3894732"/>
            <a:ext cx="3413981" cy="1267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8063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251520" y="2353444"/>
            <a:ext cx="87154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smtClean="0">
                <a:solidFill>
                  <a:srgbClr val="002060"/>
                </a:solidFill>
                <a:latin typeface="Cooper Black" pitchFamily="18" charset="0"/>
              </a:rPr>
              <a:t>Vamos avaliar o mercado:</a:t>
            </a:r>
            <a:endParaRPr lang="pt-BR" sz="2400" dirty="0" smtClean="0"/>
          </a:p>
          <a:p>
            <a:endParaRPr lang="pt-BR" sz="24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8739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5" t="48208" r="51872" b="2130"/>
          <a:stretch/>
        </p:blipFill>
        <p:spPr>
          <a:xfrm>
            <a:off x="35496" y="1963512"/>
            <a:ext cx="2232561" cy="2838204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2268055" y="1077806"/>
            <a:ext cx="68759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/>
              <a:t>Qual a imagem que você tem das empresas que prestam serviços de Telefonia Móvel?</a:t>
            </a:r>
          </a:p>
          <a:p>
            <a:endParaRPr lang="pt-BR" sz="24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651" y="2929508"/>
            <a:ext cx="1005837" cy="1080000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4075" y="3015968"/>
            <a:ext cx="1080000" cy="1080000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5141" y="3102428"/>
            <a:ext cx="2170735" cy="90708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366" y="2944668"/>
            <a:ext cx="1201690" cy="1080000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2255530" y="4422249"/>
            <a:ext cx="68759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/>
              <a:t>Você já teve problemas com o serviço que contrata?</a:t>
            </a:r>
          </a:p>
          <a:p>
            <a:endParaRPr lang="pt-BR" sz="2400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2180374" y="5236439"/>
            <a:ext cx="68759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/>
              <a:t>Pra quem já teve problemas, o que você fez?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58739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4" t="15234" r="12337"/>
          <a:stretch/>
        </p:blipFill>
        <p:spPr bwMode="auto">
          <a:xfrm>
            <a:off x="129236" y="1918182"/>
            <a:ext cx="4877161" cy="324000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CaixaDeTexto 7"/>
          <p:cNvSpPr txBox="1"/>
          <p:nvPr/>
        </p:nvSpPr>
        <p:spPr>
          <a:xfrm>
            <a:off x="2262118" y="1126462"/>
            <a:ext cx="68759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/>
              <a:t>Vejam algumas matérias das principais empresas de Telefonia Móvel que prestam serviços em SP.</a:t>
            </a:r>
          </a:p>
          <a:p>
            <a:endParaRPr lang="pt-BR" sz="2400" dirty="0"/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5" t="15854" r="15027" b="6746"/>
          <a:stretch/>
        </p:blipFill>
        <p:spPr bwMode="auto">
          <a:xfrm>
            <a:off x="884501" y="2109580"/>
            <a:ext cx="5494806" cy="324000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12" r="22565" b="2597"/>
          <a:stretch/>
        </p:blipFill>
        <p:spPr bwMode="auto">
          <a:xfrm>
            <a:off x="1746688" y="2322522"/>
            <a:ext cx="5118684" cy="324000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t="15234" r="12532" b="2273"/>
          <a:stretch/>
        </p:blipFill>
        <p:spPr bwMode="auto">
          <a:xfrm>
            <a:off x="2584381" y="2719846"/>
            <a:ext cx="5071038" cy="324000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58739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5" t="48208" r="51872" b="2130"/>
          <a:stretch/>
        </p:blipFill>
        <p:spPr>
          <a:xfrm>
            <a:off x="35496" y="1963512"/>
            <a:ext cx="2232561" cy="2838204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2268056" y="1201316"/>
            <a:ext cx="687594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/>
              <a:t>Cada atendimento mau compreendido, onde a expectativa do cliente não foi atendida, gerou uma Experiência Negativa.</a:t>
            </a:r>
          </a:p>
          <a:p>
            <a:pPr algn="ctr"/>
            <a:endParaRPr lang="pt-BR" sz="2400" dirty="0"/>
          </a:p>
          <a:p>
            <a:pPr algn="ctr"/>
            <a:r>
              <a:rPr lang="pt-BR" sz="2400" dirty="0" smtClean="0"/>
              <a:t>O excesso de experiências negativas, gera uma mancha na Imagem da companhia.</a:t>
            </a:r>
          </a:p>
          <a:p>
            <a:pPr algn="ctr"/>
            <a:endParaRPr lang="pt-BR" sz="2400" dirty="0" smtClean="0"/>
          </a:p>
          <a:p>
            <a:endParaRPr lang="pt-BR" sz="2400" dirty="0"/>
          </a:p>
        </p:txBody>
      </p:sp>
      <p:grpSp>
        <p:nvGrpSpPr>
          <p:cNvPr id="5" name="Grupo 4"/>
          <p:cNvGrpSpPr/>
          <p:nvPr/>
        </p:nvGrpSpPr>
        <p:grpSpPr>
          <a:xfrm>
            <a:off x="2915816" y="3823348"/>
            <a:ext cx="437287" cy="402304"/>
            <a:chOff x="3995936" y="2281436"/>
            <a:chExt cx="3600400" cy="3312368"/>
          </a:xfrm>
        </p:grpSpPr>
        <p:pic>
          <p:nvPicPr>
            <p:cNvPr id="6" name="Imagem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7944" y="2281436"/>
              <a:ext cx="3245526" cy="3260015"/>
            </a:xfrm>
            <a:prstGeom prst="rect">
              <a:avLst/>
            </a:prstGeom>
          </p:spPr>
        </p:pic>
        <p:sp>
          <p:nvSpPr>
            <p:cNvPr id="7" name="Símbolo de 'Não' 6"/>
            <p:cNvSpPr/>
            <p:nvPr/>
          </p:nvSpPr>
          <p:spPr>
            <a:xfrm>
              <a:off x="3995936" y="2389201"/>
              <a:ext cx="3600400" cy="3204603"/>
            </a:xfrm>
            <a:prstGeom prst="noSmoking">
              <a:avLst>
                <a:gd name="adj" fmla="val 6913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FF0000"/>
                </a:solidFill>
              </a:endParaRPr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3419872" y="3823348"/>
            <a:ext cx="437287" cy="402304"/>
            <a:chOff x="3995936" y="2281436"/>
            <a:chExt cx="3600400" cy="3312368"/>
          </a:xfrm>
        </p:grpSpPr>
        <p:pic>
          <p:nvPicPr>
            <p:cNvPr id="9" name="Imagem 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7944" y="2281436"/>
              <a:ext cx="3245526" cy="3260015"/>
            </a:xfrm>
            <a:prstGeom prst="rect">
              <a:avLst/>
            </a:prstGeom>
          </p:spPr>
        </p:pic>
        <p:sp>
          <p:nvSpPr>
            <p:cNvPr id="11" name="Símbolo de 'Não' 10"/>
            <p:cNvSpPr/>
            <p:nvPr/>
          </p:nvSpPr>
          <p:spPr>
            <a:xfrm>
              <a:off x="3995936" y="2389201"/>
              <a:ext cx="3600400" cy="3204603"/>
            </a:xfrm>
            <a:prstGeom prst="noSmoking">
              <a:avLst>
                <a:gd name="adj" fmla="val 6913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Grupo 11"/>
          <p:cNvGrpSpPr/>
          <p:nvPr/>
        </p:nvGrpSpPr>
        <p:grpSpPr>
          <a:xfrm>
            <a:off x="3923928" y="3823348"/>
            <a:ext cx="437287" cy="402304"/>
            <a:chOff x="3995936" y="2281436"/>
            <a:chExt cx="3600400" cy="3312368"/>
          </a:xfrm>
        </p:grpSpPr>
        <p:pic>
          <p:nvPicPr>
            <p:cNvPr id="13" name="Imagem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7944" y="2281436"/>
              <a:ext cx="3245526" cy="3260015"/>
            </a:xfrm>
            <a:prstGeom prst="rect">
              <a:avLst/>
            </a:prstGeom>
          </p:spPr>
        </p:pic>
        <p:sp>
          <p:nvSpPr>
            <p:cNvPr id="14" name="Símbolo de 'Não' 13"/>
            <p:cNvSpPr/>
            <p:nvPr/>
          </p:nvSpPr>
          <p:spPr>
            <a:xfrm>
              <a:off x="3995936" y="2389201"/>
              <a:ext cx="3600400" cy="3204603"/>
            </a:xfrm>
            <a:prstGeom prst="noSmoking">
              <a:avLst>
                <a:gd name="adj" fmla="val 6913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FF0000"/>
                </a:solidFill>
              </a:endParaRPr>
            </a:p>
          </p:txBody>
        </p:sp>
      </p:grpSp>
      <p:grpSp>
        <p:nvGrpSpPr>
          <p:cNvPr id="15" name="Grupo 14"/>
          <p:cNvGrpSpPr/>
          <p:nvPr/>
        </p:nvGrpSpPr>
        <p:grpSpPr>
          <a:xfrm>
            <a:off x="4427984" y="3823348"/>
            <a:ext cx="437287" cy="402304"/>
            <a:chOff x="3995936" y="2281436"/>
            <a:chExt cx="3600400" cy="3312368"/>
          </a:xfrm>
        </p:grpSpPr>
        <p:pic>
          <p:nvPicPr>
            <p:cNvPr id="16" name="Imagem 1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7944" y="2281436"/>
              <a:ext cx="3245526" cy="3260015"/>
            </a:xfrm>
            <a:prstGeom prst="rect">
              <a:avLst/>
            </a:prstGeom>
          </p:spPr>
        </p:pic>
        <p:sp>
          <p:nvSpPr>
            <p:cNvPr id="17" name="Símbolo de 'Não' 16"/>
            <p:cNvSpPr/>
            <p:nvPr/>
          </p:nvSpPr>
          <p:spPr>
            <a:xfrm>
              <a:off x="3995936" y="2389201"/>
              <a:ext cx="3600400" cy="3204603"/>
            </a:xfrm>
            <a:prstGeom prst="noSmoking">
              <a:avLst>
                <a:gd name="adj" fmla="val 6913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FF0000"/>
                </a:solidFill>
              </a:endParaRPr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4932040" y="3823348"/>
            <a:ext cx="437287" cy="402304"/>
            <a:chOff x="3995936" y="2281436"/>
            <a:chExt cx="3600400" cy="3312368"/>
          </a:xfrm>
        </p:grpSpPr>
        <p:pic>
          <p:nvPicPr>
            <p:cNvPr id="19" name="Imagem 1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7944" y="2281436"/>
              <a:ext cx="3245526" cy="3260015"/>
            </a:xfrm>
            <a:prstGeom prst="rect">
              <a:avLst/>
            </a:prstGeom>
          </p:spPr>
        </p:pic>
        <p:sp>
          <p:nvSpPr>
            <p:cNvPr id="20" name="Símbolo de 'Não' 19"/>
            <p:cNvSpPr/>
            <p:nvPr/>
          </p:nvSpPr>
          <p:spPr>
            <a:xfrm>
              <a:off x="3995936" y="2389201"/>
              <a:ext cx="3600400" cy="3204603"/>
            </a:xfrm>
            <a:prstGeom prst="noSmoking">
              <a:avLst>
                <a:gd name="adj" fmla="val 6913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FF0000"/>
                </a:solidFill>
              </a:endParaRPr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5430857" y="3823348"/>
            <a:ext cx="437287" cy="402304"/>
            <a:chOff x="3995936" y="2281436"/>
            <a:chExt cx="3600400" cy="3312368"/>
          </a:xfrm>
        </p:grpSpPr>
        <p:pic>
          <p:nvPicPr>
            <p:cNvPr id="22" name="Imagem 2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7944" y="2281436"/>
              <a:ext cx="3245526" cy="3260015"/>
            </a:xfrm>
            <a:prstGeom prst="rect">
              <a:avLst/>
            </a:prstGeom>
          </p:spPr>
        </p:pic>
        <p:sp>
          <p:nvSpPr>
            <p:cNvPr id="23" name="Símbolo de 'Não' 22"/>
            <p:cNvSpPr/>
            <p:nvPr/>
          </p:nvSpPr>
          <p:spPr>
            <a:xfrm>
              <a:off x="3995936" y="2389201"/>
              <a:ext cx="3600400" cy="3204603"/>
            </a:xfrm>
            <a:prstGeom prst="noSmoking">
              <a:avLst>
                <a:gd name="adj" fmla="val 6913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FF0000"/>
                </a:solidFill>
              </a:endParaRPr>
            </a:p>
          </p:txBody>
        </p:sp>
      </p:grpSp>
      <p:grpSp>
        <p:nvGrpSpPr>
          <p:cNvPr id="24" name="Grupo 23"/>
          <p:cNvGrpSpPr/>
          <p:nvPr/>
        </p:nvGrpSpPr>
        <p:grpSpPr>
          <a:xfrm>
            <a:off x="5940152" y="3823348"/>
            <a:ext cx="437287" cy="402304"/>
            <a:chOff x="3995936" y="2281436"/>
            <a:chExt cx="3600400" cy="3312368"/>
          </a:xfrm>
        </p:grpSpPr>
        <p:pic>
          <p:nvPicPr>
            <p:cNvPr id="25" name="Imagem 2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7944" y="2281436"/>
              <a:ext cx="3245526" cy="3260015"/>
            </a:xfrm>
            <a:prstGeom prst="rect">
              <a:avLst/>
            </a:prstGeom>
          </p:spPr>
        </p:pic>
        <p:sp>
          <p:nvSpPr>
            <p:cNvPr id="26" name="Símbolo de 'Não' 25"/>
            <p:cNvSpPr/>
            <p:nvPr/>
          </p:nvSpPr>
          <p:spPr>
            <a:xfrm>
              <a:off x="3995936" y="2389201"/>
              <a:ext cx="3600400" cy="3204603"/>
            </a:xfrm>
            <a:prstGeom prst="noSmoking">
              <a:avLst>
                <a:gd name="adj" fmla="val 6913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FF0000"/>
                </a:solidFill>
              </a:endParaRPr>
            </a:p>
          </p:txBody>
        </p:sp>
      </p:grpSp>
      <p:grpSp>
        <p:nvGrpSpPr>
          <p:cNvPr id="27" name="Grupo 26"/>
          <p:cNvGrpSpPr/>
          <p:nvPr/>
        </p:nvGrpSpPr>
        <p:grpSpPr>
          <a:xfrm>
            <a:off x="6444208" y="3823348"/>
            <a:ext cx="437287" cy="402304"/>
            <a:chOff x="3995936" y="2281436"/>
            <a:chExt cx="3600400" cy="3312368"/>
          </a:xfrm>
        </p:grpSpPr>
        <p:pic>
          <p:nvPicPr>
            <p:cNvPr id="28" name="Imagem 2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7944" y="2281436"/>
              <a:ext cx="3245526" cy="3260015"/>
            </a:xfrm>
            <a:prstGeom prst="rect">
              <a:avLst/>
            </a:prstGeom>
          </p:spPr>
        </p:pic>
        <p:sp>
          <p:nvSpPr>
            <p:cNvPr id="29" name="Símbolo de 'Não' 28"/>
            <p:cNvSpPr/>
            <p:nvPr/>
          </p:nvSpPr>
          <p:spPr>
            <a:xfrm>
              <a:off x="3995936" y="2389201"/>
              <a:ext cx="3600400" cy="3204603"/>
            </a:xfrm>
            <a:prstGeom prst="noSmoking">
              <a:avLst>
                <a:gd name="adj" fmla="val 6913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FF0000"/>
                </a:solidFill>
              </a:endParaRPr>
            </a:p>
          </p:txBody>
        </p:sp>
      </p:grpSp>
      <p:grpSp>
        <p:nvGrpSpPr>
          <p:cNvPr id="30" name="Grupo 29"/>
          <p:cNvGrpSpPr/>
          <p:nvPr/>
        </p:nvGrpSpPr>
        <p:grpSpPr>
          <a:xfrm>
            <a:off x="6948264" y="3823348"/>
            <a:ext cx="437287" cy="402304"/>
            <a:chOff x="3995936" y="2281436"/>
            <a:chExt cx="3600400" cy="3312368"/>
          </a:xfrm>
        </p:grpSpPr>
        <p:pic>
          <p:nvPicPr>
            <p:cNvPr id="31" name="Imagem 3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7944" y="2281436"/>
              <a:ext cx="3245526" cy="3260015"/>
            </a:xfrm>
            <a:prstGeom prst="rect">
              <a:avLst/>
            </a:prstGeom>
          </p:spPr>
        </p:pic>
        <p:sp>
          <p:nvSpPr>
            <p:cNvPr id="32" name="Símbolo de 'Não' 31"/>
            <p:cNvSpPr/>
            <p:nvPr/>
          </p:nvSpPr>
          <p:spPr>
            <a:xfrm>
              <a:off x="3995936" y="2389201"/>
              <a:ext cx="3600400" cy="3204603"/>
            </a:xfrm>
            <a:prstGeom prst="noSmoking">
              <a:avLst>
                <a:gd name="adj" fmla="val 6913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FF0000"/>
                </a:solidFill>
              </a:endParaRPr>
            </a:p>
          </p:txBody>
        </p:sp>
      </p:grpSp>
      <p:grpSp>
        <p:nvGrpSpPr>
          <p:cNvPr id="33" name="Grupo 32"/>
          <p:cNvGrpSpPr/>
          <p:nvPr/>
        </p:nvGrpSpPr>
        <p:grpSpPr>
          <a:xfrm>
            <a:off x="7452320" y="3823348"/>
            <a:ext cx="437287" cy="402304"/>
            <a:chOff x="3995936" y="2281436"/>
            <a:chExt cx="3600400" cy="3312368"/>
          </a:xfrm>
        </p:grpSpPr>
        <p:pic>
          <p:nvPicPr>
            <p:cNvPr id="34" name="Imagem 3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7944" y="2281436"/>
              <a:ext cx="3245526" cy="3260015"/>
            </a:xfrm>
            <a:prstGeom prst="rect">
              <a:avLst/>
            </a:prstGeom>
          </p:spPr>
        </p:pic>
        <p:sp>
          <p:nvSpPr>
            <p:cNvPr id="35" name="Símbolo de 'Não' 34"/>
            <p:cNvSpPr/>
            <p:nvPr/>
          </p:nvSpPr>
          <p:spPr>
            <a:xfrm>
              <a:off x="3995936" y="2389201"/>
              <a:ext cx="3600400" cy="3204603"/>
            </a:xfrm>
            <a:prstGeom prst="noSmoking">
              <a:avLst>
                <a:gd name="adj" fmla="val 6913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FF0000"/>
                </a:solidFill>
              </a:endParaRPr>
            </a:p>
          </p:txBody>
        </p:sp>
      </p:grpSp>
      <p:grpSp>
        <p:nvGrpSpPr>
          <p:cNvPr id="36" name="Grupo 35"/>
          <p:cNvGrpSpPr/>
          <p:nvPr/>
        </p:nvGrpSpPr>
        <p:grpSpPr>
          <a:xfrm>
            <a:off x="7956376" y="3823348"/>
            <a:ext cx="437287" cy="402304"/>
            <a:chOff x="3995936" y="2281436"/>
            <a:chExt cx="3600400" cy="3312368"/>
          </a:xfrm>
        </p:grpSpPr>
        <p:pic>
          <p:nvPicPr>
            <p:cNvPr id="37" name="Imagem 3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7944" y="2281436"/>
              <a:ext cx="3245526" cy="3260015"/>
            </a:xfrm>
            <a:prstGeom prst="rect">
              <a:avLst/>
            </a:prstGeom>
          </p:spPr>
        </p:pic>
        <p:sp>
          <p:nvSpPr>
            <p:cNvPr id="38" name="Símbolo de 'Não' 37"/>
            <p:cNvSpPr/>
            <p:nvPr/>
          </p:nvSpPr>
          <p:spPr>
            <a:xfrm>
              <a:off x="3995936" y="2389201"/>
              <a:ext cx="3600400" cy="3204603"/>
            </a:xfrm>
            <a:prstGeom prst="noSmoking">
              <a:avLst>
                <a:gd name="adj" fmla="val 6913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FF0000"/>
                </a:solidFill>
              </a:endParaRPr>
            </a:p>
          </p:txBody>
        </p:sp>
      </p:grpSp>
      <p:grpSp>
        <p:nvGrpSpPr>
          <p:cNvPr id="39" name="Grupo 38"/>
          <p:cNvGrpSpPr/>
          <p:nvPr/>
        </p:nvGrpSpPr>
        <p:grpSpPr>
          <a:xfrm>
            <a:off x="8455193" y="3823348"/>
            <a:ext cx="437287" cy="402304"/>
            <a:chOff x="3995936" y="2281436"/>
            <a:chExt cx="3600400" cy="3312368"/>
          </a:xfrm>
        </p:grpSpPr>
        <p:pic>
          <p:nvPicPr>
            <p:cNvPr id="40" name="Imagem 3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7944" y="2281436"/>
              <a:ext cx="3245526" cy="3260015"/>
            </a:xfrm>
            <a:prstGeom prst="rect">
              <a:avLst/>
            </a:prstGeom>
          </p:spPr>
        </p:pic>
        <p:sp>
          <p:nvSpPr>
            <p:cNvPr id="41" name="Símbolo de 'Não' 40"/>
            <p:cNvSpPr/>
            <p:nvPr/>
          </p:nvSpPr>
          <p:spPr>
            <a:xfrm>
              <a:off x="3995936" y="2389201"/>
              <a:ext cx="3600400" cy="3204603"/>
            </a:xfrm>
            <a:prstGeom prst="noSmoking">
              <a:avLst>
                <a:gd name="adj" fmla="val 6913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FF0000"/>
                </a:solidFill>
              </a:endParaRPr>
            </a:p>
          </p:txBody>
        </p:sp>
      </p:grpSp>
      <p:pic>
        <p:nvPicPr>
          <p:cNvPr id="42" name="Imagem 4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651" y="4499352"/>
            <a:ext cx="1005837" cy="1080000"/>
          </a:xfrm>
          <a:prstGeom prst="rect">
            <a:avLst/>
          </a:prstGeom>
        </p:spPr>
      </p:pic>
      <p:pic>
        <p:nvPicPr>
          <p:cNvPr id="43" name="Imagem 4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103" y="4499352"/>
            <a:ext cx="1080000" cy="1080000"/>
          </a:xfrm>
          <a:prstGeom prst="rect">
            <a:avLst/>
          </a:prstGeom>
        </p:spPr>
      </p:pic>
      <p:pic>
        <p:nvPicPr>
          <p:cNvPr id="44" name="Imagem 4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5141" y="4600144"/>
            <a:ext cx="2170735" cy="907080"/>
          </a:xfrm>
          <a:prstGeom prst="rect">
            <a:avLst/>
          </a:prstGeom>
        </p:spPr>
      </p:pic>
      <p:pic>
        <p:nvPicPr>
          <p:cNvPr id="45" name="Imagem 4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366" y="4514512"/>
            <a:ext cx="1201690" cy="1080000"/>
          </a:xfrm>
          <a:prstGeom prst="rect">
            <a:avLst/>
          </a:prstGeom>
        </p:spPr>
      </p:pic>
      <p:sp>
        <p:nvSpPr>
          <p:cNvPr id="46" name="Símbolo de 'Não' 45"/>
          <p:cNvSpPr/>
          <p:nvPr/>
        </p:nvSpPr>
        <p:spPr>
          <a:xfrm>
            <a:off x="2771800" y="4514512"/>
            <a:ext cx="1127051" cy="1003153"/>
          </a:xfrm>
          <a:prstGeom prst="noSmoking">
            <a:avLst>
              <a:gd name="adj" fmla="val 6913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0000"/>
              </a:solidFill>
            </a:endParaRPr>
          </a:p>
        </p:txBody>
      </p:sp>
      <p:sp>
        <p:nvSpPr>
          <p:cNvPr id="47" name="Símbolo de 'Não' 46"/>
          <p:cNvSpPr/>
          <p:nvPr/>
        </p:nvSpPr>
        <p:spPr>
          <a:xfrm>
            <a:off x="4669085" y="4513684"/>
            <a:ext cx="1127051" cy="1003153"/>
          </a:xfrm>
          <a:prstGeom prst="noSmoking">
            <a:avLst>
              <a:gd name="adj" fmla="val 6913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0000"/>
              </a:solidFill>
            </a:endParaRPr>
          </a:p>
        </p:txBody>
      </p:sp>
      <p:sp>
        <p:nvSpPr>
          <p:cNvPr id="48" name="Símbolo de 'Não' 47"/>
          <p:cNvSpPr/>
          <p:nvPr/>
        </p:nvSpPr>
        <p:spPr>
          <a:xfrm>
            <a:off x="6325269" y="4513684"/>
            <a:ext cx="1127051" cy="1003153"/>
          </a:xfrm>
          <a:prstGeom prst="noSmoking">
            <a:avLst>
              <a:gd name="adj" fmla="val 6913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0000"/>
              </a:solidFill>
            </a:endParaRPr>
          </a:p>
        </p:txBody>
      </p:sp>
      <p:sp>
        <p:nvSpPr>
          <p:cNvPr id="49" name="Símbolo de 'Não' 48"/>
          <p:cNvSpPr/>
          <p:nvPr/>
        </p:nvSpPr>
        <p:spPr>
          <a:xfrm>
            <a:off x="7909445" y="4513684"/>
            <a:ext cx="1127051" cy="1003153"/>
          </a:xfrm>
          <a:prstGeom prst="noSmoking">
            <a:avLst>
              <a:gd name="adj" fmla="val 6913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8739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6" grpId="0" animBg="1"/>
      <p:bldP spid="47" grpId="0" animBg="1"/>
      <p:bldP spid="48" grpId="0" animBg="1"/>
      <p:bldP spid="4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439255" y="1790039"/>
            <a:ext cx="826633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 smtClean="0"/>
              <a:t>Essa mancha tem consequências gravíssimas que afetam diretamente os resultados das empresas. Afinal, quem quer comprar um serviço de má qualidade? </a:t>
            </a:r>
          </a:p>
          <a:p>
            <a:pPr algn="ctr"/>
            <a:endParaRPr lang="pt-BR" sz="2400" dirty="0" smtClean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58739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5" t="48208" r="51872" b="2130"/>
          <a:stretch/>
        </p:blipFill>
        <p:spPr>
          <a:xfrm>
            <a:off x="35496" y="1963512"/>
            <a:ext cx="2232561" cy="2838204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2286000" y="1275981"/>
            <a:ext cx="687594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/>
              <a:t>Um ponto importante para avaliarmos é que nós também fazemos parte desse resultado (direta ou indiretamente), afinal o Grupo Contax é parceiro e prestador de serviços do Grupo Oi Telemar.</a:t>
            </a:r>
          </a:p>
          <a:p>
            <a:endParaRPr lang="pt-BR" sz="24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3073524"/>
            <a:ext cx="2160240" cy="2319520"/>
          </a:xfrm>
          <a:prstGeom prst="rect">
            <a:avLst/>
          </a:prstGeom>
        </p:spPr>
      </p:pic>
      <p:sp>
        <p:nvSpPr>
          <p:cNvPr id="6" name="Símbolo de 'Não' 5"/>
          <p:cNvSpPr/>
          <p:nvPr/>
        </p:nvSpPr>
        <p:spPr>
          <a:xfrm>
            <a:off x="4644009" y="3214974"/>
            <a:ext cx="2270358" cy="2178070"/>
          </a:xfrm>
          <a:prstGeom prst="noSmoking">
            <a:avLst>
              <a:gd name="adj" fmla="val 6913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8739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651928" y="1451345"/>
            <a:ext cx="806618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 smtClean="0"/>
              <a:t>Essa é a imagem que queremos passar?</a:t>
            </a:r>
          </a:p>
          <a:p>
            <a:pPr algn="ctr"/>
            <a:r>
              <a:rPr lang="pt-BR" sz="3600" dirty="0" smtClean="0"/>
              <a:t>É assim  que teremos orgulho em falar que trabalhamos na Contax uma empresa que presta serviço ao Grupo Oi?</a:t>
            </a:r>
          </a:p>
          <a:p>
            <a:endParaRPr lang="pt-BR" sz="24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535" y="3878894"/>
            <a:ext cx="2757589" cy="203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739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5" t="48208" r="51872" b="2130"/>
          <a:stretch/>
        </p:blipFill>
        <p:spPr>
          <a:xfrm>
            <a:off x="35496" y="1963512"/>
            <a:ext cx="2232561" cy="2838204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2268056" y="1378431"/>
            <a:ext cx="687594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/>
              <a:t>Sabendo que nosso papel é evitarmos as experiências negativas,  vamos nos preparar para isso.</a:t>
            </a:r>
          </a:p>
          <a:p>
            <a:pPr algn="ctr"/>
            <a:endParaRPr lang="pt-BR" sz="2400" dirty="0"/>
          </a:p>
          <a:p>
            <a:pPr algn="ctr"/>
            <a:r>
              <a:rPr lang="pt-BR" sz="3200" b="1" dirty="0" smtClean="0">
                <a:solidFill>
                  <a:schemeClr val="tx2"/>
                </a:solidFill>
              </a:rPr>
              <a:t>O que gera uma experiência negativa?</a:t>
            </a:r>
          </a:p>
          <a:p>
            <a:endParaRPr lang="pt-BR" sz="2400" dirty="0" smtClean="0"/>
          </a:p>
          <a:p>
            <a:pPr lvl="4"/>
            <a:r>
              <a:rPr lang="pt-BR" sz="2400" dirty="0" smtClean="0"/>
              <a:t>Necessidade não atendida;</a:t>
            </a:r>
          </a:p>
          <a:p>
            <a:pPr lvl="4"/>
            <a:r>
              <a:rPr lang="pt-BR" sz="2400" dirty="0" smtClean="0"/>
              <a:t>Postura reativa;</a:t>
            </a:r>
          </a:p>
          <a:p>
            <a:pPr lvl="4"/>
            <a:r>
              <a:rPr lang="pt-BR" sz="2400" dirty="0" smtClean="0"/>
              <a:t>Sensação de descaso;</a:t>
            </a:r>
          </a:p>
          <a:p>
            <a:pPr lvl="4"/>
            <a:r>
              <a:rPr lang="pt-BR" sz="2400" dirty="0" smtClean="0"/>
              <a:t>Falta de informação;</a:t>
            </a:r>
            <a:endParaRPr lang="pt-BR" sz="2400" dirty="0"/>
          </a:p>
        </p:txBody>
      </p:sp>
      <p:grpSp>
        <p:nvGrpSpPr>
          <p:cNvPr id="6" name="Grupo 5"/>
          <p:cNvGrpSpPr/>
          <p:nvPr/>
        </p:nvGrpSpPr>
        <p:grpSpPr>
          <a:xfrm>
            <a:off x="3779912" y="3433564"/>
            <a:ext cx="288032" cy="264990"/>
            <a:chOff x="3995936" y="2281436"/>
            <a:chExt cx="3600400" cy="3312368"/>
          </a:xfrm>
        </p:grpSpPr>
        <p:pic>
          <p:nvPicPr>
            <p:cNvPr id="7" name="Imagem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7944" y="2281436"/>
              <a:ext cx="3245526" cy="3260015"/>
            </a:xfrm>
            <a:prstGeom prst="rect">
              <a:avLst/>
            </a:prstGeom>
          </p:spPr>
        </p:pic>
        <p:sp>
          <p:nvSpPr>
            <p:cNvPr id="8" name="Símbolo de 'Não' 7"/>
            <p:cNvSpPr/>
            <p:nvPr/>
          </p:nvSpPr>
          <p:spPr>
            <a:xfrm>
              <a:off x="3995936" y="2389201"/>
              <a:ext cx="3600400" cy="3204603"/>
            </a:xfrm>
            <a:prstGeom prst="noSmoking">
              <a:avLst>
                <a:gd name="adj" fmla="val 6913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FF0000"/>
                </a:solidFill>
              </a:endParaRPr>
            </a:p>
          </p:txBody>
        </p:sp>
      </p:grpSp>
      <p:grpSp>
        <p:nvGrpSpPr>
          <p:cNvPr id="9" name="Grupo 8"/>
          <p:cNvGrpSpPr/>
          <p:nvPr/>
        </p:nvGrpSpPr>
        <p:grpSpPr>
          <a:xfrm>
            <a:off x="3779912" y="3816646"/>
            <a:ext cx="288032" cy="264990"/>
            <a:chOff x="3995936" y="2281436"/>
            <a:chExt cx="3600400" cy="3312368"/>
          </a:xfrm>
        </p:grpSpPr>
        <p:pic>
          <p:nvPicPr>
            <p:cNvPr id="11" name="Imagem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7944" y="2281436"/>
              <a:ext cx="3245526" cy="3260015"/>
            </a:xfrm>
            <a:prstGeom prst="rect">
              <a:avLst/>
            </a:prstGeom>
          </p:spPr>
        </p:pic>
        <p:sp>
          <p:nvSpPr>
            <p:cNvPr id="12" name="Símbolo de 'Não' 11"/>
            <p:cNvSpPr/>
            <p:nvPr/>
          </p:nvSpPr>
          <p:spPr>
            <a:xfrm>
              <a:off x="3995936" y="2389201"/>
              <a:ext cx="3600400" cy="3204603"/>
            </a:xfrm>
            <a:prstGeom prst="noSmoking">
              <a:avLst>
                <a:gd name="adj" fmla="val 6913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upo 12"/>
          <p:cNvGrpSpPr/>
          <p:nvPr/>
        </p:nvGrpSpPr>
        <p:grpSpPr>
          <a:xfrm>
            <a:off x="3779912" y="4176686"/>
            <a:ext cx="288032" cy="264990"/>
            <a:chOff x="3995936" y="2281436"/>
            <a:chExt cx="3600400" cy="3312368"/>
          </a:xfrm>
        </p:grpSpPr>
        <p:pic>
          <p:nvPicPr>
            <p:cNvPr id="14" name="Imagem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7944" y="2281436"/>
              <a:ext cx="3245526" cy="3260015"/>
            </a:xfrm>
            <a:prstGeom prst="rect">
              <a:avLst/>
            </a:prstGeom>
          </p:spPr>
        </p:pic>
        <p:sp>
          <p:nvSpPr>
            <p:cNvPr id="15" name="Símbolo de 'Não' 14"/>
            <p:cNvSpPr/>
            <p:nvPr/>
          </p:nvSpPr>
          <p:spPr>
            <a:xfrm>
              <a:off x="3995936" y="2389201"/>
              <a:ext cx="3600400" cy="3204603"/>
            </a:xfrm>
            <a:prstGeom prst="noSmoking">
              <a:avLst>
                <a:gd name="adj" fmla="val 6913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upo 15"/>
          <p:cNvGrpSpPr/>
          <p:nvPr/>
        </p:nvGrpSpPr>
        <p:grpSpPr>
          <a:xfrm>
            <a:off x="3779912" y="4513684"/>
            <a:ext cx="288032" cy="264990"/>
            <a:chOff x="3995936" y="2281436"/>
            <a:chExt cx="3600400" cy="3312368"/>
          </a:xfrm>
        </p:grpSpPr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7944" y="2281436"/>
              <a:ext cx="3245526" cy="3260015"/>
            </a:xfrm>
            <a:prstGeom prst="rect">
              <a:avLst/>
            </a:prstGeom>
          </p:spPr>
        </p:pic>
        <p:sp>
          <p:nvSpPr>
            <p:cNvPr id="18" name="Símbolo de 'Não' 17"/>
            <p:cNvSpPr/>
            <p:nvPr/>
          </p:nvSpPr>
          <p:spPr>
            <a:xfrm>
              <a:off x="3995936" y="2389201"/>
              <a:ext cx="3600400" cy="3204603"/>
            </a:xfrm>
            <a:prstGeom prst="noSmoking">
              <a:avLst>
                <a:gd name="adj" fmla="val 6913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8739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07343" y="1159259"/>
            <a:ext cx="7998038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 smtClean="0">
                <a:solidFill>
                  <a:schemeClr val="tx2"/>
                </a:solidFill>
              </a:rPr>
              <a:t>Como evitamos experiência negativa?</a:t>
            </a:r>
          </a:p>
          <a:p>
            <a:pPr lvl="4"/>
            <a:r>
              <a:rPr lang="pt-BR" sz="2000" dirty="0" smtClean="0"/>
              <a:t>Necessidade não atendida;</a:t>
            </a:r>
          </a:p>
          <a:p>
            <a:r>
              <a:rPr lang="pt-BR" dirty="0" smtClean="0">
                <a:solidFill>
                  <a:schemeClr val="tx2"/>
                </a:solidFill>
              </a:rPr>
              <a:t>Dedique-se para que todas as necessidades que cheguem até você sejam atendidas.</a:t>
            </a:r>
          </a:p>
          <a:p>
            <a:endParaRPr lang="pt-BR" dirty="0" smtClean="0">
              <a:solidFill>
                <a:schemeClr val="tx2"/>
              </a:solidFill>
            </a:endParaRPr>
          </a:p>
          <a:p>
            <a:pPr lvl="4"/>
            <a:r>
              <a:rPr lang="pt-BR" sz="2000" dirty="0" smtClean="0"/>
              <a:t>Postura reativa;</a:t>
            </a:r>
          </a:p>
          <a:p>
            <a:r>
              <a:rPr lang="pt-BR" dirty="0" smtClean="0">
                <a:solidFill>
                  <a:schemeClr val="tx2"/>
                </a:solidFill>
              </a:rPr>
              <a:t>Assuma a responsabilidade, tenha o controle sobre as necessidade que cheguem até você e as direcione para o sucesso</a:t>
            </a:r>
            <a:r>
              <a:rPr lang="pt-BR" dirty="0" smtClean="0"/>
              <a:t>.</a:t>
            </a:r>
          </a:p>
          <a:p>
            <a:endParaRPr lang="pt-BR" dirty="0" smtClean="0"/>
          </a:p>
          <a:p>
            <a:pPr lvl="4"/>
            <a:r>
              <a:rPr lang="pt-BR" sz="2000" dirty="0" smtClean="0"/>
              <a:t>Sensação de descaso;</a:t>
            </a:r>
          </a:p>
          <a:p>
            <a:r>
              <a:rPr lang="pt-BR" dirty="0" smtClean="0">
                <a:solidFill>
                  <a:schemeClr val="tx2"/>
                </a:solidFill>
              </a:rPr>
              <a:t>Respeite o solicitante, se ele te procurou é porque acredita que você vai conseguir ajudá-lo. Se coloque no lugar dele e pense como você gostaria de ser atendido</a:t>
            </a:r>
          </a:p>
          <a:p>
            <a:endParaRPr lang="pt-BR" dirty="0" smtClean="0">
              <a:solidFill>
                <a:schemeClr val="tx2"/>
              </a:solidFill>
            </a:endParaRPr>
          </a:p>
          <a:p>
            <a:pPr lvl="4"/>
            <a:r>
              <a:rPr lang="pt-BR" sz="2000" dirty="0" smtClean="0"/>
              <a:t>Falta de informação;</a:t>
            </a:r>
          </a:p>
          <a:p>
            <a:r>
              <a:rPr lang="pt-BR" dirty="0" smtClean="0">
                <a:solidFill>
                  <a:schemeClr val="tx2"/>
                </a:solidFill>
              </a:rPr>
              <a:t>Se comunique, deixe claro o que está fazendo e com faremos em seguida. A falta de informação é a maior reclamação entre os prestadores de serviços.</a:t>
            </a:r>
            <a:endParaRPr lang="pt-BR" dirty="0">
              <a:solidFill>
                <a:schemeClr val="tx2"/>
              </a:solidFill>
            </a:endParaRPr>
          </a:p>
        </p:txBody>
      </p:sp>
      <p:grpSp>
        <p:nvGrpSpPr>
          <p:cNvPr id="5" name="Grupo 4"/>
          <p:cNvGrpSpPr/>
          <p:nvPr/>
        </p:nvGrpSpPr>
        <p:grpSpPr>
          <a:xfrm>
            <a:off x="2164054" y="1702605"/>
            <a:ext cx="288032" cy="264990"/>
            <a:chOff x="3995936" y="2281436"/>
            <a:chExt cx="3600400" cy="3312368"/>
          </a:xfrm>
        </p:grpSpPr>
        <p:pic>
          <p:nvPicPr>
            <p:cNvPr id="6" name="Imagem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7944" y="2281436"/>
              <a:ext cx="3245526" cy="3260015"/>
            </a:xfrm>
            <a:prstGeom prst="rect">
              <a:avLst/>
            </a:prstGeom>
          </p:spPr>
        </p:pic>
        <p:sp>
          <p:nvSpPr>
            <p:cNvPr id="7" name="Símbolo de 'Não' 6"/>
            <p:cNvSpPr/>
            <p:nvPr/>
          </p:nvSpPr>
          <p:spPr>
            <a:xfrm>
              <a:off x="3995936" y="2389201"/>
              <a:ext cx="3600400" cy="3204603"/>
            </a:xfrm>
            <a:prstGeom prst="noSmoking">
              <a:avLst>
                <a:gd name="adj" fmla="val 6913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FF0000"/>
                </a:solidFill>
              </a:endParaRPr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2176584" y="2558080"/>
            <a:ext cx="288032" cy="264990"/>
            <a:chOff x="3995936" y="2281436"/>
            <a:chExt cx="3600400" cy="3312368"/>
          </a:xfrm>
        </p:grpSpPr>
        <p:pic>
          <p:nvPicPr>
            <p:cNvPr id="9" name="Imagem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7944" y="2281436"/>
              <a:ext cx="3245526" cy="3260015"/>
            </a:xfrm>
            <a:prstGeom prst="rect">
              <a:avLst/>
            </a:prstGeom>
          </p:spPr>
        </p:pic>
        <p:sp>
          <p:nvSpPr>
            <p:cNvPr id="11" name="Símbolo de 'Não' 10"/>
            <p:cNvSpPr/>
            <p:nvPr/>
          </p:nvSpPr>
          <p:spPr>
            <a:xfrm>
              <a:off x="3995936" y="2389201"/>
              <a:ext cx="3600400" cy="3204603"/>
            </a:xfrm>
            <a:prstGeom prst="noSmoking">
              <a:avLst>
                <a:gd name="adj" fmla="val 6913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Grupo 11"/>
          <p:cNvGrpSpPr/>
          <p:nvPr/>
        </p:nvGrpSpPr>
        <p:grpSpPr>
          <a:xfrm>
            <a:off x="2189110" y="3674706"/>
            <a:ext cx="288032" cy="264990"/>
            <a:chOff x="3995936" y="2281436"/>
            <a:chExt cx="3600400" cy="3312368"/>
          </a:xfrm>
        </p:grpSpPr>
        <p:pic>
          <p:nvPicPr>
            <p:cNvPr id="13" name="Imagem 1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7944" y="2281436"/>
              <a:ext cx="3245526" cy="3260015"/>
            </a:xfrm>
            <a:prstGeom prst="rect">
              <a:avLst/>
            </a:prstGeom>
          </p:spPr>
        </p:pic>
        <p:sp>
          <p:nvSpPr>
            <p:cNvPr id="14" name="Símbolo de 'Não' 13"/>
            <p:cNvSpPr/>
            <p:nvPr/>
          </p:nvSpPr>
          <p:spPr>
            <a:xfrm>
              <a:off x="3995936" y="2389201"/>
              <a:ext cx="3600400" cy="3204603"/>
            </a:xfrm>
            <a:prstGeom prst="noSmoking">
              <a:avLst>
                <a:gd name="adj" fmla="val 6913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FF0000"/>
                </a:solidFill>
              </a:endParaRPr>
            </a:p>
          </p:txBody>
        </p:sp>
      </p:grpSp>
      <p:grpSp>
        <p:nvGrpSpPr>
          <p:cNvPr id="15" name="Grupo 14"/>
          <p:cNvGrpSpPr/>
          <p:nvPr/>
        </p:nvGrpSpPr>
        <p:grpSpPr>
          <a:xfrm>
            <a:off x="2201636" y="4814308"/>
            <a:ext cx="288032" cy="264990"/>
            <a:chOff x="3995936" y="2281436"/>
            <a:chExt cx="3600400" cy="3312368"/>
          </a:xfrm>
        </p:grpSpPr>
        <p:pic>
          <p:nvPicPr>
            <p:cNvPr id="16" name="Imagem 1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7944" y="2281436"/>
              <a:ext cx="3245526" cy="3260015"/>
            </a:xfrm>
            <a:prstGeom prst="rect">
              <a:avLst/>
            </a:prstGeom>
          </p:spPr>
        </p:pic>
        <p:sp>
          <p:nvSpPr>
            <p:cNvPr id="17" name="Símbolo de 'Não' 16"/>
            <p:cNvSpPr/>
            <p:nvPr/>
          </p:nvSpPr>
          <p:spPr>
            <a:xfrm>
              <a:off x="3995936" y="2389201"/>
              <a:ext cx="3600400" cy="3204603"/>
            </a:xfrm>
            <a:prstGeom prst="noSmoking">
              <a:avLst>
                <a:gd name="adj" fmla="val 6913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8739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5" t="48208" r="51872" b="2130"/>
          <a:stretch/>
        </p:blipFill>
        <p:spPr>
          <a:xfrm>
            <a:off x="35496" y="1963512"/>
            <a:ext cx="2232561" cy="2838204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2268056" y="1378431"/>
            <a:ext cx="687594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 smtClean="0">
                <a:solidFill>
                  <a:schemeClr val="tx2"/>
                </a:solidFill>
              </a:rPr>
              <a:t>Essas ações simples nos ajudam a aumentar a chance de transformarmos experiências negativas...</a:t>
            </a:r>
          </a:p>
          <a:p>
            <a:endParaRPr lang="pt-BR" sz="2400" dirty="0" smtClean="0"/>
          </a:p>
          <a:p>
            <a:pPr lvl="4"/>
            <a:endParaRPr lang="pt-BR" sz="2400" dirty="0" smtClean="0"/>
          </a:p>
          <a:p>
            <a:pPr lvl="4"/>
            <a:r>
              <a:rPr lang="pt-BR" sz="2400" dirty="0" smtClean="0"/>
              <a:t>Necessidade não atendida;</a:t>
            </a:r>
          </a:p>
          <a:p>
            <a:pPr lvl="4"/>
            <a:r>
              <a:rPr lang="pt-BR" sz="2400" dirty="0" smtClean="0"/>
              <a:t>Postura reativa;</a:t>
            </a:r>
          </a:p>
          <a:p>
            <a:pPr lvl="4"/>
            <a:r>
              <a:rPr lang="pt-BR" sz="2400" dirty="0" smtClean="0"/>
              <a:t>Sensação de descaso;</a:t>
            </a:r>
          </a:p>
          <a:p>
            <a:pPr lvl="4"/>
            <a:r>
              <a:rPr lang="pt-BR" sz="2400" dirty="0" smtClean="0"/>
              <a:t>Falta de informação;</a:t>
            </a:r>
            <a:endParaRPr lang="pt-BR" sz="2400" dirty="0"/>
          </a:p>
        </p:txBody>
      </p:sp>
      <p:grpSp>
        <p:nvGrpSpPr>
          <p:cNvPr id="5" name="Grupo 4"/>
          <p:cNvGrpSpPr/>
          <p:nvPr/>
        </p:nvGrpSpPr>
        <p:grpSpPr>
          <a:xfrm>
            <a:off x="3779912" y="3672630"/>
            <a:ext cx="288032" cy="264990"/>
            <a:chOff x="3995936" y="2281436"/>
            <a:chExt cx="3600400" cy="3312368"/>
          </a:xfrm>
        </p:grpSpPr>
        <p:pic>
          <p:nvPicPr>
            <p:cNvPr id="6" name="Imagem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7944" y="2281436"/>
              <a:ext cx="3245526" cy="3260015"/>
            </a:xfrm>
            <a:prstGeom prst="rect">
              <a:avLst/>
            </a:prstGeom>
          </p:spPr>
        </p:pic>
        <p:sp>
          <p:nvSpPr>
            <p:cNvPr id="7" name="Símbolo de 'Não' 6"/>
            <p:cNvSpPr/>
            <p:nvPr/>
          </p:nvSpPr>
          <p:spPr>
            <a:xfrm>
              <a:off x="3995936" y="2389201"/>
              <a:ext cx="3600400" cy="3204603"/>
            </a:xfrm>
            <a:prstGeom prst="noSmoking">
              <a:avLst>
                <a:gd name="adj" fmla="val 6913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FF0000"/>
                </a:solidFill>
              </a:endParaRPr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3779912" y="4055712"/>
            <a:ext cx="288032" cy="264990"/>
            <a:chOff x="3995936" y="2281436"/>
            <a:chExt cx="3600400" cy="3312368"/>
          </a:xfrm>
        </p:grpSpPr>
        <p:pic>
          <p:nvPicPr>
            <p:cNvPr id="9" name="Imagem 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7944" y="2281436"/>
              <a:ext cx="3245526" cy="3260015"/>
            </a:xfrm>
            <a:prstGeom prst="rect">
              <a:avLst/>
            </a:prstGeom>
          </p:spPr>
        </p:pic>
        <p:sp>
          <p:nvSpPr>
            <p:cNvPr id="11" name="Símbolo de 'Não' 10"/>
            <p:cNvSpPr/>
            <p:nvPr/>
          </p:nvSpPr>
          <p:spPr>
            <a:xfrm>
              <a:off x="3995936" y="2389201"/>
              <a:ext cx="3600400" cy="3204603"/>
            </a:xfrm>
            <a:prstGeom prst="noSmoking">
              <a:avLst>
                <a:gd name="adj" fmla="val 6913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Grupo 11"/>
          <p:cNvGrpSpPr/>
          <p:nvPr/>
        </p:nvGrpSpPr>
        <p:grpSpPr>
          <a:xfrm>
            <a:off x="3779912" y="4415752"/>
            <a:ext cx="288032" cy="264990"/>
            <a:chOff x="3995936" y="2281436"/>
            <a:chExt cx="3600400" cy="3312368"/>
          </a:xfrm>
        </p:grpSpPr>
        <p:pic>
          <p:nvPicPr>
            <p:cNvPr id="13" name="Imagem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7944" y="2281436"/>
              <a:ext cx="3245526" cy="3260015"/>
            </a:xfrm>
            <a:prstGeom prst="rect">
              <a:avLst/>
            </a:prstGeom>
          </p:spPr>
        </p:pic>
        <p:sp>
          <p:nvSpPr>
            <p:cNvPr id="14" name="Símbolo de 'Não' 13"/>
            <p:cNvSpPr/>
            <p:nvPr/>
          </p:nvSpPr>
          <p:spPr>
            <a:xfrm>
              <a:off x="3995936" y="2389201"/>
              <a:ext cx="3600400" cy="3204603"/>
            </a:xfrm>
            <a:prstGeom prst="noSmoking">
              <a:avLst>
                <a:gd name="adj" fmla="val 6913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FF0000"/>
                </a:solidFill>
              </a:endParaRPr>
            </a:p>
          </p:txBody>
        </p:sp>
      </p:grpSp>
      <p:grpSp>
        <p:nvGrpSpPr>
          <p:cNvPr id="15" name="Grupo 14"/>
          <p:cNvGrpSpPr/>
          <p:nvPr/>
        </p:nvGrpSpPr>
        <p:grpSpPr>
          <a:xfrm>
            <a:off x="3779912" y="4752750"/>
            <a:ext cx="288032" cy="264990"/>
            <a:chOff x="3995936" y="2281436"/>
            <a:chExt cx="3600400" cy="3312368"/>
          </a:xfrm>
        </p:grpSpPr>
        <p:pic>
          <p:nvPicPr>
            <p:cNvPr id="16" name="Imagem 1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7944" y="2281436"/>
              <a:ext cx="3245526" cy="3260015"/>
            </a:xfrm>
            <a:prstGeom prst="rect">
              <a:avLst/>
            </a:prstGeom>
          </p:spPr>
        </p:pic>
        <p:sp>
          <p:nvSpPr>
            <p:cNvPr id="17" name="Símbolo de 'Não' 16"/>
            <p:cNvSpPr/>
            <p:nvPr/>
          </p:nvSpPr>
          <p:spPr>
            <a:xfrm>
              <a:off x="3995936" y="2389201"/>
              <a:ext cx="3600400" cy="3204603"/>
            </a:xfrm>
            <a:prstGeom prst="noSmoking">
              <a:avLst>
                <a:gd name="adj" fmla="val 6913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8739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5" t="48208" r="51872" b="2130"/>
          <a:stretch/>
        </p:blipFill>
        <p:spPr>
          <a:xfrm>
            <a:off x="35496" y="1963512"/>
            <a:ext cx="2232561" cy="2838204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2268056" y="1378431"/>
            <a:ext cx="6875943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 smtClean="0">
                <a:solidFill>
                  <a:schemeClr val="tx2"/>
                </a:solidFill>
              </a:rPr>
              <a:t>Essas ações simples nos ajudam a aumentar a chance de transformarmos experiências negativas... em </a:t>
            </a:r>
            <a:r>
              <a:rPr lang="pt-BR" sz="3200" b="1" dirty="0" smtClean="0">
                <a:solidFill>
                  <a:srgbClr val="00B050"/>
                </a:solidFill>
              </a:rPr>
              <a:t>EXPERIÊNCIAS POSITIVAS</a:t>
            </a:r>
            <a:r>
              <a:rPr lang="pt-BR" sz="3200" b="1" dirty="0" smtClean="0">
                <a:solidFill>
                  <a:schemeClr val="tx2"/>
                </a:solidFill>
              </a:rPr>
              <a:t>!!!</a:t>
            </a:r>
          </a:p>
          <a:p>
            <a:pPr lvl="4"/>
            <a:endParaRPr lang="pt-BR" sz="2400" dirty="0" smtClean="0"/>
          </a:p>
          <a:p>
            <a:pPr lvl="1"/>
            <a:r>
              <a:rPr lang="pt-BR" sz="2400" dirty="0" smtClean="0">
                <a:solidFill>
                  <a:schemeClr val="bg1">
                    <a:lumMod val="65000"/>
                  </a:schemeClr>
                </a:solidFill>
              </a:rPr>
              <a:t>Necessidade não atendida</a:t>
            </a:r>
            <a:r>
              <a:rPr lang="pt-BR" sz="2400" dirty="0" smtClean="0"/>
              <a:t>; Necessidade atendida;</a:t>
            </a:r>
          </a:p>
          <a:p>
            <a:pPr lvl="1"/>
            <a:r>
              <a:rPr lang="pt-BR" sz="2400" dirty="0" smtClean="0">
                <a:solidFill>
                  <a:schemeClr val="bg1">
                    <a:lumMod val="65000"/>
                  </a:schemeClr>
                </a:solidFill>
              </a:rPr>
              <a:t>Postura reativa</a:t>
            </a:r>
            <a:r>
              <a:rPr lang="pt-BR" sz="2400" dirty="0" smtClean="0"/>
              <a:t>; Postura diferenciada;</a:t>
            </a:r>
          </a:p>
          <a:p>
            <a:pPr lvl="1"/>
            <a:r>
              <a:rPr lang="pt-BR" sz="2400" dirty="0" smtClean="0">
                <a:solidFill>
                  <a:schemeClr val="bg1">
                    <a:lumMod val="65000"/>
                  </a:schemeClr>
                </a:solidFill>
              </a:rPr>
              <a:t>Sensação de descaso</a:t>
            </a:r>
            <a:r>
              <a:rPr lang="pt-BR" sz="2400" dirty="0" smtClean="0"/>
              <a:t>; Cliente satisfeito;</a:t>
            </a:r>
          </a:p>
          <a:p>
            <a:pPr lvl="1"/>
            <a:r>
              <a:rPr lang="pt-BR" sz="2400" dirty="0" smtClean="0">
                <a:solidFill>
                  <a:schemeClr val="bg1">
                    <a:lumMod val="65000"/>
                  </a:schemeClr>
                </a:solidFill>
              </a:rPr>
              <a:t>Falta de informação; </a:t>
            </a:r>
            <a:r>
              <a:rPr lang="pt-BR" sz="2400" dirty="0" smtClean="0"/>
              <a:t>Cliente ciente dos fatos;</a:t>
            </a:r>
            <a:endParaRPr lang="pt-BR" sz="24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3721596"/>
            <a:ext cx="353614" cy="355194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4081636"/>
            <a:ext cx="353614" cy="355194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4446522"/>
            <a:ext cx="353614" cy="355194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4806562"/>
            <a:ext cx="353614" cy="355194"/>
          </a:xfrm>
          <a:prstGeom prst="rect">
            <a:avLst/>
          </a:prstGeom>
        </p:spPr>
      </p:pic>
      <p:sp>
        <p:nvSpPr>
          <p:cNvPr id="9" name="Menos 8"/>
          <p:cNvSpPr/>
          <p:nvPr/>
        </p:nvSpPr>
        <p:spPr>
          <a:xfrm>
            <a:off x="2286000" y="3865612"/>
            <a:ext cx="4374232" cy="72008"/>
          </a:xfrm>
          <a:prstGeom prst="mathMinus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Menos 10"/>
          <p:cNvSpPr/>
          <p:nvPr/>
        </p:nvSpPr>
        <p:spPr>
          <a:xfrm>
            <a:off x="2555776" y="4297660"/>
            <a:ext cx="2448272" cy="45719"/>
          </a:xfrm>
          <a:prstGeom prst="mathMinus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Menos 11"/>
          <p:cNvSpPr/>
          <p:nvPr/>
        </p:nvSpPr>
        <p:spPr>
          <a:xfrm>
            <a:off x="2411760" y="4683989"/>
            <a:ext cx="3456384" cy="45719"/>
          </a:xfrm>
          <a:prstGeom prst="mathMinus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Menos 12"/>
          <p:cNvSpPr/>
          <p:nvPr/>
        </p:nvSpPr>
        <p:spPr>
          <a:xfrm>
            <a:off x="2483767" y="5017740"/>
            <a:ext cx="3222259" cy="45719"/>
          </a:xfrm>
          <a:prstGeom prst="mathMinus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8739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84814" y="2641476"/>
            <a:ext cx="8640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/>
            <a:r>
              <a:rPr lang="pt-BR" sz="6000" dirty="0" smtClean="0">
                <a:solidFill>
                  <a:srgbClr val="002060"/>
                </a:solidFill>
                <a:latin typeface="Cooper Black" pitchFamily="18" charset="0"/>
              </a:rPr>
              <a:t>Cronologia</a:t>
            </a:r>
          </a:p>
        </p:txBody>
      </p:sp>
    </p:spTree>
    <p:extLst>
      <p:ext uri="{BB962C8B-B14F-4D97-AF65-F5344CB8AC3E}">
        <p14:creationId xmlns:p14="http://schemas.microsoft.com/office/powerpoint/2010/main" val="458739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0" y="1201316"/>
            <a:ext cx="9144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pt-BR" sz="2400" b="1" dirty="0" smtClean="0">
                <a:solidFill>
                  <a:schemeClr val="tx2"/>
                </a:solidFill>
              </a:rPr>
              <a:t>Registro </a:t>
            </a:r>
            <a:r>
              <a:rPr lang="pt-BR" sz="2400" b="1" dirty="0">
                <a:solidFill>
                  <a:schemeClr val="tx2"/>
                </a:solidFill>
              </a:rPr>
              <a:t>de Cronologia dos Fatos;</a:t>
            </a:r>
            <a:endParaRPr lang="pt-BR" sz="2400" dirty="0"/>
          </a:p>
          <a:p>
            <a:endParaRPr lang="pt-BR" sz="2400" dirty="0" smtClean="0"/>
          </a:p>
          <a:p>
            <a:r>
              <a:rPr lang="pt-BR" sz="2400" dirty="0" smtClean="0"/>
              <a:t>Todo incidente precisa conter a cronologia dos acontecimentos detalha para que seja registrado cada detalhe da tratativa.</a:t>
            </a:r>
          </a:p>
          <a:p>
            <a:endParaRPr lang="pt-BR" sz="2400" dirty="0"/>
          </a:p>
          <a:p>
            <a:r>
              <a:rPr lang="pt-BR" sz="2400" dirty="0" smtClean="0"/>
              <a:t>Para isso foi criada a ferramenta </a:t>
            </a:r>
            <a:r>
              <a:rPr lang="pt-BR" sz="2400" dirty="0" err="1" smtClean="0"/>
              <a:t>tCrono</a:t>
            </a:r>
            <a:r>
              <a:rPr lang="pt-BR" sz="2400" dirty="0" smtClean="0"/>
              <a:t>!, voltada a facilitar o constante e continuo registro de cada ação.</a:t>
            </a:r>
          </a:p>
          <a:p>
            <a:endParaRPr lang="pt-BR" sz="2400" dirty="0"/>
          </a:p>
          <a:p>
            <a:endParaRPr lang="pt-BR" sz="2400" dirty="0" smtClean="0"/>
          </a:p>
          <a:p>
            <a:endParaRPr lang="pt-BR" sz="24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8739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pic>
        <p:nvPicPr>
          <p:cNvPr id="3" name="Imagem 2" descr="icone-escritorio-trabalho.jpg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678" t="29979" r="59612" b="35957"/>
          <a:stretch>
            <a:fillRect/>
          </a:stretch>
        </p:blipFill>
        <p:spPr>
          <a:xfrm flipH="1">
            <a:off x="467544" y="2618066"/>
            <a:ext cx="1008112" cy="1209734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1475656" y="1201316"/>
            <a:ext cx="766834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/>
              <a:t>Ao cadastrar o evento e abrir o relatório correspondente o operador deverá cadastrar todas as ações que ele realizar durante a tratativa do incidente.</a:t>
            </a:r>
          </a:p>
          <a:p>
            <a:endParaRPr lang="pt-BR" sz="2400" dirty="0"/>
          </a:p>
          <a:p>
            <a:endParaRPr lang="pt-BR" sz="2400" dirty="0" smtClean="0"/>
          </a:p>
          <a:p>
            <a:endParaRPr lang="pt-BR" sz="2400" b="1" dirty="0" smtClean="0">
              <a:solidFill>
                <a:srgbClr val="FF0000"/>
              </a:solidFill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425452"/>
            <a:ext cx="5714601" cy="32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58739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pic>
        <p:nvPicPr>
          <p:cNvPr id="3" name="Imagem 2" descr="icone-escritorio-trabalho.jpg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678" t="29979" r="59612" b="35957"/>
          <a:stretch>
            <a:fillRect/>
          </a:stretch>
        </p:blipFill>
        <p:spPr>
          <a:xfrm flipH="1">
            <a:off x="467544" y="2618066"/>
            <a:ext cx="1008112" cy="1209734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1475656" y="1201316"/>
            <a:ext cx="7668344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/>
              <a:t>Toda informação deve ser registrada (sem medo de exagerar), pois isso nos ajudará a entendermos as dificuldades que tivemos durante a tratativa do evento e consequentemente facilitará a busca de ajudas para que superemos esses contra tempos.</a:t>
            </a:r>
          </a:p>
          <a:p>
            <a:r>
              <a:rPr lang="pt-BR" sz="2400" dirty="0" smtClean="0"/>
              <a:t>Exemplos: 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pt-BR" sz="2000" dirty="0" smtClean="0">
                <a:solidFill>
                  <a:srgbClr val="FF0000"/>
                </a:solidFill>
              </a:rPr>
              <a:t>Falha de contato;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pt-BR" sz="2000" dirty="0" smtClean="0">
                <a:solidFill>
                  <a:srgbClr val="FF0000"/>
                </a:solidFill>
              </a:rPr>
              <a:t>Solicitação de evidencia;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pt-BR" sz="2000" dirty="0" smtClean="0">
                <a:solidFill>
                  <a:srgbClr val="FF0000"/>
                </a:solidFill>
              </a:rPr>
              <a:t>Demora de retorno;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pt-BR" sz="2000" dirty="0" smtClean="0">
                <a:solidFill>
                  <a:srgbClr val="FF0000"/>
                </a:solidFill>
              </a:rPr>
              <a:t>Cobrança sobre solicitações;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pt-BR" sz="2000" dirty="0" smtClean="0">
                <a:solidFill>
                  <a:srgbClr val="FF0000"/>
                </a:solidFill>
              </a:rPr>
              <a:t>Inclusão de pessoas em conferencia;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pt-BR" sz="2000" dirty="0" smtClean="0">
                <a:solidFill>
                  <a:srgbClr val="FF0000"/>
                </a:solidFill>
              </a:rPr>
              <a:t>Escalonamento;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pt-BR" sz="2000" dirty="0" smtClean="0">
                <a:solidFill>
                  <a:srgbClr val="FF0000"/>
                </a:solidFill>
              </a:rPr>
              <a:t>Testes;</a:t>
            </a:r>
          </a:p>
          <a:p>
            <a:endParaRPr lang="pt-BR" sz="2400" dirty="0" smtClean="0"/>
          </a:p>
          <a:p>
            <a:endParaRPr lang="pt-BR" sz="2400" dirty="0"/>
          </a:p>
          <a:p>
            <a:endParaRPr lang="pt-BR" sz="2400" dirty="0" smtClean="0"/>
          </a:p>
          <a:p>
            <a:endParaRPr lang="pt-BR" sz="24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8739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59762" y="2641476"/>
            <a:ext cx="8640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/>
            <a:r>
              <a:rPr lang="pt-BR" sz="6000" dirty="0" smtClean="0">
                <a:solidFill>
                  <a:srgbClr val="002060"/>
                </a:solidFill>
                <a:latin typeface="Cooper Black" pitchFamily="18" charset="0"/>
              </a:rPr>
              <a:t>SMS</a:t>
            </a:r>
            <a:endParaRPr lang="pt-BR" sz="3600" dirty="0" smtClean="0">
              <a:solidFill>
                <a:srgbClr val="002060"/>
              </a:solidFill>
              <a:latin typeface="Cooper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739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0" y="1201316"/>
            <a:ext cx="9144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pt-BR" sz="2400" b="1" dirty="0" smtClean="0">
                <a:solidFill>
                  <a:schemeClr val="tx2"/>
                </a:solidFill>
              </a:rPr>
              <a:t>Envio de SMS;</a:t>
            </a:r>
            <a:endParaRPr lang="pt-BR" sz="2400" dirty="0"/>
          </a:p>
          <a:p>
            <a:endParaRPr lang="pt-BR" sz="2400" dirty="0" smtClean="0"/>
          </a:p>
          <a:p>
            <a:r>
              <a:rPr lang="pt-BR" sz="2400" dirty="0" smtClean="0"/>
              <a:t>Hoje enviamos 2 tipos SMS:</a:t>
            </a:r>
          </a:p>
          <a:p>
            <a:endParaRPr lang="pt-BR" sz="2400" dirty="0"/>
          </a:p>
          <a:p>
            <a:r>
              <a:rPr lang="pt-BR" sz="2400" dirty="0" smtClean="0"/>
              <a:t>INCIDENTE – Publicando nossa atuação durante o incidente;</a:t>
            </a:r>
          </a:p>
          <a:p>
            <a:r>
              <a:rPr lang="pt-BR" sz="2400" dirty="0" smtClean="0"/>
              <a:t>INFORMATIVO – Publicando uma determinada informação;</a:t>
            </a:r>
          </a:p>
          <a:p>
            <a:endParaRPr lang="pt-BR" sz="2400" dirty="0"/>
          </a:p>
          <a:p>
            <a:endParaRPr lang="pt-BR" sz="2400" dirty="0" smtClean="0"/>
          </a:p>
          <a:p>
            <a:endParaRPr lang="pt-BR" sz="2400" dirty="0"/>
          </a:p>
          <a:p>
            <a:endParaRPr lang="pt-BR" sz="2400" dirty="0" smtClean="0"/>
          </a:p>
          <a:p>
            <a:endParaRPr lang="pt-BR" sz="24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8739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0" y="1201316"/>
            <a:ext cx="9144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pt-BR" sz="2400" b="1" dirty="0" smtClean="0">
                <a:solidFill>
                  <a:schemeClr val="tx2"/>
                </a:solidFill>
              </a:rPr>
              <a:t>Envio de SMS;</a:t>
            </a:r>
            <a:endParaRPr lang="pt-BR" sz="2400" dirty="0"/>
          </a:p>
          <a:p>
            <a:endParaRPr lang="pt-BR" sz="2400" dirty="0" smtClean="0"/>
          </a:p>
          <a:p>
            <a:r>
              <a:rPr lang="pt-BR" sz="2400" dirty="0" smtClean="0"/>
              <a:t>Temos que redobrar a atenção pois os eventos abaixo SEMPRE tem que ser publicado através dessa facilidade.</a:t>
            </a:r>
          </a:p>
          <a:p>
            <a:endParaRPr lang="pt-BR" sz="2400" dirty="0" smtClean="0"/>
          </a:p>
          <a:p>
            <a:pPr marL="457200" indent="-457200">
              <a:buFont typeface="Wingdings" pitchFamily="2" charset="2"/>
              <a:buChar char="v"/>
            </a:pPr>
            <a:r>
              <a:rPr lang="pt-BR" sz="2400" dirty="0">
                <a:solidFill>
                  <a:schemeClr val="tx2"/>
                </a:solidFill>
              </a:rPr>
              <a:t>Chamado de </a:t>
            </a:r>
            <a:r>
              <a:rPr lang="pt-BR" sz="2400" dirty="0" smtClean="0">
                <a:solidFill>
                  <a:schemeClr val="tx2"/>
                </a:solidFill>
              </a:rPr>
              <a:t>Incidente Alto </a:t>
            </a:r>
            <a:r>
              <a:rPr lang="pt-BR" sz="2400" dirty="0">
                <a:solidFill>
                  <a:schemeClr val="tx2"/>
                </a:solidFill>
              </a:rPr>
              <a:t>impacto.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pt-BR" sz="2400" dirty="0">
                <a:solidFill>
                  <a:schemeClr val="tx2"/>
                </a:solidFill>
              </a:rPr>
              <a:t>Acionamento de Operação parada  (Indisponível ou parcialmente indisponível).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pt-BR" sz="2400" dirty="0">
                <a:solidFill>
                  <a:schemeClr val="tx2"/>
                </a:solidFill>
              </a:rPr>
              <a:t>Link 100% parado (independente de impacto).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pt-BR" sz="2400" dirty="0">
                <a:solidFill>
                  <a:schemeClr val="tx2"/>
                </a:solidFill>
              </a:rPr>
              <a:t>Equipamento parado.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pt-BR" sz="2400" dirty="0">
                <a:solidFill>
                  <a:schemeClr val="tx2"/>
                </a:solidFill>
              </a:rPr>
              <a:t>Ambiente parado (mesmo fora do horário de atuação</a:t>
            </a:r>
            <a:r>
              <a:rPr lang="pt-BR" sz="2400" dirty="0" smtClean="0">
                <a:solidFill>
                  <a:schemeClr val="tx2"/>
                </a:solidFill>
              </a:rPr>
              <a:t>).</a:t>
            </a:r>
            <a:endParaRPr lang="pt-BR" sz="2400" dirty="0" smtClean="0"/>
          </a:p>
          <a:p>
            <a:endParaRPr lang="pt-BR" sz="24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988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0" y="1201316"/>
            <a:ext cx="9144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pt-BR" sz="2400" b="1" dirty="0" smtClean="0">
                <a:solidFill>
                  <a:schemeClr val="tx2"/>
                </a:solidFill>
              </a:rPr>
              <a:t>Envio de SMS;</a:t>
            </a:r>
            <a:endParaRPr lang="pt-BR" sz="2400" dirty="0"/>
          </a:p>
          <a:p>
            <a:endParaRPr lang="pt-BR" sz="2400" dirty="0" smtClean="0"/>
          </a:p>
          <a:p>
            <a:r>
              <a:rPr lang="pt-BR" sz="2400" dirty="0" smtClean="0"/>
              <a:t>Além desses envios, realizamos também a notificação de um tentativa de acionamento sem sucesso. Isso é feito após tentarmos contato com um determinado recurso e não tenhamos sucesso.</a:t>
            </a:r>
          </a:p>
          <a:p>
            <a:r>
              <a:rPr lang="pt-BR" sz="2400" dirty="0" smtClean="0"/>
              <a:t>Em seguida enviamos um SMS para o recurso em questão + seu Gestor em cópia informando a necessidade e pedindo para entrar em contato com o CSC- SDK Alto Impacto assim que possível.</a:t>
            </a:r>
          </a:p>
          <a:p>
            <a:endParaRPr lang="pt-BR" sz="2400" dirty="0" smtClean="0"/>
          </a:p>
          <a:p>
            <a:r>
              <a:rPr lang="pt-BR" sz="2400" dirty="0" smtClean="0">
                <a:solidFill>
                  <a:schemeClr val="tx2"/>
                </a:solidFill>
              </a:rPr>
              <a:t>Atenção: isso não significa que o escalonamento deva parar, continuamos tentando acionar os demais recursos da escala.</a:t>
            </a:r>
            <a:endParaRPr lang="pt-BR" sz="2400" dirty="0" smtClean="0"/>
          </a:p>
          <a:p>
            <a:endParaRPr lang="pt-BR" sz="24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988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209866" y="2641476"/>
            <a:ext cx="8640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/>
            <a:r>
              <a:rPr lang="pt-BR" sz="6000" dirty="0" smtClean="0">
                <a:solidFill>
                  <a:srgbClr val="002060"/>
                </a:solidFill>
                <a:latin typeface="Cooper Black" pitchFamily="18" charset="0"/>
              </a:rPr>
              <a:t>Passagem de Turno</a:t>
            </a:r>
            <a:endParaRPr lang="pt-BR" sz="3600" dirty="0" smtClean="0">
              <a:solidFill>
                <a:srgbClr val="002060"/>
              </a:solidFill>
              <a:latin typeface="Cooper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6988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0" y="1201316"/>
            <a:ext cx="9144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pt-BR" sz="2400" b="1" dirty="0" smtClean="0">
                <a:solidFill>
                  <a:schemeClr val="tx2"/>
                </a:solidFill>
              </a:rPr>
              <a:t>Passagem de turno;</a:t>
            </a:r>
            <a:endParaRPr lang="pt-BR" sz="2400" dirty="0"/>
          </a:p>
          <a:p>
            <a:endParaRPr lang="pt-BR" sz="2400" dirty="0" smtClean="0"/>
          </a:p>
          <a:p>
            <a:r>
              <a:rPr lang="pt-BR" sz="2400" dirty="0" smtClean="0"/>
              <a:t>Por trabalhar em regime de escala 24x7, a Passagem de Turno é fundamental para que a equipe consiga dar continuidade as necessidades confiadas a nós.</a:t>
            </a:r>
          </a:p>
          <a:p>
            <a:endParaRPr lang="pt-BR" sz="2400" dirty="0"/>
          </a:p>
          <a:p>
            <a:r>
              <a:rPr lang="pt-BR" sz="2400" dirty="0" smtClean="0"/>
              <a:t>Para isso foi desenhado uma escala onde os recursos do próximo turno chegam uma hora antes da saída da equipe que estava atuando. Esse tempo é justamente para que a equipe que for permanecer trabalhando consiga se inteirar sobre o andamento das atividades.</a:t>
            </a:r>
            <a:endParaRPr lang="pt-BR" sz="2400" dirty="0"/>
          </a:p>
          <a:p>
            <a:endParaRPr lang="pt-BR" sz="2400" dirty="0" smtClean="0"/>
          </a:p>
          <a:p>
            <a:endParaRPr lang="pt-BR" sz="24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988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0" y="1076056"/>
            <a:ext cx="9144000" cy="5093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pt-BR" sz="2400" b="1" dirty="0" smtClean="0">
                <a:solidFill>
                  <a:schemeClr val="tx2"/>
                </a:solidFill>
              </a:rPr>
              <a:t>Passagem de turno;</a:t>
            </a:r>
            <a:endParaRPr lang="pt-BR" sz="2400" dirty="0"/>
          </a:p>
          <a:p>
            <a:endParaRPr lang="pt-BR" sz="900" dirty="0" smtClean="0"/>
          </a:p>
          <a:p>
            <a:pPr algn="ctr"/>
            <a:r>
              <a:rPr lang="pt-BR" sz="2000" b="1" dirty="0" smtClean="0">
                <a:solidFill>
                  <a:srgbClr val="FF0000"/>
                </a:solidFill>
              </a:rPr>
              <a:t>É importante ficar claro para todos:</a:t>
            </a:r>
          </a:p>
          <a:p>
            <a:r>
              <a:rPr lang="pt-BR" sz="2400" dirty="0" smtClean="0"/>
              <a:t>T1 – Das 06h as 15h</a:t>
            </a:r>
          </a:p>
          <a:p>
            <a:r>
              <a:rPr lang="pt-BR" sz="2400" dirty="0" smtClean="0"/>
              <a:t>T2 – Das 14h as 23h </a:t>
            </a:r>
          </a:p>
          <a:p>
            <a:r>
              <a:rPr lang="pt-BR" sz="2400" dirty="0" smtClean="0"/>
              <a:t>T3 – Das 22h as 07h</a:t>
            </a:r>
          </a:p>
          <a:p>
            <a:endParaRPr lang="pt-BR" sz="800" dirty="0" smtClean="0"/>
          </a:p>
          <a:p>
            <a:pPr algn="ctr"/>
            <a:r>
              <a:rPr lang="pt-BR" sz="2400" dirty="0" smtClean="0"/>
              <a:t>A partir das 06h:</a:t>
            </a:r>
          </a:p>
          <a:p>
            <a:pPr algn="ctr"/>
            <a:r>
              <a:rPr lang="pt-BR" sz="2000" dirty="0" smtClean="0">
                <a:solidFill>
                  <a:schemeClr val="tx2"/>
                </a:solidFill>
              </a:rPr>
              <a:t>Incidentes e monitorações são de responsabilidade do T1.</a:t>
            </a:r>
          </a:p>
          <a:p>
            <a:pPr algn="ctr"/>
            <a:r>
              <a:rPr lang="pt-BR" sz="2400" dirty="0"/>
              <a:t>A partir das </a:t>
            </a:r>
            <a:r>
              <a:rPr lang="pt-BR" sz="2400" dirty="0" smtClean="0"/>
              <a:t>14h</a:t>
            </a:r>
            <a:r>
              <a:rPr lang="pt-BR" sz="2400" dirty="0"/>
              <a:t>:</a:t>
            </a:r>
          </a:p>
          <a:p>
            <a:pPr algn="ctr"/>
            <a:r>
              <a:rPr lang="pt-BR" sz="2000" dirty="0" smtClean="0">
                <a:solidFill>
                  <a:schemeClr val="tx2"/>
                </a:solidFill>
              </a:rPr>
              <a:t>Incidentes </a:t>
            </a:r>
            <a:r>
              <a:rPr lang="pt-BR" sz="2000" dirty="0">
                <a:solidFill>
                  <a:schemeClr val="tx2"/>
                </a:solidFill>
              </a:rPr>
              <a:t>e monitorações são de responsabilidade do </a:t>
            </a:r>
            <a:r>
              <a:rPr lang="pt-BR" sz="2000" dirty="0" smtClean="0">
                <a:solidFill>
                  <a:schemeClr val="tx2"/>
                </a:solidFill>
              </a:rPr>
              <a:t>T2.</a:t>
            </a:r>
            <a:endParaRPr lang="pt-BR" sz="2000" dirty="0">
              <a:solidFill>
                <a:schemeClr val="tx2"/>
              </a:solidFill>
            </a:endParaRPr>
          </a:p>
          <a:p>
            <a:pPr algn="ctr"/>
            <a:r>
              <a:rPr lang="pt-BR" sz="2400" dirty="0"/>
              <a:t>A partir das </a:t>
            </a:r>
            <a:r>
              <a:rPr lang="pt-BR" sz="2400" dirty="0" smtClean="0"/>
              <a:t>22h:</a:t>
            </a:r>
          </a:p>
          <a:p>
            <a:pPr algn="ctr"/>
            <a:r>
              <a:rPr lang="pt-BR" sz="2000" dirty="0" smtClean="0">
                <a:solidFill>
                  <a:schemeClr val="tx2"/>
                </a:solidFill>
              </a:rPr>
              <a:t>Incidentes e monitorações são de responsabilidade do T3.</a:t>
            </a:r>
          </a:p>
          <a:p>
            <a:pPr algn="ctr"/>
            <a:endParaRPr lang="pt-BR" sz="1000" dirty="0" smtClean="0">
              <a:solidFill>
                <a:schemeClr val="tx2"/>
              </a:solidFill>
            </a:endParaRPr>
          </a:p>
          <a:p>
            <a:pPr algn="ctr"/>
            <a:r>
              <a:rPr lang="pt-BR" sz="2000" b="1" dirty="0" smtClean="0">
                <a:solidFill>
                  <a:srgbClr val="FF0000"/>
                </a:solidFill>
              </a:rPr>
              <a:t>OBS: O Responsável pelo turno seguinte deverá questionar o turno anterior referente a todos incidentes em curso no painel.</a:t>
            </a:r>
            <a:endParaRPr lang="pt-BR" sz="24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988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sebraemercados.com.br/wp-content/uploads/2013/07/ABNT_Capa-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523" y="1077239"/>
            <a:ext cx="3343136" cy="2379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estrategistas.com/wp-content/uploads/2012/06/letreiro-sucesso-3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067" y="1321494"/>
            <a:ext cx="5715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/>
          <p:cNvSpPr txBox="1"/>
          <p:nvPr/>
        </p:nvSpPr>
        <p:spPr>
          <a:xfrm>
            <a:off x="651928" y="279740"/>
            <a:ext cx="595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525" y="3746004"/>
            <a:ext cx="2190178" cy="190107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916402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17" val="188,114,0,-16747844,False;1/4/2009 00:00:00;todo! entra no mercado;False;False;False;False;tbName;17;Calibri;10;Calibri;10;1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LAPSEDMARKERVALU" val="yes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LAPSEDMARKERVALU" val="yes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LAPSEDMARKERVALU" val="yes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LAPSEDMARKERVALU" val="yes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LAPSEDMARKERVALU" val="yes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LAPSEDMARKERVALU" val="yes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17" val="188,114,0,-16747844,False;1/4/2009 00:00:00;todo! entra no mercado;False;False;False;False;tbName;17;Calibri;10;Calibri;10;1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LAPSEDMARKERVALU" val="yes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LAPSEDMARKERVALU" val="yes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LAPSEDMARKERVALU" val="yes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17" val="188,114,0,-16747844,False;1/4/2009 00:00:00;todo! entra no mercado;False;False;False;False;tbName;17;Calibri;10;Calibri;10;17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LAPSEDMARKERVALU" val="yes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LAPSEDMARKERVALU" val="yes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LAPSEDMARKERVALU" val="yes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17" val="188,114,0,-16747844,False;1/4/2009 00:00:00;todo! entra no mercado;False;False;False;False;tbName;17;Calibri;10;Calibri;10;17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LAPSEDMARKERVALU" val="yes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LAPSEDMARKERVALU" val="yes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LAPSEDMARKERVALU" val="yes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17" val="188,114,0,-16747844,False;1/4/2009 00:00:00;todo! entra no mercado;False;False;False;False;tbName;17;Calibri;10;Calibri;10;17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LAPSEDMARKERVALU" val="yes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LAPSEDMARKERVALU" val="yes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LAPSEDMARKERVALU" val="yes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17" val="188,114,0,-16747844,False;1/4/2009 00:00:00;todo! entra no mercado;False;False;False;False;tbName;17;Calibri;10;Calibri;10;17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ESCALVALUEFONT" val="Yes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LAPSEDMARKERVALU" val="yes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LAPSEDMARKERVALU" val="yes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LAPSEDMARKERVALU" val="yes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17" val="188,114,0,-16747844,False;1/4/2009 00:00:00;todo! entra no mercado;False;False;False;False;tbName;17;Calibri;10;Calibri;10;1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0" marR="0" indent="0" algn="just" defTabSz="4572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sz="1200" b="0" i="0" dirty="0" err="1" smtClean="0">
            <a:solidFill>
              <a:schemeClr val="tx1">
                <a:lumMod val="50000"/>
                <a:lumOff val="50000"/>
              </a:schemeClr>
            </a:solidFill>
            <a:latin typeface="Tahoma"/>
            <a:cs typeface="Tahom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Logo Grupo Contax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3B5D3D784E3BA449570ADAAF37FA8B2" ma:contentTypeVersion="0" ma:contentTypeDescription="Crie um novo documento." ma:contentTypeScope="" ma:versionID="704348065d9a17421fec285126e8bba4">
  <xsd:schema xmlns:xsd="http://www.w3.org/2001/XMLSchema" xmlns:p="http://schemas.microsoft.com/office/2006/metadata/properties" targetNamespace="http://schemas.microsoft.com/office/2006/metadata/properties" ma:root="true" ma:fieldsID="834597303d62dd03ddcd59f56325a21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 ma:readOnly="tru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Props1.xml><?xml version="1.0" encoding="utf-8"?>
<ds:datastoreItem xmlns:ds="http://schemas.openxmlformats.org/officeDocument/2006/customXml" ds:itemID="{83B94244-89C9-4E0E-B1DB-6B1A44EA378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492C84-DD8C-44DD-A88A-883CEE8F2250}">
  <ds:schemaRefs>
    <ds:schemaRef ds:uri="http://purl.org/dc/terms/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1139C90-FA66-45BF-95F5-438C4B1FB8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35648</TotalTime>
  <Words>2619</Words>
  <Application>Microsoft Office PowerPoint</Application>
  <PresentationFormat>Apresentação na tela (4:3)</PresentationFormat>
  <Paragraphs>660</Paragraphs>
  <Slides>80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5</vt:i4>
      </vt:variant>
      <vt:variant>
        <vt:lpstr>Títulos de slides</vt:lpstr>
      </vt:variant>
      <vt:variant>
        <vt:i4>80</vt:i4>
      </vt:variant>
    </vt:vector>
  </HeadingPairs>
  <TitlesOfParts>
    <vt:vector size="85" baseType="lpstr">
      <vt:lpstr>Office Theme</vt:lpstr>
      <vt:lpstr>Custom Design</vt:lpstr>
      <vt:lpstr>Office Theme</vt:lpstr>
      <vt:lpstr>Office Theme</vt:lpstr>
      <vt:lpstr>Logo Grupo Contax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Daniel Donaire</cp:lastModifiedBy>
  <cp:revision>300</cp:revision>
  <dcterms:created xsi:type="dcterms:W3CDTF">2013-12-19T17:40:11Z</dcterms:created>
  <dcterms:modified xsi:type="dcterms:W3CDTF">2015-03-09T15:19:09Z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0x01010043B5D3D784E3BA449570ADAAF37FA8B2</vt:lpwstr>
  </property>
</Properties>
</file>