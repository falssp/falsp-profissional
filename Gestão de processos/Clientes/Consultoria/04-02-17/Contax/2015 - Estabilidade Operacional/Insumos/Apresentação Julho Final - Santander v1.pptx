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drawings/drawing4.xml" ContentType="application/vnd.openxmlformats-officedocument.drawingml.chartshapes+xml"/>
  <Override PartName="/ppt/charts/chart5.xml" ContentType="application/vnd.openxmlformats-officedocument.drawingml.chart+xml"/>
  <Override PartName="/ppt/drawings/drawing5.xml" ContentType="application/vnd.openxmlformats-officedocument.drawingml.chartshapes+xml"/>
  <Override PartName="/ppt/charts/chart6.xml" ContentType="application/vnd.openxmlformats-officedocument.drawingml.chart+xml"/>
  <Override PartName="/ppt/drawings/drawing6.xml" ContentType="application/vnd.openxmlformats-officedocument.drawingml.chartshapes+xml"/>
  <Override PartName="/ppt/notesSlides/notesSlide3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4.xml" ContentType="application/vnd.openxmlformats-officedocument.presentationml.notesSlide+xml"/>
  <Override PartName="/ppt/charts/chart9.xml" ContentType="application/vnd.openxmlformats-officedocument.drawingml.chart+xml"/>
  <Override PartName="/ppt/drawings/drawing7.xml" ContentType="application/vnd.openxmlformats-officedocument.drawingml.chartshapes+xml"/>
  <Override PartName="/ppt/charts/chart10.xml" ContentType="application/vnd.openxmlformats-officedocument.drawingml.chart+xml"/>
  <Override PartName="/ppt/drawings/drawing8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11.xml" ContentType="application/vnd.openxmlformats-officedocument.drawingml.chart+xml"/>
  <Override PartName="/ppt/drawings/drawing9.xml" ContentType="application/vnd.openxmlformats-officedocument.drawingml.chartshapes+xml"/>
  <Override PartName="/ppt/charts/chart12.xml" ContentType="application/vnd.openxmlformats-officedocument.drawingml.chart+xml"/>
  <Override PartName="/ppt/drawings/drawing10.xml" ContentType="application/vnd.openxmlformats-officedocument.drawingml.chartshapes+xml"/>
  <Override PartName="/ppt/charts/chart13.xml" ContentType="application/vnd.openxmlformats-officedocument.drawingml.chart+xml"/>
  <Override PartName="/ppt/drawings/drawing11.xml" ContentType="application/vnd.openxmlformats-officedocument.drawingml.chartshapes+xml"/>
  <Override PartName="/ppt/charts/chart14.xml" ContentType="application/vnd.openxmlformats-officedocument.drawingml.chart+xml"/>
  <Override PartName="/ppt/drawings/drawing12.xml" ContentType="application/vnd.openxmlformats-officedocument.drawingml.chartshapes+xml"/>
  <Override PartName="/ppt/charts/chart15.xml" ContentType="application/vnd.openxmlformats-officedocument.drawingml.chart+xml"/>
  <Override PartName="/ppt/drawings/drawing13.xml" ContentType="application/vnd.openxmlformats-officedocument.drawingml.chartshapes+xml"/>
  <Override PartName="/ppt/charts/chart16.xml" ContentType="application/vnd.openxmlformats-officedocument.drawingml.chart+xml"/>
  <Override PartName="/ppt/drawings/drawing14.xml" ContentType="application/vnd.openxmlformats-officedocument.drawingml.chartshapes+xml"/>
  <Override PartName="/ppt/charts/chart17.xml" ContentType="application/vnd.openxmlformats-officedocument.drawingml.chart+xml"/>
  <Override PartName="/ppt/drawings/drawing15.xml" ContentType="application/vnd.openxmlformats-officedocument.drawingml.chartshapes+xml"/>
  <Override PartName="/ppt/charts/chart18.xml" ContentType="application/vnd.openxmlformats-officedocument.drawingml.chart+xml"/>
  <Override PartName="/ppt/drawings/drawing16.xml" ContentType="application/vnd.openxmlformats-officedocument.drawingml.chartshapes+xml"/>
  <Override PartName="/ppt/charts/chart19.xml" ContentType="application/vnd.openxmlformats-officedocument.drawingml.chart+xml"/>
  <Override PartName="/ppt/drawings/drawing17.xml" ContentType="application/vnd.openxmlformats-officedocument.drawingml.chartshapes+xml"/>
  <Override PartName="/ppt/charts/chart20.xml" ContentType="application/vnd.openxmlformats-officedocument.drawingml.chart+xml"/>
  <Override PartName="/ppt/drawings/drawing18.xml" ContentType="application/vnd.openxmlformats-officedocument.drawingml.chartshapes+xml"/>
  <Override PartName="/ppt/charts/chart21.xml" ContentType="application/vnd.openxmlformats-officedocument.drawingml.chart+xml"/>
  <Override PartName="/ppt/drawings/drawing19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8" r:id="rId2"/>
    <p:sldMasterId id="2147483671" r:id="rId3"/>
    <p:sldMasterId id="2147483652" r:id="rId4"/>
    <p:sldMasterId id="2147483675" r:id="rId5"/>
  </p:sldMasterIdLst>
  <p:notesMasterIdLst>
    <p:notesMasterId r:id="rId25"/>
  </p:notesMasterIdLst>
  <p:handoutMasterIdLst>
    <p:handoutMasterId r:id="rId26"/>
  </p:handoutMasterIdLst>
  <p:sldIdLst>
    <p:sldId id="419" r:id="rId6"/>
    <p:sldId id="581" r:id="rId7"/>
    <p:sldId id="582" r:id="rId8"/>
    <p:sldId id="583" r:id="rId9"/>
    <p:sldId id="584" r:id="rId10"/>
    <p:sldId id="585" r:id="rId11"/>
    <p:sldId id="586" r:id="rId12"/>
    <p:sldId id="587" r:id="rId13"/>
    <p:sldId id="588" r:id="rId14"/>
    <p:sldId id="589" r:id="rId15"/>
    <p:sldId id="590" r:id="rId16"/>
    <p:sldId id="591" r:id="rId17"/>
    <p:sldId id="594" r:id="rId18"/>
    <p:sldId id="595" r:id="rId19"/>
    <p:sldId id="596" r:id="rId20"/>
    <p:sldId id="598" r:id="rId21"/>
    <p:sldId id="599" r:id="rId22"/>
    <p:sldId id="600" r:id="rId23"/>
    <p:sldId id="568" r:id="rId24"/>
  </p:sldIdLst>
  <p:sldSz cx="9144000" cy="6858000" type="screen4x3"/>
  <p:notesSz cx="6724650" cy="9774238"/>
  <p:defaultTextStyle>
    <a:defPPr>
      <a:defRPr lang="en-US"/>
    </a:defPPr>
    <a:lvl1pPr marL="0" algn="l" defTabSz="457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457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457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457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457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457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457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457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457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396234" initials="3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008080"/>
    <a:srgbClr val="DBE5F1"/>
    <a:srgbClr val="4F81BD"/>
    <a:srgbClr val="335A89"/>
    <a:srgbClr val="D6ECEE"/>
    <a:srgbClr val="7AC2C8"/>
    <a:srgbClr val="75FF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57" autoAdjust="0"/>
    <p:restoredTop sz="41030" autoAdjust="0"/>
  </p:normalViewPr>
  <p:slideViewPr>
    <p:cSldViewPr snapToGrid="0" snapToObjects="1">
      <p:cViewPr varScale="1">
        <p:scale>
          <a:sx n="92" d="100"/>
          <a:sy n="92" d="100"/>
        </p:scale>
        <p:origin x="-130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404"/>
    </p:cViewPr>
  </p:sorterViewPr>
  <p:notesViewPr>
    <p:cSldViewPr snapToGrid="0" snapToObjects="1">
      <p:cViewPr varScale="1">
        <p:scale>
          <a:sx n="52" d="100"/>
          <a:sy n="52" d="100"/>
        </p:scale>
        <p:origin x="-1968" y="-90"/>
      </p:cViewPr>
      <p:guideLst>
        <p:guide orient="horz" pos="3078"/>
        <p:guide pos="21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6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7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8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9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0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1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2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3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1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4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5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1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6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1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7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2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8.xml"/><Relationship Id="rId1" Type="http://schemas.openxmlformats.org/officeDocument/2006/relationships/oleObject" Target="file:///C:\Users\194512\Desktop\Apresenta&#231;&#227;o%20Santander%20Julho.xlsx" TargetMode="External"/></Relationships>
</file>

<file path=ppt/charts/_rels/chart2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9.xml"/><Relationship Id="rId1" Type="http://schemas.openxmlformats.org/officeDocument/2006/relationships/oleObject" Target="file:///C:\Users\194512\Desktop\Apresenta&#231;&#227;o%20Santander%20Julho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03315469128785E-2"/>
          <c:y val="0.17459192978348262"/>
          <c:w val="0.94013275988972844"/>
          <c:h val="0.592480387286077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'Slide 3'!$G$27</c:f>
              <c:strCache>
                <c:ptCount val="1"/>
                <c:pt idx="0">
                  <c:v>C ontax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</c:spPr>
          <c:invertIfNegative val="0"/>
          <c:dLbls>
            <c:txPr>
              <a:bodyPr rot="-5400000" vert="horz"/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3'!$F$28:$F$42</c:f>
              <c:numCache>
                <c:formatCode>mmm\-yy</c:formatCode>
                <c:ptCount val="13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3'!$G$28:$G$42</c:f>
              <c:numCache>
                <c:formatCode>0.00%</c:formatCode>
                <c:ptCount val="13"/>
                <c:pt idx="0">
                  <c:v>0.99299999999999999</c:v>
                </c:pt>
                <c:pt idx="1">
                  <c:v>0.99860000000000004</c:v>
                </c:pt>
                <c:pt idx="2">
                  <c:v>0.99219999999999997</c:v>
                </c:pt>
                <c:pt idx="3">
                  <c:v>0.99350000000000005</c:v>
                </c:pt>
                <c:pt idx="4">
                  <c:v>0.99590000000000001</c:v>
                </c:pt>
                <c:pt idx="5">
                  <c:v>1</c:v>
                </c:pt>
                <c:pt idx="6">
                  <c:v>0.99739999999999995</c:v>
                </c:pt>
                <c:pt idx="7">
                  <c:v>0.99960000000000004</c:v>
                </c:pt>
                <c:pt idx="8">
                  <c:v>1</c:v>
                </c:pt>
                <c:pt idx="9">
                  <c:v>0.99890000000000001</c:v>
                </c:pt>
                <c:pt idx="10">
                  <c:v>0.99739999999999995</c:v>
                </c:pt>
                <c:pt idx="11">
                  <c:v>0.999</c:v>
                </c:pt>
              </c:numCache>
            </c:numRef>
          </c:val>
        </c:ser>
        <c:ser>
          <c:idx val="1"/>
          <c:order val="1"/>
          <c:tx>
            <c:strRef>
              <c:f>'Slide 3'!$H$27</c:f>
              <c:strCache>
                <c:ptCount val="1"/>
                <c:pt idx="0">
                  <c:v>Santander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</c:spPr>
          <c:invertIfNegative val="0"/>
          <c:dLbls>
            <c:txPr>
              <a:bodyPr rot="-5400000" vert="horz"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3'!$F$28:$F$42</c:f>
              <c:numCache>
                <c:formatCode>mmm\-yy</c:formatCode>
                <c:ptCount val="13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3'!$H$28:$H$42</c:f>
              <c:numCache>
                <c:formatCode>0.00%</c:formatCode>
                <c:ptCount val="13"/>
                <c:pt idx="0">
                  <c:v>0.99909999999999999</c:v>
                </c:pt>
                <c:pt idx="1">
                  <c:v>0.99660000000000004</c:v>
                </c:pt>
                <c:pt idx="2">
                  <c:v>0.99990000000000001</c:v>
                </c:pt>
                <c:pt idx="3">
                  <c:v>0.99939999999999996</c:v>
                </c:pt>
                <c:pt idx="4">
                  <c:v>0.99909999999999999</c:v>
                </c:pt>
                <c:pt idx="5">
                  <c:v>1</c:v>
                </c:pt>
                <c:pt idx="6">
                  <c:v>0.99580000000000002</c:v>
                </c:pt>
                <c:pt idx="7">
                  <c:v>0.99850000000000005</c:v>
                </c:pt>
                <c:pt idx="8">
                  <c:v>1</c:v>
                </c:pt>
                <c:pt idx="9">
                  <c:v>0.99709999999999999</c:v>
                </c:pt>
                <c:pt idx="10">
                  <c:v>1</c:v>
                </c:pt>
                <c:pt idx="11">
                  <c:v>0.99970000000000003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8246656"/>
        <c:axId val="98248192"/>
      </c:barChart>
      <c:dateAx>
        <c:axId val="98246656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pt-BR"/>
          </a:p>
        </c:txPr>
        <c:crossAx val="98248192"/>
        <c:crosses val="autoZero"/>
        <c:auto val="1"/>
        <c:lblOffset val="100"/>
        <c:baseTimeUnit val="months"/>
      </c:dateAx>
      <c:valAx>
        <c:axId val="98248192"/>
        <c:scaling>
          <c:orientation val="minMax"/>
          <c:max val="1"/>
          <c:min val="0"/>
        </c:scaling>
        <c:delete val="0"/>
        <c:axPos val="l"/>
        <c:numFmt formatCode="0.00%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98246656"/>
        <c:crosses val="autoZero"/>
        <c:crossBetween val="between"/>
        <c:majorUnit val="1"/>
        <c:minorUnit val="1"/>
      </c:valAx>
      <c:spPr>
        <a:scene3d>
          <a:camera prst="orthographicFront"/>
          <a:lightRig rig="threePt" dir="t"/>
        </a:scene3d>
        <a:sp3d/>
      </c:spPr>
    </c:plotArea>
    <c:legend>
      <c:legendPos val="b"/>
      <c:layout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3570647419072618E-2"/>
          <c:y val="0.17459192978348262"/>
          <c:w val="0.93642935258092741"/>
          <c:h val="0.59248038728607744"/>
        </c:manualLayout>
      </c:layout>
      <c:lineChart>
        <c:grouping val="standard"/>
        <c:varyColors val="0"/>
        <c:ser>
          <c:idx val="0"/>
          <c:order val="0"/>
          <c:tx>
            <c:strRef>
              <c:f>'Slide 3'!$G$3</c:f>
              <c:strCache>
                <c:ptCount val="1"/>
                <c:pt idx="0">
                  <c:v>Realizado</c:v>
                </c:pt>
              </c:strCache>
            </c:strRef>
          </c:tx>
          <c:spPr>
            <a:ln>
              <a:solidFill>
                <a:schemeClr val="accent5">
                  <a:lumMod val="75000"/>
                </a:schemeClr>
              </a:solidFill>
            </a:ln>
          </c:spPr>
          <c:dLbls>
            <c:txPr>
              <a:bodyPr/>
              <a:lstStyle/>
              <a:p>
                <a:pPr>
                  <a:defRPr sz="1000" b="1">
                    <a:solidFill>
                      <a:schemeClr val="accent5">
                        <a:lumMod val="75000"/>
                      </a:schemeClr>
                    </a:solidFill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3'!$F$4:$F$17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3'!$G$4:$G$17</c:f>
              <c:numCache>
                <c:formatCode>0.00%</c:formatCode>
                <c:ptCount val="12"/>
                <c:pt idx="0">
                  <c:v>0.996</c:v>
                </c:pt>
                <c:pt idx="1">
                  <c:v>0.99760000000000004</c:v>
                </c:pt>
                <c:pt idx="2">
                  <c:v>0.996</c:v>
                </c:pt>
                <c:pt idx="3">
                  <c:v>0.99639999999999995</c:v>
                </c:pt>
                <c:pt idx="4">
                  <c:v>0.99750000000000005</c:v>
                </c:pt>
                <c:pt idx="5">
                  <c:v>1</c:v>
                </c:pt>
                <c:pt idx="6">
                  <c:v>0.99660000000000004</c:v>
                </c:pt>
                <c:pt idx="7">
                  <c:v>0.99909999999999999</c:v>
                </c:pt>
                <c:pt idx="8">
                  <c:v>1</c:v>
                </c:pt>
                <c:pt idx="9">
                  <c:v>0.998</c:v>
                </c:pt>
                <c:pt idx="10">
                  <c:v>0.99870000000000003</c:v>
                </c:pt>
                <c:pt idx="11">
                  <c:v>0.99939999999999996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'Slide 3'!$H$3</c:f>
              <c:strCache>
                <c:ptCount val="1"/>
                <c:pt idx="0">
                  <c:v>Meta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layout>
                <c:manualLayout>
                  <c:x val="-8.3333342446778487E-3"/>
                  <c:y val="-2.052922328560040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solidFill>
                <a:schemeClr val="tx2"/>
              </a:solidFill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3'!$F$4:$F$17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3'!$H$4:$H$17</c:f>
              <c:numCache>
                <c:formatCode>0%</c:formatCode>
                <c:ptCount val="12"/>
                <c:pt idx="0">
                  <c:v>0.99</c:v>
                </c:pt>
                <c:pt idx="1">
                  <c:v>0.99</c:v>
                </c:pt>
                <c:pt idx="2">
                  <c:v>0.99</c:v>
                </c:pt>
                <c:pt idx="3">
                  <c:v>0.99</c:v>
                </c:pt>
                <c:pt idx="4">
                  <c:v>0.99</c:v>
                </c:pt>
                <c:pt idx="5">
                  <c:v>0.99</c:v>
                </c:pt>
                <c:pt idx="6">
                  <c:v>0.99</c:v>
                </c:pt>
                <c:pt idx="7">
                  <c:v>0.99</c:v>
                </c:pt>
                <c:pt idx="8">
                  <c:v>0.99</c:v>
                </c:pt>
                <c:pt idx="9">
                  <c:v>0.99</c:v>
                </c:pt>
                <c:pt idx="10">
                  <c:v>0.99</c:v>
                </c:pt>
                <c:pt idx="11">
                  <c:v>0.99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8303360"/>
        <c:axId val="98300672"/>
      </c:lineChart>
      <c:dateAx>
        <c:axId val="9830336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pt-BR"/>
          </a:p>
        </c:txPr>
        <c:crossAx val="98300672"/>
        <c:crosses val="autoZero"/>
        <c:auto val="1"/>
        <c:lblOffset val="100"/>
        <c:baseTimeUnit val="months"/>
      </c:dateAx>
      <c:valAx>
        <c:axId val="98300672"/>
        <c:scaling>
          <c:orientation val="minMax"/>
          <c:max val="1"/>
          <c:min val="0.95000000000000007"/>
        </c:scaling>
        <c:delete val="0"/>
        <c:axPos val="l"/>
        <c:numFmt formatCode="0.00%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98303360"/>
        <c:crosses val="autoZero"/>
        <c:crossBetween val="between"/>
        <c:majorUnit val="1"/>
        <c:minorUnit val="1"/>
      </c:valAx>
      <c:spPr>
        <a:scene3d>
          <a:camera prst="orthographicFront"/>
          <a:lightRig rig="threePt" dir="t"/>
        </a:scene3d>
        <a:sp3d/>
      </c:spPr>
    </c:plotArea>
    <c:legend>
      <c:legendPos val="b"/>
      <c:layout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03315469128785E-2"/>
          <c:y val="0.17459192978348262"/>
          <c:w val="0.94013275988972844"/>
          <c:h val="0.59248038728607744"/>
        </c:manualLayout>
      </c:layout>
      <c:lineChart>
        <c:grouping val="standard"/>
        <c:varyColors val="0"/>
        <c:ser>
          <c:idx val="0"/>
          <c:order val="0"/>
          <c:tx>
            <c:strRef>
              <c:f>'Slide 4'!$G$3</c:f>
              <c:strCache>
                <c:ptCount val="1"/>
                <c:pt idx="0">
                  <c:v>Realizado</c:v>
                </c:pt>
              </c:strCache>
            </c:strRef>
          </c:tx>
          <c:spPr>
            <a:ln>
              <a:solidFill>
                <a:schemeClr val="accent5">
                  <a:lumMod val="75000"/>
                </a:schemeClr>
              </a:solidFill>
            </a:ln>
          </c:spPr>
          <c:dLbls>
            <c:txPr>
              <a:bodyPr/>
              <a:lstStyle/>
              <a:p>
                <a:pPr>
                  <a:defRPr sz="1000" b="1">
                    <a:solidFill>
                      <a:schemeClr val="accent5">
                        <a:lumMod val="75000"/>
                      </a:schemeClr>
                    </a:solidFill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4'!$F$4:$F$19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4'!$G$4:$G$19</c:f>
              <c:numCache>
                <c:formatCode>0.00%</c:formatCode>
                <c:ptCount val="12"/>
                <c:pt idx="0">
                  <c:v>0.99919999999999998</c:v>
                </c:pt>
                <c:pt idx="1">
                  <c:v>0.99780000000000002</c:v>
                </c:pt>
                <c:pt idx="2">
                  <c:v>0.99939999999999996</c:v>
                </c:pt>
                <c:pt idx="3">
                  <c:v>0.99870000000000003</c:v>
                </c:pt>
                <c:pt idx="4">
                  <c:v>0.99909999999999999</c:v>
                </c:pt>
                <c:pt idx="5">
                  <c:v>1</c:v>
                </c:pt>
                <c:pt idx="6">
                  <c:v>0.99660000000000004</c:v>
                </c:pt>
                <c:pt idx="7">
                  <c:v>0.99960000000000004</c:v>
                </c:pt>
                <c:pt idx="8">
                  <c:v>1</c:v>
                </c:pt>
                <c:pt idx="9">
                  <c:v>0.998</c:v>
                </c:pt>
                <c:pt idx="10">
                  <c:v>0.99739999999999995</c:v>
                </c:pt>
                <c:pt idx="11">
                  <c:v>0.999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'Slide 4'!$H$3</c:f>
              <c:strCache>
                <c:ptCount val="1"/>
                <c:pt idx="0">
                  <c:v>Meta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layout>
                <c:manualLayout>
                  <c:x val="-3.0872710164634768E-3"/>
                  <c:y val="-1.25519672794870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solidFill>
                <a:schemeClr val="tx2"/>
              </a:solidFill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4'!$F$4:$F$19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4'!$H$4:$H$19</c:f>
              <c:numCache>
                <c:formatCode>0%</c:formatCode>
                <c:ptCount val="12"/>
                <c:pt idx="0">
                  <c:v>0.99</c:v>
                </c:pt>
                <c:pt idx="1">
                  <c:v>0.99</c:v>
                </c:pt>
                <c:pt idx="2">
                  <c:v>0.99</c:v>
                </c:pt>
                <c:pt idx="3">
                  <c:v>0.99</c:v>
                </c:pt>
                <c:pt idx="4">
                  <c:v>0.99</c:v>
                </c:pt>
                <c:pt idx="5">
                  <c:v>0.99</c:v>
                </c:pt>
                <c:pt idx="6">
                  <c:v>0.99</c:v>
                </c:pt>
                <c:pt idx="7">
                  <c:v>0.99</c:v>
                </c:pt>
                <c:pt idx="8">
                  <c:v>0.99</c:v>
                </c:pt>
                <c:pt idx="9">
                  <c:v>0.99</c:v>
                </c:pt>
                <c:pt idx="10">
                  <c:v>0.99</c:v>
                </c:pt>
                <c:pt idx="11">
                  <c:v>0.99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8217344"/>
        <c:axId val="98227328"/>
      </c:lineChart>
      <c:dateAx>
        <c:axId val="9821734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pt-BR"/>
          </a:p>
        </c:txPr>
        <c:crossAx val="98227328"/>
        <c:crosses val="autoZero"/>
        <c:auto val="1"/>
        <c:lblOffset val="100"/>
        <c:baseTimeUnit val="months"/>
      </c:dateAx>
      <c:valAx>
        <c:axId val="98227328"/>
        <c:scaling>
          <c:orientation val="minMax"/>
          <c:max val="1"/>
          <c:min val="0.95000000000000007"/>
        </c:scaling>
        <c:delete val="0"/>
        <c:axPos val="l"/>
        <c:numFmt formatCode="0.00%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98217344"/>
        <c:crosses val="autoZero"/>
        <c:crossBetween val="between"/>
        <c:majorUnit val="1"/>
        <c:minorUnit val="1"/>
      </c:valAx>
      <c:spPr>
        <a:scene3d>
          <a:camera prst="orthographicFront"/>
          <a:lightRig rig="threePt" dir="t"/>
        </a:scene3d>
        <a:sp3d/>
      </c:spPr>
    </c:plotArea>
    <c:legend>
      <c:legendPos val="b"/>
      <c:layout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03315469128785E-2"/>
          <c:y val="0.17459192978348262"/>
          <c:w val="0.94013275988972844"/>
          <c:h val="0.592480387286077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'Slide 4'!$G$27</c:f>
              <c:strCache>
                <c:ptCount val="1"/>
                <c:pt idx="0">
                  <c:v>C ontax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</c:spPr>
          <c:invertIfNegative val="0"/>
          <c:dLbls>
            <c:txPr>
              <a:bodyPr rot="-5400000" vert="horz"/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4'!$F$28:$F$43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4'!$G$28:$G$43</c:f>
              <c:numCache>
                <c:formatCode>0.00%</c:formatCode>
                <c:ptCount val="12"/>
                <c:pt idx="0">
                  <c:v>0.99839999999999995</c:v>
                </c:pt>
                <c:pt idx="1">
                  <c:v>0.99709999999999999</c:v>
                </c:pt>
                <c:pt idx="2">
                  <c:v>0.99880000000000002</c:v>
                </c:pt>
                <c:pt idx="3">
                  <c:v>0.99850000000000005</c:v>
                </c:pt>
                <c:pt idx="4">
                  <c:v>1</c:v>
                </c:pt>
                <c:pt idx="5">
                  <c:v>1</c:v>
                </c:pt>
                <c:pt idx="6">
                  <c:v>0.99470000000000003</c:v>
                </c:pt>
                <c:pt idx="7">
                  <c:v>0.99919999999999998</c:v>
                </c:pt>
                <c:pt idx="8">
                  <c:v>1</c:v>
                </c:pt>
                <c:pt idx="9">
                  <c:v>0.99870000000000003</c:v>
                </c:pt>
                <c:pt idx="10">
                  <c:v>0.99490000000000001</c:v>
                </c:pt>
                <c:pt idx="11">
                  <c:v>0.99850000000000005</c:v>
                </c:pt>
              </c:numCache>
            </c:numRef>
          </c:val>
        </c:ser>
        <c:ser>
          <c:idx val="1"/>
          <c:order val="1"/>
          <c:tx>
            <c:strRef>
              <c:f>'Slide 4'!$H$27</c:f>
              <c:strCache>
                <c:ptCount val="1"/>
                <c:pt idx="0">
                  <c:v>Santander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</c:spPr>
          <c:invertIfNegative val="0"/>
          <c:dLbls>
            <c:txPr>
              <a:bodyPr rot="-5400000" vert="horz"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4'!$F$28:$F$43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4'!$H$28:$H$43</c:f>
              <c:numCache>
                <c:formatCode>0.00%</c:formatCode>
                <c:ptCount val="12"/>
                <c:pt idx="0">
                  <c:v>1</c:v>
                </c:pt>
                <c:pt idx="1">
                  <c:v>0.99839999999999995</c:v>
                </c:pt>
                <c:pt idx="2">
                  <c:v>0.99990000000000001</c:v>
                </c:pt>
                <c:pt idx="3">
                  <c:v>0.99880000000000002</c:v>
                </c:pt>
                <c:pt idx="4">
                  <c:v>0.99819999999999998</c:v>
                </c:pt>
                <c:pt idx="5">
                  <c:v>1</c:v>
                </c:pt>
                <c:pt idx="6">
                  <c:v>0.99839999999999995</c:v>
                </c:pt>
                <c:pt idx="7">
                  <c:v>1</c:v>
                </c:pt>
                <c:pt idx="8">
                  <c:v>1</c:v>
                </c:pt>
                <c:pt idx="9">
                  <c:v>0.99719999999999998</c:v>
                </c:pt>
                <c:pt idx="10">
                  <c:v>1</c:v>
                </c:pt>
                <c:pt idx="11">
                  <c:v>0.99939999999999996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8593408"/>
        <c:axId val="98607488"/>
      </c:barChart>
      <c:dateAx>
        <c:axId val="9859340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pt-BR"/>
          </a:p>
        </c:txPr>
        <c:crossAx val="98607488"/>
        <c:crosses val="autoZero"/>
        <c:auto val="1"/>
        <c:lblOffset val="100"/>
        <c:baseTimeUnit val="months"/>
      </c:dateAx>
      <c:valAx>
        <c:axId val="98607488"/>
        <c:scaling>
          <c:orientation val="minMax"/>
          <c:max val="1"/>
          <c:min val="0.9"/>
        </c:scaling>
        <c:delete val="0"/>
        <c:axPos val="l"/>
        <c:numFmt formatCode="0.00%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98593408"/>
        <c:crosses val="autoZero"/>
        <c:crossBetween val="between"/>
        <c:majorUnit val="1"/>
        <c:minorUnit val="1"/>
      </c:valAx>
      <c:spPr>
        <a:scene3d>
          <a:camera prst="orthographicFront"/>
          <a:lightRig rig="threePt" dir="t"/>
        </a:scene3d>
        <a:sp3d/>
      </c:spPr>
    </c:plotArea>
    <c:legend>
      <c:legendPos val="b"/>
      <c:layout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03315469128785E-2"/>
          <c:y val="0.17459192978348262"/>
          <c:w val="0.94013275988972844"/>
          <c:h val="0.59248038728607744"/>
        </c:manualLayout>
      </c:layout>
      <c:lineChart>
        <c:grouping val="standard"/>
        <c:varyColors val="0"/>
        <c:ser>
          <c:idx val="0"/>
          <c:order val="0"/>
          <c:tx>
            <c:strRef>
              <c:f>'Slide 5'!$G$3</c:f>
              <c:strCache>
                <c:ptCount val="1"/>
                <c:pt idx="0">
                  <c:v>Realizado</c:v>
                </c:pt>
              </c:strCache>
            </c:strRef>
          </c:tx>
          <c:spPr>
            <a:ln>
              <a:solidFill>
                <a:schemeClr val="accent5">
                  <a:lumMod val="75000"/>
                </a:schemeClr>
              </a:solidFill>
            </a:ln>
          </c:spPr>
          <c:dLbls>
            <c:txPr>
              <a:bodyPr/>
              <a:lstStyle/>
              <a:p>
                <a:pPr>
                  <a:defRPr sz="1000" b="1">
                    <a:solidFill>
                      <a:schemeClr val="accent5">
                        <a:lumMod val="75000"/>
                      </a:schemeClr>
                    </a:solidFill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5'!$F$4:$F$19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5'!$G$4:$G$19</c:f>
              <c:numCache>
                <c:formatCode>0.00%</c:formatCode>
                <c:ptCount val="12"/>
                <c:pt idx="0">
                  <c:v>0.9929</c:v>
                </c:pt>
                <c:pt idx="1">
                  <c:v>0.99739999999999995</c:v>
                </c:pt>
                <c:pt idx="2">
                  <c:v>0.99270000000000003</c:v>
                </c:pt>
                <c:pt idx="3">
                  <c:v>0.99419999999999997</c:v>
                </c:pt>
                <c:pt idx="4">
                  <c:v>0.99590000000000001</c:v>
                </c:pt>
                <c:pt idx="5">
                  <c:v>1</c:v>
                </c:pt>
                <c:pt idx="6">
                  <c:v>0.99660000000000004</c:v>
                </c:pt>
                <c:pt idx="7">
                  <c:v>0.99850000000000005</c:v>
                </c:pt>
                <c:pt idx="8">
                  <c:v>1</c:v>
                </c:pt>
                <c:pt idx="9">
                  <c:v>0.998</c:v>
                </c:pt>
                <c:pt idx="10">
                  <c:v>1</c:v>
                </c:pt>
                <c:pt idx="11">
                  <c:v>0.99980000000000002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'Slide 5'!$H$3</c:f>
              <c:strCache>
                <c:ptCount val="1"/>
                <c:pt idx="0">
                  <c:v>Meta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layout>
                <c:manualLayout>
                  <c:x val="-1.9197643319508639E-2"/>
                  <c:y val="7.2932819195676629E-3"/>
                </c:manualLayout>
              </c:layout>
              <c:spPr>
                <a:solidFill>
                  <a:schemeClr val="tx2"/>
                </a:solidFill>
              </c:spPr>
              <c:txPr>
                <a:bodyPr/>
                <a:lstStyle/>
                <a:p>
                  <a:pPr>
                    <a:defRPr>
                      <a:solidFill>
                        <a:schemeClr val="bg1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5'!$F$4:$F$19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5'!$H$4:$H$19</c:f>
              <c:numCache>
                <c:formatCode>0%</c:formatCode>
                <c:ptCount val="12"/>
                <c:pt idx="0">
                  <c:v>0.99</c:v>
                </c:pt>
                <c:pt idx="1">
                  <c:v>0.99</c:v>
                </c:pt>
                <c:pt idx="2">
                  <c:v>0.99</c:v>
                </c:pt>
                <c:pt idx="3">
                  <c:v>0.99</c:v>
                </c:pt>
                <c:pt idx="4">
                  <c:v>0.99</c:v>
                </c:pt>
                <c:pt idx="5">
                  <c:v>0.99</c:v>
                </c:pt>
                <c:pt idx="6">
                  <c:v>0.99</c:v>
                </c:pt>
                <c:pt idx="7">
                  <c:v>0.99</c:v>
                </c:pt>
                <c:pt idx="8">
                  <c:v>0.99</c:v>
                </c:pt>
                <c:pt idx="9">
                  <c:v>0.99</c:v>
                </c:pt>
                <c:pt idx="10">
                  <c:v>0.99</c:v>
                </c:pt>
                <c:pt idx="11">
                  <c:v>0.99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8655232"/>
        <c:axId val="98657024"/>
      </c:lineChart>
      <c:dateAx>
        <c:axId val="9865523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pt-BR"/>
          </a:p>
        </c:txPr>
        <c:crossAx val="98657024"/>
        <c:crosses val="autoZero"/>
        <c:auto val="1"/>
        <c:lblOffset val="100"/>
        <c:baseTimeUnit val="months"/>
      </c:dateAx>
      <c:valAx>
        <c:axId val="98657024"/>
        <c:scaling>
          <c:orientation val="minMax"/>
          <c:max val="1"/>
          <c:min val="0.95000000000000007"/>
        </c:scaling>
        <c:delete val="0"/>
        <c:axPos val="l"/>
        <c:numFmt formatCode="0.00%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98655232"/>
        <c:crosses val="autoZero"/>
        <c:crossBetween val="between"/>
        <c:majorUnit val="1"/>
        <c:minorUnit val="1"/>
      </c:valAx>
      <c:spPr>
        <a:scene3d>
          <a:camera prst="orthographicFront"/>
          <a:lightRig rig="threePt" dir="t"/>
        </a:scene3d>
        <a:sp3d/>
      </c:spPr>
    </c:plotArea>
    <c:legend>
      <c:legendPos val="b"/>
      <c:layout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03315469128785E-2"/>
          <c:y val="0.17459192978348262"/>
          <c:w val="0.94013275988972844"/>
          <c:h val="0.592480387286077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'Slide 4'!$G$27</c:f>
              <c:strCache>
                <c:ptCount val="1"/>
                <c:pt idx="0">
                  <c:v>C ontax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</c:spPr>
          <c:invertIfNegative val="0"/>
          <c:dLbls>
            <c:txPr>
              <a:bodyPr rot="-5400000" vert="horz"/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4'!$F$28:$F$43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4'!$G$28:$G$43</c:f>
              <c:numCache>
                <c:formatCode>0.00%</c:formatCode>
                <c:ptCount val="12"/>
                <c:pt idx="0">
                  <c:v>0.99839999999999995</c:v>
                </c:pt>
                <c:pt idx="1">
                  <c:v>0.99709999999999999</c:v>
                </c:pt>
                <c:pt idx="2">
                  <c:v>0.99880000000000002</c:v>
                </c:pt>
                <c:pt idx="3">
                  <c:v>0.99850000000000005</c:v>
                </c:pt>
                <c:pt idx="4">
                  <c:v>1</c:v>
                </c:pt>
                <c:pt idx="5">
                  <c:v>1</c:v>
                </c:pt>
                <c:pt idx="6">
                  <c:v>0.99470000000000003</c:v>
                </c:pt>
                <c:pt idx="7">
                  <c:v>0.99919999999999998</c:v>
                </c:pt>
                <c:pt idx="8">
                  <c:v>1</c:v>
                </c:pt>
                <c:pt idx="9">
                  <c:v>0.99870000000000003</c:v>
                </c:pt>
                <c:pt idx="10">
                  <c:v>0.99490000000000001</c:v>
                </c:pt>
                <c:pt idx="11">
                  <c:v>0.99850000000000005</c:v>
                </c:pt>
              </c:numCache>
            </c:numRef>
          </c:val>
        </c:ser>
        <c:ser>
          <c:idx val="1"/>
          <c:order val="1"/>
          <c:tx>
            <c:strRef>
              <c:f>'Slide 4'!$H$27</c:f>
              <c:strCache>
                <c:ptCount val="1"/>
                <c:pt idx="0">
                  <c:v>Santander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</c:spPr>
          <c:invertIfNegative val="0"/>
          <c:dLbls>
            <c:txPr>
              <a:bodyPr rot="-5400000" vert="horz"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4'!$F$28:$F$43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4'!$H$28:$H$44</c:f>
              <c:numCache>
                <c:formatCode>0.00%</c:formatCode>
                <c:ptCount val="13"/>
                <c:pt idx="0">
                  <c:v>1</c:v>
                </c:pt>
                <c:pt idx="1">
                  <c:v>0.99839999999999995</c:v>
                </c:pt>
                <c:pt idx="2">
                  <c:v>0.99990000000000001</c:v>
                </c:pt>
                <c:pt idx="3">
                  <c:v>0.99880000000000002</c:v>
                </c:pt>
                <c:pt idx="4">
                  <c:v>0.99819999999999998</c:v>
                </c:pt>
                <c:pt idx="5">
                  <c:v>1</c:v>
                </c:pt>
                <c:pt idx="6">
                  <c:v>0.99839999999999995</c:v>
                </c:pt>
                <c:pt idx="7">
                  <c:v>1</c:v>
                </c:pt>
                <c:pt idx="8">
                  <c:v>1</c:v>
                </c:pt>
                <c:pt idx="9">
                  <c:v>0.99719999999999998</c:v>
                </c:pt>
                <c:pt idx="10">
                  <c:v>1</c:v>
                </c:pt>
                <c:pt idx="11">
                  <c:v>0.99939999999999996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8715904"/>
        <c:axId val="98721792"/>
      </c:barChart>
      <c:dateAx>
        <c:axId val="9871590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pt-BR"/>
          </a:p>
        </c:txPr>
        <c:crossAx val="98721792"/>
        <c:crosses val="autoZero"/>
        <c:auto val="1"/>
        <c:lblOffset val="100"/>
        <c:baseTimeUnit val="months"/>
      </c:dateAx>
      <c:valAx>
        <c:axId val="98721792"/>
        <c:scaling>
          <c:orientation val="minMax"/>
          <c:max val="1"/>
          <c:min val="0.9"/>
        </c:scaling>
        <c:delete val="0"/>
        <c:axPos val="l"/>
        <c:numFmt formatCode="0.00%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98715904"/>
        <c:crosses val="autoZero"/>
        <c:crossBetween val="between"/>
        <c:majorUnit val="1"/>
        <c:minorUnit val="1"/>
      </c:valAx>
      <c:spPr>
        <a:scene3d>
          <a:camera prst="orthographicFront"/>
          <a:lightRig rig="threePt" dir="t"/>
        </a:scene3d>
        <a:sp3d/>
      </c:spPr>
    </c:plotArea>
    <c:legend>
      <c:legendPos val="b"/>
      <c:layout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pt-BR"/>
              <a:t>Site Antártica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3"/>
            </a:solidFill>
          </c:spPr>
          <c:invertIfNegative val="0"/>
          <c:dLbls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'Slide 9'!$C$6:$C$27</c:f>
              <c:strCache>
                <c:ptCount val="18"/>
                <c:pt idx="0">
                  <c:v>Screen Pop</c:v>
                </c:pt>
                <c:pt idx="1">
                  <c:v>Rede</c:v>
                </c:pt>
                <c:pt idx="2">
                  <c:v>URA</c:v>
                </c:pt>
                <c:pt idx="3">
                  <c:v>CCW</c:v>
                </c:pt>
                <c:pt idx="4">
                  <c:v>BOW</c:v>
                </c:pt>
                <c:pt idx="5">
                  <c:v>Tabulador</c:v>
                </c:pt>
                <c:pt idx="6">
                  <c:v>Terminal</c:v>
                </c:pt>
                <c:pt idx="7">
                  <c:v>Book</c:v>
                </c:pt>
                <c:pt idx="8">
                  <c:v>FIN</c:v>
                </c:pt>
                <c:pt idx="9">
                  <c:v>Discador</c:v>
                </c:pt>
                <c:pt idx="10">
                  <c:v>Telefonia</c:v>
                </c:pt>
                <c:pt idx="11">
                  <c:v>BackOffice</c:v>
                </c:pt>
                <c:pt idx="12">
                  <c:v>E-mail</c:v>
                </c:pt>
                <c:pt idx="13">
                  <c:v>Mainframe</c:v>
                </c:pt>
                <c:pt idx="14">
                  <c:v>Mailing</c:v>
                </c:pt>
                <c:pt idx="15">
                  <c:v>Right Fax</c:v>
                </c:pt>
                <c:pt idx="16">
                  <c:v>SNG</c:v>
                </c:pt>
                <c:pt idx="17">
                  <c:v>tClock</c:v>
                </c:pt>
              </c:strCache>
            </c:strRef>
          </c:cat>
          <c:val>
            <c:numRef>
              <c:f>'Slide 9'!$D$6:$D$27</c:f>
              <c:numCache>
                <c:formatCode>General</c:formatCode>
                <c:ptCount val="18"/>
                <c:pt idx="1">
                  <c:v>1</c:v>
                </c:pt>
                <c:pt idx="2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8747520"/>
        <c:axId val="98749056"/>
      </c:barChart>
      <c:catAx>
        <c:axId val="98747520"/>
        <c:scaling>
          <c:orientation val="minMax"/>
        </c:scaling>
        <c:delete val="0"/>
        <c:axPos val="b"/>
        <c:majorTickMark val="out"/>
        <c:minorTickMark val="none"/>
        <c:tickLblPos val="nextTo"/>
        <c:crossAx val="98749056"/>
        <c:crosses val="autoZero"/>
        <c:auto val="1"/>
        <c:lblAlgn val="ctr"/>
        <c:lblOffset val="100"/>
        <c:noMultiLvlLbl val="0"/>
      </c:catAx>
      <c:valAx>
        <c:axId val="9874905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98747520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txPr>
    <a:bodyPr/>
    <a:lstStyle/>
    <a:p>
      <a:pPr>
        <a:defRPr>
          <a:ln>
            <a:noFill/>
          </a:ln>
        </a:defRPr>
      </a:pPr>
      <a:endParaRPr lang="pt-B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pt-BR"/>
              <a:t>Site Mackenzie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3"/>
            </a:solidFill>
          </c:spPr>
          <c:invertIfNegative val="0"/>
          <c:dLbls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'Slide 9'!$C$6:$C$27</c:f>
              <c:strCache>
                <c:ptCount val="18"/>
                <c:pt idx="0">
                  <c:v>Screen Pop</c:v>
                </c:pt>
                <c:pt idx="1">
                  <c:v>Rede</c:v>
                </c:pt>
                <c:pt idx="2">
                  <c:v>URA</c:v>
                </c:pt>
                <c:pt idx="3">
                  <c:v>CCW</c:v>
                </c:pt>
                <c:pt idx="4">
                  <c:v>BOW</c:v>
                </c:pt>
                <c:pt idx="5">
                  <c:v>Tabulador</c:v>
                </c:pt>
                <c:pt idx="6">
                  <c:v>Terminal</c:v>
                </c:pt>
                <c:pt idx="7">
                  <c:v>Book</c:v>
                </c:pt>
                <c:pt idx="8">
                  <c:v>FIN</c:v>
                </c:pt>
                <c:pt idx="9">
                  <c:v>Discador</c:v>
                </c:pt>
                <c:pt idx="10">
                  <c:v>Telefonia</c:v>
                </c:pt>
                <c:pt idx="11">
                  <c:v>BackOffice</c:v>
                </c:pt>
                <c:pt idx="12">
                  <c:v>E-mail</c:v>
                </c:pt>
                <c:pt idx="13">
                  <c:v>Mainframe</c:v>
                </c:pt>
                <c:pt idx="14">
                  <c:v>Mailing</c:v>
                </c:pt>
                <c:pt idx="15">
                  <c:v>Right Fax</c:v>
                </c:pt>
                <c:pt idx="16">
                  <c:v>SNG</c:v>
                </c:pt>
                <c:pt idx="17">
                  <c:v>tClock</c:v>
                </c:pt>
              </c:strCache>
            </c:strRef>
          </c:cat>
          <c:val>
            <c:numRef>
              <c:f>'Slide 9'!$G$6:$G$27</c:f>
              <c:numCache>
                <c:formatCode>General</c:formatCode>
                <c:ptCount val="18"/>
                <c:pt idx="2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8503296"/>
        <c:axId val="98513280"/>
      </c:barChart>
      <c:catAx>
        <c:axId val="98503296"/>
        <c:scaling>
          <c:orientation val="minMax"/>
        </c:scaling>
        <c:delete val="0"/>
        <c:axPos val="b"/>
        <c:majorTickMark val="out"/>
        <c:minorTickMark val="none"/>
        <c:tickLblPos val="nextTo"/>
        <c:crossAx val="98513280"/>
        <c:crosses val="autoZero"/>
        <c:auto val="1"/>
        <c:lblAlgn val="ctr"/>
        <c:lblOffset val="100"/>
        <c:noMultiLvlLbl val="0"/>
      </c:catAx>
      <c:valAx>
        <c:axId val="9851328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98503296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txPr>
    <a:bodyPr/>
    <a:lstStyle/>
    <a:p>
      <a:pPr>
        <a:defRPr>
          <a:ln>
            <a:noFill/>
          </a:ln>
        </a:defRPr>
      </a:pPr>
      <a:endParaRPr lang="pt-B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03315469128785E-2"/>
          <c:y val="0.17459192978348262"/>
          <c:w val="0.94013275988972844"/>
          <c:h val="0.592480387286077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'Slide 11'!$G$27</c:f>
              <c:strCache>
                <c:ptCount val="1"/>
                <c:pt idx="0">
                  <c:v>Não Recuperadas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</c:spPr>
          <c:invertIfNegative val="0"/>
          <c:dLbls>
            <c:txPr>
              <a:bodyPr rot="-5400000" vert="horz"/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11'!$F$28:$F$43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11'!$G$28:$G$43</c:f>
              <c:numCache>
                <c:formatCode>0</c:formatCode>
                <c:ptCount val="12"/>
                <c:pt idx="0">
                  <c:v>7</c:v>
                </c:pt>
                <c:pt idx="1">
                  <c:v>1</c:v>
                </c:pt>
                <c:pt idx="2">
                  <c:v>0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7</c:v>
                </c:pt>
                <c:pt idx="7">
                  <c:v>1</c:v>
                </c:pt>
                <c:pt idx="8">
                  <c:v>0</c:v>
                </c:pt>
                <c:pt idx="9" formatCode="General">
                  <c:v>0</c:v>
                </c:pt>
                <c:pt idx="10" formatCode="General">
                  <c:v>1</c:v>
                </c:pt>
                <c:pt idx="11" formatCode="General">
                  <c:v>2</c:v>
                </c:pt>
              </c:numCache>
            </c:numRef>
          </c:val>
        </c:ser>
        <c:ser>
          <c:idx val="1"/>
          <c:order val="1"/>
          <c:tx>
            <c:strRef>
              <c:f>'Slide 11'!$H$27</c:f>
              <c:strCache>
                <c:ptCount val="1"/>
                <c:pt idx="0">
                  <c:v>Recuperadas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</c:spPr>
          <c:invertIfNegative val="0"/>
          <c:dLbls>
            <c:txPr>
              <a:bodyPr rot="-5400000" vert="horz"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11'!$F$28:$F$43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11'!$H$28:$H$43</c:f>
              <c:numCache>
                <c:formatCode>0</c:formatCode>
                <c:ptCount val="12"/>
                <c:pt idx="0">
                  <c:v>600</c:v>
                </c:pt>
                <c:pt idx="1">
                  <c:v>367</c:v>
                </c:pt>
                <c:pt idx="2">
                  <c:v>60</c:v>
                </c:pt>
                <c:pt idx="3">
                  <c:v>200</c:v>
                </c:pt>
                <c:pt idx="4">
                  <c:v>142</c:v>
                </c:pt>
                <c:pt idx="5">
                  <c:v>197</c:v>
                </c:pt>
                <c:pt idx="6">
                  <c:v>56</c:v>
                </c:pt>
                <c:pt idx="7">
                  <c:v>62</c:v>
                </c:pt>
                <c:pt idx="8">
                  <c:v>47</c:v>
                </c:pt>
                <c:pt idx="9" formatCode="General">
                  <c:v>59</c:v>
                </c:pt>
                <c:pt idx="10" formatCode="General">
                  <c:v>99</c:v>
                </c:pt>
                <c:pt idx="11" formatCode="General">
                  <c:v>65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9103488"/>
        <c:axId val="99105024"/>
      </c:barChart>
      <c:lineChart>
        <c:grouping val="standard"/>
        <c:varyColors val="0"/>
        <c:ser>
          <c:idx val="2"/>
          <c:order val="2"/>
          <c:tx>
            <c:strRef>
              <c:f>'Slide 11'!$I$27</c:f>
              <c:strCache>
                <c:ptCount val="1"/>
                <c:pt idx="0">
                  <c:v>Solicitadas</c:v>
                </c:pt>
              </c:strCache>
            </c:strRef>
          </c:tx>
          <c:spPr>
            <a:ln>
              <a:solidFill>
                <a:schemeClr val="bg1">
                  <a:lumMod val="65000"/>
                </a:schemeClr>
              </a:solidFill>
            </a:ln>
          </c:spPr>
          <c:marker>
            <c:spPr>
              <a:solidFill>
                <a:schemeClr val="tx2"/>
              </a:solidFill>
            </c:spPr>
          </c:marker>
          <c:dLbls>
            <c:txPr>
              <a:bodyPr/>
              <a:lstStyle/>
              <a:p>
                <a:pPr>
                  <a:defRPr sz="900" b="1"/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11'!$F$28:$F$43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11'!$I$28:$I$43</c:f>
              <c:numCache>
                <c:formatCode>0</c:formatCode>
                <c:ptCount val="12"/>
                <c:pt idx="0">
                  <c:v>607</c:v>
                </c:pt>
                <c:pt idx="1">
                  <c:v>368</c:v>
                </c:pt>
                <c:pt idx="2">
                  <c:v>60</c:v>
                </c:pt>
                <c:pt idx="3">
                  <c:v>203</c:v>
                </c:pt>
                <c:pt idx="4">
                  <c:v>145</c:v>
                </c:pt>
                <c:pt idx="5">
                  <c:v>201</c:v>
                </c:pt>
                <c:pt idx="6">
                  <c:v>63</c:v>
                </c:pt>
                <c:pt idx="7">
                  <c:v>63</c:v>
                </c:pt>
                <c:pt idx="8">
                  <c:v>47</c:v>
                </c:pt>
                <c:pt idx="9">
                  <c:v>59</c:v>
                </c:pt>
                <c:pt idx="10">
                  <c:v>100</c:v>
                </c:pt>
                <c:pt idx="11">
                  <c:v>67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103488"/>
        <c:axId val="99105024"/>
      </c:lineChart>
      <c:dateAx>
        <c:axId val="9910348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pt-BR"/>
          </a:p>
        </c:txPr>
        <c:crossAx val="99105024"/>
        <c:crosses val="autoZero"/>
        <c:auto val="1"/>
        <c:lblOffset val="100"/>
        <c:baseTimeUnit val="months"/>
      </c:dateAx>
      <c:valAx>
        <c:axId val="99105024"/>
        <c:scaling>
          <c:logBase val="10"/>
          <c:orientation val="minMax"/>
          <c:max val="850"/>
          <c:min val="1"/>
        </c:scaling>
        <c:delete val="0"/>
        <c:axPos val="l"/>
        <c:numFmt formatCode="0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99103488"/>
        <c:crosses val="autoZero"/>
        <c:crossBetween val="between"/>
        <c:majorUnit val="1"/>
        <c:minorUnit val="1"/>
      </c:valAx>
      <c:spPr>
        <a:scene3d>
          <a:camera prst="orthographicFront"/>
          <a:lightRig rig="threePt" dir="t"/>
        </a:scene3d>
        <a:sp3d/>
      </c:spPr>
    </c:plotArea>
    <c:legend>
      <c:legendPos val="b"/>
      <c:layout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03315469128785E-2"/>
          <c:y val="0.17459192978348262"/>
          <c:w val="0.94013275988972844"/>
          <c:h val="0.59248038728607744"/>
        </c:manualLayout>
      </c:layout>
      <c:lineChart>
        <c:grouping val="standard"/>
        <c:varyColors val="0"/>
        <c:ser>
          <c:idx val="0"/>
          <c:order val="0"/>
          <c:tx>
            <c:strRef>
              <c:f>'Slide 11'!$G$3</c:f>
              <c:strCache>
                <c:ptCount val="1"/>
                <c:pt idx="0">
                  <c:v>Realizado</c:v>
                </c:pt>
              </c:strCache>
            </c:strRef>
          </c:tx>
          <c:spPr>
            <a:ln>
              <a:solidFill>
                <a:schemeClr val="accent5">
                  <a:lumMod val="75000"/>
                </a:schemeClr>
              </a:solidFill>
            </a:ln>
          </c:spPr>
          <c:dLbls>
            <c:txPr>
              <a:bodyPr/>
              <a:lstStyle/>
              <a:p>
                <a:pPr>
                  <a:defRPr sz="1000" b="1">
                    <a:solidFill>
                      <a:schemeClr val="accent5">
                        <a:lumMod val="75000"/>
                      </a:schemeClr>
                    </a:solidFill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11'!$F$4:$F$19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11'!$G$4:$G$19</c:f>
              <c:numCache>
                <c:formatCode>0.00%</c:formatCode>
                <c:ptCount val="12"/>
                <c:pt idx="0">
                  <c:v>0.98799999999999999</c:v>
                </c:pt>
                <c:pt idx="1">
                  <c:v>0.997</c:v>
                </c:pt>
                <c:pt idx="2">
                  <c:v>1</c:v>
                </c:pt>
                <c:pt idx="3">
                  <c:v>0.98499999999999999</c:v>
                </c:pt>
                <c:pt idx="4">
                  <c:v>0.97899999999999998</c:v>
                </c:pt>
                <c:pt idx="5">
                  <c:v>0.98</c:v>
                </c:pt>
                <c:pt idx="6">
                  <c:v>0.88900000000000001</c:v>
                </c:pt>
                <c:pt idx="7">
                  <c:v>0.98399999999999999</c:v>
                </c:pt>
                <c:pt idx="8">
                  <c:v>1</c:v>
                </c:pt>
                <c:pt idx="9">
                  <c:v>1</c:v>
                </c:pt>
                <c:pt idx="10">
                  <c:v>0.99</c:v>
                </c:pt>
                <c:pt idx="11">
                  <c:v>0.97014925373134331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'Slide 11'!$H$3</c:f>
              <c:strCache>
                <c:ptCount val="1"/>
                <c:pt idx="0">
                  <c:v>Meta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dLbls>
            <c:dLbl>
              <c:idx val="0"/>
              <c:layout>
                <c:manualLayout>
                  <c:x val="-4.117143370602807E-2"/>
                  <c:y val="1.65058430034395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layout>
                <c:manualLayout>
                  <c:x val="-1.2675050830018077E-2"/>
                  <c:y val="6.6349215224590814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solidFill>
                <a:schemeClr val="tx2"/>
              </a:solidFill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11'!$F$4:$F$19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11'!$H$4:$H$19</c:f>
              <c:numCache>
                <c:formatCode>0%</c:formatCode>
                <c:ptCount val="12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  <c:pt idx="4">
                  <c:v>0.97</c:v>
                </c:pt>
                <c:pt idx="5">
                  <c:v>0.97</c:v>
                </c:pt>
                <c:pt idx="6">
                  <c:v>0.97</c:v>
                </c:pt>
                <c:pt idx="7">
                  <c:v>0.97</c:v>
                </c:pt>
                <c:pt idx="8">
                  <c:v>0.97</c:v>
                </c:pt>
                <c:pt idx="9">
                  <c:v>0.97</c:v>
                </c:pt>
                <c:pt idx="10">
                  <c:v>0.97</c:v>
                </c:pt>
                <c:pt idx="11">
                  <c:v>0.97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2037248"/>
        <c:axId val="22038784"/>
      </c:lineChart>
      <c:dateAx>
        <c:axId val="2203724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pt-BR"/>
          </a:p>
        </c:txPr>
        <c:crossAx val="22038784"/>
        <c:crosses val="autoZero"/>
        <c:auto val="1"/>
        <c:lblOffset val="100"/>
        <c:baseTimeUnit val="months"/>
      </c:dateAx>
      <c:valAx>
        <c:axId val="22038784"/>
        <c:scaling>
          <c:orientation val="minMax"/>
          <c:max val="1"/>
          <c:min val="0.85000000000000009"/>
        </c:scaling>
        <c:delete val="0"/>
        <c:axPos val="l"/>
        <c:numFmt formatCode="0.00%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22037248"/>
        <c:crosses val="autoZero"/>
        <c:crossBetween val="between"/>
        <c:majorUnit val="1"/>
        <c:minorUnit val="1"/>
      </c:valAx>
      <c:spPr>
        <a:scene3d>
          <a:camera prst="orthographicFront"/>
          <a:lightRig rig="threePt" dir="t"/>
        </a:scene3d>
        <a:sp3d/>
      </c:spPr>
    </c:plotArea>
    <c:legend>
      <c:legendPos val="b"/>
      <c:layout>
        <c:manualLayout>
          <c:xMode val="edge"/>
          <c:yMode val="edge"/>
          <c:x val="0.38323035776580489"/>
          <c:y val="0.90853358581641208"/>
          <c:w val="0.23353914351860008"/>
          <c:h val="9.1466579926573782E-2"/>
        </c:manualLayout>
      </c:layout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03315469128785E-2"/>
          <c:y val="0.17459192978348262"/>
          <c:w val="0.94013275988972844"/>
          <c:h val="0.592480387286077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'Slide 12'!$G$27</c:f>
              <c:strCache>
                <c:ptCount val="1"/>
                <c:pt idx="0">
                  <c:v>Não Recuperadas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</c:spPr>
          <c:invertIfNegative val="0"/>
          <c:dLbls>
            <c:txPr>
              <a:bodyPr rot="-5400000" vert="horz"/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12'!$F$28:$F$43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12'!$G$28:$G$43</c:f>
              <c:numCache>
                <c:formatCode>0</c:formatCode>
                <c:ptCount val="12"/>
                <c:pt idx="0">
                  <c:v>7</c:v>
                </c:pt>
                <c:pt idx="1">
                  <c:v>1.1000000000000001</c:v>
                </c:pt>
                <c:pt idx="2">
                  <c:v>0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7</c:v>
                </c:pt>
                <c:pt idx="7">
                  <c:v>1.1000000000000001</c:v>
                </c:pt>
                <c:pt idx="8">
                  <c:v>0</c:v>
                </c:pt>
                <c:pt idx="9" formatCode="General">
                  <c:v>0</c:v>
                </c:pt>
                <c:pt idx="10" formatCode="General">
                  <c:v>0</c:v>
                </c:pt>
                <c:pt idx="11" formatCode="General">
                  <c:v>2</c:v>
                </c:pt>
              </c:numCache>
            </c:numRef>
          </c:val>
        </c:ser>
        <c:ser>
          <c:idx val="1"/>
          <c:order val="1"/>
          <c:tx>
            <c:strRef>
              <c:f>'Slide 12'!$H$27</c:f>
              <c:strCache>
                <c:ptCount val="1"/>
                <c:pt idx="0">
                  <c:v>Recuperadas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</c:spPr>
          <c:invertIfNegative val="0"/>
          <c:dLbls>
            <c:txPr>
              <a:bodyPr rot="-5400000" vert="horz"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12'!$F$28:$F$43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12'!$H$28:$H$43</c:f>
              <c:numCache>
                <c:formatCode>0</c:formatCode>
                <c:ptCount val="12"/>
                <c:pt idx="0">
                  <c:v>600</c:v>
                </c:pt>
                <c:pt idx="1">
                  <c:v>367</c:v>
                </c:pt>
                <c:pt idx="2">
                  <c:v>60</c:v>
                </c:pt>
                <c:pt idx="3">
                  <c:v>200</c:v>
                </c:pt>
                <c:pt idx="4">
                  <c:v>142</c:v>
                </c:pt>
                <c:pt idx="5">
                  <c:v>197</c:v>
                </c:pt>
                <c:pt idx="6">
                  <c:v>56</c:v>
                </c:pt>
                <c:pt idx="7">
                  <c:v>62</c:v>
                </c:pt>
                <c:pt idx="8">
                  <c:v>23</c:v>
                </c:pt>
                <c:pt idx="9" formatCode="General">
                  <c:v>27</c:v>
                </c:pt>
                <c:pt idx="10" formatCode="General">
                  <c:v>60</c:v>
                </c:pt>
                <c:pt idx="11" formatCode="General">
                  <c:v>46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9142272"/>
        <c:axId val="99172736"/>
      </c:barChart>
      <c:lineChart>
        <c:grouping val="standard"/>
        <c:varyColors val="0"/>
        <c:ser>
          <c:idx val="2"/>
          <c:order val="2"/>
          <c:tx>
            <c:strRef>
              <c:f>'Slide 12'!$I$27</c:f>
              <c:strCache>
                <c:ptCount val="1"/>
                <c:pt idx="0">
                  <c:v>Solicitadas</c:v>
                </c:pt>
              </c:strCache>
            </c:strRef>
          </c:tx>
          <c:spPr>
            <a:ln>
              <a:solidFill>
                <a:schemeClr val="bg1">
                  <a:lumMod val="65000"/>
                </a:schemeClr>
              </a:solidFill>
            </a:ln>
          </c:spPr>
          <c:marker>
            <c:spPr>
              <a:solidFill>
                <a:schemeClr val="tx2"/>
              </a:solidFill>
            </c:spPr>
          </c:marker>
          <c:dLbls>
            <c:txPr>
              <a:bodyPr/>
              <a:lstStyle/>
              <a:p>
                <a:pPr>
                  <a:defRPr sz="900" b="1"/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12'!$F$28:$F$43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12'!$I$28:$I$43</c:f>
              <c:numCache>
                <c:formatCode>0</c:formatCode>
                <c:ptCount val="12"/>
                <c:pt idx="0">
                  <c:v>607</c:v>
                </c:pt>
                <c:pt idx="1">
                  <c:v>368</c:v>
                </c:pt>
                <c:pt idx="2">
                  <c:v>60</c:v>
                </c:pt>
                <c:pt idx="3">
                  <c:v>203</c:v>
                </c:pt>
                <c:pt idx="4">
                  <c:v>145</c:v>
                </c:pt>
                <c:pt idx="5">
                  <c:v>201</c:v>
                </c:pt>
                <c:pt idx="6">
                  <c:v>63</c:v>
                </c:pt>
                <c:pt idx="7">
                  <c:v>63</c:v>
                </c:pt>
                <c:pt idx="8">
                  <c:v>23</c:v>
                </c:pt>
                <c:pt idx="9">
                  <c:v>27</c:v>
                </c:pt>
                <c:pt idx="10">
                  <c:v>60</c:v>
                </c:pt>
                <c:pt idx="11">
                  <c:v>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142272"/>
        <c:axId val="99172736"/>
      </c:lineChart>
      <c:dateAx>
        <c:axId val="9914227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pt-BR"/>
          </a:p>
        </c:txPr>
        <c:crossAx val="99172736"/>
        <c:crosses val="autoZero"/>
        <c:auto val="1"/>
        <c:lblOffset val="100"/>
        <c:baseTimeUnit val="months"/>
      </c:dateAx>
      <c:valAx>
        <c:axId val="99172736"/>
        <c:scaling>
          <c:logBase val="10"/>
          <c:orientation val="minMax"/>
          <c:max val="850"/>
          <c:min val="1"/>
        </c:scaling>
        <c:delete val="0"/>
        <c:axPos val="l"/>
        <c:numFmt formatCode="0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99142272"/>
        <c:crosses val="autoZero"/>
        <c:crossBetween val="between"/>
        <c:majorUnit val="1"/>
        <c:minorUnit val="1"/>
      </c:valAx>
      <c:spPr>
        <a:scene3d>
          <a:camera prst="orthographicFront"/>
          <a:lightRig rig="threePt" dir="t"/>
        </a:scene3d>
        <a:sp3d/>
      </c:spPr>
    </c:plotArea>
    <c:legend>
      <c:legendPos val="b"/>
      <c:layout>
        <c:manualLayout>
          <c:xMode val="edge"/>
          <c:yMode val="edge"/>
          <c:x val="9.7264826912093316E-2"/>
          <c:y val="0.92610190659707625"/>
          <c:w val="0.80547034617581337"/>
          <c:h val="4.6329172910677417E-2"/>
        </c:manualLayout>
      </c:layout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03315469128785E-2"/>
          <c:y val="0.17459192978348262"/>
          <c:w val="0.94013275988972844"/>
          <c:h val="0.592480387286077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'Slide 12'!$G$27</c:f>
              <c:strCache>
                <c:ptCount val="1"/>
                <c:pt idx="0">
                  <c:v>Não Recuperadas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</c:spPr>
          <c:invertIfNegative val="0"/>
          <c:dLbls>
            <c:txPr>
              <a:bodyPr rot="-5400000" vert="horz"/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12'!$F$49:$F$64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12'!$G$49:$G$64</c:f>
              <c:numCache>
                <c:formatCode>0</c:formatCode>
                <c:ptCount val="12"/>
                <c:pt idx="0">
                  <c:v>7</c:v>
                </c:pt>
                <c:pt idx="1">
                  <c:v>1.1000000000000001</c:v>
                </c:pt>
                <c:pt idx="2">
                  <c:v>0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7</c:v>
                </c:pt>
                <c:pt idx="7">
                  <c:v>1.1000000000000001</c:v>
                </c:pt>
                <c:pt idx="8">
                  <c:v>1.1000000000000001</c:v>
                </c:pt>
                <c:pt idx="9" formatCode="General">
                  <c:v>0</c:v>
                </c:pt>
                <c:pt idx="10" formatCode="General">
                  <c:v>1</c:v>
                </c:pt>
                <c:pt idx="11" formatCode="General">
                  <c:v>0</c:v>
                </c:pt>
              </c:numCache>
            </c:numRef>
          </c:val>
        </c:ser>
        <c:ser>
          <c:idx val="1"/>
          <c:order val="1"/>
          <c:tx>
            <c:strRef>
              <c:f>'Slide 12'!$H$27</c:f>
              <c:strCache>
                <c:ptCount val="1"/>
                <c:pt idx="0">
                  <c:v>Recuperadas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</c:spPr>
          <c:invertIfNegative val="0"/>
          <c:dLbls>
            <c:txPr>
              <a:bodyPr rot="-5400000" vert="horz"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12'!$F$49:$F$64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12'!$H$49:$H$64</c:f>
              <c:numCache>
                <c:formatCode>0</c:formatCode>
                <c:ptCount val="12"/>
                <c:pt idx="0">
                  <c:v>600</c:v>
                </c:pt>
                <c:pt idx="1">
                  <c:v>367</c:v>
                </c:pt>
                <c:pt idx="2">
                  <c:v>60</c:v>
                </c:pt>
                <c:pt idx="3">
                  <c:v>200</c:v>
                </c:pt>
                <c:pt idx="4">
                  <c:v>142</c:v>
                </c:pt>
                <c:pt idx="5">
                  <c:v>197</c:v>
                </c:pt>
                <c:pt idx="6">
                  <c:v>56</c:v>
                </c:pt>
                <c:pt idx="7">
                  <c:v>24</c:v>
                </c:pt>
                <c:pt idx="8">
                  <c:v>24</c:v>
                </c:pt>
                <c:pt idx="9" formatCode="General">
                  <c:v>32</c:v>
                </c:pt>
                <c:pt idx="10" formatCode="General">
                  <c:v>39</c:v>
                </c:pt>
                <c:pt idx="11" formatCode="General">
                  <c:v>19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9192192"/>
        <c:axId val="99206272"/>
      </c:barChart>
      <c:lineChart>
        <c:grouping val="standard"/>
        <c:varyColors val="0"/>
        <c:ser>
          <c:idx val="2"/>
          <c:order val="2"/>
          <c:tx>
            <c:strRef>
              <c:f>'Slide 12'!$I$27</c:f>
              <c:strCache>
                <c:ptCount val="1"/>
                <c:pt idx="0">
                  <c:v>Solicitadas</c:v>
                </c:pt>
              </c:strCache>
            </c:strRef>
          </c:tx>
          <c:spPr>
            <a:ln>
              <a:solidFill>
                <a:schemeClr val="bg1">
                  <a:lumMod val="65000"/>
                </a:schemeClr>
              </a:solidFill>
            </a:ln>
          </c:spPr>
          <c:marker>
            <c:spPr>
              <a:solidFill>
                <a:schemeClr val="tx2"/>
              </a:solidFill>
            </c:spPr>
          </c:marker>
          <c:dLbls>
            <c:txPr>
              <a:bodyPr/>
              <a:lstStyle/>
              <a:p>
                <a:pPr>
                  <a:defRPr sz="900" b="1"/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12'!$F$49:$F$64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12'!$I$49:$I$64</c:f>
              <c:numCache>
                <c:formatCode>0</c:formatCode>
                <c:ptCount val="12"/>
                <c:pt idx="0">
                  <c:v>607</c:v>
                </c:pt>
                <c:pt idx="1">
                  <c:v>368</c:v>
                </c:pt>
                <c:pt idx="2">
                  <c:v>60</c:v>
                </c:pt>
                <c:pt idx="3">
                  <c:v>203</c:v>
                </c:pt>
                <c:pt idx="4">
                  <c:v>145</c:v>
                </c:pt>
                <c:pt idx="5">
                  <c:v>201</c:v>
                </c:pt>
                <c:pt idx="6">
                  <c:v>63</c:v>
                </c:pt>
                <c:pt idx="7">
                  <c:v>63</c:v>
                </c:pt>
                <c:pt idx="8">
                  <c:v>24</c:v>
                </c:pt>
                <c:pt idx="9">
                  <c:v>32</c:v>
                </c:pt>
                <c:pt idx="10">
                  <c:v>40</c:v>
                </c:pt>
                <c:pt idx="11">
                  <c:v>19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192192"/>
        <c:axId val="99206272"/>
      </c:lineChart>
      <c:dateAx>
        <c:axId val="9919219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pt-BR"/>
          </a:p>
        </c:txPr>
        <c:crossAx val="99206272"/>
        <c:crosses val="autoZero"/>
        <c:auto val="1"/>
        <c:lblOffset val="100"/>
        <c:baseTimeUnit val="months"/>
      </c:dateAx>
      <c:valAx>
        <c:axId val="99206272"/>
        <c:scaling>
          <c:logBase val="10"/>
          <c:orientation val="minMax"/>
          <c:max val="850"/>
          <c:min val="1"/>
        </c:scaling>
        <c:delete val="0"/>
        <c:axPos val="l"/>
        <c:numFmt formatCode="0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99192192"/>
        <c:crosses val="autoZero"/>
        <c:crossBetween val="between"/>
        <c:majorUnit val="1"/>
        <c:minorUnit val="1"/>
      </c:valAx>
      <c:spPr>
        <a:scene3d>
          <a:camera prst="orthographicFront"/>
          <a:lightRig rig="threePt" dir="t"/>
        </a:scene3d>
        <a:sp3d/>
      </c:spPr>
    </c:plotArea>
    <c:legend>
      <c:legendPos val="b"/>
      <c:layout>
        <c:manualLayout>
          <c:xMode val="edge"/>
          <c:yMode val="edge"/>
          <c:x val="9.690186943347108E-2"/>
          <c:y val="0.93222546435709663"/>
          <c:w val="0.806196039386605"/>
          <c:h val="6.7774535642903311E-2"/>
        </c:manualLayout>
      </c:layout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03315469128785E-2"/>
          <c:y val="0.17459192978348262"/>
          <c:w val="0.94013275988972844"/>
          <c:h val="0.59248038728607744"/>
        </c:manualLayout>
      </c:layout>
      <c:lineChart>
        <c:grouping val="standard"/>
        <c:varyColors val="0"/>
        <c:ser>
          <c:idx val="0"/>
          <c:order val="0"/>
          <c:tx>
            <c:strRef>
              <c:f>'Slide 12'!$G$3</c:f>
              <c:strCache>
                <c:ptCount val="1"/>
                <c:pt idx="0">
                  <c:v>Antártica</c:v>
                </c:pt>
              </c:strCache>
            </c:strRef>
          </c:tx>
          <c:spPr>
            <a:ln>
              <a:solidFill>
                <a:schemeClr val="accent5">
                  <a:lumMod val="75000"/>
                </a:schemeClr>
              </a:solidFill>
            </a:ln>
          </c:spPr>
          <c:dLbls>
            <c:dLbl>
              <c:idx val="5"/>
              <c:layout>
                <c:manualLayout>
                  <c:x val="-3.6830597827174724E-2"/>
                  <c:y val="-0.1205907100849978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-4.0410727688529151E-2"/>
                  <c:y val="-0.1445568904524941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000" b="1">
                    <a:solidFill>
                      <a:schemeClr val="accent5">
                        <a:lumMod val="75000"/>
                      </a:schemeClr>
                    </a:solidFill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12'!$F$4:$F$19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12'!$G$4:$G$19</c:f>
              <c:numCache>
                <c:formatCode>0.00%</c:formatCode>
                <c:ptCount val="12"/>
                <c:pt idx="0">
                  <c:v>0.98899999999999999</c:v>
                </c:pt>
                <c:pt idx="1">
                  <c:v>0.997</c:v>
                </c:pt>
                <c:pt idx="2">
                  <c:v>1</c:v>
                </c:pt>
                <c:pt idx="3">
                  <c:v>0.98199999999999998</c:v>
                </c:pt>
                <c:pt idx="4">
                  <c:v>0.97599999999999998</c:v>
                </c:pt>
                <c:pt idx="5">
                  <c:v>0.91300000000000003</c:v>
                </c:pt>
                <c:pt idx="6">
                  <c:v>1</c:v>
                </c:pt>
                <c:pt idx="7">
                  <c:v>0.98099999999999998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0.95833333333333337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'Slide 12'!$H$3</c:f>
              <c:strCache>
                <c:ptCount val="1"/>
                <c:pt idx="0">
                  <c:v>Meta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layout>
                <c:manualLayout>
                  <c:x val="-3.9071281832629169E-4"/>
                  <c:y val="1.5133613466769778E-2"/>
                </c:manualLayout>
              </c:layout>
              <c:spPr>
                <a:solidFill>
                  <a:schemeClr val="tx2"/>
                </a:solidFill>
              </c:spPr>
              <c:txPr>
                <a:bodyPr/>
                <a:lstStyle/>
                <a:p>
                  <a:pPr>
                    <a:defRPr sz="900">
                      <a:solidFill>
                        <a:schemeClr val="bg1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solidFill>
                <a:schemeClr val="tx2"/>
              </a:solidFill>
            </c:spPr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12'!$F$4:$F$19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12'!$H$4:$H$19</c:f>
              <c:numCache>
                <c:formatCode>0%</c:formatCode>
                <c:ptCount val="12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  <c:pt idx="4">
                  <c:v>0.97</c:v>
                </c:pt>
                <c:pt idx="5">
                  <c:v>0.97</c:v>
                </c:pt>
                <c:pt idx="6">
                  <c:v>0.97</c:v>
                </c:pt>
                <c:pt idx="7">
                  <c:v>0.97</c:v>
                </c:pt>
                <c:pt idx="8">
                  <c:v>0.97</c:v>
                </c:pt>
                <c:pt idx="9">
                  <c:v>0.97</c:v>
                </c:pt>
                <c:pt idx="10">
                  <c:v>0.97</c:v>
                </c:pt>
                <c:pt idx="11">
                  <c:v>0.97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'Slide 12'!$I$3</c:f>
              <c:strCache>
                <c:ptCount val="1"/>
                <c:pt idx="0">
                  <c:v>Mackenzie</c:v>
                </c:pt>
              </c:strCache>
            </c:strRef>
          </c:tx>
          <c:dLbls>
            <c:dLbl>
              <c:idx val="6"/>
              <c:layout>
                <c:manualLayout>
                  <c:x val="7.6070591027757801E-4"/>
                  <c:y val="-7.36394643507848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-6.105902624837467E-2"/>
                  <c:y val="0.1497008025312907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layout>
                <c:manualLayout>
                  <c:x val="0"/>
                  <c:y val="0.1399212969587059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accent3">
                        <a:lumMod val="75000"/>
                      </a:schemeClr>
                    </a:solidFill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12'!$F$4:$F$19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12'!$I$4:$I$19</c:f>
              <c:numCache>
                <c:formatCode>0.00%</c:formatCode>
                <c:ptCount val="12"/>
                <c:pt idx="0">
                  <c:v>0.97399999999999998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0.4</c:v>
                </c:pt>
                <c:pt idx="7">
                  <c:v>0.96399999999999997</c:v>
                </c:pt>
                <c:pt idx="8">
                  <c:v>1</c:v>
                </c:pt>
                <c:pt idx="9">
                  <c:v>1</c:v>
                </c:pt>
                <c:pt idx="10">
                  <c:v>0.97499999999999998</c:v>
                </c:pt>
                <c:pt idx="11">
                  <c:v>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6940928"/>
        <c:axId val="66942464"/>
      </c:lineChart>
      <c:dateAx>
        <c:axId val="6694092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pt-BR"/>
          </a:p>
        </c:txPr>
        <c:crossAx val="66942464"/>
        <c:crosses val="autoZero"/>
        <c:auto val="1"/>
        <c:lblOffset val="100"/>
        <c:baseTimeUnit val="months"/>
      </c:dateAx>
      <c:valAx>
        <c:axId val="66942464"/>
        <c:scaling>
          <c:orientation val="minMax"/>
          <c:max val="1"/>
          <c:min val="0.4"/>
        </c:scaling>
        <c:delete val="0"/>
        <c:axPos val="l"/>
        <c:numFmt formatCode="0.00%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66940928"/>
        <c:crosses val="autoZero"/>
        <c:crossBetween val="between"/>
        <c:majorUnit val="1"/>
        <c:minorUnit val="1"/>
      </c:valAx>
      <c:spPr>
        <a:scene3d>
          <a:camera prst="orthographicFront"/>
          <a:lightRig rig="threePt" dir="t"/>
        </a:scene3d>
        <a:sp3d/>
      </c:spPr>
    </c:plotArea>
    <c:legend>
      <c:legendPos val="b"/>
      <c:layout>
        <c:manualLayout>
          <c:xMode val="edge"/>
          <c:yMode val="edge"/>
          <c:x val="0.31251566304322392"/>
          <c:y val="0.89666488181748638"/>
          <c:w val="0.3749686739135521"/>
          <c:h val="0.10333511818251358"/>
        </c:manualLayout>
      </c:layout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03315469128785E-2"/>
          <c:y val="0.17459192978348262"/>
          <c:w val="0.94013275988972844"/>
          <c:h val="0.59248038728607744"/>
        </c:manualLayout>
      </c:layout>
      <c:lineChart>
        <c:grouping val="standard"/>
        <c:varyColors val="0"/>
        <c:ser>
          <c:idx val="0"/>
          <c:order val="0"/>
          <c:tx>
            <c:strRef>
              <c:f>'Slide 13'!$G$3</c:f>
              <c:strCache>
                <c:ptCount val="1"/>
                <c:pt idx="0">
                  <c:v>Realizado</c:v>
                </c:pt>
              </c:strCache>
            </c:strRef>
          </c:tx>
          <c:spPr>
            <a:ln>
              <a:solidFill>
                <a:schemeClr val="accent5">
                  <a:lumMod val="75000"/>
                </a:schemeClr>
              </a:solidFill>
            </a:ln>
          </c:spPr>
          <c:dLbls>
            <c:txPr>
              <a:bodyPr/>
              <a:lstStyle/>
              <a:p>
                <a:pPr>
                  <a:defRPr sz="1000" b="1">
                    <a:solidFill>
                      <a:schemeClr val="accent5">
                        <a:lumMod val="75000"/>
                      </a:schemeClr>
                    </a:solidFill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13'!$F$4:$F$17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13'!$G$4:$G$17</c:f>
              <c:numCache>
                <c:formatCode>0%</c:formatCode>
                <c:ptCount val="12"/>
                <c:pt idx="0">
                  <c:v>0.5</c:v>
                </c:pt>
                <c:pt idx="1">
                  <c:v>0.54</c:v>
                </c:pt>
                <c:pt idx="2">
                  <c:v>0.36</c:v>
                </c:pt>
                <c:pt idx="3">
                  <c:v>0.56999999999999995</c:v>
                </c:pt>
                <c:pt idx="4">
                  <c:v>0.56000000000000005</c:v>
                </c:pt>
                <c:pt idx="5">
                  <c:v>0.52</c:v>
                </c:pt>
                <c:pt idx="6">
                  <c:v>0.77</c:v>
                </c:pt>
                <c:pt idx="7">
                  <c:v>0.72</c:v>
                </c:pt>
                <c:pt idx="8">
                  <c:v>0.83</c:v>
                </c:pt>
                <c:pt idx="9">
                  <c:v>0.73</c:v>
                </c:pt>
                <c:pt idx="10">
                  <c:v>0.93</c:v>
                </c:pt>
                <c:pt idx="11">
                  <c:v>0.96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'Slide 13'!$H$3</c:f>
              <c:strCache>
                <c:ptCount val="1"/>
                <c:pt idx="0">
                  <c:v>Meta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layout>
                <c:manualLayout>
                  <c:x val="-6.9444436849908477E-3"/>
                  <c:y val="-5.7381315559282579E-3"/>
                </c:manualLayout>
              </c:layout>
              <c:spPr>
                <a:solidFill>
                  <a:schemeClr val="tx2"/>
                </a:solidFill>
              </c:spPr>
              <c:txPr>
                <a:bodyPr/>
                <a:lstStyle/>
                <a:p>
                  <a:pPr>
                    <a:defRPr>
                      <a:solidFill>
                        <a:schemeClr val="bg1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spPr>
                <a:solidFill>
                  <a:schemeClr val="tx2"/>
                </a:solidFill>
              </c:spPr>
              <c:txPr>
                <a:bodyPr/>
                <a:lstStyle/>
                <a:p>
                  <a:pPr>
                    <a:defRPr>
                      <a:solidFill>
                        <a:schemeClr val="bg1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13'!$F$4:$F$17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13'!$H$4:$H$17</c:f>
              <c:numCache>
                <c:formatCode>0%</c:formatCode>
                <c:ptCount val="12"/>
                <c:pt idx="0">
                  <c:v>0.65</c:v>
                </c:pt>
                <c:pt idx="1">
                  <c:v>0.65</c:v>
                </c:pt>
                <c:pt idx="2">
                  <c:v>0.65</c:v>
                </c:pt>
                <c:pt idx="3">
                  <c:v>0.65</c:v>
                </c:pt>
                <c:pt idx="4">
                  <c:v>0.65</c:v>
                </c:pt>
                <c:pt idx="5">
                  <c:v>0.65</c:v>
                </c:pt>
                <c:pt idx="6">
                  <c:v>0.65</c:v>
                </c:pt>
                <c:pt idx="7">
                  <c:v>0.65</c:v>
                </c:pt>
                <c:pt idx="8">
                  <c:v>0.65</c:v>
                </c:pt>
                <c:pt idx="9">
                  <c:v>0.65</c:v>
                </c:pt>
                <c:pt idx="10">
                  <c:v>0.65</c:v>
                </c:pt>
                <c:pt idx="11">
                  <c:v>0.65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9007104"/>
        <c:axId val="99012992"/>
      </c:lineChart>
      <c:dateAx>
        <c:axId val="9900710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pt-BR"/>
          </a:p>
        </c:txPr>
        <c:crossAx val="99012992"/>
        <c:crosses val="autoZero"/>
        <c:auto val="1"/>
        <c:lblOffset val="100"/>
        <c:baseTimeUnit val="months"/>
      </c:dateAx>
      <c:valAx>
        <c:axId val="99012992"/>
        <c:scaling>
          <c:orientation val="minMax"/>
          <c:max val="1"/>
          <c:min val="0"/>
        </c:scaling>
        <c:delete val="0"/>
        <c:axPos val="l"/>
        <c:numFmt formatCode="0%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99007104"/>
        <c:crosses val="autoZero"/>
        <c:crossBetween val="between"/>
        <c:majorUnit val="1"/>
        <c:minorUnit val="1"/>
      </c:valAx>
      <c:spPr>
        <a:scene3d>
          <a:camera prst="orthographicFront"/>
          <a:lightRig rig="threePt" dir="t"/>
        </a:scene3d>
        <a:sp3d/>
      </c:spPr>
    </c:plotArea>
    <c:legend>
      <c:legendPos val="b"/>
      <c:layout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03315469128785E-2"/>
          <c:y val="0.17459192978348262"/>
          <c:w val="0.94013275988972844"/>
          <c:h val="0.59248038728607744"/>
        </c:manualLayout>
      </c:layout>
      <c:lineChart>
        <c:grouping val="standard"/>
        <c:varyColors val="0"/>
        <c:ser>
          <c:idx val="0"/>
          <c:order val="0"/>
          <c:tx>
            <c:strRef>
              <c:f>'Slide 13'!$G$3</c:f>
              <c:strCache>
                <c:ptCount val="1"/>
                <c:pt idx="0">
                  <c:v>Realizado</c:v>
                </c:pt>
              </c:strCache>
            </c:strRef>
          </c:tx>
          <c:spPr>
            <a:ln>
              <a:solidFill>
                <a:schemeClr val="accent5">
                  <a:lumMod val="75000"/>
                </a:schemeClr>
              </a:solidFill>
            </a:ln>
          </c:spPr>
          <c:dLbls>
            <c:txPr>
              <a:bodyPr/>
              <a:lstStyle/>
              <a:p>
                <a:pPr>
                  <a:defRPr sz="1000" b="1">
                    <a:solidFill>
                      <a:schemeClr val="accent5">
                        <a:lumMod val="75000"/>
                      </a:schemeClr>
                    </a:solidFill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13'!$F$28:$F$41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13'!$G$28:$G$41</c:f>
              <c:numCache>
                <c:formatCode>0%</c:formatCode>
                <c:ptCount val="12"/>
                <c:pt idx="0">
                  <c:v>0.31</c:v>
                </c:pt>
                <c:pt idx="1">
                  <c:v>0.44</c:v>
                </c:pt>
                <c:pt idx="2">
                  <c:v>0.37</c:v>
                </c:pt>
                <c:pt idx="3">
                  <c:v>0.06</c:v>
                </c:pt>
                <c:pt idx="4">
                  <c:v>0.33</c:v>
                </c:pt>
                <c:pt idx="5">
                  <c:v>0.46</c:v>
                </c:pt>
                <c:pt idx="6">
                  <c:v>0.79</c:v>
                </c:pt>
                <c:pt idx="7">
                  <c:v>0.35</c:v>
                </c:pt>
                <c:pt idx="8">
                  <c:v>0.86</c:v>
                </c:pt>
                <c:pt idx="9">
                  <c:v>0.7</c:v>
                </c:pt>
                <c:pt idx="10">
                  <c:v>0.7</c:v>
                </c:pt>
                <c:pt idx="11">
                  <c:v>0.94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'Slide 13'!$H$3</c:f>
              <c:strCache>
                <c:ptCount val="1"/>
                <c:pt idx="0">
                  <c:v>Meta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layout>
                <c:manualLayout>
                  <c:x val="-8.3333333333333332E-3"/>
                  <c:y val="-4.9482672298080503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solidFill>
                <a:schemeClr val="tx2"/>
              </a:solidFill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13'!$F$28:$F$41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13'!$H$28:$H$41</c:f>
              <c:numCache>
                <c:formatCode>0%</c:formatCode>
                <c:ptCount val="12"/>
                <c:pt idx="0">
                  <c:v>0.65</c:v>
                </c:pt>
                <c:pt idx="1">
                  <c:v>0.65</c:v>
                </c:pt>
                <c:pt idx="2">
                  <c:v>0.65</c:v>
                </c:pt>
                <c:pt idx="3">
                  <c:v>0.65</c:v>
                </c:pt>
                <c:pt idx="4">
                  <c:v>0.65</c:v>
                </c:pt>
                <c:pt idx="5">
                  <c:v>0.65</c:v>
                </c:pt>
                <c:pt idx="6">
                  <c:v>0.65</c:v>
                </c:pt>
                <c:pt idx="7">
                  <c:v>0.65</c:v>
                </c:pt>
                <c:pt idx="8">
                  <c:v>0.65</c:v>
                </c:pt>
                <c:pt idx="9">
                  <c:v>0.65</c:v>
                </c:pt>
                <c:pt idx="10">
                  <c:v>0.65</c:v>
                </c:pt>
                <c:pt idx="11">
                  <c:v>0.65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'Slide 13'!$I$3</c:f>
              <c:strCache>
                <c:ptCount val="1"/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pPr>
              <a:solidFill>
                <a:schemeClr val="tx2"/>
              </a:solidFill>
            </c:spPr>
          </c:marker>
          <c:dLbls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13'!$F$28:$F$41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13'!$I$28:$I$41</c:f>
              <c:numCache>
                <c:formatCode>0%</c:formatCode>
                <c:ptCount val="12"/>
                <c:pt idx="0">
                  <c:v>0.56999999999999995</c:v>
                </c:pt>
                <c:pt idx="1">
                  <c:v>0.7</c:v>
                </c:pt>
                <c:pt idx="2">
                  <c:v>0.65</c:v>
                </c:pt>
                <c:pt idx="3">
                  <c:v>0.8</c:v>
                </c:pt>
                <c:pt idx="4">
                  <c:v>0.33</c:v>
                </c:pt>
                <c:pt idx="5">
                  <c:v>0.46</c:v>
                </c:pt>
                <c:pt idx="6">
                  <c:v>0.79</c:v>
                </c:pt>
                <c:pt idx="7">
                  <c:v>0.35</c:v>
                </c:pt>
                <c:pt idx="8">
                  <c:v>0.81</c:v>
                </c:pt>
                <c:pt idx="9">
                  <c:v>0.75</c:v>
                </c:pt>
                <c:pt idx="10">
                  <c:v>0.69</c:v>
                </c:pt>
                <c:pt idx="11">
                  <c:v>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9511296"/>
        <c:axId val="99529472"/>
      </c:lineChart>
      <c:dateAx>
        <c:axId val="99511296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pt-BR"/>
          </a:p>
        </c:txPr>
        <c:crossAx val="99529472"/>
        <c:crosses val="autoZero"/>
        <c:auto val="1"/>
        <c:lblOffset val="100"/>
        <c:baseTimeUnit val="months"/>
      </c:dateAx>
      <c:valAx>
        <c:axId val="99529472"/>
        <c:scaling>
          <c:orientation val="minMax"/>
          <c:max val="1"/>
          <c:min val="0"/>
        </c:scaling>
        <c:delete val="0"/>
        <c:axPos val="l"/>
        <c:numFmt formatCode="0%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99511296"/>
        <c:crosses val="autoZero"/>
        <c:crossBetween val="between"/>
        <c:majorUnit val="1"/>
        <c:minorUnit val="1"/>
      </c:valAx>
      <c:spPr>
        <a:scene3d>
          <a:camera prst="orthographicFront"/>
          <a:lightRig rig="threePt" dir="t"/>
        </a:scene3d>
        <a:sp3d/>
      </c:spPr>
    </c:plotArea>
    <c:legend>
      <c:legendPos val="b"/>
      <c:layout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876640419947501E-2"/>
          <c:y val="0.15734311798214434"/>
          <c:w val="0.83076116669298916"/>
          <c:h val="0.55108323896286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'Slide 15'!$G$3</c:f>
              <c:strCache>
                <c:ptCount val="1"/>
                <c:pt idx="0">
                  <c:v>Antártica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41000">
                  <a:srgbClr val="9BBBE5">
                    <a:alpha val="80000"/>
                  </a:srgbClr>
                </a:gs>
                <a:gs pos="92000">
                  <a:schemeClr val="tx2">
                    <a:lumMod val="60000"/>
                    <a:lumOff val="4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c:spPr>
          <c:invertIfNegative val="0"/>
          <c:dLbls>
            <c:txPr>
              <a:bodyPr/>
              <a:lstStyle/>
              <a:p>
                <a:pPr>
                  <a:defRPr b="1"/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15'!$F$4:$F$15</c:f>
              <c:numCache>
                <c:formatCode>mmm\-yy</c:formatCode>
                <c:ptCount val="12"/>
                <c:pt idx="0">
                  <c:v>42005</c:v>
                </c:pt>
                <c:pt idx="1">
                  <c:v>42036</c:v>
                </c:pt>
                <c:pt idx="2">
                  <c:v>42064</c:v>
                </c:pt>
                <c:pt idx="3">
                  <c:v>42095</c:v>
                </c:pt>
                <c:pt idx="4">
                  <c:v>42125</c:v>
                </c:pt>
                <c:pt idx="5">
                  <c:v>42156</c:v>
                </c:pt>
                <c:pt idx="6">
                  <c:v>42186</c:v>
                </c:pt>
                <c:pt idx="7">
                  <c:v>42217</c:v>
                </c:pt>
                <c:pt idx="8">
                  <c:v>42248</c:v>
                </c:pt>
                <c:pt idx="9">
                  <c:v>42278</c:v>
                </c:pt>
                <c:pt idx="10">
                  <c:v>42309</c:v>
                </c:pt>
                <c:pt idx="11">
                  <c:v>42339</c:v>
                </c:pt>
              </c:numCache>
            </c:numRef>
          </c:cat>
          <c:val>
            <c:numRef>
              <c:f>'Slide 15'!$G$4:$G$15</c:f>
              <c:numCache>
                <c:formatCode>General</c:formatCode>
                <c:ptCount val="12"/>
                <c:pt idx="0">
                  <c:v>22</c:v>
                </c:pt>
                <c:pt idx="1">
                  <c:v>32</c:v>
                </c:pt>
                <c:pt idx="2">
                  <c:v>76</c:v>
                </c:pt>
                <c:pt idx="3">
                  <c:v>45</c:v>
                </c:pt>
                <c:pt idx="4">
                  <c:v>30</c:v>
                </c:pt>
                <c:pt idx="5">
                  <c:v>71</c:v>
                </c:pt>
                <c:pt idx="6">
                  <c:v>135</c:v>
                </c:pt>
              </c:numCache>
            </c:numRef>
          </c:val>
        </c:ser>
        <c:ser>
          <c:idx val="1"/>
          <c:order val="1"/>
          <c:tx>
            <c:strRef>
              <c:f>'Slide 15'!$H$3</c:f>
              <c:strCache>
                <c:ptCount val="1"/>
                <c:pt idx="0">
                  <c:v>Mackenzie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91000">
                  <a:schemeClr val="accent2">
                    <a:lumMod val="75000"/>
                  </a:schemeClr>
                </a:gs>
                <a:gs pos="82000">
                  <a:schemeClr val="accent2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c:spPr>
          <c:invertIfNegative val="0"/>
          <c:dLbls>
            <c:txPr>
              <a:bodyPr/>
              <a:lstStyle/>
              <a:p>
                <a:pPr>
                  <a:defRPr b="1"/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15'!$F$4:$F$15</c:f>
              <c:numCache>
                <c:formatCode>mmm\-yy</c:formatCode>
                <c:ptCount val="12"/>
                <c:pt idx="0">
                  <c:v>42005</c:v>
                </c:pt>
                <c:pt idx="1">
                  <c:v>42036</c:v>
                </c:pt>
                <c:pt idx="2">
                  <c:v>42064</c:v>
                </c:pt>
                <c:pt idx="3">
                  <c:v>42095</c:v>
                </c:pt>
                <c:pt idx="4">
                  <c:v>42125</c:v>
                </c:pt>
                <c:pt idx="5">
                  <c:v>42156</c:v>
                </c:pt>
                <c:pt idx="6">
                  <c:v>42186</c:v>
                </c:pt>
                <c:pt idx="7">
                  <c:v>42217</c:v>
                </c:pt>
                <c:pt idx="8">
                  <c:v>42248</c:v>
                </c:pt>
                <c:pt idx="9">
                  <c:v>42278</c:v>
                </c:pt>
                <c:pt idx="10">
                  <c:v>42309</c:v>
                </c:pt>
                <c:pt idx="11">
                  <c:v>42339</c:v>
                </c:pt>
              </c:numCache>
            </c:numRef>
          </c:cat>
          <c:val>
            <c:numRef>
              <c:f>'Slide 15'!$H$4:$H$15</c:f>
              <c:numCache>
                <c:formatCode>General</c:formatCode>
                <c:ptCount val="12"/>
                <c:pt idx="0">
                  <c:v>24</c:v>
                </c:pt>
                <c:pt idx="1">
                  <c:v>38</c:v>
                </c:pt>
                <c:pt idx="2">
                  <c:v>40</c:v>
                </c:pt>
                <c:pt idx="3">
                  <c:v>40</c:v>
                </c:pt>
                <c:pt idx="4">
                  <c:v>44</c:v>
                </c:pt>
                <c:pt idx="5">
                  <c:v>38</c:v>
                </c:pt>
                <c:pt idx="6">
                  <c:v>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9568640"/>
        <c:axId val="99578624"/>
      </c:barChart>
      <c:dateAx>
        <c:axId val="9956864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crossAx val="99578624"/>
        <c:crosses val="autoZero"/>
        <c:auto val="1"/>
        <c:lblOffset val="100"/>
        <c:baseTimeUnit val="months"/>
      </c:dateAx>
      <c:valAx>
        <c:axId val="9957862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99568640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39035111218235174"/>
          <c:y val="0.82722585050903008"/>
          <c:w val="0.21929763574606356"/>
          <c:h val="6.2381753962405195E-2"/>
        </c:manualLayout>
      </c:layout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876640419947501E-2"/>
          <c:y val="0.15734311798214434"/>
          <c:w val="0.83076116669298916"/>
          <c:h val="0.55108323896286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'Slide 16.'!$G$3</c:f>
              <c:strCache>
                <c:ptCount val="1"/>
                <c:pt idx="0">
                  <c:v>Antártica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41000">
                  <a:srgbClr val="9BBBE5">
                    <a:alpha val="80000"/>
                  </a:srgbClr>
                </a:gs>
                <a:gs pos="92000">
                  <a:schemeClr val="tx2">
                    <a:lumMod val="60000"/>
                    <a:lumOff val="4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c:spPr>
          <c:invertIfNegative val="0"/>
          <c:dLbls>
            <c:txPr>
              <a:bodyPr/>
              <a:lstStyle/>
              <a:p>
                <a:pPr>
                  <a:defRPr b="1"/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16.'!$F$4:$F$15</c:f>
              <c:numCache>
                <c:formatCode>mmm\-yy</c:formatCode>
                <c:ptCount val="12"/>
                <c:pt idx="0">
                  <c:v>42005</c:v>
                </c:pt>
                <c:pt idx="1">
                  <c:v>42036</c:v>
                </c:pt>
                <c:pt idx="2">
                  <c:v>42064</c:v>
                </c:pt>
                <c:pt idx="3">
                  <c:v>42095</c:v>
                </c:pt>
                <c:pt idx="4">
                  <c:v>42125</c:v>
                </c:pt>
                <c:pt idx="5">
                  <c:v>42156</c:v>
                </c:pt>
                <c:pt idx="6">
                  <c:v>42186</c:v>
                </c:pt>
                <c:pt idx="7">
                  <c:v>42217</c:v>
                </c:pt>
                <c:pt idx="8">
                  <c:v>42248</c:v>
                </c:pt>
                <c:pt idx="9">
                  <c:v>42278</c:v>
                </c:pt>
                <c:pt idx="10">
                  <c:v>42309</c:v>
                </c:pt>
                <c:pt idx="11">
                  <c:v>42339</c:v>
                </c:pt>
              </c:numCache>
            </c:numRef>
          </c:cat>
          <c:val>
            <c:numRef>
              <c:f>'Slide 16.'!$G$4:$G$15</c:f>
              <c:numCache>
                <c:formatCode>General</c:formatCode>
                <c:ptCount val="12"/>
                <c:pt idx="0">
                  <c:v>0</c:v>
                </c:pt>
                <c:pt idx="1">
                  <c:v>6</c:v>
                </c:pt>
                <c:pt idx="2">
                  <c:v>9</c:v>
                </c:pt>
                <c:pt idx="3">
                  <c:v>2</c:v>
                </c:pt>
                <c:pt idx="4">
                  <c:v>7</c:v>
                </c:pt>
                <c:pt idx="5">
                  <c:v>9</c:v>
                </c:pt>
                <c:pt idx="6">
                  <c:v>7</c:v>
                </c:pt>
              </c:numCache>
            </c:numRef>
          </c:val>
        </c:ser>
        <c:ser>
          <c:idx val="1"/>
          <c:order val="1"/>
          <c:tx>
            <c:strRef>
              <c:f>'Slide 16.'!$H$3</c:f>
              <c:strCache>
                <c:ptCount val="1"/>
                <c:pt idx="0">
                  <c:v>Mackenzie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91000">
                  <a:schemeClr val="accent2">
                    <a:lumMod val="75000"/>
                  </a:schemeClr>
                </a:gs>
                <a:gs pos="82000">
                  <a:schemeClr val="accent2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c:spPr>
          <c:invertIfNegative val="0"/>
          <c:dLbls>
            <c:txPr>
              <a:bodyPr/>
              <a:lstStyle/>
              <a:p>
                <a:pPr>
                  <a:defRPr b="1"/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'Slide 16.'!$F$4:$F$15</c:f>
              <c:numCache>
                <c:formatCode>mmm\-yy</c:formatCode>
                <c:ptCount val="12"/>
                <c:pt idx="0">
                  <c:v>42005</c:v>
                </c:pt>
                <c:pt idx="1">
                  <c:v>42036</c:v>
                </c:pt>
                <c:pt idx="2">
                  <c:v>42064</c:v>
                </c:pt>
                <c:pt idx="3">
                  <c:v>42095</c:v>
                </c:pt>
                <c:pt idx="4">
                  <c:v>42125</c:v>
                </c:pt>
                <c:pt idx="5">
                  <c:v>42156</c:v>
                </c:pt>
                <c:pt idx="6">
                  <c:v>42186</c:v>
                </c:pt>
                <c:pt idx="7">
                  <c:v>42217</c:v>
                </c:pt>
                <c:pt idx="8">
                  <c:v>42248</c:v>
                </c:pt>
                <c:pt idx="9">
                  <c:v>42278</c:v>
                </c:pt>
                <c:pt idx="10">
                  <c:v>42309</c:v>
                </c:pt>
                <c:pt idx="11">
                  <c:v>42339</c:v>
                </c:pt>
              </c:numCache>
            </c:numRef>
          </c:cat>
          <c:val>
            <c:numRef>
              <c:f>'Slide 16.'!$H$4:$H$15</c:f>
              <c:numCache>
                <c:formatCode>General</c:formatCode>
                <c:ptCount val="12"/>
                <c:pt idx="0">
                  <c:v>0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3</c:v>
                </c:pt>
                <c:pt idx="5">
                  <c:v>0</c:v>
                </c:pt>
                <c:pt idx="6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9605504"/>
        <c:axId val="99631872"/>
      </c:barChart>
      <c:dateAx>
        <c:axId val="9960550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crossAx val="99631872"/>
        <c:crosses val="autoZero"/>
        <c:auto val="1"/>
        <c:lblOffset val="100"/>
        <c:baseTimeUnit val="months"/>
      </c:dateAx>
      <c:valAx>
        <c:axId val="996318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9960550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0"/>
      <c:rotY val="0"/>
      <c:depthPercent val="100"/>
      <c:rAngAx val="0"/>
      <c:perspective val="80"/>
    </c:view3D>
    <c:floor>
      <c:thickness val="0"/>
    </c:floor>
    <c:sideWall>
      <c:thickness val="0"/>
    </c:sideWall>
    <c:backWall>
      <c:thickness val="0"/>
      <c:spPr>
        <a:scene3d>
          <a:camera prst="orthographicFront"/>
          <a:lightRig rig="threePt" dir="t"/>
        </a:scene3d>
      </c:spPr>
    </c:backWall>
    <c:plotArea>
      <c:layout>
        <c:manualLayout>
          <c:layoutTarget val="inner"/>
          <c:xMode val="edge"/>
          <c:yMode val="edge"/>
          <c:x val="4.9303315469128785E-2"/>
          <c:y val="0.17459192978348262"/>
          <c:w val="0.94013275988972844"/>
          <c:h val="0.59248038728607744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'Slide 17.'!$G$3</c:f>
              <c:strCache>
                <c:ptCount val="1"/>
                <c:pt idx="0">
                  <c:v>Planejada</c:v>
                </c:pt>
              </c:strCache>
            </c:strRef>
          </c:tx>
          <c:invertIfNegative val="0"/>
          <c:cat>
            <c:numRef>
              <c:f>'Slide 17.'!$F$4:$F$17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17.'!$G$4:$G$17</c:f>
              <c:numCache>
                <c:formatCode>General</c:formatCode>
                <c:ptCount val="12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'Slide 17.'!$H$3</c:f>
              <c:strCache>
                <c:ptCount val="1"/>
                <c:pt idx="0">
                  <c:v>Cancelada</c:v>
                </c:pt>
              </c:strCache>
            </c:strRef>
          </c:tx>
          <c:invertIfNegative val="0"/>
          <c:cat>
            <c:numRef>
              <c:f>'Slide 17.'!$F$4:$F$17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17.'!$H$4:$H$17</c:f>
              <c:numCache>
                <c:formatCode>General</c:formatCode>
                <c:ptCount val="12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cylinder"/>
        <c:axId val="50829184"/>
        <c:axId val="60271232"/>
        <c:axId val="0"/>
      </c:bar3DChart>
      <c:dateAx>
        <c:axId val="5082918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crossAx val="60271232"/>
        <c:crosses val="autoZero"/>
        <c:auto val="1"/>
        <c:lblOffset val="100"/>
        <c:baseTimeUnit val="months"/>
      </c:dateAx>
      <c:valAx>
        <c:axId val="602712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5082918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39956461644253694"/>
          <c:y val="0.8635717032019018"/>
          <c:w val="0.2008707671149261"/>
          <c:h val="9.3532866512460788E-2"/>
        </c:manualLayout>
      </c:layout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0"/>
      <c:rotY val="0"/>
      <c:rAngAx val="0"/>
      <c:perspective val="30"/>
    </c:view3D>
    <c:floor>
      <c:thickness val="0"/>
    </c:floor>
    <c:sideWall>
      <c:thickness val="0"/>
    </c:sideWall>
    <c:backWall>
      <c:thickness val="0"/>
      <c:spPr>
        <a:scene3d>
          <a:camera prst="orthographicFront"/>
          <a:lightRig rig="threePt" dir="t"/>
        </a:scene3d>
        <a:sp3d/>
      </c:spPr>
    </c:backWall>
    <c:plotArea>
      <c:layout>
        <c:manualLayout>
          <c:layoutTarget val="inner"/>
          <c:xMode val="edge"/>
          <c:yMode val="edge"/>
          <c:x val="4.9303315469128785E-2"/>
          <c:y val="0.17459192978348262"/>
          <c:w val="0.94013275988972844"/>
          <c:h val="0.59248038728607744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'Slide 17.'!$G$3</c:f>
              <c:strCache>
                <c:ptCount val="1"/>
                <c:pt idx="0">
                  <c:v>Planejada</c:v>
                </c:pt>
              </c:strCache>
            </c:strRef>
          </c:tx>
          <c:invertIfNegative val="0"/>
          <c:cat>
            <c:numRef>
              <c:f>'Slide 17.'!$F$28:$F$41</c:f>
              <c:numCache>
                <c:formatCode>mmm\-yy</c:formatCode>
                <c:ptCount val="13"/>
                <c:pt idx="0">
                  <c:v>41821</c:v>
                </c:pt>
                <c:pt idx="1">
                  <c:v>41852</c:v>
                </c:pt>
                <c:pt idx="2">
                  <c:v>41883</c:v>
                </c:pt>
                <c:pt idx="3">
                  <c:v>41913</c:v>
                </c:pt>
                <c:pt idx="4">
                  <c:v>41944</c:v>
                </c:pt>
                <c:pt idx="5">
                  <c:v>41974</c:v>
                </c:pt>
                <c:pt idx="6">
                  <c:v>42005</c:v>
                </c:pt>
                <c:pt idx="7">
                  <c:v>42036</c:v>
                </c:pt>
                <c:pt idx="8">
                  <c:v>42064</c:v>
                </c:pt>
                <c:pt idx="9">
                  <c:v>42095</c:v>
                </c:pt>
                <c:pt idx="10">
                  <c:v>42125</c:v>
                </c:pt>
                <c:pt idx="11">
                  <c:v>42156</c:v>
                </c:pt>
                <c:pt idx="12">
                  <c:v>42186</c:v>
                </c:pt>
              </c:numCache>
            </c:numRef>
          </c:cat>
          <c:val>
            <c:numRef>
              <c:f>'Slide 17.'!$G$28:$G$41</c:f>
              <c:numCache>
                <c:formatCode>General</c:formatCode>
                <c:ptCount val="13"/>
                <c:pt idx="0">
                  <c:v>0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0</c:v>
                </c:pt>
              </c:numCache>
            </c:numRef>
          </c:val>
        </c:ser>
        <c:ser>
          <c:idx val="1"/>
          <c:order val="1"/>
          <c:tx>
            <c:strRef>
              <c:f>'Slide 17.'!$H$3</c:f>
              <c:strCache>
                <c:ptCount val="1"/>
                <c:pt idx="0">
                  <c:v>Cancelada</c:v>
                </c:pt>
              </c:strCache>
            </c:strRef>
          </c:tx>
          <c:invertIfNegative val="0"/>
          <c:cat>
            <c:numRef>
              <c:f>'Slide 17.'!$F$28:$F$41</c:f>
              <c:numCache>
                <c:formatCode>mmm\-yy</c:formatCode>
                <c:ptCount val="13"/>
                <c:pt idx="0">
                  <c:v>41821</c:v>
                </c:pt>
                <c:pt idx="1">
                  <c:v>41852</c:v>
                </c:pt>
                <c:pt idx="2">
                  <c:v>41883</c:v>
                </c:pt>
                <c:pt idx="3">
                  <c:v>41913</c:v>
                </c:pt>
                <c:pt idx="4">
                  <c:v>41944</c:v>
                </c:pt>
                <c:pt idx="5">
                  <c:v>41974</c:v>
                </c:pt>
                <c:pt idx="6">
                  <c:v>42005</c:v>
                </c:pt>
                <c:pt idx="7">
                  <c:v>42036</c:v>
                </c:pt>
                <c:pt idx="8">
                  <c:v>42064</c:v>
                </c:pt>
                <c:pt idx="9">
                  <c:v>42095</c:v>
                </c:pt>
                <c:pt idx="10">
                  <c:v>42125</c:v>
                </c:pt>
                <c:pt idx="11">
                  <c:v>42156</c:v>
                </c:pt>
                <c:pt idx="12">
                  <c:v>42186</c:v>
                </c:pt>
              </c:numCache>
            </c:numRef>
          </c:cat>
          <c:val>
            <c:numRef>
              <c:f>'Slide 17.'!$H$28:$H$41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cylinder"/>
        <c:axId val="22427520"/>
        <c:axId val="22429056"/>
        <c:axId val="0"/>
      </c:bar3DChart>
      <c:dateAx>
        <c:axId val="2242752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crossAx val="22429056"/>
        <c:crosses val="autoZero"/>
        <c:auto val="1"/>
        <c:lblOffset val="100"/>
        <c:baseTimeUnit val="months"/>
      </c:dateAx>
      <c:valAx>
        <c:axId val="224290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2242752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0"/>
      <c:rotY val="0"/>
      <c:rAngAx val="0"/>
      <c:perspective val="30"/>
    </c:view3D>
    <c:floor>
      <c:thickness val="0"/>
    </c:floor>
    <c:sideWall>
      <c:thickness val="0"/>
    </c:sideWall>
    <c:backWall>
      <c:thickness val="0"/>
      <c:spPr>
        <a:scene3d>
          <a:camera prst="orthographicFront"/>
          <a:lightRig rig="threePt" dir="t"/>
        </a:scene3d>
        <a:sp3d/>
      </c:spPr>
    </c:backWall>
    <c:plotArea>
      <c:layout>
        <c:manualLayout>
          <c:layoutTarget val="inner"/>
          <c:xMode val="edge"/>
          <c:yMode val="edge"/>
          <c:x val="4.9303315469128785E-2"/>
          <c:y val="0.17459192978348262"/>
          <c:w val="0.94013275988972844"/>
          <c:h val="0.59248038728607744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'Slide 18.'!$G$3</c:f>
              <c:strCache>
                <c:ptCount val="1"/>
                <c:pt idx="0">
                  <c:v>Programada</c:v>
                </c:pt>
              </c:strCache>
            </c:strRef>
          </c:tx>
          <c:invertIfNegative val="0"/>
          <c:cat>
            <c:numRef>
              <c:f>'Slide 18.'!$F$4:$F$19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18.'!$G$4:$G$19</c:f>
              <c:numCache>
                <c:formatCode>General</c:formatCode>
                <c:ptCount val="12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'Slide 18.'!$H$3</c:f>
              <c:strCache>
                <c:ptCount val="1"/>
                <c:pt idx="0">
                  <c:v>Emergencial</c:v>
                </c:pt>
              </c:strCache>
            </c:strRef>
          </c:tx>
          <c:invertIfNegative val="0"/>
          <c:cat>
            <c:numRef>
              <c:f>'Slide 18.'!$F$4:$F$19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18.'!$H$4:$H$19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cylinder"/>
        <c:axId val="22757760"/>
        <c:axId val="22759296"/>
        <c:axId val="0"/>
      </c:bar3DChart>
      <c:dateAx>
        <c:axId val="2275776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crossAx val="22759296"/>
        <c:crosses val="autoZero"/>
        <c:auto val="1"/>
        <c:lblOffset val="100"/>
        <c:baseTimeUnit val="months"/>
      </c:dateAx>
      <c:valAx>
        <c:axId val="22759296"/>
        <c:scaling>
          <c:orientation val="minMax"/>
          <c:max val="1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22757760"/>
        <c:crosses val="autoZero"/>
        <c:crossBetween val="between"/>
        <c:majorUnit val="1"/>
        <c:minorUnit val="1"/>
      </c:valAx>
    </c:plotArea>
    <c:legend>
      <c:legendPos val="b"/>
      <c:layout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0"/>
      <c:rotY val="0"/>
      <c:rAngAx val="0"/>
      <c:perspective val="30"/>
    </c:view3D>
    <c:floor>
      <c:thickness val="0"/>
    </c:floor>
    <c:sideWall>
      <c:thickness val="0"/>
    </c:sideWall>
    <c:backWall>
      <c:thickness val="0"/>
      <c:spPr>
        <a:scene3d>
          <a:camera prst="orthographicFront"/>
          <a:lightRig rig="threePt" dir="t"/>
        </a:scene3d>
        <a:sp3d/>
      </c:spPr>
    </c:backWall>
    <c:plotArea>
      <c:layout>
        <c:manualLayout>
          <c:layoutTarget val="inner"/>
          <c:xMode val="edge"/>
          <c:yMode val="edge"/>
          <c:x val="4.9303315469128785E-2"/>
          <c:y val="0.17459192978348262"/>
          <c:w val="0.94013275988972844"/>
          <c:h val="0.59248038728607744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'Slide 18.'!$G$3</c:f>
              <c:strCache>
                <c:ptCount val="1"/>
                <c:pt idx="0">
                  <c:v>Programada</c:v>
                </c:pt>
              </c:strCache>
            </c:strRef>
          </c:tx>
          <c:invertIfNegative val="0"/>
          <c:cat>
            <c:numRef>
              <c:f>'Slide 18.'!$F$28:$F$43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18.'!$G$28:$G$43</c:f>
              <c:numCache>
                <c:formatCode>General</c:formatCode>
                <c:ptCount val="12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'Slide 18.'!$H$3</c:f>
              <c:strCache>
                <c:ptCount val="1"/>
                <c:pt idx="0">
                  <c:v>Emergencial</c:v>
                </c:pt>
              </c:strCache>
            </c:strRef>
          </c:tx>
          <c:invertIfNegative val="0"/>
          <c:cat>
            <c:numRef>
              <c:f>'Slide 18.'!$F$28:$F$43</c:f>
              <c:numCache>
                <c:formatCode>mmm\-yy</c:formatCode>
                <c:ptCount val="12"/>
                <c:pt idx="0">
                  <c:v>41852</c:v>
                </c:pt>
                <c:pt idx="1">
                  <c:v>41883</c:v>
                </c:pt>
                <c:pt idx="2">
                  <c:v>41913</c:v>
                </c:pt>
                <c:pt idx="3">
                  <c:v>41944</c:v>
                </c:pt>
                <c:pt idx="4">
                  <c:v>41974</c:v>
                </c:pt>
                <c:pt idx="5">
                  <c:v>42005</c:v>
                </c:pt>
                <c:pt idx="6">
                  <c:v>42036</c:v>
                </c:pt>
                <c:pt idx="7">
                  <c:v>42064</c:v>
                </c:pt>
                <c:pt idx="8">
                  <c:v>42095</c:v>
                </c:pt>
                <c:pt idx="9">
                  <c:v>42125</c:v>
                </c:pt>
                <c:pt idx="10">
                  <c:v>42156</c:v>
                </c:pt>
                <c:pt idx="11">
                  <c:v>42186</c:v>
                </c:pt>
              </c:numCache>
            </c:numRef>
          </c:cat>
          <c:val>
            <c:numRef>
              <c:f>'Slide 18.'!$H$28:$H$43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cylinder"/>
        <c:axId val="66837888"/>
        <c:axId val="67110784"/>
        <c:axId val="0"/>
      </c:bar3DChart>
      <c:dateAx>
        <c:axId val="6683788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crossAx val="67110784"/>
        <c:crosses val="autoZero"/>
        <c:auto val="1"/>
        <c:lblOffset val="100"/>
        <c:baseTimeUnit val="months"/>
      </c:dateAx>
      <c:valAx>
        <c:axId val="671107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pt-BR"/>
          </a:p>
        </c:txPr>
        <c:crossAx val="6683788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0.24051</cdr:x>
      <cdr:y>0.02458</cdr:y>
    </cdr:from>
    <cdr:to>
      <cdr:x>0.81746</cdr:x>
      <cdr:y>0.11255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719265" y="90489"/>
          <a:ext cx="4124324" cy="3238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600" b="1">
              <a:solidFill>
                <a:schemeClr val="accent5">
                  <a:lumMod val="50000"/>
                </a:schemeClr>
              </a:solidFill>
            </a:rPr>
            <a:t>Responsabilidade</a:t>
          </a:r>
          <a:r>
            <a:rPr lang="pt-BR" sz="1600" b="1" baseline="0">
              <a:solidFill>
                <a:schemeClr val="accent5">
                  <a:lumMod val="50000"/>
                </a:schemeClr>
              </a:solidFill>
            </a:rPr>
            <a:t> Contax x Santander</a:t>
          </a:r>
          <a:endParaRPr lang="pt-BR" sz="1600" b="1">
            <a:solidFill>
              <a:schemeClr val="accent5">
                <a:lumMod val="50000"/>
              </a:schemeClr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0.23735</cdr:x>
      <cdr:y>0</cdr:y>
    </cdr:from>
    <cdr:to>
      <cdr:x>0.8143</cdr:x>
      <cdr:y>0.08797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683941" y="0"/>
          <a:ext cx="4093302" cy="20240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400" b="1">
              <a:solidFill>
                <a:schemeClr val="tx2"/>
              </a:solidFill>
            </a:rPr>
            <a:t>Histórico SLA - Realizado x Contratado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0.23735</cdr:x>
      <cdr:y>0</cdr:y>
    </cdr:from>
    <cdr:to>
      <cdr:x>0.8143</cdr:x>
      <cdr:y>0.08797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683941" y="0"/>
          <a:ext cx="4093302" cy="20240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400" b="1">
              <a:solidFill>
                <a:schemeClr val="tx2"/>
              </a:solidFill>
            </a:rPr>
            <a:t>Histórico SLA - Realizado x Contratado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0.24051</cdr:x>
      <cdr:y>0.02458</cdr:y>
    </cdr:from>
    <cdr:to>
      <cdr:x>0.81746</cdr:x>
      <cdr:y>0.11255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719265" y="90489"/>
          <a:ext cx="4124324" cy="3238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600" b="1">
              <a:solidFill>
                <a:schemeClr val="accent5">
                  <a:lumMod val="50000"/>
                </a:schemeClr>
              </a:solidFill>
            </a:rPr>
            <a:t>Responsabilidade</a:t>
          </a:r>
          <a:r>
            <a:rPr lang="pt-BR" sz="1600" b="1" baseline="0">
              <a:solidFill>
                <a:schemeClr val="accent5">
                  <a:lumMod val="50000"/>
                </a:schemeClr>
              </a:solidFill>
            </a:rPr>
            <a:t> Contax x Santander</a:t>
          </a:r>
          <a:endParaRPr lang="pt-BR" sz="1600" b="1">
            <a:solidFill>
              <a:schemeClr val="accent5">
                <a:lumMod val="50000"/>
              </a:schemeClr>
            </a:solidFill>
          </a:endParaRP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0.23735</cdr:x>
      <cdr:y>0</cdr:y>
    </cdr:from>
    <cdr:to>
      <cdr:x>0.8143</cdr:x>
      <cdr:y>0.08797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683941" y="0"/>
          <a:ext cx="4093302" cy="20240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400" b="1">
              <a:solidFill>
                <a:schemeClr val="tx2"/>
              </a:solidFill>
            </a:rPr>
            <a:t>Histórico SLA - Realizado x Contratado</a:t>
          </a: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0.24051</cdr:x>
      <cdr:y>0.02458</cdr:y>
    </cdr:from>
    <cdr:to>
      <cdr:x>0.81746</cdr:x>
      <cdr:y>0.11255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719265" y="90489"/>
          <a:ext cx="4124324" cy="3238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600" b="1">
              <a:solidFill>
                <a:schemeClr val="accent5">
                  <a:lumMod val="50000"/>
                </a:schemeClr>
              </a:solidFill>
            </a:rPr>
            <a:t>Responsabilidade</a:t>
          </a:r>
          <a:r>
            <a:rPr lang="pt-BR" sz="1600" b="1" baseline="0">
              <a:solidFill>
                <a:schemeClr val="accent5">
                  <a:lumMod val="50000"/>
                </a:schemeClr>
              </a:solidFill>
            </a:rPr>
            <a:t> Contax x Santander</a:t>
          </a:r>
          <a:endParaRPr lang="pt-BR" sz="1600" b="1">
            <a:solidFill>
              <a:schemeClr val="accent5">
                <a:lumMod val="50000"/>
              </a:schemeClr>
            </a:solidFill>
          </a:endParaRPr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0.24051</cdr:x>
      <cdr:y>0.02458</cdr:y>
    </cdr:from>
    <cdr:to>
      <cdr:x>0.81746</cdr:x>
      <cdr:y>0.11255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719265" y="90489"/>
          <a:ext cx="4124324" cy="3238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600" b="1" dirty="0">
              <a:solidFill>
                <a:schemeClr val="accent5">
                  <a:lumMod val="50000"/>
                </a:schemeClr>
              </a:solidFill>
            </a:rPr>
            <a:t>Responsabilidade</a:t>
          </a:r>
          <a:r>
            <a:rPr lang="pt-BR" sz="1600" b="1" baseline="0" dirty="0">
              <a:solidFill>
                <a:schemeClr val="accent5">
                  <a:lumMod val="50000"/>
                </a:schemeClr>
              </a:solidFill>
            </a:rPr>
            <a:t> Contax x Santander</a:t>
          </a:r>
          <a:endParaRPr lang="pt-BR" sz="1600" b="1" dirty="0">
            <a:solidFill>
              <a:schemeClr val="accent5">
                <a:lumMod val="50000"/>
              </a:schemeClr>
            </a:solidFill>
          </a:endParaRPr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0.23735</cdr:x>
      <cdr:y>0</cdr:y>
    </cdr:from>
    <cdr:to>
      <cdr:x>0.78409</cdr:x>
      <cdr:y>0.05848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683933" y="0"/>
          <a:ext cx="3878949" cy="1146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400" b="1">
              <a:solidFill>
                <a:schemeClr val="tx2"/>
              </a:solidFill>
            </a:rPr>
            <a:t>Histórico SLA - Realizado x Contratado</a:t>
          </a:r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0.24051</cdr:x>
      <cdr:y>0.02458</cdr:y>
    </cdr:from>
    <cdr:to>
      <cdr:x>0.81746</cdr:x>
      <cdr:y>0.11255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719265" y="90489"/>
          <a:ext cx="4124324" cy="3238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600" b="1">
              <a:solidFill>
                <a:schemeClr val="accent5">
                  <a:lumMod val="50000"/>
                </a:schemeClr>
              </a:solidFill>
            </a:rPr>
            <a:t>Site</a:t>
          </a:r>
          <a:r>
            <a:rPr lang="pt-BR" sz="1600" b="1" baseline="0">
              <a:solidFill>
                <a:schemeClr val="accent5">
                  <a:lumMod val="50000"/>
                </a:schemeClr>
              </a:solidFill>
            </a:rPr>
            <a:t> Antártica</a:t>
          </a:r>
          <a:endParaRPr lang="pt-BR" sz="1600" b="1">
            <a:solidFill>
              <a:schemeClr val="accent5">
                <a:lumMod val="50000"/>
              </a:schemeClr>
            </a:solidFill>
          </a:endParaRPr>
        </a:p>
      </cdr:txBody>
    </cdr:sp>
  </cdr:relSizeAnchor>
</c:userShapes>
</file>

<file path=ppt/drawings/drawing10.xml><?xml version="1.0" encoding="utf-8"?>
<c:userShapes xmlns:c="http://schemas.openxmlformats.org/drawingml/2006/chart">
  <cdr:relSizeAnchor xmlns:cdr="http://schemas.openxmlformats.org/drawingml/2006/chartDrawing">
    <cdr:from>
      <cdr:x>0.24051</cdr:x>
      <cdr:y>0.02458</cdr:y>
    </cdr:from>
    <cdr:to>
      <cdr:x>0.81746</cdr:x>
      <cdr:y>0.11255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719265" y="90489"/>
          <a:ext cx="4124324" cy="3238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600" b="1" dirty="0">
              <a:solidFill>
                <a:schemeClr val="accent5">
                  <a:lumMod val="50000"/>
                </a:schemeClr>
              </a:solidFill>
            </a:rPr>
            <a:t>Site Mackenzie</a:t>
          </a:r>
        </a:p>
      </cdr:txBody>
    </cdr:sp>
  </cdr:relSizeAnchor>
</c:userShapes>
</file>

<file path=ppt/drawings/drawing11.xml><?xml version="1.0" encoding="utf-8"?>
<c:userShapes xmlns:c="http://schemas.openxmlformats.org/drawingml/2006/chart">
  <cdr:relSizeAnchor xmlns:cdr="http://schemas.openxmlformats.org/drawingml/2006/chartDrawing">
    <cdr:from>
      <cdr:x>0.23735</cdr:x>
      <cdr:y>0</cdr:y>
    </cdr:from>
    <cdr:to>
      <cdr:x>0.8143</cdr:x>
      <cdr:y>0.06829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683933" y="0"/>
          <a:ext cx="4093302" cy="15688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400" b="1">
              <a:solidFill>
                <a:schemeClr val="tx2"/>
              </a:solidFill>
            </a:rPr>
            <a:t>Histórico SLA - Realizado x Contratado</a:t>
          </a:r>
        </a:p>
      </cdr:txBody>
    </cdr:sp>
  </cdr:relSizeAnchor>
</c:userShapes>
</file>

<file path=ppt/drawings/drawing12.xml><?xml version="1.0" encoding="utf-8"?>
<c:userShapes xmlns:c="http://schemas.openxmlformats.org/drawingml/2006/chart">
  <cdr:relSizeAnchor xmlns:cdr="http://schemas.openxmlformats.org/drawingml/2006/chartDrawing">
    <cdr:from>
      <cdr:x>0.24051</cdr:x>
      <cdr:y>0.02458</cdr:y>
    </cdr:from>
    <cdr:to>
      <cdr:x>0.81746</cdr:x>
      <cdr:y>0.11255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719265" y="90489"/>
          <a:ext cx="4124324" cy="3238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800" b="1"/>
            <a:t>Histórico SLA - Realizado x Contratado</a:t>
          </a:r>
        </a:p>
      </cdr:txBody>
    </cdr:sp>
  </cdr:relSizeAnchor>
</c:userShapes>
</file>

<file path=ppt/drawings/drawing13.xml><?xml version="1.0" encoding="utf-8"?>
<c:userShapes xmlns:c="http://schemas.openxmlformats.org/drawingml/2006/chart">
  <cdr:relSizeAnchor xmlns:cdr="http://schemas.openxmlformats.org/drawingml/2006/chartDrawing">
    <cdr:from>
      <cdr:x>0.24051</cdr:x>
      <cdr:y>0.02458</cdr:y>
    </cdr:from>
    <cdr:to>
      <cdr:x>0.81746</cdr:x>
      <cdr:y>0.11255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719265" y="90489"/>
          <a:ext cx="4124324" cy="3238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800" b="1"/>
            <a:t>Histórico SLA - Antártica x Mackenzie</a:t>
          </a:r>
        </a:p>
      </cdr:txBody>
    </cdr:sp>
  </cdr:relSizeAnchor>
</c:userShapes>
</file>

<file path=ppt/drawings/drawing14.xml><?xml version="1.0" encoding="utf-8"?>
<c:userShapes xmlns:c="http://schemas.openxmlformats.org/drawingml/2006/chart">
  <cdr:relSizeAnchor xmlns:cdr="http://schemas.openxmlformats.org/drawingml/2006/chartDrawing">
    <cdr:from>
      <cdr:x>0.09394</cdr:x>
      <cdr:y>0.02458</cdr:y>
    </cdr:from>
    <cdr:to>
      <cdr:x>0.92005</cdr:x>
      <cdr:y>0.11255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671514" y="90489"/>
          <a:ext cx="5905500" cy="32385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800" b="1"/>
            <a:t>Total de Chamados Médio e Baixo Impacto</a:t>
          </a:r>
        </a:p>
      </cdr:txBody>
    </cdr:sp>
  </cdr:relSizeAnchor>
</c:userShapes>
</file>

<file path=ppt/drawings/drawing15.xml><?xml version="1.0" encoding="utf-8"?>
<c:userShapes xmlns:c="http://schemas.openxmlformats.org/drawingml/2006/chart">
  <cdr:relSizeAnchor xmlns:cdr="http://schemas.openxmlformats.org/drawingml/2006/chartDrawing">
    <cdr:from>
      <cdr:x>0.24051</cdr:x>
      <cdr:y>0.02458</cdr:y>
    </cdr:from>
    <cdr:to>
      <cdr:x>0.81746</cdr:x>
      <cdr:y>0.11255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719265" y="90489"/>
          <a:ext cx="4124324" cy="3238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800" b="1"/>
            <a:t>Total de Chamados de</a:t>
          </a:r>
          <a:r>
            <a:rPr lang="pt-BR" sz="1800" b="1" baseline="0"/>
            <a:t> Alto Impacto</a:t>
          </a:r>
          <a:endParaRPr lang="pt-BR" sz="1800" b="1"/>
        </a:p>
      </cdr:txBody>
    </cdr:sp>
  </cdr:relSizeAnchor>
</c:userShapes>
</file>

<file path=ppt/drawings/drawing16.xml><?xml version="1.0" encoding="utf-8"?>
<c:userShapes xmlns:c="http://schemas.openxmlformats.org/drawingml/2006/chart">
  <cdr:relSizeAnchor xmlns:cdr="http://schemas.openxmlformats.org/drawingml/2006/chartDrawing">
    <cdr:from>
      <cdr:x>0.24051</cdr:x>
      <cdr:y>0.02458</cdr:y>
    </cdr:from>
    <cdr:to>
      <cdr:x>0.81746</cdr:x>
      <cdr:y>0.11255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719265" y="90489"/>
          <a:ext cx="4124324" cy="3238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800" b="1"/>
            <a:t>GMUD's Criadas</a:t>
          </a:r>
        </a:p>
      </cdr:txBody>
    </cdr:sp>
  </cdr:relSizeAnchor>
</c:userShapes>
</file>

<file path=ppt/drawings/drawing17.xml><?xml version="1.0" encoding="utf-8"?>
<c:userShapes xmlns:c="http://schemas.openxmlformats.org/drawingml/2006/chart">
  <cdr:relSizeAnchor xmlns:cdr="http://schemas.openxmlformats.org/drawingml/2006/chartDrawing">
    <cdr:from>
      <cdr:x>0.21509</cdr:x>
      <cdr:y>0</cdr:y>
    </cdr:from>
    <cdr:to>
      <cdr:x>0.79204</cdr:x>
      <cdr:y>0.08797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670296" y="0"/>
          <a:ext cx="4480407" cy="20063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800" b="1"/>
            <a:t>GMUD's Por Tipo</a:t>
          </a:r>
        </a:p>
      </cdr:txBody>
    </cdr:sp>
  </cdr:relSizeAnchor>
</c:userShapes>
</file>

<file path=ppt/drawings/drawing18.xml><?xml version="1.0" encoding="utf-8"?>
<c:userShapes xmlns:c="http://schemas.openxmlformats.org/drawingml/2006/chart">
  <cdr:relSizeAnchor xmlns:cdr="http://schemas.openxmlformats.org/drawingml/2006/chartDrawing">
    <cdr:from>
      <cdr:x>0.24051</cdr:x>
      <cdr:y>0.02458</cdr:y>
    </cdr:from>
    <cdr:to>
      <cdr:x>0.81746</cdr:x>
      <cdr:y>0.11255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719265" y="90489"/>
          <a:ext cx="4124324" cy="3238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800" b="1"/>
            <a:t>GMUD's Site Antártica</a:t>
          </a:r>
        </a:p>
      </cdr:txBody>
    </cdr:sp>
  </cdr:relSizeAnchor>
</c:userShapes>
</file>

<file path=ppt/drawings/drawing19.xml><?xml version="1.0" encoding="utf-8"?>
<c:userShapes xmlns:c="http://schemas.openxmlformats.org/drawingml/2006/chart">
  <cdr:relSizeAnchor xmlns:cdr="http://schemas.openxmlformats.org/drawingml/2006/chartDrawing">
    <cdr:from>
      <cdr:x>0.24051</cdr:x>
      <cdr:y>0.02458</cdr:y>
    </cdr:from>
    <cdr:to>
      <cdr:x>0.81746</cdr:x>
      <cdr:y>0.11255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1719265" y="90489"/>
          <a:ext cx="4124324" cy="3238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ctr"/>
          <a:r>
            <a:rPr lang="pt-BR" sz="1800" b="1"/>
            <a:t>GMUD's Site Mackenzie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4015" cy="488712"/>
          </a:xfrm>
          <a:prstGeom prst="rect">
            <a:avLst/>
          </a:prstGeom>
        </p:spPr>
        <p:txBody>
          <a:bodyPr vert="horz" lIns="94270" tIns="47134" rIns="94270" bIns="47134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09079" y="0"/>
            <a:ext cx="2914015" cy="488712"/>
          </a:xfrm>
          <a:prstGeom prst="rect">
            <a:avLst/>
          </a:prstGeom>
        </p:spPr>
        <p:txBody>
          <a:bodyPr vert="horz" lIns="94270" tIns="47134" rIns="94270" bIns="47134" rtlCol="0"/>
          <a:lstStyle>
            <a:lvl1pPr algn="r">
              <a:defRPr sz="1300"/>
            </a:lvl1pPr>
          </a:lstStyle>
          <a:p>
            <a:fld id="{7762AD38-1778-4896-991D-68FC81980E4A}" type="datetimeFigureOut">
              <a:rPr lang="pt-BR" smtClean="0"/>
              <a:pPr/>
              <a:t>19/08/2015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1" y="9283829"/>
            <a:ext cx="2914015" cy="488712"/>
          </a:xfrm>
          <a:prstGeom prst="rect">
            <a:avLst/>
          </a:prstGeom>
        </p:spPr>
        <p:txBody>
          <a:bodyPr vert="horz" lIns="94270" tIns="47134" rIns="94270" bIns="47134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09079" y="9283829"/>
            <a:ext cx="2914015" cy="488712"/>
          </a:xfrm>
          <a:prstGeom prst="rect">
            <a:avLst/>
          </a:prstGeom>
        </p:spPr>
        <p:txBody>
          <a:bodyPr vert="horz" lIns="94270" tIns="47134" rIns="94270" bIns="47134" rtlCol="0" anchor="b"/>
          <a:lstStyle>
            <a:lvl1pPr algn="r">
              <a:defRPr sz="1300"/>
            </a:lvl1pPr>
          </a:lstStyle>
          <a:p>
            <a:fld id="{BF146584-D682-48C0-807B-1E56BB2D7DB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573725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4015" cy="488712"/>
          </a:xfrm>
          <a:prstGeom prst="rect">
            <a:avLst/>
          </a:prstGeom>
        </p:spPr>
        <p:txBody>
          <a:bodyPr vert="horz" lIns="94270" tIns="47134" rIns="94270" bIns="47134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09079" y="0"/>
            <a:ext cx="2914015" cy="488712"/>
          </a:xfrm>
          <a:prstGeom prst="rect">
            <a:avLst/>
          </a:prstGeom>
        </p:spPr>
        <p:txBody>
          <a:bodyPr vert="horz" lIns="94270" tIns="47134" rIns="94270" bIns="47134" rtlCol="0"/>
          <a:lstStyle>
            <a:lvl1pPr algn="r">
              <a:defRPr sz="1300"/>
            </a:lvl1pPr>
          </a:lstStyle>
          <a:p>
            <a:fld id="{6F021BF2-D383-4C39-A3B1-A675D1F82BCC}" type="datetimeFigureOut">
              <a:rPr lang="pt-BR" smtClean="0"/>
              <a:pPr/>
              <a:t>19/08/2015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33425"/>
            <a:ext cx="4886325" cy="366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70" tIns="47134" rIns="94270" bIns="47134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</p:spPr>
        <p:txBody>
          <a:bodyPr vert="horz" lIns="94270" tIns="47134" rIns="94270" bIns="47134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283829"/>
            <a:ext cx="2914015" cy="488712"/>
          </a:xfrm>
          <a:prstGeom prst="rect">
            <a:avLst/>
          </a:prstGeom>
        </p:spPr>
        <p:txBody>
          <a:bodyPr vert="horz" lIns="94270" tIns="47134" rIns="94270" bIns="47134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09079" y="9283829"/>
            <a:ext cx="2914015" cy="488712"/>
          </a:xfrm>
          <a:prstGeom prst="rect">
            <a:avLst/>
          </a:prstGeom>
        </p:spPr>
        <p:txBody>
          <a:bodyPr vert="horz" lIns="94270" tIns="47134" rIns="94270" bIns="47134" rtlCol="0" anchor="b"/>
          <a:lstStyle>
            <a:lvl1pPr algn="r">
              <a:defRPr sz="1300"/>
            </a:lvl1pPr>
          </a:lstStyle>
          <a:p>
            <a:fld id="{C6DD28CB-D4C9-4264-B2BD-7280F89A49CA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824636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DD28CB-D4C9-4264-B2BD-7280F89A49CA}" type="slidenum">
              <a:rPr lang="pt-BR" smtClean="0"/>
              <a:pPr/>
              <a:t>1</a:t>
            </a:fld>
            <a:endParaRPr lang="pt-B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F4A060-862A-4EE3-91EE-5EAEAD79B1DC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4611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F4A060-862A-4EE3-91EE-5EAEAD79B1DC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5163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F4A060-862A-4EE3-91EE-5EAEAD79B1DC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5163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F4A060-862A-4EE3-91EE-5EAEAD79B1DC}" type="slidenum">
              <a:rPr lang="pt-BR" smtClean="0"/>
              <a:pPr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9605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jpe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>
            <a:off x="1170775" y="389369"/>
            <a:ext cx="4603600" cy="400105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Lorem</a:t>
            </a:r>
            <a:r>
              <a:rPr lang="pt-BR" sz="2000" cap="all" baseline="0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pt-BR" sz="2000" cap="all" baseline="0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ipsum</a:t>
            </a:r>
            <a:endParaRPr lang="pt-BR" sz="2000" cap="all" noProof="0" dirty="0">
              <a:solidFill>
                <a:schemeClr val="tx1">
                  <a:lumMod val="75000"/>
                  <a:lumOff val="25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69988" y="1420638"/>
            <a:ext cx="5348507" cy="430883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2200" b="0" i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200" b="0" i="0" baseline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2200" b="0" i="0" dirty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70776" y="2067366"/>
            <a:ext cx="5347719" cy="338550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1600" dirty="0" err="1" smtClean="0">
                <a:solidFill>
                  <a:schemeClr val="accent1"/>
                </a:solidFill>
              </a:rPr>
              <a:t>Lorem</a:t>
            </a:r>
            <a:r>
              <a:rPr lang="en-US" sz="1600" dirty="0" smtClean="0">
                <a:solidFill>
                  <a:schemeClr val="accent1"/>
                </a:solidFill>
              </a:rPr>
              <a:t> </a:t>
            </a:r>
            <a:r>
              <a:rPr lang="en-US" sz="1600" dirty="0" err="1" smtClean="0">
                <a:solidFill>
                  <a:schemeClr val="accent1"/>
                </a:solidFill>
              </a:rPr>
              <a:t>ipsum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70775" y="2698334"/>
            <a:ext cx="7583112" cy="1200325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pPr marL="0" marR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ipsum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sit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amet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consectetur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tristique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Donec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mauris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pulvinar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nisl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non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egestas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semper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in lacus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Maecenas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risus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tempor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Suspendisse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tortor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leo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erat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Vivamus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enim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Etiam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ligula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arcu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ultricies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malesuada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justo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id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dapibus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ac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Fusce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facilisis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Integer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quam a quam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molestie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nibh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cursus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</a:t>
            </a:r>
            <a:endParaRPr lang="en-US" sz="1200" b="0" i="0" dirty="0">
              <a:solidFill>
                <a:srgbClr val="7F7F7F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70775" y="389369"/>
            <a:ext cx="4603600" cy="400105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Lorem</a:t>
            </a:r>
            <a:r>
              <a:rPr lang="pt-BR" sz="2000" cap="all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ipsum</a:t>
            </a:r>
            <a:endParaRPr lang="pt-BR" sz="2000" cap="all" noProof="0" dirty="0">
              <a:solidFill>
                <a:schemeClr val="tx1">
                  <a:lumMod val="75000"/>
                  <a:lumOff val="25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1169988" y="1420638"/>
            <a:ext cx="5348507" cy="430883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2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2200" b="0" i="0" dirty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1170776" y="2067366"/>
            <a:ext cx="5347719" cy="338550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1600" dirty="0" err="1" smtClean="0">
                <a:solidFill>
                  <a:schemeClr val="accent1"/>
                </a:solidFill>
              </a:rPr>
              <a:t>Lorem</a:t>
            </a:r>
            <a:r>
              <a:rPr lang="en-US" sz="1600" dirty="0" smtClean="0">
                <a:solidFill>
                  <a:schemeClr val="accent1"/>
                </a:solidFill>
              </a:rPr>
              <a:t> </a:t>
            </a:r>
            <a:r>
              <a:rPr lang="en-US" sz="1600" dirty="0" err="1" smtClean="0">
                <a:solidFill>
                  <a:schemeClr val="accent1"/>
                </a:solidFill>
              </a:rPr>
              <a:t>ipsum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70775" y="2698340"/>
            <a:ext cx="7583112" cy="4016480"/>
          </a:xfrm>
          <a:prstGeom prst="rect">
            <a:avLst/>
          </a:prstGeom>
          <a:noFill/>
        </p:spPr>
        <p:txBody>
          <a:bodyPr wrap="square" lIns="91435" tIns="45718" rIns="91435" bIns="45718" numCol="2" spcCol="215989" rtlCol="0">
            <a:spAutoFit/>
          </a:bodyPr>
          <a:lstStyle/>
          <a:p>
            <a:pPr marL="0" marR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ipsum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sit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amet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consectetur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tristique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Donec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mauris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pulvinar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nisl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non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egestas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semper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in lacus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Maecenas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risus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tempor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Suspendisse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tortor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leo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erat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Vivamus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enim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Etiam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ligula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arcu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ultricies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malesuada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justo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id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dapibus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ac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Fusce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facilisis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Integer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quam a quam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molestie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nibh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cursus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ipsum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sit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amet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consectetur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tristique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Donec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mauris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pulvinar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nisl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non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egestas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semper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in lacus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Maecenas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risus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tempor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Suspendisse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tortor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leo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erat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Vivamus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enim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Etiam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ligula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arcu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ultricies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malesuada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justo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id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dapibus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ac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Fusce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facilisis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Integer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quam a quam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molestie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nibh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cursus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</a:t>
            </a:r>
            <a:endParaRPr lang="en-US" sz="1200" b="0" i="0" dirty="0" smtClean="0">
              <a:solidFill>
                <a:srgbClr val="7F7F7F"/>
              </a:solidFill>
              <a:latin typeface="Tahoma"/>
              <a:cs typeface="Tahoma"/>
            </a:endParaRPr>
          </a:p>
          <a:p>
            <a:pPr marL="0" marR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dirty="0">
              <a:solidFill>
                <a:srgbClr val="7F7F7F"/>
              </a:solidFill>
              <a:latin typeface="Tahoma"/>
              <a:cs typeface="Tahoma"/>
            </a:endParaRPr>
          </a:p>
        </p:txBody>
      </p:sp>
      <p:sp>
        <p:nvSpPr>
          <p:cNvPr id="8" name="CaixaDeTexto 7"/>
          <p:cNvSpPr txBox="1"/>
          <p:nvPr userDrawn="1"/>
        </p:nvSpPr>
        <p:spPr>
          <a:xfrm>
            <a:off x="218364" y="6359857"/>
            <a:ext cx="532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18B12216-FE52-4707-B0C0-42C79F85EBB6}" type="slidenum">
              <a:rPr lang="pt-BR" sz="1200" b="0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pPr marL="0" marR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‹nº›</a:t>
            </a:fld>
            <a:endParaRPr lang="pt-BR" sz="1200" b="0" i="0" dirty="0" err="1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ês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70775" y="389369"/>
            <a:ext cx="4603600" cy="400105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Lorem</a:t>
            </a:r>
            <a:r>
              <a:rPr lang="pt-BR" sz="2000" cap="all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ipsum</a:t>
            </a:r>
            <a:endParaRPr lang="pt-BR" sz="2000" cap="all" noProof="0" dirty="0">
              <a:solidFill>
                <a:schemeClr val="tx1">
                  <a:lumMod val="75000"/>
                  <a:lumOff val="25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1169988" y="1420638"/>
            <a:ext cx="5348507" cy="430883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2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2200" b="0" i="0" dirty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1170776" y="2067366"/>
            <a:ext cx="5347719" cy="338550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1600" dirty="0" err="1" smtClean="0">
                <a:solidFill>
                  <a:schemeClr val="accent1"/>
                </a:solidFill>
              </a:rPr>
              <a:t>Lorem</a:t>
            </a:r>
            <a:r>
              <a:rPr lang="en-US" sz="1600" dirty="0" smtClean="0">
                <a:solidFill>
                  <a:schemeClr val="accent1"/>
                </a:solidFill>
              </a:rPr>
              <a:t> </a:t>
            </a:r>
            <a:r>
              <a:rPr lang="en-US" sz="1600" dirty="0" err="1" smtClean="0">
                <a:solidFill>
                  <a:schemeClr val="accent1"/>
                </a:solidFill>
              </a:rPr>
              <a:t>ipsum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70775" y="2698341"/>
            <a:ext cx="7583112" cy="5586141"/>
          </a:xfrm>
          <a:prstGeom prst="rect">
            <a:avLst/>
          </a:prstGeom>
          <a:noFill/>
        </p:spPr>
        <p:txBody>
          <a:bodyPr wrap="square" lIns="91435" tIns="45718" rIns="91435" bIns="45718" numCol="3" spcCol="215989" rtlCol="0">
            <a:spAutoFit/>
          </a:bodyPr>
          <a:lstStyle/>
          <a:p>
            <a:pPr marL="0" marR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ipsum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sit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amet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consectetur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tristique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Donec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mauris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pulvinar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nisl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non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egestas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semper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in lacus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Maecenas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risus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tempor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Suspendisse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tortor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leo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erat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Vivamus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enim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Etiam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ligula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arcu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ultricies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malesuada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justo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id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dapibus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ac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Fusce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facilisis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Integer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quam a quam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molestie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nibh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cursus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</a:t>
            </a:r>
            <a:endParaRPr lang="en-US" sz="1200" b="0" i="0" dirty="0" smtClean="0">
              <a:solidFill>
                <a:srgbClr val="7F7F7F"/>
              </a:solidFill>
              <a:latin typeface="Tahoma"/>
              <a:cs typeface="Tahoma"/>
            </a:endParaRPr>
          </a:p>
          <a:p>
            <a:pPr marL="0" marR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ipsum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sit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amet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consectetur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tristique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Donec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mauris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pulvinar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nisl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non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egestas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semper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in lacus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Maecenas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risus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tempor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Suspendisse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tortor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leo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erat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Vivamus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enim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Etiam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ligula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arcu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ultricies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malesuada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justo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id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dapibus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ac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Fusce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facilisis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Integer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quam a quam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molestie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nibh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cursus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</a:t>
            </a:r>
            <a:endParaRPr lang="en-US" sz="1200" b="0" i="0" dirty="0" smtClean="0">
              <a:solidFill>
                <a:srgbClr val="7F7F7F"/>
              </a:solidFill>
              <a:latin typeface="Tahoma"/>
              <a:cs typeface="Tahoma"/>
            </a:endParaRPr>
          </a:p>
          <a:p>
            <a:pPr marL="0" marR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0" marR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0" marR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0" marR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0" marR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algn="just"/>
            <a:endParaRPr lang="en-US" sz="1200" b="0" i="0" dirty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70775" y="389369"/>
            <a:ext cx="4603600" cy="400105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Lorem</a:t>
            </a:r>
            <a:r>
              <a:rPr lang="pt-BR" sz="2000" cap="all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ipsum</a:t>
            </a:r>
            <a:endParaRPr lang="pt-BR" sz="2000" cap="all" noProof="0" dirty="0">
              <a:solidFill>
                <a:schemeClr val="tx1">
                  <a:lumMod val="75000"/>
                  <a:lumOff val="25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1169988" y="1420638"/>
            <a:ext cx="5348507" cy="430883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2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2200" b="0" i="0" dirty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1170776" y="2067366"/>
            <a:ext cx="5347719" cy="338550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1600" dirty="0" err="1" smtClean="0">
                <a:solidFill>
                  <a:schemeClr val="accent1"/>
                </a:solidFill>
              </a:rPr>
              <a:t>Lorem</a:t>
            </a:r>
            <a:r>
              <a:rPr lang="en-US" sz="1600" dirty="0" smtClean="0">
                <a:solidFill>
                  <a:schemeClr val="accent1"/>
                </a:solidFill>
              </a:rPr>
              <a:t> </a:t>
            </a:r>
            <a:r>
              <a:rPr lang="en-US" sz="1600" dirty="0" err="1" smtClean="0">
                <a:solidFill>
                  <a:schemeClr val="accent1"/>
                </a:solidFill>
              </a:rPr>
              <a:t>ipsum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70775" y="2698341"/>
            <a:ext cx="7583112" cy="2569930"/>
          </a:xfrm>
          <a:prstGeom prst="rect">
            <a:avLst/>
          </a:prstGeom>
          <a:noFill/>
        </p:spPr>
        <p:txBody>
          <a:bodyPr wrap="square" lIns="91435" tIns="45718" rIns="91435" bIns="45718" numCol="1" spcCol="215989" rtlCol="0">
            <a:spAutoFit/>
          </a:bodyPr>
          <a:lstStyle/>
          <a:p>
            <a:pPr marL="0" marR="0" lvl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1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1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12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0" marR="0" lvl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12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0" marR="0" lvl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1200" b="0" i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200" b="0" i="0" baseline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1200" b="0" i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200" b="0" i="0" baseline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1200" b="0" i="0" baseline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0" marR="0" lvl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1200" b="0" i="0" baseline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0" marR="0" lvl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1200" b="0" i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200" b="0" i="0" baseline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1200" b="0" i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200" b="0" i="0" baseline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1200" b="0" i="0" baseline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0" marR="0" lvl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1200" b="0" i="0" baseline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0" marR="0" lvl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1200" b="0" i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200" b="0" i="0" baseline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1200" b="0" i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200" b="0" i="0" baseline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1200" b="0" i="0" baseline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0" marR="0" lvl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1200" b="0" i="0" baseline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0" marR="0" lvl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1200" b="0" i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200" b="0" i="0" baseline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1200" b="0" i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200" b="0" i="0" baseline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1200" b="0" i="0" baseline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0" marR="0" lvl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1200" b="0" i="0" baseline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0" marR="0" lvl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1200" b="0" i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200" b="0" i="0" baseline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1200" b="0" i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200" b="0" i="0" baseline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1200" b="0" i="0" baseline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0" marR="0" lvl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1200" b="0" i="0" baseline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  <a:p>
            <a:pPr marL="0" marR="0" lvl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1200" b="0" i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200" b="0" i="0" baseline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1200" b="0" i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1200" b="0" i="0" baseline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12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D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170775" y="2624167"/>
            <a:ext cx="3723948" cy="2308320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pPr marL="0" marR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ipsum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sit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amet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consectetur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tristique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Donec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mauris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pulvinar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nisl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non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egestas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semper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in lacus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Maecenas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risus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tempor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Suspendisse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tortor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leo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erat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Vivamus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enim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Etiam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ligula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arcu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ultricies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malesuada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justo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id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dapibus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ac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Fusce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facilisis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Integer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quam a quam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molestie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nibh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cursus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</a:t>
            </a:r>
            <a:endParaRPr lang="en-US" sz="1200" b="0" i="0" dirty="0">
              <a:solidFill>
                <a:srgbClr val="7F7F7F"/>
              </a:solidFill>
              <a:latin typeface="Tahoma"/>
              <a:cs typeface="Tahoma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70775" y="389369"/>
            <a:ext cx="4603600" cy="400105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Lorem</a:t>
            </a:r>
            <a:r>
              <a:rPr lang="pt-BR" sz="2000" cap="all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ipsum</a:t>
            </a:r>
            <a:endParaRPr lang="pt-BR" sz="2000" cap="all" noProof="0" dirty="0">
              <a:solidFill>
                <a:schemeClr val="tx1">
                  <a:lumMod val="75000"/>
                  <a:lumOff val="25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69988" y="1420638"/>
            <a:ext cx="5348507" cy="430883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2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2200" b="0" i="0" dirty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70776" y="2067366"/>
            <a:ext cx="5347719" cy="338550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1600" dirty="0" err="1" smtClean="0">
                <a:solidFill>
                  <a:schemeClr val="accent1"/>
                </a:solidFill>
              </a:rPr>
              <a:t>Lorem</a:t>
            </a:r>
            <a:r>
              <a:rPr lang="en-US" sz="1600" dirty="0" smtClean="0">
                <a:solidFill>
                  <a:schemeClr val="accent1"/>
                </a:solidFill>
              </a:rPr>
              <a:t> </a:t>
            </a:r>
            <a:r>
              <a:rPr lang="en-US" sz="1600" dirty="0" err="1" smtClean="0">
                <a:solidFill>
                  <a:schemeClr val="accent1"/>
                </a:solidFill>
              </a:rPr>
              <a:t>ipsum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5033776" y="2698752"/>
            <a:ext cx="3828638" cy="2928564"/>
          </a:xfrm>
          <a:prstGeom prst="rect">
            <a:avLst/>
          </a:prstGeom>
        </p:spPr>
        <p:txBody>
          <a:bodyPr lIns="91435" tIns="45718" rIns="91435" bIns="45718"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Es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5155759" y="2587083"/>
            <a:ext cx="3723948" cy="2308320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pPr marL="0" marR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ipsum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sit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amet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consectetur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tristique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Donec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mauris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pulvinar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nisl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non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egestas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semper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in lacus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Maecenas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risus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tempor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Suspendisse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tortor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leo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erat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Vivamus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enim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Etiam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ligula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arcu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ultricies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malesuada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justo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id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dapibus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ac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Fusce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facilisis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Integer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quam a quam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molestie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nibh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cursus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</a:t>
            </a:r>
            <a:endParaRPr lang="en-US" sz="1200" b="0" i="0" dirty="0">
              <a:solidFill>
                <a:srgbClr val="7F7F7F"/>
              </a:solidFill>
              <a:latin typeface="Tahoma"/>
              <a:cs typeface="Tahoma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70775" y="389369"/>
            <a:ext cx="4603600" cy="400105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Lorem</a:t>
            </a:r>
            <a:r>
              <a:rPr lang="pt-BR" sz="2000" cap="all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ipsum</a:t>
            </a:r>
            <a:endParaRPr lang="pt-BR" sz="2000" cap="all" noProof="0" dirty="0">
              <a:solidFill>
                <a:schemeClr val="tx1">
                  <a:lumMod val="75000"/>
                  <a:lumOff val="25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69988" y="1420638"/>
            <a:ext cx="5348507" cy="430883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2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2200" b="0" i="0" dirty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70776" y="2067366"/>
            <a:ext cx="5347719" cy="338550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1600" dirty="0" err="1" smtClean="0">
                <a:solidFill>
                  <a:schemeClr val="accent1"/>
                </a:solidFill>
              </a:rPr>
              <a:t>Lorem</a:t>
            </a:r>
            <a:r>
              <a:rPr lang="en-US" sz="1600" dirty="0" smtClean="0">
                <a:solidFill>
                  <a:schemeClr val="accent1"/>
                </a:solidFill>
              </a:rPr>
              <a:t> </a:t>
            </a:r>
            <a:r>
              <a:rPr lang="en-US" sz="1600" dirty="0" err="1" smtClean="0">
                <a:solidFill>
                  <a:schemeClr val="accent1"/>
                </a:solidFill>
              </a:rPr>
              <a:t>ipsum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1232948" y="2698752"/>
            <a:ext cx="3828638" cy="2928564"/>
          </a:xfrm>
          <a:prstGeom prst="rect">
            <a:avLst/>
          </a:prstGeom>
        </p:spPr>
        <p:txBody>
          <a:bodyPr lIns="91435" tIns="45718" rIns="91435" bIns="45718"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170775" y="2698334"/>
            <a:ext cx="7583112" cy="1149006"/>
          </a:xfrm>
          <a:prstGeom prst="rect">
            <a:avLst/>
          </a:prstGeom>
          <a:noFill/>
        </p:spPr>
        <p:txBody>
          <a:bodyPr wrap="square" lIns="107995" tIns="46798" rIns="91435" bIns="45718" numCol="1" spcCol="215989" rtlCol="0">
            <a:noAutofit/>
          </a:bodyPr>
          <a:lstStyle/>
          <a:p>
            <a:pPr marL="0" marR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ipsum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sit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amet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consectetur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tristique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Donec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mauris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pulvinar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nisl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non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egestas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semper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in lacus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Maecenas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risus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tempor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Suspendisse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tortor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leo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erat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Vivamus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enim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Etiam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ligula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arcu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ultricies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malesuada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justo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id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dapibus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ac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Fusce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facilisis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Integer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quam a quam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molestie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nibh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cursus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</a:t>
            </a:r>
            <a:endParaRPr lang="en-US" sz="1200" b="0" i="0" dirty="0">
              <a:solidFill>
                <a:srgbClr val="7F7F7F"/>
              </a:solidFill>
              <a:latin typeface="Tahoma"/>
              <a:cs typeface="Tahom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70775" y="389369"/>
            <a:ext cx="4603600" cy="400105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Lorem</a:t>
            </a:r>
            <a:r>
              <a:rPr lang="pt-BR" sz="2000" cap="all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ipsum</a:t>
            </a:r>
            <a:endParaRPr lang="pt-BR" sz="2000" cap="all" noProof="0" dirty="0">
              <a:solidFill>
                <a:schemeClr val="tx1">
                  <a:lumMod val="75000"/>
                  <a:lumOff val="25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69988" y="1420638"/>
            <a:ext cx="5348507" cy="430883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2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2200" b="0" i="0" dirty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70776" y="2067366"/>
            <a:ext cx="5347719" cy="338550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1600" dirty="0" err="1" smtClean="0">
                <a:solidFill>
                  <a:schemeClr val="accent1"/>
                </a:solidFill>
              </a:rPr>
              <a:t>Lorem</a:t>
            </a:r>
            <a:r>
              <a:rPr lang="en-US" sz="1600" dirty="0" smtClean="0">
                <a:solidFill>
                  <a:schemeClr val="accent1"/>
                </a:solidFill>
              </a:rPr>
              <a:t> </a:t>
            </a:r>
            <a:r>
              <a:rPr lang="en-US" sz="1600" dirty="0" err="1" smtClean="0">
                <a:solidFill>
                  <a:schemeClr val="accent1"/>
                </a:solidFill>
              </a:rPr>
              <a:t>ipsum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1169988" y="4027488"/>
            <a:ext cx="7583900" cy="1885950"/>
          </a:xfrm>
          <a:prstGeom prst="rect">
            <a:avLst/>
          </a:prstGeom>
        </p:spPr>
        <p:txBody>
          <a:bodyPr lIns="91435" tIns="45718" rIns="91435" bIns="45718"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170775" y="2698334"/>
            <a:ext cx="7583112" cy="1149006"/>
          </a:xfrm>
          <a:prstGeom prst="rect">
            <a:avLst/>
          </a:prstGeom>
          <a:noFill/>
        </p:spPr>
        <p:txBody>
          <a:bodyPr wrap="square" lIns="107995" tIns="46798" rIns="91435" bIns="45718" numCol="2" spcCol="215989" rtlCol="0">
            <a:noAutofit/>
          </a:bodyPr>
          <a:lstStyle/>
          <a:p>
            <a:pPr marL="0" marR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ipsum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sit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amet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consectetur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tristique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Donec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mauris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pulvinar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nisl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non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egestas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semper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in lacus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Maecenas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risus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tempor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Suspendisse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tortor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leo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erat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Vivamus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enim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Etiam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ligula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arcu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ultricies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malesuada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justo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id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dapibus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ac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Fusce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facilisis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endParaRPr lang="en-US" sz="1200" b="0" i="0" dirty="0">
              <a:solidFill>
                <a:srgbClr val="7F7F7F"/>
              </a:solidFill>
              <a:latin typeface="Tahoma"/>
              <a:cs typeface="Tahoma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70775" y="389369"/>
            <a:ext cx="4603600" cy="400105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Lorem</a:t>
            </a:r>
            <a:r>
              <a:rPr lang="pt-BR" sz="2000" cap="all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ipsum</a:t>
            </a:r>
            <a:endParaRPr lang="pt-BR" sz="2000" cap="all" noProof="0" dirty="0">
              <a:solidFill>
                <a:schemeClr val="tx1">
                  <a:lumMod val="75000"/>
                  <a:lumOff val="25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1169988" y="1420638"/>
            <a:ext cx="5348507" cy="430883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2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2200" b="0" i="0" dirty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70776" y="2067366"/>
            <a:ext cx="5347719" cy="338550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1600" dirty="0" err="1" smtClean="0">
                <a:solidFill>
                  <a:schemeClr val="accent1"/>
                </a:solidFill>
              </a:rPr>
              <a:t>Lorem</a:t>
            </a:r>
            <a:r>
              <a:rPr lang="en-US" sz="1600" dirty="0" smtClean="0">
                <a:solidFill>
                  <a:schemeClr val="accent1"/>
                </a:solidFill>
              </a:rPr>
              <a:t> </a:t>
            </a:r>
            <a:r>
              <a:rPr lang="en-US" sz="1600" dirty="0" err="1" smtClean="0">
                <a:solidFill>
                  <a:schemeClr val="accent1"/>
                </a:solidFill>
              </a:rPr>
              <a:t>ipsum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1169988" y="4027488"/>
            <a:ext cx="7583900" cy="1885950"/>
          </a:xfrm>
          <a:prstGeom prst="rect">
            <a:avLst/>
          </a:prstGeom>
        </p:spPr>
        <p:txBody>
          <a:bodyPr lIns="91435" tIns="45718" rIns="91435" bIns="45718"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ê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170775" y="2698334"/>
            <a:ext cx="7583112" cy="1149006"/>
          </a:xfrm>
          <a:prstGeom prst="rect">
            <a:avLst/>
          </a:prstGeom>
          <a:noFill/>
        </p:spPr>
        <p:txBody>
          <a:bodyPr wrap="square" lIns="107995" tIns="46798" rIns="91435" bIns="45718" numCol="3" spcCol="179991" rtlCol="0">
            <a:noAutofit/>
          </a:bodyPr>
          <a:lstStyle/>
          <a:p>
            <a:pPr marL="0" marR="0" indent="0" algn="just" defTabSz="457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Lorem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ipsum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sit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amet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consectetur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Vestibulum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adipiscing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tristique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elementum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Donec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mauris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pulvinar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nisl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massa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at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non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egestas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dolor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semper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Quisque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in lacus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Maecenas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risus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vel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odio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rhoncus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tempor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Suspendisse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tortor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leo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quis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erat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Vivamus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gravida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vitae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elit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tincidunt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faucibus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enim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commodo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Etiam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luctus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ligula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arcu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ultricies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aliquam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. In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malesuada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justo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id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metus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dapibus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ac </a:t>
            </a:r>
            <a:r>
              <a:rPr lang="en-US" sz="1200" kern="1200" dirty="0" err="1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volutpat</a:t>
            </a:r>
            <a:r>
              <a:rPr lang="en-US" sz="1200" kern="1200" dirty="0" smtClean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 a</a:t>
            </a:r>
            <a:endParaRPr lang="en-US" sz="1200" b="0" i="0" dirty="0">
              <a:solidFill>
                <a:srgbClr val="7F7F7F"/>
              </a:solidFill>
              <a:latin typeface="Tahoma"/>
              <a:cs typeface="Tahom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70775" y="389369"/>
            <a:ext cx="4603600" cy="400105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Lorem</a:t>
            </a:r>
            <a:r>
              <a:rPr lang="pt-BR" sz="2000" cap="all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ipsum</a:t>
            </a:r>
            <a:endParaRPr lang="pt-BR" sz="2000" cap="all" noProof="0" dirty="0">
              <a:solidFill>
                <a:schemeClr val="tx1">
                  <a:lumMod val="75000"/>
                  <a:lumOff val="25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69988" y="1420638"/>
            <a:ext cx="5348507" cy="430883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2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2200" b="0" i="0" dirty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70776" y="2067366"/>
            <a:ext cx="5347719" cy="338550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1600" dirty="0" err="1" smtClean="0">
                <a:solidFill>
                  <a:schemeClr val="accent1"/>
                </a:solidFill>
              </a:rPr>
              <a:t>Lorem</a:t>
            </a:r>
            <a:r>
              <a:rPr lang="en-US" sz="1600" dirty="0" smtClean="0">
                <a:solidFill>
                  <a:schemeClr val="accent1"/>
                </a:solidFill>
              </a:rPr>
              <a:t> </a:t>
            </a:r>
            <a:r>
              <a:rPr lang="en-US" sz="1600" dirty="0" err="1" smtClean="0">
                <a:solidFill>
                  <a:schemeClr val="accent1"/>
                </a:solidFill>
              </a:rPr>
              <a:t>ipsum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169988" y="4027488"/>
            <a:ext cx="7583900" cy="1885950"/>
          </a:xfrm>
          <a:prstGeom prst="rect">
            <a:avLst/>
          </a:prstGeom>
        </p:spPr>
        <p:txBody>
          <a:bodyPr lIns="91435" tIns="45718" rIns="91435" bIns="45718"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, Subtitulo e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170775" y="389369"/>
            <a:ext cx="4603600" cy="400105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Lorem</a:t>
            </a:r>
            <a:r>
              <a:rPr lang="pt-BR" sz="2000" cap="all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ipsum</a:t>
            </a:r>
            <a:endParaRPr lang="pt-BR" sz="2000" cap="all" noProof="0" dirty="0">
              <a:solidFill>
                <a:schemeClr val="tx1">
                  <a:lumMod val="75000"/>
                  <a:lumOff val="25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69988" y="1420638"/>
            <a:ext cx="5348507" cy="430883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2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2200" b="0" i="0" dirty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70776" y="2067366"/>
            <a:ext cx="5347719" cy="338550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1600" dirty="0" err="1" smtClean="0">
                <a:solidFill>
                  <a:schemeClr val="accent1"/>
                </a:solidFill>
              </a:rPr>
              <a:t>Lorem</a:t>
            </a:r>
            <a:r>
              <a:rPr lang="en-US" sz="1600" dirty="0" smtClean="0">
                <a:solidFill>
                  <a:schemeClr val="accent1"/>
                </a:solidFill>
              </a:rPr>
              <a:t> </a:t>
            </a:r>
            <a:r>
              <a:rPr lang="en-US" sz="1600" dirty="0" err="1" smtClean="0">
                <a:solidFill>
                  <a:schemeClr val="accent1"/>
                </a:solidFill>
              </a:rPr>
              <a:t>ipsum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1169988" y="2540172"/>
            <a:ext cx="7583900" cy="3373266"/>
          </a:xfrm>
          <a:prstGeom prst="rect">
            <a:avLst/>
          </a:prstGeom>
        </p:spPr>
        <p:txBody>
          <a:bodyPr lIns="91435" tIns="45718" rIns="91435" bIns="45718"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,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170775" y="389369"/>
            <a:ext cx="4603600" cy="400105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Lorem</a:t>
            </a:r>
            <a:r>
              <a:rPr lang="pt-BR" sz="2000" cap="all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ipsum</a:t>
            </a:r>
            <a:endParaRPr lang="pt-BR" sz="2000" cap="all" noProof="0" dirty="0">
              <a:solidFill>
                <a:schemeClr val="tx1">
                  <a:lumMod val="75000"/>
                  <a:lumOff val="25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69988" y="1420638"/>
            <a:ext cx="5348507" cy="430883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Lorem</a:t>
            </a:r>
            <a:r>
              <a:rPr lang="en-US" sz="22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 </a:t>
            </a:r>
            <a:r>
              <a:rPr lang="en-US" sz="22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t>ipsum</a:t>
            </a:r>
            <a:endParaRPr lang="en-US" sz="2200" b="0" i="0" dirty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169988" y="1983930"/>
            <a:ext cx="7583900" cy="3929508"/>
          </a:xfrm>
          <a:prstGeom prst="rect">
            <a:avLst/>
          </a:prstGeom>
        </p:spPr>
        <p:txBody>
          <a:bodyPr lIns="91435" tIns="45718" rIns="91435" bIns="45718"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1170775" y="389369"/>
            <a:ext cx="4603600" cy="400105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Lorem</a:t>
            </a:r>
            <a:r>
              <a:rPr lang="pt-BR" sz="2000" cap="all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 </a:t>
            </a:r>
            <a:r>
              <a:rPr lang="pt-BR" sz="2000" cap="all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/>
                <a:cs typeface="Tahoma"/>
              </a:rPr>
              <a:t>ipsum</a:t>
            </a:r>
            <a:endParaRPr lang="pt-BR" sz="2000" cap="all" noProof="0" dirty="0">
              <a:solidFill>
                <a:schemeClr val="tx1">
                  <a:lumMod val="75000"/>
                  <a:lumOff val="25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169988" y="1288628"/>
            <a:ext cx="7583900" cy="4624811"/>
          </a:xfrm>
          <a:prstGeom prst="rect">
            <a:avLst/>
          </a:prstGeom>
        </p:spPr>
        <p:txBody>
          <a:bodyPr lIns="91435" tIns="45718" rIns="91435" bIns="45718"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Maior C\ Titulo,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" y="1112485"/>
            <a:ext cx="9143999" cy="4959824"/>
          </a:xfrm>
          <a:prstGeom prst="rect">
            <a:avLst/>
          </a:prstGeom>
        </p:spPr>
        <p:txBody>
          <a:bodyPr lIns="91435" tIns="45718" rIns="91435" bIns="45718"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9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P/ Inte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" y="0"/>
            <a:ext cx="9143999" cy="6858000"/>
          </a:xfrm>
          <a:prstGeom prst="rect">
            <a:avLst/>
          </a:prstGeom>
        </p:spPr>
        <p:txBody>
          <a:bodyPr lIns="91435" tIns="45718" rIns="91435" bIns="45718"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/ Rod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" y="0"/>
            <a:ext cx="9143999" cy="6063038"/>
          </a:xfrm>
          <a:prstGeom prst="rect">
            <a:avLst/>
          </a:prstGeom>
        </p:spPr>
        <p:txBody>
          <a:bodyPr lIns="91435" tIns="45718" rIns="91435" bIns="45718"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816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lIns="91435" tIns="45718" rIns="91435" bIns="45718"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lIns="91435" tIns="45718" rIns="91435" bIns="45718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lIns="91435" tIns="45718" rIns="91435" bIns="45718"/>
          <a:lstStyle/>
          <a:p>
            <a:fld id="{066C3632-DCB0-4B63-B40D-6582AF8889B5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1" name="Picture 2" descr="\\10.41.0.170\Planejamento Vendas\2.Marketing\Logos\Contax\JPEG-PNG\Logo Contax NEGATIVO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</a:blip>
          <a:srcRect l="78739" r="2001"/>
          <a:stretch>
            <a:fillRect/>
          </a:stretch>
        </p:blipFill>
        <p:spPr bwMode="auto">
          <a:xfrm>
            <a:off x="0" y="3571876"/>
            <a:ext cx="2737770" cy="3714752"/>
          </a:xfrm>
          <a:prstGeom prst="rect">
            <a:avLst/>
          </a:prstGeom>
          <a:noFill/>
        </p:spPr>
      </p:pic>
      <p:pic>
        <p:nvPicPr>
          <p:cNvPr id="12" name="Picture 2" descr="\\10.41.0.170\Planejamento Vendas\2.Marketing\Logos\Contax\JPEG-PNG\Logo Contax NEGATIVO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191A10">
                <a:tint val="45000"/>
                <a:satMod val="400000"/>
              </a:srgbClr>
            </a:duotone>
          </a:blip>
          <a:srcRect l="78739" r="2001"/>
          <a:stretch>
            <a:fillRect/>
          </a:stretch>
        </p:blipFill>
        <p:spPr bwMode="auto">
          <a:xfrm>
            <a:off x="1346347" y="1184150"/>
            <a:ext cx="3214710" cy="436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3" descr="\\10.41.0.170\Planejamento Vendas\2.Marketing\Logos\Contax\JPEG-PNG\Logo Contax JPG.jpg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8739"/>
          <a:stretch>
            <a:fillRect/>
          </a:stretch>
        </p:blipFill>
        <p:spPr bwMode="auto">
          <a:xfrm>
            <a:off x="500035" y="2214555"/>
            <a:ext cx="2681219" cy="3295650"/>
          </a:xfrm>
          <a:prstGeom prst="rect">
            <a:avLst/>
          </a:prstGeom>
          <a:noFill/>
        </p:spPr>
      </p:pic>
      <p:sp>
        <p:nvSpPr>
          <p:cNvPr id="15" name="Retângulo 14"/>
          <p:cNvSpPr/>
          <p:nvPr userDrawn="1"/>
        </p:nvSpPr>
        <p:spPr bwMode="auto">
          <a:xfrm>
            <a:off x="14515" y="6473372"/>
            <a:ext cx="1901371" cy="38462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8" rIns="91435" bIns="4571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3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18" name="Picture 2" descr="\\10.41.0.170\Planejamento Vendas\2.Marketing\Logos\Contax\JPEG-PNG\Logo Contax JPG.jp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86512" y="5924144"/>
            <a:ext cx="2685944" cy="701916"/>
          </a:xfrm>
          <a:prstGeom prst="rect">
            <a:avLst/>
          </a:prstGeom>
          <a:noFill/>
        </p:spPr>
      </p:pic>
      <p:sp>
        <p:nvSpPr>
          <p:cNvPr id="19" name="Retângulo 18"/>
          <p:cNvSpPr/>
          <p:nvPr userDrawn="1"/>
        </p:nvSpPr>
        <p:spPr bwMode="auto">
          <a:xfrm>
            <a:off x="14515" y="29028"/>
            <a:ext cx="1901371" cy="1422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8" rIns="91435" bIns="4571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3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0" name="Picture 2" descr="\\10.41.0.170\Planejamento Vendas\2.Marketing\Logos\Contax\JPEG-PNG\Logo Contax NEGATIVO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</a:blip>
          <a:srcRect l="78739" r="2001"/>
          <a:stretch>
            <a:fillRect/>
          </a:stretch>
        </p:blipFill>
        <p:spPr bwMode="auto">
          <a:xfrm>
            <a:off x="29028" y="0"/>
            <a:ext cx="2428892" cy="3295650"/>
          </a:xfrm>
          <a:prstGeom prst="rect">
            <a:avLst/>
          </a:prstGeom>
          <a:noFill/>
        </p:spPr>
      </p:pic>
      <p:sp>
        <p:nvSpPr>
          <p:cNvPr id="21" name="CaixaDeTexto 20"/>
          <p:cNvSpPr txBox="1"/>
          <p:nvPr userDrawn="1"/>
        </p:nvSpPr>
        <p:spPr>
          <a:xfrm>
            <a:off x="3261269" y="6353941"/>
            <a:ext cx="3024336" cy="461661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pPr algn="ctr"/>
            <a:r>
              <a:rPr lang="pt-BR" sz="1200" b="1" dirty="0" smtClean="0">
                <a:solidFill>
                  <a:srgbClr val="008080"/>
                </a:solidFill>
              </a:rPr>
              <a:t>Confidencial</a:t>
            </a:r>
          </a:p>
          <a:p>
            <a:r>
              <a:rPr lang="pt-BR" sz="1200" dirty="0" smtClean="0">
                <a:solidFill>
                  <a:srgbClr val="008080"/>
                </a:solidFill>
              </a:rPr>
              <a:t>Material exclusivo para discussão interna</a:t>
            </a:r>
            <a:endParaRPr lang="pt-BR" sz="1200" dirty="0">
              <a:solidFill>
                <a:srgbClr val="0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2867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lIns="91435" tIns="45718" rIns="91435" bIns="45718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lIns="91435" tIns="45718" rIns="91435" bIns="45718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lIns="91435" tIns="45718" rIns="91435" bIns="45718"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lIns="91435" tIns="45718" rIns="91435" bIns="45718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lIns="91435" tIns="45718" rIns="91435" bIns="45718"/>
          <a:lstStyle/>
          <a:p>
            <a:fld id="{066C3632-DCB0-4B63-B40D-6582AF8889B5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Picture 21" descr="Logo_Contax_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350" y="6549602"/>
            <a:ext cx="1357322" cy="191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aixaDeTexto 10"/>
          <p:cNvSpPr txBox="1"/>
          <p:nvPr userDrawn="1"/>
        </p:nvSpPr>
        <p:spPr>
          <a:xfrm>
            <a:off x="3203848" y="6335612"/>
            <a:ext cx="3024336" cy="461661"/>
          </a:xfrm>
          <a:prstGeom prst="rect">
            <a:avLst/>
          </a:prstGeom>
          <a:noFill/>
        </p:spPr>
        <p:txBody>
          <a:bodyPr wrap="square" lIns="91435" tIns="45718" rIns="91435" bIns="45718" rtlCol="0">
            <a:spAutoFit/>
          </a:bodyPr>
          <a:lstStyle/>
          <a:p>
            <a:pPr algn="ctr"/>
            <a:r>
              <a:rPr lang="pt-BR" sz="1200" b="1" dirty="0" smtClean="0">
                <a:solidFill>
                  <a:srgbClr val="008080"/>
                </a:solidFill>
              </a:rPr>
              <a:t>Confidencial</a:t>
            </a:r>
          </a:p>
          <a:p>
            <a:r>
              <a:rPr lang="pt-BR" sz="1200" dirty="0" smtClean="0">
                <a:solidFill>
                  <a:srgbClr val="008080"/>
                </a:solidFill>
              </a:rPr>
              <a:t>Material exclusivo para discussão interna</a:t>
            </a:r>
            <a:endParaRPr lang="pt-BR" sz="1200" dirty="0">
              <a:solidFill>
                <a:srgbClr val="0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246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>
            <a:off x="1170775" y="389369"/>
            <a:ext cx="4603600" cy="400101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2000" cap="all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Lorem</a:t>
            </a:r>
            <a:r>
              <a:rPr lang="pt-BR" sz="2000" cap="all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 </a:t>
            </a:r>
            <a:r>
              <a:rPr lang="pt-BR" sz="2000" cap="all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ipsum</a:t>
            </a:r>
            <a:endParaRPr lang="pt-BR" sz="2000" cap="all" dirty="0">
              <a:solidFill>
                <a:prstClr val="black">
                  <a:lumMod val="75000"/>
                  <a:lumOff val="25000"/>
                </a:prstClr>
              </a:solidFill>
              <a:latin typeface="Tahoma"/>
              <a:cs typeface="Tahoma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69988" y="1420639"/>
            <a:ext cx="5348507" cy="430879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Lorem</a:t>
            </a:r>
            <a:r>
              <a:rPr lang="en-US" sz="2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2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ipsum</a:t>
            </a:r>
            <a:endParaRPr lang="en-US" sz="2200" dirty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70777" y="2067366"/>
            <a:ext cx="5347719" cy="338546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 err="1" smtClean="0">
                <a:solidFill>
                  <a:srgbClr val="4F81BD"/>
                </a:solidFill>
                <a:latin typeface="Calibri"/>
              </a:rPr>
              <a:t>Lorem</a:t>
            </a:r>
            <a:r>
              <a:rPr lang="en-US" sz="1600" dirty="0" smtClean="0">
                <a:solidFill>
                  <a:srgbClr val="4F81BD"/>
                </a:solidFill>
                <a:latin typeface="Calibri"/>
              </a:rPr>
              <a:t> </a:t>
            </a:r>
            <a:r>
              <a:rPr lang="en-US" sz="1600" dirty="0" err="1" smtClean="0">
                <a:solidFill>
                  <a:srgbClr val="4F81BD"/>
                </a:solidFill>
                <a:latin typeface="Calibri"/>
              </a:rPr>
              <a:t>ipsum</a:t>
            </a:r>
            <a:endParaRPr lang="en-US" sz="1600" dirty="0">
              <a:solidFill>
                <a:srgbClr val="4F81BD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70775" y="2698335"/>
            <a:ext cx="7583112" cy="1200321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Lorem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ipsum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sit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amet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consectetur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tristique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Donec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mauris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pulvinar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nisl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non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egestas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semper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in lacus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Maecenas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risus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tempor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Suspendisse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tortor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leo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erat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Vivamus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est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enim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Etiam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ligula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arcu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ultricies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malesuada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justo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id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dapibus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ac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Fusce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facilisis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Integer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quam a quam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molestie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nibh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cursus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</a:t>
            </a:r>
            <a:endParaRPr lang="en-US" sz="1200" dirty="0">
              <a:solidFill>
                <a:srgbClr val="7F7F7F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5689559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70775" y="389369"/>
            <a:ext cx="4603600" cy="400101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2000" cap="all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Lorem</a:t>
            </a:r>
            <a:r>
              <a:rPr lang="pt-BR" sz="2000" cap="all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 </a:t>
            </a:r>
            <a:r>
              <a:rPr lang="pt-BR" sz="2000" cap="all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ipsum</a:t>
            </a:r>
            <a:endParaRPr lang="pt-BR" sz="2000" cap="all" dirty="0">
              <a:solidFill>
                <a:prstClr val="black">
                  <a:lumMod val="75000"/>
                  <a:lumOff val="25000"/>
                </a:prstClr>
              </a:solidFill>
              <a:latin typeface="Tahoma"/>
              <a:cs typeface="Tahoma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1169988" y="1420639"/>
            <a:ext cx="5348507" cy="430879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Lorem</a:t>
            </a:r>
            <a:r>
              <a:rPr lang="en-US" sz="2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2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ipsum</a:t>
            </a:r>
            <a:endParaRPr lang="en-US" sz="2200" dirty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1170777" y="2067366"/>
            <a:ext cx="5347719" cy="338546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 err="1" smtClean="0">
                <a:solidFill>
                  <a:srgbClr val="4F81BD"/>
                </a:solidFill>
                <a:latin typeface="Calibri"/>
              </a:rPr>
              <a:t>Lorem</a:t>
            </a:r>
            <a:r>
              <a:rPr lang="en-US" sz="1600" dirty="0" smtClean="0">
                <a:solidFill>
                  <a:srgbClr val="4F81BD"/>
                </a:solidFill>
                <a:latin typeface="Calibri"/>
              </a:rPr>
              <a:t> </a:t>
            </a:r>
            <a:r>
              <a:rPr lang="en-US" sz="1600" dirty="0" err="1" smtClean="0">
                <a:solidFill>
                  <a:srgbClr val="4F81BD"/>
                </a:solidFill>
                <a:latin typeface="Calibri"/>
              </a:rPr>
              <a:t>ipsum</a:t>
            </a:r>
            <a:endParaRPr lang="en-US" sz="1600" dirty="0">
              <a:solidFill>
                <a:srgbClr val="4F81BD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70775" y="2698340"/>
            <a:ext cx="7583112" cy="4016476"/>
          </a:xfrm>
          <a:prstGeom prst="rect">
            <a:avLst/>
          </a:prstGeom>
          <a:noFill/>
        </p:spPr>
        <p:txBody>
          <a:bodyPr wrap="square" lIns="91430" tIns="45716" rIns="91430" bIns="45716" numCol="2" spcCol="215978" rtlCol="0">
            <a:spAutoFit/>
          </a:bodyPr>
          <a:lstStyle/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Lorem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ipsum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sit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amet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consectetur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tristique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Donec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mauris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pulvinar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nisl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non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egestas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semper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in lacus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Maecenas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risus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tempor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Suspendisse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tortor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leo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erat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Vivamus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est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enim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Etiam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ligula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arcu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ultricies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malesuada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justo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id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dapibus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ac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Fusce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facilisis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Integer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quam a quam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molestie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nibh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cursus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Lorem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ipsum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sit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amet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consectetur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tristique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Donec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mauris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pulvinar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nisl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non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egestas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semper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in lacus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Maecenas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risus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tempor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Suspendisse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tortor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leo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erat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Vivamus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est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enim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Etiam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ligula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arcu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ultricies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malesuada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justo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id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dapibus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ac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Fusce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facilisis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Integer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quam a quam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molestie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nibh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cursus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</a:t>
            </a:r>
            <a:endParaRPr lang="en-US" sz="1200" dirty="0" smtClean="0">
              <a:solidFill>
                <a:srgbClr val="7F7F7F"/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7F7F7F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6987329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ês Col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70775" y="389369"/>
            <a:ext cx="4603600" cy="400101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2000" cap="all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Lorem</a:t>
            </a:r>
            <a:r>
              <a:rPr lang="pt-BR" sz="2000" cap="all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 </a:t>
            </a:r>
            <a:r>
              <a:rPr lang="pt-BR" sz="2000" cap="all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ipsum</a:t>
            </a:r>
            <a:endParaRPr lang="pt-BR" sz="2000" cap="all" dirty="0">
              <a:solidFill>
                <a:prstClr val="black">
                  <a:lumMod val="75000"/>
                  <a:lumOff val="25000"/>
                </a:prstClr>
              </a:solidFill>
              <a:latin typeface="Tahoma"/>
              <a:cs typeface="Tahoma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1169988" y="1420639"/>
            <a:ext cx="5348507" cy="430879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Lorem</a:t>
            </a:r>
            <a:r>
              <a:rPr lang="en-US" sz="2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2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ipsum</a:t>
            </a:r>
            <a:endParaRPr lang="en-US" sz="2200" dirty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1170777" y="2067366"/>
            <a:ext cx="5347719" cy="338546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 err="1" smtClean="0">
                <a:solidFill>
                  <a:srgbClr val="4F81BD"/>
                </a:solidFill>
                <a:latin typeface="Calibri"/>
              </a:rPr>
              <a:t>Lorem</a:t>
            </a:r>
            <a:r>
              <a:rPr lang="en-US" sz="1600" dirty="0" smtClean="0">
                <a:solidFill>
                  <a:srgbClr val="4F81BD"/>
                </a:solidFill>
                <a:latin typeface="Calibri"/>
              </a:rPr>
              <a:t> </a:t>
            </a:r>
            <a:r>
              <a:rPr lang="en-US" sz="1600" dirty="0" err="1" smtClean="0">
                <a:solidFill>
                  <a:srgbClr val="4F81BD"/>
                </a:solidFill>
                <a:latin typeface="Calibri"/>
              </a:rPr>
              <a:t>ipsum</a:t>
            </a:r>
            <a:endParaRPr lang="en-US" sz="1600" dirty="0">
              <a:solidFill>
                <a:srgbClr val="4F81BD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70775" y="2698342"/>
            <a:ext cx="7583112" cy="5586137"/>
          </a:xfrm>
          <a:prstGeom prst="rect">
            <a:avLst/>
          </a:prstGeom>
          <a:noFill/>
        </p:spPr>
        <p:txBody>
          <a:bodyPr wrap="square" lIns="91430" tIns="45716" rIns="91430" bIns="45716" numCol="3" spcCol="215978" rtlCol="0">
            <a:spAutoFit/>
          </a:bodyPr>
          <a:lstStyle/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Lorem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ipsum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sit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amet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consectetur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tristique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Donec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mauris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pulvinar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nisl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non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egestas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semper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in lacus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Maecenas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risus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tempor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Suspendisse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tortor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leo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erat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Vivamus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est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enim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Etiam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ligula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arcu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ultricies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malesuada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justo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id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dapibus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ac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Fusce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facilisis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Integer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quam a quam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molestie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nibh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cursus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</a:t>
            </a:r>
            <a:endParaRPr lang="en-US" sz="1200" dirty="0" smtClean="0">
              <a:solidFill>
                <a:srgbClr val="7F7F7F"/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Lorem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ipsum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sit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amet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consectetur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tristique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Donec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mauris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pulvinar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nisl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non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egestas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semper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in lacus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Maecenas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risus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tempor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Suspendisse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tortor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leo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erat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Vivamus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est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enim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Etiam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ligula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arcu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ultricies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malesuada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justo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id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dapibus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ac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Fusce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facilisis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Integer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quam a quam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molestie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nibh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cursus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</a:t>
            </a:r>
            <a:endParaRPr lang="en-US" sz="1200" dirty="0" smtClean="0">
              <a:solidFill>
                <a:srgbClr val="7F7F7F"/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1573425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70775" y="389369"/>
            <a:ext cx="4603600" cy="400101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2000" cap="all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Lorem</a:t>
            </a:r>
            <a:r>
              <a:rPr lang="pt-BR" sz="2000" cap="all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 </a:t>
            </a:r>
            <a:r>
              <a:rPr lang="pt-BR" sz="2000" cap="all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ipsum</a:t>
            </a:r>
            <a:endParaRPr lang="pt-BR" sz="2000" cap="all" dirty="0">
              <a:solidFill>
                <a:prstClr val="black">
                  <a:lumMod val="75000"/>
                  <a:lumOff val="25000"/>
                </a:prstClr>
              </a:solidFill>
              <a:latin typeface="Tahoma"/>
              <a:cs typeface="Tahoma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1169988" y="1420639"/>
            <a:ext cx="5348507" cy="430879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Lorem</a:t>
            </a:r>
            <a:r>
              <a:rPr lang="en-US" sz="2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2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ipsum</a:t>
            </a:r>
            <a:endParaRPr lang="en-US" sz="2200" dirty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1170777" y="2067366"/>
            <a:ext cx="5347719" cy="338546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 err="1" smtClean="0">
                <a:solidFill>
                  <a:srgbClr val="4F81BD"/>
                </a:solidFill>
                <a:latin typeface="Calibri"/>
              </a:rPr>
              <a:t>Lorem</a:t>
            </a:r>
            <a:r>
              <a:rPr lang="en-US" sz="1600" dirty="0" smtClean="0">
                <a:solidFill>
                  <a:srgbClr val="4F81BD"/>
                </a:solidFill>
                <a:latin typeface="Calibri"/>
              </a:rPr>
              <a:t> </a:t>
            </a:r>
            <a:r>
              <a:rPr lang="en-US" sz="1600" dirty="0" err="1" smtClean="0">
                <a:solidFill>
                  <a:srgbClr val="4F81BD"/>
                </a:solidFill>
                <a:latin typeface="Calibri"/>
              </a:rPr>
              <a:t>ipsum</a:t>
            </a:r>
            <a:endParaRPr lang="en-US" sz="1600" dirty="0">
              <a:solidFill>
                <a:srgbClr val="4F81BD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70775" y="2698341"/>
            <a:ext cx="7583112" cy="2569926"/>
          </a:xfrm>
          <a:prstGeom prst="rect">
            <a:avLst/>
          </a:prstGeom>
          <a:noFill/>
        </p:spPr>
        <p:txBody>
          <a:bodyPr wrap="square" lIns="91430" tIns="45716" rIns="91430" bIns="45716" numCol="1" spcCol="215978" rtlCol="0">
            <a:spAutoFit/>
          </a:bodyPr>
          <a:lstStyle/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1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Lorem</a:t>
            </a:r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1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ipsum</a:t>
            </a: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1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Lorem</a:t>
            </a:r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1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ipsum</a:t>
            </a: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1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Lorem</a:t>
            </a:r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1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ipsum</a:t>
            </a: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1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Lorem</a:t>
            </a:r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1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ipsum</a:t>
            </a: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1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Lorem</a:t>
            </a:r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1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ipsum</a:t>
            </a: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1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Lorem</a:t>
            </a:r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1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ipsum</a:t>
            </a: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1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Lorem</a:t>
            </a:r>
            <a:r>
              <a:rPr lang="en-US" sz="1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1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ipsum</a:t>
            </a:r>
            <a:endParaRPr lang="en-US" sz="1200" dirty="0" smtClean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410212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D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170775" y="2624168"/>
            <a:ext cx="3723948" cy="2308316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Lorem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ipsum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sit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amet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consectetur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tristique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Donec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mauris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pulvinar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nisl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non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egestas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semper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in lacus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Maecenas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risus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tempor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Suspendisse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tortor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leo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erat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Vivamus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est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enim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Etiam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ligula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arcu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ultricies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malesuada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justo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id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dapibus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ac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Fusce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facilisis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Integer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quam a quam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molestie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nibh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cursus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</a:t>
            </a:r>
            <a:endParaRPr lang="en-US" sz="1200" dirty="0">
              <a:solidFill>
                <a:srgbClr val="7F7F7F"/>
              </a:solidFill>
              <a:latin typeface="Tahoma"/>
              <a:cs typeface="Tahoma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70775" y="389369"/>
            <a:ext cx="4603600" cy="400101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2000" cap="all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Lorem</a:t>
            </a:r>
            <a:r>
              <a:rPr lang="pt-BR" sz="2000" cap="all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 </a:t>
            </a:r>
            <a:r>
              <a:rPr lang="pt-BR" sz="2000" cap="all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ipsum</a:t>
            </a:r>
            <a:endParaRPr lang="pt-BR" sz="2000" cap="all" dirty="0">
              <a:solidFill>
                <a:prstClr val="black">
                  <a:lumMod val="75000"/>
                  <a:lumOff val="25000"/>
                </a:prstClr>
              </a:solidFill>
              <a:latin typeface="Tahoma"/>
              <a:cs typeface="Tahoma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69988" y="1420639"/>
            <a:ext cx="5348507" cy="430879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Lorem</a:t>
            </a:r>
            <a:r>
              <a:rPr lang="en-US" sz="2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2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ipsum</a:t>
            </a:r>
            <a:endParaRPr lang="en-US" sz="2200" dirty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70777" y="2067366"/>
            <a:ext cx="5347719" cy="338546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 err="1" smtClean="0">
                <a:solidFill>
                  <a:srgbClr val="4F81BD"/>
                </a:solidFill>
                <a:latin typeface="Calibri"/>
              </a:rPr>
              <a:t>Lorem</a:t>
            </a:r>
            <a:r>
              <a:rPr lang="en-US" sz="1600" dirty="0" smtClean="0">
                <a:solidFill>
                  <a:srgbClr val="4F81BD"/>
                </a:solidFill>
                <a:latin typeface="Calibri"/>
              </a:rPr>
              <a:t> </a:t>
            </a:r>
            <a:r>
              <a:rPr lang="en-US" sz="1600" dirty="0" err="1" smtClean="0">
                <a:solidFill>
                  <a:srgbClr val="4F81BD"/>
                </a:solidFill>
                <a:latin typeface="Calibri"/>
              </a:rPr>
              <a:t>ipsum</a:t>
            </a:r>
            <a:endParaRPr lang="en-US" sz="1600" dirty="0">
              <a:solidFill>
                <a:srgbClr val="4F81BD"/>
              </a:solidFill>
              <a:latin typeface="Calibri"/>
            </a:endParaRPr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5033776" y="2698752"/>
            <a:ext cx="3828638" cy="2928564"/>
          </a:xfrm>
          <a:prstGeom prst="rect">
            <a:avLst/>
          </a:prstGeom>
        </p:spPr>
        <p:txBody>
          <a:bodyPr lIns="91430" tIns="45716" rIns="91430" bIns="45716"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677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Es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5155759" y="2587084"/>
            <a:ext cx="3723948" cy="2308316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Lorem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ipsum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sit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amet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consectetur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tristique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Donec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mauris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pulvinar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nisl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non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egestas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semper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in lacus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Maecenas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risus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tempor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Suspendisse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tortor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leo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erat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Vivamus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est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enim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Etiam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ligula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arcu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ultricies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malesuada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justo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id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dapibus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ac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Fusce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facilisis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Integer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quam a quam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molestie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nibh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cursus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</a:t>
            </a:r>
            <a:endParaRPr lang="en-US" sz="1200" dirty="0">
              <a:solidFill>
                <a:srgbClr val="7F7F7F"/>
              </a:solidFill>
              <a:latin typeface="Tahoma"/>
              <a:cs typeface="Tahoma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70775" y="389369"/>
            <a:ext cx="4603600" cy="400101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2000" cap="all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Lorem</a:t>
            </a:r>
            <a:r>
              <a:rPr lang="pt-BR" sz="2000" cap="all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 </a:t>
            </a:r>
            <a:r>
              <a:rPr lang="pt-BR" sz="2000" cap="all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ipsum</a:t>
            </a:r>
            <a:endParaRPr lang="pt-BR" sz="2000" cap="all" dirty="0">
              <a:solidFill>
                <a:prstClr val="black">
                  <a:lumMod val="75000"/>
                  <a:lumOff val="25000"/>
                </a:prstClr>
              </a:solidFill>
              <a:latin typeface="Tahoma"/>
              <a:cs typeface="Tahoma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69988" y="1420639"/>
            <a:ext cx="5348507" cy="430879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Lorem</a:t>
            </a:r>
            <a:r>
              <a:rPr lang="en-US" sz="2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2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ipsum</a:t>
            </a:r>
            <a:endParaRPr lang="en-US" sz="2200" dirty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70777" y="2067366"/>
            <a:ext cx="5347719" cy="338546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 err="1" smtClean="0">
                <a:solidFill>
                  <a:srgbClr val="4F81BD"/>
                </a:solidFill>
                <a:latin typeface="Calibri"/>
              </a:rPr>
              <a:t>Lorem</a:t>
            </a:r>
            <a:r>
              <a:rPr lang="en-US" sz="1600" dirty="0" smtClean="0">
                <a:solidFill>
                  <a:srgbClr val="4F81BD"/>
                </a:solidFill>
                <a:latin typeface="Calibri"/>
              </a:rPr>
              <a:t> </a:t>
            </a:r>
            <a:r>
              <a:rPr lang="en-US" sz="1600" dirty="0" err="1" smtClean="0">
                <a:solidFill>
                  <a:srgbClr val="4F81BD"/>
                </a:solidFill>
                <a:latin typeface="Calibri"/>
              </a:rPr>
              <a:t>ipsum</a:t>
            </a:r>
            <a:endParaRPr lang="en-US" sz="1600" dirty="0">
              <a:solidFill>
                <a:srgbClr val="4F81BD"/>
              </a:solidFill>
              <a:latin typeface="Calibri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1232948" y="2698752"/>
            <a:ext cx="3828638" cy="2928564"/>
          </a:xfrm>
          <a:prstGeom prst="rect">
            <a:avLst/>
          </a:prstGeom>
        </p:spPr>
        <p:txBody>
          <a:bodyPr lIns="91430" tIns="45716" rIns="91430" bIns="45716"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1846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170775" y="2698334"/>
            <a:ext cx="7583112" cy="1149006"/>
          </a:xfrm>
          <a:prstGeom prst="rect">
            <a:avLst/>
          </a:prstGeom>
          <a:noFill/>
        </p:spPr>
        <p:txBody>
          <a:bodyPr wrap="square" lIns="107989" tIns="46796" rIns="91430" bIns="45716" numCol="1" spcCol="215978" rtlCol="0">
            <a:noAutofit/>
          </a:bodyPr>
          <a:lstStyle/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Lorem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ipsum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sit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amet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consectetur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tristique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Donec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mauris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pulvinar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nisl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non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egestas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semper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in lacus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Maecenas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risus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tempor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Suspendisse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tortor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leo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erat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Vivamus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est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enim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Etiam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ligula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arcu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ultricies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malesuada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justo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id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dapibus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ac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Fusce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facilisis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Integer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quam a quam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molestie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nibh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cursus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</a:t>
            </a:r>
            <a:endParaRPr lang="en-US" sz="1200" dirty="0">
              <a:solidFill>
                <a:srgbClr val="7F7F7F"/>
              </a:solidFill>
              <a:latin typeface="Tahoma"/>
              <a:cs typeface="Tahom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70775" y="389369"/>
            <a:ext cx="4603600" cy="400101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2000" cap="all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Lorem</a:t>
            </a:r>
            <a:r>
              <a:rPr lang="pt-BR" sz="2000" cap="all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 </a:t>
            </a:r>
            <a:r>
              <a:rPr lang="pt-BR" sz="2000" cap="all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ipsum</a:t>
            </a:r>
            <a:endParaRPr lang="pt-BR" sz="2000" cap="all" dirty="0">
              <a:solidFill>
                <a:prstClr val="black">
                  <a:lumMod val="75000"/>
                  <a:lumOff val="25000"/>
                </a:prstClr>
              </a:solidFill>
              <a:latin typeface="Tahoma"/>
              <a:cs typeface="Tahoma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69988" y="1420639"/>
            <a:ext cx="5348507" cy="430879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Lorem</a:t>
            </a:r>
            <a:r>
              <a:rPr lang="en-US" sz="2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2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ipsum</a:t>
            </a:r>
            <a:endParaRPr lang="en-US" sz="2200" dirty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70777" y="2067366"/>
            <a:ext cx="5347719" cy="338546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 err="1" smtClean="0">
                <a:solidFill>
                  <a:srgbClr val="4F81BD"/>
                </a:solidFill>
                <a:latin typeface="Calibri"/>
              </a:rPr>
              <a:t>Lorem</a:t>
            </a:r>
            <a:r>
              <a:rPr lang="en-US" sz="1600" dirty="0" smtClean="0">
                <a:solidFill>
                  <a:srgbClr val="4F81BD"/>
                </a:solidFill>
                <a:latin typeface="Calibri"/>
              </a:rPr>
              <a:t> </a:t>
            </a:r>
            <a:r>
              <a:rPr lang="en-US" sz="1600" dirty="0" err="1" smtClean="0">
                <a:solidFill>
                  <a:srgbClr val="4F81BD"/>
                </a:solidFill>
                <a:latin typeface="Calibri"/>
              </a:rPr>
              <a:t>ipsum</a:t>
            </a:r>
            <a:endParaRPr lang="en-US" sz="1600" dirty="0">
              <a:solidFill>
                <a:srgbClr val="4F81BD"/>
              </a:solidFill>
              <a:latin typeface="Calibri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1169988" y="4027488"/>
            <a:ext cx="7583900" cy="1885950"/>
          </a:xfrm>
          <a:prstGeom prst="rect">
            <a:avLst/>
          </a:prstGeom>
        </p:spPr>
        <p:txBody>
          <a:bodyPr lIns="91430" tIns="45716" rIns="91430" bIns="45716"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0549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170775" y="2698334"/>
            <a:ext cx="7583112" cy="1149006"/>
          </a:xfrm>
          <a:prstGeom prst="rect">
            <a:avLst/>
          </a:prstGeom>
          <a:noFill/>
        </p:spPr>
        <p:txBody>
          <a:bodyPr wrap="square" lIns="107989" tIns="46796" rIns="91430" bIns="45716" numCol="2" spcCol="215978" rtlCol="0">
            <a:noAutofit/>
          </a:bodyPr>
          <a:lstStyle/>
          <a:p>
            <a:pPr algn="just" defTabSz="4571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Lorem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ipsum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sit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amet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consectetur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Vestibulum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adipiscing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tristique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elementum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Donec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mauris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pulvinar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nisl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at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non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egestas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dolor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semper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Quisque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in lacus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Maecenas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risus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vel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rhoncus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tempor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Suspendisse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tortor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leo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,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quis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erat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Vivamus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gravida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est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vitae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elit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tincidunt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enim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commodo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Etiam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luctus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ligula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arcu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ultricies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aliquam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In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malesuada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justo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id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dapibus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ac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volutpat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massa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faucibus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.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Fusce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facilisis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metus</a:t>
            </a:r>
            <a:r>
              <a:rPr lang="en-US" sz="1200" dirty="0" smtClean="0">
                <a:solidFill>
                  <a:srgbClr val="7F7F7F"/>
                </a:solidFill>
                <a:latin typeface="Calibri"/>
              </a:rPr>
              <a:t> a </a:t>
            </a:r>
            <a:r>
              <a:rPr lang="en-US" sz="1200" dirty="0" err="1" smtClean="0">
                <a:solidFill>
                  <a:srgbClr val="7F7F7F"/>
                </a:solidFill>
                <a:latin typeface="Calibri"/>
              </a:rPr>
              <a:t>odio</a:t>
            </a:r>
            <a:endParaRPr lang="en-US" sz="1200" dirty="0">
              <a:solidFill>
                <a:srgbClr val="7F7F7F"/>
              </a:solidFill>
              <a:latin typeface="Tahoma"/>
              <a:cs typeface="Tahoma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70775" y="389369"/>
            <a:ext cx="4603600" cy="400101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pt-BR" sz="2000" cap="all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Lorem</a:t>
            </a:r>
            <a:r>
              <a:rPr lang="pt-BR" sz="2000" cap="all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 </a:t>
            </a:r>
            <a:r>
              <a:rPr lang="pt-BR" sz="2000" cap="all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ahoma"/>
                <a:cs typeface="Tahoma"/>
              </a:rPr>
              <a:t>ipsum</a:t>
            </a:r>
            <a:endParaRPr lang="pt-BR" sz="2000" cap="all" dirty="0">
              <a:solidFill>
                <a:prstClr val="black">
                  <a:lumMod val="75000"/>
                  <a:lumOff val="25000"/>
                </a:prstClr>
              </a:solidFill>
              <a:latin typeface="Tahoma"/>
              <a:cs typeface="Tahoma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1169988" y="1420639"/>
            <a:ext cx="5348507" cy="430879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Lorem</a:t>
            </a:r>
            <a:r>
              <a:rPr lang="en-US" sz="2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 </a:t>
            </a:r>
            <a:r>
              <a:rPr lang="en-US" sz="2200" dirty="0" err="1" smtClean="0">
                <a:solidFill>
                  <a:prstClr val="black">
                    <a:lumMod val="50000"/>
                    <a:lumOff val="50000"/>
                  </a:prstClr>
                </a:solidFill>
                <a:latin typeface="Tahoma"/>
                <a:cs typeface="Tahoma"/>
              </a:rPr>
              <a:t>ipsum</a:t>
            </a:r>
            <a:endParaRPr lang="en-US" sz="2200" dirty="0">
              <a:solidFill>
                <a:prstClr val="black">
                  <a:lumMod val="50000"/>
                  <a:lumOff val="50000"/>
                </a:prstClr>
              </a:solidFill>
              <a:latin typeface="Tahoma"/>
              <a:cs typeface="Tahoma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70777" y="2067366"/>
            <a:ext cx="5347719" cy="338546"/>
          </a:xfrm>
          <a:prstGeom prst="rect">
            <a:avLst/>
          </a:prstGeom>
          <a:noFill/>
        </p:spPr>
        <p:txBody>
          <a:bodyPr wrap="square" lIns="91430" tIns="45716" rIns="91430" bIns="45716" rtlCol="0">
            <a:spAutoFit/>
          </a:bodyPr>
          <a:lstStyle/>
          <a:p>
            <a:pPr defTabSz="457154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 err="1" smtClean="0">
                <a:solidFill>
                  <a:srgbClr val="4F81BD"/>
                </a:solidFill>
                <a:latin typeface="Calibri"/>
              </a:rPr>
              <a:t>Lorem</a:t>
            </a:r>
            <a:r>
              <a:rPr lang="en-US" sz="1600" dirty="0" smtClean="0">
                <a:solidFill>
                  <a:srgbClr val="4F81BD"/>
                </a:solidFill>
                <a:latin typeface="Calibri"/>
              </a:rPr>
              <a:t> </a:t>
            </a:r>
            <a:r>
              <a:rPr lang="en-US" sz="1600" dirty="0" err="1" smtClean="0">
                <a:solidFill>
                  <a:srgbClr val="4F81BD"/>
                </a:solidFill>
                <a:latin typeface="Calibri"/>
              </a:rPr>
              <a:t>ipsum</a:t>
            </a:r>
            <a:endParaRPr lang="en-US" sz="1600" dirty="0">
              <a:solidFill>
                <a:srgbClr val="4F81BD"/>
              </a:solidFill>
              <a:latin typeface="Calibri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1169988" y="4027488"/>
            <a:ext cx="7583900" cy="1885950"/>
          </a:xfrm>
          <a:prstGeom prst="rect">
            <a:avLst/>
          </a:prstGeom>
        </p:spPr>
        <p:txBody>
          <a:bodyPr lIns="91430" tIns="45716" rIns="91430" bIns="45716">
            <a:normAutofit/>
          </a:bodyPr>
          <a:lstStyle>
            <a:lvl1pPr>
              <a:buNone/>
              <a:defRPr sz="1200" b="0" i="0">
                <a:latin typeface="Verdana"/>
                <a:cs typeface="Verdana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8659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ê Coluna C\ Imagem In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1" b="8274"/>
          <a:stretch>
            <a:fillRect/>
          </a:stretch>
        </p:blipFill>
        <p:spPr>
          <a:xfrm>
            <a:off x="0" y="1096986"/>
            <a:ext cx="9179390" cy="575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5173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, Subtitulo e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1" b="8274"/>
          <a:stretch>
            <a:fillRect/>
          </a:stretch>
        </p:blipFill>
        <p:spPr>
          <a:xfrm>
            <a:off x="0" y="1106582"/>
            <a:ext cx="9179390" cy="575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999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,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1" b="8274"/>
          <a:stretch>
            <a:fillRect/>
          </a:stretch>
        </p:blipFill>
        <p:spPr>
          <a:xfrm>
            <a:off x="0" y="1096986"/>
            <a:ext cx="9179390" cy="575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062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\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1" b="8274"/>
          <a:stretch>
            <a:fillRect/>
          </a:stretch>
        </p:blipFill>
        <p:spPr>
          <a:xfrm>
            <a:off x="0" y="1096986"/>
            <a:ext cx="9179390" cy="575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4195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Maior C\ Titulo,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1" b="8274"/>
          <a:stretch>
            <a:fillRect/>
          </a:stretch>
        </p:blipFill>
        <p:spPr>
          <a:xfrm>
            <a:off x="0" y="1087390"/>
            <a:ext cx="9179390" cy="575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9236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74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5962888-F0F5-4E4A-A08B-48FD543AA342}" type="datetime1">
              <a:rPr lang="pt-BR" smtClean="0"/>
              <a:t>19/08/2015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037-583D-4C96-99F7-877710E53E7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6651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.jpe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0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mplate_Conteudo.jp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2896"/>
            <a:ext cx="9160193" cy="6880896"/>
          </a:xfrm>
          <a:prstGeom prst="rect">
            <a:avLst/>
          </a:prstGeom>
        </p:spPr>
      </p:pic>
      <p:sp>
        <p:nvSpPr>
          <p:cNvPr id="3" name="CaixaDeTexto 2"/>
          <p:cNvSpPr txBox="1"/>
          <p:nvPr userDrawn="1"/>
        </p:nvSpPr>
        <p:spPr>
          <a:xfrm>
            <a:off x="218364" y="6359857"/>
            <a:ext cx="532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18B12216-FE52-4707-B0C0-42C79F85EBB6}" type="slidenum">
              <a:rPr lang="pt-BR" sz="1200" b="0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cs typeface="Tahoma"/>
              </a:rPr>
              <a:pPr marL="0" marR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‹nº›</a:t>
            </a:fld>
            <a:endParaRPr lang="pt-BR" sz="1200" b="0" i="0" dirty="0" smtClean="0">
              <a:solidFill>
                <a:schemeClr val="tx1">
                  <a:lumMod val="50000"/>
                  <a:lumOff val="50000"/>
                </a:schemeClr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32534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55" r:id="rId3"/>
    <p:sldLayoutId id="2147483659" r:id="rId4"/>
    <p:sldLayoutId id="2147483660" r:id="rId5"/>
    <p:sldLayoutId id="2147483661" r:id="rId6"/>
    <p:sldLayoutId id="2147483657" r:id="rId7"/>
    <p:sldLayoutId id="2147483656" r:id="rId8"/>
    <p:sldLayoutId id="2147483658" r:id="rId9"/>
    <p:sldLayoutId id="2147483662" r:id="rId10"/>
    <p:sldLayoutId id="2147483663" r:id="rId11"/>
    <p:sldLayoutId id="2147483664" r:id="rId12"/>
    <p:sldLayoutId id="2147483665" r:id="rId13"/>
  </p:sldLayoutIdLst>
  <p:hf hdr="0" dt="0"/>
  <p:txStyles>
    <p:titleStyle>
      <a:lvl1pPr algn="ctr" defTabSz="4571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457177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2" indent="-285736" algn="l" defTabSz="457177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8" algn="l" defTabSz="457177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8" indent="-228588" algn="l" defTabSz="45717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5" indent="-228588" algn="l" defTabSz="45717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1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ctr" defTabSz="4571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457177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2" indent="-285736" algn="l" defTabSz="457177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8" algn="l" defTabSz="457177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8" indent="-228588" algn="l" defTabSz="45717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5" indent="-228588" algn="l" defTabSz="45717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1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mplate_Conteud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73"/>
          <a:stretch>
            <a:fillRect/>
          </a:stretch>
        </p:blipFill>
        <p:spPr>
          <a:xfrm>
            <a:off x="1" y="6016684"/>
            <a:ext cx="9160193" cy="8413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 dt="0"/>
  <p:txStyles>
    <p:titleStyle>
      <a:lvl1pPr algn="ctr" defTabSz="4571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457177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2" indent="-285736" algn="l" defTabSz="457177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8" algn="l" defTabSz="457177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8" indent="-228588" algn="l" defTabSz="45717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5" indent="-228588" algn="l" defTabSz="45717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1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inal_Template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00" y="-14760"/>
            <a:ext cx="9276080" cy="692342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332720" y="1320800"/>
            <a:ext cx="184709" cy="373659"/>
          </a:xfrm>
          <a:prstGeom prst="rect">
            <a:avLst/>
          </a:prstGeom>
          <a:noFill/>
        </p:spPr>
        <p:txBody>
          <a:bodyPr wrap="none" lIns="91435" tIns="45718" rIns="91435" bIns="45718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95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3" r:id="rId2"/>
    <p:sldLayoutId id="2147483674" r:id="rId3"/>
  </p:sldLayoutIdLst>
  <p:hf hdr="0" dt="0"/>
  <p:txStyles>
    <p:titleStyle>
      <a:lvl1pPr algn="ctr" defTabSz="4571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457177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2" indent="-285736" algn="l" defTabSz="457177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8" algn="l" defTabSz="457177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8" indent="-228588" algn="l" defTabSz="45717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5" indent="-228588" algn="l" defTabSz="45717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1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mplate_Conteudo.jpg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2896"/>
            <a:ext cx="9160193" cy="6880896"/>
          </a:xfrm>
          <a:prstGeom prst="rect">
            <a:avLst/>
          </a:prstGeom>
        </p:spPr>
      </p:pic>
      <p:sp>
        <p:nvSpPr>
          <p:cNvPr id="3" name="Espaço Reservado para Número de Slide 2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2FDE3-D556-442B-8503-3C21A0BF160F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0911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93" r:id="rId14"/>
    <p:sldLayoutId id="2147483694" r:id="rId15"/>
  </p:sldLayoutIdLst>
  <p:hf hdr="0" dt="0"/>
  <p:txStyles>
    <p:titleStyle>
      <a:lvl1pPr algn="ctr" defTabSz="45715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5" indent="-342865" algn="l" defTabSz="457154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74" indent="-285722" algn="l" defTabSz="457154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3" indent="-228576" algn="l" defTabSz="457154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36" indent="-228576" algn="l" defTabSz="457154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0" indent="-228576" algn="l" defTabSz="457154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3" indent="-228576" algn="l" defTabSz="45715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6" indent="-228576" algn="l" defTabSz="45715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0" indent="-228576" algn="l" defTabSz="45715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02" indent="-228576" algn="l" defTabSz="45715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6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0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3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6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0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2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6" algn="l" defTabSz="4571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slideLayout" Target="../slideLayouts/slideLayout3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2.wmf"/><Relationship Id="rId4" Type="http://schemas.openxmlformats.org/officeDocument/2006/relationships/package" Target="../embeddings/Planilha_do_Microsoft_Excel1.xlsx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3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3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2118848" y="1941952"/>
            <a:ext cx="6513512" cy="663926"/>
          </a:xfrm>
          <a:prstGeom prst="rect">
            <a:avLst/>
          </a:prstGeom>
        </p:spPr>
        <p:txBody>
          <a:bodyPr lIns="91435" tIns="45718" rIns="91435" bIns="45718">
            <a:noAutofit/>
          </a:bodyPr>
          <a:lstStyle>
            <a:lvl1pPr algn="ctr" defTabSz="4571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Tahoma" pitchFamily="34" charset="0"/>
                <a:cs typeface="Tahoma" pitchFamily="34" charset="0"/>
              </a:rPr>
              <a:t>SANTAX</a:t>
            </a:r>
            <a:endParaRPr lang="pt-BR" sz="3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50377" y="2627515"/>
            <a:ext cx="797342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32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Tahoma" pitchFamily="34" charset="0"/>
                <a:cs typeface="Tahoma" pitchFamily="34" charset="0"/>
              </a:rPr>
              <a:t>21 de Agosto de 2015</a:t>
            </a:r>
          </a:p>
          <a:p>
            <a:pPr algn="r"/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Tahoma" pitchFamily="34" charset="0"/>
                <a:cs typeface="Tahoma" pitchFamily="34" charset="0"/>
              </a:rPr>
              <a:t>São Paulo</a:t>
            </a:r>
            <a:endParaRPr lang="es-ES_tradnl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Conector reto 4"/>
          <p:cNvCxnSpPr/>
          <p:nvPr/>
        </p:nvCxnSpPr>
        <p:spPr>
          <a:xfrm flipH="1">
            <a:off x="7952044" y="4378772"/>
            <a:ext cx="680316" cy="0"/>
          </a:xfrm>
          <a:prstGeom prst="line">
            <a:avLst/>
          </a:prstGeom>
          <a:ln>
            <a:solidFill>
              <a:srgbClr val="ED14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/>
          <p:cNvCxnSpPr/>
          <p:nvPr/>
        </p:nvCxnSpPr>
        <p:spPr>
          <a:xfrm flipH="1">
            <a:off x="7302208" y="4378772"/>
            <a:ext cx="680316" cy="0"/>
          </a:xfrm>
          <a:prstGeom prst="line">
            <a:avLst/>
          </a:prstGeom>
          <a:ln>
            <a:solidFill>
              <a:srgbClr val="00486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/>
          <p:cNvCxnSpPr/>
          <p:nvPr/>
        </p:nvCxnSpPr>
        <p:spPr>
          <a:xfrm flipH="1">
            <a:off x="6621892" y="4378772"/>
            <a:ext cx="680316" cy="0"/>
          </a:xfrm>
          <a:prstGeom prst="line">
            <a:avLst/>
          </a:prstGeom>
          <a:ln>
            <a:solidFill>
              <a:srgbClr val="FAA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/>
          <p:nvPr/>
        </p:nvCxnSpPr>
        <p:spPr>
          <a:xfrm flipH="1">
            <a:off x="5941576" y="4378772"/>
            <a:ext cx="680316" cy="0"/>
          </a:xfrm>
          <a:prstGeom prst="line">
            <a:avLst/>
          </a:prstGeom>
          <a:ln>
            <a:solidFill>
              <a:srgbClr val="008A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27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vre 3"/>
          <p:cNvSpPr/>
          <p:nvPr/>
        </p:nvSpPr>
        <p:spPr>
          <a:xfrm>
            <a:off x="1122472" y="1162146"/>
            <a:ext cx="5502832" cy="1212920"/>
          </a:xfrm>
          <a:custGeom>
            <a:avLst/>
            <a:gdLst>
              <a:gd name="connsiteX0" fmla="*/ 0 w 7560840"/>
              <a:gd name="connsiteY0" fmla="*/ 0 h 1473458"/>
              <a:gd name="connsiteX1" fmla="*/ 7560840 w 7560840"/>
              <a:gd name="connsiteY1" fmla="*/ 0 h 1473458"/>
              <a:gd name="connsiteX2" fmla="*/ 7560840 w 7560840"/>
              <a:gd name="connsiteY2" fmla="*/ 1473458 h 1473458"/>
              <a:gd name="connsiteX3" fmla="*/ 0 w 7560840"/>
              <a:gd name="connsiteY3" fmla="*/ 1473458 h 1473458"/>
              <a:gd name="connsiteX4" fmla="*/ 0 w 7560840"/>
              <a:gd name="connsiteY4" fmla="*/ 0 h 1473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60840" h="1473458">
                <a:moveTo>
                  <a:pt x="0" y="0"/>
                </a:moveTo>
                <a:lnTo>
                  <a:pt x="7560840" y="0"/>
                </a:lnTo>
                <a:lnTo>
                  <a:pt x="7560840" y="1473458"/>
                </a:lnTo>
                <a:lnTo>
                  <a:pt x="0" y="147345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86805" tIns="604012" rIns="586805" bIns="99568" numCol="1" spcCol="1270" anchor="t" anchorCtr="0">
            <a:noAutofit/>
          </a:bodyPr>
          <a:lstStyle/>
          <a:p>
            <a:pPr marL="285750" lvl="1" indent="-28575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pt-BR" sz="1400" kern="1200" dirty="0" smtClean="0">
                <a:latin typeface="Arial" pitchFamily="34" charset="0"/>
                <a:cs typeface="Arial" pitchFamily="34" charset="0"/>
              </a:rPr>
              <a:t>Disponibilidade Operacional Geral e por Operações</a:t>
            </a:r>
            <a:endParaRPr lang="pt-BR" sz="1400" kern="1200" dirty="0"/>
          </a:p>
          <a:p>
            <a:pPr marL="285750" lvl="1" indent="-28575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pt-BR" sz="1400" kern="1200" dirty="0" smtClean="0">
                <a:latin typeface="Arial" pitchFamily="34" charset="0"/>
                <a:cs typeface="Arial" pitchFamily="34" charset="0"/>
              </a:rPr>
              <a:t>Tipo ofensor</a:t>
            </a:r>
            <a:endParaRPr lang="pt-BR" sz="1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Forma livre 4"/>
          <p:cNvSpPr/>
          <p:nvPr/>
        </p:nvSpPr>
        <p:spPr>
          <a:xfrm>
            <a:off x="1122473" y="1272989"/>
            <a:ext cx="5502831" cy="404279"/>
          </a:xfrm>
          <a:custGeom>
            <a:avLst/>
            <a:gdLst>
              <a:gd name="connsiteX0" fmla="*/ 0 w 5399974"/>
              <a:gd name="connsiteY0" fmla="*/ 65583 h 393492"/>
              <a:gd name="connsiteX1" fmla="*/ 65583 w 5399974"/>
              <a:gd name="connsiteY1" fmla="*/ 0 h 393492"/>
              <a:gd name="connsiteX2" fmla="*/ 5334391 w 5399974"/>
              <a:gd name="connsiteY2" fmla="*/ 0 h 393492"/>
              <a:gd name="connsiteX3" fmla="*/ 5399974 w 5399974"/>
              <a:gd name="connsiteY3" fmla="*/ 65583 h 393492"/>
              <a:gd name="connsiteX4" fmla="*/ 5399974 w 5399974"/>
              <a:gd name="connsiteY4" fmla="*/ 327909 h 393492"/>
              <a:gd name="connsiteX5" fmla="*/ 5334391 w 5399974"/>
              <a:gd name="connsiteY5" fmla="*/ 393492 h 393492"/>
              <a:gd name="connsiteX6" fmla="*/ 65583 w 5399974"/>
              <a:gd name="connsiteY6" fmla="*/ 393492 h 393492"/>
              <a:gd name="connsiteX7" fmla="*/ 0 w 5399974"/>
              <a:gd name="connsiteY7" fmla="*/ 327909 h 393492"/>
              <a:gd name="connsiteX8" fmla="*/ 0 w 5399974"/>
              <a:gd name="connsiteY8" fmla="*/ 65583 h 393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99974" h="393492">
                <a:moveTo>
                  <a:pt x="0" y="65583"/>
                </a:moveTo>
                <a:cubicBezTo>
                  <a:pt x="0" y="29363"/>
                  <a:pt x="29363" y="0"/>
                  <a:pt x="65583" y="0"/>
                </a:cubicBezTo>
                <a:lnTo>
                  <a:pt x="5334391" y="0"/>
                </a:lnTo>
                <a:cubicBezTo>
                  <a:pt x="5370611" y="0"/>
                  <a:pt x="5399974" y="29363"/>
                  <a:pt x="5399974" y="65583"/>
                </a:cubicBezTo>
                <a:lnTo>
                  <a:pt x="5399974" y="327909"/>
                </a:lnTo>
                <a:cubicBezTo>
                  <a:pt x="5399974" y="364129"/>
                  <a:pt x="5370611" y="393492"/>
                  <a:pt x="5334391" y="393492"/>
                </a:cubicBezTo>
                <a:lnTo>
                  <a:pt x="65583" y="393492"/>
                </a:lnTo>
                <a:cubicBezTo>
                  <a:pt x="29363" y="393492"/>
                  <a:pt x="0" y="364129"/>
                  <a:pt x="0" y="327909"/>
                </a:cubicBezTo>
                <a:lnTo>
                  <a:pt x="0" y="6558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9256" tIns="19209" rIns="219256" bIns="19209" numCol="1" spcCol="1270" anchor="ctr" anchorCtr="0">
            <a:noAutofit/>
          </a:bodyPr>
          <a:lstStyle/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2000" kern="1200" dirty="0" smtClean="0"/>
              <a:t>SLA de Disponibilidade</a:t>
            </a:r>
            <a:endParaRPr lang="pt-BR" sz="2000" kern="1200" dirty="0"/>
          </a:p>
        </p:txBody>
      </p:sp>
      <p:sp>
        <p:nvSpPr>
          <p:cNvPr id="6" name="Forma livre 5"/>
          <p:cNvSpPr/>
          <p:nvPr/>
        </p:nvSpPr>
        <p:spPr>
          <a:xfrm>
            <a:off x="1122472" y="2304464"/>
            <a:ext cx="5502831" cy="1313492"/>
          </a:xfrm>
          <a:custGeom>
            <a:avLst/>
            <a:gdLst>
              <a:gd name="connsiteX0" fmla="*/ 0 w 7560840"/>
              <a:gd name="connsiteY0" fmla="*/ 0 h 1278445"/>
              <a:gd name="connsiteX1" fmla="*/ 7560840 w 7560840"/>
              <a:gd name="connsiteY1" fmla="*/ 0 h 1278445"/>
              <a:gd name="connsiteX2" fmla="*/ 7560840 w 7560840"/>
              <a:gd name="connsiteY2" fmla="*/ 1278445 h 1278445"/>
              <a:gd name="connsiteX3" fmla="*/ 0 w 7560840"/>
              <a:gd name="connsiteY3" fmla="*/ 1278445 h 1278445"/>
              <a:gd name="connsiteX4" fmla="*/ 0 w 7560840"/>
              <a:gd name="connsiteY4" fmla="*/ 0 h 1278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60840" h="1278445">
                <a:moveTo>
                  <a:pt x="0" y="0"/>
                </a:moveTo>
                <a:lnTo>
                  <a:pt x="7560840" y="0"/>
                </a:lnTo>
                <a:lnTo>
                  <a:pt x="7560840" y="1278445"/>
                </a:lnTo>
                <a:lnTo>
                  <a:pt x="0" y="127844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86805" tIns="604012" rIns="586805" bIns="99568" numCol="1" spcCol="1270" anchor="t" anchorCtr="0">
            <a:noAutofit/>
          </a:bodyPr>
          <a:lstStyle/>
          <a:p>
            <a:pPr marL="285750" lvl="1" indent="-28575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pt-BR" sz="1400" kern="1200" dirty="0" smtClean="0">
                <a:latin typeface="Arial" pitchFamily="34" charset="0"/>
                <a:cs typeface="Arial" pitchFamily="34" charset="0"/>
              </a:rPr>
              <a:t>SLA</a:t>
            </a:r>
            <a:endParaRPr lang="pt-BR" sz="1400" kern="1200" dirty="0"/>
          </a:p>
          <a:p>
            <a:pPr marL="285750" lvl="1" indent="-28575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pt-BR" sz="1400" kern="1200" dirty="0" smtClean="0">
                <a:latin typeface="Arial" pitchFamily="34" charset="0"/>
                <a:cs typeface="Arial" pitchFamily="34" charset="0"/>
              </a:rPr>
              <a:t>Quantidade de Solicitações</a:t>
            </a:r>
          </a:p>
          <a:p>
            <a:pPr marL="285750" lvl="1" indent="-28575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pt-BR" sz="1400" dirty="0" smtClean="0">
                <a:latin typeface="Arial" pitchFamily="34" charset="0"/>
                <a:cs typeface="Arial" pitchFamily="34" charset="0"/>
              </a:rPr>
              <a:t>Entrega de Gravações</a:t>
            </a:r>
            <a:endParaRPr lang="pt-BR" sz="1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Forma livre 7">
            <a:hlinkClick r:id="" action="ppaction://noaction"/>
          </p:cNvPr>
          <p:cNvSpPr/>
          <p:nvPr/>
        </p:nvSpPr>
        <p:spPr>
          <a:xfrm>
            <a:off x="1122473" y="2428981"/>
            <a:ext cx="5502831" cy="406517"/>
          </a:xfrm>
          <a:custGeom>
            <a:avLst/>
            <a:gdLst>
              <a:gd name="connsiteX0" fmla="*/ 0 w 5399974"/>
              <a:gd name="connsiteY0" fmla="*/ 65946 h 395670"/>
              <a:gd name="connsiteX1" fmla="*/ 65946 w 5399974"/>
              <a:gd name="connsiteY1" fmla="*/ 0 h 395670"/>
              <a:gd name="connsiteX2" fmla="*/ 5334028 w 5399974"/>
              <a:gd name="connsiteY2" fmla="*/ 0 h 395670"/>
              <a:gd name="connsiteX3" fmla="*/ 5399974 w 5399974"/>
              <a:gd name="connsiteY3" fmla="*/ 65946 h 395670"/>
              <a:gd name="connsiteX4" fmla="*/ 5399974 w 5399974"/>
              <a:gd name="connsiteY4" fmla="*/ 329724 h 395670"/>
              <a:gd name="connsiteX5" fmla="*/ 5334028 w 5399974"/>
              <a:gd name="connsiteY5" fmla="*/ 395670 h 395670"/>
              <a:gd name="connsiteX6" fmla="*/ 65946 w 5399974"/>
              <a:gd name="connsiteY6" fmla="*/ 395670 h 395670"/>
              <a:gd name="connsiteX7" fmla="*/ 0 w 5399974"/>
              <a:gd name="connsiteY7" fmla="*/ 329724 h 395670"/>
              <a:gd name="connsiteX8" fmla="*/ 0 w 5399974"/>
              <a:gd name="connsiteY8" fmla="*/ 65946 h 395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99974" h="395670">
                <a:moveTo>
                  <a:pt x="0" y="65946"/>
                </a:moveTo>
                <a:cubicBezTo>
                  <a:pt x="0" y="29525"/>
                  <a:pt x="29525" y="0"/>
                  <a:pt x="65946" y="0"/>
                </a:cubicBezTo>
                <a:lnTo>
                  <a:pt x="5334028" y="0"/>
                </a:lnTo>
                <a:cubicBezTo>
                  <a:pt x="5370449" y="0"/>
                  <a:pt x="5399974" y="29525"/>
                  <a:pt x="5399974" y="65946"/>
                </a:cubicBezTo>
                <a:lnTo>
                  <a:pt x="5399974" y="329724"/>
                </a:lnTo>
                <a:cubicBezTo>
                  <a:pt x="5399974" y="366145"/>
                  <a:pt x="5370449" y="395670"/>
                  <a:pt x="5334028" y="395670"/>
                </a:cubicBezTo>
                <a:lnTo>
                  <a:pt x="65946" y="395670"/>
                </a:lnTo>
                <a:cubicBezTo>
                  <a:pt x="29525" y="395670"/>
                  <a:pt x="0" y="366145"/>
                  <a:pt x="0" y="329724"/>
                </a:cubicBezTo>
                <a:lnTo>
                  <a:pt x="0" y="65946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9362" tIns="19315" rIns="219362" bIns="19315" numCol="1" spcCol="1270" anchor="ctr" anchorCtr="0">
            <a:noAutofit/>
          </a:bodyPr>
          <a:lstStyle/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2000" kern="1200" dirty="0" smtClean="0"/>
              <a:t>SLA de Gravação</a:t>
            </a:r>
            <a:endParaRPr lang="pt-BR" sz="2000" kern="1200" dirty="0"/>
          </a:p>
        </p:txBody>
      </p:sp>
      <p:sp>
        <p:nvSpPr>
          <p:cNvPr id="9" name="Forma livre 8"/>
          <p:cNvSpPr/>
          <p:nvPr/>
        </p:nvSpPr>
        <p:spPr>
          <a:xfrm>
            <a:off x="1122472" y="3560661"/>
            <a:ext cx="5535948" cy="1354413"/>
          </a:xfrm>
          <a:custGeom>
            <a:avLst/>
            <a:gdLst>
              <a:gd name="connsiteX0" fmla="*/ 0 w 7560840"/>
              <a:gd name="connsiteY0" fmla="*/ 0 h 1318275"/>
              <a:gd name="connsiteX1" fmla="*/ 7560840 w 7560840"/>
              <a:gd name="connsiteY1" fmla="*/ 0 h 1318275"/>
              <a:gd name="connsiteX2" fmla="*/ 7560840 w 7560840"/>
              <a:gd name="connsiteY2" fmla="*/ 1318275 h 1318275"/>
              <a:gd name="connsiteX3" fmla="*/ 0 w 7560840"/>
              <a:gd name="connsiteY3" fmla="*/ 1318275 h 1318275"/>
              <a:gd name="connsiteX4" fmla="*/ 0 w 7560840"/>
              <a:gd name="connsiteY4" fmla="*/ 0 h 1318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60840" h="1318275">
                <a:moveTo>
                  <a:pt x="0" y="0"/>
                </a:moveTo>
                <a:lnTo>
                  <a:pt x="7560840" y="0"/>
                </a:lnTo>
                <a:lnTo>
                  <a:pt x="7560840" y="1318275"/>
                </a:lnTo>
                <a:lnTo>
                  <a:pt x="0" y="131827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86805" tIns="604012" rIns="586805" bIns="206248" numCol="1" spcCol="1270" anchor="t" anchorCtr="0">
            <a:noAutofit/>
          </a:bodyPr>
          <a:lstStyle/>
          <a:p>
            <a:pPr marL="285750" lvl="1" indent="-285750" algn="l" defTabSz="1289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pt-BR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SLA de Incidentes </a:t>
            </a:r>
            <a:endParaRPr lang="pt-BR" sz="14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rma livre 10">
            <a:hlinkClick r:id="" action="ppaction://noaction"/>
          </p:cNvPr>
          <p:cNvSpPr/>
          <p:nvPr/>
        </p:nvSpPr>
        <p:spPr>
          <a:xfrm>
            <a:off x="1122472" y="3657236"/>
            <a:ext cx="5502831" cy="357739"/>
          </a:xfrm>
          <a:custGeom>
            <a:avLst/>
            <a:gdLst>
              <a:gd name="connsiteX0" fmla="*/ 0 w 5399974"/>
              <a:gd name="connsiteY0" fmla="*/ 58033 h 348194"/>
              <a:gd name="connsiteX1" fmla="*/ 58033 w 5399974"/>
              <a:gd name="connsiteY1" fmla="*/ 0 h 348194"/>
              <a:gd name="connsiteX2" fmla="*/ 5341941 w 5399974"/>
              <a:gd name="connsiteY2" fmla="*/ 0 h 348194"/>
              <a:gd name="connsiteX3" fmla="*/ 5399974 w 5399974"/>
              <a:gd name="connsiteY3" fmla="*/ 58033 h 348194"/>
              <a:gd name="connsiteX4" fmla="*/ 5399974 w 5399974"/>
              <a:gd name="connsiteY4" fmla="*/ 290161 h 348194"/>
              <a:gd name="connsiteX5" fmla="*/ 5341941 w 5399974"/>
              <a:gd name="connsiteY5" fmla="*/ 348194 h 348194"/>
              <a:gd name="connsiteX6" fmla="*/ 58033 w 5399974"/>
              <a:gd name="connsiteY6" fmla="*/ 348194 h 348194"/>
              <a:gd name="connsiteX7" fmla="*/ 0 w 5399974"/>
              <a:gd name="connsiteY7" fmla="*/ 290161 h 348194"/>
              <a:gd name="connsiteX8" fmla="*/ 0 w 5399974"/>
              <a:gd name="connsiteY8" fmla="*/ 58033 h 348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99974" h="348194">
                <a:moveTo>
                  <a:pt x="0" y="58033"/>
                </a:moveTo>
                <a:cubicBezTo>
                  <a:pt x="0" y="25982"/>
                  <a:pt x="25982" y="0"/>
                  <a:pt x="58033" y="0"/>
                </a:cubicBezTo>
                <a:lnTo>
                  <a:pt x="5341941" y="0"/>
                </a:lnTo>
                <a:cubicBezTo>
                  <a:pt x="5373992" y="0"/>
                  <a:pt x="5399974" y="25982"/>
                  <a:pt x="5399974" y="58033"/>
                </a:cubicBezTo>
                <a:lnTo>
                  <a:pt x="5399974" y="290161"/>
                </a:lnTo>
                <a:cubicBezTo>
                  <a:pt x="5399974" y="322212"/>
                  <a:pt x="5373992" y="348194"/>
                  <a:pt x="5341941" y="348194"/>
                </a:cubicBezTo>
                <a:lnTo>
                  <a:pt x="58033" y="348194"/>
                </a:lnTo>
                <a:cubicBezTo>
                  <a:pt x="25982" y="348194"/>
                  <a:pt x="0" y="322212"/>
                  <a:pt x="0" y="290161"/>
                </a:cubicBezTo>
                <a:lnTo>
                  <a:pt x="0" y="5803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7044" tIns="16997" rIns="217044" bIns="16997" numCol="1" spcCol="1270" anchor="ctr" anchorCtr="0">
            <a:noAutofit/>
          </a:bodyPr>
          <a:lstStyle/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2000" kern="1200" dirty="0" smtClean="0"/>
              <a:t>Service Desk</a:t>
            </a:r>
            <a:endParaRPr lang="pt-BR" sz="2000" kern="1200" dirty="0"/>
          </a:p>
        </p:txBody>
      </p:sp>
      <p:sp>
        <p:nvSpPr>
          <p:cNvPr id="13" name="Forma livre 12"/>
          <p:cNvSpPr/>
          <p:nvPr/>
        </p:nvSpPr>
        <p:spPr>
          <a:xfrm>
            <a:off x="1122472" y="4348446"/>
            <a:ext cx="5502831" cy="1241342"/>
          </a:xfrm>
          <a:custGeom>
            <a:avLst/>
            <a:gdLst>
              <a:gd name="connsiteX0" fmla="*/ 0 w 7560840"/>
              <a:gd name="connsiteY0" fmla="*/ 0 h 1208221"/>
              <a:gd name="connsiteX1" fmla="*/ 7560840 w 7560840"/>
              <a:gd name="connsiteY1" fmla="*/ 0 h 1208221"/>
              <a:gd name="connsiteX2" fmla="*/ 7560840 w 7560840"/>
              <a:gd name="connsiteY2" fmla="*/ 1208221 h 1208221"/>
              <a:gd name="connsiteX3" fmla="*/ 0 w 7560840"/>
              <a:gd name="connsiteY3" fmla="*/ 1208221 h 1208221"/>
              <a:gd name="connsiteX4" fmla="*/ 0 w 7560840"/>
              <a:gd name="connsiteY4" fmla="*/ 0 h 120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60840" h="1208221">
                <a:moveTo>
                  <a:pt x="0" y="0"/>
                </a:moveTo>
                <a:lnTo>
                  <a:pt x="7560840" y="0"/>
                </a:lnTo>
                <a:lnTo>
                  <a:pt x="7560840" y="1208221"/>
                </a:lnTo>
                <a:lnTo>
                  <a:pt x="0" y="120822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86805" tIns="604012" rIns="586805" bIns="113792" numCol="1" spcCol="1270" anchor="t" anchorCtr="0">
            <a:noAutofit/>
          </a:bodyPr>
          <a:lstStyle/>
          <a:p>
            <a:pPr marL="285750" lvl="1" indent="-285750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pt-BR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Sites</a:t>
            </a:r>
            <a:endParaRPr lang="pt-BR" sz="1400" kern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pt-BR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Tipo</a:t>
            </a:r>
            <a:endParaRPr lang="pt-BR" sz="14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orma livre 13">
            <a:hlinkClick r:id="" action="ppaction://noaction"/>
          </p:cNvPr>
          <p:cNvSpPr/>
          <p:nvPr/>
        </p:nvSpPr>
        <p:spPr>
          <a:xfrm>
            <a:off x="1122473" y="4543493"/>
            <a:ext cx="5502831" cy="308397"/>
          </a:xfrm>
          <a:custGeom>
            <a:avLst/>
            <a:gdLst>
              <a:gd name="connsiteX0" fmla="*/ 0 w 5399974"/>
              <a:gd name="connsiteY0" fmla="*/ 50029 h 300168"/>
              <a:gd name="connsiteX1" fmla="*/ 50029 w 5399974"/>
              <a:gd name="connsiteY1" fmla="*/ 0 h 300168"/>
              <a:gd name="connsiteX2" fmla="*/ 5349945 w 5399974"/>
              <a:gd name="connsiteY2" fmla="*/ 0 h 300168"/>
              <a:gd name="connsiteX3" fmla="*/ 5399974 w 5399974"/>
              <a:gd name="connsiteY3" fmla="*/ 50029 h 300168"/>
              <a:gd name="connsiteX4" fmla="*/ 5399974 w 5399974"/>
              <a:gd name="connsiteY4" fmla="*/ 250139 h 300168"/>
              <a:gd name="connsiteX5" fmla="*/ 5349945 w 5399974"/>
              <a:gd name="connsiteY5" fmla="*/ 300168 h 300168"/>
              <a:gd name="connsiteX6" fmla="*/ 50029 w 5399974"/>
              <a:gd name="connsiteY6" fmla="*/ 300168 h 300168"/>
              <a:gd name="connsiteX7" fmla="*/ 0 w 5399974"/>
              <a:gd name="connsiteY7" fmla="*/ 250139 h 300168"/>
              <a:gd name="connsiteX8" fmla="*/ 0 w 5399974"/>
              <a:gd name="connsiteY8" fmla="*/ 50029 h 30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99974" h="300168">
                <a:moveTo>
                  <a:pt x="0" y="50029"/>
                </a:moveTo>
                <a:cubicBezTo>
                  <a:pt x="0" y="22399"/>
                  <a:pt x="22399" y="0"/>
                  <a:pt x="50029" y="0"/>
                </a:cubicBezTo>
                <a:lnTo>
                  <a:pt x="5349945" y="0"/>
                </a:lnTo>
                <a:cubicBezTo>
                  <a:pt x="5377575" y="0"/>
                  <a:pt x="5399974" y="22399"/>
                  <a:pt x="5399974" y="50029"/>
                </a:cubicBezTo>
                <a:lnTo>
                  <a:pt x="5399974" y="250139"/>
                </a:lnTo>
                <a:cubicBezTo>
                  <a:pt x="5399974" y="277769"/>
                  <a:pt x="5377575" y="300168"/>
                  <a:pt x="5349945" y="300168"/>
                </a:cubicBezTo>
                <a:lnTo>
                  <a:pt x="50029" y="300168"/>
                </a:lnTo>
                <a:cubicBezTo>
                  <a:pt x="22399" y="300168"/>
                  <a:pt x="0" y="277769"/>
                  <a:pt x="0" y="250139"/>
                </a:cubicBezTo>
                <a:lnTo>
                  <a:pt x="0" y="50029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700" tIns="14653" rIns="214700" bIns="14653" numCol="1" spcCol="1270" anchor="ctr" anchorCtr="0">
            <a:noAutofit/>
          </a:bodyPr>
          <a:lstStyle/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2000" kern="1200" dirty="0" smtClean="0"/>
              <a:t>GMUD</a:t>
            </a:r>
            <a:endParaRPr lang="pt-BR" sz="2000" kern="1200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810196" y="184636"/>
            <a:ext cx="57430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50230">
              <a:spcBef>
                <a:spcPct val="0"/>
              </a:spcBef>
              <a:defRPr/>
            </a:pP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Sumário </a:t>
            </a:r>
          </a:p>
          <a:p>
            <a:pPr defTabSz="650230">
              <a:spcBef>
                <a:spcPct val="0"/>
              </a:spcBef>
              <a:defRPr/>
            </a:pP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Abril 2015</a:t>
            </a:r>
            <a:endParaRPr lang="pt-BR" sz="2400" b="1" dirty="0">
              <a:solidFill>
                <a:schemeClr val="accent1">
                  <a:lumMod val="50000"/>
                </a:schemeClr>
              </a:solidFill>
              <a:latin typeface="+mj-lt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037-583D-4C96-99F7-877710E53E73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01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4427984" y="1340768"/>
            <a:ext cx="25922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810196" y="184636"/>
            <a:ext cx="56974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650230">
              <a:spcBef>
                <a:spcPct val="0"/>
              </a:spcBef>
              <a:defRPr sz="2400" b="1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pt-BR" dirty="0"/>
              <a:t>SLA de Disponibilidade Operacional </a:t>
            </a:r>
            <a:endParaRPr lang="pt-BR" dirty="0" smtClean="0"/>
          </a:p>
          <a:p>
            <a:r>
              <a:rPr lang="pt-BR" dirty="0" smtClean="0"/>
              <a:t>Geral</a:t>
            </a:r>
            <a:endParaRPr lang="pt-BR" dirty="0"/>
          </a:p>
        </p:txBody>
      </p:sp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7053311"/>
              </p:ext>
            </p:extLst>
          </p:nvPr>
        </p:nvGraphicFramePr>
        <p:xfrm>
          <a:off x="0" y="3335482"/>
          <a:ext cx="9143999" cy="2691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Gráfico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613422"/>
              </p:ext>
            </p:extLst>
          </p:nvPr>
        </p:nvGraphicFramePr>
        <p:xfrm>
          <a:off x="0" y="1119329"/>
          <a:ext cx="9143999" cy="21412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019167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/>
          <p:cNvSpPr txBox="1"/>
          <p:nvPr/>
        </p:nvSpPr>
        <p:spPr>
          <a:xfrm>
            <a:off x="810196" y="184636"/>
            <a:ext cx="5756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50230">
              <a:spcBef>
                <a:spcPct val="0"/>
              </a:spcBef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SLA de Disponibilidade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Operacional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Antártica</a:t>
            </a:r>
          </a:p>
        </p:txBody>
      </p:sp>
      <p:graphicFrame>
        <p:nvGraphicFramePr>
          <p:cNvPr id="5" name="Gráfic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7536629"/>
              </p:ext>
            </p:extLst>
          </p:nvPr>
        </p:nvGraphicFramePr>
        <p:xfrm>
          <a:off x="2" y="1120725"/>
          <a:ext cx="9143998" cy="2142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Gráfic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0530842"/>
              </p:ext>
            </p:extLst>
          </p:nvPr>
        </p:nvGraphicFramePr>
        <p:xfrm>
          <a:off x="2" y="3325090"/>
          <a:ext cx="9106498" cy="27224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810265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/>
          <p:cNvSpPr txBox="1"/>
          <p:nvPr/>
        </p:nvSpPr>
        <p:spPr>
          <a:xfrm>
            <a:off x="810196" y="184636"/>
            <a:ext cx="5756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50230">
              <a:spcBef>
                <a:spcPct val="0"/>
              </a:spcBef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SLA de Disponibilidade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Operacional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Mackenzie</a:t>
            </a:r>
          </a:p>
        </p:txBody>
      </p:sp>
      <p:graphicFrame>
        <p:nvGraphicFramePr>
          <p:cNvPr id="6" name="Gráfic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3681616"/>
              </p:ext>
            </p:extLst>
          </p:nvPr>
        </p:nvGraphicFramePr>
        <p:xfrm>
          <a:off x="1" y="1120726"/>
          <a:ext cx="9143999" cy="2225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áfic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7490752"/>
              </p:ext>
            </p:extLst>
          </p:nvPr>
        </p:nvGraphicFramePr>
        <p:xfrm>
          <a:off x="1" y="3532909"/>
          <a:ext cx="9143999" cy="25353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6145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/>
          <p:cNvSpPr txBox="1"/>
          <p:nvPr/>
        </p:nvSpPr>
        <p:spPr>
          <a:xfrm>
            <a:off x="810196" y="184636"/>
            <a:ext cx="5743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50230">
              <a:spcBef>
                <a:spcPct val="0"/>
              </a:spcBef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SLA de Disponibilidade Operacional - Geral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037-583D-4C96-99F7-877710E53E73}" type="slidenum">
              <a:rPr lang="pt-BR" smtClean="0"/>
              <a:pPr/>
              <a:t>6</a:t>
            </a:fld>
            <a:endParaRPr lang="pt-BR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713" y="2319338"/>
            <a:ext cx="6124575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9241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/>
          <p:cNvSpPr txBox="1"/>
          <p:nvPr/>
        </p:nvSpPr>
        <p:spPr>
          <a:xfrm>
            <a:off x="810196" y="184636"/>
            <a:ext cx="57430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50230">
              <a:spcBef>
                <a:spcPct val="0"/>
              </a:spcBef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SLA de Disponibilidade Operacional - Antártica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037-583D-4C96-99F7-877710E53E73}" type="slidenum">
              <a:rPr lang="pt-BR" smtClean="0"/>
              <a:pPr/>
              <a:t>7</a:t>
            </a:fld>
            <a:endParaRPr lang="pt-B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1404938"/>
            <a:ext cx="8743950" cy="404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166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/>
          <p:cNvSpPr txBox="1"/>
          <p:nvPr/>
        </p:nvSpPr>
        <p:spPr>
          <a:xfrm>
            <a:off x="810196" y="184636"/>
            <a:ext cx="57430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50230">
              <a:spcBef>
                <a:spcPct val="0"/>
              </a:spcBef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SLA de Disponibilidade Operacional - Mackenzie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037-583D-4C96-99F7-877710E53E73}" type="slidenum">
              <a:rPr lang="pt-BR" smtClean="0"/>
              <a:pPr/>
              <a:t>8</a:t>
            </a:fld>
            <a:endParaRPr lang="pt-B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2662238"/>
            <a:ext cx="8743950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0559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/>
          <p:cNvSpPr txBox="1"/>
          <p:nvPr/>
        </p:nvSpPr>
        <p:spPr>
          <a:xfrm>
            <a:off x="810196" y="184636"/>
            <a:ext cx="5743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50230">
              <a:spcBef>
                <a:spcPct val="0"/>
              </a:spcBef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Disp. Operacional – Ofensor por Site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037-583D-4C96-99F7-877710E53E73}" type="slidenum">
              <a:rPr lang="pt-BR" smtClean="0"/>
              <a:pPr/>
              <a:t>9</a:t>
            </a:fld>
            <a:endParaRPr lang="pt-BR"/>
          </a:p>
        </p:txBody>
      </p:sp>
      <p:graphicFrame>
        <p:nvGraphicFramePr>
          <p:cNvPr id="8" name="Gráfico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727265"/>
              </p:ext>
            </p:extLst>
          </p:nvPr>
        </p:nvGraphicFramePr>
        <p:xfrm>
          <a:off x="124691" y="1101436"/>
          <a:ext cx="9019309" cy="234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3642277"/>
              </p:ext>
            </p:extLst>
          </p:nvPr>
        </p:nvGraphicFramePr>
        <p:xfrm>
          <a:off x="0" y="3377045"/>
          <a:ext cx="9144000" cy="2660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402466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/>
          <p:cNvSpPr txBox="1"/>
          <p:nvPr/>
        </p:nvSpPr>
        <p:spPr>
          <a:xfrm>
            <a:off x="810196" y="184636"/>
            <a:ext cx="5743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50230">
              <a:spcBef>
                <a:spcPct val="0"/>
              </a:spcBef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Disp. Operacional – Por Ofensor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037-583D-4C96-99F7-877710E53E73}" type="slidenum">
              <a:rPr lang="pt-BR" smtClean="0"/>
              <a:pPr/>
              <a:t>10</a:t>
            </a:fld>
            <a:endParaRPr lang="pt-BR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885950"/>
            <a:ext cx="8372475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03500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/>
          <p:cNvSpPr txBox="1"/>
          <p:nvPr/>
        </p:nvSpPr>
        <p:spPr>
          <a:xfrm>
            <a:off x="810196" y="184636"/>
            <a:ext cx="5743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50230">
              <a:spcBef>
                <a:spcPct val="0"/>
              </a:spcBef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SLA de Gravação – Geral 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037-583D-4C96-99F7-877710E53E73}" type="slidenum">
              <a:rPr lang="pt-BR" smtClean="0"/>
              <a:pPr/>
              <a:t>11</a:t>
            </a:fld>
            <a:endParaRPr lang="pt-BR"/>
          </a:p>
        </p:txBody>
      </p:sp>
      <p:graphicFrame>
        <p:nvGraphicFramePr>
          <p:cNvPr id="7" name="Gráfic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5790008"/>
              </p:ext>
            </p:extLst>
          </p:nvPr>
        </p:nvGraphicFramePr>
        <p:xfrm>
          <a:off x="1" y="3081119"/>
          <a:ext cx="9143999" cy="2919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Gráfico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5476565"/>
              </p:ext>
            </p:extLst>
          </p:nvPr>
        </p:nvGraphicFramePr>
        <p:xfrm>
          <a:off x="1" y="1205344"/>
          <a:ext cx="9143999" cy="1875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67457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aixaDeTexto 24"/>
          <p:cNvSpPr txBox="1"/>
          <p:nvPr/>
        </p:nvSpPr>
        <p:spPr>
          <a:xfrm>
            <a:off x="810196" y="184636"/>
            <a:ext cx="5743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50230">
              <a:spcBef>
                <a:spcPct val="0"/>
              </a:spcBef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SLA de Gravação – Por Site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037-583D-4C96-99F7-877710E53E73}" type="slidenum">
              <a:rPr lang="pt-BR" smtClean="0"/>
              <a:pPr/>
              <a:t>12</a:t>
            </a:fld>
            <a:endParaRPr lang="pt-BR"/>
          </a:p>
        </p:txBody>
      </p:sp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1737734"/>
              </p:ext>
            </p:extLst>
          </p:nvPr>
        </p:nvGraphicFramePr>
        <p:xfrm>
          <a:off x="120627" y="3345874"/>
          <a:ext cx="4513718" cy="2763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Gráfico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3901834"/>
              </p:ext>
            </p:extLst>
          </p:nvPr>
        </p:nvGraphicFramePr>
        <p:xfrm>
          <a:off x="4634345" y="3200400"/>
          <a:ext cx="4509655" cy="2826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Gráfic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1042054"/>
              </p:ext>
            </p:extLst>
          </p:nvPr>
        </p:nvGraphicFramePr>
        <p:xfrm>
          <a:off x="0" y="1131794"/>
          <a:ext cx="9143999" cy="20686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2511460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/>
          <p:cNvSpPr txBox="1"/>
          <p:nvPr/>
        </p:nvSpPr>
        <p:spPr>
          <a:xfrm>
            <a:off x="810196" y="184636"/>
            <a:ext cx="5709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50230">
              <a:spcBef>
                <a:spcPct val="0"/>
              </a:spcBef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SLA Service Desk – Incidentes Médio e Baixo Impacto  </a:t>
            </a:r>
          </a:p>
        </p:txBody>
      </p:sp>
      <p:graphicFrame>
        <p:nvGraphicFramePr>
          <p:cNvPr id="12" name="Gráfico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6013535"/>
              </p:ext>
            </p:extLst>
          </p:nvPr>
        </p:nvGraphicFramePr>
        <p:xfrm>
          <a:off x="0" y="1111828"/>
          <a:ext cx="9144001" cy="2213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Gráfico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0202289"/>
              </p:ext>
            </p:extLst>
          </p:nvPr>
        </p:nvGraphicFramePr>
        <p:xfrm>
          <a:off x="0" y="3512127"/>
          <a:ext cx="9144000" cy="2566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8173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/>
          <p:cNvSpPr txBox="1"/>
          <p:nvPr/>
        </p:nvSpPr>
        <p:spPr>
          <a:xfrm>
            <a:off x="810196" y="184636"/>
            <a:ext cx="57212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50230">
              <a:spcBef>
                <a:spcPct val="0"/>
              </a:spcBef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SLA Service Desk – Incidentes Ofensores Médio e Baixo Impacto </a:t>
            </a:r>
          </a:p>
        </p:txBody>
      </p:sp>
      <p:pic>
        <p:nvPicPr>
          <p:cNvPr id="1155" name="Picture 1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528" y="2566988"/>
            <a:ext cx="4493636" cy="193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466346"/>
              </p:ext>
            </p:extLst>
          </p:nvPr>
        </p:nvGraphicFramePr>
        <p:xfrm>
          <a:off x="352996" y="521493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" name="Planilha" showAsIcon="1" r:id="rId4" imgW="914400" imgH="771480" progId="Excel.Sheet.12">
                  <p:embed/>
                </p:oleObj>
              </mc:Choice>
              <mc:Fallback>
                <p:oleObj name="Planilha" showAsIcon="1" r:id="rId4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2996" y="521493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641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/>
          <p:cNvSpPr txBox="1"/>
          <p:nvPr/>
        </p:nvSpPr>
        <p:spPr>
          <a:xfrm>
            <a:off x="810196" y="184636"/>
            <a:ext cx="5768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50230">
              <a:spcBef>
                <a:spcPct val="0"/>
              </a:spcBef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SLA Service Desk – Total de Incidentes Médio e Baixo Impacto </a:t>
            </a:r>
          </a:p>
        </p:txBody>
      </p:sp>
      <p:graphicFrame>
        <p:nvGraphicFramePr>
          <p:cNvPr id="4" name="Gráfico 3"/>
          <p:cNvGraphicFramePr>
            <a:graphicFrameLocks/>
          </p:cNvGraphicFramePr>
          <p:nvPr/>
        </p:nvGraphicFramePr>
        <p:xfrm>
          <a:off x="997743" y="1740693"/>
          <a:ext cx="7148513" cy="3376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82789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/>
          <p:cNvSpPr txBox="1"/>
          <p:nvPr/>
        </p:nvSpPr>
        <p:spPr>
          <a:xfrm>
            <a:off x="810196" y="184636"/>
            <a:ext cx="5768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50230">
              <a:spcBef>
                <a:spcPct val="0"/>
              </a:spcBef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SLA Service Desk – Incidentes Ofensores Alto Impacto </a:t>
            </a:r>
          </a:p>
        </p:txBody>
      </p:sp>
      <p:graphicFrame>
        <p:nvGraphicFramePr>
          <p:cNvPr id="5" name="Gráfic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8476057"/>
              </p:ext>
            </p:extLst>
          </p:nvPr>
        </p:nvGraphicFramePr>
        <p:xfrm>
          <a:off x="997743" y="1588293"/>
          <a:ext cx="7408502" cy="3681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5304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ixaDeTexto 18"/>
          <p:cNvSpPr txBox="1"/>
          <p:nvPr/>
        </p:nvSpPr>
        <p:spPr>
          <a:xfrm>
            <a:off x="810196" y="184636"/>
            <a:ext cx="5743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50230">
              <a:spcBef>
                <a:spcPct val="0"/>
              </a:spcBef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Controle de Mudança – Geral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037-583D-4C96-99F7-877710E53E73}" type="slidenum">
              <a:rPr lang="pt-BR" smtClean="0"/>
              <a:pPr/>
              <a:t>17</a:t>
            </a:fld>
            <a:endParaRPr lang="pt-BR"/>
          </a:p>
        </p:txBody>
      </p:sp>
      <p:graphicFrame>
        <p:nvGraphicFramePr>
          <p:cNvPr id="8" name="Gráfico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2190627"/>
              </p:ext>
            </p:extLst>
          </p:nvPr>
        </p:nvGraphicFramePr>
        <p:xfrm>
          <a:off x="0" y="1054893"/>
          <a:ext cx="9143999" cy="21662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3051031"/>
              </p:ext>
            </p:extLst>
          </p:nvPr>
        </p:nvGraphicFramePr>
        <p:xfrm>
          <a:off x="-1" y="3400488"/>
          <a:ext cx="9143999" cy="2636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6764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/>
          <p:cNvSpPr txBox="1"/>
          <p:nvPr/>
        </p:nvSpPr>
        <p:spPr>
          <a:xfrm>
            <a:off x="810196" y="184636"/>
            <a:ext cx="5743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50230">
              <a:spcBef>
                <a:spcPct val="0"/>
              </a:spcBef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Tahoma" pitchFamily="34" charset="0"/>
                <a:cs typeface="Tahoma" pitchFamily="34" charset="0"/>
              </a:rPr>
              <a:t>Controle de Mudança – Por Site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5037-583D-4C96-99F7-877710E53E73}" type="slidenum">
              <a:rPr lang="pt-BR" smtClean="0"/>
              <a:pPr/>
              <a:t>18</a:t>
            </a:fld>
            <a:endParaRPr lang="pt-BR"/>
          </a:p>
        </p:txBody>
      </p:sp>
      <p:graphicFrame>
        <p:nvGraphicFramePr>
          <p:cNvPr id="8" name="Gráfico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9539911"/>
              </p:ext>
            </p:extLst>
          </p:nvPr>
        </p:nvGraphicFramePr>
        <p:xfrm>
          <a:off x="1" y="1083722"/>
          <a:ext cx="9144000" cy="2303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3862983"/>
              </p:ext>
            </p:extLst>
          </p:nvPr>
        </p:nvGraphicFramePr>
        <p:xfrm>
          <a:off x="1" y="3387436"/>
          <a:ext cx="9143999" cy="2639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0175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0" marR="0" indent="0" algn="just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200" b="0" i="0" dirty="0" err="1" smtClean="0">
            <a:solidFill>
              <a:schemeClr val="tx1">
                <a:lumMod val="50000"/>
                <a:lumOff val="50000"/>
              </a:schemeClr>
            </a:solidFill>
            <a:latin typeface="Tahoma"/>
            <a:cs typeface="Tahom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Logo Grupo Contax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0" marR="0" indent="0" algn="just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200" b="0" i="0" dirty="0" err="1" smtClean="0">
            <a:solidFill>
              <a:schemeClr val="tx1">
                <a:lumMod val="50000"/>
                <a:lumOff val="50000"/>
              </a:schemeClr>
            </a:solidFill>
            <a:latin typeface="Tahoma"/>
            <a:cs typeface="Tahoma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67893</TotalTime>
  <Words>271</Words>
  <Application>Microsoft Office PowerPoint</Application>
  <PresentationFormat>Apresentação na tela (4:3)</PresentationFormat>
  <Paragraphs>84</Paragraphs>
  <Slides>19</Slides>
  <Notes>5</Notes>
  <HiddenSlides>0</HiddenSlides>
  <MMClips>0</MMClips>
  <ScaleCrop>false</ScaleCrop>
  <HeadingPairs>
    <vt:vector size="6" baseType="variant">
      <vt:variant>
        <vt:lpstr>Tema</vt:lpstr>
      </vt:variant>
      <vt:variant>
        <vt:i4>5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Custom Design</vt:lpstr>
      <vt:lpstr>Office Theme</vt:lpstr>
      <vt:lpstr>Office Theme</vt:lpstr>
      <vt:lpstr>Logo Grupo Contax</vt:lpstr>
      <vt:lpstr>6_Custom Design</vt:lpstr>
      <vt:lpstr>Planilha do Microsoft Excel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Pamela Monique Suher</cp:lastModifiedBy>
  <cp:revision>1106</cp:revision>
  <cp:lastPrinted>2014-03-19T22:58:12Z</cp:lastPrinted>
  <dcterms:created xsi:type="dcterms:W3CDTF">2013-04-02T17:47:42Z</dcterms:created>
  <dcterms:modified xsi:type="dcterms:W3CDTF">2015-08-19T14:52:50Z</dcterms:modified>
</cp:coreProperties>
</file>