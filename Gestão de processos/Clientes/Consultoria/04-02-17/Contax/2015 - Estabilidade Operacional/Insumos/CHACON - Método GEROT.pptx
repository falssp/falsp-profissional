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6" r:id="rId4"/>
    <p:sldId id="268" r:id="rId5"/>
    <p:sldId id="270" r:id="rId6"/>
    <p:sldId id="272" r:id="rId7"/>
    <p:sldId id="277" r:id="rId8"/>
    <p:sldId id="275" r:id="rId9"/>
    <p:sldId id="273" r:id="rId10"/>
    <p:sldId id="276" r:id="rId11"/>
    <p:sldId id="269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34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4AC98C-233A-4BD0-A313-A55BFE306876}" type="doc">
      <dgm:prSet loTypeId="urn:microsoft.com/office/officeart/2005/8/layout/hList6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pt-BR"/>
        </a:p>
      </dgm:t>
    </dgm:pt>
    <dgm:pt modelId="{0896FE85-8173-4FCA-8EDA-9CA549E9F039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Problemas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2E9C29B-47BA-4764-9542-584175A4DB08}" type="parTrans" cxnId="{0078D703-F2EA-4E81-A125-00AD161392F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76FD4CE-5B8F-4055-9AC4-65EA5F2B557B}" type="sibTrans" cxnId="{0078D703-F2EA-4E81-A125-00AD161392F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2EAC221-D6EE-4A49-A5C5-FD2652F59691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Identificar os Problemas e manter Histórico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95DC47B5-42B7-44B7-BFB6-56628A63D63D}" type="parTrans" cxnId="{26E60020-92E7-4DEF-8B72-F29B5A459D26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A6DF5BC-2B89-49A4-A93B-A6BF3B9DC053}" type="sibTrans" cxnId="{26E60020-92E7-4DEF-8B72-F29B5A459D26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91C9397-8A3F-422D-AF8B-2F5D5C518CEC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Observação dos Problemas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B1D9017-0BB7-4AA4-A311-6F68186B5717}" type="parTrans" cxnId="{B8702FC8-61FA-4699-A58C-90868DF1A41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5E34BBD-53D6-4B06-905C-78C2F3948541}" type="sibTrans" cxnId="{B8702FC8-61FA-4699-A58C-90868DF1A41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483069E-76A4-466C-A0C0-07DFEDF8859D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Levantar possíveis Causas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E63438E-AED5-4C44-912A-6084B2164DC7}" type="parTrans" cxnId="{30EB2BBE-7F9C-45A9-B332-5C1594DF764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31CD150-1436-43DF-A712-61A31B52D067}" type="sibTrans" cxnId="{30EB2BBE-7F9C-45A9-B332-5C1594DF7643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76FC107-40C8-4FD6-A02A-9EE37F8E7D77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Mostrar Perdas e Ganhos viáveis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42132E6-9547-45DA-8FB5-9223388C6BC7}" type="parTrans" cxnId="{9C9068A9-1420-4711-9050-44A88FC93F40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045EAA85-841B-49E3-8375-6510AD8D5AE1}" type="sibTrans" cxnId="{9C9068A9-1420-4711-9050-44A88FC93F40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D0210D83-83BF-4E86-961B-E0460EFAD26E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Fazer Análise de Pareto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31C87B45-6BA0-401F-982F-6FF319B1B191}" type="parTrans" cxnId="{7EE0B454-B1B5-4C6C-8009-E31EDAECBBFE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C35263D-AA6C-4E61-A00B-3303D87D63E2}" type="sibTrans" cxnId="{7EE0B454-B1B5-4C6C-8009-E31EDAECBBFE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717C1ABB-6ECA-45F3-AA21-CFCCE9E8B1B2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Nomear "Donos"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66F5D5E4-8F42-4F67-8B78-C4BAB0D64EC1}" type="parTrans" cxnId="{166D7BFA-545A-4E37-B849-1DC50CD80D1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45B2A49A-4B88-4C42-B3BC-5DD57FAFCA36}" type="sibTrans" cxnId="{166D7BFA-545A-4E37-B849-1DC50CD80D1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B28FAC8B-E2DD-46A8-B5AD-102F41DEBD14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Escolher Causas mais prováveis (hipóteses)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1FE8EA0-B46E-4866-B47E-61A32B3510F7}" type="parTrans" cxnId="{E6540317-B8CC-49B5-90C7-550EFE8D5051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378D285-DA87-49E0-9653-C7D8FC5ACA96}" type="sibTrans" cxnId="{E6540317-B8CC-49B5-90C7-550EFE8D5051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D09282D-3A3D-4CEF-ACB8-8747A4E0CF46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as Causas escolhidas (verificar hipóteses)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933D122C-A1FF-4C72-94EC-E638B88C408F}" type="parTrans" cxnId="{D75DA056-96A1-424C-917F-128FAA3AAAA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333AAED-A974-4BFC-9E24-71389CB6DF8C}" type="sibTrans" cxnId="{D75DA056-96A1-424C-917F-128FAA3AAAA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571CD12-23C1-4F95-8A7D-8020419A620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Houve confirmação?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FB6C2F3-C393-4E86-A3DA-A0D1266EE5E3}" type="parTrans" cxnId="{EBBFD8D3-DB29-44C1-8DF4-4157A58486DD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E1FB972-C23B-49E7-BD43-BB63C41838A4}" type="sibTrans" cxnId="{EBBFD8D3-DB29-44C1-8DF4-4157A58486DD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68B0BC0-5889-481C-A129-20B4E1C47A8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Testar consistência da Causa confirmada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082AEBE-3DFC-4E2E-AA1D-9A6B5D75FE77}" type="parTrans" cxnId="{81156018-183F-40C9-9CC7-102A7A22242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3648C4A-578C-4DEA-9189-AB47062F66EE}" type="sibTrans" cxnId="{81156018-183F-40C9-9CC7-102A7A222427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91FA452-70F2-4AD5-A022-D0A92AF825C1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Elaborar Planos de Ação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CCE91717-43DF-4DAD-BEE4-94C0D0513050}" type="parTrans" cxnId="{F12A635B-9A11-4262-87E6-C135FE0B449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6E0B9A9-BE17-4975-8B8C-1A9D82C997FF}" type="sibTrans" cxnId="{F12A635B-9A11-4262-87E6-C135FE0B4495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9C436A2-BFB2-400F-967D-FEE0FEEFAAF0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Descrever os Fatos (sintomas) e as Causas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52C55C38-6E4E-491E-9874-B652B3D5F6AE}" type="parTrans" cxnId="{13E43B15-2730-47A3-A2D6-D0D3B7566914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38BE1DF-0B40-4CFB-89FC-81C6EC04FBE3}" type="sibTrans" cxnId="{13E43B15-2730-47A3-A2D6-D0D3B7566914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60CB6312-D6A8-4A9F-BC3E-EA255A3811CC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Estabelecer prazos, orçamento, definir meta e benefícios alcançados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07D0FD5F-4881-47C0-BEDB-16BFB342E89F}" type="parTrans" cxnId="{9BE39BC2-F45B-489D-B0E0-9A5BFFBAE08F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34A0EF2D-2619-4587-BE1A-C0414A426876}" type="sibTrans" cxnId="{9BE39BC2-F45B-489D-B0E0-9A5BFFBAE08F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A6F86715-E33D-4774-A7B2-87521C532898}">
      <dgm:prSet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Colocar em “regime” ou “cadência” de gestão (GEROT)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E0575094-DB6A-49AF-AB5A-4A4260AED145}" type="parTrans" cxnId="{92E1E71D-AD15-4DE4-B5D6-5327149060F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F32B083C-C656-46D3-93AC-8B3B0BEEC2FF}" type="sibTrans" cxnId="{92E1E71D-AD15-4DE4-B5D6-5327149060F8}">
      <dgm:prSet/>
      <dgm:spPr/>
      <dgm:t>
        <a:bodyPr/>
        <a:lstStyle/>
        <a:p>
          <a:pPr>
            <a:spcAft>
              <a:spcPts val="600"/>
            </a:spcAft>
          </a:pPr>
          <a:endParaRPr lang="pt-BR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4C3D9BE9-CAA2-480A-AF9F-14731C62915C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bases de informações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1CB088D9-D35E-4077-AC6D-A6522D131839}" type="parTrans" cxnId="{453BCFDD-2CEE-47B9-BE33-19162C160084}">
      <dgm:prSet/>
      <dgm:spPr/>
      <dgm:t>
        <a:bodyPr/>
        <a:lstStyle/>
        <a:p>
          <a:endParaRPr lang="pt-BR"/>
        </a:p>
      </dgm:t>
    </dgm:pt>
    <dgm:pt modelId="{2A344BF5-2ED1-43C1-94F7-C079866D5F5E}" type="sibTrans" cxnId="{453BCFDD-2CEE-47B9-BE33-19162C160084}">
      <dgm:prSet/>
      <dgm:spPr/>
      <dgm:t>
        <a:bodyPr/>
        <a:lstStyle/>
        <a:p>
          <a:endParaRPr lang="pt-BR"/>
        </a:p>
      </dgm:t>
    </dgm:pt>
    <dgm:pt modelId="{88B3E10E-1D25-48A6-87C3-AC43D636B1E5}">
      <dgm:prSet phldrT="[Texto]"/>
      <dgm:spPr/>
      <dgm:t>
        <a:bodyPr/>
        <a:lstStyle/>
        <a:p>
          <a:pPr>
            <a:spcAft>
              <a:spcPts val="600"/>
            </a:spcAft>
          </a:pP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Ouvir as principais ‘dores”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5DBB6C12-42A4-4DEF-B6BA-B16AC749BB34}" type="parTrans" cxnId="{C4D0D8E6-2AC4-4FBE-8CB1-12182BA7CE03}">
      <dgm:prSet/>
      <dgm:spPr/>
      <dgm:t>
        <a:bodyPr/>
        <a:lstStyle/>
        <a:p>
          <a:endParaRPr lang="pt-BR"/>
        </a:p>
      </dgm:t>
    </dgm:pt>
    <dgm:pt modelId="{572B2962-F5B7-42D9-963B-F1D75D5B4D43}" type="sibTrans" cxnId="{C4D0D8E6-2AC4-4FBE-8CB1-12182BA7CE03}">
      <dgm:prSet/>
      <dgm:spPr/>
      <dgm:t>
        <a:bodyPr/>
        <a:lstStyle/>
        <a:p>
          <a:endParaRPr lang="pt-BR"/>
        </a:p>
      </dgm:t>
    </dgm:pt>
    <dgm:pt modelId="{FB504A29-2192-4445-9C64-AD432C06D38A}">
      <dgm:prSet/>
      <dgm:spPr/>
      <dgm:t>
        <a:bodyPr/>
        <a:lstStyle/>
        <a:p>
          <a:pPr>
            <a:spcAft>
              <a:spcPts val="600"/>
            </a:spcAft>
          </a:pPr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Definir 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Ações, Responsáveis e apontar os Prazos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81425051-A266-4DA4-A68C-CD59F9070473}" type="parTrans" cxnId="{CA9A7594-3573-49EE-83B1-EE43C57298D3}">
      <dgm:prSet/>
      <dgm:spPr/>
      <dgm:t>
        <a:bodyPr/>
        <a:lstStyle/>
        <a:p>
          <a:endParaRPr lang="pt-BR"/>
        </a:p>
      </dgm:t>
    </dgm:pt>
    <dgm:pt modelId="{9A575FCB-8484-4002-AE77-14D4C0C8233F}" type="sibTrans" cxnId="{CA9A7594-3573-49EE-83B1-EE43C57298D3}">
      <dgm:prSet/>
      <dgm:spPr/>
      <dgm:t>
        <a:bodyPr/>
        <a:lstStyle/>
        <a:p>
          <a:endParaRPr lang="pt-BR"/>
        </a:p>
      </dgm:t>
    </dgm:pt>
    <dgm:pt modelId="{49221E90-E54D-444B-B932-470A3F5AA727}">
      <dgm:prSet phldrT="[Texto]"/>
      <dgm:spPr/>
      <dgm:t>
        <a:bodyPr/>
        <a:lstStyle/>
        <a:p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Descobrir as características do problema através da coleta de dados (estratificação, verificação (5W2H), Pareto para priorização) e análise </a:t>
          </a:r>
          <a:r>
            <a:rPr lang="pt-BR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in-loco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 do problema</a:t>
          </a:r>
          <a:endParaRPr lang="pt-BR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rebuchet MS" panose="020B0603020202020204" pitchFamily="34" charset="0"/>
          </a:endParaRPr>
        </a:p>
      </dgm:t>
    </dgm:pt>
    <dgm:pt modelId="{20247C5D-9102-4E1E-A398-3DC4E2B5C9A0}" type="parTrans" cxnId="{192CE3CD-1C5D-41D6-97D2-41504B116817}">
      <dgm:prSet/>
      <dgm:spPr/>
      <dgm:t>
        <a:bodyPr/>
        <a:lstStyle/>
        <a:p>
          <a:endParaRPr lang="pt-BR"/>
        </a:p>
      </dgm:t>
    </dgm:pt>
    <dgm:pt modelId="{1AAF2B5E-4AFC-4461-8F28-AFEFB2CEF62B}" type="sibTrans" cxnId="{192CE3CD-1C5D-41D6-97D2-41504B116817}">
      <dgm:prSet/>
      <dgm:spPr/>
      <dgm:t>
        <a:bodyPr/>
        <a:lstStyle/>
        <a:p>
          <a:endParaRPr lang="pt-BR"/>
        </a:p>
      </dgm:t>
    </dgm:pt>
    <dgm:pt modelId="{C91C52EC-4A14-43B0-9819-D283C139223B}">
      <dgm:prSet phldrT="[Texto]"/>
      <dgm:spPr/>
      <dgm:t>
        <a:bodyPr/>
        <a:lstStyle/>
        <a:p>
          <a:r>
            <a:rPr lang="pt-BR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Analisar </a:t>
          </a:r>
          <a:r>
            <a:rPr lang="pt-B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</a:rPr>
            <a:t>Problemas</a:t>
          </a:r>
          <a:endParaRPr lang="pt-BR"/>
        </a:p>
      </dgm:t>
    </dgm:pt>
    <dgm:pt modelId="{FBBA716A-65B1-4FD1-82BF-6D4D4DF35EC6}" type="parTrans" cxnId="{A3055C85-C8F4-4EC3-BC94-020FD7F5101C}">
      <dgm:prSet/>
      <dgm:spPr/>
      <dgm:t>
        <a:bodyPr/>
        <a:lstStyle/>
        <a:p>
          <a:endParaRPr lang="pt-BR"/>
        </a:p>
      </dgm:t>
    </dgm:pt>
    <dgm:pt modelId="{4AC27DD6-3A5F-49A5-9F73-6441C3726A1F}" type="sibTrans" cxnId="{A3055C85-C8F4-4EC3-BC94-020FD7F5101C}">
      <dgm:prSet/>
      <dgm:spPr/>
      <dgm:t>
        <a:bodyPr/>
        <a:lstStyle/>
        <a:p>
          <a:endParaRPr lang="pt-BR"/>
        </a:p>
      </dgm:t>
    </dgm:pt>
    <dgm:pt modelId="{919627AA-A68D-45D6-ABFC-C37AE596B66D}" type="pres">
      <dgm:prSet presAssocID="{9C4AC98C-233A-4BD0-A313-A55BFE30687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F3DA0F9-E476-4F35-8E5D-76359BB6D16F}" type="pres">
      <dgm:prSet presAssocID="{0896FE85-8173-4FCA-8EDA-9CA549E9F039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D673F52-414B-4FEE-8A81-A86BC18E3501}" type="pres">
      <dgm:prSet presAssocID="{B76FD4CE-5B8F-4055-9AC4-65EA5F2B557B}" presName="sibTrans" presStyleCnt="0"/>
      <dgm:spPr/>
    </dgm:pt>
    <dgm:pt modelId="{CA320BD7-BFAE-4C9B-B1E5-EAAFFC817477}" type="pres">
      <dgm:prSet presAssocID="{A91C9397-8A3F-422D-AF8B-2F5D5C518CEC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567E081-FCBC-4705-83BB-2CDD3C94A68D}" type="pres">
      <dgm:prSet presAssocID="{C5E34BBD-53D6-4B06-905C-78C2F3948541}" presName="sibTrans" presStyleCnt="0"/>
      <dgm:spPr/>
    </dgm:pt>
    <dgm:pt modelId="{C7B6D0D8-64B6-4058-8DA2-669E24BB67BC}" type="pres">
      <dgm:prSet presAssocID="{C91C52EC-4A14-43B0-9819-D283C139223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041958-7A83-4437-A43D-56CEF79EA3C3}" type="pres">
      <dgm:prSet presAssocID="{4AC27DD6-3A5F-49A5-9F73-6441C3726A1F}" presName="sibTrans" presStyleCnt="0"/>
      <dgm:spPr/>
    </dgm:pt>
    <dgm:pt modelId="{F4200695-8F24-499B-B989-1CA87BB38431}" type="pres">
      <dgm:prSet presAssocID="{F91FA452-70F2-4AD5-A022-D0A92AF825C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C89E6EE-EEBB-4FDD-A3EA-BBCE730EF11F}" type="presOf" srcId="{4C3D9BE9-CAA2-480A-AF9F-14731C62915C}" destId="{8F3DA0F9-E476-4F35-8E5D-76359BB6D16F}" srcOrd="0" destOrd="1" presId="urn:microsoft.com/office/officeart/2005/8/layout/hList6"/>
    <dgm:cxn modelId="{5C33BA09-9675-4688-9976-73D2B44DDF01}" type="presOf" srcId="{A6F86715-E33D-4774-A7B2-87521C532898}" destId="{F4200695-8F24-499B-B989-1CA87BB38431}" srcOrd="0" destOrd="4" presId="urn:microsoft.com/office/officeart/2005/8/layout/hList6"/>
    <dgm:cxn modelId="{92E1E71D-AD15-4DE4-B5D6-5327149060F8}" srcId="{F91FA452-70F2-4AD5-A022-D0A92AF825C1}" destId="{A6F86715-E33D-4774-A7B2-87521C532898}" srcOrd="3" destOrd="0" parTransId="{E0575094-DB6A-49AF-AB5A-4A4260AED145}" sibTransId="{F32B083C-C656-46D3-93AC-8B3B0BEEC2FF}"/>
    <dgm:cxn modelId="{8C5D8017-1146-490C-AAF1-33E65C977414}" type="presOf" srcId="{A2EAC221-D6EE-4A49-A5C5-FD2652F59691}" destId="{8F3DA0F9-E476-4F35-8E5D-76359BB6D16F}" srcOrd="0" destOrd="3" presId="urn:microsoft.com/office/officeart/2005/8/layout/hList6"/>
    <dgm:cxn modelId="{13E43B15-2730-47A3-A2D6-D0D3B7566914}" srcId="{F91FA452-70F2-4AD5-A022-D0A92AF825C1}" destId="{F9C436A2-BFB2-400F-967D-FEE0FEEFAAF0}" srcOrd="0" destOrd="0" parTransId="{52C55C38-6E4E-491E-9874-B652B3D5F6AE}" sibTransId="{238BE1DF-0B40-4CFB-89FC-81C6EC04FBE3}"/>
    <dgm:cxn modelId="{1D1AF780-E758-4575-9762-9CC693C02C3A}" type="presOf" srcId="{B28FAC8B-E2DD-46A8-B5AD-102F41DEBD14}" destId="{C7B6D0D8-64B6-4058-8DA2-669E24BB67BC}" srcOrd="0" destOrd="2" presId="urn:microsoft.com/office/officeart/2005/8/layout/hList6"/>
    <dgm:cxn modelId="{26E60020-92E7-4DEF-8B72-F29B5A459D26}" srcId="{0896FE85-8173-4FCA-8EDA-9CA549E9F039}" destId="{A2EAC221-D6EE-4A49-A5C5-FD2652F59691}" srcOrd="2" destOrd="0" parTransId="{95DC47B5-42B7-44B7-BFB6-56628A63D63D}" sibTransId="{AA6DF5BC-2B89-49A4-A93B-A6BF3B9DC053}"/>
    <dgm:cxn modelId="{10F7D10B-E0AF-4843-87A4-FA0CEC52C915}" type="presOf" srcId="{9C4AC98C-233A-4BD0-A313-A55BFE306876}" destId="{919627AA-A68D-45D6-ABFC-C37AE596B66D}" srcOrd="0" destOrd="0" presId="urn:microsoft.com/office/officeart/2005/8/layout/hList6"/>
    <dgm:cxn modelId="{0078D703-F2EA-4E81-A125-00AD161392F5}" srcId="{9C4AC98C-233A-4BD0-A313-A55BFE306876}" destId="{0896FE85-8173-4FCA-8EDA-9CA549E9F039}" srcOrd="0" destOrd="0" parTransId="{C2E9C29B-47BA-4764-9542-584175A4DB08}" sibTransId="{B76FD4CE-5B8F-4055-9AC4-65EA5F2B557B}"/>
    <dgm:cxn modelId="{B8702FC8-61FA-4699-A58C-90868DF1A413}" srcId="{9C4AC98C-233A-4BD0-A313-A55BFE306876}" destId="{A91C9397-8A3F-422D-AF8B-2F5D5C518CEC}" srcOrd="1" destOrd="0" parTransId="{EB1D9017-0BB7-4AA4-A311-6F68186B5717}" sibTransId="{C5E34BBD-53D6-4B06-905C-78C2F3948541}"/>
    <dgm:cxn modelId="{453BCFDD-2CEE-47B9-BE33-19162C160084}" srcId="{0896FE85-8173-4FCA-8EDA-9CA549E9F039}" destId="{4C3D9BE9-CAA2-480A-AF9F-14731C62915C}" srcOrd="0" destOrd="0" parTransId="{1CB088D9-D35E-4077-AC6D-A6522D131839}" sibTransId="{2A344BF5-2ED1-43C1-94F7-C079866D5F5E}"/>
    <dgm:cxn modelId="{CB06CA00-FDC9-4BB1-BE8B-F9F7D823B10C}" type="presOf" srcId="{D0210D83-83BF-4E86-961B-E0460EFAD26E}" destId="{8F3DA0F9-E476-4F35-8E5D-76359BB6D16F}" srcOrd="0" destOrd="5" presId="urn:microsoft.com/office/officeart/2005/8/layout/hList6"/>
    <dgm:cxn modelId="{7CF04FDF-CFB6-4B48-8D39-77C7D12340E0}" type="presOf" srcId="{2D09282D-3A3D-4CEF-ACB8-8747A4E0CF46}" destId="{C7B6D0D8-64B6-4058-8DA2-669E24BB67BC}" srcOrd="0" destOrd="3" presId="urn:microsoft.com/office/officeart/2005/8/layout/hList6"/>
    <dgm:cxn modelId="{CA9A7594-3573-49EE-83B1-EE43C57298D3}" srcId="{F91FA452-70F2-4AD5-A022-D0A92AF825C1}" destId="{FB504A29-2192-4445-9C64-AD432C06D38A}" srcOrd="2" destOrd="0" parTransId="{81425051-A266-4DA4-A68C-CD59F9070473}" sibTransId="{9A575FCB-8484-4002-AE77-14D4C0C8233F}"/>
    <dgm:cxn modelId="{8DD8373E-3B0B-4512-AA92-0DB9A59C8F47}" type="presOf" srcId="{C91C52EC-4A14-43B0-9819-D283C139223B}" destId="{C7B6D0D8-64B6-4058-8DA2-669E24BB67BC}" srcOrd="0" destOrd="0" presId="urn:microsoft.com/office/officeart/2005/8/layout/hList6"/>
    <dgm:cxn modelId="{89B791D8-5245-45E9-B486-809DDFE8DAFD}" type="presOf" srcId="{717C1ABB-6ECA-45F3-AA21-CFCCE9E8B1B2}" destId="{8F3DA0F9-E476-4F35-8E5D-76359BB6D16F}" srcOrd="0" destOrd="6" presId="urn:microsoft.com/office/officeart/2005/8/layout/hList6"/>
    <dgm:cxn modelId="{E6540317-B8CC-49B5-90C7-550EFE8D5051}" srcId="{C91C52EC-4A14-43B0-9819-D283C139223B}" destId="{B28FAC8B-E2DD-46A8-B5AD-102F41DEBD14}" srcOrd="1" destOrd="0" parTransId="{21FE8EA0-B46E-4866-B47E-61A32B3510F7}" sibTransId="{8378D285-DA87-49E0-9653-C7D8FC5ACA96}"/>
    <dgm:cxn modelId="{166D7BFA-545A-4E37-B849-1DC50CD80D18}" srcId="{0896FE85-8173-4FCA-8EDA-9CA549E9F039}" destId="{717C1ABB-6ECA-45F3-AA21-CFCCE9E8B1B2}" srcOrd="5" destOrd="0" parTransId="{66F5D5E4-8F42-4F67-8B78-C4BAB0D64EC1}" sibTransId="{45B2A49A-4B88-4C42-B3BC-5DD57FAFCA36}"/>
    <dgm:cxn modelId="{7EE0B454-B1B5-4C6C-8009-E31EDAECBBFE}" srcId="{0896FE85-8173-4FCA-8EDA-9CA549E9F039}" destId="{D0210D83-83BF-4E86-961B-E0460EFAD26E}" srcOrd="4" destOrd="0" parTransId="{31C87B45-6BA0-401F-982F-6FF319B1B191}" sibTransId="{CC35263D-AA6C-4E61-A00B-3303D87D63E2}"/>
    <dgm:cxn modelId="{2B318D47-E774-4375-931A-A6517603C37F}" type="presOf" srcId="{A571CD12-23C1-4F95-8A7D-8020419A6208}" destId="{C7B6D0D8-64B6-4058-8DA2-669E24BB67BC}" srcOrd="0" destOrd="4" presId="urn:microsoft.com/office/officeart/2005/8/layout/hList6"/>
    <dgm:cxn modelId="{124F191F-E4D9-4F21-890D-3A02AA766817}" type="presOf" srcId="{A91C9397-8A3F-422D-AF8B-2F5D5C518CEC}" destId="{CA320BD7-BFAE-4C9B-B1E5-EAAFFC817477}" srcOrd="0" destOrd="0" presId="urn:microsoft.com/office/officeart/2005/8/layout/hList6"/>
    <dgm:cxn modelId="{192CE3CD-1C5D-41D6-97D2-41504B116817}" srcId="{A91C9397-8A3F-422D-AF8B-2F5D5C518CEC}" destId="{49221E90-E54D-444B-B932-470A3F5AA727}" srcOrd="0" destOrd="0" parTransId="{20247C5D-9102-4E1E-A398-3DC4E2B5C9A0}" sibTransId="{1AAF2B5E-4AFC-4461-8F28-AFEFB2CEF62B}"/>
    <dgm:cxn modelId="{7B579368-8323-4538-8A90-2FACF8312863}" type="presOf" srcId="{60CB6312-D6A8-4A9F-BC3E-EA255A3811CC}" destId="{F4200695-8F24-499B-B989-1CA87BB38431}" srcOrd="0" destOrd="2" presId="urn:microsoft.com/office/officeart/2005/8/layout/hList6"/>
    <dgm:cxn modelId="{D75DA056-96A1-424C-917F-128FAA3AAAA7}" srcId="{C91C52EC-4A14-43B0-9819-D283C139223B}" destId="{2D09282D-3A3D-4CEF-ACB8-8747A4E0CF46}" srcOrd="2" destOrd="0" parTransId="{933D122C-A1FF-4C72-94EC-E638B88C408F}" sibTransId="{F333AAED-A974-4BFC-9E24-71389CB6DF8C}"/>
    <dgm:cxn modelId="{CD83CD29-E25E-4589-9068-380A4E594EAD}" type="presOf" srcId="{49221E90-E54D-444B-B932-470A3F5AA727}" destId="{CA320BD7-BFAE-4C9B-B1E5-EAAFFC817477}" srcOrd="0" destOrd="1" presId="urn:microsoft.com/office/officeart/2005/8/layout/hList6"/>
    <dgm:cxn modelId="{81156018-183F-40C9-9CC7-102A7A222427}" srcId="{C91C52EC-4A14-43B0-9819-D283C139223B}" destId="{868B0BC0-5889-481C-A129-20B4E1C47A88}" srcOrd="4" destOrd="0" parTransId="{8082AEBE-3DFC-4E2E-AA1D-9A6B5D75FE77}" sibTransId="{A3648C4A-578C-4DEA-9189-AB47062F66EE}"/>
    <dgm:cxn modelId="{54B48F8B-4BE7-4EFE-A260-6BAB05F8103A}" type="presOf" srcId="{F91FA452-70F2-4AD5-A022-D0A92AF825C1}" destId="{F4200695-8F24-499B-B989-1CA87BB38431}" srcOrd="0" destOrd="0" presId="urn:microsoft.com/office/officeart/2005/8/layout/hList6"/>
    <dgm:cxn modelId="{A4B25274-EEA2-4B51-B3FB-E725C0A17019}" type="presOf" srcId="{88B3E10E-1D25-48A6-87C3-AC43D636B1E5}" destId="{8F3DA0F9-E476-4F35-8E5D-76359BB6D16F}" srcOrd="0" destOrd="2" presId="urn:microsoft.com/office/officeart/2005/8/layout/hList6"/>
    <dgm:cxn modelId="{FA452D64-ED07-473F-9559-F8B77D91A0E0}" type="presOf" srcId="{E76FC107-40C8-4FD6-A02A-9EE37F8E7D77}" destId="{8F3DA0F9-E476-4F35-8E5D-76359BB6D16F}" srcOrd="0" destOrd="4" presId="urn:microsoft.com/office/officeart/2005/8/layout/hList6"/>
    <dgm:cxn modelId="{9BE39BC2-F45B-489D-B0E0-9A5BFFBAE08F}" srcId="{F91FA452-70F2-4AD5-A022-D0A92AF825C1}" destId="{60CB6312-D6A8-4A9F-BC3E-EA255A3811CC}" srcOrd="1" destOrd="0" parTransId="{07D0FD5F-4881-47C0-BEDB-16BFB342E89F}" sibTransId="{34A0EF2D-2619-4587-BE1A-C0414A426876}"/>
    <dgm:cxn modelId="{D6B1DC5C-AFF9-47A2-B9D0-63C8A76FFA25}" type="presOf" srcId="{FB504A29-2192-4445-9C64-AD432C06D38A}" destId="{F4200695-8F24-499B-B989-1CA87BB38431}" srcOrd="0" destOrd="3" presId="urn:microsoft.com/office/officeart/2005/8/layout/hList6"/>
    <dgm:cxn modelId="{EBBFD8D3-DB29-44C1-8DF4-4157A58486DD}" srcId="{C91C52EC-4A14-43B0-9819-D283C139223B}" destId="{A571CD12-23C1-4F95-8A7D-8020419A6208}" srcOrd="3" destOrd="0" parTransId="{CFB6C2F3-C393-4E86-A3DA-A0D1266EE5E3}" sibTransId="{8E1FB972-C23B-49E7-BD43-BB63C41838A4}"/>
    <dgm:cxn modelId="{ACA9BFB3-6429-46A8-B8C6-470F1E65DCD8}" type="presOf" srcId="{F9C436A2-BFB2-400F-967D-FEE0FEEFAAF0}" destId="{F4200695-8F24-499B-B989-1CA87BB38431}" srcOrd="0" destOrd="1" presId="urn:microsoft.com/office/officeart/2005/8/layout/hList6"/>
    <dgm:cxn modelId="{0C9EDC51-2341-4F3C-BB13-C7DE200F56AC}" type="presOf" srcId="{868B0BC0-5889-481C-A129-20B4E1C47A88}" destId="{C7B6D0D8-64B6-4058-8DA2-669E24BB67BC}" srcOrd="0" destOrd="5" presId="urn:microsoft.com/office/officeart/2005/8/layout/hList6"/>
    <dgm:cxn modelId="{30EB2BBE-7F9C-45A9-B332-5C1594DF7643}" srcId="{C91C52EC-4A14-43B0-9819-D283C139223B}" destId="{B483069E-76A4-466C-A0C0-07DFEDF8859D}" srcOrd="0" destOrd="0" parTransId="{AE63438E-AED5-4C44-912A-6084B2164DC7}" sibTransId="{E31CD150-1436-43DF-A712-61A31B52D067}"/>
    <dgm:cxn modelId="{9C9068A9-1420-4711-9050-44A88FC93F40}" srcId="{0896FE85-8173-4FCA-8EDA-9CA549E9F039}" destId="{E76FC107-40C8-4FD6-A02A-9EE37F8E7D77}" srcOrd="3" destOrd="0" parTransId="{C42132E6-9547-45DA-8FB5-9223388C6BC7}" sibTransId="{045EAA85-841B-49E3-8375-6510AD8D5AE1}"/>
    <dgm:cxn modelId="{F12A635B-9A11-4262-87E6-C135FE0B4495}" srcId="{9C4AC98C-233A-4BD0-A313-A55BFE306876}" destId="{F91FA452-70F2-4AD5-A022-D0A92AF825C1}" srcOrd="3" destOrd="0" parTransId="{CCE91717-43DF-4DAD-BEE4-94C0D0513050}" sibTransId="{F6E0B9A9-BE17-4975-8B8C-1A9D82C997FF}"/>
    <dgm:cxn modelId="{5BFB4F51-138A-4156-A265-9CBAED3D5DB7}" type="presOf" srcId="{B483069E-76A4-466C-A0C0-07DFEDF8859D}" destId="{C7B6D0D8-64B6-4058-8DA2-669E24BB67BC}" srcOrd="0" destOrd="1" presId="urn:microsoft.com/office/officeart/2005/8/layout/hList6"/>
    <dgm:cxn modelId="{C4D0D8E6-2AC4-4FBE-8CB1-12182BA7CE03}" srcId="{0896FE85-8173-4FCA-8EDA-9CA549E9F039}" destId="{88B3E10E-1D25-48A6-87C3-AC43D636B1E5}" srcOrd="1" destOrd="0" parTransId="{5DBB6C12-42A4-4DEF-B6BA-B16AC749BB34}" sibTransId="{572B2962-F5B7-42D9-963B-F1D75D5B4D43}"/>
    <dgm:cxn modelId="{A3055C85-C8F4-4EC3-BC94-020FD7F5101C}" srcId="{9C4AC98C-233A-4BD0-A313-A55BFE306876}" destId="{C91C52EC-4A14-43B0-9819-D283C139223B}" srcOrd="2" destOrd="0" parTransId="{FBBA716A-65B1-4FD1-82BF-6D4D4DF35EC6}" sibTransId="{4AC27DD6-3A5F-49A5-9F73-6441C3726A1F}"/>
    <dgm:cxn modelId="{70640A9D-C018-49E1-890D-0174A64B9FD1}" type="presOf" srcId="{0896FE85-8173-4FCA-8EDA-9CA549E9F039}" destId="{8F3DA0F9-E476-4F35-8E5D-76359BB6D16F}" srcOrd="0" destOrd="0" presId="urn:microsoft.com/office/officeart/2005/8/layout/hList6"/>
    <dgm:cxn modelId="{4D07DD3B-CE6D-4809-9801-9744EA26E9BA}" type="presParOf" srcId="{919627AA-A68D-45D6-ABFC-C37AE596B66D}" destId="{8F3DA0F9-E476-4F35-8E5D-76359BB6D16F}" srcOrd="0" destOrd="0" presId="urn:microsoft.com/office/officeart/2005/8/layout/hList6"/>
    <dgm:cxn modelId="{1A15E84B-58ED-4FE3-98D1-AEBC75D57256}" type="presParOf" srcId="{919627AA-A68D-45D6-ABFC-C37AE596B66D}" destId="{AD673F52-414B-4FEE-8A81-A86BC18E3501}" srcOrd="1" destOrd="0" presId="urn:microsoft.com/office/officeart/2005/8/layout/hList6"/>
    <dgm:cxn modelId="{A457CFC1-0DD6-46EB-B7ED-CAC2BDA6AA2C}" type="presParOf" srcId="{919627AA-A68D-45D6-ABFC-C37AE596B66D}" destId="{CA320BD7-BFAE-4C9B-B1E5-EAAFFC817477}" srcOrd="2" destOrd="0" presId="urn:microsoft.com/office/officeart/2005/8/layout/hList6"/>
    <dgm:cxn modelId="{9DA37AB7-2DFA-4A33-A205-6DE7DC83FC03}" type="presParOf" srcId="{919627AA-A68D-45D6-ABFC-C37AE596B66D}" destId="{D567E081-FCBC-4705-83BB-2CDD3C94A68D}" srcOrd="3" destOrd="0" presId="urn:microsoft.com/office/officeart/2005/8/layout/hList6"/>
    <dgm:cxn modelId="{D685AF15-8790-4E1D-9459-D2F0F06E876B}" type="presParOf" srcId="{919627AA-A68D-45D6-ABFC-C37AE596B66D}" destId="{C7B6D0D8-64B6-4058-8DA2-669E24BB67BC}" srcOrd="4" destOrd="0" presId="urn:microsoft.com/office/officeart/2005/8/layout/hList6"/>
    <dgm:cxn modelId="{9BC845E8-34D1-4119-AC71-E1131C37DC73}" type="presParOf" srcId="{919627AA-A68D-45D6-ABFC-C37AE596B66D}" destId="{70041958-7A83-4437-A43D-56CEF79EA3C3}" srcOrd="5" destOrd="0" presId="urn:microsoft.com/office/officeart/2005/8/layout/hList6"/>
    <dgm:cxn modelId="{6E01BA4A-CE8E-401B-8C87-B649F147A22A}" type="presParOf" srcId="{919627AA-A68D-45D6-ABFC-C37AE596B66D}" destId="{F4200695-8F24-499B-B989-1CA87BB38431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68DC57-8AFF-4350-8319-1BCDF9391E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53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 smtClean="0"/>
              <a:t>Título do Documento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 smtClean="0"/>
              <a:t>Nome do Projeto</a:t>
            </a:r>
            <a:endParaRPr lang="pt-BR" dirty="0"/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 smtClean="0"/>
              <a:t>Logo cliente</a:t>
            </a:r>
            <a:endParaRPr lang="pt-BR" dirty="0"/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 smtClean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 smtClean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31/08/2015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 smtClean="0">
                <a:latin typeface="Trebuchet MS" panose="020B0603020202020204" pitchFamily="34" charset="0"/>
              </a:rPr>
              <a:t>GEROT</a:t>
            </a:r>
            <a:endParaRPr lang="pt-BR" b="1" dirty="0">
              <a:latin typeface="Trebuchet MS" panose="020B0603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Método para o Gerenciamento da Rotina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Agosto/2015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229200"/>
            <a:ext cx="3528641" cy="1152128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INTERNO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O que é?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511644" y="4149080"/>
            <a:ext cx="8472920" cy="1800200"/>
            <a:chOff x="511644" y="4149080"/>
            <a:chExt cx="8472920" cy="1800200"/>
          </a:xfrm>
        </p:grpSpPr>
        <p:sp>
          <p:nvSpPr>
            <p:cNvPr id="27" name="Rechteck 51"/>
            <p:cNvSpPr/>
            <p:nvPr/>
          </p:nvSpPr>
          <p:spPr bwMode="gray">
            <a:xfrm>
              <a:off x="1245771" y="4217320"/>
              <a:ext cx="773879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 smtClean="0">
                  <a:latin typeface="Trebuchet MS" panose="020B0603020202020204" pitchFamily="34" charset="0"/>
                </a:rPr>
                <a:t>Método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 smtClean="0">
                  <a:latin typeface="Trebuchet MS" panose="020B0603020202020204" pitchFamily="34" charset="0"/>
                </a:rPr>
                <a:t>manter </a:t>
              </a:r>
              <a:r>
                <a:rPr lang="pt-BR" b="1" noProof="1">
                  <a:latin typeface="Trebuchet MS" panose="020B0603020202020204" pitchFamily="34" charset="0"/>
                </a:rPr>
                <a:t>e </a:t>
              </a:r>
              <a:r>
                <a:rPr lang="pt-BR" b="1" noProof="1" smtClean="0">
                  <a:latin typeface="Trebuchet MS" panose="020B0603020202020204" pitchFamily="34" charset="0"/>
                </a:rPr>
                <a:t>melhorar </a:t>
              </a:r>
              <a:r>
                <a:rPr lang="pt-BR" b="1" noProof="1">
                  <a:latin typeface="Trebuchet MS" panose="020B0603020202020204" pitchFamily="34" charset="0"/>
                </a:rPr>
                <a:t>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 para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um cliente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(externo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ou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</a:t>
              </a:r>
              <a:r>
                <a:rPr lang="pt-BR" b="1" noProof="1" smtClean="0">
                  <a:latin typeface="Trebuchet MS" panose="020B0603020202020204" pitchFamily="34" charset="0"/>
                </a:rPr>
                <a:t>um </a:t>
              </a:r>
              <a:r>
                <a:rPr lang="pt-BR" b="1" noProof="1">
                  <a:latin typeface="Trebuchet MS" panose="020B0603020202020204" pitchFamily="34" charset="0"/>
                </a:rPr>
                <a:t>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envolva </a:t>
              </a:r>
              <a:r>
                <a:rPr lang="pt-BR" b="1" noProof="1" smtClean="0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os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níveis de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serviços, permitindo </a:t>
              </a:r>
              <a:r>
                <a:rPr lang="pt-BR" b="1" noProof="1" smtClean="0">
                  <a:latin typeface="Trebuchet MS" panose="020B0603020202020204" pitchFamily="34" charset="0"/>
                </a:rPr>
                <a:t>alcançar metas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 smtClean="0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28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0070C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  <a:endParaRPr lang="en-US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endParaRPr>
            </a:p>
          </p:txBody>
        </p:sp>
      </p:grpSp>
      <p:sp>
        <p:nvSpPr>
          <p:cNvPr id="4" name="Retângulo 3"/>
          <p:cNvSpPr/>
          <p:nvPr/>
        </p:nvSpPr>
        <p:spPr>
          <a:xfrm>
            <a:off x="539552" y="865163"/>
            <a:ext cx="79928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Reflexão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Estamos </a:t>
            </a:r>
            <a:r>
              <a:rPr lang="pt-B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medindo e, principalmente analisando o que realmente importa pra 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uma gestão efetiva? 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Lembre-se:   </a:t>
            </a:r>
            <a:r>
              <a:rPr lang="pt-BR" sz="32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“Se </a:t>
            </a:r>
            <a:r>
              <a:rPr lang="pt-BR" sz="3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você não pode medir, </a:t>
            </a:r>
            <a:endParaRPr lang="pt-BR" sz="3200" b="1" i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3200" b="1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você </a:t>
            </a:r>
            <a:r>
              <a:rPr lang="pt-BR" sz="3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não pode gerenciar” </a:t>
            </a: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08142" t="-30471" r="-86496" b="-166859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539552" y="865163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Na prática, GEROT serve para: 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08142" t="-30471" r="-86496" b="-166859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1763688" y="1903504"/>
            <a:ext cx="4619625" cy="4191000"/>
          </a:xfrm>
          <a:prstGeom prst="rect">
            <a:avLst/>
          </a:prstGeom>
        </p:spPr>
      </p:pic>
      <p:pic>
        <p:nvPicPr>
          <p:cNvPr id="1026" name="Picture 2" descr="https://images.hiperoriginal.com.br/VK2C9KNJ5JJKV4SHP9MNMM2114/35883049341892985_440x440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3910" y="2781103"/>
            <a:ext cx="1961172" cy="196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ímbolo de 'Não' 6"/>
          <p:cNvSpPr/>
          <p:nvPr/>
        </p:nvSpPr>
        <p:spPr>
          <a:xfrm>
            <a:off x="7042205" y="3028183"/>
            <a:ext cx="1620000" cy="1620000"/>
          </a:xfrm>
          <a:prstGeom prst="noSmoking">
            <a:avLst>
              <a:gd name="adj" fmla="val 8763"/>
            </a:avLst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Título 2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O que é?</a:t>
            </a:r>
            <a:endParaRPr lang="pt-BR" sz="28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72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Rituais de Gestão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395536" y="1700808"/>
            <a:ext cx="806489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DIÁRIA para </a:t>
            </a:r>
            <a:r>
              <a:rPr lang="pt-BR" b="1" dirty="0">
                <a:latin typeface="Trebuchet MS" panose="020B0603020202020204" pitchFamily="34" charset="0"/>
              </a:rPr>
              <a:t>demonstrar os indicadores e ações rápidas de contorno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(15 min. – stand-</a:t>
            </a:r>
            <a:r>
              <a:rPr lang="pt-BR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meeting). </a:t>
            </a: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SEMANAL para </a:t>
            </a:r>
            <a:r>
              <a:rPr lang="pt-BR" b="1" dirty="0">
                <a:latin typeface="Trebuchet MS" panose="020B0603020202020204" pitchFamily="34" charset="0"/>
              </a:rPr>
              <a:t>alinhamento operacional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o Equipes de TI e/ou Provedor(es) </a:t>
            </a:r>
            <a:r>
              <a:rPr lang="pt-BR" b="1" dirty="0">
                <a:latin typeface="Trebuchet MS" panose="020B0603020202020204" pitchFamily="34" charset="0"/>
              </a:rPr>
              <a:t>para criação/atualização de Planos de Ações para os indicadores operacionais abaixo da meta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 (priorizados através de metas, ex.: disponibilidade de sistema críticos, infraestrutura, entre outras coisas).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b="1" dirty="0" smtClean="0">
                <a:latin typeface="Trebuchet MS" panose="020B0603020202020204" pitchFamily="34" charset="0"/>
              </a:rPr>
              <a:t>1 </a:t>
            </a:r>
            <a:r>
              <a:rPr lang="pt-BR" b="1" dirty="0">
                <a:latin typeface="Trebuchet MS" panose="020B0603020202020204" pitchFamily="34" charset="0"/>
              </a:rPr>
              <a:t>reunião </a:t>
            </a:r>
            <a:r>
              <a:rPr lang="pt-BR" b="1" dirty="0" smtClean="0">
                <a:latin typeface="Trebuchet MS" panose="020B0603020202020204" pitchFamily="34" charset="0"/>
              </a:rPr>
              <a:t>MENSAL para </a:t>
            </a:r>
            <a:r>
              <a:rPr lang="pt-BR" b="1" dirty="0">
                <a:latin typeface="Trebuchet MS" panose="020B0603020202020204" pitchFamily="34" charset="0"/>
              </a:rPr>
              <a:t>apresentação dos resultados do mês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realizado), apresentação dos resultados dos Planos de Ações, antecipação de necessidades da Empresa/Negócio. </a:t>
            </a:r>
          </a:p>
        </p:txBody>
      </p:sp>
      <p:sp>
        <p:nvSpPr>
          <p:cNvPr id="9" name="AutoShape 2" descr="http://stockfresh.com/thumbs/oblachko/2529348_conceito-vetor-escrit%C3%B3rio-rel%C3%B3gio-calend%C3%A1rio-%C3%ADcon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4" descr="http://stockfresh.com/thumbs/oblachko/2529348_conceito-vetor-escrit%C3%B3rio-rel%C3%B3gio-calend%C3%A1rio-%C3%ADcone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85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-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396044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MASP – Método de Análise e Solução de Problemas</a:t>
            </a:r>
          </a:p>
          <a:p>
            <a:pPr>
              <a:spcAft>
                <a:spcPts val="600"/>
              </a:spcAft>
            </a:pPr>
            <a:r>
              <a:rPr lang="pt-BR" sz="2000" i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Foco: identificação e tratamento da causa-raiz</a:t>
            </a:r>
            <a:endParaRPr lang="pt-BR" sz="2400" i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4098" name="Picture 2" descr="http://intland.com/wp-content/uploads/2015/01/root_cause_analysis-490x490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223" y="2636912"/>
            <a:ext cx="2523092" cy="252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/>
          <p:cNvSpPr/>
          <p:nvPr/>
        </p:nvSpPr>
        <p:spPr>
          <a:xfrm>
            <a:off x="4499992" y="3789040"/>
            <a:ext cx="4572000" cy="226215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Ciclo PDCA</a:t>
            </a:r>
          </a:p>
          <a:p>
            <a:pPr lvl="1"/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Foco: estabelecimento de Ciclos de Melhoria Contínua</a:t>
            </a:r>
            <a:endParaRPr lang="pt-BR" sz="2400" i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pic>
        <p:nvPicPr>
          <p:cNvPr id="4100" name="Picture 4" descr="http://edward-designer.com/web/wp-content/uploads/2014/04/PDCA-cycle.jpg"/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848608"/>
            <a:ext cx="3967055" cy="258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57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Controles para Acompanhamento da Evolução</a:t>
            </a:r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6575283" y="2047826"/>
            <a:ext cx="1474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002060"/>
                </a:solidFill>
              </a:rPr>
              <a:t>tempo</a:t>
            </a:r>
            <a:endParaRPr lang="pt-BR" b="1" dirty="0">
              <a:solidFill>
                <a:srgbClr val="002060"/>
              </a:solidFill>
            </a:endParaRP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2083197" y="2370992"/>
            <a:ext cx="53285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17" y="2709547"/>
            <a:ext cx="8279957" cy="185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3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44824"/>
            <a:ext cx="8527556" cy="2700865"/>
          </a:xfrm>
          <a:prstGeom prst="roundRect">
            <a:avLst>
              <a:gd name="adj" fmla="val 5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Ferramentas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2692" t="1965" r="-5406" b="-10085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7510680" y="4190024"/>
            <a:ext cx="111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EXEMPLO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Planos de Ação</a:t>
            </a:r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...</a:t>
            </a: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... Fato, Causa, Ação!</a:t>
            </a:r>
          </a:p>
          <a:p>
            <a:pPr algn="r"/>
            <a:r>
              <a:rPr lang="pt-B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(Data, Responsável e “Farol” para cadência de acompanhamento)</a:t>
            </a:r>
          </a:p>
          <a:p>
            <a:pPr algn="r"/>
            <a:endParaRPr lang="pt-B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57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860444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foco na Meta - Saber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priorizar as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ações.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simples, efetivos e padronizados.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disciplina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para o correto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e manutenção dos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Planos de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Ação.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também preventivas.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Ferramentas </a:t>
            </a:r>
            <a:r>
              <a:rPr lang="pt-BR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de suporte ao GEROT.</a:t>
            </a:r>
          </a:p>
          <a:p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28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7468"/>
          <a:stretch/>
        </p:blipFill>
        <p:spPr>
          <a:xfrm>
            <a:off x="1062793" y="3540338"/>
            <a:ext cx="6946406" cy="1832878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1062793" y="1607344"/>
            <a:ext cx="2861135" cy="64807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Melhorar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1062793" y="2420888"/>
            <a:ext cx="2861135" cy="6480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Gerenciar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4951225" y="1607344"/>
            <a:ext cx="2861135" cy="1461616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>
                <a:latin typeface="Trebuchet MS" panose="020B0603020202020204" pitchFamily="34" charset="0"/>
              </a:rPr>
              <a:t>Resolver Problemas!</a:t>
            </a:r>
            <a:endParaRPr lang="pt-BR" sz="3600" dirty="0">
              <a:latin typeface="Trebuchet MS" panose="020B0603020202020204" pitchFamily="34" charset="0"/>
            </a:endParaRPr>
          </a:p>
        </p:txBody>
      </p:sp>
      <p:sp>
        <p:nvSpPr>
          <p:cNvPr id="14" name="Igual 13"/>
          <p:cNvSpPr/>
          <p:nvPr/>
        </p:nvSpPr>
        <p:spPr>
          <a:xfrm>
            <a:off x="4077536" y="2021229"/>
            <a:ext cx="720080" cy="633846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02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 smtClean="0">
                <a:latin typeface="Trebuchet MS" panose="020B0603020202020204" pitchFamily="34" charset="0"/>
              </a:rPr>
              <a:t>GEROT – Implantação</a:t>
            </a:r>
            <a:endParaRPr lang="pt-BR" sz="2800" dirty="0">
              <a:latin typeface="Trebuchet MS" panose="020B0603020202020204" pitchFamily="34" charset="0"/>
            </a:endParaRPr>
          </a:p>
        </p:txBody>
      </p:sp>
      <p:sp>
        <p:nvSpPr>
          <p:cNvPr id="5" name="Lágrima 4"/>
          <p:cNvSpPr/>
          <p:nvPr/>
        </p:nvSpPr>
        <p:spPr>
          <a:xfrm>
            <a:off x="7704496" y="90463"/>
            <a:ext cx="1332000" cy="1332000"/>
          </a:xfrm>
          <a:prstGeom prst="teardrop">
            <a:avLst/>
          </a:prstGeom>
          <a:blipFill>
            <a:blip r:embed="rId2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539552" y="865163"/>
            <a:ext cx="799288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Resolver Problemas:</a:t>
            </a:r>
            <a:endParaRPr lang="pt-BR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505162695"/>
              </p:ext>
            </p:extLst>
          </p:nvPr>
        </p:nvGraphicFramePr>
        <p:xfrm>
          <a:off x="251520" y="1757715"/>
          <a:ext cx="8568952" cy="4191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669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287" y="1796151"/>
            <a:ext cx="6807744" cy="912769"/>
          </a:xfrm>
        </p:spPr>
        <p:txBody>
          <a:bodyPr/>
          <a:lstStyle/>
          <a:p>
            <a:pPr algn="l"/>
            <a:r>
              <a:rPr lang="pt-BR" b="1" dirty="0" smtClean="0">
                <a:latin typeface="Trebuchet MS" panose="020B0603020202020204" pitchFamily="34" charset="0"/>
              </a:rPr>
              <a:t>Obrigado</a:t>
            </a:r>
            <a:endParaRPr lang="pt-BR" b="1" dirty="0">
              <a:latin typeface="Trebuchet MS" panose="020B0603020202020204" pitchFamily="34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229200"/>
            <a:ext cx="3528641" cy="1152128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Elaborado para:</a:t>
            </a:r>
          </a:p>
          <a:p>
            <a:pPr marL="540000" indent="-288000">
              <a:buFont typeface="Wingdings" panose="05000000000000000000" pitchFamily="2" charset="2"/>
              <a:buChar char="q"/>
            </a:pPr>
            <a:r>
              <a:rPr lang="pt-BR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USO INTERNO</a:t>
            </a: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31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507</Words>
  <Application>Microsoft Office PowerPoint</Application>
  <PresentationFormat>Apresentação na tela (4:3)</PresentationFormat>
  <Paragraphs>95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Trebuchet MS</vt:lpstr>
      <vt:lpstr>Wingdings</vt:lpstr>
      <vt:lpstr>Tema do Office</vt:lpstr>
      <vt:lpstr>GEROT</vt:lpstr>
      <vt:lpstr>GEROT - O que é?</vt:lpstr>
      <vt:lpstr>GEROT - O que é?</vt:lpstr>
      <vt:lpstr>GEROT – Rituais de Gestão</vt:lpstr>
      <vt:lpstr>GEROT - Ferramentas</vt:lpstr>
      <vt:lpstr>GEROT – Ferramentas</vt:lpstr>
      <vt:lpstr>GEROT – Ferramentas</vt:lpstr>
      <vt:lpstr>GEROT – Implantação</vt:lpstr>
      <vt:lpstr>GEROT – Implantação</vt:lpstr>
      <vt:lpstr>GEROT – Implantação</vt:lpstr>
      <vt:lpstr>Obrigado</vt:lpstr>
    </vt:vector>
  </TitlesOfParts>
  <Company>usr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GeRot - Método</dc:title>
  <dc:subject>CHACON Consultoria</dc:subject>
  <dc:creator>Jorge Maluf</dc:creator>
  <cp:lastModifiedBy>Adolpho Chacon</cp:lastModifiedBy>
  <cp:revision>65</cp:revision>
  <dcterms:created xsi:type="dcterms:W3CDTF">2015-07-21T09:22:26Z</dcterms:created>
  <dcterms:modified xsi:type="dcterms:W3CDTF">2015-08-31T13:08:31Z</dcterms:modified>
</cp:coreProperties>
</file>