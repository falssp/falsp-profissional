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70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9539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93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23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79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33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88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25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65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91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57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68B07-6C58-429B-8637-689F2E9E474C}" type="datetimeFigureOut">
              <a:rPr lang="pt-BR" smtClean="0"/>
              <a:t>12/11/2015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C120D-982C-432B-851F-71886E747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59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/>
          <p:cNvGrpSpPr/>
          <p:nvPr/>
        </p:nvGrpSpPr>
        <p:grpSpPr>
          <a:xfrm>
            <a:off x="1106906" y="397042"/>
            <a:ext cx="10299032" cy="5107765"/>
            <a:chOff x="2536658" y="397042"/>
            <a:chExt cx="6158163" cy="5107765"/>
          </a:xfrm>
        </p:grpSpPr>
        <p:cxnSp>
          <p:nvCxnSpPr>
            <p:cNvPr id="8" name="Conector reto 7"/>
            <p:cNvCxnSpPr/>
            <p:nvPr/>
          </p:nvCxnSpPr>
          <p:spPr>
            <a:xfrm>
              <a:off x="5630777" y="1715781"/>
              <a:ext cx="0" cy="36503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 flipH="1">
              <a:off x="2536658" y="3104150"/>
              <a:ext cx="6116051" cy="320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ixaDeTexto 11"/>
            <p:cNvSpPr txBox="1"/>
            <p:nvPr/>
          </p:nvSpPr>
          <p:spPr>
            <a:xfrm>
              <a:off x="2566733" y="1531115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pt-BR" b="1" dirty="0" smtClean="0">
                  <a:solidFill>
                    <a:srgbClr val="002060"/>
                  </a:solidFill>
                </a:rPr>
                <a:t>Volumetria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2566733" y="1992779"/>
              <a:ext cx="3064044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Quantidade de Incidentes (</a:t>
              </a:r>
              <a:r>
                <a:rPr lang="pt-BR" sz="1400" i="1" dirty="0" smtClean="0"/>
                <a:t>Histórico tProcess!</a:t>
              </a:r>
              <a:r>
                <a:rPr lang="pt-BR" sz="1400" dirty="0" smtClean="0"/>
                <a:t>)</a:t>
              </a:r>
            </a:p>
            <a:p>
              <a:r>
                <a:rPr lang="pt-BR" sz="1400" dirty="0" smtClean="0"/>
                <a:t>Data mais recente do(s) último(s) incidente(s)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6087978" y="1623447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/>
              <a:r>
                <a:rPr lang="pt-BR" b="1" dirty="0" smtClean="0">
                  <a:solidFill>
                    <a:srgbClr val="002060"/>
                  </a:solidFill>
                </a:rPr>
                <a:t>Impacto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15" name="CaixaDeTexto 14"/>
            <p:cNvSpPr txBox="1"/>
            <p:nvPr/>
          </p:nvSpPr>
          <p:spPr>
            <a:xfrm>
              <a:off x="6087978" y="2114509"/>
              <a:ext cx="256473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smtClean="0"/>
                <a:t>Cliente(s)</a:t>
              </a:r>
            </a:p>
            <a:p>
              <a:pPr algn="r"/>
              <a:r>
                <a:rPr lang="pt-BR" sz="1400" dirty="0" smtClean="0"/>
                <a:t>Site(s)</a:t>
              </a:r>
            </a:p>
            <a:p>
              <a:pPr algn="r"/>
              <a:r>
                <a:rPr lang="pt-BR" sz="1400" dirty="0" smtClean="0"/>
                <a:t>Período(s) Crítico(s)</a:t>
              </a:r>
            </a:p>
            <a:p>
              <a:pPr algn="r"/>
              <a:r>
                <a:rPr lang="pt-BR" sz="1400" dirty="0" smtClean="0"/>
                <a:t>Dado(s) financeiro(s)</a:t>
              </a:r>
            </a:p>
            <a:p>
              <a:pPr marL="285750" indent="-285750" algn="r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2536658" y="397042"/>
              <a:ext cx="52357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i="1" dirty="0" smtClean="0"/>
                <a:t>Componente de TI</a:t>
              </a:r>
            </a:p>
            <a:p>
              <a:r>
                <a:rPr lang="pt-BR" b="1" i="1" dirty="0" smtClean="0"/>
                <a:t>Serviço de TI</a:t>
              </a:r>
              <a:endParaRPr lang="pt-BR" b="1" i="1" dirty="0" smtClean="0"/>
            </a:p>
            <a:p>
              <a:r>
                <a:rPr lang="pt-BR" b="1" i="1" dirty="0" smtClean="0"/>
                <a:t>Sintoma</a:t>
              </a:r>
              <a:endParaRPr lang="pt-BR" b="1" i="1" dirty="0"/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2536658" y="3314893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pt-BR" b="1" dirty="0" smtClean="0">
                  <a:solidFill>
                    <a:srgbClr val="002060"/>
                  </a:solidFill>
                </a:rPr>
                <a:t>Possíveis Causas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2536658" y="3776557"/>
              <a:ext cx="30941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Listar a(s) possível(</a:t>
              </a:r>
              <a:r>
                <a:rPr lang="pt-BR" sz="1400" dirty="0" err="1" smtClean="0"/>
                <a:t>is</a:t>
              </a:r>
              <a:r>
                <a:rPr lang="pt-BR" sz="1400" dirty="0" smtClean="0"/>
                <a:t>) causa(s)</a:t>
              </a:r>
            </a:p>
            <a:p>
              <a:r>
                <a:rPr lang="pt-BR" sz="1400" dirty="0" smtClean="0"/>
                <a:t>Identificar a(s) causa(s) mais provável(</a:t>
              </a:r>
              <a:r>
                <a:rPr lang="pt-BR" sz="1400" dirty="0" err="1" smtClean="0"/>
                <a:t>is</a:t>
              </a:r>
              <a:r>
                <a:rPr lang="pt-BR" sz="1400" dirty="0" smtClean="0"/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6087978" y="3285007"/>
              <a:ext cx="256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/>
              <a:r>
                <a:rPr lang="pt-BR" b="1" dirty="0" smtClean="0">
                  <a:solidFill>
                    <a:srgbClr val="002060"/>
                  </a:solidFill>
                </a:rPr>
                <a:t>Soluções</a:t>
              </a:r>
              <a:endParaRPr lang="pt-BR" b="1" dirty="0">
                <a:solidFill>
                  <a:srgbClr val="00206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6130090" y="3688925"/>
              <a:ext cx="256473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400" dirty="0" smtClean="0">
                  <a:solidFill>
                    <a:srgbClr val="002060"/>
                  </a:solidFill>
                </a:rPr>
                <a:t>Solução de Contorno</a:t>
              </a:r>
            </a:p>
            <a:p>
              <a:pPr algn="r"/>
              <a:r>
                <a:rPr lang="pt-BR" sz="1400" dirty="0" smtClean="0"/>
                <a:t>Listar a(s) solução(</a:t>
              </a:r>
              <a:r>
                <a:rPr lang="pt-BR" sz="1400" dirty="0" err="1" smtClean="0"/>
                <a:t>ões</a:t>
              </a:r>
              <a:r>
                <a:rPr lang="pt-BR" sz="1400" dirty="0" smtClean="0"/>
                <a:t>) de contorno(s) encontrada(s)</a:t>
              </a:r>
              <a:endParaRPr lang="pt-BR" sz="1400" dirty="0"/>
            </a:p>
            <a:p>
              <a:pPr algn="r"/>
              <a:endParaRPr lang="pt-BR" sz="1400" dirty="0" smtClean="0"/>
            </a:p>
            <a:p>
              <a:pPr algn="r"/>
              <a:r>
                <a:rPr lang="pt-BR" sz="1400" dirty="0" smtClean="0">
                  <a:solidFill>
                    <a:srgbClr val="002060"/>
                  </a:solidFill>
                </a:rPr>
                <a:t>Solução Definitiva</a:t>
              </a:r>
              <a:endParaRPr lang="pt-BR" sz="1400" dirty="0" smtClean="0"/>
            </a:p>
            <a:p>
              <a:pPr algn="r"/>
              <a:r>
                <a:rPr lang="pt-BR" sz="1400" dirty="0" smtClean="0"/>
                <a:t>Listar a(s) solução(</a:t>
              </a:r>
              <a:r>
                <a:rPr lang="pt-BR" sz="1400" dirty="0" err="1" smtClean="0"/>
                <a:t>ões</a:t>
              </a:r>
              <a:r>
                <a:rPr lang="pt-BR" sz="1400" dirty="0" smtClean="0"/>
                <a:t>) definitiva(s) encontrada(s)</a:t>
              </a:r>
            </a:p>
            <a:p>
              <a:pPr marL="285750" indent="-285750" algn="r">
                <a:buFont typeface="Arial" panose="020B0604020202020204" pitchFamily="34" charset="0"/>
                <a:buChar char="•"/>
              </a:pP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97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79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>Chacon Consultoria Ilimitada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Wagner Fumagalli</dc:creator>
  <cp:lastModifiedBy>Wagner Fumagalli</cp:lastModifiedBy>
  <cp:revision>5</cp:revision>
  <dcterms:created xsi:type="dcterms:W3CDTF">2015-11-12T13:09:40Z</dcterms:created>
  <dcterms:modified xsi:type="dcterms:W3CDTF">2015-11-12T13:41:42Z</dcterms:modified>
</cp:coreProperties>
</file>