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  <p:sldMasterId id="2147483675" r:id="rId3"/>
    <p:sldMasterId id="2147483677" r:id="rId4"/>
  </p:sldMasterIdLst>
  <p:notesMasterIdLst>
    <p:notesMasterId r:id="rId12"/>
  </p:notesMasterIdLst>
  <p:sldIdLst>
    <p:sldId id="262" r:id="rId5"/>
    <p:sldId id="265" r:id="rId6"/>
    <p:sldId id="404" r:id="rId7"/>
    <p:sldId id="401" r:id="rId8"/>
    <p:sldId id="403" r:id="rId9"/>
    <p:sldId id="279" r:id="rId10"/>
    <p:sldId id="399" r:id="rId11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3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CC00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4" autoAdjust="0"/>
    <p:restoredTop sz="91785" autoAdjust="0"/>
  </p:normalViewPr>
  <p:slideViewPr>
    <p:cSldViewPr snapToGrid="0" snapToObjects="1">
      <p:cViewPr varScale="1">
        <p:scale>
          <a:sx n="83" d="100"/>
          <a:sy n="83" d="100"/>
        </p:scale>
        <p:origin x="900" y="78"/>
      </p:cViewPr>
      <p:guideLst>
        <p:guide orient="horz" pos="2483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5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500" b="1" dirty="0" smtClean="0"/>
              <a:t>Volume</a:t>
            </a:r>
            <a:r>
              <a:rPr lang="pt-BR" sz="1500" b="1" baseline="0" dirty="0" smtClean="0"/>
              <a:t> de </a:t>
            </a:r>
            <a:r>
              <a:rPr lang="pt-BR" sz="1500" b="1" dirty="0" smtClean="0"/>
              <a:t>Incidentes Alto Impacto</a:t>
            </a:r>
            <a:endParaRPr lang="pt-BR" sz="1500" b="1" dirty="0"/>
          </a:p>
        </c:rich>
      </c:tx>
      <c:layout>
        <c:manualLayout>
          <c:xMode val="edge"/>
          <c:yMode val="edge"/>
          <c:x val="0.13204545348244393"/>
          <c:y val="1.13419541115253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5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2.4382486517836682E-2"/>
          <c:y val="0.21105009973328545"/>
          <c:w val="0.90799622273489888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3AF3-47B6-B362-8D75B94687B9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3AF3-47B6-B362-8D75B94687B9}"/>
              </c:ext>
            </c:extLst>
          </c:dPt>
          <c:dLbls>
            <c:dLbl>
              <c:idx val="0"/>
              <c:layout>
                <c:manualLayout>
                  <c:x val="1.3402516623432005E-2"/>
                  <c:y val="-0.3485924233359216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3AF3-47B6-B362-8D75B94687B9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9.9463542989298472E-3"/>
                  <c:y val="-0.3182800386980154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3AF3-47B6-B362-8D75B94687B9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3.3506291558579103E-3"/>
                  <c:y val="-0.2980717822727446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3AF3-47B6-B362-8D75B94687B9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2.0715044976905075E-4"/>
                  <c:y val="-9.59892180200365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3AF3-47B6-B362-8D75B94687B9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4.7681804378314676E-3"/>
                  <c:y val="-6.5676833382130262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algn="ctr">
                      <a:defRPr lang="en-US" sz="1200" b="1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 smtClean="0"/>
                      <a:t>144</a:t>
                    </a:r>
                    <a:endParaRPr lang="en-US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>
                    <a:defRPr lang="en-US" sz="12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3AF3-47B6-B362-8D75B94687B9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Plan1!$A$2:$A$6</c:f>
              <c:strCache>
                <c:ptCount val="5"/>
                <c:pt idx="0">
                  <c:v>Agosto</c:v>
                </c:pt>
                <c:pt idx="1">
                  <c:v>Setembro</c:v>
                </c:pt>
                <c:pt idx="2">
                  <c:v>Outubro</c:v>
                </c:pt>
                <c:pt idx="3">
                  <c:v>Novembro</c:v>
                </c:pt>
                <c:pt idx="4">
                  <c:v>Dezembro</c:v>
                </c:pt>
              </c:strCache>
            </c:strRef>
          </c:cat>
          <c:val>
            <c:numRef>
              <c:f>Plan1!$B$2:$B$6</c:f>
              <c:numCache>
                <c:formatCode>#,##0</c:formatCode>
                <c:ptCount val="5"/>
                <c:pt idx="0">
                  <c:v>1494</c:v>
                </c:pt>
                <c:pt idx="1">
                  <c:v>1402</c:v>
                </c:pt>
                <c:pt idx="2">
                  <c:v>1234</c:v>
                </c:pt>
                <c:pt idx="3" formatCode="General">
                  <c:v>415</c:v>
                </c:pt>
                <c:pt idx="4" formatCode="General">
                  <c:v>131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3AF3-47B6-B362-8D75B94687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208613448"/>
        <c:axId val="208614232"/>
      </c:barChart>
      <c:catAx>
        <c:axId val="208613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08614232"/>
        <c:crosses val="autoZero"/>
        <c:auto val="1"/>
        <c:lblAlgn val="ctr"/>
        <c:lblOffset val="100"/>
        <c:noMultiLvlLbl val="0"/>
      </c:catAx>
      <c:valAx>
        <c:axId val="208614232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20861344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5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500" b="1" dirty="0" smtClean="0"/>
              <a:t>Média diária de Incidentes Alto Impacto</a:t>
            </a:r>
            <a:endParaRPr lang="pt-BR" sz="1500" b="1" dirty="0"/>
          </a:p>
        </c:rich>
      </c:tx>
      <c:layout>
        <c:manualLayout>
          <c:xMode val="edge"/>
          <c:yMode val="edge"/>
          <c:x val="0.1585050000070585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5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2.7352474322057077E-2"/>
          <c:y val="0.19970809412273891"/>
          <c:w val="0.90799622273489888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852E-40EC-BB07-F4FF4F7183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52E-40EC-BB07-F4FF4F71836A}"/>
              </c:ext>
            </c:extLst>
          </c:dPt>
          <c:dLbls>
            <c:dLbl>
              <c:idx val="0"/>
              <c:layout>
                <c:manualLayout>
                  <c:x val="1.3402516623432005E-2"/>
                  <c:y val="-0.3485924233359216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852E-40EC-BB07-F4FF4F71836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9.9463542989298472E-3"/>
                  <c:y val="-0.3182800386980154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852E-40EC-BB07-F4FF4F71836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3.3506291558579103E-3"/>
                  <c:y val="-0.2980717822727446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852E-40EC-BB07-F4FF4F71836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5.3528716578207331E-3"/>
                  <c:y val="-0.15156192318953127"/>
                </c:manualLayout>
              </c:layout>
              <c:tx>
                <c:rich>
                  <a:bodyPr/>
                  <a:lstStyle/>
                  <a:p>
                    <a:fld id="{FAAE273E-BB3A-4E55-A046-49ACF1186736}" type="VALUE">
                      <a:rPr lang="en-US" smtClean="0"/>
                      <a:pPr/>
                      <a:t>[VALOR]</a:t>
                    </a:fld>
                    <a:endParaRPr lang="pt-BR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852E-40EC-BB07-F4FF4F71836A}"/>
                </c:ex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</c:extLst>
            </c:dLbl>
            <c:dLbl>
              <c:idx val="4"/>
              <c:layout>
                <c:manualLayout>
                  <c:x val="1.3160340445636128E-2"/>
                  <c:y val="-0.13963613460322921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algn="ctr">
                      <a:defRPr lang="en-US" sz="1200" b="1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 smtClean="0"/>
                      <a:t>16</a:t>
                    </a:r>
                    <a:endParaRPr lang="en-US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>
                    <a:defRPr lang="en-US" sz="12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852E-40EC-BB07-F4FF4F71836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Plan1!$A$2:$A$6</c:f>
              <c:strCache>
                <c:ptCount val="5"/>
                <c:pt idx="0">
                  <c:v>Agosto</c:v>
                </c:pt>
                <c:pt idx="1">
                  <c:v>Setembro</c:v>
                </c:pt>
                <c:pt idx="2">
                  <c:v>Outubro</c:v>
                </c:pt>
                <c:pt idx="3">
                  <c:v>Novembro</c:v>
                </c:pt>
                <c:pt idx="4">
                  <c:v>Dezembro</c:v>
                </c:pt>
              </c:strCache>
            </c:strRef>
          </c:cat>
          <c:val>
            <c:numRef>
              <c:f>Plan1!$B$2:$B$6</c:f>
              <c:numCache>
                <c:formatCode>#,##0.00</c:formatCode>
                <c:ptCount val="5"/>
                <c:pt idx="0">
                  <c:v>48.19</c:v>
                </c:pt>
                <c:pt idx="1">
                  <c:v>46.73</c:v>
                </c:pt>
                <c:pt idx="2">
                  <c:v>39.799999999999997</c:v>
                </c:pt>
                <c:pt idx="3">
                  <c:v>13.84</c:v>
                </c:pt>
                <c:pt idx="4" formatCode="General">
                  <c:v>16.37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852E-40EC-BB07-F4FF4F7183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356565080"/>
        <c:axId val="356571744"/>
      </c:barChart>
      <c:catAx>
        <c:axId val="356565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56571744"/>
        <c:crosses val="autoZero"/>
        <c:auto val="1"/>
        <c:lblAlgn val="ctr"/>
        <c:lblOffset val="100"/>
        <c:noMultiLvlLbl val="0"/>
      </c:catAx>
      <c:valAx>
        <c:axId val="356571744"/>
        <c:scaling>
          <c:orientation val="minMax"/>
        </c:scaling>
        <c:delete val="1"/>
        <c:axPos val="l"/>
        <c:numFmt formatCode="#,##0.00" sourceLinked="1"/>
        <c:majorTickMark val="none"/>
        <c:minorTickMark val="none"/>
        <c:tickLblPos val="nextTo"/>
        <c:crossAx val="35656508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500" b="1" dirty="0"/>
              <a:t>Gestão de Problemas</a:t>
            </a:r>
          </a:p>
        </c:rich>
      </c:tx>
      <c:layout>
        <c:manualLayout>
          <c:xMode val="edge"/>
          <c:yMode val="edge"/>
          <c:x val="0.2135858779210657"/>
          <c:y val="1.782481046260829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Coluna1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1.1870240843764953E-2"/>
                  <c:y val="2.529088849935438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4E6D-4022-8EBF-F73488240805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Plan1!$A$2:$A$5</c:f>
              <c:strCache>
                <c:ptCount val="4"/>
                <c:pt idx="0">
                  <c:v>Registrado</c:v>
                </c:pt>
                <c:pt idx="1">
                  <c:v>Aberto</c:v>
                </c:pt>
                <c:pt idx="2">
                  <c:v>Andamento</c:v>
                </c:pt>
                <c:pt idx="3">
                  <c:v>Fechado</c:v>
                </c:pt>
              </c:strCache>
            </c:strRef>
          </c:cat>
          <c:val>
            <c:numRef>
              <c:f>Plan1!$B$2:$B$5</c:f>
              <c:numCache>
                <c:formatCode>General</c:formatCode>
                <c:ptCount val="4"/>
                <c:pt idx="0">
                  <c:v>6</c:v>
                </c:pt>
                <c:pt idx="1">
                  <c:v>9</c:v>
                </c:pt>
                <c:pt idx="2">
                  <c:v>10</c:v>
                </c:pt>
                <c:pt idx="3">
                  <c:v>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4E6D-4022-8EBF-F734882408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56570960"/>
        <c:axId val="356571352"/>
      </c:barChart>
      <c:catAx>
        <c:axId val="356570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56571352"/>
        <c:crosses val="autoZero"/>
        <c:auto val="1"/>
        <c:lblAlgn val="ctr"/>
        <c:lblOffset val="100"/>
        <c:noMultiLvlLbl val="0"/>
      </c:catAx>
      <c:valAx>
        <c:axId val="35657135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565709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6.jpg"/><Relationship Id="rId2" Type="http://schemas.openxmlformats.org/officeDocument/2006/relationships/image" Target="../media/image23.png"/><Relationship Id="rId1" Type="http://schemas.openxmlformats.org/officeDocument/2006/relationships/image" Target="../media/image22.jpg"/><Relationship Id="rId6" Type="http://schemas.openxmlformats.org/officeDocument/2006/relationships/image" Target="../media/image25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6.jpg"/><Relationship Id="rId2" Type="http://schemas.openxmlformats.org/officeDocument/2006/relationships/image" Target="../media/image23.png"/><Relationship Id="rId1" Type="http://schemas.openxmlformats.org/officeDocument/2006/relationships/image" Target="../media/image22.jpg"/><Relationship Id="rId6" Type="http://schemas.openxmlformats.org/officeDocument/2006/relationships/image" Target="../media/image25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9EBC60-9B0F-4C26-B666-7DACD9CECE4F}" type="doc">
      <dgm:prSet loTypeId="urn:microsoft.com/office/officeart/2008/layout/BubblePictureLis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1947529C-73E9-423C-BBCC-4F1FD9FC5743}">
      <dgm:prSet phldrT="[Texto]"/>
      <dgm:spPr/>
      <dgm:t>
        <a:bodyPr/>
        <a:lstStyle/>
        <a:p>
          <a:pPr algn="ctr"/>
          <a:r>
            <a:rPr lang="pt-BR" b="1" dirty="0" smtClean="0"/>
            <a:t>Monitoração</a:t>
          </a:r>
          <a:r>
            <a:rPr lang="pt-BR" dirty="0" smtClean="0"/>
            <a:t> </a:t>
          </a:r>
          <a:br>
            <a:rPr lang="pt-BR" dirty="0" smtClean="0"/>
          </a:br>
          <a:r>
            <a:rPr lang="pt-BR" dirty="0" smtClean="0"/>
            <a:t>“Serviços de Negócio” </a:t>
          </a:r>
          <a:br>
            <a:rPr lang="pt-BR" dirty="0" smtClean="0"/>
          </a:br>
          <a:endParaRPr lang="pt-BR" dirty="0"/>
        </a:p>
      </dgm:t>
    </dgm:pt>
    <dgm:pt modelId="{1C9623C7-149D-4B9C-973C-3E2533A38CA2}" type="parTrans" cxnId="{032F468E-3966-490F-A0F7-C4529A0D4404}">
      <dgm:prSet/>
      <dgm:spPr/>
      <dgm:t>
        <a:bodyPr/>
        <a:lstStyle/>
        <a:p>
          <a:endParaRPr lang="pt-BR"/>
        </a:p>
      </dgm:t>
    </dgm:pt>
    <dgm:pt modelId="{4777406A-421B-4E62-AAF2-0E7B43BA934D}" type="sibTrans" cxnId="{032F468E-3966-490F-A0F7-C4529A0D4404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0" r="-20000"/>
          </a:stretch>
        </a:blipFill>
      </dgm:spPr>
      <dgm:t>
        <a:bodyPr/>
        <a:lstStyle/>
        <a:p>
          <a:endParaRPr lang="pt-BR"/>
        </a:p>
      </dgm:t>
    </dgm:pt>
    <dgm:pt modelId="{A54C02B8-EAA2-4831-9240-71DFBEAA31FE}">
      <dgm:prSet phldrT="[Texto]"/>
      <dgm:spPr/>
      <dgm:t>
        <a:bodyPr/>
        <a:lstStyle/>
        <a:p>
          <a:pPr algn="ctr"/>
          <a:r>
            <a:rPr lang="pt-BR" b="1" dirty="0" smtClean="0"/>
            <a:t>Redundância MPLS</a:t>
          </a:r>
          <a:r>
            <a:rPr lang="pt-BR" dirty="0" smtClean="0"/>
            <a:t/>
          </a:r>
          <a:br>
            <a:rPr lang="pt-BR" dirty="0" smtClean="0"/>
          </a:br>
          <a:r>
            <a:rPr lang="pt-BR" dirty="0" smtClean="0"/>
            <a:t>“Garantia de disponibilidade”</a:t>
          </a:r>
          <a:endParaRPr lang="pt-BR" dirty="0"/>
        </a:p>
      </dgm:t>
    </dgm:pt>
    <dgm:pt modelId="{ADD242DC-F433-4EA0-8597-3600DF50BA07}" type="parTrans" cxnId="{70A8445A-237F-4A12-A24E-B7EB50EB36FA}">
      <dgm:prSet/>
      <dgm:spPr/>
      <dgm:t>
        <a:bodyPr/>
        <a:lstStyle/>
        <a:p>
          <a:endParaRPr lang="pt-BR"/>
        </a:p>
      </dgm:t>
    </dgm:pt>
    <dgm:pt modelId="{F4A1ACF8-8602-4D65-9980-793B9BB3CA69}" type="sibTrans" cxnId="{70A8445A-237F-4A12-A24E-B7EB50EB36FA}">
      <dgm:prSet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1000" r="-41000"/>
          </a:stretch>
        </a:blipFill>
      </dgm:spPr>
      <dgm:t>
        <a:bodyPr/>
        <a:lstStyle/>
        <a:p>
          <a:endParaRPr lang="pt-BR"/>
        </a:p>
      </dgm:t>
    </dgm:pt>
    <dgm:pt modelId="{D4C1AE60-9388-469A-B234-13205E847994}">
      <dgm:prSet phldrT="[Texto]"/>
      <dgm:spPr/>
      <dgm:t>
        <a:bodyPr/>
        <a:lstStyle/>
        <a:p>
          <a:pPr algn="ctr"/>
          <a:r>
            <a:rPr lang="pt-BR" b="1" dirty="0" smtClean="0"/>
            <a:t>Internalização URA</a:t>
          </a:r>
          <a:r>
            <a:rPr lang="pt-BR" dirty="0" smtClean="0"/>
            <a:t/>
          </a:r>
          <a:br>
            <a:rPr lang="pt-BR" dirty="0" smtClean="0"/>
          </a:br>
          <a:r>
            <a:rPr lang="pt-BR" dirty="0" smtClean="0"/>
            <a:t>“Qualidade e agilidade no atendimento”</a:t>
          </a:r>
          <a:endParaRPr lang="pt-BR" dirty="0"/>
        </a:p>
      </dgm:t>
    </dgm:pt>
    <dgm:pt modelId="{B8EA244F-902C-4B14-A9B6-D67D9EB234C0}" type="parTrans" cxnId="{B2A7E3B2-BCAD-4ED3-B573-E38DC6B2D2D1}">
      <dgm:prSet/>
      <dgm:spPr/>
      <dgm:t>
        <a:bodyPr/>
        <a:lstStyle/>
        <a:p>
          <a:endParaRPr lang="pt-BR"/>
        </a:p>
      </dgm:t>
    </dgm:pt>
    <dgm:pt modelId="{6D9EB7DD-D651-4E8B-9F50-B83B21007B22}" type="sibTrans" cxnId="{B2A7E3B2-BCAD-4ED3-B573-E38DC6B2D2D1}">
      <dgm:prSet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81000" r="-81000"/>
          </a:stretch>
        </a:blipFill>
      </dgm:spPr>
      <dgm:t>
        <a:bodyPr/>
        <a:lstStyle/>
        <a:p>
          <a:endParaRPr lang="pt-BR"/>
        </a:p>
      </dgm:t>
    </dgm:pt>
    <dgm:pt modelId="{79297E50-6594-457E-BA84-0CC5CDE65BB9}">
      <dgm:prSet phldrT="[Texto]"/>
      <dgm:spPr/>
      <dgm:t>
        <a:bodyPr/>
        <a:lstStyle/>
        <a:p>
          <a:pPr algn="ctr"/>
          <a:r>
            <a:rPr lang="pt-BR" b="1" dirty="0" smtClean="0"/>
            <a:t>Gravação Nice (Contax 2.0) </a:t>
          </a:r>
          <a:r>
            <a:rPr lang="pt-BR" dirty="0" smtClean="0"/>
            <a:t/>
          </a:r>
          <a:br>
            <a:rPr lang="pt-BR" dirty="0" smtClean="0"/>
          </a:br>
          <a:r>
            <a:rPr lang="pt-BR" dirty="0" smtClean="0"/>
            <a:t>“Eficiência e conformidade contratual”</a:t>
          </a:r>
          <a:endParaRPr lang="pt-BR" dirty="0"/>
        </a:p>
      </dgm:t>
    </dgm:pt>
    <dgm:pt modelId="{8C033697-EBB8-45D3-A7A7-316A3775AD3A}" type="parTrans" cxnId="{CE73C37F-8C73-4791-8145-798B8344B00C}">
      <dgm:prSet/>
      <dgm:spPr/>
      <dgm:t>
        <a:bodyPr/>
        <a:lstStyle/>
        <a:p>
          <a:endParaRPr lang="pt-BR"/>
        </a:p>
      </dgm:t>
    </dgm:pt>
    <dgm:pt modelId="{3666A7AC-BF47-49C1-AD57-DF25B105FA08}" type="sibTrans" cxnId="{CE73C37F-8C73-4791-8145-798B8344B00C}">
      <dgm:prSet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8000" r="-8000"/>
          </a:stretch>
        </a:blipFill>
      </dgm:spPr>
      <dgm:t>
        <a:bodyPr/>
        <a:lstStyle/>
        <a:p>
          <a:endParaRPr lang="pt-BR"/>
        </a:p>
      </dgm:t>
    </dgm:pt>
    <dgm:pt modelId="{8461A84E-FB4C-44F8-A5E6-930F9F17186B}">
      <dgm:prSet phldrT="[Texto]"/>
      <dgm:spPr/>
      <dgm:t>
        <a:bodyPr/>
        <a:lstStyle/>
        <a:p>
          <a:pPr algn="ctr"/>
          <a:r>
            <a:rPr lang="pt-BR" b="1" dirty="0" smtClean="0"/>
            <a:t>Aspect 7.3</a:t>
          </a:r>
          <a:br>
            <a:rPr lang="pt-BR" b="1" dirty="0" smtClean="0"/>
          </a:br>
          <a:r>
            <a:rPr lang="pt-BR" b="0" dirty="0" smtClean="0"/>
            <a:t>“Estabilidade no atendimento”</a:t>
          </a:r>
          <a:endParaRPr lang="pt-BR" b="1" dirty="0"/>
        </a:p>
      </dgm:t>
    </dgm:pt>
    <dgm:pt modelId="{363E782A-FA5B-46B0-B499-B98ADA8EF8D5}" type="parTrans" cxnId="{A408F8BC-8FAE-46D0-920A-5A6CEE894AB6}">
      <dgm:prSet/>
      <dgm:spPr/>
      <dgm:t>
        <a:bodyPr/>
        <a:lstStyle/>
        <a:p>
          <a:endParaRPr lang="pt-BR"/>
        </a:p>
      </dgm:t>
    </dgm:pt>
    <dgm:pt modelId="{59BCEDD1-1960-4989-99E8-DE18FC74ACFB}" type="sibTrans" cxnId="{A408F8BC-8FAE-46D0-920A-5A6CEE894AB6}">
      <dgm:prSet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6000" r="-46000"/>
          </a:stretch>
        </a:blipFill>
      </dgm:spPr>
      <dgm:t>
        <a:bodyPr/>
        <a:lstStyle/>
        <a:p>
          <a:endParaRPr lang="pt-BR"/>
        </a:p>
      </dgm:t>
    </dgm:pt>
    <dgm:pt modelId="{69CCEC74-F6BC-4F8F-AC84-C9D96AA6E5B9}">
      <dgm:prSet phldrT="[Texto]"/>
      <dgm:spPr/>
      <dgm:t>
        <a:bodyPr/>
        <a:lstStyle/>
        <a:p>
          <a:pPr algn="ctr"/>
          <a:r>
            <a:rPr lang="pt-BR" b="1" dirty="0" smtClean="0"/>
            <a:t>OCS </a:t>
          </a:r>
          <a:r>
            <a:rPr lang="pt-BR" b="1" dirty="0" err="1" smtClean="0"/>
            <a:t>Inventory</a:t>
          </a:r>
          <a:endParaRPr lang="pt-BR" b="1" dirty="0"/>
        </a:p>
      </dgm:t>
    </dgm:pt>
    <dgm:pt modelId="{4DE1DCFD-3E02-4D87-AC94-8FE740426750}" type="parTrans" cxnId="{04A91EE6-FB07-43C4-9913-54BEAFAA34AF}">
      <dgm:prSet/>
      <dgm:spPr/>
      <dgm:t>
        <a:bodyPr/>
        <a:lstStyle/>
        <a:p>
          <a:endParaRPr lang="pt-BR"/>
        </a:p>
      </dgm:t>
    </dgm:pt>
    <dgm:pt modelId="{654FE639-FD70-4BD1-9C38-9C5BC03176EF}" type="sibTrans" cxnId="{04A91EE6-FB07-43C4-9913-54BEAFAA34AF}">
      <dgm:prSet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8000" r="-78000"/>
          </a:stretch>
        </a:blipFill>
      </dgm:spPr>
      <dgm:t>
        <a:bodyPr/>
        <a:lstStyle/>
        <a:p>
          <a:endParaRPr lang="pt-BR"/>
        </a:p>
      </dgm:t>
    </dgm:pt>
    <dgm:pt modelId="{F94F1D22-400F-4BFD-A8BC-B2388603DAFC}">
      <dgm:prSet phldrT="[Texto]"/>
      <dgm:spPr/>
      <dgm:t>
        <a:bodyPr/>
        <a:lstStyle/>
        <a:p>
          <a:pPr algn="ctr"/>
          <a:r>
            <a:rPr lang="pt-BR" b="1" dirty="0" smtClean="0"/>
            <a:t>RJ </a:t>
          </a:r>
          <a:r>
            <a:rPr lang="pt-BR" b="1" dirty="0" err="1" smtClean="0"/>
            <a:t>Perfeitura</a:t>
          </a:r>
          <a:endParaRPr lang="pt-BR" b="1" dirty="0"/>
        </a:p>
      </dgm:t>
    </dgm:pt>
    <dgm:pt modelId="{7F2877CD-9D50-4442-A71E-5E3C0B7D7522}" type="parTrans" cxnId="{C0FE1010-B2EF-4987-AA3C-1A2CB3983313}">
      <dgm:prSet/>
      <dgm:spPr/>
      <dgm:t>
        <a:bodyPr/>
        <a:lstStyle/>
        <a:p>
          <a:endParaRPr lang="pt-BR"/>
        </a:p>
      </dgm:t>
    </dgm:pt>
    <dgm:pt modelId="{0F0D6665-115C-4B8F-AA4B-4DB58DD35A7B}" type="sibTrans" cxnId="{C0FE1010-B2EF-4987-AA3C-1A2CB3983313}">
      <dgm:prSet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9000" r="-29000"/>
          </a:stretch>
        </a:blipFill>
      </dgm:spPr>
      <dgm:t>
        <a:bodyPr/>
        <a:lstStyle/>
        <a:p>
          <a:endParaRPr lang="pt-BR"/>
        </a:p>
      </dgm:t>
    </dgm:pt>
    <dgm:pt modelId="{F8B6A258-AB32-415C-9CAF-5E35B0FDA9AE}" type="pres">
      <dgm:prSet presAssocID="{C59EBC60-9B0F-4C26-B666-7DACD9CECE4F}" presName="Name0" presStyleCnt="0">
        <dgm:presLayoutVars>
          <dgm:chMax val="8"/>
          <dgm:chPref val="8"/>
          <dgm:dir/>
        </dgm:presLayoutVars>
      </dgm:prSet>
      <dgm:spPr/>
      <dgm:t>
        <a:bodyPr/>
        <a:lstStyle/>
        <a:p>
          <a:endParaRPr lang="pt-BR"/>
        </a:p>
      </dgm:t>
    </dgm:pt>
    <dgm:pt modelId="{D37A3E07-C73B-4FAC-BFA2-D4A7757A9829}" type="pres">
      <dgm:prSet presAssocID="{C59EBC60-9B0F-4C26-B666-7DACD9CECE4F}" presName="accent_6" presStyleLbl="alignNode1" presStyleIdx="0" presStyleCnt="13"/>
      <dgm:spPr/>
    </dgm:pt>
    <dgm:pt modelId="{FDD6F674-78E9-418F-BDEF-6C9403D57604}" type="pres">
      <dgm:prSet presAssocID="{1947529C-73E9-423C-BBCC-4F1FD9FC5743}" presName="parent_text_1" presStyleLbl="revTx" presStyleIdx="0" presStyleCnt="7" custLinFactNeighborY="5378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D60D356-D7DA-412C-B150-7F6EC74FAA47}" type="pres">
      <dgm:prSet presAssocID="{1947529C-73E9-423C-BBCC-4F1FD9FC5743}" presName="image_accent_1" presStyleCnt="0"/>
      <dgm:spPr/>
    </dgm:pt>
    <dgm:pt modelId="{9FDF6559-9544-4A1A-9404-3EC9C6A90A72}" type="pres">
      <dgm:prSet presAssocID="{1947529C-73E9-423C-BBCC-4F1FD9FC5743}" presName="imageAccentRepeatNode" presStyleLbl="alignNode1" presStyleIdx="1" presStyleCnt="13"/>
      <dgm:spPr/>
    </dgm:pt>
    <dgm:pt modelId="{838DB0FE-6D27-4A7B-847F-5ACBB3E2C1E0}" type="pres">
      <dgm:prSet presAssocID="{1947529C-73E9-423C-BBCC-4F1FD9FC5743}" presName="accent_1" presStyleLbl="alignNode1" presStyleIdx="2" presStyleCnt="13"/>
      <dgm:spPr/>
    </dgm:pt>
    <dgm:pt modelId="{95E19C07-59CC-491B-9FA4-6D32B8CB684A}" type="pres">
      <dgm:prSet presAssocID="{4777406A-421B-4E62-AAF2-0E7B43BA934D}" presName="image_1" presStyleCnt="0"/>
      <dgm:spPr/>
    </dgm:pt>
    <dgm:pt modelId="{2D5438B4-1A0D-420B-B2DA-D9D13A2002BB}" type="pres">
      <dgm:prSet presAssocID="{4777406A-421B-4E62-AAF2-0E7B43BA934D}" presName="imageRepeatNode" presStyleLbl="fgImgPlace1" presStyleIdx="0" presStyleCnt="7" custLinFactNeighborX="646" custLinFactNeighborY="-322"/>
      <dgm:spPr/>
      <dgm:t>
        <a:bodyPr/>
        <a:lstStyle/>
        <a:p>
          <a:endParaRPr lang="pt-BR"/>
        </a:p>
      </dgm:t>
    </dgm:pt>
    <dgm:pt modelId="{E61884F6-F9BB-4F45-8B0B-2E96B972BFEC}" type="pres">
      <dgm:prSet presAssocID="{A54C02B8-EAA2-4831-9240-71DFBEAA31FE}" presName="parent_text_2" presStyleLbl="revTx" presStyleIdx="1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70EA961C-98F8-49CB-AFB7-D6E96DC6A42F}" type="pres">
      <dgm:prSet presAssocID="{A54C02B8-EAA2-4831-9240-71DFBEAA31FE}" presName="image_accent_2" presStyleCnt="0"/>
      <dgm:spPr/>
    </dgm:pt>
    <dgm:pt modelId="{6FD3D0F4-D47A-42D8-8CBF-A43EE18927DD}" type="pres">
      <dgm:prSet presAssocID="{A54C02B8-EAA2-4831-9240-71DFBEAA31FE}" presName="imageAccentRepeatNode" presStyleLbl="alignNode1" presStyleIdx="3" presStyleCnt="13" custScaleX="122717" custScaleY="119285"/>
      <dgm:spPr/>
    </dgm:pt>
    <dgm:pt modelId="{1B569FD9-CA40-48CD-A9AC-3E5A8DF829FC}" type="pres">
      <dgm:prSet presAssocID="{F4A1ACF8-8602-4D65-9980-793B9BB3CA69}" presName="image_2" presStyleCnt="0"/>
      <dgm:spPr/>
    </dgm:pt>
    <dgm:pt modelId="{1E22BA38-9B0D-42C3-AB4B-0D6E907199C8}" type="pres">
      <dgm:prSet presAssocID="{F4A1ACF8-8602-4D65-9980-793B9BB3CA69}" presName="imageRepeatNode" presStyleLbl="fgImgPlace1" presStyleIdx="1" presStyleCnt="7" custScaleX="121502" custScaleY="123769" custLinFactNeighborY="-1"/>
      <dgm:spPr/>
      <dgm:t>
        <a:bodyPr/>
        <a:lstStyle/>
        <a:p>
          <a:endParaRPr lang="pt-BR"/>
        </a:p>
      </dgm:t>
    </dgm:pt>
    <dgm:pt modelId="{98CC6763-9BFC-4CEA-B8FC-22431D3A7C02}" type="pres">
      <dgm:prSet presAssocID="{D4C1AE60-9388-469A-B234-13205E847994}" presName="image_accent_3" presStyleCnt="0"/>
      <dgm:spPr/>
    </dgm:pt>
    <dgm:pt modelId="{5CCBF81D-8E2F-4241-B3B1-4705730C2A5D}" type="pres">
      <dgm:prSet presAssocID="{D4C1AE60-9388-469A-B234-13205E847994}" presName="imageAccentRepeatNode" presStyleLbl="alignNode1" presStyleIdx="4" presStyleCnt="13"/>
      <dgm:spPr/>
    </dgm:pt>
    <dgm:pt modelId="{4954102F-7D0B-4FBB-A357-D6D345D15BC7}" type="pres">
      <dgm:prSet presAssocID="{D4C1AE60-9388-469A-B234-13205E847994}" presName="parent_text_3" presStyleLbl="revTx" presStyleIdx="2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5C8C78F-909A-4222-8AAE-7275DCBCEDB5}" type="pres">
      <dgm:prSet presAssocID="{D4C1AE60-9388-469A-B234-13205E847994}" presName="accent_2" presStyleLbl="alignNode1" presStyleIdx="5" presStyleCnt="13"/>
      <dgm:spPr/>
    </dgm:pt>
    <dgm:pt modelId="{EBDD17C2-BC7C-4CB5-9C42-57F37881C958}" type="pres">
      <dgm:prSet presAssocID="{D4C1AE60-9388-469A-B234-13205E847994}" presName="accent_3" presStyleLbl="alignNode1" presStyleIdx="6" presStyleCnt="13"/>
      <dgm:spPr/>
    </dgm:pt>
    <dgm:pt modelId="{521AAA97-4CBA-4AF0-AD9E-FE746400BDCC}" type="pres">
      <dgm:prSet presAssocID="{6D9EB7DD-D651-4E8B-9F50-B83B21007B22}" presName="image_3" presStyleCnt="0"/>
      <dgm:spPr/>
    </dgm:pt>
    <dgm:pt modelId="{ED36D92B-34C4-4C0D-9FDF-936A8EF799CF}" type="pres">
      <dgm:prSet presAssocID="{6D9EB7DD-D651-4E8B-9F50-B83B21007B22}" presName="imageRepeatNode" presStyleLbl="fgImgPlace1" presStyleIdx="2" presStyleCnt="7"/>
      <dgm:spPr/>
      <dgm:t>
        <a:bodyPr/>
        <a:lstStyle/>
        <a:p>
          <a:endParaRPr lang="pt-BR"/>
        </a:p>
      </dgm:t>
    </dgm:pt>
    <dgm:pt modelId="{090175E7-B027-41DF-A831-4E2DCE70F360}" type="pres">
      <dgm:prSet presAssocID="{79297E50-6594-457E-BA84-0CC5CDE65BB9}" presName="image_accent_4" presStyleCnt="0"/>
      <dgm:spPr/>
    </dgm:pt>
    <dgm:pt modelId="{604E6019-290D-478D-A747-C59B157E06BB}" type="pres">
      <dgm:prSet presAssocID="{79297E50-6594-457E-BA84-0CC5CDE65BB9}" presName="imageAccentRepeatNode" presStyleLbl="alignNode1" presStyleIdx="7" presStyleCnt="13"/>
      <dgm:spPr/>
    </dgm:pt>
    <dgm:pt modelId="{54A305EF-6863-49AB-83C6-6A05AA061E82}" type="pres">
      <dgm:prSet presAssocID="{79297E50-6594-457E-BA84-0CC5CDE65BB9}" presName="parent_text_4" presStyleLbl="revTx" presStyleIdx="3" presStyleCnt="7" custLinFactX="-40655" custLinFactNeighborX="-100000" custLinFactNeighborY="-1561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D21696F-24C1-4F90-B378-D7AC09977516}" type="pres">
      <dgm:prSet presAssocID="{79297E50-6594-457E-BA84-0CC5CDE65BB9}" presName="accent_4" presStyleLbl="alignNode1" presStyleIdx="8" presStyleCnt="13"/>
      <dgm:spPr/>
    </dgm:pt>
    <dgm:pt modelId="{168F93AD-A71E-4D23-829F-87A3938E0451}" type="pres">
      <dgm:prSet presAssocID="{3666A7AC-BF47-49C1-AD57-DF25B105FA08}" presName="image_4" presStyleCnt="0"/>
      <dgm:spPr/>
    </dgm:pt>
    <dgm:pt modelId="{F3F46A9C-3B93-4211-A4BE-B186C8B06CA3}" type="pres">
      <dgm:prSet presAssocID="{3666A7AC-BF47-49C1-AD57-DF25B105FA08}" presName="imageRepeatNode" presStyleLbl="fgImgPlace1" presStyleIdx="3" presStyleCnt="7" custLinFactNeighborX="0"/>
      <dgm:spPr/>
      <dgm:t>
        <a:bodyPr/>
        <a:lstStyle/>
        <a:p>
          <a:endParaRPr lang="pt-BR"/>
        </a:p>
      </dgm:t>
    </dgm:pt>
    <dgm:pt modelId="{F82B8E7C-5D59-4E27-8798-67E28709C9B4}" type="pres">
      <dgm:prSet presAssocID="{8461A84E-FB4C-44F8-A5E6-930F9F17186B}" presName="image_accent_5" presStyleCnt="0"/>
      <dgm:spPr/>
    </dgm:pt>
    <dgm:pt modelId="{CE974C50-32C1-4D74-AE44-727C4FDD62A9}" type="pres">
      <dgm:prSet presAssocID="{8461A84E-FB4C-44F8-A5E6-930F9F17186B}" presName="imageAccentRepeatNode" presStyleLbl="alignNode1" presStyleIdx="9" presStyleCnt="13"/>
      <dgm:spPr/>
    </dgm:pt>
    <dgm:pt modelId="{015679D1-5653-421A-A579-A334CAE9B515}" type="pres">
      <dgm:prSet presAssocID="{8461A84E-FB4C-44F8-A5E6-930F9F17186B}" presName="parent_text_5" presStyleLbl="revTx" presStyleIdx="4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E6E4B0D-6D67-4E6C-99E0-74D03A76235D}" type="pres">
      <dgm:prSet presAssocID="{59BCEDD1-1960-4989-99E8-DE18FC74ACFB}" presName="image_5" presStyleCnt="0"/>
      <dgm:spPr/>
    </dgm:pt>
    <dgm:pt modelId="{6DAAEEA8-54CB-421B-850C-7A5B8622A847}" type="pres">
      <dgm:prSet presAssocID="{59BCEDD1-1960-4989-99E8-DE18FC74ACFB}" presName="imageRepeatNode" presStyleLbl="fgImgPlace1" presStyleIdx="4" presStyleCnt="7"/>
      <dgm:spPr/>
      <dgm:t>
        <a:bodyPr/>
        <a:lstStyle/>
        <a:p>
          <a:endParaRPr lang="pt-BR"/>
        </a:p>
      </dgm:t>
    </dgm:pt>
    <dgm:pt modelId="{6548F62D-7981-47E5-9115-2BDA84781286}" type="pres">
      <dgm:prSet presAssocID="{69CCEC74-F6BC-4F8F-AC84-C9D96AA6E5B9}" presName="parent_text_6" presStyleLbl="revTx" presStyleIdx="5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4CC0C13-C633-41BD-AFCB-ECA97A73E4C3}" type="pres">
      <dgm:prSet presAssocID="{69CCEC74-F6BC-4F8F-AC84-C9D96AA6E5B9}" presName="image_accent_6" presStyleCnt="0"/>
      <dgm:spPr/>
    </dgm:pt>
    <dgm:pt modelId="{8F44B8AC-F798-4BB2-A840-3F878ECF2583}" type="pres">
      <dgm:prSet presAssocID="{69CCEC74-F6BC-4F8F-AC84-C9D96AA6E5B9}" presName="imageAccentRepeatNode" presStyleLbl="alignNode1" presStyleIdx="10" presStyleCnt="13"/>
      <dgm:spPr/>
    </dgm:pt>
    <dgm:pt modelId="{45B52628-29E7-487C-8B5F-195C3C966E7A}" type="pres">
      <dgm:prSet presAssocID="{69CCEC74-F6BC-4F8F-AC84-C9D96AA6E5B9}" presName="accent_5" presStyleLbl="alignNode1" presStyleIdx="11" presStyleCnt="13"/>
      <dgm:spPr/>
    </dgm:pt>
    <dgm:pt modelId="{D3FD2E6D-3BC3-4465-A780-353A076BBA4F}" type="pres">
      <dgm:prSet presAssocID="{654FE639-FD70-4BD1-9C38-9C5BC03176EF}" presName="image_6" presStyleCnt="0"/>
      <dgm:spPr/>
    </dgm:pt>
    <dgm:pt modelId="{3EE0E9BB-0180-49FB-980E-49CD323A03FD}" type="pres">
      <dgm:prSet presAssocID="{654FE639-FD70-4BD1-9C38-9C5BC03176EF}" presName="imageRepeatNode" presStyleLbl="fgImgPlace1" presStyleIdx="5" presStyleCnt="7"/>
      <dgm:spPr/>
      <dgm:t>
        <a:bodyPr/>
        <a:lstStyle/>
        <a:p>
          <a:endParaRPr lang="pt-BR"/>
        </a:p>
      </dgm:t>
    </dgm:pt>
    <dgm:pt modelId="{F2D79C9B-EDDE-476E-BC06-BAF186C037A5}" type="pres">
      <dgm:prSet presAssocID="{F94F1D22-400F-4BFD-A8BC-B2388603DAFC}" presName="parent_text_7" presStyleLbl="revTx" presStyleIdx="6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E63E7F3-ACB1-4CEC-96E8-E0DA36BBBA4E}" type="pres">
      <dgm:prSet presAssocID="{F94F1D22-400F-4BFD-A8BC-B2388603DAFC}" presName="image_accent_7" presStyleCnt="0"/>
      <dgm:spPr/>
    </dgm:pt>
    <dgm:pt modelId="{06136FA2-6BB9-42D0-9E5A-EA2217B757E6}" type="pres">
      <dgm:prSet presAssocID="{F94F1D22-400F-4BFD-A8BC-B2388603DAFC}" presName="imageAccentRepeatNode" presStyleLbl="alignNode1" presStyleIdx="12" presStyleCnt="13"/>
      <dgm:spPr/>
    </dgm:pt>
    <dgm:pt modelId="{C95ACEBA-D77B-4714-8119-1FE02D5F3A8C}" type="pres">
      <dgm:prSet presAssocID="{0F0D6665-115C-4B8F-AA4B-4DB58DD35A7B}" presName="image_7" presStyleCnt="0"/>
      <dgm:spPr/>
    </dgm:pt>
    <dgm:pt modelId="{6209011B-4512-42B4-91E8-024F28E1E112}" type="pres">
      <dgm:prSet presAssocID="{0F0D6665-115C-4B8F-AA4B-4DB58DD35A7B}" presName="imageRepeatNode" presStyleLbl="fgImgPlace1" presStyleIdx="6" presStyleCnt="7" custScaleX="159097" custScaleY="149761"/>
      <dgm:spPr/>
      <dgm:t>
        <a:bodyPr/>
        <a:lstStyle/>
        <a:p>
          <a:endParaRPr lang="pt-BR"/>
        </a:p>
      </dgm:t>
    </dgm:pt>
  </dgm:ptLst>
  <dgm:cxnLst>
    <dgm:cxn modelId="{CE73C37F-8C73-4791-8145-798B8344B00C}" srcId="{C59EBC60-9B0F-4C26-B666-7DACD9CECE4F}" destId="{79297E50-6594-457E-BA84-0CC5CDE65BB9}" srcOrd="3" destOrd="0" parTransId="{8C033697-EBB8-45D3-A7A7-316A3775AD3A}" sibTransId="{3666A7AC-BF47-49C1-AD57-DF25B105FA08}"/>
    <dgm:cxn modelId="{70A8445A-237F-4A12-A24E-B7EB50EB36FA}" srcId="{C59EBC60-9B0F-4C26-B666-7DACD9CECE4F}" destId="{A54C02B8-EAA2-4831-9240-71DFBEAA31FE}" srcOrd="1" destOrd="0" parTransId="{ADD242DC-F433-4EA0-8597-3600DF50BA07}" sibTransId="{F4A1ACF8-8602-4D65-9980-793B9BB3CA69}"/>
    <dgm:cxn modelId="{047402C3-2D40-41DF-8828-0215132FC983}" type="presOf" srcId="{59BCEDD1-1960-4989-99E8-DE18FC74ACFB}" destId="{6DAAEEA8-54CB-421B-850C-7A5B8622A847}" srcOrd="0" destOrd="0" presId="urn:microsoft.com/office/officeart/2008/layout/BubblePictureList"/>
    <dgm:cxn modelId="{A408F8BC-8FAE-46D0-920A-5A6CEE894AB6}" srcId="{C59EBC60-9B0F-4C26-B666-7DACD9CECE4F}" destId="{8461A84E-FB4C-44F8-A5E6-930F9F17186B}" srcOrd="4" destOrd="0" parTransId="{363E782A-FA5B-46B0-B499-B98ADA8EF8D5}" sibTransId="{59BCEDD1-1960-4989-99E8-DE18FC74ACFB}"/>
    <dgm:cxn modelId="{86053211-0AF7-4285-8A51-51958D3170DE}" type="presOf" srcId="{1947529C-73E9-423C-BBCC-4F1FD9FC5743}" destId="{FDD6F674-78E9-418F-BDEF-6C9403D57604}" srcOrd="0" destOrd="0" presId="urn:microsoft.com/office/officeart/2008/layout/BubblePictureList"/>
    <dgm:cxn modelId="{D53610EA-AF2E-4F1C-88A4-F8496BFDF362}" type="presOf" srcId="{A54C02B8-EAA2-4831-9240-71DFBEAA31FE}" destId="{E61884F6-F9BB-4F45-8B0B-2E96B972BFEC}" srcOrd="0" destOrd="0" presId="urn:microsoft.com/office/officeart/2008/layout/BubblePictureList"/>
    <dgm:cxn modelId="{9FBD9863-8C42-4E3F-9B4B-61BBBC09158C}" type="presOf" srcId="{8461A84E-FB4C-44F8-A5E6-930F9F17186B}" destId="{015679D1-5653-421A-A579-A334CAE9B515}" srcOrd="0" destOrd="0" presId="urn:microsoft.com/office/officeart/2008/layout/BubblePictureList"/>
    <dgm:cxn modelId="{56DB2495-781F-4FCD-9F88-7612DA863343}" type="presOf" srcId="{F4A1ACF8-8602-4D65-9980-793B9BB3CA69}" destId="{1E22BA38-9B0D-42C3-AB4B-0D6E907199C8}" srcOrd="0" destOrd="0" presId="urn:microsoft.com/office/officeart/2008/layout/BubblePictureList"/>
    <dgm:cxn modelId="{B2A7E3B2-BCAD-4ED3-B573-E38DC6B2D2D1}" srcId="{C59EBC60-9B0F-4C26-B666-7DACD9CECE4F}" destId="{D4C1AE60-9388-469A-B234-13205E847994}" srcOrd="2" destOrd="0" parTransId="{B8EA244F-902C-4B14-A9B6-D67D9EB234C0}" sibTransId="{6D9EB7DD-D651-4E8B-9F50-B83B21007B22}"/>
    <dgm:cxn modelId="{0A3242E5-B33D-4FED-A228-0F0FF6A32C00}" type="presOf" srcId="{69CCEC74-F6BC-4F8F-AC84-C9D96AA6E5B9}" destId="{6548F62D-7981-47E5-9115-2BDA84781286}" srcOrd="0" destOrd="0" presId="urn:microsoft.com/office/officeart/2008/layout/BubblePictureList"/>
    <dgm:cxn modelId="{C0FE1010-B2EF-4987-AA3C-1A2CB3983313}" srcId="{C59EBC60-9B0F-4C26-B666-7DACD9CECE4F}" destId="{F94F1D22-400F-4BFD-A8BC-B2388603DAFC}" srcOrd="6" destOrd="0" parTransId="{7F2877CD-9D50-4442-A71E-5E3C0B7D7522}" sibTransId="{0F0D6665-115C-4B8F-AA4B-4DB58DD35A7B}"/>
    <dgm:cxn modelId="{4D93A1CD-9588-4054-B7FD-4A8BFBAF4118}" type="presOf" srcId="{0F0D6665-115C-4B8F-AA4B-4DB58DD35A7B}" destId="{6209011B-4512-42B4-91E8-024F28E1E112}" srcOrd="0" destOrd="0" presId="urn:microsoft.com/office/officeart/2008/layout/BubblePictureList"/>
    <dgm:cxn modelId="{378513B0-EA4C-4EF2-81E3-5D716769D356}" type="presOf" srcId="{3666A7AC-BF47-49C1-AD57-DF25B105FA08}" destId="{F3F46A9C-3B93-4211-A4BE-B186C8B06CA3}" srcOrd="0" destOrd="0" presId="urn:microsoft.com/office/officeart/2008/layout/BubblePictureList"/>
    <dgm:cxn modelId="{A2C25CA4-63DC-48A9-96FC-5E374F48817C}" type="presOf" srcId="{6D9EB7DD-D651-4E8B-9F50-B83B21007B22}" destId="{ED36D92B-34C4-4C0D-9FDF-936A8EF799CF}" srcOrd="0" destOrd="0" presId="urn:microsoft.com/office/officeart/2008/layout/BubblePictureList"/>
    <dgm:cxn modelId="{DE0B6CEF-53C2-45B6-88BD-20F6A3E791D4}" type="presOf" srcId="{79297E50-6594-457E-BA84-0CC5CDE65BB9}" destId="{54A305EF-6863-49AB-83C6-6A05AA061E82}" srcOrd="0" destOrd="0" presId="urn:microsoft.com/office/officeart/2008/layout/BubblePictureList"/>
    <dgm:cxn modelId="{6753FA77-EBF0-4B83-908A-993BE027EC25}" type="presOf" srcId="{D4C1AE60-9388-469A-B234-13205E847994}" destId="{4954102F-7D0B-4FBB-A357-D6D345D15BC7}" srcOrd="0" destOrd="0" presId="urn:microsoft.com/office/officeart/2008/layout/BubblePictureList"/>
    <dgm:cxn modelId="{C6CB06C7-5CFF-46F3-BBCE-5AACA080BABB}" type="presOf" srcId="{F94F1D22-400F-4BFD-A8BC-B2388603DAFC}" destId="{F2D79C9B-EDDE-476E-BC06-BAF186C037A5}" srcOrd="0" destOrd="0" presId="urn:microsoft.com/office/officeart/2008/layout/BubblePictureList"/>
    <dgm:cxn modelId="{917DA1FE-8A1D-4B38-ACC3-4B1F086A8A93}" type="presOf" srcId="{654FE639-FD70-4BD1-9C38-9C5BC03176EF}" destId="{3EE0E9BB-0180-49FB-980E-49CD323A03FD}" srcOrd="0" destOrd="0" presId="urn:microsoft.com/office/officeart/2008/layout/BubblePictureList"/>
    <dgm:cxn modelId="{04A91EE6-FB07-43C4-9913-54BEAFAA34AF}" srcId="{C59EBC60-9B0F-4C26-B666-7DACD9CECE4F}" destId="{69CCEC74-F6BC-4F8F-AC84-C9D96AA6E5B9}" srcOrd="5" destOrd="0" parTransId="{4DE1DCFD-3E02-4D87-AC94-8FE740426750}" sibTransId="{654FE639-FD70-4BD1-9C38-9C5BC03176EF}"/>
    <dgm:cxn modelId="{94431063-435D-40E0-880C-35871C8A8333}" type="presOf" srcId="{4777406A-421B-4E62-AAF2-0E7B43BA934D}" destId="{2D5438B4-1A0D-420B-B2DA-D9D13A2002BB}" srcOrd="0" destOrd="0" presId="urn:microsoft.com/office/officeart/2008/layout/BubblePictureList"/>
    <dgm:cxn modelId="{032F468E-3966-490F-A0F7-C4529A0D4404}" srcId="{C59EBC60-9B0F-4C26-B666-7DACD9CECE4F}" destId="{1947529C-73E9-423C-BBCC-4F1FD9FC5743}" srcOrd="0" destOrd="0" parTransId="{1C9623C7-149D-4B9C-973C-3E2533A38CA2}" sibTransId="{4777406A-421B-4E62-AAF2-0E7B43BA934D}"/>
    <dgm:cxn modelId="{5F2BE60E-9C2D-440F-AE0D-74C3264A4240}" type="presOf" srcId="{C59EBC60-9B0F-4C26-B666-7DACD9CECE4F}" destId="{F8B6A258-AB32-415C-9CAF-5E35B0FDA9AE}" srcOrd="0" destOrd="0" presId="urn:microsoft.com/office/officeart/2008/layout/BubblePictureList"/>
    <dgm:cxn modelId="{3AA071C5-2896-4D70-A1DB-D792BD177B49}" type="presParOf" srcId="{F8B6A258-AB32-415C-9CAF-5E35B0FDA9AE}" destId="{D37A3E07-C73B-4FAC-BFA2-D4A7757A9829}" srcOrd="0" destOrd="0" presId="urn:microsoft.com/office/officeart/2008/layout/BubblePictureList"/>
    <dgm:cxn modelId="{A031ED5D-060E-40B9-8956-8A7E4B5A7AC9}" type="presParOf" srcId="{F8B6A258-AB32-415C-9CAF-5E35B0FDA9AE}" destId="{FDD6F674-78E9-418F-BDEF-6C9403D57604}" srcOrd="1" destOrd="0" presId="urn:microsoft.com/office/officeart/2008/layout/BubblePictureList"/>
    <dgm:cxn modelId="{2DD17641-CF12-45CE-9C9F-73B609F1A8B3}" type="presParOf" srcId="{F8B6A258-AB32-415C-9CAF-5E35B0FDA9AE}" destId="{CD60D356-D7DA-412C-B150-7F6EC74FAA47}" srcOrd="2" destOrd="0" presId="urn:microsoft.com/office/officeart/2008/layout/BubblePictureList"/>
    <dgm:cxn modelId="{B81BF6F3-86B0-4656-B1B0-FB6F9A25CFFF}" type="presParOf" srcId="{CD60D356-D7DA-412C-B150-7F6EC74FAA47}" destId="{9FDF6559-9544-4A1A-9404-3EC9C6A90A72}" srcOrd="0" destOrd="0" presId="urn:microsoft.com/office/officeart/2008/layout/BubblePictureList"/>
    <dgm:cxn modelId="{741E72D4-F06F-48FC-8E62-90C621A78293}" type="presParOf" srcId="{F8B6A258-AB32-415C-9CAF-5E35B0FDA9AE}" destId="{838DB0FE-6D27-4A7B-847F-5ACBB3E2C1E0}" srcOrd="3" destOrd="0" presId="urn:microsoft.com/office/officeart/2008/layout/BubblePictureList"/>
    <dgm:cxn modelId="{DFA72946-21FF-4B30-8568-2EBED5A13919}" type="presParOf" srcId="{F8B6A258-AB32-415C-9CAF-5E35B0FDA9AE}" destId="{95E19C07-59CC-491B-9FA4-6D32B8CB684A}" srcOrd="4" destOrd="0" presId="urn:microsoft.com/office/officeart/2008/layout/BubblePictureList"/>
    <dgm:cxn modelId="{D51AD9EA-1146-4CB2-8842-8EDA018BAA5A}" type="presParOf" srcId="{95E19C07-59CC-491B-9FA4-6D32B8CB684A}" destId="{2D5438B4-1A0D-420B-B2DA-D9D13A2002BB}" srcOrd="0" destOrd="0" presId="urn:microsoft.com/office/officeart/2008/layout/BubblePictureList"/>
    <dgm:cxn modelId="{2B0E02C2-B3FC-4745-BA40-93B60C39AA91}" type="presParOf" srcId="{F8B6A258-AB32-415C-9CAF-5E35B0FDA9AE}" destId="{E61884F6-F9BB-4F45-8B0B-2E96B972BFEC}" srcOrd="5" destOrd="0" presId="urn:microsoft.com/office/officeart/2008/layout/BubblePictureList"/>
    <dgm:cxn modelId="{88C81D1E-32FE-4157-8C25-44DDD7DF7E5F}" type="presParOf" srcId="{F8B6A258-AB32-415C-9CAF-5E35B0FDA9AE}" destId="{70EA961C-98F8-49CB-AFB7-D6E96DC6A42F}" srcOrd="6" destOrd="0" presId="urn:microsoft.com/office/officeart/2008/layout/BubblePictureList"/>
    <dgm:cxn modelId="{18235FFB-D9B9-4F8D-A441-E570F9A310C4}" type="presParOf" srcId="{70EA961C-98F8-49CB-AFB7-D6E96DC6A42F}" destId="{6FD3D0F4-D47A-42D8-8CBF-A43EE18927DD}" srcOrd="0" destOrd="0" presId="urn:microsoft.com/office/officeart/2008/layout/BubblePictureList"/>
    <dgm:cxn modelId="{2AF4DF72-2915-404C-9D96-17EA7B486209}" type="presParOf" srcId="{F8B6A258-AB32-415C-9CAF-5E35B0FDA9AE}" destId="{1B569FD9-CA40-48CD-A9AC-3E5A8DF829FC}" srcOrd="7" destOrd="0" presId="urn:microsoft.com/office/officeart/2008/layout/BubblePictureList"/>
    <dgm:cxn modelId="{A435EB2B-26D9-4BFD-BFA8-F421525D5CC1}" type="presParOf" srcId="{1B569FD9-CA40-48CD-A9AC-3E5A8DF829FC}" destId="{1E22BA38-9B0D-42C3-AB4B-0D6E907199C8}" srcOrd="0" destOrd="0" presId="urn:microsoft.com/office/officeart/2008/layout/BubblePictureList"/>
    <dgm:cxn modelId="{8975FC5F-0CAA-41D2-A030-0AA8EAB0F304}" type="presParOf" srcId="{F8B6A258-AB32-415C-9CAF-5E35B0FDA9AE}" destId="{98CC6763-9BFC-4CEA-B8FC-22431D3A7C02}" srcOrd="8" destOrd="0" presId="urn:microsoft.com/office/officeart/2008/layout/BubblePictureList"/>
    <dgm:cxn modelId="{FDF62970-0D84-41C2-8BB7-C4423E2E7E49}" type="presParOf" srcId="{98CC6763-9BFC-4CEA-B8FC-22431D3A7C02}" destId="{5CCBF81D-8E2F-4241-B3B1-4705730C2A5D}" srcOrd="0" destOrd="0" presId="urn:microsoft.com/office/officeart/2008/layout/BubblePictureList"/>
    <dgm:cxn modelId="{E53F11A7-19C3-4716-812B-DF81EFA1997E}" type="presParOf" srcId="{F8B6A258-AB32-415C-9CAF-5E35B0FDA9AE}" destId="{4954102F-7D0B-4FBB-A357-D6D345D15BC7}" srcOrd="9" destOrd="0" presId="urn:microsoft.com/office/officeart/2008/layout/BubblePictureList"/>
    <dgm:cxn modelId="{F9C24710-F560-4A74-8E9B-6232BD349E4C}" type="presParOf" srcId="{F8B6A258-AB32-415C-9CAF-5E35B0FDA9AE}" destId="{15C8C78F-909A-4222-8AAE-7275DCBCEDB5}" srcOrd="10" destOrd="0" presId="urn:microsoft.com/office/officeart/2008/layout/BubblePictureList"/>
    <dgm:cxn modelId="{FA4E112C-27D9-4941-AC23-721F85BAF1D4}" type="presParOf" srcId="{F8B6A258-AB32-415C-9CAF-5E35B0FDA9AE}" destId="{EBDD17C2-BC7C-4CB5-9C42-57F37881C958}" srcOrd="11" destOrd="0" presId="urn:microsoft.com/office/officeart/2008/layout/BubblePictureList"/>
    <dgm:cxn modelId="{7B8D6AAD-51BA-45D8-90BA-A3F25491449B}" type="presParOf" srcId="{F8B6A258-AB32-415C-9CAF-5E35B0FDA9AE}" destId="{521AAA97-4CBA-4AF0-AD9E-FE746400BDCC}" srcOrd="12" destOrd="0" presId="urn:microsoft.com/office/officeart/2008/layout/BubblePictureList"/>
    <dgm:cxn modelId="{AEDC8ECD-02B7-40BC-9BD2-66B0A2EAD296}" type="presParOf" srcId="{521AAA97-4CBA-4AF0-AD9E-FE746400BDCC}" destId="{ED36D92B-34C4-4C0D-9FDF-936A8EF799CF}" srcOrd="0" destOrd="0" presId="urn:microsoft.com/office/officeart/2008/layout/BubblePictureList"/>
    <dgm:cxn modelId="{0D92946F-C7BB-4C94-991A-FCD99E66B200}" type="presParOf" srcId="{F8B6A258-AB32-415C-9CAF-5E35B0FDA9AE}" destId="{090175E7-B027-41DF-A831-4E2DCE70F360}" srcOrd="13" destOrd="0" presId="urn:microsoft.com/office/officeart/2008/layout/BubblePictureList"/>
    <dgm:cxn modelId="{E99C6254-E314-4F14-AE01-5CFC78F18088}" type="presParOf" srcId="{090175E7-B027-41DF-A831-4E2DCE70F360}" destId="{604E6019-290D-478D-A747-C59B157E06BB}" srcOrd="0" destOrd="0" presId="urn:microsoft.com/office/officeart/2008/layout/BubblePictureList"/>
    <dgm:cxn modelId="{8FBED80A-AF56-4FE4-813A-7A32E73EC9AB}" type="presParOf" srcId="{F8B6A258-AB32-415C-9CAF-5E35B0FDA9AE}" destId="{54A305EF-6863-49AB-83C6-6A05AA061E82}" srcOrd="14" destOrd="0" presId="urn:microsoft.com/office/officeart/2008/layout/BubblePictureList"/>
    <dgm:cxn modelId="{7FBBCC63-85CF-430C-B9AC-AA4A9AF758C8}" type="presParOf" srcId="{F8B6A258-AB32-415C-9CAF-5E35B0FDA9AE}" destId="{ED21696F-24C1-4F90-B378-D7AC09977516}" srcOrd="15" destOrd="0" presId="urn:microsoft.com/office/officeart/2008/layout/BubblePictureList"/>
    <dgm:cxn modelId="{162682FB-F620-42F6-A1E5-2234FDB32D3F}" type="presParOf" srcId="{F8B6A258-AB32-415C-9CAF-5E35B0FDA9AE}" destId="{168F93AD-A71E-4D23-829F-87A3938E0451}" srcOrd="16" destOrd="0" presId="urn:microsoft.com/office/officeart/2008/layout/BubblePictureList"/>
    <dgm:cxn modelId="{B54EB203-A38E-428F-89FB-BDFB39032898}" type="presParOf" srcId="{168F93AD-A71E-4D23-829F-87A3938E0451}" destId="{F3F46A9C-3B93-4211-A4BE-B186C8B06CA3}" srcOrd="0" destOrd="0" presId="urn:microsoft.com/office/officeart/2008/layout/BubblePictureList"/>
    <dgm:cxn modelId="{50CE8881-748A-428B-9310-1AD5C2C47760}" type="presParOf" srcId="{F8B6A258-AB32-415C-9CAF-5E35B0FDA9AE}" destId="{F82B8E7C-5D59-4E27-8798-67E28709C9B4}" srcOrd="17" destOrd="0" presId="urn:microsoft.com/office/officeart/2008/layout/BubblePictureList"/>
    <dgm:cxn modelId="{09EC4A9B-3159-4870-A595-46C1128EA4D0}" type="presParOf" srcId="{F82B8E7C-5D59-4E27-8798-67E28709C9B4}" destId="{CE974C50-32C1-4D74-AE44-727C4FDD62A9}" srcOrd="0" destOrd="0" presId="urn:microsoft.com/office/officeart/2008/layout/BubblePictureList"/>
    <dgm:cxn modelId="{510F18CE-EEFA-47D7-9ADA-D30D4123D279}" type="presParOf" srcId="{F8B6A258-AB32-415C-9CAF-5E35B0FDA9AE}" destId="{015679D1-5653-421A-A579-A334CAE9B515}" srcOrd="18" destOrd="0" presId="urn:microsoft.com/office/officeart/2008/layout/BubblePictureList"/>
    <dgm:cxn modelId="{E5F994C3-1B04-44EA-BD94-6EEAE4594B59}" type="presParOf" srcId="{F8B6A258-AB32-415C-9CAF-5E35B0FDA9AE}" destId="{0E6E4B0D-6D67-4E6C-99E0-74D03A76235D}" srcOrd="19" destOrd="0" presId="urn:microsoft.com/office/officeart/2008/layout/BubblePictureList"/>
    <dgm:cxn modelId="{68A8A351-81E5-4F33-B386-0324D8B0F96D}" type="presParOf" srcId="{0E6E4B0D-6D67-4E6C-99E0-74D03A76235D}" destId="{6DAAEEA8-54CB-421B-850C-7A5B8622A847}" srcOrd="0" destOrd="0" presId="urn:microsoft.com/office/officeart/2008/layout/BubblePictureList"/>
    <dgm:cxn modelId="{6244842E-6DC0-45F5-A145-001579EEB108}" type="presParOf" srcId="{F8B6A258-AB32-415C-9CAF-5E35B0FDA9AE}" destId="{6548F62D-7981-47E5-9115-2BDA84781286}" srcOrd="20" destOrd="0" presId="urn:microsoft.com/office/officeart/2008/layout/BubblePictureList"/>
    <dgm:cxn modelId="{580830E2-A57D-42C3-8966-24CB52958EB6}" type="presParOf" srcId="{F8B6A258-AB32-415C-9CAF-5E35B0FDA9AE}" destId="{64CC0C13-C633-41BD-AFCB-ECA97A73E4C3}" srcOrd="21" destOrd="0" presId="urn:microsoft.com/office/officeart/2008/layout/BubblePictureList"/>
    <dgm:cxn modelId="{DF69A656-1D87-4266-AD8C-FE7A220446CD}" type="presParOf" srcId="{64CC0C13-C633-41BD-AFCB-ECA97A73E4C3}" destId="{8F44B8AC-F798-4BB2-A840-3F878ECF2583}" srcOrd="0" destOrd="0" presId="urn:microsoft.com/office/officeart/2008/layout/BubblePictureList"/>
    <dgm:cxn modelId="{0CD31813-4675-4C5B-977D-0157ECF4EC08}" type="presParOf" srcId="{F8B6A258-AB32-415C-9CAF-5E35B0FDA9AE}" destId="{45B52628-29E7-487C-8B5F-195C3C966E7A}" srcOrd="22" destOrd="0" presId="urn:microsoft.com/office/officeart/2008/layout/BubblePictureList"/>
    <dgm:cxn modelId="{D4A8EF3C-3A42-47CD-B5B3-31145364E06F}" type="presParOf" srcId="{F8B6A258-AB32-415C-9CAF-5E35B0FDA9AE}" destId="{D3FD2E6D-3BC3-4465-A780-353A076BBA4F}" srcOrd="23" destOrd="0" presId="urn:microsoft.com/office/officeart/2008/layout/BubblePictureList"/>
    <dgm:cxn modelId="{70AC7A50-F23C-47E0-94C2-D13A61E79B8C}" type="presParOf" srcId="{D3FD2E6D-3BC3-4465-A780-353A076BBA4F}" destId="{3EE0E9BB-0180-49FB-980E-49CD323A03FD}" srcOrd="0" destOrd="0" presId="urn:microsoft.com/office/officeart/2008/layout/BubblePictureList"/>
    <dgm:cxn modelId="{44EB204D-A043-4A77-A4C5-FADE4FB43BC8}" type="presParOf" srcId="{F8B6A258-AB32-415C-9CAF-5E35B0FDA9AE}" destId="{F2D79C9B-EDDE-476E-BC06-BAF186C037A5}" srcOrd="24" destOrd="0" presId="urn:microsoft.com/office/officeart/2008/layout/BubblePictureList"/>
    <dgm:cxn modelId="{E99E85FA-87D0-4EFC-907F-7CAEA9D1386C}" type="presParOf" srcId="{F8B6A258-AB32-415C-9CAF-5E35B0FDA9AE}" destId="{CE63E7F3-ACB1-4CEC-96E8-E0DA36BBBA4E}" srcOrd="25" destOrd="0" presId="urn:microsoft.com/office/officeart/2008/layout/BubblePictureList"/>
    <dgm:cxn modelId="{1587A6FC-DE93-482B-A27D-F8D1C8D119C7}" type="presParOf" srcId="{CE63E7F3-ACB1-4CEC-96E8-E0DA36BBBA4E}" destId="{06136FA2-6BB9-42D0-9E5A-EA2217B757E6}" srcOrd="0" destOrd="0" presId="urn:microsoft.com/office/officeart/2008/layout/BubblePictureList"/>
    <dgm:cxn modelId="{2CB25FE3-2B1A-48A2-A23A-F618229A9AB5}" type="presParOf" srcId="{F8B6A258-AB32-415C-9CAF-5E35B0FDA9AE}" destId="{C95ACEBA-D77B-4714-8119-1FE02D5F3A8C}" srcOrd="26" destOrd="0" presId="urn:microsoft.com/office/officeart/2008/layout/BubblePictureList"/>
    <dgm:cxn modelId="{CF8E83C9-D96C-443B-B471-962047EB6D14}" type="presParOf" srcId="{C95ACEBA-D77B-4714-8119-1FE02D5F3A8C}" destId="{6209011B-4512-42B4-91E8-024F28E1E112}" srcOrd="0" destOrd="0" presId="urn:microsoft.com/office/officeart/2008/layout/BubblePicture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7A3E07-C73B-4FAC-BFA2-D4A7757A9829}">
      <dsp:nvSpPr>
        <dsp:cNvPr id="0" name=""/>
        <dsp:cNvSpPr/>
      </dsp:nvSpPr>
      <dsp:spPr>
        <a:xfrm>
          <a:off x="3625068" y="2597266"/>
          <a:ext cx="169221" cy="169396"/>
        </a:xfrm>
        <a:prstGeom prst="donut">
          <a:avLst>
            <a:gd name="adj" fmla="val 74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DF6559-9544-4A1A-9404-3EC9C6A90A72}">
      <dsp:nvSpPr>
        <dsp:cNvPr id="0" name=""/>
        <dsp:cNvSpPr/>
      </dsp:nvSpPr>
      <dsp:spPr>
        <a:xfrm>
          <a:off x="1951267" y="1880296"/>
          <a:ext cx="1027602" cy="10273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8DB0FE-6D27-4A7B-847F-5ACBB3E2C1E0}">
      <dsp:nvSpPr>
        <dsp:cNvPr id="0" name=""/>
        <dsp:cNvSpPr/>
      </dsp:nvSpPr>
      <dsp:spPr>
        <a:xfrm>
          <a:off x="4246276" y="4065506"/>
          <a:ext cx="169221" cy="169396"/>
        </a:xfrm>
        <a:prstGeom prst="donut">
          <a:avLst>
            <a:gd name="adj" fmla="val 74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5438B4-1A0D-420B-B2DA-D9D13A2002BB}">
      <dsp:nvSpPr>
        <dsp:cNvPr id="0" name=""/>
        <dsp:cNvSpPr/>
      </dsp:nvSpPr>
      <dsp:spPr>
        <a:xfrm>
          <a:off x="1996852" y="1916626"/>
          <a:ext cx="948691" cy="948618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0" r="-20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D3D0F4-D47A-42D8-8CBF-A43EE18927DD}">
      <dsp:nvSpPr>
        <dsp:cNvPr id="0" name=""/>
        <dsp:cNvSpPr/>
      </dsp:nvSpPr>
      <dsp:spPr>
        <a:xfrm>
          <a:off x="2992349" y="2022859"/>
          <a:ext cx="659573" cy="6410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22BA38-9B0D-42C3-AB4B-0D6E907199C8}">
      <dsp:nvSpPr>
        <dsp:cNvPr id="0" name=""/>
        <dsp:cNvSpPr/>
      </dsp:nvSpPr>
      <dsp:spPr>
        <a:xfrm>
          <a:off x="3033965" y="2049643"/>
          <a:ext cx="576339" cy="587047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1000" r="-41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CBF81D-8E2F-4241-B3B1-4705730C2A5D}">
      <dsp:nvSpPr>
        <dsp:cNvPr id="0" name=""/>
        <dsp:cNvSpPr/>
      </dsp:nvSpPr>
      <dsp:spPr>
        <a:xfrm>
          <a:off x="2842967" y="1315784"/>
          <a:ext cx="689598" cy="68944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C8C78F-909A-4222-8AAE-7275DCBCEDB5}">
      <dsp:nvSpPr>
        <dsp:cNvPr id="0" name=""/>
        <dsp:cNvSpPr/>
      </dsp:nvSpPr>
      <dsp:spPr>
        <a:xfrm>
          <a:off x="2606671" y="1123519"/>
          <a:ext cx="305124" cy="304913"/>
        </a:xfrm>
        <a:prstGeom prst="donut">
          <a:avLst>
            <a:gd name="adj" fmla="val 74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DD17C2-BC7C-4CB5-9C42-57F37881C958}">
      <dsp:nvSpPr>
        <dsp:cNvPr id="0" name=""/>
        <dsp:cNvSpPr/>
      </dsp:nvSpPr>
      <dsp:spPr>
        <a:xfrm>
          <a:off x="4020502" y="0"/>
          <a:ext cx="113106" cy="113071"/>
        </a:xfrm>
        <a:prstGeom prst="donut">
          <a:avLst>
            <a:gd name="adj" fmla="val 74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36D92B-34C4-4C0D-9FDF-936A8EF799CF}">
      <dsp:nvSpPr>
        <dsp:cNvPr id="0" name=""/>
        <dsp:cNvSpPr/>
      </dsp:nvSpPr>
      <dsp:spPr>
        <a:xfrm>
          <a:off x="2879354" y="1352204"/>
          <a:ext cx="616824" cy="616601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81000" r="-81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4E6019-290D-478D-A747-C59B157E06BB}">
      <dsp:nvSpPr>
        <dsp:cNvPr id="0" name=""/>
        <dsp:cNvSpPr/>
      </dsp:nvSpPr>
      <dsp:spPr>
        <a:xfrm>
          <a:off x="2920125" y="702570"/>
          <a:ext cx="483552" cy="48320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21696F-24C1-4F90-B378-D7AC09977516}">
      <dsp:nvSpPr>
        <dsp:cNvPr id="0" name=""/>
        <dsp:cNvSpPr/>
      </dsp:nvSpPr>
      <dsp:spPr>
        <a:xfrm>
          <a:off x="3681621" y="90203"/>
          <a:ext cx="225774" cy="225720"/>
        </a:xfrm>
        <a:prstGeom prst="donut">
          <a:avLst>
            <a:gd name="adj" fmla="val 74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F46A9C-3B93-4211-A4BE-B186C8B06CA3}">
      <dsp:nvSpPr>
        <dsp:cNvPr id="0" name=""/>
        <dsp:cNvSpPr/>
      </dsp:nvSpPr>
      <dsp:spPr>
        <a:xfrm>
          <a:off x="2948621" y="730944"/>
          <a:ext cx="426560" cy="426454"/>
        </a:xfrm>
        <a:prstGeom prst="ellipse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8000" r="-8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974C50-32C1-4D74-AE44-727C4FDD62A9}">
      <dsp:nvSpPr>
        <dsp:cNvPr id="0" name=""/>
        <dsp:cNvSpPr/>
      </dsp:nvSpPr>
      <dsp:spPr>
        <a:xfrm>
          <a:off x="3259006" y="250706"/>
          <a:ext cx="448041" cy="4480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AAEEA8-54CB-421B-850C-7A5B8622A847}">
      <dsp:nvSpPr>
        <dsp:cNvPr id="0" name=""/>
        <dsp:cNvSpPr/>
      </dsp:nvSpPr>
      <dsp:spPr>
        <a:xfrm>
          <a:off x="3285310" y="276962"/>
          <a:ext cx="395434" cy="395116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6000" r="-46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44B8AC-F798-4BB2-A840-3F878ECF2583}">
      <dsp:nvSpPr>
        <dsp:cNvPr id="0" name=""/>
        <dsp:cNvSpPr/>
      </dsp:nvSpPr>
      <dsp:spPr>
        <a:xfrm>
          <a:off x="2629029" y="2879734"/>
          <a:ext cx="770263" cy="7703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B52628-29E7-487C-8B5F-195C3C966E7A}">
      <dsp:nvSpPr>
        <dsp:cNvPr id="0" name=""/>
        <dsp:cNvSpPr/>
      </dsp:nvSpPr>
      <dsp:spPr>
        <a:xfrm>
          <a:off x="3794289" y="3896110"/>
          <a:ext cx="305124" cy="304913"/>
        </a:xfrm>
        <a:prstGeom prst="donut">
          <a:avLst>
            <a:gd name="adj" fmla="val 74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E0E9BB-0180-49FB-980E-49CD323A03FD}">
      <dsp:nvSpPr>
        <dsp:cNvPr id="0" name=""/>
        <dsp:cNvSpPr/>
      </dsp:nvSpPr>
      <dsp:spPr>
        <a:xfrm>
          <a:off x="2669800" y="2920389"/>
          <a:ext cx="689160" cy="689018"/>
        </a:xfrm>
        <a:prstGeom prst="ellipse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8000" r="-78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136FA2-6BB9-42D0-9E5A-EA2217B757E6}">
      <dsp:nvSpPr>
        <dsp:cNvPr id="0" name=""/>
        <dsp:cNvSpPr/>
      </dsp:nvSpPr>
      <dsp:spPr>
        <a:xfrm>
          <a:off x="3254622" y="3525556"/>
          <a:ext cx="483552" cy="48320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09011B-4512-42B4-91E8-024F28E1E112}">
      <dsp:nvSpPr>
        <dsp:cNvPr id="0" name=""/>
        <dsp:cNvSpPr/>
      </dsp:nvSpPr>
      <dsp:spPr>
        <a:xfrm>
          <a:off x="3157076" y="3447826"/>
          <a:ext cx="678644" cy="638662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9000" r="-2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D6F674-78E9-418F-BDEF-6C9403D57604}">
      <dsp:nvSpPr>
        <dsp:cNvPr id="0" name=""/>
        <dsp:cNvSpPr/>
      </dsp:nvSpPr>
      <dsp:spPr>
        <a:xfrm>
          <a:off x="935063" y="1614125"/>
          <a:ext cx="1524745" cy="487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" numCol="1" spcCol="1270" anchor="b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900" b="1" kern="1200" dirty="0" smtClean="0"/>
            <a:t>Monitoração</a:t>
          </a:r>
          <a:r>
            <a:rPr lang="pt-BR" sz="900" kern="1200" dirty="0" smtClean="0"/>
            <a:t> </a:t>
          </a:r>
          <a:br>
            <a:rPr lang="pt-BR" sz="900" kern="1200" dirty="0" smtClean="0"/>
          </a:br>
          <a:r>
            <a:rPr lang="pt-BR" sz="900" kern="1200" dirty="0" smtClean="0"/>
            <a:t>“Serviços de Negócio” </a:t>
          </a:r>
          <a:br>
            <a:rPr lang="pt-BR" sz="900" kern="1200" dirty="0" smtClean="0"/>
          </a:br>
          <a:endParaRPr lang="pt-BR" sz="900" kern="1200" dirty="0"/>
        </a:p>
      </dsp:txBody>
      <dsp:txXfrm>
        <a:off x="935063" y="1614125"/>
        <a:ext cx="1524745" cy="487013"/>
      </dsp:txXfrm>
    </dsp:sp>
    <dsp:sp modelId="{E61884F6-F9BB-4F45-8B0B-2E96B972BFEC}">
      <dsp:nvSpPr>
        <dsp:cNvPr id="0" name=""/>
        <dsp:cNvSpPr/>
      </dsp:nvSpPr>
      <dsp:spPr>
        <a:xfrm>
          <a:off x="3701787" y="2106017"/>
          <a:ext cx="1524745" cy="474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900" b="1" kern="1200" dirty="0" smtClean="0"/>
            <a:t>Redundância MPLS</a:t>
          </a:r>
          <a:r>
            <a:rPr lang="pt-BR" sz="900" kern="1200" dirty="0" smtClean="0"/>
            <a:t/>
          </a:r>
          <a:br>
            <a:rPr lang="pt-BR" sz="900" kern="1200" dirty="0" smtClean="0"/>
          </a:br>
          <a:r>
            <a:rPr lang="pt-BR" sz="900" kern="1200" dirty="0" smtClean="0"/>
            <a:t>“Garantia de disponibilidade”</a:t>
          </a:r>
          <a:endParaRPr lang="pt-BR" sz="900" kern="1200" dirty="0"/>
        </a:p>
      </dsp:txBody>
      <dsp:txXfrm>
        <a:off x="3701787" y="2106017"/>
        <a:ext cx="1524745" cy="474309"/>
      </dsp:txXfrm>
    </dsp:sp>
    <dsp:sp modelId="{4954102F-7D0B-4FBB-A357-D6D345D15BC7}">
      <dsp:nvSpPr>
        <dsp:cNvPr id="0" name=""/>
        <dsp:cNvSpPr/>
      </dsp:nvSpPr>
      <dsp:spPr>
        <a:xfrm>
          <a:off x="3645234" y="1352204"/>
          <a:ext cx="1524745" cy="6166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900" b="1" kern="1200" dirty="0" smtClean="0"/>
            <a:t>Internalização URA</a:t>
          </a:r>
          <a:r>
            <a:rPr lang="pt-BR" sz="900" kern="1200" dirty="0" smtClean="0"/>
            <a:t/>
          </a:r>
          <a:br>
            <a:rPr lang="pt-BR" sz="900" kern="1200" dirty="0" smtClean="0"/>
          </a:br>
          <a:r>
            <a:rPr lang="pt-BR" sz="900" kern="1200" dirty="0" smtClean="0"/>
            <a:t>“Qualidade e agilidade no atendimento”</a:t>
          </a:r>
          <a:endParaRPr lang="pt-BR" sz="900" kern="1200" dirty="0"/>
        </a:p>
      </dsp:txBody>
      <dsp:txXfrm>
        <a:off x="3645234" y="1352204"/>
        <a:ext cx="1524745" cy="616601"/>
      </dsp:txXfrm>
    </dsp:sp>
    <dsp:sp modelId="{54A305EF-6863-49AB-83C6-6A05AA061E82}">
      <dsp:nvSpPr>
        <dsp:cNvPr id="0" name=""/>
        <dsp:cNvSpPr/>
      </dsp:nvSpPr>
      <dsp:spPr>
        <a:xfrm>
          <a:off x="1367331" y="664374"/>
          <a:ext cx="1524745" cy="426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900" b="1" kern="1200" dirty="0" smtClean="0"/>
            <a:t>Gravação Nice (Contax 2.0) </a:t>
          </a:r>
          <a:r>
            <a:rPr lang="pt-BR" sz="900" kern="1200" dirty="0" smtClean="0"/>
            <a:t/>
          </a:r>
          <a:br>
            <a:rPr lang="pt-BR" sz="900" kern="1200" dirty="0" smtClean="0"/>
          </a:br>
          <a:r>
            <a:rPr lang="pt-BR" sz="900" kern="1200" dirty="0" smtClean="0"/>
            <a:t>“Eficiência e conformidade contratual”</a:t>
          </a:r>
          <a:endParaRPr lang="pt-BR" sz="900" kern="1200" dirty="0"/>
        </a:p>
      </dsp:txBody>
      <dsp:txXfrm>
        <a:off x="1367331" y="664374"/>
        <a:ext cx="1524745" cy="426454"/>
      </dsp:txXfrm>
    </dsp:sp>
    <dsp:sp modelId="{015679D1-5653-421A-A579-A334CAE9B515}">
      <dsp:nvSpPr>
        <dsp:cNvPr id="0" name=""/>
        <dsp:cNvSpPr/>
      </dsp:nvSpPr>
      <dsp:spPr>
        <a:xfrm>
          <a:off x="3794289" y="276962"/>
          <a:ext cx="1524745" cy="395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900" b="1" kern="1200" dirty="0" smtClean="0"/>
            <a:t>Aspect 7.3</a:t>
          </a:r>
          <a:br>
            <a:rPr lang="pt-BR" sz="900" b="1" kern="1200" dirty="0" smtClean="0"/>
          </a:br>
          <a:r>
            <a:rPr lang="pt-BR" sz="900" b="0" kern="1200" dirty="0" smtClean="0"/>
            <a:t>“Estabilidade no atendimento”</a:t>
          </a:r>
          <a:endParaRPr lang="pt-BR" sz="900" b="1" kern="1200" dirty="0"/>
        </a:p>
      </dsp:txBody>
      <dsp:txXfrm>
        <a:off x="3794289" y="276962"/>
        <a:ext cx="1524745" cy="395116"/>
      </dsp:txXfrm>
    </dsp:sp>
    <dsp:sp modelId="{6548F62D-7981-47E5-9115-2BDA84781286}">
      <dsp:nvSpPr>
        <dsp:cNvPr id="0" name=""/>
        <dsp:cNvSpPr/>
      </dsp:nvSpPr>
      <dsp:spPr>
        <a:xfrm>
          <a:off x="1022742" y="2920389"/>
          <a:ext cx="1524745" cy="6890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900" b="1" kern="1200" dirty="0" smtClean="0"/>
            <a:t>OCS </a:t>
          </a:r>
          <a:r>
            <a:rPr lang="pt-BR" sz="900" b="1" kern="1200" dirty="0" err="1" smtClean="0"/>
            <a:t>Inventory</a:t>
          </a:r>
          <a:endParaRPr lang="pt-BR" sz="900" b="1" kern="1200" dirty="0"/>
        </a:p>
      </dsp:txBody>
      <dsp:txXfrm>
        <a:off x="1022742" y="2920389"/>
        <a:ext cx="1524745" cy="689018"/>
      </dsp:txXfrm>
    </dsp:sp>
    <dsp:sp modelId="{F2D79C9B-EDDE-476E-BC06-BAF186C037A5}">
      <dsp:nvSpPr>
        <dsp:cNvPr id="0" name=""/>
        <dsp:cNvSpPr/>
      </dsp:nvSpPr>
      <dsp:spPr>
        <a:xfrm>
          <a:off x="1395380" y="3684365"/>
          <a:ext cx="1784276" cy="5505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t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900" b="1" kern="1200" dirty="0" smtClean="0"/>
            <a:t>RJ </a:t>
          </a:r>
          <a:r>
            <a:rPr lang="pt-BR" sz="900" b="1" kern="1200" dirty="0" err="1" smtClean="0"/>
            <a:t>Perfeitura</a:t>
          </a:r>
          <a:endParaRPr lang="pt-BR" sz="900" b="1" kern="1200" dirty="0"/>
        </a:p>
      </dsp:txBody>
      <dsp:txXfrm>
        <a:off x="1395380" y="3684365"/>
        <a:ext cx="1784276" cy="5505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BubblePictureList">
  <dgm:title val=""/>
  <dgm:desc val=""/>
  <dgm:catLst>
    <dgm:cat type="picture" pri="22000"/>
    <dgm:cat type="pictureconvert" pri="22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8"/>
      <dgm:chPref val="8"/>
      <dgm:dir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7423"/>
        </dgm:alg>
        <dgm:choose name="Name3">
          <dgm:if name="Name4" func="var" arg="dir" op="equ" val="norm">
            <dgm:constrLst>
              <dgm:constr type="primFontSz" for="des" ptType="node" op="equ" val="65"/>
              <dgm:constr type="l" for="ch" forName="parent_text_1" refType="w" fact="0"/>
              <dgm:constr type="t" for="ch" forName="parent_text_1" refType="h" fact="0"/>
              <dgm:constr type="w" for="ch" forName="parent_text_1" refType="w" fact="0.6457"/>
              <dgm:constr type="h" for="ch" forName="parent_text_1" refType="h" fact="0.225"/>
              <dgm:constr type="l" for="ch" forName="image_accent_1" refType="w" fact="0.4305"/>
              <dgm:constr type="t" for="ch" forName="image_accent_1" refType="h" fact="0.2417"/>
              <dgm:constr type="w" for="ch" forName="image_accent_1" refType="w" fact="0.4352"/>
              <dgm:constr type="h" for="ch" forName="image_accent_1" refType="h" fact="0.7583"/>
              <dgm:constr type="l" for="ch" forName="accent_1" refType="w" fact="0.8709"/>
              <dgm:constr type="t" for="ch" forName="accent_1" refType="h" fact="0.1491"/>
              <dgm:constr type="w" for="ch" forName="accent_1" refType="w" fact="0.1291"/>
              <dgm:constr type="h" for="ch" forName="accent_1" refType="h" fact="0.225"/>
              <dgm:constr type="l" for="ch" forName="image_1" refType="w" fact="0.4457"/>
              <dgm:constr type="t" for="ch" forName="image_1" refType="h" fact="0.2709"/>
              <dgm:constr type="w" for="ch" forName="image_1" refType="w" fact="0.4018"/>
              <dgm:constr type="h" for="ch" forName="image_1" refType="h" fact="0.7"/>
            </dgm:constrLst>
          </dgm:if>
          <dgm:else name="Name5">
            <dgm:constrLst>
              <dgm:constr type="primFontSz" for="des" ptType="node" op="equ" val="65"/>
              <dgm:constr type="l" for="ch" forName="parent_text_1" refType="w" fact="0.3543"/>
              <dgm:constr type="t" for="ch" forName="parent_text_1" refType="h" fact="0"/>
              <dgm:constr type="w" for="ch" forName="parent_text_1" refType="w" fact="0.6457"/>
              <dgm:constr type="h" for="ch" forName="parent_text_1" refType="h" fact="0.225"/>
              <dgm:constr type="l" for="ch" forName="image_accent_1" refType="w" fact="0.1344"/>
              <dgm:constr type="t" for="ch" forName="image_accent_1" refType="h" fact="0.2417"/>
              <dgm:constr type="w" for="ch" forName="image_accent_1" refType="w" fact="0.4352"/>
              <dgm:constr type="h" for="ch" forName="image_accent_1" refType="h" fact="0.7583"/>
              <dgm:constr type="l" for="ch" forName="accent_1" refType="w" fact="0"/>
              <dgm:constr type="t" for="ch" forName="accent_1" refType="h" fact="0.1491"/>
              <dgm:constr type="w" for="ch" forName="accent_1" refType="w" fact="0.1291"/>
              <dgm:constr type="h" for="ch" forName="accent_1" refType="h" fact="0.225"/>
              <dgm:constr type="l" for="ch" forName="image_1" refType="w" fact="0.1525"/>
              <dgm:constr type="t" for="ch" forName="image_1" refType="h" fact="0.2709"/>
              <dgm:constr type="w" for="ch" forName="image_1" refType="w" fact="0.4018"/>
              <dgm:constr type="h" for="ch" forName="image_1" refType="h" fact="0.7"/>
            </dgm:constrLst>
          </dgm:else>
        </dgm:choose>
      </dgm:if>
      <dgm:if name="Name6" axis="ch" ptType="node" func="cnt" op="equ" val="2">
        <dgm:alg type="composite">
          <dgm:param type="ar" val="3.193"/>
        </dgm:alg>
        <dgm:choose name="Name7">
          <dgm:if name="Name8" func="var" arg="dir" op="equ" val="norm">
            <dgm:constrLst>
              <dgm:constr type="primFontSz" for="des" ptType="node" op="equ" val="65"/>
              <dgm:constr type="l" for="ch" forName="image_accent_1" refType="w" fact="0.2342"/>
              <dgm:constr type="t" for="ch" forName="image_accent_1" refType="h" fact="0.2354"/>
              <dgm:constr type="w" for="ch" forName="image_accent_1" refType="w" fact="0.2394"/>
              <dgm:constr type="h" for="ch" forName="image_accent_1" refType="h" fact="0.7646"/>
              <dgm:constr type="l" for="ch" forName="image_1" refType="w" fact="0.2434"/>
              <dgm:constr type="t" for="ch" forName="image_1" refType="h" fact="0.2648"/>
              <dgm:constr type="w" for="ch" forName="image_1" refType="w" fact="0.2211"/>
              <dgm:constr type="h" for="ch" forName="image_1" refType="h" fact="0.7058"/>
              <dgm:constr type="l" for="ch" forName="parent_text_1" refType="w" fact="0"/>
              <dgm:constr type="t" for="ch" forName="parent_text_1" refType="h" fact="0"/>
              <dgm:constr type="w" for="ch" forName="parent_text_1" refType="w" fact="0.3553"/>
              <dgm:constr type="h" for="ch" forName="parent_text_1" refType="h" fact="0.215"/>
              <dgm:constr type="l" for="ch" forName="image_accent_2" refType="w" fact="0.5"/>
              <dgm:constr type="t" for="ch" forName="image_accent_2" refType="h" fact="0.3883"/>
              <dgm:constr type="w" for="ch" forName="image_accent_2" refType="w" fact="0.1253"/>
              <dgm:constr type="h" for="ch" forName="image_accent_2" refType="h" fact="0.4"/>
              <dgm:constr type="l" for="ch" forName="image_2" refType="w" fact="0.5074"/>
              <dgm:constr type="t" for="ch" forName="image_2" refType="h" fact="0.4118"/>
              <dgm:constr type="w" for="ch" forName="image_2" refType="w" fact="0.1105"/>
              <dgm:constr type="h" for="ch" forName="image_2" refType="h" fact="0.3529"/>
              <dgm:constr type="l" for="ch" forName="parent_text_2" refType="w" fact="0.6447"/>
              <dgm:constr type="t" for="ch" forName="parent_text_2" refType="h" fact="0.4118"/>
              <dgm:constr type="w" for="ch" forName="parent_text_2" refType="w" fact="0.3553"/>
              <dgm:constr type="h" for="ch" forName="parent_text_2" refType="h" fact="0.3529"/>
              <dgm:constr type="l" for="ch" forName="accent_1" refType="w" fact="0.6316"/>
              <dgm:constr type="t" for="ch" forName="accent_1" refType="h" fact="0.7899"/>
              <dgm:constr type="w" for="ch" forName="accent_1" refType="w" fact="0.0395"/>
              <dgm:constr type="h" for="ch" forName="accent_1" refType="h" fact="0.126"/>
            </dgm:constrLst>
          </dgm:if>
          <dgm:else name="Name9">
            <dgm:constrLst>
              <dgm:constr type="primFontSz" for="des" ptType="node" op="equ" val="65"/>
              <dgm:constr type="l" for="ch" forName="image_accent_2" refType="w" fact="0.3747"/>
              <dgm:constr type="t" for="ch" forName="image_accent_2" refType="h" fact="0.3883"/>
              <dgm:constr type="w" for="ch" forName="image_accent_2" refType="w" fact="0.1253"/>
              <dgm:constr type="h" for="ch" forName="image_accent_2" refType="h" fact="0.4"/>
              <dgm:constr type="l" for="ch" forName="image_2" refType="w" fact="0.3821"/>
              <dgm:constr type="t" for="ch" forName="image_2" refType="h" fact="0.4118"/>
              <dgm:constr type="w" for="ch" forName="image_2" refType="w" fact="0.1105"/>
              <dgm:constr type="h" for="ch" forName="image_2" refType="h" fact="0.3529"/>
              <dgm:constr type="l" for="ch" forName="parent_text_1" refType="w" fact="0.6447"/>
              <dgm:constr type="t" for="ch" forName="parent_text_1" refType="h" fact="0"/>
              <dgm:constr type="w" for="ch" forName="parent_text_1" refType="w" fact="0.3553"/>
              <dgm:constr type="h" for="ch" forName="parent_text_1" refType="h" fact="0.215"/>
              <dgm:constr type="l" for="ch" forName="parent_text_2" refType="w" fact="0"/>
              <dgm:constr type="t" for="ch" forName="parent_text_2" refType="h" fact="0.4118"/>
              <dgm:constr type="w" for="ch" forName="parent_text_2" refType="w" fact="0.3553"/>
              <dgm:constr type="h" for="ch" forName="parent_text_2" refType="h" fact="0.3529"/>
              <dgm:constr type="l" for="ch" forName="image_accent_1" refType="w" fact="0.5263"/>
              <dgm:constr type="t" for="ch" forName="image_accent_1" refType="h" fact="0.2354"/>
              <dgm:constr type="w" for="ch" forName="image_accent_1" refType="w" fact="0.2394"/>
              <dgm:constr type="h" for="ch" forName="image_accent_1" refType="h" fact="0.7646"/>
              <dgm:constr type="l" for="ch" forName="image_1" refType="w" fact="0.5355"/>
              <dgm:constr type="t" for="ch" forName="image_1" refType="h" fact="0.2648"/>
              <dgm:constr type="w" for="ch" forName="image_1" refType="w" fact="0.2211"/>
              <dgm:constr type="h" for="ch" forName="image_1" refType="h" fact="0.7058"/>
              <dgm:constr type="l" for="ch" forName="accent_1" refType="w" fact="0.3289"/>
              <dgm:constr type="t" for="ch" forName="accent_1" refType="h" fact="0.7899"/>
              <dgm:constr type="w" for="ch" forName="accent_1" refType="w" fact="0.0395"/>
              <dgm:constr type="h" for="ch" forName="accent_1" refType="h" fact="0.126"/>
            </dgm:constrLst>
          </dgm:else>
        </dgm:choose>
      </dgm:if>
      <dgm:if name="Name10" axis="ch" ptType="node" func="cnt" op="equ" val="3">
        <dgm:alg type="composite">
          <dgm:param type="ar" val="2.4052"/>
        </dgm:alg>
        <dgm:choose name="Name11">
          <dgm:if name="Name12" func="var" arg="dir" op="equ" val="norm">
            <dgm:constrLst>
              <dgm:constr type="primFontSz" for="des" ptType="node" op="equ" val="65"/>
              <dgm:constr type="l" for="ch" forName="accent_3" refType="w" fact="0.6316"/>
              <dgm:constr type="t" for="ch" forName="accent_3" refType="h" fact="0.8355"/>
              <dgm:constr type="w" for="ch" forName="accent_3" refType="w" fact="0.0395"/>
              <dgm:constr type="h" for="ch" forName="accent_3" refType="h" fact="0.0949"/>
              <dgm:constr type="l" for="ch" forName="image_accent_2" refType="w" fact="0.4936"/>
              <dgm:constr type="t" for="ch" forName="image_accent_2" refType="h" fact="0.5329"/>
              <dgm:constr type="w" for="ch" forName="image_accent_2" refType="w" fact="0.1253"/>
              <dgm:constr type="h" for="ch" forName="image_accent_2" refType="h" fact="0.3013"/>
              <dgm:constr type="l" for="ch" forName="image_2" refType="w" fact="0.501"/>
              <dgm:constr type="t" for="ch" forName="image_2" refType="h" fact="0.5507"/>
              <dgm:constr type="w" for="ch" forName="image_2" refType="w" fact="0.1105"/>
              <dgm:constr type="h" for="ch" forName="image_2" refType="h" fact="0.2658"/>
              <dgm:constr type="l" for="ch" forName="image_accent_3" refType="w" fact="0.4446"/>
              <dgm:constr type="t" for="ch" forName="image_accent_3" refType="h" fact="0.1076"/>
              <dgm:constr type="w" for="ch" forName="image_accent_3" refType="w" fact="0.1606"/>
              <dgm:constr type="h" for="ch" forName="image_accent_3" refType="h" fact="0.3864"/>
              <dgm:constr type="l" for="ch" forName="image_3" refType="w" fact="0.4531"/>
              <dgm:constr type="t" for="ch" forName="image_3" refType="h" fact="0.128"/>
              <dgm:constr type="w" for="ch" forName="image_3" refType="w" fact="0.1437"/>
              <dgm:constr type="h" for="ch" forName="image_3" refType="h" fact="0.3456"/>
              <dgm:constr type="l" for="ch" forName="image_accent_1" refType="w" fact="0.2368"/>
              <dgm:constr type="t" for="ch" forName="image_accent_1" refType="h" fact="0.4241"/>
              <dgm:constr type="w" for="ch" forName="image_accent_1" refType="w" fact="0.2394"/>
              <dgm:constr type="h" for="ch" forName="image_accent_1" refType="h" fact="0.5759"/>
              <dgm:constr type="l" for="ch" forName="image_1" refType="w" fact="0.246"/>
              <dgm:constr type="t" for="ch" forName="image_1" refType="h" fact="0.4462"/>
              <dgm:constr type="w" for="ch" forName="image_1" refType="w" fact="0.2211"/>
              <dgm:constr type="h" for="ch" forName="image_1" refType="h" fact="0.5317"/>
              <dgm:constr type="l" for="ch" forName="parent_text_1" refType="w" fact="0"/>
              <dgm:constr type="t" for="ch" forName="parent_text_1" refType="h" fact="0.128"/>
              <dgm:constr type="w" for="ch" forName="parent_text_1" refType="w" fact="0.3553"/>
              <dgm:constr type="h" for="ch" forName="parent_text_1" refType="h" fact="0.2775"/>
              <dgm:constr type="l" for="ch" forName="accent_1" refType="w" fact="0.3895"/>
              <dgm:constr type="t" for="ch" forName="accent_1" refType="h" fact="0"/>
              <dgm:constr type="w" for="ch" forName="accent_1" refType="w" fact="0.0711"/>
              <dgm:constr type="h" for="ch" forName="accent_1" refType="h" fact="0.1709"/>
              <dgm:constr type="l" for="ch" forName="parent_text_2" refType="w" fact="0.6447"/>
              <dgm:constr type="t" for="ch" forName="parent_text_2" refType="h" fact="0.5507"/>
              <dgm:constr type="w" for="ch" forName="parent_text_2" refType="w" fact="0.3553"/>
              <dgm:constr type="h" for="ch" forName="parent_text_2" refType="h" fact="0.2658"/>
              <dgm:constr type="l" for="ch" forName="parent_text_3" refType="w" fact="0.6316"/>
              <dgm:constr type="t" for="ch" forName="parent_text_3" refType="h" fact="0.128"/>
              <dgm:constr type="w" for="ch" forName="parent_text_3" refType="w" fact="0.3553"/>
              <dgm:constr type="h" for="ch" forName="parent_text_3" refType="h" fact="0.3456"/>
              <dgm:constr type="l" for="ch" forName="accent_2" refType="w" fact="0.5789"/>
              <dgm:constr type="t" for="ch" forName="accent_2" refType="h" fact="0.0127"/>
              <dgm:constr type="w" for="ch" forName="accent_2" refType="w" fact="0.0526"/>
              <dgm:constr type="h" for="ch" forName="accent_2" refType="h" fact="0.1266"/>
            </dgm:constrLst>
          </dgm:if>
          <dgm:else name="Name13">
            <dgm:constrLst>
              <dgm:constr type="primFontSz" for="des" ptType="node" op="equ" val="65"/>
              <dgm:constr type="l" for="ch" forName="accent_1" refType="w" fact="0.3289"/>
              <dgm:constr type="t" for="ch" forName="accent_1" refType="h" fact="0.8355"/>
              <dgm:constr type="w" for="ch" forName="accent_1" refType="w" fact="0.0395"/>
              <dgm:constr type="h" for="ch" forName="accent_1" refType="h" fact="0.0949"/>
              <dgm:constr type="l" for="ch" forName="image_accent_2" refType="w" fact="0.3811"/>
              <dgm:constr type="t" for="ch" forName="image_accent_2" refType="h" fact="0.5329"/>
              <dgm:constr type="w" for="ch" forName="image_accent_2" refType="w" fact="0.1253"/>
              <dgm:constr type="h" for="ch" forName="image_accent_2" refType="h" fact="0.3013"/>
              <dgm:constr type="l" for="ch" forName="image_2" refType="w" fact="0.3885"/>
              <dgm:constr type="t" for="ch" forName="image_2" refType="h" fact="0.5507"/>
              <dgm:constr type="w" for="ch" forName="image_2" refType="w" fact="0.1105"/>
              <dgm:constr type="h" for="ch" forName="image_2" refType="h" fact="0.2658"/>
              <dgm:constr type="l" for="ch" forName="image_accent_3" refType="w" fact="0.3947"/>
              <dgm:constr type="t" for="ch" forName="image_accent_3" refType="h" fact="0.1076"/>
              <dgm:constr type="w" for="ch" forName="image_accent_3" refType="w" fact="0.1606"/>
              <dgm:constr type="h" for="ch" forName="image_accent_3" refType="h" fact="0.3864"/>
              <dgm:constr type="l" for="ch" forName="image_3" refType="w" fact="0.4032"/>
              <dgm:constr type="t" for="ch" forName="image_3" refType="h" fact="0.128"/>
              <dgm:constr type="w" for="ch" forName="image_3" refType="w" fact="0.1437"/>
              <dgm:constr type="h" for="ch" forName="image_3" refType="h" fact="0.3456"/>
              <dgm:constr type="l" for="ch" forName="image_accent_1" refType="w" fact="0.5237"/>
              <dgm:constr type="t" for="ch" forName="image_accent_1" refType="h" fact="0.4241"/>
              <dgm:constr type="w" for="ch" forName="image_accent_1" refType="w" fact="0.2394"/>
              <dgm:constr type="h" for="ch" forName="image_accent_1" refType="h" fact="0.5759"/>
              <dgm:constr type="l" for="ch" forName="image_1" refType="w" fact="0.5329"/>
              <dgm:constr type="t" for="ch" forName="image_1" refType="h" fact="0.4462"/>
              <dgm:constr type="w" for="ch" forName="image_1" refType="w" fact="0.2211"/>
              <dgm:constr type="h" for="ch" forName="image_1" refType="h" fact="0.5317"/>
              <dgm:constr type="l" for="ch" forName="parent_text_1" refType="w" fact="0.6447"/>
              <dgm:constr type="t" for="ch" forName="parent_text_1" refType="h" fact="0.128"/>
              <dgm:constr type="w" for="ch" forName="parent_text_1" refType="w" fact="0.3553"/>
              <dgm:constr type="h" for="ch" forName="parent_text_1" refType="h" fact="0.2775"/>
              <dgm:constr type="l" for="ch" forName="accent_2" refType="w" fact="0.5395"/>
              <dgm:constr type="t" for="ch" forName="accent_2" refType="h" fact="0"/>
              <dgm:constr type="w" for="ch" forName="accent_2" refType="w" fact="0.0711"/>
              <dgm:constr type="h" for="ch" forName="accent_2" refType="h" fact="0.1709"/>
              <dgm:constr type="l" for="ch" forName="parent_text_3" refType="w" fact="0.0132"/>
              <dgm:constr type="t" for="ch" forName="parent_text_3" refType="h" fact="0.128"/>
              <dgm:constr type="w" for="ch" forName="parent_text_3" refType="w" fact="0.3553"/>
              <dgm:constr type="h" for="ch" forName="parent_text_3" refType="h" fact="0.3456"/>
              <dgm:constr type="l" for="ch" forName="parent_text_2" refType="w" fact="0"/>
              <dgm:constr type="t" for="ch" forName="parent_text_2" refType="h" fact="0.5507"/>
              <dgm:constr type="w" for="ch" forName="parent_text_2" refType="w" fact="0.3553"/>
              <dgm:constr type="h" for="ch" forName="parent_text_2" refType="h" fact="0.2658"/>
              <dgm:constr type="l" for="ch" forName="accent_3" refType="w" fact="0.3684"/>
              <dgm:constr type="t" for="ch" forName="accent_3" refType="h" fact="0.0127"/>
              <dgm:constr type="w" for="ch" forName="accent_3" refType="w" fact="0.0526"/>
              <dgm:constr type="h" for="ch" forName="accent_3" refType="h" fact="0.1266"/>
            </dgm:constrLst>
          </dgm:else>
        </dgm:choose>
      </dgm:if>
      <dgm:if name="Name14" axis="ch" ptType="node" func="cnt" op="equ" val="4">
        <dgm:alg type="composite">
          <dgm:param type="ar" val="1.6704"/>
        </dgm:alg>
        <dgm:choose name="Name15">
          <dgm:if name="Name16" func="var" arg="dir" op="equ" val="norm">
            <dgm:constrLst>
              <dgm:constr type="primFontSz" for="des" ptType="node" op="equ" val="65"/>
              <dgm:constr type="l" for="ch" forName="image_accent_4" refType="w" fact="0.4626"/>
              <dgm:constr type="t" for="ch" forName="image_accent_4" refType="h" fact="0.1415"/>
              <dgm:constr type="w" for="ch" forName="image_accent_4" refType="w" fact="0.1126"/>
              <dgm:constr type="h" for="ch" forName="image_accent_4" refType="h" fact="0.1881"/>
              <dgm:constr type="l" for="ch" forName="image_4" refType="w" fact="0.4692"/>
              <dgm:constr type="t" for="ch" forName="image_4" refType="h" fact="0.1526"/>
              <dgm:constr type="w" for="ch" forName="image_4" refType="w" fact="0.0994"/>
              <dgm:constr type="h" for="ch" forName="image_4" refType="h" fact="0.166"/>
              <dgm:constr type="l" for="ch" forName="image_accent_2" refType="w" fact="0.4936"/>
              <dgm:constr type="t" for="ch" forName="image_accent_2" refType="h" fact="0.6756"/>
              <dgm:constr type="w" for="ch" forName="image_accent_2" refType="w" fact="0.1253"/>
              <dgm:constr type="h" for="ch" forName="image_accent_2" refType="h" fact="0.2092"/>
              <dgm:constr type="l" for="ch" forName="image_2" refType="w" fact="0.501"/>
              <dgm:constr type="t" for="ch" forName="image_2" refType="h" fact="0.6879"/>
              <dgm:constr type="w" for="ch" forName="image_2" refType="w" fact="0.1105"/>
              <dgm:constr type="h" for="ch" forName="image_2" refType="h" fact="0.1846"/>
              <dgm:constr type="l" for="ch" forName="image_accent_3" refType="w" fact="0.4446"/>
              <dgm:constr type="t" for="ch" forName="image_accent_3" refType="h" fact="0.3802"/>
              <dgm:constr type="w" for="ch" forName="image_accent_3" refType="w" fact="0.1606"/>
              <dgm:constr type="h" for="ch" forName="image_accent_3" refType="h" fact="0.2683"/>
              <dgm:constr type="l" for="ch" forName="image_3" refType="w" fact="0.4531"/>
              <dgm:constr type="t" for="ch" forName="image_3" refType="h" fact="0.3944"/>
              <dgm:constr type="w" for="ch" forName="image_3" refType="w" fact="0.1437"/>
              <dgm:constr type="h" for="ch" forName="image_3" refType="h" fact="0.24"/>
              <dgm:constr type="l" for="ch" forName="image_accent_1" refType="w" fact="0.2368"/>
              <dgm:constr type="t" for="ch" forName="image_accent_1" refType="h" fact="0.6"/>
              <dgm:constr type="w" for="ch" forName="image_accent_1" refType="w" fact="0.2394"/>
              <dgm:constr type="h" for="ch" forName="image_accent_1" refType="h" fact="0.4"/>
              <dgm:constr type="l" for="ch" forName="image_1" refType="w" fact="0.246"/>
              <dgm:constr type="t" for="ch" forName="image_1" refType="h" fact="0.6154"/>
              <dgm:constr type="w" for="ch" forName="image_1" refType="w" fact="0.2211"/>
              <dgm:constr type="h" for="ch" forName="image_1" refType="h" fact="0.3692"/>
              <dgm:constr type="l" for="ch" forName="parent_text_1" refType="w" fact="0"/>
              <dgm:constr type="t" for="ch" forName="parent_text_1" refType="h" fact="0.3944"/>
              <dgm:constr type="w" for="ch" forName="parent_text_1" refType="w" fact="0.3553"/>
              <dgm:constr type="h" for="ch" forName="parent_text_1" refType="h" fact="0.1931"/>
              <dgm:constr type="l" for="ch" forName="accent_1" refType="w" fact="0.3895"/>
              <dgm:constr type="t" for="ch" forName="accent_1" refType="h" fact="0.3055"/>
              <dgm:constr type="w" for="ch" forName="accent_1" refType="w" fact="0.0711"/>
              <dgm:constr type="h" for="ch" forName="accent_1" refType="h" fact="0.1187"/>
              <dgm:constr type="l" for="ch" forName="parent_text_3" refType="w" fact="0.6316"/>
              <dgm:constr type="t" for="ch" forName="parent_text_3" refType="h" fact="0.3944"/>
              <dgm:constr type="w" for="ch" forName="parent_text_3" refType="w" fact="0.3553"/>
              <dgm:constr type="h" for="ch" forName="parent_text_3" refType="h" fact="0.24"/>
              <dgm:constr type="l" for="ch" forName="parent_text_2" refType="w" fact="0.6447"/>
              <dgm:constr type="t" for="ch" forName="parent_text_2" refType="h" fact="0.6879"/>
              <dgm:constr type="w" for="ch" forName="parent_text_2" refType="w" fact="0.3553"/>
              <dgm:constr type="h" for="ch" forName="parent_text_2" refType="h" fact="0.1846"/>
              <dgm:constr type="l" for="ch" forName="accent_2" refType="w" fact="0.5347"/>
              <dgm:constr type="t" for="ch" forName="accent_2" refType="h" fact="0.044"/>
              <dgm:constr type="w" for="ch" forName="accent_2" refType="w" fact="0.0526"/>
              <dgm:constr type="h" for="ch" forName="accent_2" refType="h" fact="0.0879"/>
              <dgm:constr type="l" for="ch" forName="accent_3" refType="w" fact="0.6005"/>
              <dgm:constr type="t" for="ch" forName="accent_3" refType="h" fact="0"/>
              <dgm:constr type="w" for="ch" forName="accent_3" refType="w" fact="0.0263"/>
              <dgm:constr type="h" for="ch" forName="accent_3" refType="h" fact="0.044"/>
              <dgm:constr type="l" for="ch" forName="parent_text_4" refType="w" fact="0.6005"/>
              <dgm:constr type="t" for="ch" forName="parent_text_4" refType="h" fact="0.1526"/>
              <dgm:constr type="w" for="ch" forName="parent_text_4" refType="w" fact="0.3553"/>
              <dgm:constr type="h" for="ch" forName="parent_text_4" refType="h" fact="0.166"/>
              <dgm:constr type="l" for="ch" forName="accent_4" refType="w" fact="0.6268"/>
              <dgm:constr type="t" for="ch" forName="accent_4" refType="h" fact="0.8791"/>
              <dgm:constr type="w" for="ch" forName="accent_4" refType="w" fact="0.0395"/>
              <dgm:constr type="h" for="ch" forName="accent_4" refType="h" fact="0.0659"/>
            </dgm:constrLst>
          </dgm:if>
          <dgm:else name="Name17">
            <dgm:constrLst>
              <dgm:constr type="primFontSz" for="des" ptType="node" op="equ" val="65"/>
              <dgm:constr type="l" for="ch" forName="image_accent_4" refType="w" fact="0.4248"/>
              <dgm:constr type="t" for="ch" forName="image_accent_4" refType="h" fact="0.1415"/>
              <dgm:constr type="w" for="ch" forName="image_accent_4" refType="w" fact="0.1126"/>
              <dgm:constr type="h" for="ch" forName="image_accent_4" refType="h" fact="0.1881"/>
              <dgm:constr type="l" for="ch" forName="image_4" refType="w" fact="0.4314"/>
              <dgm:constr type="t" for="ch" forName="image_4" refType="h" fact="0.1526"/>
              <dgm:constr type="w" for="ch" forName="image_4" refType="w" fact="0.0994"/>
              <dgm:constr type="h" for="ch" forName="image_4" refType="h" fact="0.166"/>
              <dgm:constr type="l" for="ch" forName="image_accent_2" refType="w" fact="0.3811"/>
              <dgm:constr type="t" for="ch" forName="image_accent_2" refType="h" fact="0.6756"/>
              <dgm:constr type="w" for="ch" forName="image_accent_2" refType="w" fact="0.1253"/>
              <dgm:constr type="h" for="ch" forName="image_accent_2" refType="h" fact="0.2092"/>
              <dgm:constr type="l" for="ch" forName="image_2" refType="w" fact="0.3885"/>
              <dgm:constr type="t" for="ch" forName="image_2" refType="h" fact="0.6879"/>
              <dgm:constr type="w" for="ch" forName="image_2" refType="w" fact="0.1105"/>
              <dgm:constr type="h" for="ch" forName="image_2" refType="h" fact="0.1846"/>
              <dgm:constr type="l" for="ch" forName="image_accent_3" refType="w" fact="0.3947"/>
              <dgm:constr type="t" for="ch" forName="image_accent_3" refType="h" fact="0.3802"/>
              <dgm:constr type="w" for="ch" forName="image_accent_3" refType="w" fact="0.1606"/>
              <dgm:constr type="h" for="ch" forName="image_accent_3" refType="h" fact="0.2683"/>
              <dgm:constr type="l" for="ch" forName="image_3" refType="w" fact="0.4032"/>
              <dgm:constr type="t" for="ch" forName="image_3" refType="h" fact="0.3944"/>
              <dgm:constr type="w" for="ch" forName="image_3" refType="w" fact="0.1437"/>
              <dgm:constr type="h" for="ch" forName="image_3" refType="h" fact="0.24"/>
              <dgm:constr type="l" for="ch" forName="image_accent_1" refType="w" fact="0.5237"/>
              <dgm:constr type="t" for="ch" forName="image_accent_1" refType="h" fact="0.6"/>
              <dgm:constr type="w" for="ch" forName="image_accent_1" refType="w" fact="0.2394"/>
              <dgm:constr type="h" for="ch" forName="image_accent_1" refType="h" fact="0.4"/>
              <dgm:constr type="l" for="ch" forName="image_1" refType="w" fact="0.5329"/>
              <dgm:constr type="t" for="ch" forName="image_1" refType="h" fact="0.6154"/>
              <dgm:constr type="w" for="ch" forName="image_1" refType="w" fact="0.2211"/>
              <dgm:constr type="h" for="ch" forName="image_1" refType="h" fact="0.3692"/>
              <dgm:constr type="l" for="ch" forName="parent_text_1" refType="w" fact="0.6447"/>
              <dgm:constr type="t" for="ch" forName="parent_text_1" refType="h" fact="0.3944"/>
              <dgm:constr type="w" for="ch" forName="parent_text_1" refType="w" fact="0.3553"/>
              <dgm:constr type="h" for="ch" forName="parent_text_1" refType="h" fact="0.1931"/>
              <dgm:constr type="l" for="ch" forName="accent_1" refType="w" fact="0.5395"/>
              <dgm:constr type="t" for="ch" forName="accent_1" refType="h" fact="0.3055"/>
              <dgm:constr type="w" for="ch" forName="accent_1" refType="w" fact="0.0711"/>
              <dgm:constr type="h" for="ch" forName="accent_1" refType="h" fact="0.1187"/>
              <dgm:constr type="l" for="ch" forName="parent_text_3" refType="w" fact="0.0132"/>
              <dgm:constr type="t" for="ch" forName="parent_text_3" refType="h" fact="0.3944"/>
              <dgm:constr type="w" for="ch" forName="parent_text_3" refType="w" fact="0.3553"/>
              <dgm:constr type="h" for="ch" forName="parent_text_3" refType="h" fact="0.24"/>
              <dgm:constr type="l" for="ch" forName="parent_text_2" refType="w" fact="0"/>
              <dgm:constr type="t" for="ch" forName="parent_text_2" refType="h" fact="0.6879"/>
              <dgm:constr type="w" for="ch" forName="parent_text_2" refType="w" fact="0.3553"/>
              <dgm:constr type="h" for="ch" forName="parent_text_2" refType="h" fact="0.1846"/>
              <dgm:constr type="l" for="ch" forName="accent_2" refType="w" fact="0.4126"/>
              <dgm:constr type="t" for="ch" forName="accent_2" refType="h" fact="0.044"/>
              <dgm:constr type="w" for="ch" forName="accent_2" refType="w" fact="0.0526"/>
              <dgm:constr type="h" for="ch" forName="accent_2" refType="h" fact="0.0879"/>
              <dgm:constr type="l" for="ch" forName="accent_3" refType="w" fact="0.3732"/>
              <dgm:constr type="t" for="ch" forName="accent_3" refType="h" fact="0"/>
              <dgm:constr type="w" for="ch" forName="accent_3" refType="w" fact="0.0263"/>
              <dgm:constr type="h" for="ch" forName="accent_3" refType="h" fact="0.044"/>
              <dgm:constr type="l" for="ch" forName="parent_text_4" refType="w" fact="0.0442"/>
              <dgm:constr type="t" for="ch" forName="parent_text_4" refType="h" fact="0.1526"/>
              <dgm:constr type="w" for="ch" forName="parent_text_4" refType="w" fact="0.3553"/>
              <dgm:constr type="h" for="ch" forName="parent_text_4" refType="h" fact="0.166"/>
              <dgm:constr type="l" for="ch" forName="accent_4" refType="w" fact="0.3337"/>
              <dgm:constr type="t" for="ch" forName="accent_4" refType="h" fact="0.8791"/>
              <dgm:constr type="w" for="ch" forName="accent_4" refType="w" fact="0.0395"/>
              <dgm:constr type="h" for="ch" forName="accent_4" refType="h" fact="0.0659"/>
            </dgm:constrLst>
          </dgm:else>
        </dgm:choose>
      </dgm:if>
      <dgm:if name="Name18" axis="ch" ptType="node" func="cnt" op="equ" val="5">
        <dgm:alg type="composite">
          <dgm:param type="ar" val="1.5076"/>
        </dgm:alg>
        <dgm:choose name="Name19">
          <dgm:if name="Name20" func="var" arg="dir" op="equ" val="norm">
            <dgm:constrLst>
              <dgm:constr type="primFontSz" for="des" ptType="node" op="equ" val="65"/>
              <dgm:constr type="l" for="ch" forName="image_accent_5" refType="w" fact="0.5301"/>
              <dgm:constr type="t" for="ch" forName="image_accent_5" refType="h" fact="0.0862"/>
              <dgm:constr type="w" for="ch" forName="image_accent_5" refType="w" fact="0.1022"/>
              <dgm:constr type="h" for="ch" forName="image_accent_5" refType="h" fact="0.1541"/>
              <dgm:constr type="l" for="ch" forName="image_5" refType="w" fact="0.5361"/>
              <dgm:constr type="t" for="ch" forName="image_5" refType="h" fact="0.0953"/>
              <dgm:constr type="w" for="ch" forName="image_5" refType="w" fact="0.0902"/>
              <dgm:constr type="h" for="ch" forName="image_5" refType="h" fact="0.1359"/>
              <dgm:constr type="l" for="ch" forName="image_accent_4" refType="w" fact="0.4528"/>
              <dgm:constr type="t" for="ch" forName="image_accent_4" refType="h" fact="0.2416"/>
              <dgm:constr type="w" for="ch" forName="image_accent_4" refType="w" fact="0.1103"/>
              <dgm:constr type="h" for="ch" forName="image_accent_4" refType="h" fact="0.1662"/>
              <dgm:constr type="l" for="ch" forName="image_4" refType="w" fact="0.4593"/>
              <dgm:constr type="t" for="ch" forName="image_4" refType="h" fact="0.2513"/>
              <dgm:constr type="w" for="ch" forName="image_4" refType="w" fact="0.0973"/>
              <dgm:constr type="h" for="ch" forName="image_4" refType="h" fact="0.1467"/>
              <dgm:constr type="l" for="ch" forName="image_accent_2" refType="w" fact="0.4832"/>
              <dgm:constr type="t" for="ch" forName="image_accent_2" refType="h" fact="0.7134"/>
              <dgm:constr type="w" for="ch" forName="image_accent_2" refType="w" fact="0.1226"/>
              <dgm:constr type="h" for="ch" forName="image_accent_2" refType="h" fact="0.1849"/>
              <dgm:constr type="l" for="ch" forName="image_2" refType="w" fact="0.4904"/>
              <dgm:constr type="t" for="ch" forName="image_2" refType="h" fact="0.7243"/>
              <dgm:constr type="w" for="ch" forName="image_2" refType="w" fact="0.1082"/>
              <dgm:constr type="h" for="ch" forName="image_2" refType="h" fact="0.1631"/>
              <dgm:constr type="l" for="ch" forName="image_accent_3" refType="w" fact="0.4352"/>
              <dgm:constr type="t" for="ch" forName="image_accent_3" refType="h" fact="0.4525"/>
              <dgm:constr type="w" for="ch" forName="image_accent_3" refType="w" fact="0.1573"/>
              <dgm:constr type="h" for="ch" forName="image_accent_3" refType="h" fact="0.2371"/>
              <dgm:constr type="l" for="ch" forName="image_3" refType="w" fact="0.4435"/>
              <dgm:constr type="t" for="ch" forName="image_3" refType="h" fact="0.465"/>
              <dgm:constr type="w" for="ch" forName="image_3" refType="w" fact="0.1407"/>
              <dgm:constr type="h" for="ch" forName="image_3" refType="h" fact="0.212"/>
              <dgm:constr type="l" for="ch" forName="image_accent_1" refType="w" fact="0.2318"/>
              <dgm:constr type="t" for="ch" forName="image_accent_1" refType="h" fact="0.6466"/>
              <dgm:constr type="w" for="ch" forName="image_accent_1" refType="w" fact="0.2344"/>
              <dgm:constr type="h" for="ch" forName="image_accent_1" refType="h" fact="0.3534"/>
              <dgm:constr type="l" for="ch" forName="image_1" refType="w" fact="0.2408"/>
              <dgm:constr type="t" for="ch" forName="image_1" refType="h" fact="0.6602"/>
              <dgm:constr type="w" for="ch" forName="image_1" refType="w" fact="0.2164"/>
              <dgm:constr type="h" for="ch" forName="image_1" refType="h" fact="0.3262"/>
              <dgm:constr type="l" for="ch" forName="parent_text_1" refType="w" fact="0"/>
              <dgm:constr type="t" for="ch" forName="parent_text_1" refType="h" fact="0.465"/>
              <dgm:constr type="w" for="ch" forName="parent_text_1" refType="w" fact="0.3478"/>
              <dgm:constr type="h" for="ch" forName="parent_text_1" refType="h" fact="0.165"/>
              <dgm:constr type="l" for="ch" forName="accent_1" refType="w" fact="0.3813"/>
              <dgm:constr type="t" for="ch" forName="accent_1" refType="h" fact="0.3864"/>
              <dgm:constr type="w" for="ch" forName="accent_1" refType="w" fact="0.0696"/>
              <dgm:constr type="h" for="ch" forName="accent_1" refType="h" fact="0.1049"/>
              <dgm:constr type="l" for="ch" forName="parent_text_3" refType="w" fact="0.6182"/>
              <dgm:constr type="t" for="ch" forName="parent_text_3" refType="h" fact="0.465"/>
              <dgm:constr type="w" for="ch" forName="parent_text_3" refType="w" fact="0.3478"/>
              <dgm:constr type="h" for="ch" forName="parent_text_3" refType="h" fact="0.212"/>
              <dgm:constr type="l" for="ch" forName="parent_text_2" refType="w" fact="0.6311"/>
              <dgm:constr type="t" for="ch" forName="parent_text_2" refType="h" fact="0.7243"/>
              <dgm:constr type="w" for="ch" forName="parent_text_2" refType="w" fact="0.3478"/>
              <dgm:constr type="h" for="ch" forName="parent_text_2" refType="h" fact="0.1631"/>
              <dgm:constr type="l" for="ch" forName="parent_text_4" refType="w" fact="0.5878"/>
              <dgm:constr type="t" for="ch" forName="parent_text_4" refType="h" fact="0.2513"/>
              <dgm:constr type="w" for="ch" forName="parent_text_4" refType="w" fact="0.3478"/>
              <dgm:constr type="h" for="ch" forName="parent_text_4" refType="h" fact="0.1467"/>
              <dgm:constr type="l" for="ch" forName="accent_2" refType="w" fact="0.6265"/>
              <dgm:constr type="t" for="ch" forName="accent_2" refType="h" fact="0.0194"/>
              <dgm:constr type="w" for="ch" forName="accent_2" refType="w" fact="0.0515"/>
              <dgm:constr type="h" for="ch" forName="accent_2" refType="h" fact="0.0777"/>
              <dgm:constr type="l" for="ch" forName="accent_3" refType="w" fact="0.7038"/>
              <dgm:constr type="t" for="ch" forName="accent_3" refType="h" fact="0"/>
              <dgm:constr type="w" for="ch" forName="accent_3" refType="w" fact="0.0258"/>
              <dgm:constr type="h" for="ch" forName="accent_3" refType="h" fact="0.0388"/>
              <dgm:constr type="l" for="ch" forName="parent_text_5" refType="w" fact="0.6522"/>
              <dgm:constr type="t" for="ch" forName="parent_text_5" refType="h" fact="0.0953"/>
              <dgm:constr type="w" for="ch" forName="parent_text_5" refType="w" fact="0.3478"/>
              <dgm:constr type="h" for="ch" forName="parent_text_5" refType="h" fact="0.1359"/>
              <dgm:constr type="l" for="ch" forName="accent_4" refType="w" fact="0.6136"/>
              <dgm:constr type="t" for="ch" forName="accent_4" refType="h" fact="0.8932"/>
              <dgm:constr type="w" for="ch" forName="accent_4" refType="w" fact="0.0386"/>
              <dgm:constr type="h" for="ch" forName="accent_4" refType="h" fact="0.0583"/>
            </dgm:constrLst>
          </dgm:if>
          <dgm:else name="Name21">
            <dgm:constrLst>
              <dgm:constr type="primFontSz" for="des" ptType="node" op="equ" val="65"/>
              <dgm:constr type="l" for="ch" forName="image_accent_5" refType="w" fact="0.3677"/>
              <dgm:constr type="t" for="ch" forName="image_accent_5" refType="h" fact="0.0862"/>
              <dgm:constr type="w" for="ch" forName="image_accent_5" refType="w" fact="0.1022"/>
              <dgm:constr type="h" for="ch" forName="image_accent_5" refType="h" fact="0.1541"/>
              <dgm:constr type="l" for="ch" forName="image_5" refType="w" fact="0.3738"/>
              <dgm:constr type="t" for="ch" forName="image_5" refType="h" fact="0.0953"/>
              <dgm:constr type="w" for="ch" forName="image_5" refType="w" fact="0.0902"/>
              <dgm:constr type="h" for="ch" forName="image_5" refType="h" fact="0.1359"/>
              <dgm:constr type="l" for="ch" forName="image_accent_4" refType="w" fact="0.437"/>
              <dgm:constr type="t" for="ch" forName="image_accent_4" refType="h" fact="0.2416"/>
              <dgm:constr type="w" for="ch" forName="image_accent_4" refType="w" fact="0.1103"/>
              <dgm:constr type="h" for="ch" forName="image_accent_4" refType="h" fact="0.1662"/>
              <dgm:constr type="l" for="ch" forName="image_4" refType="w" fact="0.4434"/>
              <dgm:constr type="t" for="ch" forName="image_4" refType="h" fact="0.2513"/>
              <dgm:constr type="w" for="ch" forName="image_4" refType="w" fact="0.0973"/>
              <dgm:constr type="h" for="ch" forName="image_4" refType="h" fact="0.1467"/>
              <dgm:constr type="l" for="ch" forName="image_accent_2" refType="w" fact="0.3942"/>
              <dgm:constr type="t" for="ch" forName="image_accent_2" refType="h" fact="0.7134"/>
              <dgm:constr type="w" for="ch" forName="image_accent_2" refType="w" fact="0.1226"/>
              <dgm:constr type="h" for="ch" forName="image_accent_2" refType="h" fact="0.1849"/>
              <dgm:constr type="l" for="ch" forName="image_2" refType="w" fact="0.4014"/>
              <dgm:constr type="t" for="ch" forName="image_2" refType="h" fact="0.7243"/>
              <dgm:constr type="w" for="ch" forName="image_2" refType="w" fact="0.1082"/>
              <dgm:constr type="h" for="ch" forName="image_2" refType="h" fact="0.1631"/>
              <dgm:constr type="l" for="ch" forName="image_accent_3" refType="w" fact="0.4075"/>
              <dgm:constr type="t" for="ch" forName="image_accent_3" refType="h" fact="0.4525"/>
              <dgm:constr type="w" for="ch" forName="image_accent_3" refType="w" fact="0.1573"/>
              <dgm:constr type="h" for="ch" forName="image_accent_3" refType="h" fact="0.2371"/>
              <dgm:constr type="l" for="ch" forName="image_3" refType="w" fact="0.4158"/>
              <dgm:constr type="t" for="ch" forName="image_3" refType="h" fact="0.465"/>
              <dgm:constr type="w" for="ch" forName="image_3" refType="w" fact="0.1407"/>
              <dgm:constr type="h" for="ch" forName="image_3" refType="h" fact="0.212"/>
              <dgm:constr type="l" for="ch" forName="image_accent_1" refType="w" fact="0.5338"/>
              <dgm:constr type="t" for="ch" forName="image_accent_1" refType="h" fact="0.6466"/>
              <dgm:constr type="w" for="ch" forName="image_accent_1" refType="w" fact="0.2344"/>
              <dgm:constr type="h" for="ch" forName="image_accent_1" refType="h" fact="0.3534"/>
              <dgm:constr type="l" for="ch" forName="image_1" refType="w" fact="0.5428"/>
              <dgm:constr type="t" for="ch" forName="image_1" refType="h" fact="0.6602"/>
              <dgm:constr type="w" for="ch" forName="image_1" refType="w" fact="0.2164"/>
              <dgm:constr type="h" for="ch" forName="image_1" refType="h" fact="0.3262"/>
              <dgm:constr type="l" for="ch" forName="parent_text_1" refType="w" fact="0.6522"/>
              <dgm:constr type="t" for="ch" forName="parent_text_1" refType="h" fact="0.465"/>
              <dgm:constr type="w" for="ch" forName="parent_text_1" refType="w" fact="0.3478"/>
              <dgm:constr type="h" for="ch" forName="parent_text_1" refType="h" fact="0.165"/>
              <dgm:constr type="l" for="ch" forName="accent_1" refType="w" fact="0.5492"/>
              <dgm:constr type="t" for="ch" forName="accent_1" refType="h" fact="0.3864"/>
              <dgm:constr type="w" for="ch" forName="accent_1" refType="w" fact="0.0696"/>
              <dgm:constr type="h" for="ch" forName="accent_1" refType="h" fact="0.1049"/>
              <dgm:constr type="l" for="ch" forName="parent_text_3" refType="w" fact="0.034"/>
              <dgm:constr type="t" for="ch" forName="parent_text_3" refType="h" fact="0.465"/>
              <dgm:constr type="w" for="ch" forName="parent_text_3" refType="w" fact="0.3478"/>
              <dgm:constr type="h" for="ch" forName="parent_text_3" refType="h" fact="0.212"/>
              <dgm:constr type="l" for="ch" forName="parent_text_2" refType="w" fact="0.0211"/>
              <dgm:constr type="t" for="ch" forName="parent_text_2" refType="h" fact="0.7243"/>
              <dgm:constr type="w" for="ch" forName="parent_text_2" refType="w" fact="0.3478"/>
              <dgm:constr type="h" for="ch" forName="parent_text_2" refType="h" fact="0.1631"/>
              <dgm:constr type="l" for="ch" forName="parent_text_4" refType="w" fact="0.0644"/>
              <dgm:constr type="t" for="ch" forName="parent_text_4" refType="h" fact="0.2513"/>
              <dgm:constr type="w" for="ch" forName="parent_text_4" refType="w" fact="0.3478"/>
              <dgm:constr type="h" for="ch" forName="parent_text_4" refType="h" fact="0.1467"/>
              <dgm:constr type="l" for="ch" forName="accent_2" refType="w" fact="0.322"/>
              <dgm:constr type="t" for="ch" forName="accent_2" refType="h" fact="0.0194"/>
              <dgm:constr type="w" for="ch" forName="accent_2" refType="w" fact="0.0515"/>
              <dgm:constr type="h" for="ch" forName="accent_2" refType="h" fact="0.0777"/>
              <dgm:constr type="l" for="ch" forName="accent_3" refType="w" fact="0.2705"/>
              <dgm:constr type="t" for="ch" forName="accent_3" refType="h" fact="0"/>
              <dgm:constr type="w" for="ch" forName="accent_3" refType="w" fact="0.0258"/>
              <dgm:constr type="h" for="ch" forName="accent_3" refType="h" fact="0.0388"/>
              <dgm:constr type="l" for="ch" forName="parent_text_5" refType="w" fact="0"/>
              <dgm:constr type="t" for="ch" forName="parent_text_5" refType="h" fact="0.0953"/>
              <dgm:constr type="w" for="ch" forName="parent_text_5" refType="w" fact="0.3478"/>
              <dgm:constr type="h" for="ch" forName="parent_text_5" refType="h" fact="0.1359"/>
              <dgm:constr type="l" for="ch" forName="accent_4" refType="w" fact="0.3478"/>
              <dgm:constr type="t" for="ch" forName="accent_4" refType="h" fact="0.8932"/>
              <dgm:constr type="w" for="ch" forName="accent_4" refType="w" fact="0.0386"/>
              <dgm:constr type="h" for="ch" forName="accent_4" refType="h" fact="0.0583"/>
            </dgm:constrLst>
          </dgm:else>
        </dgm:choose>
      </dgm:if>
      <dgm:if name="Name22" axis="ch" ptType="node" func="cnt" op="equ" val="6">
        <dgm:alg type="composite">
          <dgm:param type="ar" val="1.1351"/>
        </dgm:alg>
        <dgm:choose name="Name23">
          <dgm:if name="Name24" func="var" arg="dir" op="equ" val="norm">
            <dgm:constrLst>
              <dgm:constr type="primFontSz" for="des" ptType="node" op="equ" val="65"/>
              <dgm:constr type="l" for="ch" forName="image_accent_6" refType="w" fact="0.3864"/>
              <dgm:constr type="t" for="ch" forName="image_accent_6" refType="h" fact="0.7456"/>
              <dgm:constr type="w" for="ch" forName="image_accent_6" refType="w" fact="0.1757"/>
              <dgm:constr type="h" for="ch" forName="image_accent_6" refType="h" fact="0.1995"/>
              <dgm:constr type="l" for="ch" forName="image_6" refType="w" fact="0.3957"/>
              <dgm:constr type="t" for="ch" forName="image_6" refType="h" fact="0.7561"/>
              <dgm:constr type="w" for="ch" forName="image_6" refType="w" fact="0.1572"/>
              <dgm:constr type="h" for="ch" forName="image_6" refType="h" fact="0.1784"/>
              <dgm:constr type="l" for="ch" forName="image_accent_5" refType="w" fact="0.5301"/>
              <dgm:constr type="t" for="ch" forName="image_accent_5" refType="h" fact="0.0649"/>
              <dgm:constr type="w" for="ch" forName="image_accent_5" refType="w" fact="0.1022"/>
              <dgm:constr type="h" for="ch" forName="image_accent_5" refType="h" fact="0.116"/>
              <dgm:constr type="l" for="ch" forName="image_5" refType="w" fact="0.5361"/>
              <dgm:constr type="t" for="ch" forName="image_5" refType="h" fact="0.0717"/>
              <dgm:constr type="w" for="ch" forName="image_5" refType="w" fact="0.0902"/>
              <dgm:constr type="h" for="ch" forName="image_5" refType="h" fact="0.1023"/>
              <dgm:constr type="l" for="ch" forName="image_accent_4" refType="w" fact="0.4528"/>
              <dgm:constr type="t" for="ch" forName="image_accent_4" refType="h" fact="0.1819"/>
              <dgm:constr type="w" for="ch" forName="image_accent_4" refType="w" fact="0.1103"/>
              <dgm:constr type="h" for="ch" forName="image_accent_4" refType="h" fact="0.1251"/>
              <dgm:constr type="l" for="ch" forName="image_4" refType="w" fact="0.4593"/>
              <dgm:constr type="t" for="ch" forName="image_4" refType="h" fact="0.1892"/>
              <dgm:constr type="w" for="ch" forName="image_4" refType="w" fact="0.0973"/>
              <dgm:constr type="h" for="ch" forName="image_4" refType="h" fact="0.1104"/>
              <dgm:constr type="l" for="ch" forName="image_accent_2" refType="w" fact="0.4832"/>
              <dgm:constr type="t" for="ch" forName="image_accent_2" refType="h" fact="0.5371"/>
              <dgm:constr type="w" for="ch" forName="image_accent_2" refType="w" fact="0.1226"/>
              <dgm:constr type="h" for="ch" forName="image_accent_2" refType="h" fact="0.1392"/>
              <dgm:constr type="l" for="ch" forName="image_2" refType="w" fact="0.4904"/>
              <dgm:constr type="t" for="ch" forName="image_2" refType="h" fact="0.5453"/>
              <dgm:constr type="w" for="ch" forName="image_2" refType="w" fact="0.1082"/>
              <dgm:constr type="h" for="ch" forName="image_2" refType="h" fact="0.1228"/>
              <dgm:constr type="l" for="ch" forName="image_accent_3" refType="w" fact="0.4352"/>
              <dgm:constr type="t" for="ch" forName="image_accent_3" refType="h" fact="0.3407"/>
              <dgm:constr type="w" for="ch" forName="image_accent_3" refType="w" fact="0.1573"/>
              <dgm:constr type="h" for="ch" forName="image_accent_3" refType="h" fact="0.1785"/>
              <dgm:constr type="l" for="ch" forName="image_3" refType="w" fact="0.4435"/>
              <dgm:constr type="t" for="ch" forName="image_3" refType="h" fact="0.3501"/>
              <dgm:constr type="w" for="ch" forName="image_3" refType="w" fact="0.1407"/>
              <dgm:constr type="h" for="ch" forName="image_3" refType="h" fact="0.1596"/>
              <dgm:constr type="l" for="ch" forName="image_accent_1" refType="w" fact="0.2318"/>
              <dgm:constr type="t" for="ch" forName="image_accent_1" refType="h" fact="0.4869"/>
              <dgm:constr type="w" for="ch" forName="image_accent_1" refType="w" fact="0.2344"/>
              <dgm:constr type="h" for="ch" forName="image_accent_1" refType="h" fact="0.2661"/>
              <dgm:constr type="l" for="ch" forName="image_1" refType="w" fact="0.2401"/>
              <dgm:constr type="t" for="ch" forName="image_1" refType="h" fact="0.4971"/>
              <dgm:constr type="w" for="ch" forName="image_1" refType="w" fact="0.2164"/>
              <dgm:constr type="h" for="ch" forName="image_1" refType="h" fact="0.2456"/>
              <dgm:constr type="l" for="ch" forName="parent_text_1" refType="w" fact="0"/>
              <dgm:constr type="t" for="ch" forName="parent_text_1" refType="h" fact="0.3501"/>
              <dgm:constr type="w" for="ch" forName="parent_text_1" refType="w" fact="0.3478"/>
              <dgm:constr type="h" for="ch" forName="parent_text_1" refType="h" fact="0.125"/>
              <dgm:constr type="l" for="ch" forName="accent_1" refType="w" fact="0.3813"/>
              <dgm:constr type="t" for="ch" forName="accent_1" refType="h" fact="0.2909"/>
              <dgm:constr type="w" for="ch" forName="accent_1" refType="w" fact="0.0696"/>
              <dgm:constr type="h" for="ch" forName="accent_1" refType="h" fact="0.0789"/>
              <dgm:constr type="l" for="ch" forName="parent_text_2" refType="w" fact="0.6311"/>
              <dgm:constr type="t" for="ch" forName="parent_text_2" refType="h" fact="0.5453"/>
              <dgm:constr type="w" for="ch" forName="parent_text_2" refType="w" fact="0.3478"/>
              <dgm:constr type="h" for="ch" forName="parent_text_2" refType="h" fact="0.1228"/>
              <dgm:constr type="l" for="ch" forName="parent_text_4" refType="w" fact="0.5878"/>
              <dgm:constr type="t" for="ch" forName="parent_text_4" refType="h" fact="0.1892"/>
              <dgm:constr type="w" for="ch" forName="parent_text_4" refType="w" fact="0.3478"/>
              <dgm:constr type="h" for="ch" forName="parent_text_4" refType="h" fact="0.1104"/>
              <dgm:constr type="l" for="ch" forName="accent_2" refType="w" fact="0.6265"/>
              <dgm:constr type="t" for="ch" forName="accent_2" refType="h" fact="0.0146"/>
              <dgm:constr type="w" for="ch" forName="accent_2" refType="w" fact="0.0515"/>
              <dgm:constr type="h" for="ch" forName="accent_2" refType="h" fact="0.0585"/>
              <dgm:constr type="l" for="ch" forName="accent_3" refType="w" fact="0.7038"/>
              <dgm:constr type="t" for="ch" forName="accent_3" refType="h" fact="0"/>
              <dgm:constr type="w" for="ch" forName="accent_3" refType="w" fact="0.0258"/>
              <dgm:constr type="h" for="ch" forName="accent_3" refType="h" fact="0.0292"/>
              <dgm:constr type="l" for="ch" forName="parent_text_5" refType="w" fact="0.6522"/>
              <dgm:constr type="t" for="ch" forName="parent_text_5" refType="h" fact="0.0717"/>
              <dgm:constr type="w" for="ch" forName="parent_text_5" refType="w" fact="0.3478"/>
              <dgm:constr type="h" for="ch" forName="parent_text_5" refType="h" fact="0.1023"/>
              <dgm:constr type="l" for="ch" forName="parent_text_3" refType="w" fact="0.6182"/>
              <dgm:constr type="t" for="ch" forName="parent_text_3" refType="h" fact="0.3501"/>
              <dgm:constr type="w" for="ch" forName="parent_text_3" refType="w" fact="0.3478"/>
              <dgm:constr type="h" for="ch" forName="parent_text_3" refType="h" fact="0.1596"/>
              <dgm:constr type="l" for="ch" forName="accent_4" refType="w" fact="0.5538"/>
              <dgm:constr type="t" for="ch" forName="accent_4" refType="h" fact="0.9211"/>
              <dgm:constr type="w" for="ch" forName="accent_4" refType="w" fact="0.0696"/>
              <dgm:constr type="h" for="ch" forName="accent_4" refType="h" fact="0.0789"/>
              <dgm:constr type="l" for="ch" forName="parent_text_6" refType="w" fact="0.0195"/>
              <dgm:constr type="t" for="ch" forName="parent_text_6" refType="h" fact="0.7561"/>
              <dgm:constr type="w" for="ch" forName="parent_text_6" refType="w" fact="0.3478"/>
              <dgm:constr type="h" for="ch" forName="parent_text_6" refType="h" fact="0.1784"/>
              <dgm:constr type="l" for="ch" forName="accent_5" refType="w" fact="0.6182"/>
              <dgm:constr type="t" for="ch" forName="accent_5" refType="h" fact="0.6725"/>
              <dgm:constr type="w" for="ch" forName="accent_5" refType="w" fact="0.0386"/>
              <dgm:constr type="h" for="ch" forName="accent_5" refType="h" fact="0.0439"/>
            </dgm:constrLst>
          </dgm:if>
          <dgm:else name="Name25">
            <dgm:constrLst>
              <dgm:constr type="primFontSz" for="des" ptType="node" op="equ" val="65"/>
              <dgm:constr type="l" for="ch" forName="image_accent_6" refType="w" fact="0.4379"/>
              <dgm:constr type="t" for="ch" forName="image_accent_6" refType="h" fact="0.7456"/>
              <dgm:constr type="w" for="ch" forName="image_accent_6" refType="w" fact="0.1757"/>
              <dgm:constr type="h" for="ch" forName="image_accent_6" refType="h" fact="0.1995"/>
              <dgm:constr type="l" for="ch" forName="image_6" refType="w" fact="0.4471"/>
              <dgm:constr type="t" for="ch" forName="image_6" refType="h" fact="0.7561"/>
              <dgm:constr type="w" for="ch" forName="image_6" refType="w" fact="0.1572"/>
              <dgm:constr type="h" for="ch" forName="image_6" refType="h" fact="0.1784"/>
              <dgm:constr type="l" for="ch" forName="image_accent_5" refType="w" fact="0.3677"/>
              <dgm:constr type="t" for="ch" forName="image_accent_5" refType="h" fact="0.0649"/>
              <dgm:constr type="w" for="ch" forName="image_accent_5" refType="w" fact="0.1022"/>
              <dgm:constr type="h" for="ch" forName="image_accent_5" refType="h" fact="0.116"/>
              <dgm:constr type="l" for="ch" forName="image_5" refType="w" fact="0.3738"/>
              <dgm:constr type="t" for="ch" forName="image_5" refType="h" fact="0.0717"/>
              <dgm:constr type="w" for="ch" forName="image_5" refType="w" fact="0.0902"/>
              <dgm:constr type="h" for="ch" forName="image_5" refType="h" fact="0.1023"/>
              <dgm:constr type="l" for="ch" forName="image_accent_4" refType="w" fact="0.437"/>
              <dgm:constr type="t" for="ch" forName="image_accent_4" refType="h" fact="0.1819"/>
              <dgm:constr type="w" for="ch" forName="image_accent_4" refType="w" fact="0.1103"/>
              <dgm:constr type="h" for="ch" forName="image_accent_4" refType="h" fact="0.1251"/>
              <dgm:constr type="l" for="ch" forName="image_4" refType="w" fact="0.4434"/>
              <dgm:constr type="t" for="ch" forName="image_4" refType="h" fact="0.1892"/>
              <dgm:constr type="w" for="ch" forName="image_4" refType="w" fact="0.0973"/>
              <dgm:constr type="h" for="ch" forName="image_4" refType="h" fact="0.1104"/>
              <dgm:constr type="l" for="ch" forName="image_accent_2" refType="w" fact="0.3942"/>
              <dgm:constr type="t" for="ch" forName="image_accent_2" refType="h" fact="0.5371"/>
              <dgm:constr type="w" for="ch" forName="image_accent_2" refType="w" fact="0.1226"/>
              <dgm:constr type="h" for="ch" forName="image_accent_2" refType="h" fact="0.1392"/>
              <dgm:constr type="l" for="ch" forName="image_2" refType="w" fact="0.4014"/>
              <dgm:constr type="t" for="ch" forName="image_2" refType="h" fact="0.5453"/>
              <dgm:constr type="w" for="ch" forName="image_2" refType="w" fact="0.1082"/>
              <dgm:constr type="h" for="ch" forName="image_2" refType="h" fact="0.1228"/>
              <dgm:constr type="l" for="ch" forName="image_accent_3" refType="w" fact="0.4075"/>
              <dgm:constr type="t" for="ch" forName="image_accent_3" refType="h" fact="0.3407"/>
              <dgm:constr type="w" for="ch" forName="image_accent_3" refType="w" fact="0.1573"/>
              <dgm:constr type="h" for="ch" forName="image_accent_3" refType="h" fact="0.1785"/>
              <dgm:constr type="l" for="ch" forName="image_3" refType="w" fact="0.4158"/>
              <dgm:constr type="t" for="ch" forName="image_3" refType="h" fact="0.3501"/>
              <dgm:constr type="w" for="ch" forName="image_3" refType="w" fact="0.1407"/>
              <dgm:constr type="h" for="ch" forName="image_3" refType="h" fact="0.1596"/>
              <dgm:constr type="l" for="ch" forName="image_accent_1" refType="w" fact="0.5338"/>
              <dgm:constr type="t" for="ch" forName="image_accent_1" refType="h" fact="0.4869"/>
              <dgm:constr type="w" for="ch" forName="image_accent_1" refType="w" fact="0.2344"/>
              <dgm:constr type="h" for="ch" forName="image_accent_1" refType="h" fact="0.2661"/>
              <dgm:constr type="l" for="ch" forName="image_1" refType="w" fact="0.5435"/>
              <dgm:constr type="t" for="ch" forName="image_1" refType="h" fact="0.4971"/>
              <dgm:constr type="w" for="ch" forName="image_1" refType="w" fact="0.2164"/>
              <dgm:constr type="h" for="ch" forName="image_1" refType="h" fact="0.2456"/>
              <dgm:constr type="l" for="ch" forName="parent_text_1" refType="w" fact="0.6522"/>
              <dgm:constr type="t" for="ch" forName="parent_text_1" refType="h" fact="0.3501"/>
              <dgm:constr type="w" for="ch" forName="parent_text_1" refType="w" fact="0.3478"/>
              <dgm:constr type="h" for="ch" forName="parent_text_1" refType="h" fact="0.125"/>
              <dgm:constr type="l" for="ch" forName="accent_1" refType="w" fact="0.5492"/>
              <dgm:constr type="t" for="ch" forName="accent_1" refType="h" fact="0.2909"/>
              <dgm:constr type="w" for="ch" forName="accent_1" refType="w" fact="0.0696"/>
              <dgm:constr type="h" for="ch" forName="accent_1" refType="h" fact="0.0789"/>
              <dgm:constr type="l" for="ch" forName="parent_text_2" refType="w" fact="0.0211"/>
              <dgm:constr type="t" for="ch" forName="parent_text_2" refType="h" fact="0.5453"/>
              <dgm:constr type="w" for="ch" forName="parent_text_2" refType="w" fact="0.3478"/>
              <dgm:constr type="h" for="ch" forName="parent_text_2" refType="h" fact="0.1228"/>
              <dgm:constr type="l" for="ch" forName="parent_text_4" refType="w" fact="0.0644"/>
              <dgm:constr type="t" for="ch" forName="parent_text_4" refType="h" fact="0.1892"/>
              <dgm:constr type="w" for="ch" forName="parent_text_4" refType="w" fact="0.3478"/>
              <dgm:constr type="h" for="ch" forName="parent_text_4" refType="h" fact="0.1104"/>
              <dgm:constr type="l" for="ch" forName="accent_2" refType="w" fact="0.322"/>
              <dgm:constr type="t" for="ch" forName="accent_2" refType="h" fact="0.0146"/>
              <dgm:constr type="w" for="ch" forName="accent_2" refType="w" fact="0.0515"/>
              <dgm:constr type="h" for="ch" forName="accent_2" refType="h" fact="0.0585"/>
              <dgm:constr type="l" for="ch" forName="accent_3" refType="w" fact="0.2705"/>
              <dgm:constr type="t" for="ch" forName="accent_3" refType="h" fact="0"/>
              <dgm:constr type="w" for="ch" forName="accent_3" refType="w" fact="0.0258"/>
              <dgm:constr type="h" for="ch" forName="accent_3" refType="h" fact="0.0292"/>
              <dgm:constr type="l" for="ch" forName="parent_text_5" refType="w" fact="0"/>
              <dgm:constr type="t" for="ch" forName="parent_text_5" refType="h" fact="0.0717"/>
              <dgm:constr type="w" for="ch" forName="parent_text_5" refType="w" fact="0.3478"/>
              <dgm:constr type="h" for="ch" forName="parent_text_5" refType="h" fact="0.1023"/>
              <dgm:constr type="l" for="ch" forName="parent_text_3" refType="w" fact="0.034"/>
              <dgm:constr type="t" for="ch" forName="parent_text_3" refType="h" fact="0.3501"/>
              <dgm:constr type="w" for="ch" forName="parent_text_3" refType="w" fact="0.3478"/>
              <dgm:constr type="h" for="ch" forName="parent_text_3" refType="h" fact="0.1596"/>
              <dgm:constr type="l" for="ch" forName="accent_4" refType="w" fact="0.3766"/>
              <dgm:constr type="t" for="ch" forName="accent_4" refType="h" fact="0.9211"/>
              <dgm:constr type="w" for="ch" forName="accent_4" refType="w" fact="0.0696"/>
              <dgm:constr type="h" for="ch" forName="accent_4" refType="h" fact="0.0789"/>
              <dgm:constr type="l" for="ch" forName="parent_text_6" refType="w" fact="0.6328"/>
              <dgm:constr type="t" for="ch" forName="parent_text_6" refType="h" fact="0.7561"/>
              <dgm:constr type="w" for="ch" forName="parent_text_6" refType="w" fact="0.3478"/>
              <dgm:constr type="h" for="ch" forName="parent_text_6" refType="h" fact="0.1784"/>
              <dgm:constr type="l" for="ch" forName="accent_5" refType="w" fact="0.3431"/>
              <dgm:constr type="t" for="ch" forName="accent_5" refType="h" fact="0.6725"/>
              <dgm:constr type="w" for="ch" forName="accent_5" refType="w" fact="0.0386"/>
              <dgm:constr type="h" for="ch" forName="accent_5" refType="h" fact="0.0439"/>
            </dgm:constrLst>
          </dgm:else>
        </dgm:choose>
      </dgm:if>
      <dgm:if name="Name26" axis="ch" ptType="node" func="cnt" op="equ" val="7">
        <dgm:alg type="composite">
          <dgm:param type="ar" val="1.0352"/>
        </dgm:alg>
        <dgm:choose name="Name27">
          <dgm:if name="Name28" func="var" arg="dir" op="equ" val="norm">
            <dgm:constrLst>
              <dgm:constr type="primFontSz" for="des" ptType="node" op="equ" val="65"/>
              <dgm:constr type="l" for="ch" forName="accent_1" refType="w" fact="0.7553"/>
              <dgm:constr type="t" for="ch" forName="accent_1" refType="h" fact="0.96"/>
              <dgm:constr type="w" for="ch" forName="accent_1" refType="w" fact="0.0386"/>
              <dgm:constr type="h" for="ch" forName="accent_1" refType="h" fact="0.04"/>
              <dgm:constr type="l" for="ch" forName="image_accent_2" refType="w" fact="0.4832"/>
              <dgm:constr type="t" for="ch" forName="image_accent_2" refType="h" fact="0.4899"/>
              <dgm:constr type="w" for="ch" forName="image_accent_2" refType="w" fact="0.1226"/>
              <dgm:constr type="h" for="ch" forName="image_accent_2" refType="h" fact="0.1269"/>
              <dgm:constr type="l" for="ch" forName="image_2" refType="w" fact="0.4904"/>
              <dgm:constr type="t" for="ch" forName="image_2" refType="h" fact="0.4973"/>
              <dgm:constr type="w" for="ch" forName="image_2" refType="w" fact="0.1082"/>
              <dgm:constr type="h" for="ch" forName="image_2" refType="h" fact="0.112"/>
              <dgm:constr type="l" for="ch" forName="image_accent_3" refType="w" fact="0.4352"/>
              <dgm:constr type="t" for="ch" forName="image_accent_3" refType="h" fact="0.3107"/>
              <dgm:constr type="w" for="ch" forName="image_accent_3" refType="w" fact="0.1573"/>
              <dgm:constr type="h" for="ch" forName="image_accent_3" refType="h" fact="0.1628"/>
              <dgm:constr type="l" for="ch" forName="image_3" refType="w" fact="0.4435"/>
              <dgm:constr type="t" for="ch" forName="image_3" refType="h" fact="0.3193"/>
              <dgm:constr type="w" for="ch" forName="image_3" refType="w" fact="0.1407"/>
              <dgm:constr type="h" for="ch" forName="image_3" refType="h" fact="0.1456"/>
              <dgm:constr type="l" for="ch" forName="image_accent_4" refType="w" fact="0.4528"/>
              <dgm:constr type="t" for="ch" forName="image_accent_4" refType="h" fact="0.1659"/>
              <dgm:constr type="w" for="ch" forName="image_accent_4" refType="w" fact="0.1103"/>
              <dgm:constr type="h" for="ch" forName="image_accent_4" refType="h" fact="0.1141"/>
              <dgm:constr type="l" for="ch" forName="image_4" refType="w" fact="0.4593"/>
              <dgm:constr type="t" for="ch" forName="image_4" refType="h" fact="0.1726"/>
              <dgm:constr type="w" for="ch" forName="image_4" refType="w" fact="0.0973"/>
              <dgm:constr type="h" for="ch" forName="image_4" refType="h" fact="0.1007"/>
              <dgm:constr type="l" for="ch" forName="image_accent_5" refType="w" fact="0.5301"/>
              <dgm:constr type="t" for="ch" forName="image_accent_5" refType="h" fact="0.0592"/>
              <dgm:constr type="w" for="ch" forName="image_accent_5" refType="w" fact="0.1022"/>
              <dgm:constr type="h" for="ch" forName="image_accent_5" refType="h" fact="0.1058"/>
              <dgm:constr type="l" for="ch" forName="image_5" refType="w" fact="0.5361"/>
              <dgm:constr type="t" for="ch" forName="image_5" refType="h" fact="0.0654"/>
              <dgm:constr type="w" for="ch" forName="image_5" refType="w" fact="0.0902"/>
              <dgm:constr type="h" for="ch" forName="image_5" refType="h" fact="0.0933"/>
              <dgm:constr type="l" for="ch" forName="image_accent_6" refType="w" fact="0.3864"/>
              <dgm:constr type="t" for="ch" forName="image_accent_6" refType="h" fact="0.68"/>
              <dgm:constr type="w" for="ch" forName="image_accent_6" refType="w" fact="0.1757"/>
              <dgm:constr type="h" for="ch" forName="image_accent_6" refType="h" fact="0.1819"/>
              <dgm:constr type="l" for="ch" forName="image_6" refType="w" fact="0.3957"/>
              <dgm:constr type="t" for="ch" forName="image_6" refType="h" fact="0.6896"/>
              <dgm:constr type="w" for="ch" forName="image_6" refType="w" fact="0.1572"/>
              <dgm:constr type="h" for="ch" forName="image_6" refType="h" fact="0.1627"/>
              <dgm:constr type="l" for="ch" forName="image_accent_7" refType="w" fact="0.5291"/>
              <dgm:constr type="t" for="ch" forName="image_accent_7" refType="h" fact="0.8325"/>
              <dgm:constr type="w" for="ch" forName="image_accent_7" refType="w" fact="0.1103"/>
              <dgm:constr type="h" for="ch" forName="image_accent_7" refType="h" fact="0.1141"/>
              <dgm:constr type="l" for="ch" forName="image_7" refType="w" fact="0.5356"/>
              <dgm:constr type="t" for="ch" forName="image_7" refType="h" fact="0.8392"/>
              <dgm:constr type="w" for="ch" forName="image_7" refType="w" fact="0.0973"/>
              <dgm:constr type="h" for="ch" forName="image_7" refType="h" fact="0.1007"/>
              <dgm:constr type="l" for="ch" forName="image_accent_1" refType="w" fact="0.2318"/>
              <dgm:constr type="t" for="ch" forName="image_accent_1" refType="h" fact="0.444"/>
              <dgm:constr type="w" for="ch" forName="image_accent_1" refType="w" fact="0.2344"/>
              <dgm:constr type="h" for="ch" forName="image_accent_1" refType="h" fact="0.2426"/>
              <dgm:constr type="l" for="ch" forName="image_1" refType="w" fact="0.2408"/>
              <dgm:constr type="t" for="ch" forName="image_1" refType="h" fact="0.4533"/>
              <dgm:constr type="w" for="ch" forName="image_1" refType="w" fact="0.2164"/>
              <dgm:constr type="h" for="ch" forName="image_1" refType="h" fact="0.224"/>
              <dgm:constr type="l" for="ch" forName="parent_text_1" refType="w" fact="0"/>
              <dgm:constr type="t" for="ch" forName="parent_text_1" refType="h" fact="0.3193"/>
              <dgm:constr type="w" for="ch" forName="parent_text_1" refType="w" fact="0.3478"/>
              <dgm:constr type="h" for="ch" forName="parent_text_1" refType="h" fact="0.115"/>
              <dgm:constr type="l" for="ch" forName="accent_2" refType="w" fact="0.3813"/>
              <dgm:constr type="t" for="ch" forName="accent_2" refType="h" fact="0.2653"/>
              <dgm:constr type="w" for="ch" forName="accent_2" refType="w" fact="0.0696"/>
              <dgm:constr type="h" for="ch" forName="accent_2" refType="h" fact="0.072"/>
              <dgm:constr type="l" for="ch" forName="parent_text_2" refType="w" fact="0.6311"/>
              <dgm:constr type="t" for="ch" forName="parent_text_2" refType="h" fact="0.4973"/>
              <dgm:constr type="w" for="ch" forName="parent_text_2" refType="w" fact="0.3478"/>
              <dgm:constr type="h" for="ch" forName="parent_text_2" refType="h" fact="0.112"/>
              <dgm:constr type="l" for="ch" forName="parent_text_4" refType="w" fact="0.5878"/>
              <dgm:constr type="t" for="ch" forName="parent_text_4" refType="h" fact="0.1726"/>
              <dgm:constr type="w" for="ch" forName="parent_text_4" refType="w" fact="0.3478"/>
              <dgm:constr type="h" for="ch" forName="parent_text_4" refType="h" fact="0.1007"/>
              <dgm:constr type="l" for="ch" forName="accent_3" refType="w" fact="0.7038"/>
              <dgm:constr type="t" for="ch" forName="accent_3" refType="h" fact="0"/>
              <dgm:constr type="w" for="ch" forName="accent_3" refType="w" fact="0.0258"/>
              <dgm:constr type="h" for="ch" forName="accent_3" refType="h" fact="0.0267"/>
              <dgm:constr type="l" for="ch" forName="parent_text_5" refType="w" fact="0.6522"/>
              <dgm:constr type="t" for="ch" forName="parent_text_5" refType="h" fact="0.0654"/>
              <dgm:constr type="w" for="ch" forName="parent_text_5" refType="w" fact="0.3478"/>
              <dgm:constr type="h" for="ch" forName="parent_text_5" refType="h" fact="0.0933"/>
              <dgm:constr type="l" for="ch" forName="parent_text_3" refType="w" fact="0.6182"/>
              <dgm:constr type="t" for="ch" forName="parent_text_3" refType="h" fact="0.3193"/>
              <dgm:constr type="w" for="ch" forName="parent_text_3" refType="w" fact="0.3478"/>
              <dgm:constr type="h" for="ch" forName="parent_text_3" refType="h" fact="0.1456"/>
              <dgm:constr type="l" for="ch" forName="parent_text_6" refType="w" fact="0.02"/>
              <dgm:constr type="t" for="ch" forName="parent_text_6" refType="h" fact="0.6896"/>
              <dgm:constr type="w" for="ch" forName="parent_text_6" refType="w" fact="0.3478"/>
              <dgm:constr type="h" for="ch" forName="parent_text_6" refType="h" fact="0.1627"/>
              <dgm:constr type="l" for="ch" forName="accent_4" refType="w" fact="0.6265"/>
              <dgm:constr type="t" for="ch" forName="accent_4" refType="h" fact="0.0213"/>
              <dgm:constr type="w" for="ch" forName="accent_4" refType="w" fact="0.0515"/>
              <dgm:constr type="h" for="ch" forName="accent_4" refType="h" fact="0.0533"/>
              <dgm:constr type="l" for="ch" forName="accent_5" refType="w" fact="0.6522"/>
              <dgm:constr type="t" for="ch" forName="accent_5" refType="h" fact="0.92"/>
              <dgm:constr type="w" for="ch" forName="accent_5" refType="w" fact="0.0696"/>
              <dgm:constr type="h" for="ch" forName="accent_5" refType="h" fact="0.072"/>
              <dgm:constr type="l" for="ch" forName="parent_text_7" refType="w" fact="0.105"/>
              <dgm:constr type="t" for="ch" forName="parent_text_7" refType="h" fact="0.87"/>
              <dgm:constr type="w" for="ch" forName="parent_text_7" refType="w" fact="0.407"/>
              <dgm:constr type="h" for="ch" forName="parent_text_7" refType="h" fact="0.13"/>
              <dgm:constr type="l" for="ch" forName="accent_6" refType="w" fact="0.6136"/>
              <dgm:constr type="t" for="ch" forName="accent_6" refType="h" fact="0.6133"/>
              <dgm:constr type="w" for="ch" forName="accent_6" refType="w" fact="0.0386"/>
              <dgm:constr type="h" for="ch" forName="accent_6" refType="h" fact="0.04"/>
            </dgm:constrLst>
          </dgm:if>
          <dgm:else name="Name29">
            <dgm:constrLst>
              <dgm:constr type="primFontSz" for="des" ptType="node" op="equ" val="65"/>
              <dgm:constr type="l" for="ch" forName="accent_1" refType="w" fact="0.2061"/>
              <dgm:constr type="t" for="ch" forName="accent_1" refType="h" fact="0.96"/>
              <dgm:constr type="w" for="ch" forName="accent_1" refType="w" fact="0.0386"/>
              <dgm:constr type="h" for="ch" forName="accent_1" refType="h" fact="0.04"/>
              <dgm:constr type="l" for="ch" forName="image_accent_7" refType="w" fact="0.3606"/>
              <dgm:constr type="t" for="ch" forName="image_accent_7" refType="h" fact="0.8325"/>
              <dgm:constr type="w" for="ch" forName="image_accent_7" refType="w" fact="0.1103"/>
              <dgm:constr type="h" for="ch" forName="image_accent_7" refType="h" fact="0.1141"/>
              <dgm:constr type="l" for="ch" forName="image_7" refType="w" fact="0.3671"/>
              <dgm:constr type="t" for="ch" forName="image_7" refType="h" fact="0.8392"/>
              <dgm:constr type="w" for="ch" forName="image_7" refType="w" fact="0.0973"/>
              <dgm:constr type="h" for="ch" forName="image_7" refType="h" fact="0.1007"/>
              <dgm:constr type="l" for="ch" forName="image_accent_6" refType="w" fact="0.4379"/>
              <dgm:constr type="t" for="ch" forName="image_accent_6" refType="h" fact="0.68"/>
              <dgm:constr type="w" for="ch" forName="image_accent_6" refType="w" fact="0.1757"/>
              <dgm:constr type="h" for="ch" forName="image_accent_6" refType="h" fact="0.1819"/>
              <dgm:constr type="l" for="ch" forName="image_6" refType="w" fact="0.4471"/>
              <dgm:constr type="t" for="ch" forName="image_6" refType="h" fact="0.6896"/>
              <dgm:constr type="w" for="ch" forName="image_6" refType="w" fact="0.1572"/>
              <dgm:constr type="h" for="ch" forName="image_6" refType="h" fact="0.1627"/>
              <dgm:constr type="l" for="ch" forName="image_accent_5" refType="w" fact="0.3677"/>
              <dgm:constr type="t" for="ch" forName="image_accent_5" refType="h" fact="0.0592"/>
              <dgm:constr type="w" for="ch" forName="image_accent_5" refType="w" fact="0.1022"/>
              <dgm:constr type="h" for="ch" forName="image_accent_5" refType="h" fact="0.1058"/>
              <dgm:constr type="l" for="ch" forName="image_5" refType="w" fact="0.3738"/>
              <dgm:constr type="t" for="ch" forName="image_5" refType="h" fact="0.0654"/>
              <dgm:constr type="w" for="ch" forName="image_5" refType="w" fact="0.0902"/>
              <dgm:constr type="h" for="ch" forName="image_5" refType="h" fact="0.0933"/>
              <dgm:constr type="l" for="ch" forName="image_accent_4" refType="w" fact="0.437"/>
              <dgm:constr type="t" for="ch" forName="image_accent_4" refType="h" fact="0.1659"/>
              <dgm:constr type="w" for="ch" forName="image_accent_4" refType="w" fact="0.1103"/>
              <dgm:constr type="h" for="ch" forName="image_accent_4" refType="h" fact="0.1141"/>
              <dgm:constr type="l" for="ch" forName="image_4" refType="w" fact="0.4434"/>
              <dgm:constr type="t" for="ch" forName="image_4" refType="h" fact="0.1726"/>
              <dgm:constr type="w" for="ch" forName="image_4" refType="w" fact="0.0973"/>
              <dgm:constr type="h" for="ch" forName="image_4" refType="h" fact="0.1007"/>
              <dgm:constr type="l" for="ch" forName="image_accent_2" refType="w" fact="0.3942"/>
              <dgm:constr type="t" for="ch" forName="image_accent_2" refType="h" fact="0.4899"/>
              <dgm:constr type="w" for="ch" forName="image_accent_2" refType="w" fact="0.1226"/>
              <dgm:constr type="h" for="ch" forName="image_accent_2" refType="h" fact="0.1269"/>
              <dgm:constr type="l" for="ch" forName="image_2" refType="w" fact="0.4014"/>
              <dgm:constr type="t" for="ch" forName="image_2" refType="h" fact="0.4973"/>
              <dgm:constr type="w" for="ch" forName="image_2" refType="w" fact="0.1082"/>
              <dgm:constr type="h" for="ch" forName="image_2" refType="h" fact="0.112"/>
              <dgm:constr type="l" for="ch" forName="image_accent_3" refType="w" fact="0.4075"/>
              <dgm:constr type="t" for="ch" forName="image_accent_3" refType="h" fact="0.3107"/>
              <dgm:constr type="w" for="ch" forName="image_accent_3" refType="w" fact="0.1573"/>
              <dgm:constr type="h" for="ch" forName="image_accent_3" refType="h" fact="0.1628"/>
              <dgm:constr type="l" for="ch" forName="image_3" refType="w" fact="0.4158"/>
              <dgm:constr type="t" for="ch" forName="image_3" refType="h" fact="0.3193"/>
              <dgm:constr type="w" for="ch" forName="image_3" refType="w" fact="0.1407"/>
              <dgm:constr type="h" for="ch" forName="image_3" refType="h" fact="0.1456"/>
              <dgm:constr type="l" for="ch" forName="image_accent_1" refType="w" fact="0.5338"/>
              <dgm:constr type="t" for="ch" forName="image_accent_1" refType="h" fact="0.444"/>
              <dgm:constr type="w" for="ch" forName="image_accent_1" refType="w" fact="0.2344"/>
              <dgm:constr type="h" for="ch" forName="image_accent_1" refType="h" fact="0.2426"/>
              <dgm:constr type="l" for="ch" forName="image_1" refType="w" fact="0.5428"/>
              <dgm:constr type="t" for="ch" forName="image_1" refType="h" fact="0.4533"/>
              <dgm:constr type="w" for="ch" forName="image_1" refType="w" fact="0.2164"/>
              <dgm:constr type="h" for="ch" forName="image_1" refType="h" fact="0.224"/>
              <dgm:constr type="l" for="ch" forName="parent_text_1" refType="w" fact="0.6522"/>
              <dgm:constr type="t" for="ch" forName="parent_text_1" refType="h" fact="0.3193"/>
              <dgm:constr type="w" for="ch" forName="parent_text_1" refType="w" fact="0.3478"/>
              <dgm:constr type="h" for="ch" forName="parent_text_1" refType="h" fact="0.115"/>
              <dgm:constr type="l" for="ch" forName="accent_2" refType="w" fact="0.5492"/>
              <dgm:constr type="t" for="ch" forName="accent_2" refType="h" fact="0.2653"/>
              <dgm:constr type="w" for="ch" forName="accent_2" refType="w" fact="0.0696"/>
              <dgm:constr type="h" for="ch" forName="accent_2" refType="h" fact="0.072"/>
              <dgm:constr type="l" for="ch" forName="parent_text_2" refType="w" fact="0.0211"/>
              <dgm:constr type="t" for="ch" forName="parent_text_2" refType="h" fact="0.4973"/>
              <dgm:constr type="w" for="ch" forName="parent_text_2" refType="w" fact="0.3478"/>
              <dgm:constr type="h" for="ch" forName="parent_text_2" refType="h" fact="0.112"/>
              <dgm:constr type="l" for="ch" forName="parent_text_4" refType="w" fact="0.0644"/>
              <dgm:constr type="t" for="ch" forName="parent_text_4" refType="h" fact="0.1726"/>
              <dgm:constr type="w" for="ch" forName="parent_text_4" refType="w" fact="0.3478"/>
              <dgm:constr type="h" for="ch" forName="parent_text_4" refType="h" fact="0.1007"/>
              <dgm:constr type="l" for="ch" forName="accent_3" refType="w" fact="0.2705"/>
              <dgm:constr type="t" for="ch" forName="accent_3" refType="h" fact="0"/>
              <dgm:constr type="w" for="ch" forName="accent_3" refType="w" fact="0.0258"/>
              <dgm:constr type="h" for="ch" forName="accent_3" refType="h" fact="0.0267"/>
              <dgm:constr type="l" for="ch" forName="parent_text_5" refType="w" fact="0"/>
              <dgm:constr type="t" for="ch" forName="parent_text_5" refType="h" fact="0.0654"/>
              <dgm:constr type="w" for="ch" forName="parent_text_5" refType="w" fact="0.3478"/>
              <dgm:constr type="h" for="ch" forName="parent_text_5" refType="h" fact="0.0933"/>
              <dgm:constr type="l" for="ch" forName="parent_text_3" refType="w" fact="0.034"/>
              <dgm:constr type="t" for="ch" forName="parent_text_3" refType="h" fact="0.3193"/>
              <dgm:constr type="w" for="ch" forName="parent_text_3" refType="w" fact="0.3478"/>
              <dgm:constr type="h" for="ch" forName="parent_text_3" refType="h" fact="0.1456"/>
              <dgm:constr type="l" for="ch" forName="parent_text_6" refType="w" fact="0.63"/>
              <dgm:constr type="t" for="ch" forName="parent_text_6" refType="h" fact="0.6896"/>
              <dgm:constr type="w" for="ch" forName="parent_text_6" refType="w" fact="0.3478"/>
              <dgm:constr type="h" for="ch" forName="parent_text_6" refType="h" fact="0.1627"/>
              <dgm:constr type="l" for="ch" forName="accent_4" refType="w" fact="0.322"/>
              <dgm:constr type="t" for="ch" forName="accent_4" refType="h" fact="0.0213"/>
              <dgm:constr type="w" for="ch" forName="accent_4" refType="w" fact="0.0515"/>
              <dgm:constr type="h" for="ch" forName="accent_4" refType="h" fact="0.0533"/>
              <dgm:constr type="l" for="ch" forName="accent_5" refType="w" fact="0.2782"/>
              <dgm:constr type="t" for="ch" forName="accent_5" refType="h" fact="0.92"/>
              <dgm:constr type="w" for="ch" forName="accent_5" refType="w" fact="0.0696"/>
              <dgm:constr type="h" for="ch" forName="accent_5" refType="h" fact="0.072"/>
              <dgm:constr type="l" for="ch" forName="parent_text_7" refType="w" fact="0.485"/>
              <dgm:constr type="t" for="ch" forName="parent_text_7" refType="h" fact="0.87"/>
              <dgm:constr type="w" for="ch" forName="parent_text_7" refType="w" fact="0.347"/>
              <dgm:constr type="h" for="ch" forName="parent_text_7" refType="h" fact="0.13"/>
              <dgm:constr type="l" for="ch" forName="accent_6" refType="w" fact="0.3478"/>
              <dgm:constr type="t" for="ch" forName="accent_6" refType="h" fact="0.6133"/>
              <dgm:constr type="w" for="ch" forName="accent_6" refType="w" fact="0.0386"/>
              <dgm:constr type="h" for="ch" forName="accent_6" refType="h" fact="0.04"/>
            </dgm:constrLst>
          </dgm:else>
        </dgm:choose>
        <dgm:layoutNode name="accent_6" styleLbl="alignNode1">
          <dgm:alg type="sp"/>
          <dgm:shape xmlns:r="http://schemas.openxmlformats.org/officeDocument/2006/relationships" type="donut" r:blip="">
            <dgm:adjLst>
              <dgm:adj idx="1" val="0.0746"/>
            </dgm:adjLst>
          </dgm:shape>
          <dgm:presOf/>
        </dgm:layoutNode>
      </dgm:if>
      <dgm:else name="Name30">
        <dgm:alg type="composite">
          <dgm:param type="ar" val="0.9705"/>
        </dgm:alg>
        <dgm:choose name="Name31">
          <dgm:if name="Name32" func="var" arg="dir" op="equ" val="norm">
            <dgm:constrLst>
              <dgm:constr type="primFontSz" for="des" ptType="node" op="equ" val="65"/>
              <dgm:constr type="l" for="ch" forName="accent_1" refType="w" fact="0.7599"/>
              <dgm:constr type="t" for="ch" forName="accent_1" refType="h" fact="0.925"/>
              <dgm:constr type="w" for="ch" forName="accent_1" refType="w" fact="0.0386"/>
              <dgm:constr type="h" for="ch" forName="accent_1" refType="h" fact="0.0375"/>
              <dgm:constr type="l" for="ch" forName="accent_2" refType="w" fact="0.6182"/>
              <dgm:constr type="t" for="ch" forName="accent_2" refType="h" fact="0.575"/>
              <dgm:constr type="w" for="ch" forName="accent_2" refType="w" fact="0.0386"/>
              <dgm:constr type="h" for="ch" forName="accent_2" refType="h" fact="0.0375"/>
              <dgm:constr type="l" for="ch" forName="image_accent_8" refType="w" fact="0.6449"/>
              <dgm:constr type="t" for="ch" forName="image_accent_8" refType="h" fact="0.8508"/>
              <dgm:constr type="w" for="ch" forName="image_accent_8" refType="w" fact="0.1022"/>
              <dgm:constr type="h" for="ch" forName="image_accent_8" refType="h" fact="0.0992"/>
              <dgm:constr type="l" for="ch" forName="image_8" refType="w" fact="0.6538"/>
              <dgm:constr type="t" for="ch" forName="image_8" refType="h" fact="0.8595"/>
              <dgm:constr type="w" for="ch" forName="image_8" refType="w" fact="0.0844"/>
              <dgm:constr type="h" for="ch" forName="image_8" refType="h" fact="0.0819"/>
              <dgm:constr type="l" for="ch" forName="image_accent_7" refType="w" fact="0.5291"/>
              <dgm:constr type="t" for="ch" forName="image_accent_7" refType="h" fact="0.7805"/>
              <dgm:constr type="w" for="ch" forName="image_accent_7" refType="w" fact="0.1103"/>
              <dgm:constr type="h" for="ch" forName="image_accent_7" refType="h" fact="0.107"/>
              <dgm:constr type="l" for="ch" forName="image_7" refType="w" fact="0.5356"/>
              <dgm:constr type="t" for="ch" forName="image_7" refType="h" fact="0.7868"/>
              <dgm:constr type="w" for="ch" forName="image_7" refType="w" fact="0.0973"/>
              <dgm:constr type="h" for="ch" forName="image_7" refType="h" fact="0.0944"/>
              <dgm:constr type="l" for="ch" forName="image_accent_6" refType="w" fact="0.3864"/>
              <dgm:constr type="t" for="ch" forName="image_accent_6" refType="h" fact="0.6375"/>
              <dgm:constr type="w" for="ch" forName="image_accent_6" refType="w" fact="0.1757"/>
              <dgm:constr type="h" for="ch" forName="image_accent_6" refType="h" fact="0.1706"/>
              <dgm:constr type="l" for="ch" forName="image_6" refType="w" fact="0.3957"/>
              <dgm:constr type="t" for="ch" forName="image_6" refType="h" fact="0.6465"/>
              <dgm:constr type="w" for="ch" forName="image_6" refType="w" fact="0.1572"/>
              <dgm:constr type="h" for="ch" forName="image_6" refType="h" fact="0.1525"/>
              <dgm:constr type="l" for="ch" forName="image_accent_5" refType="w" fact="0.5301"/>
              <dgm:constr type="t" for="ch" forName="image_accent_5" refType="h" fact="0.0555"/>
              <dgm:constr type="w" for="ch" forName="image_accent_5" refType="w" fact="0.1022"/>
              <dgm:constr type="h" for="ch" forName="image_accent_5" refType="h" fact="0.0992"/>
              <dgm:constr type="l" for="ch" forName="image_5" refType="w" fact="0.5361"/>
              <dgm:constr type="t" for="ch" forName="image_5" refType="h" fact="0.0613"/>
              <dgm:constr type="w" for="ch" forName="image_5" refType="w" fact="0.0902"/>
              <dgm:constr type="h" for="ch" forName="image_5" refType="h" fact="0.0875"/>
              <dgm:constr type="l" for="ch" forName="image_accent_4" refType="w" fact="0.4528"/>
              <dgm:constr type="t" for="ch" forName="image_accent_4" refType="h" fact="0.1555"/>
              <dgm:constr type="w" for="ch" forName="image_accent_4" refType="w" fact="0.1103"/>
              <dgm:constr type="h" for="ch" forName="image_accent_4" refType="h" fact="0.107"/>
              <dgm:constr type="l" for="ch" forName="image_4" refType="w" fact="0.4593"/>
              <dgm:constr type="t" for="ch" forName="image_4" refType="h" fact="0.1618"/>
              <dgm:constr type="w" for="ch" forName="image_4" refType="w" fact="0.0973"/>
              <dgm:constr type="h" for="ch" forName="image_4" refType="h" fact="0.0944"/>
              <dgm:constr type="l" for="ch" forName="image_accent_2" refType="w" fact="0.4832"/>
              <dgm:constr type="t" for="ch" forName="image_accent_2" refType="h" fact="0.4593"/>
              <dgm:constr type="w" for="ch" forName="image_accent_2" refType="w" fact="0.1226"/>
              <dgm:constr type="h" for="ch" forName="image_accent_2" refType="h" fact="0.119"/>
              <dgm:constr type="l" for="ch" forName="image_2" refType="w" fact="0.4904"/>
              <dgm:constr type="t" for="ch" forName="image_2" refType="h" fact="0.4663"/>
              <dgm:constr type="w" for="ch" forName="image_2" refType="w" fact="0.1082"/>
              <dgm:constr type="h" for="ch" forName="image_2" refType="h" fact="0.105"/>
              <dgm:constr type="l" for="ch" forName="image_accent_3" refType="w" fact="0.4352"/>
              <dgm:constr type="t" for="ch" forName="image_accent_3" refType="h" fact="0.2913"/>
              <dgm:constr type="w" for="ch" forName="image_accent_3" refType="w" fact="0.1573"/>
              <dgm:constr type="h" for="ch" forName="image_accent_3" refType="h" fact="0.1526"/>
              <dgm:constr type="l" for="ch" forName="image_3" refType="w" fact="0.4435"/>
              <dgm:constr type="t" for="ch" forName="image_3" refType="h" fact="0.2993"/>
              <dgm:constr type="w" for="ch" forName="image_3" refType="w" fact="0.1407"/>
              <dgm:constr type="h" for="ch" forName="image_3" refType="h" fact="0.1365"/>
              <dgm:constr type="l" for="ch" forName="image_accent_1" refType="w" fact="0.2318"/>
              <dgm:constr type="t" for="ch" forName="image_accent_1" refType="h" fact="0.4163"/>
              <dgm:constr type="w" for="ch" forName="image_accent_1" refType="w" fact="0.2344"/>
              <dgm:constr type="h" for="ch" forName="image_accent_1" refType="h" fact="0.2275"/>
              <dgm:constr type="l" for="ch" forName="image_1" refType="w" fact="0.2408"/>
              <dgm:constr type="t" for="ch" forName="image_1" refType="h" fact="0.425"/>
              <dgm:constr type="w" for="ch" forName="image_1" refType="w" fact="0.2164"/>
              <dgm:constr type="h" for="ch" forName="image_1" refType="h" fact="0.21"/>
              <dgm:constr type="l" for="ch" forName="parent_text_1" refType="w" fact="0"/>
              <dgm:constr type="t" for="ch" forName="parent_text_1" refType="h" fact="0.2993"/>
              <dgm:constr type="w" for="ch" forName="parent_text_1" refType="w" fact="0.3478"/>
              <dgm:constr type="h" for="ch" forName="parent_text_1" refType="h" fact="0.11"/>
              <dgm:constr type="l" for="ch" forName="accent_3" refType="w" fact="0.3813"/>
              <dgm:constr type="t" for="ch" forName="accent_3" refType="h" fact="0.2488"/>
              <dgm:constr type="w" for="ch" forName="accent_3" refType="w" fact="0.0696"/>
              <dgm:constr type="h" for="ch" forName="accent_3" refType="h" fact="0.0675"/>
              <dgm:constr type="l" for="ch" forName="parent_text_2" refType="w" fact="0.6311"/>
              <dgm:constr type="t" for="ch" forName="parent_text_2" refType="h" fact="0.4663"/>
              <dgm:constr type="w" for="ch" forName="parent_text_2" refType="w" fact="0.3478"/>
              <dgm:constr type="h" for="ch" forName="parent_text_2" refType="h" fact="0.105"/>
              <dgm:constr type="l" for="ch" forName="parent_text_4" refType="w" fact="0.5878"/>
              <dgm:constr type="t" for="ch" forName="parent_text_4" refType="h" fact="0.1618"/>
              <dgm:constr type="w" for="ch" forName="parent_text_4" refType="w" fact="0.3478"/>
              <dgm:constr type="h" for="ch" forName="parent_text_4" refType="h" fact="0.0944"/>
              <dgm:constr type="l" for="ch" forName="accent_4" refType="w" fact="0.7038"/>
              <dgm:constr type="t" for="ch" forName="accent_4" refType="h" fact="0"/>
              <dgm:constr type="w" for="ch" forName="accent_4" refType="w" fact="0.0258"/>
              <dgm:constr type="h" for="ch" forName="accent_4" refType="h" fact="0.025"/>
              <dgm:constr type="l" for="ch" forName="parent_text_5" refType="w" fact="0.6522"/>
              <dgm:constr type="t" for="ch" forName="parent_text_5" refType="h" fact="0.0625"/>
              <dgm:constr type="w" for="ch" forName="parent_text_5" refType="w" fact="0.3478"/>
              <dgm:constr type="h" for="ch" forName="parent_text_5" refType="h" fact="0.0863"/>
              <dgm:constr type="l" for="ch" forName="parent_text_3" refType="w" fact="0.6182"/>
              <dgm:constr type="t" for="ch" forName="parent_text_3" refType="h" fact="0.2993"/>
              <dgm:constr type="w" for="ch" forName="parent_text_3" refType="w" fact="0.3478"/>
              <dgm:constr type="h" for="ch" forName="parent_text_3" refType="h" fact="0.1365"/>
              <dgm:constr type="l" for="ch" forName="parent_text_6" refType="w" fact="0.02"/>
              <dgm:constr type="t" for="ch" forName="parent_text_6" refType="h" fact="0.6465"/>
              <dgm:constr type="w" for="ch" forName="parent_text_6" refType="w" fact="0.3478"/>
              <dgm:constr type="h" for="ch" forName="parent_text_6" refType="h" fact="0.1525"/>
              <dgm:constr type="l" for="ch" forName="accent_5" refType="w" fact="0.6265"/>
              <dgm:constr type="t" for="ch" forName="accent_5" refType="h" fact="0.02"/>
              <dgm:constr type="w" for="ch" forName="accent_5" refType="w" fact="0.0515"/>
              <dgm:constr type="h" for="ch" forName="accent_5" refType="h" fact="0.05"/>
              <dgm:constr type="l" for="ch" forName="parent_text_7" refType="w" fact="0.165"/>
              <dgm:constr type="t" for="ch" forName="parent_text_7" refType="h" fact="0.81"/>
              <dgm:constr type="w" for="ch" forName="parent_text_7" refType="w" fact="0.3478"/>
              <dgm:constr type="h" for="ch" forName="parent_text_7" refType="h" fact="0.077"/>
              <dgm:constr type="l" for="ch" forName="parent_text_8" refType="w" fact="0.275"/>
              <dgm:constr type="t" for="ch" forName="parent_text_8" refType="h" fact="0.89"/>
              <dgm:constr type="w" for="ch" forName="parent_text_8" refType="w" fact="0.3478"/>
              <dgm:constr type="h" for="ch" forName="parent_text_8" refType="h" fact="0.11"/>
            </dgm:constrLst>
          </dgm:if>
          <dgm:else name="Name33">
            <dgm:constrLst>
              <dgm:constr type="primFontSz" for="des" ptType="node" op="equ" val="65"/>
              <dgm:constr type="l" for="ch" forName="accent_1" refType="w" fact="0.2014"/>
              <dgm:constr type="t" for="ch" forName="accent_1" refType="h" fact="0.925"/>
              <dgm:constr type="w" for="ch" forName="accent_1" refType="w" fact="0.0386"/>
              <dgm:constr type="h" for="ch" forName="accent_1" refType="h" fact="0.0375"/>
              <dgm:constr type="l" for="ch" forName="accent_2" refType="w" fact="0.3431"/>
              <dgm:constr type="t" for="ch" forName="accent_2" refType="h" fact="0.575"/>
              <dgm:constr type="w" for="ch" forName="accent_2" refType="w" fact="0.0386"/>
              <dgm:constr type="h" for="ch" forName="accent_2" refType="h" fact="0.0375"/>
              <dgm:constr type="l" for="ch" forName="image_accent_8" refType="w" fact="0.253"/>
              <dgm:constr type="t" for="ch" forName="image_accent_8" refType="h" fact="0.8508"/>
              <dgm:constr type="w" for="ch" forName="image_accent_8" refType="w" fact="0.1022"/>
              <dgm:constr type="h" for="ch" forName="image_accent_8" refType="h" fact="0.0992"/>
              <dgm:constr type="l" for="ch" forName="image_8" refType="w" fact="0.2619"/>
              <dgm:constr type="t" for="ch" forName="image_8" refType="h" fact="0.8595"/>
              <dgm:constr type="w" for="ch" forName="image_8" refType="w" fact="0.0844"/>
              <dgm:constr type="h" for="ch" forName="image_8" refType="h" fact="0.0819"/>
              <dgm:constr type="l" for="ch" forName="image_accent_7" refType="w" fact="0.3606"/>
              <dgm:constr type="t" for="ch" forName="image_accent_7" refType="h" fact="0.7805"/>
              <dgm:constr type="w" for="ch" forName="image_accent_7" refType="w" fact="0.1103"/>
              <dgm:constr type="h" for="ch" forName="image_accent_7" refType="h" fact="0.107"/>
              <dgm:constr type="l" for="ch" forName="image_7" refType="w" fact="0.3671"/>
              <dgm:constr type="t" for="ch" forName="image_7" refType="h" fact="0.7868"/>
              <dgm:constr type="w" for="ch" forName="image_7" refType="w" fact="0.0973"/>
              <dgm:constr type="h" for="ch" forName="image_7" refType="h" fact="0.0944"/>
              <dgm:constr type="l" for="ch" forName="image_accent_6" refType="w" fact="0.4379"/>
              <dgm:constr type="t" for="ch" forName="image_accent_6" refType="h" fact="0.6375"/>
              <dgm:constr type="w" for="ch" forName="image_accent_6" refType="w" fact="0.1757"/>
              <dgm:constr type="h" for="ch" forName="image_accent_6" refType="h" fact="0.1706"/>
              <dgm:constr type="l" for="ch" forName="image_6" refType="w" fact="0.4471"/>
              <dgm:constr type="t" for="ch" forName="image_6" refType="h" fact="0.6465"/>
              <dgm:constr type="w" for="ch" forName="image_6" refType="w" fact="0.1572"/>
              <dgm:constr type="h" for="ch" forName="image_6" refType="h" fact="0.1525"/>
              <dgm:constr type="l" for="ch" forName="image_accent_5" refType="w" fact="0.3677"/>
              <dgm:constr type="t" for="ch" forName="image_accent_5" refType="h" fact="0.0555"/>
              <dgm:constr type="w" for="ch" forName="image_accent_5" refType="w" fact="0.1022"/>
              <dgm:constr type="h" for="ch" forName="image_accent_5" refType="h" fact="0.0992"/>
              <dgm:constr type="l" for="ch" forName="image_5" refType="w" fact="0.3738"/>
              <dgm:constr type="t" for="ch" forName="image_5" refType="h" fact="0.0613"/>
              <dgm:constr type="w" for="ch" forName="image_5" refType="w" fact="0.0902"/>
              <dgm:constr type="h" for="ch" forName="image_5" refType="h" fact="0.0875"/>
              <dgm:constr type="l" for="ch" forName="image_accent_4" refType="w" fact="0.437"/>
              <dgm:constr type="t" for="ch" forName="image_accent_4" refType="h" fact="0.1555"/>
              <dgm:constr type="w" for="ch" forName="image_accent_4" refType="w" fact="0.1103"/>
              <dgm:constr type="h" for="ch" forName="image_accent_4" refType="h" fact="0.107"/>
              <dgm:constr type="l" for="ch" forName="image_4" refType="w" fact="0.4434"/>
              <dgm:constr type="t" for="ch" forName="image_4" refType="h" fact="0.1618"/>
              <dgm:constr type="w" for="ch" forName="image_4" refType="w" fact="0.0973"/>
              <dgm:constr type="h" for="ch" forName="image_4" refType="h" fact="0.0944"/>
              <dgm:constr type="l" for="ch" forName="image_accent_2" refType="w" fact="0.3942"/>
              <dgm:constr type="t" for="ch" forName="image_accent_2" refType="h" fact="0.4593"/>
              <dgm:constr type="w" for="ch" forName="image_accent_2" refType="w" fact="0.1226"/>
              <dgm:constr type="h" for="ch" forName="image_accent_2" refType="h" fact="0.119"/>
              <dgm:constr type="l" for="ch" forName="image_2" refType="w" fact="0.4014"/>
              <dgm:constr type="t" for="ch" forName="image_2" refType="h" fact="0.4663"/>
              <dgm:constr type="w" for="ch" forName="image_2" refType="w" fact="0.1082"/>
              <dgm:constr type="h" for="ch" forName="image_2" refType="h" fact="0.105"/>
              <dgm:constr type="l" for="ch" forName="image_accent_3" refType="w" fact="0.4075"/>
              <dgm:constr type="t" for="ch" forName="image_accent_3" refType="h" fact="0.2913"/>
              <dgm:constr type="w" for="ch" forName="image_accent_3" refType="w" fact="0.1573"/>
              <dgm:constr type="h" for="ch" forName="image_accent_3" refType="h" fact="0.1526"/>
              <dgm:constr type="l" for="ch" forName="image_3" refType="w" fact="0.4158"/>
              <dgm:constr type="t" for="ch" forName="image_3" refType="h" fact="0.2993"/>
              <dgm:constr type="w" for="ch" forName="image_3" refType="w" fact="0.1407"/>
              <dgm:constr type="h" for="ch" forName="image_3" refType="h" fact="0.1365"/>
              <dgm:constr type="l" for="ch" forName="image_accent_1" refType="w" fact="0.5338"/>
              <dgm:constr type="t" for="ch" forName="image_accent_1" refType="h" fact="0.4163"/>
              <dgm:constr type="w" for="ch" forName="image_accent_1" refType="w" fact="0.2344"/>
              <dgm:constr type="h" for="ch" forName="image_accent_1" refType="h" fact="0.2275"/>
              <dgm:constr type="l" for="ch" forName="image_1" refType="w" fact="0.5428"/>
              <dgm:constr type="t" for="ch" forName="image_1" refType="h" fact="0.425"/>
              <dgm:constr type="w" for="ch" forName="image_1" refType="w" fact="0.2164"/>
              <dgm:constr type="h" for="ch" forName="image_1" refType="h" fact="0.21"/>
              <dgm:constr type="l" for="ch" forName="parent_text_1" refType="w" fact="0.6522"/>
              <dgm:constr type="t" for="ch" forName="parent_text_1" refType="h" fact="0.2993"/>
              <dgm:constr type="w" for="ch" forName="parent_text_1" refType="w" fact="0.3478"/>
              <dgm:constr type="h" for="ch" forName="parent_text_1" refType="h" fact="0.11"/>
              <dgm:constr type="l" for="ch" forName="accent_3" refType="w" fact="0.5492"/>
              <dgm:constr type="t" for="ch" forName="accent_3" refType="h" fact="0.2488"/>
              <dgm:constr type="w" for="ch" forName="accent_3" refType="w" fact="0.0696"/>
              <dgm:constr type="h" for="ch" forName="accent_3" refType="h" fact="0.0675"/>
              <dgm:constr type="l" for="ch" forName="parent_text_2" refType="w" fact="0.0211"/>
              <dgm:constr type="t" for="ch" forName="parent_text_2" refType="h" fact="0.4663"/>
              <dgm:constr type="w" for="ch" forName="parent_text_2" refType="w" fact="0.3478"/>
              <dgm:constr type="h" for="ch" forName="parent_text_2" refType="h" fact="0.105"/>
              <dgm:constr type="l" for="ch" forName="parent_text_4" refType="w" fact="0.0635"/>
              <dgm:constr type="t" for="ch" forName="parent_text_4" refType="h" fact="0.1618"/>
              <dgm:constr type="w" for="ch" forName="parent_text_4" refType="w" fact="0.3478"/>
              <dgm:constr type="h" for="ch" forName="parent_text_4" refType="h" fact="0.0944"/>
              <dgm:constr type="l" for="ch" forName="accent_4" refType="w" fact="0.2705"/>
              <dgm:constr type="t" for="ch" forName="accent_4" refType="h" fact="0"/>
              <dgm:constr type="w" for="ch" forName="accent_4" refType="w" fact="0.0258"/>
              <dgm:constr type="h" for="ch" forName="accent_4" refType="h" fact="0.025"/>
              <dgm:constr type="l" for="ch" forName="parent_text_5" refType="w" fact="0"/>
              <dgm:constr type="t" for="ch" forName="parent_text_5" refType="h" fact="0.0625"/>
              <dgm:constr type="w" for="ch" forName="parent_text_5" refType="w" fact="0.3478"/>
              <dgm:constr type="h" for="ch" forName="parent_text_5" refType="h" fact="0.0863"/>
              <dgm:constr type="l" for="ch" forName="parent_text_3" refType="w" fact="0.034"/>
              <dgm:constr type="t" for="ch" forName="parent_text_3" refType="h" fact="0.2993"/>
              <dgm:constr type="w" for="ch" forName="parent_text_3" refType="w" fact="0.3478"/>
              <dgm:constr type="h" for="ch" forName="parent_text_3" refType="h" fact="0.1365"/>
              <dgm:constr type="l" for="ch" forName="parent_text_6" refType="w" fact="0.635"/>
              <dgm:constr type="t" for="ch" forName="parent_text_6" refType="h" fact="0.6465"/>
              <dgm:constr type="w" for="ch" forName="parent_text_6" refType="w" fact="0.3478"/>
              <dgm:constr type="h" for="ch" forName="parent_text_6" refType="h" fact="0.1525"/>
              <dgm:constr type="l" for="ch" forName="accent_5" refType="w" fact="0.322"/>
              <dgm:constr type="t" for="ch" forName="accent_5" refType="h" fact="0.02"/>
              <dgm:constr type="w" for="ch" forName="accent_5" refType="w" fact="0.0515"/>
              <dgm:constr type="h" for="ch" forName="accent_5" refType="h" fact="0.05"/>
              <dgm:constr type="l" for="ch" forName="parent_text_7" refType="w" fact="0.49"/>
              <dgm:constr type="t" for="ch" forName="parent_text_7" refType="h" fact="0.81"/>
              <dgm:constr type="w" for="ch" forName="parent_text_7" refType="w" fact="0.3478"/>
              <dgm:constr type="h" for="ch" forName="parent_text_7" refType="h" fact="0.077"/>
              <dgm:constr type="l" for="ch" forName="parent_text_8" refType="w" fact="0.375"/>
              <dgm:constr type="t" for="ch" forName="parent_text_8" refType="h" fact="0.89"/>
              <dgm:constr type="w" for="ch" forName="parent_text_8" refType="w" fact="0.3478"/>
              <dgm:constr type="h" for="ch" forName="parent_text_8" refType="h" fact="0.11"/>
            </dgm:constrLst>
          </dgm:else>
        </dgm:choose>
      </dgm:else>
    </dgm:choose>
    <dgm:forEach name="wrapper" axis="self" ptType="parTrans">
      <dgm:forEach name="wrapper2" axis="self" ptType="sibTrans" st="2">
        <dgm:forEach name="imageAccentRepeat" axis="self">
          <dgm:layoutNode name="imageAccentRepeatNode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</dgm:forEach>
        <dgm:forEach name="imageRepeat" axis="self">
          <dgm:layoutNode name="imageRepeat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 axis="self"/>
          </dgm:layoutNode>
        </dgm:forEach>
      </dgm:forEach>
    </dgm:forEach>
    <dgm:forEach name="Name34" axis="ch" ptType="node" cnt="1">
      <dgm:layoutNode name="parent_text_1" styleLbl="revTx">
        <dgm:varLst>
          <dgm:chMax val="0"/>
          <dgm:chPref val="0"/>
          <dgm:bulletEnabled val="1"/>
        </dgm:varLst>
        <dgm:choose name="Name35">
          <dgm:if name="Name36" func="var" arg="dir" op="equ" val="norm">
            <dgm:alg type="tx">
              <dgm:param type="parTxLTRAlign" val="r"/>
              <dgm:param type="shpTxLTRAlignCh" val="r"/>
              <dgm:param type="txAnchorVert" val="b"/>
              <dgm:param type="lnSpCh" val="15"/>
            </dgm:alg>
          </dgm:if>
          <dgm:else name="Name37">
            <dgm:alg type="tx">
              <dgm:param type="parTxLTRAlign" val="l"/>
              <dgm:param type="shpTxLTRAlignCh" val="l"/>
              <dgm:param type="txAnchorVert" val="b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01"/>
        </dgm:constrLst>
        <dgm:ruleLst>
          <dgm:rule type="primFontSz" val="5" fact="NaN" max="NaN"/>
        </dgm:ruleLst>
      </dgm:layoutNode>
      <dgm:layoutNode name="image_accent_1">
        <dgm:alg type="sp"/>
        <dgm:shape xmlns:r="http://schemas.openxmlformats.org/officeDocument/2006/relationships" r:blip="">
          <dgm:adjLst/>
        </dgm:shape>
        <dgm:presOf/>
        <dgm:constrLst/>
        <dgm:forEach name="Name38" ref="imageAccentRepeat"/>
      </dgm:layoutNode>
      <dgm:layoutNode name="accent_1" styleLbl="alignNode1">
        <dgm:alg type="sp"/>
        <dgm:shape xmlns:r="http://schemas.openxmlformats.org/officeDocument/2006/relationships" type="donut" r:blip="">
          <dgm:adjLst>
            <dgm:adj idx="1" val="0.0746"/>
          </dgm:adjLst>
        </dgm:shape>
        <dgm:presOf/>
      </dgm:layoutNode>
    </dgm:forEach>
    <dgm:forEach name="Name39" axis="ch" ptType="sibTrans" hideLastTrans="0" cnt="1">
      <dgm:layoutNode name="image_1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</dgm:forEach>
    <dgm:forEach name="Name41" axis="ch" ptType="node" st="2" cnt="1">
      <dgm:layoutNode name="parent_text_2" styleLbl="revTx">
        <dgm:varLst>
          <dgm:chMax val="0"/>
          <dgm:chPref val="0"/>
          <dgm:bulletEnabled val="1"/>
        </dgm:varLst>
        <dgm:choose name="Name42">
          <dgm:if name="Name43" func="var" arg="dir" op="equ" val="norm">
            <dgm:alg type="tx">
              <dgm:param type="parTxLTRAlign" val="l"/>
              <dgm:param type="lnSpCh" val="15"/>
            </dgm:alg>
          </dgm:if>
          <dgm:else name="Name44">
            <dgm:alg type="tx">
              <dgm:param type="parTxLTRAlign" val="r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image_accent_2">
        <dgm:alg type="sp"/>
        <dgm:shape xmlns:r="http://schemas.openxmlformats.org/officeDocument/2006/relationships" r:blip="">
          <dgm:adjLst/>
        </dgm:shape>
        <dgm:presOf/>
        <dgm:constrLst/>
        <dgm:forEach name="Name45" ref="imageAccentRepeat"/>
      </dgm:layoutNode>
    </dgm:forEach>
    <dgm:forEach name="Name46" axis="ch" ptType="sibTrans" hideLastTrans="0" st="2" cnt="1">
      <dgm:layoutNode name="image_2">
        <dgm:alg type="sp"/>
        <dgm:shape xmlns:r="http://schemas.openxmlformats.org/officeDocument/2006/relationships" r:blip="">
          <dgm:adjLst/>
        </dgm:shape>
        <dgm:presOf/>
        <dgm:constrLst/>
        <dgm:forEach name="Name47" ref="imageRepeat"/>
      </dgm:layoutNode>
    </dgm:forEach>
    <dgm:forEach name="Name48" axis="ch" ptType="node" st="3" cnt="1">
      <dgm:layoutNode name="image_accent_3">
        <dgm:alg type="sp"/>
        <dgm:shape xmlns:r="http://schemas.openxmlformats.org/officeDocument/2006/relationships" r:blip="">
          <dgm:adjLst/>
        </dgm:shape>
        <dgm:presOf/>
        <dgm:constrLst/>
        <dgm:forEach name="Name49" ref="imageAccentRepeat"/>
      </dgm:layoutNode>
      <dgm:layoutNode name="parent_text_3" styleLbl="revTx">
        <dgm:varLst>
          <dgm:chMax val="0"/>
          <dgm:chPref val="0"/>
          <dgm:bulletEnabled val="1"/>
        </dgm:varLst>
        <dgm:choose name="Name50">
          <dgm:if name="Name51" func="var" arg="dir" op="equ" val="norm">
            <dgm:alg type="tx">
              <dgm:param type="parTxLTRAlign" val="l"/>
              <dgm:param type="lnSpCh" val="15"/>
            </dgm:alg>
          </dgm:if>
          <dgm:else name="Name52">
            <dgm:alg type="tx">
              <dgm:param type="parTxLTRAlign" val="r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accent_2" styleLbl="alignNode1">
        <dgm:alg type="sp"/>
        <dgm:shape xmlns:r="http://schemas.openxmlformats.org/officeDocument/2006/relationships" type="donut" r:blip="">
          <dgm:adjLst>
            <dgm:adj idx="1" val="0.0746"/>
          </dgm:adjLst>
        </dgm:shape>
        <dgm:presOf/>
      </dgm:layoutNode>
      <dgm:layoutNode name="accent_3" styleLbl="alignNode1">
        <dgm:alg type="sp"/>
        <dgm:shape xmlns:r="http://schemas.openxmlformats.org/officeDocument/2006/relationships" type="donut" r:blip="">
          <dgm:adjLst>
            <dgm:adj idx="1" val="0.0746"/>
          </dgm:adjLst>
        </dgm:shape>
        <dgm:presOf/>
      </dgm:layoutNode>
    </dgm:forEach>
    <dgm:forEach name="Name53" axis="ch" ptType="sibTrans" hideLastTrans="0" st="3" cnt="1">
      <dgm:layoutNode name="image_3">
        <dgm:alg type="sp"/>
        <dgm:shape xmlns:r="http://schemas.openxmlformats.org/officeDocument/2006/relationships" r:blip="">
          <dgm:adjLst/>
        </dgm:shape>
        <dgm:presOf/>
        <dgm:constrLst/>
        <dgm:forEach name="Name54" ref="imageRepeat"/>
      </dgm:layoutNode>
    </dgm:forEach>
    <dgm:forEach name="Name55" axis="ch" ptType="node" st="4" cnt="1">
      <dgm:layoutNode name="image_accent_4">
        <dgm:alg type="sp"/>
        <dgm:shape xmlns:r="http://schemas.openxmlformats.org/officeDocument/2006/relationships" r:blip="">
          <dgm:adjLst/>
        </dgm:shape>
        <dgm:presOf/>
        <dgm:constrLst/>
        <dgm:forEach name="Name56" ref="imageAccentRepeat"/>
      </dgm:layoutNode>
      <dgm:layoutNode name="parent_text_4" styleLbl="revTx">
        <dgm:varLst>
          <dgm:chMax val="0"/>
          <dgm:chPref val="0"/>
          <dgm:bulletEnabled val="1"/>
        </dgm:varLst>
        <dgm:choose name="Name57">
          <dgm:if name="Name58" func="var" arg="dir" op="equ" val="norm">
            <dgm:alg type="tx">
              <dgm:param type="parTxLTRAlign" val="l"/>
              <dgm:param type="lnSpCh" val="15"/>
            </dgm:alg>
          </dgm:if>
          <dgm:else name="Name59">
            <dgm:alg type="tx">
              <dgm:param type="parTxLTRAlign" val="r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accent_4" styleLbl="alignNode1">
        <dgm:alg type="sp"/>
        <dgm:shape xmlns:r="http://schemas.openxmlformats.org/officeDocument/2006/relationships" type="donut" r:blip="">
          <dgm:adjLst>
            <dgm:adj idx="1" val="0.0746"/>
          </dgm:adjLst>
        </dgm:shape>
        <dgm:presOf/>
      </dgm:layoutNode>
    </dgm:forEach>
    <dgm:forEach name="Name60" axis="ch" ptType="sibTrans" hideLastTrans="0" st="4" cnt="1">
      <dgm:layoutNode name="image_4">
        <dgm:alg type="sp"/>
        <dgm:shape xmlns:r="http://schemas.openxmlformats.org/officeDocument/2006/relationships" r:blip="">
          <dgm:adjLst/>
        </dgm:shape>
        <dgm:presOf/>
        <dgm:constrLst/>
        <dgm:forEach name="Name61" ref="imageRepeat"/>
      </dgm:layoutNode>
    </dgm:forEach>
    <dgm:forEach name="Name62" axis="ch" ptType="node" st="5" cnt="1">
      <dgm:layoutNode name="image_accent_5">
        <dgm:alg type="sp"/>
        <dgm:shape xmlns:r="http://schemas.openxmlformats.org/officeDocument/2006/relationships" r:blip="">
          <dgm:adjLst/>
        </dgm:shape>
        <dgm:presOf/>
        <dgm:constrLst/>
        <dgm:forEach name="Name63" ref="imageAccentRepeat"/>
      </dgm:layoutNode>
      <dgm:layoutNode name="parent_text_5" styleLbl="revTx">
        <dgm:varLst>
          <dgm:chMax val="0"/>
          <dgm:chPref val="0"/>
          <dgm:bulletEnabled val="1"/>
        </dgm:varLst>
        <dgm:choose name="Name64">
          <dgm:if name="Name65" func="var" arg="dir" op="equ" val="norm">
            <dgm:alg type="tx">
              <dgm:param type="parTxLTRAlign" val="l"/>
              <dgm:param type="lnSpCh" val="15"/>
            </dgm:alg>
          </dgm:if>
          <dgm:else name="Name66">
            <dgm:alg type="tx">
              <dgm:param type="parTxLTRAlign" val="r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sibTrans" hideLastTrans="0" st="5" cnt="1">
      <dgm:layoutNode name="image_5">
        <dgm:alg type="sp"/>
        <dgm:shape xmlns:r="http://schemas.openxmlformats.org/officeDocument/2006/relationships" r:blip="">
          <dgm:adjLst/>
        </dgm:shape>
        <dgm:presOf/>
        <dgm:constrLst/>
        <dgm:forEach name="Name68" ref="imageRepeat"/>
      </dgm:layoutNode>
    </dgm:forEach>
    <dgm:forEach name="Name69" axis="ch" ptType="node" st="6" cnt="1">
      <dgm:layoutNode name="parent_text_6" styleLbl="revTx">
        <dgm:varLst>
          <dgm:chMax val="0"/>
          <dgm:chPref val="0"/>
          <dgm:bulletEnabled val="1"/>
        </dgm:varLst>
        <dgm:choose name="Name70">
          <dgm:if name="Name71" func="var" arg="dir" op="equ" val="norm">
            <dgm:alg type="tx">
              <dgm:param type="parTxLTRAlign" val="r"/>
              <dgm:param type="shpTxLTRAlignCh" val="r"/>
              <dgm:param type="lnSpCh" val="15"/>
            </dgm:alg>
          </dgm:if>
          <dgm:else name="Name72">
            <dgm:alg type="tx">
              <dgm:param type="parTxLTRAlign" val="l"/>
              <dgm:param type="shpTxLTRAlignCh" val="l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image_accent_6">
        <dgm:alg type="sp"/>
        <dgm:shape xmlns:r="http://schemas.openxmlformats.org/officeDocument/2006/relationships" r:blip="">
          <dgm:adjLst/>
        </dgm:shape>
        <dgm:presOf/>
        <dgm:constrLst/>
        <dgm:forEach name="Name73" ref="imageAccentRepeat"/>
      </dgm:layoutNode>
      <dgm:layoutNode name="accent_5" styleLbl="alignNode1">
        <dgm:alg type="sp"/>
        <dgm:shape xmlns:r="http://schemas.openxmlformats.org/officeDocument/2006/relationships" type="donut" r:blip="">
          <dgm:adjLst>
            <dgm:adj idx="1" val="0.0746"/>
          </dgm:adjLst>
        </dgm:shape>
        <dgm:presOf/>
      </dgm:layoutNode>
    </dgm:forEach>
    <dgm:forEach name="Name74" axis="ch" ptType="sibTrans" hideLastTrans="0" st="6" cnt="1">
      <dgm:layoutNode name="image_6">
        <dgm:alg type="sp"/>
        <dgm:shape xmlns:r="http://schemas.openxmlformats.org/officeDocument/2006/relationships" r:blip="">
          <dgm:adjLst/>
        </dgm:shape>
        <dgm:presOf/>
        <dgm:constrLst/>
        <dgm:forEach name="Name75" ref="imageRepeat"/>
      </dgm:layoutNode>
    </dgm:forEach>
    <dgm:forEach name="Name76" axis="ch" ptType="node" st="7" cnt="1">
      <dgm:layoutNode name="parent_text_7" styleLbl="revTx">
        <dgm:varLst>
          <dgm:chMax val="0"/>
          <dgm:chPref val="0"/>
          <dgm:bulletEnabled val="1"/>
        </dgm:varLst>
        <dgm:choose name="Name77">
          <dgm:if name="Name78" func="var" arg="dir" op="equ" val="norm">
            <dgm:alg type="tx">
              <dgm:param type="parTxLTRAlign" val="r"/>
              <dgm:param type="shpTxLTRAlignCh" val="r"/>
              <dgm:param type="txAnchorVert" val="t"/>
              <dgm:param type="lnSpCh" val="15"/>
            </dgm:alg>
          </dgm:if>
          <dgm:else name="Name79">
            <dgm:alg type="tx">
              <dgm:param type="parTxLTRAlign" val="l"/>
              <dgm:param type="shpTxLTRAlignCh" val="l"/>
              <dgm:param type="txAnchorVert" val="t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image_accent_7">
        <dgm:alg type="sp"/>
        <dgm:shape xmlns:r="http://schemas.openxmlformats.org/officeDocument/2006/relationships" r:blip="">
          <dgm:adjLst/>
        </dgm:shape>
        <dgm:presOf/>
        <dgm:constrLst/>
        <dgm:forEach name="Name80" ref="imageAccentRepeat"/>
      </dgm:layoutNode>
    </dgm:forEach>
    <dgm:forEach name="Name81" axis="ch" ptType="sibTrans" hideLastTrans="0" st="7" cnt="1">
      <dgm:layoutNode name="image_7">
        <dgm:alg type="sp"/>
        <dgm:shape xmlns:r="http://schemas.openxmlformats.org/officeDocument/2006/relationships" r:blip="">
          <dgm:adjLst/>
        </dgm:shape>
        <dgm:presOf/>
        <dgm:constrLst/>
        <dgm:forEach name="Name82" ref="imageRepeat"/>
      </dgm:layoutNode>
    </dgm:forEach>
    <dgm:forEach name="Name83" axis="ch" ptType="node" st="8" cnt="1">
      <dgm:layoutNode name="parent_text_8" styleLbl="revTx">
        <dgm:varLst>
          <dgm:chMax val="0"/>
          <dgm:chPref val="0"/>
          <dgm:bulletEnabled val="1"/>
        </dgm:varLst>
        <dgm:choose name="Name84">
          <dgm:if name="Name85" func="var" arg="dir" op="equ" val="norm">
            <dgm:alg type="tx">
              <dgm:param type="parTxLTRAlign" val="r"/>
              <dgm:param type="shpTxLTRAlignCh" val="r"/>
              <dgm:param type="txAnchorVert" val="t"/>
              <dgm:param type="lnSpCh" val="15"/>
            </dgm:alg>
          </dgm:if>
          <dgm:else name="Name86">
            <dgm:alg type="tx">
              <dgm:param type="parTxLTRAlign" val="l"/>
              <dgm:param type="shpTxLTRAlignCh" val="l"/>
              <dgm:param type="txAnchorVert" val="t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image_accent_8">
        <dgm:alg type="sp"/>
        <dgm:shape xmlns:r="http://schemas.openxmlformats.org/officeDocument/2006/relationships" r:blip="">
          <dgm:adjLst/>
        </dgm:shape>
        <dgm:presOf/>
        <dgm:constrLst/>
        <dgm:forEach name="Name87" ref="imageAccentRepeat"/>
      </dgm:layoutNode>
    </dgm:forEach>
    <dgm:forEach name="Name88" axis="ch" ptType="sibTrans" hideLastTrans="0" st="8" cnt="1">
      <dgm:layoutNode name="image_8">
        <dgm:alg type="sp"/>
        <dgm:shape xmlns:r="http://schemas.openxmlformats.org/officeDocument/2006/relationships" r:blip="">
          <dgm:adjLst/>
        </dgm:shape>
        <dgm:presOf/>
        <dgm:constrLst/>
        <dgm:forEach name="Name89" ref="imageRepeat"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10/12/2015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Boarin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6709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9852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070539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4822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12/10/2015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2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12/10/2015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06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12/10/2015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4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12/10/2015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2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12/10/2015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8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12/10/2015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59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12/10/2015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5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12/10/2015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32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12/10/2015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2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12/10/2015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17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12/10/2015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3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2.vml"/><Relationship Id="rId7" Type="http://schemas.openxmlformats.org/officeDocument/2006/relationships/image" Target="../media/image3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5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96241-9EE8-3241-9C65-A8F2A1D83BB2}" type="datetimeFigureOut">
              <a:rPr lang="en-US" smtClean="0"/>
              <a:t>12/10/2015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67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91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062980" y="289005"/>
            <a:ext cx="1603348" cy="291323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15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18917" y="44106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image" Target="../media/image10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5.jpg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emf"/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5.jpg"/><Relationship Id="rId10" Type="http://schemas.openxmlformats.org/officeDocument/2006/relationships/image" Target="../media/image16.png"/><Relationship Id="rId4" Type="http://schemas.openxmlformats.org/officeDocument/2006/relationships/image" Target="../media/image3.emf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.xml"/><Relationship Id="rId3" Type="http://schemas.openxmlformats.org/officeDocument/2006/relationships/image" Target="../media/image3.emf"/><Relationship Id="rId7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1.xml"/><Relationship Id="rId5" Type="http://schemas.openxmlformats.org/officeDocument/2006/relationships/image" Target="../media/image4.png"/><Relationship Id="rId4" Type="http://schemas.openxmlformats.org/officeDocument/2006/relationships/image" Target="../media/image5.jp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jpg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4.pn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diagramData" Target="../diagrams/data1.xml"/><Relationship Id="rId5" Type="http://schemas.openxmlformats.org/officeDocument/2006/relationships/image" Target="../media/image5.jpg"/><Relationship Id="rId10" Type="http://schemas.microsoft.com/office/2007/relationships/diagramDrawing" Target="../diagrams/drawing1.xml"/><Relationship Id="rId4" Type="http://schemas.openxmlformats.org/officeDocument/2006/relationships/image" Target="../media/image3.emf"/><Relationship Id="rId9" Type="http://schemas.openxmlformats.org/officeDocument/2006/relationships/diagramColors" Target="../diagrams/colors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fachad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39"/>
            <a:ext cx="9144000" cy="5145024"/>
          </a:xfrm>
          <a:prstGeom prst="rect">
            <a:avLst/>
          </a:prstGeom>
        </p:spPr>
      </p:pic>
      <p:pic>
        <p:nvPicPr>
          <p:cNvPr id="10" name="Picture 9" descr="meia_bolinh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466" y="4354709"/>
            <a:ext cx="1635846" cy="8043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329" y="3208"/>
            <a:ext cx="3345084" cy="12218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9711" y="325132"/>
            <a:ext cx="1744578" cy="422254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0" y="292955"/>
            <a:ext cx="3942260" cy="175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70000"/>
              </a:lnSpc>
            </a:pPr>
            <a:r>
              <a:rPr lang="en-US" sz="3000" b="1" dirty="0" smtClean="0">
                <a:solidFill>
                  <a:srgbClr val="19345B"/>
                </a:solidFill>
                <a:latin typeface="Arial"/>
                <a:cs typeface="Arial"/>
              </a:rPr>
              <a:t>Contact Center</a:t>
            </a:r>
            <a:r>
              <a:rPr lang="en-US" sz="30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lang="en-US" sz="2200" b="1" dirty="0" err="1" smtClean="0">
                <a:solidFill>
                  <a:srgbClr val="FF0000"/>
                </a:solidFill>
                <a:latin typeface="Arial"/>
                <a:cs typeface="Arial"/>
              </a:rPr>
              <a:t>Estabilidade</a:t>
            </a:r>
            <a:r>
              <a:rPr lang="en-US" sz="22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200" b="1" dirty="0" err="1" smtClean="0">
                <a:solidFill>
                  <a:srgbClr val="FF0000"/>
                </a:solidFill>
                <a:latin typeface="Arial"/>
                <a:cs typeface="Arial"/>
              </a:rPr>
              <a:t>Operacional</a:t>
            </a:r>
            <a:endParaRPr lang="en-US" sz="2200" b="1" dirty="0" smtClean="0">
              <a:solidFill>
                <a:srgbClr val="FF0000"/>
              </a:solidFill>
              <a:latin typeface="Arial"/>
              <a:cs typeface="Arial"/>
            </a:endParaRPr>
          </a:p>
          <a:p>
            <a:pPr algn="l">
              <a:lnSpc>
                <a:spcPct val="110000"/>
              </a:lnSpc>
            </a:pPr>
            <a:r>
              <a:rPr lang="en-US" sz="2200" b="1" dirty="0" smtClean="0">
                <a:solidFill>
                  <a:srgbClr val="FF0000"/>
                </a:solidFill>
                <a:latin typeface="Arial"/>
                <a:cs typeface="Arial"/>
              </a:rPr>
              <a:t>10.Dezembro.2015</a:t>
            </a:r>
            <a:endParaRPr lang="en-US" sz="2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842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8331">
        <p14:reveal/>
      </p:transition>
    </mc:Choice>
    <mc:Fallback xmlns="">
      <p:transition spd="slow" advTm="8331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interna_img-3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292" cy="5148264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Shape 114"/>
          <p:cNvSpPr/>
          <p:nvPr/>
        </p:nvSpPr>
        <p:spPr>
          <a:xfrm>
            <a:off x="2669861" y="503053"/>
            <a:ext cx="1409769" cy="858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pt-BR" sz="3000" b="1" dirty="0" smtClean="0">
                <a:solidFill>
                  <a:srgbClr val="1F497D"/>
                </a:solidFill>
              </a:rPr>
              <a:t>Índice</a:t>
            </a:r>
            <a:endParaRPr sz="3000" b="1" dirty="0">
              <a:solidFill>
                <a:srgbClr val="1F497D"/>
              </a:solidFill>
            </a:endParaRPr>
          </a:p>
        </p:txBody>
      </p:sp>
      <p:pic>
        <p:nvPicPr>
          <p:cNvPr id="116" name="image5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860" y="4531179"/>
            <a:ext cx="1248721" cy="6145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2625969" y="1276051"/>
            <a:ext cx="6413859" cy="31786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 Status </a:t>
            </a:r>
            <a:r>
              <a:rPr lang="pt-BR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das Solicitações de </a:t>
            </a: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Compra</a:t>
            </a:r>
          </a:p>
          <a:p>
            <a:pPr algn="l">
              <a:buClr>
                <a:srgbClr val="800000"/>
              </a:buClr>
            </a:pP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 Projetos </a:t>
            </a: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Estruturantes e Especiais</a:t>
            </a:r>
          </a:p>
          <a:p>
            <a:pPr algn="l">
              <a:lnSpc>
                <a:spcPts val="2400"/>
              </a:lnSpc>
            </a:pPr>
            <a:r>
              <a:rPr lang="pt-BR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Indicadores</a:t>
            </a:r>
          </a:p>
          <a:p>
            <a:pPr algn="l">
              <a:lnSpc>
                <a:spcPts val="2400"/>
              </a:lnSpc>
            </a:pPr>
            <a:r>
              <a:rPr lang="pt-BR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Alinhamento</a:t>
            </a:r>
          </a:p>
        </p:txBody>
      </p:sp>
    </p:spTree>
    <p:extLst>
      <p:ext uri="{BB962C8B-B14F-4D97-AF65-F5344CB8AC3E}">
        <p14:creationId xmlns:p14="http://schemas.microsoft.com/office/powerpoint/2010/main" val="326875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2400"/>
              </a:lnSpc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Status das Solicitações de Compra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628650" y="247015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650" y="1720617"/>
            <a:ext cx="8254699" cy="170702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4" name="CaixaDeTexto 3"/>
          <p:cNvSpPr txBox="1"/>
          <p:nvPr/>
        </p:nvSpPr>
        <p:spPr>
          <a:xfrm>
            <a:off x="2039091" y="4097438"/>
            <a:ext cx="4777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i="1" dirty="0" smtClean="0">
                <a:solidFill>
                  <a:srgbClr val="FF0000"/>
                </a:solidFill>
              </a:rPr>
              <a:t>Precisamos dos números dos pedidos.</a:t>
            </a:r>
            <a:endParaRPr lang="pt-BR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358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 Projetos Estruturantes e Especiais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1375" y="4253046"/>
            <a:ext cx="690691" cy="687594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2146" y="4253046"/>
            <a:ext cx="781292" cy="79865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5391" y="4192000"/>
            <a:ext cx="798655" cy="798655"/>
          </a:xfrm>
          <a:prstGeom prst="rect">
            <a:avLst/>
          </a:prstGeom>
        </p:spPr>
      </p:pic>
      <p:sp>
        <p:nvSpPr>
          <p:cNvPr id="11" name="Elipse 10"/>
          <p:cNvSpPr/>
          <p:nvPr/>
        </p:nvSpPr>
        <p:spPr>
          <a:xfrm>
            <a:off x="1615299" y="4253046"/>
            <a:ext cx="608523" cy="608567"/>
          </a:xfrm>
          <a:prstGeom prst="ellipse">
            <a:avLst/>
          </a:prstGeom>
          <a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000" r="-8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2" name="Elipse 11"/>
          <p:cNvSpPr/>
          <p:nvPr/>
        </p:nvSpPr>
        <p:spPr>
          <a:xfrm>
            <a:off x="507236" y="4118294"/>
            <a:ext cx="564119" cy="717684"/>
          </a:xfrm>
          <a:prstGeom prst="ellipse">
            <a:avLst/>
          </a:prstGeom>
          <a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46000" r="-46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pic>
        <p:nvPicPr>
          <p:cNvPr id="7" name="Imagem 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19045" y="4192000"/>
            <a:ext cx="669613" cy="669613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20918" y="4253046"/>
            <a:ext cx="682811" cy="640135"/>
          </a:xfrm>
          <a:prstGeom prst="rect">
            <a:avLst/>
          </a:prstGeom>
        </p:spPr>
      </p:pic>
      <p:pic>
        <p:nvPicPr>
          <p:cNvPr id="15" name="Imagem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447" y="984594"/>
            <a:ext cx="9016678" cy="286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435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/>
          <p:cNvGrpSpPr/>
          <p:nvPr/>
        </p:nvGrpSpPr>
        <p:grpSpPr>
          <a:xfrm>
            <a:off x="0" y="0"/>
            <a:ext cx="9144001" cy="5148264"/>
            <a:chOff x="0" y="0"/>
            <a:chExt cx="9144001" cy="5148264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21333" y="289005"/>
              <a:ext cx="1603348" cy="291323"/>
            </a:xfrm>
            <a:prstGeom prst="rect">
              <a:avLst/>
            </a:prstGeom>
          </p:spPr>
        </p:pic>
        <p:pic>
          <p:nvPicPr>
            <p:cNvPr id="8" name="Picture 1" descr="t03-02.jpg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368" b="84909"/>
            <a:stretch/>
          </p:blipFill>
          <p:spPr>
            <a:xfrm>
              <a:off x="0" y="0"/>
              <a:ext cx="789296" cy="776935"/>
            </a:xfrm>
            <a:prstGeom prst="rect">
              <a:avLst/>
            </a:prstGeom>
          </p:spPr>
        </p:pic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pt-BR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562659" y="90471"/>
              <a:ext cx="6254098" cy="5604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85000" lnSpcReduction="1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28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3. Indicadores: Incidentes e Problemas</a:t>
              </a:r>
              <a:endPara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23" name="Gráfico 22"/>
            <p:cNvGraphicFramePr/>
            <p:nvPr>
              <p:extLst>
                <p:ext uri="{D42A27DB-BD31-4B8C-83A1-F6EECF244321}">
                  <p14:modId xmlns:p14="http://schemas.microsoft.com/office/powerpoint/2010/main" val="1221945902"/>
                </p:ext>
              </p:extLst>
            </p:nvPr>
          </p:nvGraphicFramePr>
          <p:xfrm>
            <a:off x="1" y="784099"/>
            <a:ext cx="4276020" cy="223947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24" name="CaixaDeTexto 23"/>
            <p:cNvSpPr txBox="1"/>
            <p:nvPr/>
          </p:nvSpPr>
          <p:spPr>
            <a:xfrm>
              <a:off x="562659" y="1622529"/>
              <a:ext cx="65793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dirty="0" smtClean="0">
                  <a:solidFill>
                    <a:schemeClr val="accent2"/>
                  </a:solidFill>
                </a:rPr>
                <a:t>-6,1%</a:t>
              </a:r>
              <a:endParaRPr lang="pt-BR" sz="1200" b="1" dirty="0">
                <a:solidFill>
                  <a:schemeClr val="accent2"/>
                </a:solidFill>
              </a:endParaRPr>
            </a:p>
          </p:txBody>
        </p:sp>
        <p:sp>
          <p:nvSpPr>
            <p:cNvPr id="25" name="CaixaDeTexto 24"/>
            <p:cNvSpPr txBox="1"/>
            <p:nvPr/>
          </p:nvSpPr>
          <p:spPr>
            <a:xfrm>
              <a:off x="1338768" y="1608545"/>
              <a:ext cx="6847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dirty="0" smtClean="0">
                  <a:solidFill>
                    <a:schemeClr val="accent2"/>
                  </a:solidFill>
                </a:rPr>
                <a:t>-11,9%</a:t>
              </a:r>
              <a:endParaRPr lang="pt-BR" sz="1200" b="1" dirty="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27" name="Gráfico 26"/>
            <p:cNvGraphicFramePr/>
            <p:nvPr>
              <p:extLst>
                <p:ext uri="{D42A27DB-BD31-4B8C-83A1-F6EECF244321}">
                  <p14:modId xmlns:p14="http://schemas.microsoft.com/office/powerpoint/2010/main" val="1680512790"/>
                </p:ext>
              </p:extLst>
            </p:nvPr>
          </p:nvGraphicFramePr>
          <p:xfrm>
            <a:off x="4532563" y="791263"/>
            <a:ext cx="4250194" cy="223230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sp>
          <p:nvSpPr>
            <p:cNvPr id="28" name="CaixaDeTexto 27"/>
            <p:cNvSpPr txBox="1"/>
            <p:nvPr/>
          </p:nvSpPr>
          <p:spPr>
            <a:xfrm>
              <a:off x="5144549" y="1608543"/>
              <a:ext cx="6847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dirty="0" smtClean="0">
                  <a:solidFill>
                    <a:schemeClr val="accent2"/>
                  </a:solidFill>
                </a:rPr>
                <a:t>-3,0%</a:t>
              </a:r>
              <a:endParaRPr lang="pt-BR" sz="1200" b="1" dirty="0">
                <a:solidFill>
                  <a:schemeClr val="accent2"/>
                </a:solidFill>
              </a:endParaRPr>
            </a:p>
          </p:txBody>
        </p:sp>
        <p:sp>
          <p:nvSpPr>
            <p:cNvPr id="29" name="CaixaDeTexto 28"/>
            <p:cNvSpPr txBox="1"/>
            <p:nvPr/>
          </p:nvSpPr>
          <p:spPr>
            <a:xfrm>
              <a:off x="5893136" y="1608544"/>
              <a:ext cx="6847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dirty="0" smtClean="0">
                  <a:solidFill>
                    <a:schemeClr val="accent2"/>
                  </a:solidFill>
                </a:rPr>
                <a:t>-14,8%</a:t>
              </a:r>
              <a:endParaRPr lang="pt-BR" sz="1200" b="1" dirty="0">
                <a:solidFill>
                  <a:schemeClr val="accent2"/>
                </a:solidFill>
              </a:endParaRPr>
            </a:p>
          </p:txBody>
        </p:sp>
        <p:sp>
          <p:nvSpPr>
            <p:cNvPr id="30" name="CaixaDeTexto 29"/>
            <p:cNvSpPr txBox="1"/>
            <p:nvPr/>
          </p:nvSpPr>
          <p:spPr>
            <a:xfrm>
              <a:off x="6653164" y="1650399"/>
              <a:ext cx="6847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dirty="0" smtClean="0">
                  <a:solidFill>
                    <a:schemeClr val="accent2"/>
                  </a:solidFill>
                </a:rPr>
                <a:t>-66,8%</a:t>
              </a:r>
              <a:endParaRPr lang="pt-BR" sz="1200" b="1" dirty="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31" name="Gráfico 30"/>
            <p:cNvGraphicFramePr/>
            <p:nvPr>
              <p:extLst/>
            </p:nvPr>
          </p:nvGraphicFramePr>
          <p:xfrm>
            <a:off x="4968607" y="3023572"/>
            <a:ext cx="3492347" cy="207940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sp>
          <p:nvSpPr>
            <p:cNvPr id="33" name="Retângulo de cantos arredondados 32"/>
            <p:cNvSpPr/>
            <p:nvPr/>
          </p:nvSpPr>
          <p:spPr>
            <a:xfrm>
              <a:off x="220647" y="3553688"/>
              <a:ext cx="1775024" cy="1058077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/>
                <a:t>Redução Consolidada</a:t>
              </a:r>
              <a:br>
                <a:rPr lang="pt-BR" sz="1600" b="1" dirty="0" smtClean="0"/>
              </a:br>
              <a:r>
                <a:rPr lang="pt-BR" sz="1600" b="1" dirty="0" smtClean="0"/>
                <a:t> Ago </a:t>
              </a:r>
              <a:r>
                <a:rPr lang="pt-BR" sz="1600" b="1" dirty="0"/>
                <a:t>/ </a:t>
              </a:r>
              <a:r>
                <a:rPr lang="pt-BR" sz="1600" b="1" dirty="0" err="1" smtClean="0"/>
                <a:t>Nov</a:t>
              </a:r>
              <a:endParaRPr lang="pt-BR" sz="1600" b="1" dirty="0"/>
            </a:p>
            <a:p>
              <a:pPr algn="ctr"/>
              <a:r>
                <a:rPr lang="pt-BR" sz="1600" b="1" dirty="0" smtClean="0"/>
                <a:t>-72,22%</a:t>
              </a:r>
              <a:endParaRPr lang="pt-BR" sz="1600" b="1" dirty="0"/>
            </a:p>
          </p:txBody>
        </p:sp>
        <p:sp>
          <p:nvSpPr>
            <p:cNvPr id="19" name="Retângulo de cantos arredondados 18"/>
            <p:cNvSpPr/>
            <p:nvPr/>
          </p:nvSpPr>
          <p:spPr>
            <a:xfrm>
              <a:off x="2138011" y="3553689"/>
              <a:ext cx="1775024" cy="1058077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/>
                <a:t>Redução </a:t>
              </a:r>
              <a:r>
                <a:rPr lang="pt-BR" sz="1600" b="1" i="1" dirty="0" smtClean="0"/>
                <a:t>Projetada</a:t>
              </a:r>
              <a:br>
                <a:rPr lang="pt-BR" sz="1600" b="1" i="1" dirty="0" smtClean="0"/>
              </a:br>
              <a:r>
                <a:rPr lang="pt-BR" sz="1600" b="1" dirty="0" smtClean="0"/>
                <a:t> Ago </a:t>
              </a:r>
              <a:r>
                <a:rPr lang="pt-BR" sz="1600" b="1" dirty="0"/>
                <a:t>/ </a:t>
              </a:r>
              <a:r>
                <a:rPr lang="pt-BR" sz="1600" b="1" dirty="0" smtClean="0"/>
                <a:t>Dez</a:t>
              </a:r>
              <a:endParaRPr lang="pt-BR" sz="1600" b="1" dirty="0"/>
            </a:p>
            <a:p>
              <a:pPr algn="ctr"/>
              <a:r>
                <a:rPr lang="pt-BR" sz="1600" b="1" dirty="0" smtClean="0"/>
                <a:t>-66,02%</a:t>
              </a:r>
              <a:endParaRPr lang="pt-BR" sz="1600" b="1" dirty="0"/>
            </a:p>
          </p:txBody>
        </p:sp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7919" y="2822883"/>
              <a:ext cx="247650" cy="1762125"/>
            </a:xfrm>
            <a:prstGeom prst="rect">
              <a:avLst/>
            </a:prstGeom>
          </p:spPr>
        </p:pic>
        <p:sp>
          <p:nvSpPr>
            <p:cNvPr id="18" name="CaixaDeTexto 17"/>
            <p:cNvSpPr txBox="1"/>
            <p:nvPr/>
          </p:nvSpPr>
          <p:spPr>
            <a:xfrm>
              <a:off x="2122612" y="1747042"/>
              <a:ext cx="6847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dirty="0" smtClean="0">
                  <a:solidFill>
                    <a:schemeClr val="accent2"/>
                  </a:solidFill>
                </a:rPr>
                <a:t>-66,3%</a:t>
              </a:r>
              <a:endParaRPr lang="pt-BR" sz="1200" b="1" dirty="0">
                <a:solidFill>
                  <a:schemeClr val="accent2"/>
                </a:solidFill>
              </a:endParaRPr>
            </a:p>
          </p:txBody>
        </p:sp>
        <p:sp>
          <p:nvSpPr>
            <p:cNvPr id="22" name="CaixaDeTexto 21"/>
            <p:cNvSpPr txBox="1"/>
            <p:nvPr/>
          </p:nvSpPr>
          <p:spPr>
            <a:xfrm>
              <a:off x="7506056" y="1740588"/>
              <a:ext cx="5830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dirty="0" smtClean="0">
                  <a:solidFill>
                    <a:schemeClr val="accent2"/>
                  </a:solidFill>
                </a:rPr>
                <a:t>18,3%</a:t>
              </a:r>
              <a:endParaRPr lang="pt-BR" sz="1200" b="1" dirty="0">
                <a:solidFill>
                  <a:schemeClr val="accent2"/>
                </a:solidFill>
              </a:endParaRPr>
            </a:p>
          </p:txBody>
        </p:sp>
        <p:sp>
          <p:nvSpPr>
            <p:cNvPr id="3" name="CaixaDeTexto 2"/>
            <p:cNvSpPr txBox="1"/>
            <p:nvPr/>
          </p:nvSpPr>
          <p:spPr>
            <a:xfrm>
              <a:off x="1" y="4848225"/>
              <a:ext cx="50672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000" dirty="0" smtClean="0">
                  <a:solidFill>
                    <a:schemeClr val="bg1">
                      <a:lumMod val="65000"/>
                    </a:schemeClr>
                  </a:solidFill>
                </a:rPr>
                <a:t>Informações retiradas dos indicadores de SLA e </a:t>
              </a:r>
              <a:r>
                <a:rPr lang="pt-BR" sz="1000" dirty="0" err="1" smtClean="0">
                  <a:solidFill>
                    <a:schemeClr val="bg1">
                      <a:lumMod val="65000"/>
                    </a:schemeClr>
                  </a:solidFill>
                </a:rPr>
                <a:t>tProcess</a:t>
              </a:r>
              <a:r>
                <a:rPr lang="pt-BR" sz="1000" dirty="0" smtClean="0">
                  <a:solidFill>
                    <a:schemeClr val="bg1">
                      <a:lumMod val="65000"/>
                    </a:schemeClr>
                  </a:solidFill>
                </a:rPr>
                <a:t>!</a:t>
              </a:r>
              <a:endParaRPr lang="pt-BR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7540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503" y="650871"/>
            <a:ext cx="6027461" cy="45205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Alinhamento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26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Projetos Estruturais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1925564397"/>
              </p:ext>
            </p:extLst>
          </p:nvPr>
        </p:nvGraphicFramePr>
        <p:xfrm>
          <a:off x="562659" y="776934"/>
          <a:ext cx="6254098" cy="42349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704259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9525</TotalTime>
  <Words>136</Words>
  <Application>Microsoft Office PowerPoint</Application>
  <PresentationFormat>Personalizar</PresentationFormat>
  <Paragraphs>53</Paragraphs>
  <Slides>7</Slides>
  <Notes>4</Notes>
  <HiddenSlides>1</HiddenSlides>
  <MMClips>0</MMClips>
  <ScaleCrop>false</ScaleCrop>
  <HeadingPairs>
    <vt:vector size="8" baseType="variant">
      <vt:variant>
        <vt:lpstr>Fontes usadas</vt:lpstr>
      </vt:variant>
      <vt:variant>
        <vt:i4>4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Tema do Office</vt:lpstr>
      <vt:lpstr>5_Tema do Office</vt:lpstr>
      <vt:lpstr>7_Tema do Office</vt:lpstr>
      <vt:lpstr>10_Tema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Gustavo Nitzsche</dc:creator>
  <cp:lastModifiedBy>Luis Marçal</cp:lastModifiedBy>
  <cp:revision>757</cp:revision>
  <dcterms:created xsi:type="dcterms:W3CDTF">2015-08-20T14:57:26Z</dcterms:created>
  <dcterms:modified xsi:type="dcterms:W3CDTF">2015-12-10T17:28:13Z</dcterms:modified>
</cp:coreProperties>
</file>