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theme/theme5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3" r:id="rId2"/>
    <p:sldMasterId id="2147483675" r:id="rId3"/>
    <p:sldMasterId id="2147483677" r:id="rId4"/>
  </p:sldMasterIdLst>
  <p:notesMasterIdLst>
    <p:notesMasterId r:id="rId19"/>
  </p:notesMasterIdLst>
  <p:sldIdLst>
    <p:sldId id="262" r:id="rId5"/>
    <p:sldId id="265" r:id="rId6"/>
    <p:sldId id="356" r:id="rId7"/>
    <p:sldId id="367" r:id="rId8"/>
    <p:sldId id="368" r:id="rId9"/>
    <p:sldId id="366" r:id="rId10"/>
    <p:sldId id="370" r:id="rId11"/>
    <p:sldId id="371" r:id="rId12"/>
    <p:sldId id="372" r:id="rId13"/>
    <p:sldId id="373" r:id="rId14"/>
    <p:sldId id="308" r:id="rId15"/>
    <p:sldId id="365" r:id="rId16"/>
    <p:sldId id="376" r:id="rId17"/>
    <p:sldId id="279" r:id="rId18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47" userDrawn="1">
          <p15:clr>
            <a:srgbClr val="A4A3A4"/>
          </p15:clr>
        </p15:guide>
        <p15:guide id="2" pos="6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CCCC00"/>
    <a:srgbClr val="1934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94" autoAdjust="0"/>
    <p:restoredTop sz="91785" autoAdjust="0"/>
  </p:normalViewPr>
  <p:slideViewPr>
    <p:cSldViewPr snapToGrid="0" snapToObjects="1">
      <p:cViewPr varScale="1">
        <p:scale>
          <a:sx n="93" d="100"/>
          <a:sy n="93" d="100"/>
        </p:scale>
        <p:origin x="654" y="90"/>
      </p:cViewPr>
      <p:guideLst>
        <p:guide orient="horz" pos="2347"/>
        <p:guide pos="612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8A9709-2086-4033-910C-8B84A892CB88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F9FF2C8F-6840-43E3-8C0A-17ECFEE2D1CC}">
      <dgm:prSet phldrT="[Texto]" custT="1"/>
      <dgm:spPr/>
      <dgm:t>
        <a:bodyPr/>
        <a:lstStyle/>
        <a:p>
          <a:r>
            <a:rPr lang="pt-BR" sz="900" b="1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Demais Processos</a:t>
          </a:r>
          <a:endParaRPr lang="pt-BR" sz="900" b="1" dirty="0">
            <a:solidFill>
              <a:srgbClr val="002060"/>
            </a:solidFill>
            <a:latin typeface="Arial"/>
            <a:ea typeface="+mj-ea"/>
            <a:cs typeface="Arial"/>
          </a:endParaRPr>
        </a:p>
      </dgm:t>
    </dgm:pt>
    <dgm:pt modelId="{2885E09A-C253-424F-B7F6-F8FE09A21B02}" type="parTrans" cxnId="{060F0000-F3FB-4A5D-8D18-8F802CDA9B6B}">
      <dgm:prSet/>
      <dgm:spPr/>
      <dgm:t>
        <a:bodyPr/>
        <a:lstStyle/>
        <a:p>
          <a:endParaRPr lang="pt-BR" sz="900"/>
        </a:p>
      </dgm:t>
    </dgm:pt>
    <dgm:pt modelId="{A8D26725-4826-4E8C-A536-AE477E54E904}" type="sibTrans" cxnId="{060F0000-F3FB-4A5D-8D18-8F802CDA9B6B}">
      <dgm:prSet/>
      <dgm:spPr/>
      <dgm:t>
        <a:bodyPr/>
        <a:lstStyle/>
        <a:p>
          <a:endParaRPr lang="pt-BR" sz="900"/>
        </a:p>
      </dgm:t>
    </dgm:pt>
    <dgm:pt modelId="{A9E5055A-AF53-44E1-A76E-83316A0845EC}">
      <dgm:prSet phldrT="[Texto]" custT="1"/>
      <dgm:spPr/>
      <dgm:t>
        <a:bodyPr/>
        <a:lstStyle/>
        <a:p>
          <a:pPr algn="l"/>
          <a:r>
            <a:rPr lang="pt-BR" sz="900" b="1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Projetos Estruturais</a:t>
          </a:r>
          <a:endParaRPr lang="pt-BR" sz="900" dirty="0">
            <a:solidFill>
              <a:srgbClr val="002060"/>
            </a:solidFill>
          </a:endParaRPr>
        </a:p>
      </dgm:t>
    </dgm:pt>
    <dgm:pt modelId="{1F21E323-2031-42F8-9529-886A4059376E}" type="parTrans" cxnId="{CF028DDF-845C-4C1D-B8A6-D1D6E35495B1}">
      <dgm:prSet/>
      <dgm:spPr/>
      <dgm:t>
        <a:bodyPr/>
        <a:lstStyle/>
        <a:p>
          <a:endParaRPr lang="pt-BR" sz="900"/>
        </a:p>
      </dgm:t>
    </dgm:pt>
    <dgm:pt modelId="{66A443B1-BEC6-4FD3-836A-E2D878957A06}" type="sibTrans" cxnId="{CF028DDF-845C-4C1D-B8A6-D1D6E35495B1}">
      <dgm:prSet/>
      <dgm:spPr/>
      <dgm:t>
        <a:bodyPr/>
        <a:lstStyle/>
        <a:p>
          <a:endParaRPr lang="pt-BR" sz="900"/>
        </a:p>
      </dgm:t>
    </dgm:pt>
    <dgm:pt modelId="{F65ECB1B-F6BD-4C61-9FCF-B3C719FA50C0}">
      <dgm:prSet custT="1"/>
      <dgm:spPr/>
      <dgm:t>
        <a:bodyPr/>
        <a:lstStyle/>
        <a:p>
          <a:r>
            <a:rPr lang="pt-BR" sz="900" b="1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Gestão de Mudanças </a:t>
          </a:r>
        </a:p>
      </dgm:t>
    </dgm:pt>
    <dgm:pt modelId="{60228047-8EC2-42AC-96F6-3E1E85D9FA9E}" type="parTrans" cxnId="{E2ECCC94-EDC2-4F3E-ACF1-DA8421A90280}">
      <dgm:prSet/>
      <dgm:spPr/>
      <dgm:t>
        <a:bodyPr/>
        <a:lstStyle/>
        <a:p>
          <a:endParaRPr lang="pt-BR" sz="900"/>
        </a:p>
      </dgm:t>
    </dgm:pt>
    <dgm:pt modelId="{872A7D49-08B2-48C7-8AC7-24D3CC00FDA7}" type="sibTrans" cxnId="{E2ECCC94-EDC2-4F3E-ACF1-DA8421A90280}">
      <dgm:prSet/>
      <dgm:spPr/>
      <dgm:t>
        <a:bodyPr/>
        <a:lstStyle/>
        <a:p>
          <a:endParaRPr lang="pt-BR" sz="900"/>
        </a:p>
      </dgm:t>
    </dgm:pt>
    <dgm:pt modelId="{B143A65E-7A25-46E8-A187-B3E4A184AE28}">
      <dgm:prSet phldrT="[Texto]"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Backup (</a:t>
          </a:r>
          <a:r>
            <a:rPr lang="pt-BR" sz="900" i="1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Refresh</a:t>
          </a:r>
          <a:r>
            <a:rPr lang="pt-BR" sz="900" i="1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e Política</a:t>
          </a:r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dirty="0">
            <a:solidFill>
              <a:schemeClr val="bg1"/>
            </a:solidFill>
          </a:endParaRPr>
        </a:p>
      </dgm:t>
    </dgm:pt>
    <dgm:pt modelId="{E2D7F850-9EA7-4D6E-9BA9-785D45A0A482}" type="parTrans" cxnId="{ABC9AC19-CBA4-4317-AA76-4C11A2123345}">
      <dgm:prSet/>
      <dgm:spPr/>
      <dgm:t>
        <a:bodyPr/>
        <a:lstStyle/>
        <a:p>
          <a:endParaRPr lang="pt-BR" sz="900"/>
        </a:p>
      </dgm:t>
    </dgm:pt>
    <dgm:pt modelId="{ACD2E12C-AD1A-4CD5-A545-54EC44AD4898}" type="sibTrans" cxnId="{ABC9AC19-CBA4-4317-AA76-4C11A2123345}">
      <dgm:prSet/>
      <dgm:spPr/>
      <dgm:t>
        <a:bodyPr/>
        <a:lstStyle/>
        <a:p>
          <a:endParaRPr lang="pt-BR" sz="900"/>
        </a:p>
      </dgm:t>
    </dgm:pt>
    <dgm:pt modelId="{CB5C3BE0-9B2A-4261-BF88-99D47EDE860D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Transição de Projetos para produção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58013784-0370-4069-8FBF-69FF5B937966}" type="parTrans" cxnId="{826EABDD-35D8-4AEC-A076-4B133A3A48A2}">
      <dgm:prSet/>
      <dgm:spPr/>
      <dgm:t>
        <a:bodyPr/>
        <a:lstStyle/>
        <a:p>
          <a:endParaRPr lang="pt-BR" sz="900"/>
        </a:p>
      </dgm:t>
    </dgm:pt>
    <dgm:pt modelId="{4230F905-79BB-41C7-B5D3-37AA2C1C17DA}" type="sibTrans" cxnId="{826EABDD-35D8-4AEC-A076-4B133A3A48A2}">
      <dgm:prSet/>
      <dgm:spPr/>
      <dgm:t>
        <a:bodyPr/>
        <a:lstStyle/>
        <a:p>
          <a:endParaRPr lang="pt-BR" sz="900"/>
        </a:p>
      </dgm:t>
    </dgm:pt>
    <dgm:pt modelId="{8247AB61-D19D-45F1-8514-61CFC2F97915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Aquisição de Ativos de TI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4570029E-3478-4C2F-A696-08891877F6BB}" type="parTrans" cxnId="{DFBEBADA-02FA-4AC8-BEE2-163329119B5E}">
      <dgm:prSet/>
      <dgm:spPr/>
      <dgm:t>
        <a:bodyPr/>
        <a:lstStyle/>
        <a:p>
          <a:endParaRPr lang="pt-BR" sz="900"/>
        </a:p>
      </dgm:t>
    </dgm:pt>
    <dgm:pt modelId="{E75E9A24-3E4A-431A-8CE4-8A108261407F}" type="sibTrans" cxnId="{DFBEBADA-02FA-4AC8-BEE2-163329119B5E}">
      <dgm:prSet/>
      <dgm:spPr/>
      <dgm:t>
        <a:bodyPr/>
        <a:lstStyle/>
        <a:p>
          <a:endParaRPr lang="pt-BR" sz="900"/>
        </a:p>
      </dgm:t>
    </dgm:pt>
    <dgm:pt modelId="{435B661B-5CE1-4142-9590-EEA13A3D8AB4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Configuração (</a:t>
          </a:r>
          <a:r>
            <a:rPr lang="pt-BR" sz="900" i="1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CMDB</a:t>
          </a:r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1C2B47F5-1823-4E9B-ADD6-25ADB5436F9E}" type="parTrans" cxnId="{0E3644C5-7C46-4610-98B7-1AA7A62378CE}">
      <dgm:prSet/>
      <dgm:spPr/>
      <dgm:t>
        <a:bodyPr/>
        <a:lstStyle/>
        <a:p>
          <a:endParaRPr lang="pt-BR" sz="900"/>
        </a:p>
      </dgm:t>
    </dgm:pt>
    <dgm:pt modelId="{4E31F775-B404-468A-8F35-802553F0DB43}" type="sibTrans" cxnId="{0E3644C5-7C46-4610-98B7-1AA7A62378CE}">
      <dgm:prSet/>
      <dgm:spPr/>
      <dgm:t>
        <a:bodyPr/>
        <a:lstStyle/>
        <a:p>
          <a:endParaRPr lang="pt-BR" sz="900"/>
        </a:p>
      </dgm:t>
    </dgm:pt>
    <dgm:pt modelId="{40B2E0FA-E9C8-4095-ADF5-94A75A8893BC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PRD – Plano de Recuperação de Desastre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E876C5DC-5C52-408B-A26A-23876C2C0F6F}" type="parTrans" cxnId="{9B7572A4-ECFF-4D86-A389-9F4CCA20A0C2}">
      <dgm:prSet/>
      <dgm:spPr/>
      <dgm:t>
        <a:bodyPr/>
        <a:lstStyle/>
        <a:p>
          <a:endParaRPr lang="pt-BR" sz="900"/>
        </a:p>
      </dgm:t>
    </dgm:pt>
    <dgm:pt modelId="{506723EC-12C9-41C5-9E46-942F45CAC5A4}" type="sibTrans" cxnId="{9B7572A4-ECFF-4D86-A389-9F4CCA20A0C2}">
      <dgm:prSet/>
      <dgm:spPr/>
      <dgm:t>
        <a:bodyPr/>
        <a:lstStyle/>
        <a:p>
          <a:endParaRPr lang="pt-BR" sz="900"/>
        </a:p>
      </dgm:t>
    </dgm:pt>
    <dgm:pt modelId="{63DACBDC-A241-4136-92AC-57CEFCC4EE98}">
      <dgm:prSet phldrT="[Texto]" custT="1"/>
      <dgm:spPr/>
      <dgm:t>
        <a:bodyPr/>
        <a:lstStyle/>
        <a:p>
          <a:pPr algn="l"/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Monitoração (</a:t>
          </a:r>
          <a:r>
            <a:rPr lang="pt-BR" sz="9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Zabbix</a:t>
          </a:r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dirty="0">
            <a:solidFill>
              <a:schemeClr val="bg1"/>
            </a:solidFill>
          </a:endParaRPr>
        </a:p>
      </dgm:t>
    </dgm:pt>
    <dgm:pt modelId="{FDC1FEBB-4BF7-4615-B9D8-77CA84A4F57A}" type="parTrans" cxnId="{CFD5F940-7A9D-4D2F-B664-433ADD69A2D0}">
      <dgm:prSet/>
      <dgm:spPr/>
      <dgm:t>
        <a:bodyPr/>
        <a:lstStyle/>
        <a:p>
          <a:endParaRPr lang="pt-BR" sz="900"/>
        </a:p>
      </dgm:t>
    </dgm:pt>
    <dgm:pt modelId="{AC73E461-E28B-4A74-9C3F-B3E07635EE5D}" type="sibTrans" cxnId="{CFD5F940-7A9D-4D2F-B664-433ADD69A2D0}">
      <dgm:prSet/>
      <dgm:spPr/>
      <dgm:t>
        <a:bodyPr/>
        <a:lstStyle/>
        <a:p>
          <a:endParaRPr lang="pt-BR" sz="900"/>
        </a:p>
      </dgm:t>
    </dgm:pt>
    <dgm:pt modelId="{E55E4AC4-BE71-40DA-ABB0-17AE8C8750B4}">
      <dgm:prSet custT="1"/>
      <dgm:spPr/>
      <dgm:t>
        <a:bodyPr/>
        <a:lstStyle/>
        <a:p>
          <a:pPr algn="l"/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Gravação (Nice 4.1)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CEDCE2A7-6FA4-4B56-ADA3-8F712906B67B}" type="parTrans" cxnId="{2B2D6873-7E5B-457C-BC10-052ED205C1B4}">
      <dgm:prSet/>
      <dgm:spPr/>
      <dgm:t>
        <a:bodyPr/>
        <a:lstStyle/>
        <a:p>
          <a:endParaRPr lang="pt-BR" sz="900"/>
        </a:p>
      </dgm:t>
    </dgm:pt>
    <dgm:pt modelId="{CB8EC734-41B1-4348-BC4A-14A601A6E596}" type="sibTrans" cxnId="{2B2D6873-7E5B-457C-BC10-052ED205C1B4}">
      <dgm:prSet/>
      <dgm:spPr/>
      <dgm:t>
        <a:bodyPr/>
        <a:lstStyle/>
        <a:p>
          <a:endParaRPr lang="pt-BR" sz="900"/>
        </a:p>
      </dgm:t>
    </dgm:pt>
    <dgm:pt modelId="{F6F64195-ED44-47E9-9148-865A17BF2AF8}">
      <dgm:prSet custT="1"/>
      <dgm:spPr/>
      <dgm:t>
        <a:bodyPr/>
        <a:lstStyle/>
        <a:p>
          <a:pPr algn="l"/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Discador (</a:t>
          </a:r>
          <a:r>
            <a:rPr lang="pt-BR" sz="9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Aspect</a:t>
          </a:r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7.3 – Infra)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FD027442-B980-49A9-872D-FB12CDE78959}" type="parTrans" cxnId="{C32F9867-75E7-451F-9CA5-355AE75BB00A}">
      <dgm:prSet/>
      <dgm:spPr/>
      <dgm:t>
        <a:bodyPr/>
        <a:lstStyle/>
        <a:p>
          <a:endParaRPr lang="pt-BR" sz="900"/>
        </a:p>
      </dgm:t>
    </dgm:pt>
    <dgm:pt modelId="{44472D2F-E6E4-4380-A011-48E07A5D0A4B}" type="sibTrans" cxnId="{C32F9867-75E7-451F-9CA5-355AE75BB00A}">
      <dgm:prSet/>
      <dgm:spPr/>
      <dgm:t>
        <a:bodyPr/>
        <a:lstStyle/>
        <a:p>
          <a:endParaRPr lang="pt-BR" sz="900"/>
        </a:p>
      </dgm:t>
    </dgm:pt>
    <dgm:pt modelId="{3354B162-3E4E-46DB-B865-DC305EB4B1FB}">
      <dgm:prSet custT="1"/>
      <dgm:spPr/>
      <dgm:t>
        <a:bodyPr/>
        <a:lstStyle/>
        <a:p>
          <a:pPr algn="l"/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URA (Internalização Suporte)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609EA54D-59E6-4761-AA4B-22323D735882}" type="parTrans" cxnId="{0B4A1D1F-2CC0-4A30-8323-A571F5344E7E}">
      <dgm:prSet/>
      <dgm:spPr/>
      <dgm:t>
        <a:bodyPr/>
        <a:lstStyle/>
        <a:p>
          <a:endParaRPr lang="pt-BR" sz="900"/>
        </a:p>
      </dgm:t>
    </dgm:pt>
    <dgm:pt modelId="{BDBFA4A3-12D0-4891-B08C-C315FC3F8F8A}" type="sibTrans" cxnId="{0B4A1D1F-2CC0-4A30-8323-A571F5344E7E}">
      <dgm:prSet/>
      <dgm:spPr/>
      <dgm:t>
        <a:bodyPr/>
        <a:lstStyle/>
        <a:p>
          <a:endParaRPr lang="pt-BR" sz="900"/>
        </a:p>
      </dgm:t>
    </dgm:pt>
    <dgm:pt modelId="{FB135B51-516A-4D49-9AC4-7AC420357233}">
      <dgm:prSet custT="1"/>
      <dgm:spPr/>
      <dgm:t>
        <a:bodyPr/>
        <a:lstStyle/>
        <a:p>
          <a:pPr algn="l"/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Migração de </a:t>
          </a:r>
          <a:r>
            <a:rPr lang="pt-BR" sz="9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BD</a:t>
          </a:r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(</a:t>
          </a:r>
          <a:r>
            <a:rPr lang="pt-BR" sz="9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Exadata</a:t>
          </a:r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 </a:t>
          </a:r>
          <a:endParaRPr lang="pt-BR" sz="900" dirty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679C9A17-25E1-40DA-90F5-B06B10A7165F}" type="parTrans" cxnId="{A8828FD0-1E0E-46D1-86C8-8555BA59F151}">
      <dgm:prSet/>
      <dgm:spPr/>
      <dgm:t>
        <a:bodyPr/>
        <a:lstStyle/>
        <a:p>
          <a:endParaRPr lang="pt-BR" sz="900"/>
        </a:p>
      </dgm:t>
    </dgm:pt>
    <dgm:pt modelId="{AAB9EDA3-90AB-45B2-9CEE-312C17B5687C}" type="sibTrans" cxnId="{A8828FD0-1E0E-46D1-86C8-8555BA59F151}">
      <dgm:prSet/>
      <dgm:spPr/>
      <dgm:t>
        <a:bodyPr/>
        <a:lstStyle/>
        <a:p>
          <a:endParaRPr lang="pt-BR" sz="900"/>
        </a:p>
      </dgm:t>
    </dgm:pt>
    <dgm:pt modelId="{492799A8-E081-46A7-8B9F-29222CE29F2E}">
      <dgm:prSet phldrT="[Texto]"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Acessos a base de produção</a:t>
          </a:r>
          <a:endParaRPr lang="pt-BR" sz="900" dirty="0">
            <a:solidFill>
              <a:schemeClr val="bg1"/>
            </a:solidFill>
          </a:endParaRPr>
        </a:p>
      </dgm:t>
    </dgm:pt>
    <dgm:pt modelId="{2D85B06E-4305-4076-8723-74E3E8CC4D13}" type="parTrans" cxnId="{C099947E-5D71-469C-8B46-9E7FB36EA050}">
      <dgm:prSet/>
      <dgm:spPr/>
      <dgm:t>
        <a:bodyPr/>
        <a:lstStyle/>
        <a:p>
          <a:endParaRPr lang="pt-BR" sz="900"/>
        </a:p>
      </dgm:t>
    </dgm:pt>
    <dgm:pt modelId="{4C7DD77B-9624-46F3-85EC-29C9E638975D}" type="sibTrans" cxnId="{C099947E-5D71-469C-8B46-9E7FB36EA050}">
      <dgm:prSet/>
      <dgm:spPr/>
      <dgm:t>
        <a:bodyPr/>
        <a:lstStyle/>
        <a:p>
          <a:endParaRPr lang="pt-BR" sz="900"/>
        </a:p>
      </dgm:t>
    </dgm:pt>
    <dgm:pt modelId="{83089AC4-CA69-4503-B94D-55E1A5AC7D21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Desligamento de Site</a:t>
          </a:r>
        </a:p>
      </dgm:t>
    </dgm:pt>
    <dgm:pt modelId="{A0B179AB-A191-4E8E-875B-32E1C9CAB205}" type="parTrans" cxnId="{7BC99E9F-29D6-44FE-A4AC-B1C8706F2B23}">
      <dgm:prSet/>
      <dgm:spPr/>
      <dgm:t>
        <a:bodyPr/>
        <a:lstStyle/>
        <a:p>
          <a:endParaRPr lang="pt-BR" sz="900"/>
        </a:p>
      </dgm:t>
    </dgm:pt>
    <dgm:pt modelId="{AA737737-6B9A-4767-8593-74D8524DA7E1}" type="sibTrans" cxnId="{7BC99E9F-29D6-44FE-A4AC-B1C8706F2B23}">
      <dgm:prSet/>
      <dgm:spPr/>
      <dgm:t>
        <a:bodyPr/>
        <a:lstStyle/>
        <a:p>
          <a:endParaRPr lang="pt-BR" sz="900"/>
        </a:p>
      </dgm:t>
    </dgm:pt>
    <dgm:pt modelId="{3F9A9E77-3EE2-46B7-A169-7CC7965032A8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Evidência de teste de contingência</a:t>
          </a:r>
        </a:p>
      </dgm:t>
    </dgm:pt>
    <dgm:pt modelId="{43C6C615-76EF-4799-9D3F-EC44D0C52869}" type="parTrans" cxnId="{BE513566-243B-40D3-9CF8-6BB2416B6757}">
      <dgm:prSet/>
      <dgm:spPr/>
      <dgm:t>
        <a:bodyPr/>
        <a:lstStyle/>
        <a:p>
          <a:endParaRPr lang="pt-BR" sz="900"/>
        </a:p>
      </dgm:t>
    </dgm:pt>
    <dgm:pt modelId="{53931C1A-B882-4796-AFF7-3441C8CC3688}" type="sibTrans" cxnId="{BE513566-243B-40D3-9CF8-6BB2416B6757}">
      <dgm:prSet/>
      <dgm:spPr/>
      <dgm:t>
        <a:bodyPr/>
        <a:lstStyle/>
        <a:p>
          <a:endParaRPr lang="pt-BR" sz="900"/>
        </a:p>
      </dgm:t>
    </dgm:pt>
    <dgm:pt modelId="{19BDB309-21CA-4258-83E0-653815D9DCB0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Simplificação da </a:t>
          </a:r>
          <a:r>
            <a:rPr lang="pt-BR" sz="9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GMUD</a:t>
          </a:r>
          <a:endParaRPr lang="pt-BR" sz="900" dirty="0" smtClean="0">
            <a:solidFill>
              <a:schemeClr val="bg1"/>
            </a:solidFill>
            <a:latin typeface="Arial"/>
            <a:ea typeface="+mj-ea"/>
            <a:cs typeface="Arial"/>
          </a:endParaRPr>
        </a:p>
      </dgm:t>
    </dgm:pt>
    <dgm:pt modelId="{A2EBDE80-7C57-4CC5-8391-A84961FA06A0}" type="sibTrans" cxnId="{3EB09D8F-9447-4B6F-81E9-E83B68B23A36}">
      <dgm:prSet/>
      <dgm:spPr/>
      <dgm:t>
        <a:bodyPr/>
        <a:lstStyle/>
        <a:p>
          <a:endParaRPr lang="pt-BR" sz="900"/>
        </a:p>
      </dgm:t>
    </dgm:pt>
    <dgm:pt modelId="{8706C399-3F6F-4463-A29E-603CD4C5269F}" type="parTrans" cxnId="{3EB09D8F-9447-4B6F-81E9-E83B68B23A36}">
      <dgm:prSet/>
      <dgm:spPr/>
      <dgm:t>
        <a:bodyPr/>
        <a:lstStyle/>
        <a:p>
          <a:endParaRPr lang="pt-BR" sz="900"/>
        </a:p>
      </dgm:t>
    </dgm:pt>
    <dgm:pt modelId="{6806A050-85AC-4522-B777-D221B5FA84EB}">
      <dgm:prSet phldrT="[Texto]" custT="1"/>
      <dgm:spPr/>
      <dgm:t>
        <a:bodyPr/>
        <a:lstStyle/>
        <a:p>
          <a:r>
            <a:rPr lang="pt-BR" sz="900" b="1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Gestão de Incidentes</a:t>
          </a:r>
          <a:endParaRPr lang="pt-BR" sz="900" b="1" dirty="0">
            <a:solidFill>
              <a:srgbClr val="002060"/>
            </a:solidFill>
          </a:endParaRPr>
        </a:p>
      </dgm:t>
    </dgm:pt>
    <dgm:pt modelId="{FD36D6D4-CEE6-4C09-BA9C-82A00F38C637}" type="parTrans" cxnId="{20FDF22A-9AC4-4CBD-834B-94B62319233B}">
      <dgm:prSet/>
      <dgm:spPr/>
      <dgm:t>
        <a:bodyPr/>
        <a:lstStyle/>
        <a:p>
          <a:endParaRPr lang="pt-BR" sz="900"/>
        </a:p>
      </dgm:t>
    </dgm:pt>
    <dgm:pt modelId="{9C61FD81-8668-420B-9C26-48A94BC1938F}" type="sibTrans" cxnId="{20FDF22A-9AC4-4CBD-834B-94B62319233B}">
      <dgm:prSet/>
      <dgm:spPr/>
      <dgm:t>
        <a:bodyPr/>
        <a:lstStyle/>
        <a:p>
          <a:endParaRPr lang="pt-BR" sz="900"/>
        </a:p>
      </dgm:t>
    </dgm:pt>
    <dgm:pt modelId="{B2180007-721F-451D-A983-0FB0FA6E9DB9}">
      <dgm:prSet phldrT="[Texto]"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Reclassificação (</a:t>
          </a:r>
          <a:r>
            <a:rPr lang="pt-BR" sz="900" i="1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GUT</a:t>
          </a:r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dirty="0">
            <a:solidFill>
              <a:schemeClr val="bg1"/>
            </a:solidFill>
          </a:endParaRPr>
        </a:p>
      </dgm:t>
    </dgm:pt>
    <dgm:pt modelId="{8020AABD-E8D1-4A21-AE4E-28F617D7E617}" type="parTrans" cxnId="{3442335E-ABF2-4D5E-8533-098408250D15}">
      <dgm:prSet/>
      <dgm:spPr/>
      <dgm:t>
        <a:bodyPr/>
        <a:lstStyle/>
        <a:p>
          <a:endParaRPr lang="pt-BR" sz="900"/>
        </a:p>
      </dgm:t>
    </dgm:pt>
    <dgm:pt modelId="{CC1BB5C5-5779-44FF-BBCC-88C654335558}" type="sibTrans" cxnId="{3442335E-ABF2-4D5E-8533-098408250D15}">
      <dgm:prSet/>
      <dgm:spPr/>
      <dgm:t>
        <a:bodyPr/>
        <a:lstStyle/>
        <a:p>
          <a:endParaRPr lang="pt-BR" sz="900"/>
        </a:p>
      </dgm:t>
    </dgm:pt>
    <dgm:pt modelId="{47C1C5A2-6C39-4C73-881B-E0DCFD5E4D33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Recategorização</a:t>
          </a:r>
        </a:p>
      </dgm:t>
    </dgm:pt>
    <dgm:pt modelId="{D073F79B-2356-4201-9CE4-0969E614708A}" type="parTrans" cxnId="{CC0301AA-9034-4698-83C1-309444F5EB5C}">
      <dgm:prSet/>
      <dgm:spPr/>
      <dgm:t>
        <a:bodyPr/>
        <a:lstStyle/>
        <a:p>
          <a:endParaRPr lang="pt-BR" sz="900"/>
        </a:p>
      </dgm:t>
    </dgm:pt>
    <dgm:pt modelId="{432E5A9A-4DD2-496C-B65A-4616CA492980}" type="sibTrans" cxnId="{CC0301AA-9034-4698-83C1-309444F5EB5C}">
      <dgm:prSet/>
      <dgm:spPr/>
      <dgm:t>
        <a:bodyPr/>
        <a:lstStyle/>
        <a:p>
          <a:endParaRPr lang="pt-BR" sz="900"/>
        </a:p>
      </dgm:t>
    </dgm:pt>
    <dgm:pt modelId="{72B11BA7-BEE3-45DC-9C41-BE7DFCB783F8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Catálogo de Serviços alinhado com a monitoração</a:t>
          </a:r>
        </a:p>
      </dgm:t>
    </dgm:pt>
    <dgm:pt modelId="{44AF6A82-38F0-48CD-AA8D-ED675FC5EC78}" type="parTrans" cxnId="{8FF551CB-3401-44F3-91E7-F55DAE3B2823}">
      <dgm:prSet/>
      <dgm:spPr/>
      <dgm:t>
        <a:bodyPr/>
        <a:lstStyle/>
        <a:p>
          <a:endParaRPr lang="pt-BR" sz="900"/>
        </a:p>
      </dgm:t>
    </dgm:pt>
    <dgm:pt modelId="{073BEE34-9363-4276-BBF3-FE84DF15AF18}" type="sibTrans" cxnId="{8FF551CB-3401-44F3-91E7-F55DAE3B2823}">
      <dgm:prSet/>
      <dgm:spPr/>
      <dgm:t>
        <a:bodyPr/>
        <a:lstStyle/>
        <a:p>
          <a:endParaRPr lang="pt-BR" sz="900"/>
        </a:p>
      </dgm:t>
    </dgm:pt>
    <dgm:pt modelId="{0B16CAB4-10BF-4327-8BD9-D84C6C518131}">
      <dgm:prSet custT="1"/>
      <dgm:spPr/>
      <dgm:t>
        <a:bodyPr/>
        <a:lstStyle/>
        <a:p>
          <a:r>
            <a:rPr lang="pt-BR" sz="9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Reestruturação do SMS</a:t>
          </a:r>
        </a:p>
      </dgm:t>
    </dgm:pt>
    <dgm:pt modelId="{5A1F1AAB-3B05-4514-89C5-6EFC96966BFE}" type="parTrans" cxnId="{3A9DCC2E-D379-4F6B-9879-BA1AFE837A90}">
      <dgm:prSet/>
      <dgm:spPr/>
      <dgm:t>
        <a:bodyPr/>
        <a:lstStyle/>
        <a:p>
          <a:endParaRPr lang="pt-BR" sz="900"/>
        </a:p>
      </dgm:t>
    </dgm:pt>
    <dgm:pt modelId="{934133AB-DF07-4C53-B18E-610B92AD9341}" type="sibTrans" cxnId="{3A9DCC2E-D379-4F6B-9879-BA1AFE837A90}">
      <dgm:prSet/>
      <dgm:spPr/>
      <dgm:t>
        <a:bodyPr/>
        <a:lstStyle/>
        <a:p>
          <a:endParaRPr lang="pt-BR" sz="900"/>
        </a:p>
      </dgm:t>
    </dgm:pt>
    <dgm:pt modelId="{B255DC10-3516-4EA8-80F6-F5B5A5490D8F}" type="pres">
      <dgm:prSet presAssocID="{3B8A9709-2086-4033-910C-8B84A892CB88}" presName="CompostProcess" presStyleCnt="0">
        <dgm:presLayoutVars>
          <dgm:dir/>
          <dgm:resizeHandles val="exact"/>
        </dgm:presLayoutVars>
      </dgm:prSet>
      <dgm:spPr/>
    </dgm:pt>
    <dgm:pt modelId="{A65880AE-67A4-4CBF-8E31-218E9AD0170C}" type="pres">
      <dgm:prSet presAssocID="{3B8A9709-2086-4033-910C-8B84A892CB88}" presName="arrow" presStyleLbl="bgShp" presStyleIdx="0" presStyleCnt="1" custScaleX="117647" custLinFactNeighborX="1953"/>
      <dgm:spPr/>
      <dgm:t>
        <a:bodyPr/>
        <a:lstStyle/>
        <a:p>
          <a:endParaRPr lang="pt-BR"/>
        </a:p>
      </dgm:t>
    </dgm:pt>
    <dgm:pt modelId="{E84E39D9-3BA0-4AFC-B204-F3EFB06B298B}" type="pres">
      <dgm:prSet presAssocID="{3B8A9709-2086-4033-910C-8B84A892CB88}" presName="linearProcess" presStyleCnt="0"/>
      <dgm:spPr/>
    </dgm:pt>
    <dgm:pt modelId="{80DC3469-84B3-4030-80CF-BE42ECDBCE51}" type="pres">
      <dgm:prSet presAssocID="{6806A050-85AC-4522-B777-D221B5FA84EB}" presName="textNode" presStyleLbl="node1" presStyleIdx="0" presStyleCnt="4" custScaleX="157671" custScaleY="100708" custLinFactNeighborX="-16834" custLinFactNeighborY="4700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4997A92B-4D68-48BF-ACFB-8A3FF0B0FDE6}" type="pres">
      <dgm:prSet presAssocID="{9C61FD81-8668-420B-9C26-48A94BC1938F}" presName="sibTrans" presStyleCnt="0"/>
      <dgm:spPr/>
    </dgm:pt>
    <dgm:pt modelId="{0A809B21-E77A-4BA5-A7CB-D4DFB29E9615}" type="pres">
      <dgm:prSet presAssocID="{F65ECB1B-F6BD-4C61-9FCF-B3C719FA50C0}" presName="textNode" presStyleLbl="node1" presStyleIdx="1" presStyleCnt="4" custScaleX="156584" custScaleY="100708" custLinFactNeighborX="-64799" custLinFactNeighborY="5879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C468BA74-6170-4118-9B78-98DFB089AF16}" type="pres">
      <dgm:prSet presAssocID="{872A7D49-08B2-48C7-8AC7-24D3CC00FDA7}" presName="sibTrans" presStyleCnt="0"/>
      <dgm:spPr/>
    </dgm:pt>
    <dgm:pt modelId="{35BD99FA-3D03-4612-9520-AD1FD4A78849}" type="pres">
      <dgm:prSet presAssocID="{F9FF2C8F-6840-43E3-8C0A-17ECFEE2D1CC}" presName="textNode" presStyleLbl="node1" presStyleIdx="2" presStyleCnt="4" custScaleX="187426" custScaleY="100708" custLinFactX="-3141" custLinFactNeighborX="-100000" custLinFactNeighborY="6469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455112EE-745A-4D22-B81F-67D4DD896C05}" type="pres">
      <dgm:prSet presAssocID="{A8D26725-4826-4E8C-A536-AE477E54E904}" presName="sibTrans" presStyleCnt="0"/>
      <dgm:spPr/>
    </dgm:pt>
    <dgm:pt modelId="{4F61EE5B-EBAE-4F19-A62D-A05C38624B90}" type="pres">
      <dgm:prSet presAssocID="{A9E5055A-AF53-44E1-A76E-83316A0845EC}" presName="textNode" presStyleLbl="node1" presStyleIdx="3" presStyleCnt="4" custScaleX="200881" custScaleY="100708" custLinFactX="-11490" custLinFactNeighborX="-100000" custLinFactNeighborY="7648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8FF551CB-3401-44F3-91E7-F55DAE3B2823}" srcId="{6806A050-85AC-4522-B777-D221B5FA84EB}" destId="{72B11BA7-BEE3-45DC-9C41-BE7DFCB783F8}" srcOrd="2" destOrd="0" parTransId="{44AF6A82-38F0-48CD-AA8D-ED675FC5EC78}" sibTransId="{073BEE34-9363-4276-BBF3-FE84DF15AF18}"/>
    <dgm:cxn modelId="{4AF42BEA-E68E-4E65-8862-5740CFF1E984}" type="presOf" srcId="{3B8A9709-2086-4033-910C-8B84A892CB88}" destId="{B255DC10-3516-4EA8-80F6-F5B5A5490D8F}" srcOrd="0" destOrd="0" presId="urn:microsoft.com/office/officeart/2005/8/layout/hProcess9"/>
    <dgm:cxn modelId="{0B4A1D1F-2CC0-4A30-8323-A571F5344E7E}" srcId="{A9E5055A-AF53-44E1-A76E-83316A0845EC}" destId="{3354B162-3E4E-46DB-B865-DC305EB4B1FB}" srcOrd="3" destOrd="0" parTransId="{609EA54D-59E6-4761-AA4B-22323D735882}" sibTransId="{BDBFA4A3-12D0-4891-B08C-C315FC3F8F8A}"/>
    <dgm:cxn modelId="{859B0D91-9BED-4862-B5CC-789E35706F39}" type="presOf" srcId="{63DACBDC-A241-4136-92AC-57CEFCC4EE98}" destId="{4F61EE5B-EBAE-4F19-A62D-A05C38624B90}" srcOrd="0" destOrd="1" presId="urn:microsoft.com/office/officeart/2005/8/layout/hProcess9"/>
    <dgm:cxn modelId="{BE513566-243B-40D3-9CF8-6BB2416B6757}" srcId="{F65ECB1B-F6BD-4C61-9FCF-B3C719FA50C0}" destId="{3F9A9E77-3EE2-46B7-A169-7CC7965032A8}" srcOrd="1" destOrd="0" parTransId="{43C6C615-76EF-4799-9D3F-EC44D0C52869}" sibTransId="{53931C1A-B882-4796-AFF7-3441C8CC3688}"/>
    <dgm:cxn modelId="{3EB09D8F-9447-4B6F-81E9-E83B68B23A36}" srcId="{F65ECB1B-F6BD-4C61-9FCF-B3C719FA50C0}" destId="{19BDB309-21CA-4258-83E0-653815D9DCB0}" srcOrd="0" destOrd="0" parTransId="{8706C399-3F6F-4463-A29E-603CD4C5269F}" sibTransId="{A2EBDE80-7C57-4CC5-8391-A84961FA06A0}"/>
    <dgm:cxn modelId="{86B34DB5-531F-47BC-8404-721A3E1D20E3}" type="presOf" srcId="{83089AC4-CA69-4503-B94D-55E1A5AC7D21}" destId="{0A809B21-E77A-4BA5-A7CB-D4DFB29E9615}" srcOrd="0" destOrd="3" presId="urn:microsoft.com/office/officeart/2005/8/layout/hProcess9"/>
    <dgm:cxn modelId="{3A9DCC2E-D379-4F6B-9879-BA1AFE837A90}" srcId="{6806A050-85AC-4522-B777-D221B5FA84EB}" destId="{0B16CAB4-10BF-4327-8BD9-D84C6C518131}" srcOrd="3" destOrd="0" parTransId="{5A1F1AAB-3B05-4514-89C5-6EFC96966BFE}" sibTransId="{934133AB-DF07-4C53-B18E-610B92AD9341}"/>
    <dgm:cxn modelId="{E2ECCC94-EDC2-4F3E-ACF1-DA8421A90280}" srcId="{3B8A9709-2086-4033-910C-8B84A892CB88}" destId="{F65ECB1B-F6BD-4C61-9FCF-B3C719FA50C0}" srcOrd="1" destOrd="0" parTransId="{60228047-8EC2-42AC-96F6-3E1E85D9FA9E}" sibTransId="{872A7D49-08B2-48C7-8AC7-24D3CC00FDA7}"/>
    <dgm:cxn modelId="{A4D999AD-4840-4543-AC33-0EC861F17800}" type="presOf" srcId="{FB135B51-516A-4D49-9AC4-7AC420357233}" destId="{4F61EE5B-EBAE-4F19-A62D-A05C38624B90}" srcOrd="0" destOrd="5" presId="urn:microsoft.com/office/officeart/2005/8/layout/hProcess9"/>
    <dgm:cxn modelId="{A8828FD0-1E0E-46D1-86C8-8555BA59F151}" srcId="{A9E5055A-AF53-44E1-A76E-83316A0845EC}" destId="{FB135B51-516A-4D49-9AC4-7AC420357233}" srcOrd="4" destOrd="0" parTransId="{679C9A17-25E1-40DA-90F5-B06B10A7165F}" sibTransId="{AAB9EDA3-90AB-45B2-9CEE-312C17B5687C}"/>
    <dgm:cxn modelId="{004B8CAA-0AA2-4B34-9097-BE957884561B}" type="presOf" srcId="{47C1C5A2-6C39-4C73-881B-E0DCFD5E4D33}" destId="{80DC3469-84B3-4030-80CF-BE42ECDBCE51}" srcOrd="0" destOrd="2" presId="urn:microsoft.com/office/officeart/2005/8/layout/hProcess9"/>
    <dgm:cxn modelId="{83DD6F38-CBF6-4DD9-8CFF-11B64811E6DC}" type="presOf" srcId="{0B16CAB4-10BF-4327-8BD9-D84C6C518131}" destId="{80DC3469-84B3-4030-80CF-BE42ECDBCE51}" srcOrd="0" destOrd="4" presId="urn:microsoft.com/office/officeart/2005/8/layout/hProcess9"/>
    <dgm:cxn modelId="{A5B2B021-62A4-4791-ACFC-749403D3BDC5}" type="presOf" srcId="{CB5C3BE0-9B2A-4261-BF88-99D47EDE860D}" destId="{35BD99FA-3D03-4612-9520-AD1FD4A78849}" srcOrd="0" destOrd="3" presId="urn:microsoft.com/office/officeart/2005/8/layout/hProcess9"/>
    <dgm:cxn modelId="{4FA59C1D-0F83-423D-BD4C-34CFD0F35E77}" type="presOf" srcId="{6806A050-85AC-4522-B777-D221B5FA84EB}" destId="{80DC3469-84B3-4030-80CF-BE42ECDBCE51}" srcOrd="0" destOrd="0" presId="urn:microsoft.com/office/officeart/2005/8/layout/hProcess9"/>
    <dgm:cxn modelId="{7DAF9EE5-A4C6-4F97-A7EC-21691565FE87}" type="presOf" srcId="{8247AB61-D19D-45F1-8514-61CFC2F97915}" destId="{35BD99FA-3D03-4612-9520-AD1FD4A78849}" srcOrd="0" destOrd="4" presId="urn:microsoft.com/office/officeart/2005/8/layout/hProcess9"/>
    <dgm:cxn modelId="{CC25CBE8-E844-4925-B154-464FD8FFDDB1}" type="presOf" srcId="{3354B162-3E4E-46DB-B865-DC305EB4B1FB}" destId="{4F61EE5B-EBAE-4F19-A62D-A05C38624B90}" srcOrd="0" destOrd="4" presId="urn:microsoft.com/office/officeart/2005/8/layout/hProcess9"/>
    <dgm:cxn modelId="{3442335E-ABF2-4D5E-8533-098408250D15}" srcId="{6806A050-85AC-4522-B777-D221B5FA84EB}" destId="{B2180007-721F-451D-A983-0FB0FA6E9DB9}" srcOrd="0" destOrd="0" parTransId="{8020AABD-E8D1-4A21-AE4E-28F617D7E617}" sibTransId="{CC1BB5C5-5779-44FF-BBCC-88C654335558}"/>
    <dgm:cxn modelId="{7DEC46D5-9A9B-4BBB-8A12-281343A8AD84}" type="presOf" srcId="{E55E4AC4-BE71-40DA-ABB0-17AE8C8750B4}" destId="{4F61EE5B-EBAE-4F19-A62D-A05C38624B90}" srcOrd="0" destOrd="2" presId="urn:microsoft.com/office/officeart/2005/8/layout/hProcess9"/>
    <dgm:cxn modelId="{3D948803-D5C4-4C93-8B05-D32F9EBB556F}" type="presOf" srcId="{B2180007-721F-451D-A983-0FB0FA6E9DB9}" destId="{80DC3469-84B3-4030-80CF-BE42ECDBCE51}" srcOrd="0" destOrd="1" presId="urn:microsoft.com/office/officeart/2005/8/layout/hProcess9"/>
    <dgm:cxn modelId="{826EABDD-35D8-4AEC-A076-4B133A3A48A2}" srcId="{F9FF2C8F-6840-43E3-8C0A-17ECFEE2D1CC}" destId="{CB5C3BE0-9B2A-4261-BF88-99D47EDE860D}" srcOrd="2" destOrd="0" parTransId="{58013784-0370-4069-8FBF-69FF5B937966}" sibTransId="{4230F905-79BB-41C7-B5D3-37AA2C1C17DA}"/>
    <dgm:cxn modelId="{060F0000-F3FB-4A5D-8D18-8F802CDA9B6B}" srcId="{3B8A9709-2086-4033-910C-8B84A892CB88}" destId="{F9FF2C8F-6840-43E3-8C0A-17ECFEE2D1CC}" srcOrd="2" destOrd="0" parTransId="{2885E09A-C253-424F-B7F6-F8FE09A21B02}" sibTransId="{A8D26725-4826-4E8C-A536-AE477E54E904}"/>
    <dgm:cxn modelId="{2B2D6873-7E5B-457C-BC10-052ED205C1B4}" srcId="{A9E5055A-AF53-44E1-A76E-83316A0845EC}" destId="{E55E4AC4-BE71-40DA-ABB0-17AE8C8750B4}" srcOrd="1" destOrd="0" parTransId="{CEDCE2A7-6FA4-4B56-ADA3-8F712906B67B}" sibTransId="{CB8EC734-41B1-4348-BC4A-14A601A6E596}"/>
    <dgm:cxn modelId="{BFFCDEB3-5592-4E7F-9BFD-D22804E8CFC3}" type="presOf" srcId="{B143A65E-7A25-46E8-A187-B3E4A184AE28}" destId="{35BD99FA-3D03-4612-9520-AD1FD4A78849}" srcOrd="0" destOrd="1" presId="urn:microsoft.com/office/officeart/2005/8/layout/hProcess9"/>
    <dgm:cxn modelId="{01A4B706-79CA-4A14-80C0-43A7A4CB17D3}" type="presOf" srcId="{40B2E0FA-E9C8-4095-ADF5-94A75A8893BC}" destId="{35BD99FA-3D03-4612-9520-AD1FD4A78849}" srcOrd="0" destOrd="6" presId="urn:microsoft.com/office/officeart/2005/8/layout/hProcess9"/>
    <dgm:cxn modelId="{A97113A6-D350-41DD-9A97-199415A84823}" type="presOf" srcId="{A9E5055A-AF53-44E1-A76E-83316A0845EC}" destId="{4F61EE5B-EBAE-4F19-A62D-A05C38624B90}" srcOrd="0" destOrd="0" presId="urn:microsoft.com/office/officeart/2005/8/layout/hProcess9"/>
    <dgm:cxn modelId="{0E3644C5-7C46-4610-98B7-1AA7A62378CE}" srcId="{F9FF2C8F-6840-43E3-8C0A-17ECFEE2D1CC}" destId="{435B661B-5CE1-4142-9590-EEA13A3D8AB4}" srcOrd="4" destOrd="0" parTransId="{1C2B47F5-1823-4E9B-ADD6-25ADB5436F9E}" sibTransId="{4E31F775-B404-468A-8F35-802553F0DB43}"/>
    <dgm:cxn modelId="{F5A9681E-C03F-4DA2-B7F7-C38F79DE8655}" type="presOf" srcId="{72B11BA7-BEE3-45DC-9C41-BE7DFCB783F8}" destId="{80DC3469-84B3-4030-80CF-BE42ECDBCE51}" srcOrd="0" destOrd="3" presId="urn:microsoft.com/office/officeart/2005/8/layout/hProcess9"/>
    <dgm:cxn modelId="{ABC9AC19-CBA4-4317-AA76-4C11A2123345}" srcId="{F9FF2C8F-6840-43E3-8C0A-17ECFEE2D1CC}" destId="{B143A65E-7A25-46E8-A187-B3E4A184AE28}" srcOrd="0" destOrd="0" parTransId="{E2D7F850-9EA7-4D6E-9BA9-785D45A0A482}" sibTransId="{ACD2E12C-AD1A-4CD5-A545-54EC44AD4898}"/>
    <dgm:cxn modelId="{CF028DDF-845C-4C1D-B8A6-D1D6E35495B1}" srcId="{3B8A9709-2086-4033-910C-8B84A892CB88}" destId="{A9E5055A-AF53-44E1-A76E-83316A0845EC}" srcOrd="3" destOrd="0" parTransId="{1F21E323-2031-42F8-9529-886A4059376E}" sibTransId="{66A443B1-BEC6-4FD3-836A-E2D878957A06}"/>
    <dgm:cxn modelId="{C099947E-5D71-469C-8B46-9E7FB36EA050}" srcId="{F9FF2C8F-6840-43E3-8C0A-17ECFEE2D1CC}" destId="{492799A8-E081-46A7-8B9F-29222CE29F2E}" srcOrd="1" destOrd="0" parTransId="{2D85B06E-4305-4076-8723-74E3E8CC4D13}" sibTransId="{4C7DD77B-9624-46F3-85EC-29C9E638975D}"/>
    <dgm:cxn modelId="{AD54D6A1-EDC4-4D81-A210-A8F0965016DB}" type="presOf" srcId="{19BDB309-21CA-4258-83E0-653815D9DCB0}" destId="{0A809B21-E77A-4BA5-A7CB-D4DFB29E9615}" srcOrd="0" destOrd="1" presId="urn:microsoft.com/office/officeart/2005/8/layout/hProcess9"/>
    <dgm:cxn modelId="{CC0301AA-9034-4698-83C1-309444F5EB5C}" srcId="{6806A050-85AC-4522-B777-D221B5FA84EB}" destId="{47C1C5A2-6C39-4C73-881B-E0DCFD5E4D33}" srcOrd="1" destOrd="0" parTransId="{D073F79B-2356-4201-9CE4-0969E614708A}" sibTransId="{432E5A9A-4DD2-496C-B65A-4616CA492980}"/>
    <dgm:cxn modelId="{C32F9867-75E7-451F-9CA5-355AE75BB00A}" srcId="{A9E5055A-AF53-44E1-A76E-83316A0845EC}" destId="{F6F64195-ED44-47E9-9148-865A17BF2AF8}" srcOrd="2" destOrd="0" parTransId="{FD027442-B980-49A9-872D-FB12CDE78959}" sibTransId="{44472D2F-E6E4-4380-A011-48E07A5D0A4B}"/>
    <dgm:cxn modelId="{CFD5F940-7A9D-4D2F-B664-433ADD69A2D0}" srcId="{A9E5055A-AF53-44E1-A76E-83316A0845EC}" destId="{63DACBDC-A241-4136-92AC-57CEFCC4EE98}" srcOrd="0" destOrd="0" parTransId="{FDC1FEBB-4BF7-4615-B9D8-77CA84A4F57A}" sibTransId="{AC73E461-E28B-4A74-9C3F-B3E07635EE5D}"/>
    <dgm:cxn modelId="{22AFBD54-DD0D-4CF5-9BEC-12D89A351AB5}" type="presOf" srcId="{3F9A9E77-3EE2-46B7-A169-7CC7965032A8}" destId="{0A809B21-E77A-4BA5-A7CB-D4DFB29E9615}" srcOrd="0" destOrd="2" presId="urn:microsoft.com/office/officeart/2005/8/layout/hProcess9"/>
    <dgm:cxn modelId="{8108436C-8A21-499D-A95C-57D28163A090}" type="presOf" srcId="{F9FF2C8F-6840-43E3-8C0A-17ECFEE2D1CC}" destId="{35BD99FA-3D03-4612-9520-AD1FD4A78849}" srcOrd="0" destOrd="0" presId="urn:microsoft.com/office/officeart/2005/8/layout/hProcess9"/>
    <dgm:cxn modelId="{0E431F83-19CF-446F-94DA-98762EF87DB7}" type="presOf" srcId="{435B661B-5CE1-4142-9590-EEA13A3D8AB4}" destId="{35BD99FA-3D03-4612-9520-AD1FD4A78849}" srcOrd="0" destOrd="5" presId="urn:microsoft.com/office/officeart/2005/8/layout/hProcess9"/>
    <dgm:cxn modelId="{7BC99E9F-29D6-44FE-A4AC-B1C8706F2B23}" srcId="{F65ECB1B-F6BD-4C61-9FCF-B3C719FA50C0}" destId="{83089AC4-CA69-4503-B94D-55E1A5AC7D21}" srcOrd="2" destOrd="0" parTransId="{A0B179AB-A191-4E8E-875B-32E1C9CAB205}" sibTransId="{AA737737-6B9A-4767-8593-74D8524DA7E1}"/>
    <dgm:cxn modelId="{9B7572A4-ECFF-4D86-A389-9F4CCA20A0C2}" srcId="{F9FF2C8F-6840-43E3-8C0A-17ECFEE2D1CC}" destId="{40B2E0FA-E9C8-4095-ADF5-94A75A8893BC}" srcOrd="5" destOrd="0" parTransId="{E876C5DC-5C52-408B-A26A-23876C2C0F6F}" sibTransId="{506723EC-12C9-41C5-9E46-942F45CAC5A4}"/>
    <dgm:cxn modelId="{DFBEBADA-02FA-4AC8-BEE2-163329119B5E}" srcId="{F9FF2C8F-6840-43E3-8C0A-17ECFEE2D1CC}" destId="{8247AB61-D19D-45F1-8514-61CFC2F97915}" srcOrd="3" destOrd="0" parTransId="{4570029E-3478-4C2F-A696-08891877F6BB}" sibTransId="{E75E9A24-3E4A-431A-8CE4-8A108261407F}"/>
    <dgm:cxn modelId="{54E9B803-AAFB-46A6-9448-CE594F98E583}" type="presOf" srcId="{492799A8-E081-46A7-8B9F-29222CE29F2E}" destId="{35BD99FA-3D03-4612-9520-AD1FD4A78849}" srcOrd="0" destOrd="2" presId="urn:microsoft.com/office/officeart/2005/8/layout/hProcess9"/>
    <dgm:cxn modelId="{35875DBB-E7BB-469B-9B81-447E3E27DE53}" type="presOf" srcId="{F65ECB1B-F6BD-4C61-9FCF-B3C719FA50C0}" destId="{0A809B21-E77A-4BA5-A7CB-D4DFB29E9615}" srcOrd="0" destOrd="0" presId="urn:microsoft.com/office/officeart/2005/8/layout/hProcess9"/>
    <dgm:cxn modelId="{5617618E-4B70-4943-95D1-E5205B50385B}" type="presOf" srcId="{F6F64195-ED44-47E9-9148-865A17BF2AF8}" destId="{4F61EE5B-EBAE-4F19-A62D-A05C38624B90}" srcOrd="0" destOrd="3" presId="urn:microsoft.com/office/officeart/2005/8/layout/hProcess9"/>
    <dgm:cxn modelId="{20FDF22A-9AC4-4CBD-834B-94B62319233B}" srcId="{3B8A9709-2086-4033-910C-8B84A892CB88}" destId="{6806A050-85AC-4522-B777-D221B5FA84EB}" srcOrd="0" destOrd="0" parTransId="{FD36D6D4-CEE6-4C09-BA9C-82A00F38C637}" sibTransId="{9C61FD81-8668-420B-9C26-48A94BC1938F}"/>
    <dgm:cxn modelId="{5CB62237-61A9-4D4A-8DED-42562A1C1C9B}" type="presParOf" srcId="{B255DC10-3516-4EA8-80F6-F5B5A5490D8F}" destId="{A65880AE-67A4-4CBF-8E31-218E9AD0170C}" srcOrd="0" destOrd="0" presId="urn:microsoft.com/office/officeart/2005/8/layout/hProcess9"/>
    <dgm:cxn modelId="{75F82FB7-D9A0-456F-B107-0571A728B83C}" type="presParOf" srcId="{B255DC10-3516-4EA8-80F6-F5B5A5490D8F}" destId="{E84E39D9-3BA0-4AFC-B204-F3EFB06B298B}" srcOrd="1" destOrd="0" presId="urn:microsoft.com/office/officeart/2005/8/layout/hProcess9"/>
    <dgm:cxn modelId="{FBAB10DE-BB7B-4181-B6DF-D734731DD0C2}" type="presParOf" srcId="{E84E39D9-3BA0-4AFC-B204-F3EFB06B298B}" destId="{80DC3469-84B3-4030-80CF-BE42ECDBCE51}" srcOrd="0" destOrd="0" presId="urn:microsoft.com/office/officeart/2005/8/layout/hProcess9"/>
    <dgm:cxn modelId="{6ADB0A8D-C997-4A31-920F-C1AFC00D381E}" type="presParOf" srcId="{E84E39D9-3BA0-4AFC-B204-F3EFB06B298B}" destId="{4997A92B-4D68-48BF-ACFB-8A3FF0B0FDE6}" srcOrd="1" destOrd="0" presId="urn:microsoft.com/office/officeart/2005/8/layout/hProcess9"/>
    <dgm:cxn modelId="{977F045A-6F02-4085-946B-3844E59ACA32}" type="presParOf" srcId="{E84E39D9-3BA0-4AFC-B204-F3EFB06B298B}" destId="{0A809B21-E77A-4BA5-A7CB-D4DFB29E9615}" srcOrd="2" destOrd="0" presId="urn:microsoft.com/office/officeart/2005/8/layout/hProcess9"/>
    <dgm:cxn modelId="{4C9284C5-F618-45B0-BC7D-019DC36562C5}" type="presParOf" srcId="{E84E39D9-3BA0-4AFC-B204-F3EFB06B298B}" destId="{C468BA74-6170-4118-9B78-98DFB089AF16}" srcOrd="3" destOrd="0" presId="urn:microsoft.com/office/officeart/2005/8/layout/hProcess9"/>
    <dgm:cxn modelId="{129A98F0-6659-4764-9C8D-08520317372B}" type="presParOf" srcId="{E84E39D9-3BA0-4AFC-B204-F3EFB06B298B}" destId="{35BD99FA-3D03-4612-9520-AD1FD4A78849}" srcOrd="4" destOrd="0" presId="urn:microsoft.com/office/officeart/2005/8/layout/hProcess9"/>
    <dgm:cxn modelId="{8B89196E-D51D-469F-BEFB-92C9E03CF8B7}" type="presParOf" srcId="{E84E39D9-3BA0-4AFC-B204-F3EFB06B298B}" destId="{455112EE-745A-4D22-B81F-67D4DD896C05}" srcOrd="5" destOrd="0" presId="urn:microsoft.com/office/officeart/2005/8/layout/hProcess9"/>
    <dgm:cxn modelId="{F8048580-8991-4965-B9E2-F8B683214D35}" type="presParOf" srcId="{E84E39D9-3BA0-4AFC-B204-F3EFB06B298B}" destId="{4F61EE5B-EBAE-4F19-A62D-A05C38624B9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BBD8EEE-5EAC-4ACB-A5CB-4EC11AF34169}" type="doc">
      <dgm:prSet loTypeId="urn:microsoft.com/office/officeart/2005/8/layout/chevron1" loCatId="process" qsTypeId="urn:microsoft.com/office/officeart/2005/8/quickstyle/simple1" qsCatId="simple" csTypeId="urn:microsoft.com/office/officeart/2005/8/colors/accent5_2" csCatId="accent5" phldr="1"/>
      <dgm:spPr/>
    </dgm:pt>
    <dgm:pt modelId="{203F4424-6A03-46B4-AA53-F416B555D965}">
      <dgm:prSet phldrT="[Texto]" custT="1"/>
      <dgm:spPr/>
      <dgm:t>
        <a:bodyPr/>
        <a:lstStyle/>
        <a:p>
          <a:r>
            <a:rPr lang="pt-BR" sz="16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Out/15</a:t>
          </a:r>
          <a:endParaRPr lang="pt-BR" sz="1600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D552DC6-4F78-4D4F-A6D8-8A2BDC4A0B4F}" type="parTrans" cxnId="{E571B03D-2328-4ACD-B4EA-4379E733E602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45F6733-BF21-4D20-9CE6-C6132B8513F4}" type="sibTrans" cxnId="{E571B03D-2328-4ACD-B4EA-4379E733E602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515B516-91D9-41CB-A66B-834065F259B9}">
      <dgm:prSet phldrT="[Texto]" custT="1"/>
      <dgm:spPr/>
      <dgm:t>
        <a:bodyPr/>
        <a:lstStyle/>
        <a:p>
          <a:r>
            <a:rPr lang="pt-BR" sz="1600" b="1" dirty="0" err="1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Nov</a:t>
          </a:r>
          <a:r>
            <a:rPr lang="pt-BR" sz="16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/15</a:t>
          </a:r>
          <a:endParaRPr lang="pt-BR" sz="1600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DFE67F8-D8A1-4A32-9A16-59A09CBF1EA2}" type="parTrans" cxnId="{5F6EF1D6-2FDB-43B5-8252-9473A351CD62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69DF602-E0FB-48B6-97F6-1EE3CC37A411}" type="sibTrans" cxnId="{5F6EF1D6-2FDB-43B5-8252-9473A351CD62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7AA9C27-7F7C-4B09-BCED-BF508BC90DA5}">
      <dgm:prSet phldrT="[Texto]" custT="1"/>
      <dgm:spPr/>
      <dgm:t>
        <a:bodyPr/>
        <a:lstStyle/>
        <a:p>
          <a:r>
            <a:rPr lang="pt-BR" sz="16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Dez/15</a:t>
          </a:r>
          <a:endParaRPr lang="pt-BR" sz="1600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236DD897-94E3-49E1-A1C2-9C7342CFE3CB}" type="parTrans" cxnId="{001D692D-028F-44FD-9898-3146D4F49845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F9A7E47-6DB7-4299-8C3E-F8DCB12443C4}" type="sibTrans" cxnId="{001D692D-028F-44FD-9898-3146D4F49845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3B80EB7-16FD-418E-AF0C-2BF1C0C7FE32}">
      <dgm:prSet phldrT="[Texto]" custT="1"/>
      <dgm:spPr/>
      <dgm:t>
        <a:bodyPr/>
        <a:lstStyle/>
        <a:p>
          <a:r>
            <a:rPr lang="pt-BR" sz="16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Jan/16</a:t>
          </a:r>
          <a:endParaRPr lang="pt-BR" sz="1600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31C05C0-DF08-41CA-87BF-EA4C8DAA6B3B}" type="parTrans" cxnId="{96808FBD-6D1A-4E6E-AD51-4409DBCC115C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84C37AC-FEB2-4A69-B30F-99BE4C61569B}" type="sibTrans" cxnId="{96808FBD-6D1A-4E6E-AD51-4409DBCC115C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27182E98-898D-46FE-816D-BAEE8C389F03}">
      <dgm:prSet phldrT="[Texto]" custT="1"/>
      <dgm:spPr/>
      <dgm:t>
        <a:bodyPr/>
        <a:lstStyle/>
        <a:p>
          <a:r>
            <a:rPr lang="pt-BR" sz="1600" b="1" dirty="0" err="1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Fev</a:t>
          </a:r>
          <a:r>
            <a:rPr lang="pt-BR" sz="16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/16</a:t>
          </a:r>
          <a:endParaRPr lang="pt-BR" sz="1600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4866E21-1CCC-4ACA-9F28-65F796FDC9EB}" type="parTrans" cxnId="{14BAF40C-8D04-4D1E-B7D9-9A5E976CE7FF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82B7821-13C7-4559-9FC4-B71D04FE4013}" type="sibTrans" cxnId="{14BAF40C-8D04-4D1E-B7D9-9A5E976CE7FF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B7026BC-3573-4253-96B7-1B1E721FF627}">
      <dgm:prSet phldrT="[Texto]" custT="1"/>
      <dgm:spPr/>
      <dgm:t>
        <a:bodyPr/>
        <a:lstStyle/>
        <a:p>
          <a:r>
            <a:rPr lang="pt-BR" sz="16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Mar/16</a:t>
          </a:r>
          <a:endParaRPr lang="pt-BR" sz="1600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BB01550-4EFF-4722-B6BA-70B13FD52561}" type="parTrans" cxnId="{AB7A0E9E-5187-4B70-AC10-15A723AF9A67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25139FB-7002-4BB7-AC70-39C906B2AF70}" type="sibTrans" cxnId="{AB7A0E9E-5187-4B70-AC10-15A723AF9A67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98AF153-E2D2-4B6E-A8E0-8A49622A86F9}">
      <dgm:prSet phldrT="[Texto]" custT="1"/>
      <dgm:spPr/>
      <dgm:t>
        <a:bodyPr/>
        <a:lstStyle/>
        <a:p>
          <a:r>
            <a:rPr lang="pt-BR" sz="1600" b="1" dirty="0" err="1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Abr</a:t>
          </a:r>
          <a:r>
            <a:rPr lang="pt-BR" sz="16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/16</a:t>
          </a:r>
          <a:endParaRPr lang="pt-BR" sz="1600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5436196-2CD2-4E5B-9A74-14DFB4DB25FE}" type="parTrans" cxnId="{E8325EA0-80EA-4AAF-A927-53B94BE2297B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C8A3994-7E6D-4CD2-9CDB-816B8919B692}" type="sibTrans" cxnId="{E8325EA0-80EA-4AAF-A927-53B94BE2297B}">
      <dgm:prSet/>
      <dgm:spPr/>
      <dgm:t>
        <a:bodyPr/>
        <a:lstStyle/>
        <a:p>
          <a:endParaRPr lang="pt-BR" sz="1600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6290B4D-2087-4FCD-891E-E9D7206508DB}" type="pres">
      <dgm:prSet presAssocID="{BBBD8EEE-5EAC-4ACB-A5CB-4EC11AF34169}" presName="Name0" presStyleCnt="0">
        <dgm:presLayoutVars>
          <dgm:dir/>
          <dgm:animLvl val="lvl"/>
          <dgm:resizeHandles val="exact"/>
        </dgm:presLayoutVars>
      </dgm:prSet>
      <dgm:spPr/>
    </dgm:pt>
    <dgm:pt modelId="{1F8DB603-555B-4871-8676-102FB645DCB1}" type="pres">
      <dgm:prSet presAssocID="{203F4424-6A03-46B4-AA53-F416B555D965}" presName="parTxOnly" presStyleLbl="node1" presStyleIdx="0" presStyleCnt="7" custLinFactNeighborX="-821" custLinFactNeighborY="-215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66EADD3B-6234-4DDD-B07D-717D0A04DB9D}" type="pres">
      <dgm:prSet presAssocID="{445F6733-BF21-4D20-9CE6-C6132B8513F4}" presName="parTxOnlySpace" presStyleCnt="0"/>
      <dgm:spPr/>
    </dgm:pt>
    <dgm:pt modelId="{C5376FE0-79CA-4533-AF28-F8315D09F747}" type="pres">
      <dgm:prSet presAssocID="{A515B516-91D9-41CB-A66B-834065F259B9}" presName="parTxOnly" presStyleLbl="node1" presStyleIdx="1" presStyleCnt="7" custLinFactNeighborX="2682" custLinFactNeighborY="-4441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0CEBBDC0-98C9-4B2A-9CED-5552CB570245}" type="pres">
      <dgm:prSet presAssocID="{D69DF602-E0FB-48B6-97F6-1EE3CC37A411}" presName="parTxOnlySpace" presStyleCnt="0"/>
      <dgm:spPr/>
    </dgm:pt>
    <dgm:pt modelId="{C4706F8D-485C-4F91-8A83-AAA10BBD4814}" type="pres">
      <dgm:prSet presAssocID="{57AA9C27-7F7C-4B09-BCED-BF508BC90DA5}" presName="parTxOnly" presStyleLbl="node1" presStyleIdx="2" presStyleCnt="7" custLinFactNeighborX="1230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EC99C8F2-65DF-4C12-857E-4F33C6E8489F}" type="pres">
      <dgm:prSet presAssocID="{FF9A7E47-6DB7-4299-8C3E-F8DCB12443C4}" presName="parTxOnlySpace" presStyleCnt="0"/>
      <dgm:spPr/>
    </dgm:pt>
    <dgm:pt modelId="{0ED638A2-2731-4F05-8F97-E0DD76FAC114}" type="pres">
      <dgm:prSet presAssocID="{03B80EB7-16FD-418E-AF0C-2BF1C0C7FE32}" presName="parTxOnly" presStyleLbl="node1" presStyleIdx="3" presStyleCnt="7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C9AE5EF3-D127-4590-BDDB-0BFF6AC94396}" type="pres">
      <dgm:prSet presAssocID="{584C37AC-FEB2-4A69-B30F-99BE4C61569B}" presName="parTxOnlySpace" presStyleCnt="0"/>
      <dgm:spPr/>
    </dgm:pt>
    <dgm:pt modelId="{EFD92505-8603-47C2-A19C-2CA82EDD2289}" type="pres">
      <dgm:prSet presAssocID="{27182E98-898D-46FE-816D-BAEE8C389F03}" presName="parTxOnly" presStyleLbl="node1" presStyleIdx="4" presStyleCnt="7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5D9EC18A-334E-41D2-9605-0A1D12C9A2B5}" type="pres">
      <dgm:prSet presAssocID="{382B7821-13C7-4559-9FC4-B71D04FE4013}" presName="parTxOnlySpace" presStyleCnt="0"/>
      <dgm:spPr/>
    </dgm:pt>
    <dgm:pt modelId="{57433A0F-913A-41A6-8D5F-149E6F3EA683}" type="pres">
      <dgm:prSet presAssocID="{6B7026BC-3573-4253-96B7-1B1E721FF627}" presName="parTxOnly" presStyleLbl="node1" presStyleIdx="5" presStyleCnt="7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7FBB70ED-6C80-456E-B0A2-AE7563370D9F}" type="pres">
      <dgm:prSet presAssocID="{425139FB-7002-4BB7-AC70-39C906B2AF70}" presName="parTxOnlySpace" presStyleCnt="0"/>
      <dgm:spPr/>
    </dgm:pt>
    <dgm:pt modelId="{0B36DB43-ED41-4399-ADB5-E63CE34A9DFE}" type="pres">
      <dgm:prSet presAssocID="{498AF153-E2D2-4B6E-A8E0-8A49622A86F9}" presName="parTxOnly" presStyleLbl="node1" presStyleIdx="6" presStyleCnt="7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9544E7B2-E3F4-4B03-88DE-6391C8FE1899}" type="presOf" srcId="{57AA9C27-7F7C-4B09-BCED-BF508BC90DA5}" destId="{C4706F8D-485C-4F91-8A83-AAA10BBD4814}" srcOrd="0" destOrd="0" presId="urn:microsoft.com/office/officeart/2005/8/layout/chevron1"/>
    <dgm:cxn modelId="{10DEC0B9-456D-41E9-A213-AC8669B523F3}" type="presOf" srcId="{27182E98-898D-46FE-816D-BAEE8C389F03}" destId="{EFD92505-8603-47C2-A19C-2CA82EDD2289}" srcOrd="0" destOrd="0" presId="urn:microsoft.com/office/officeart/2005/8/layout/chevron1"/>
    <dgm:cxn modelId="{E571B03D-2328-4ACD-B4EA-4379E733E602}" srcId="{BBBD8EEE-5EAC-4ACB-A5CB-4EC11AF34169}" destId="{203F4424-6A03-46B4-AA53-F416B555D965}" srcOrd="0" destOrd="0" parTransId="{8D552DC6-4F78-4D4F-A6D8-8A2BDC4A0B4F}" sibTransId="{445F6733-BF21-4D20-9CE6-C6132B8513F4}"/>
    <dgm:cxn modelId="{379C5C87-B877-4585-81C6-762DC5F996EA}" type="presOf" srcId="{A515B516-91D9-41CB-A66B-834065F259B9}" destId="{C5376FE0-79CA-4533-AF28-F8315D09F747}" srcOrd="0" destOrd="0" presId="urn:microsoft.com/office/officeart/2005/8/layout/chevron1"/>
    <dgm:cxn modelId="{EFC0FB3E-F00E-4635-9E28-D67682A40AA2}" type="presOf" srcId="{203F4424-6A03-46B4-AA53-F416B555D965}" destId="{1F8DB603-555B-4871-8676-102FB645DCB1}" srcOrd="0" destOrd="0" presId="urn:microsoft.com/office/officeart/2005/8/layout/chevron1"/>
    <dgm:cxn modelId="{F336F9D7-5A7E-4578-B23C-24BB46685235}" type="presOf" srcId="{BBBD8EEE-5EAC-4ACB-A5CB-4EC11AF34169}" destId="{F6290B4D-2087-4FCD-891E-E9D7206508DB}" srcOrd="0" destOrd="0" presId="urn:microsoft.com/office/officeart/2005/8/layout/chevron1"/>
    <dgm:cxn modelId="{5F6EF1D6-2FDB-43B5-8252-9473A351CD62}" srcId="{BBBD8EEE-5EAC-4ACB-A5CB-4EC11AF34169}" destId="{A515B516-91D9-41CB-A66B-834065F259B9}" srcOrd="1" destOrd="0" parTransId="{ADFE67F8-D8A1-4A32-9A16-59A09CBF1EA2}" sibTransId="{D69DF602-E0FB-48B6-97F6-1EE3CC37A411}"/>
    <dgm:cxn modelId="{91FC46E3-CAF4-4F32-A898-C25B53CA7D96}" type="presOf" srcId="{03B80EB7-16FD-418E-AF0C-2BF1C0C7FE32}" destId="{0ED638A2-2731-4F05-8F97-E0DD76FAC114}" srcOrd="0" destOrd="0" presId="urn:microsoft.com/office/officeart/2005/8/layout/chevron1"/>
    <dgm:cxn modelId="{14BAF40C-8D04-4D1E-B7D9-9A5E976CE7FF}" srcId="{BBBD8EEE-5EAC-4ACB-A5CB-4EC11AF34169}" destId="{27182E98-898D-46FE-816D-BAEE8C389F03}" srcOrd="4" destOrd="0" parTransId="{D4866E21-1CCC-4ACA-9F28-65F796FDC9EB}" sibTransId="{382B7821-13C7-4559-9FC4-B71D04FE4013}"/>
    <dgm:cxn modelId="{AB7A0E9E-5187-4B70-AC10-15A723AF9A67}" srcId="{BBBD8EEE-5EAC-4ACB-A5CB-4EC11AF34169}" destId="{6B7026BC-3573-4253-96B7-1B1E721FF627}" srcOrd="5" destOrd="0" parTransId="{8BB01550-4EFF-4722-B6BA-70B13FD52561}" sibTransId="{425139FB-7002-4BB7-AC70-39C906B2AF70}"/>
    <dgm:cxn modelId="{96808FBD-6D1A-4E6E-AD51-4409DBCC115C}" srcId="{BBBD8EEE-5EAC-4ACB-A5CB-4EC11AF34169}" destId="{03B80EB7-16FD-418E-AF0C-2BF1C0C7FE32}" srcOrd="3" destOrd="0" parTransId="{931C05C0-DF08-41CA-87BF-EA4C8DAA6B3B}" sibTransId="{584C37AC-FEB2-4A69-B30F-99BE4C61569B}"/>
    <dgm:cxn modelId="{0D74E0A5-4D2E-45C2-BA76-A91B586AA026}" type="presOf" srcId="{6B7026BC-3573-4253-96B7-1B1E721FF627}" destId="{57433A0F-913A-41A6-8D5F-149E6F3EA683}" srcOrd="0" destOrd="0" presId="urn:microsoft.com/office/officeart/2005/8/layout/chevron1"/>
    <dgm:cxn modelId="{E8325EA0-80EA-4AAF-A927-53B94BE2297B}" srcId="{BBBD8EEE-5EAC-4ACB-A5CB-4EC11AF34169}" destId="{498AF153-E2D2-4B6E-A8E0-8A49622A86F9}" srcOrd="6" destOrd="0" parTransId="{D5436196-2CD2-4E5B-9A74-14DFB4DB25FE}" sibTransId="{CC8A3994-7E6D-4CD2-9CDB-816B8919B692}"/>
    <dgm:cxn modelId="{EAB4B52D-5F99-4DEA-8754-7EB463DC9904}" type="presOf" srcId="{498AF153-E2D2-4B6E-A8E0-8A49622A86F9}" destId="{0B36DB43-ED41-4399-ADB5-E63CE34A9DFE}" srcOrd="0" destOrd="0" presId="urn:microsoft.com/office/officeart/2005/8/layout/chevron1"/>
    <dgm:cxn modelId="{001D692D-028F-44FD-9898-3146D4F49845}" srcId="{BBBD8EEE-5EAC-4ACB-A5CB-4EC11AF34169}" destId="{57AA9C27-7F7C-4B09-BCED-BF508BC90DA5}" srcOrd="2" destOrd="0" parTransId="{236DD897-94E3-49E1-A1C2-9C7342CFE3CB}" sibTransId="{FF9A7E47-6DB7-4299-8C3E-F8DCB12443C4}"/>
    <dgm:cxn modelId="{C8B5069D-87D7-4764-8725-0D3B573A6DD6}" type="presParOf" srcId="{F6290B4D-2087-4FCD-891E-E9D7206508DB}" destId="{1F8DB603-555B-4871-8676-102FB645DCB1}" srcOrd="0" destOrd="0" presId="urn:microsoft.com/office/officeart/2005/8/layout/chevron1"/>
    <dgm:cxn modelId="{3514E742-4662-4E4D-8B1C-2AADDB6939D1}" type="presParOf" srcId="{F6290B4D-2087-4FCD-891E-E9D7206508DB}" destId="{66EADD3B-6234-4DDD-B07D-717D0A04DB9D}" srcOrd="1" destOrd="0" presId="urn:microsoft.com/office/officeart/2005/8/layout/chevron1"/>
    <dgm:cxn modelId="{E08A8142-75FF-4F46-8D8A-9718CE4F28D7}" type="presParOf" srcId="{F6290B4D-2087-4FCD-891E-E9D7206508DB}" destId="{C5376FE0-79CA-4533-AF28-F8315D09F747}" srcOrd="2" destOrd="0" presId="urn:microsoft.com/office/officeart/2005/8/layout/chevron1"/>
    <dgm:cxn modelId="{8310A572-2292-4991-8E7D-A2A09E78270B}" type="presParOf" srcId="{F6290B4D-2087-4FCD-891E-E9D7206508DB}" destId="{0CEBBDC0-98C9-4B2A-9CED-5552CB570245}" srcOrd="3" destOrd="0" presId="urn:microsoft.com/office/officeart/2005/8/layout/chevron1"/>
    <dgm:cxn modelId="{71CAEFAB-6C51-4453-9234-6D3331B10F58}" type="presParOf" srcId="{F6290B4D-2087-4FCD-891E-E9D7206508DB}" destId="{C4706F8D-485C-4F91-8A83-AAA10BBD4814}" srcOrd="4" destOrd="0" presId="urn:microsoft.com/office/officeart/2005/8/layout/chevron1"/>
    <dgm:cxn modelId="{EA6389DA-235D-4465-919D-BE8933D52EB5}" type="presParOf" srcId="{F6290B4D-2087-4FCD-891E-E9D7206508DB}" destId="{EC99C8F2-65DF-4C12-857E-4F33C6E8489F}" srcOrd="5" destOrd="0" presId="urn:microsoft.com/office/officeart/2005/8/layout/chevron1"/>
    <dgm:cxn modelId="{4F26CEC4-1018-4374-82B7-2CB32DC8FFA0}" type="presParOf" srcId="{F6290B4D-2087-4FCD-891E-E9D7206508DB}" destId="{0ED638A2-2731-4F05-8F97-E0DD76FAC114}" srcOrd="6" destOrd="0" presId="urn:microsoft.com/office/officeart/2005/8/layout/chevron1"/>
    <dgm:cxn modelId="{662BA831-297A-432D-9403-BCC6EC89597A}" type="presParOf" srcId="{F6290B4D-2087-4FCD-891E-E9D7206508DB}" destId="{C9AE5EF3-D127-4590-BDDB-0BFF6AC94396}" srcOrd="7" destOrd="0" presId="urn:microsoft.com/office/officeart/2005/8/layout/chevron1"/>
    <dgm:cxn modelId="{04808758-DDA7-4F99-8269-8E351080B0FD}" type="presParOf" srcId="{F6290B4D-2087-4FCD-891E-E9D7206508DB}" destId="{EFD92505-8603-47C2-A19C-2CA82EDD2289}" srcOrd="8" destOrd="0" presId="urn:microsoft.com/office/officeart/2005/8/layout/chevron1"/>
    <dgm:cxn modelId="{6D184710-8096-444A-8AFC-063A0F7C92CA}" type="presParOf" srcId="{F6290B4D-2087-4FCD-891E-E9D7206508DB}" destId="{5D9EC18A-334E-41D2-9605-0A1D12C9A2B5}" srcOrd="9" destOrd="0" presId="urn:microsoft.com/office/officeart/2005/8/layout/chevron1"/>
    <dgm:cxn modelId="{C59BD991-C758-4196-A7FA-9F61212C5DFA}" type="presParOf" srcId="{F6290B4D-2087-4FCD-891E-E9D7206508DB}" destId="{57433A0F-913A-41A6-8D5F-149E6F3EA683}" srcOrd="10" destOrd="0" presId="urn:microsoft.com/office/officeart/2005/8/layout/chevron1"/>
    <dgm:cxn modelId="{DB375AC5-9660-4551-85D3-1C92DC89CFEE}" type="presParOf" srcId="{F6290B4D-2087-4FCD-891E-E9D7206508DB}" destId="{7FBB70ED-6C80-456E-B0A2-AE7563370D9F}" srcOrd="11" destOrd="0" presId="urn:microsoft.com/office/officeart/2005/8/layout/chevron1"/>
    <dgm:cxn modelId="{F847DF4A-519F-4A79-AC3E-E0A32290487C}" type="presParOf" srcId="{F6290B4D-2087-4FCD-891E-E9D7206508DB}" destId="{0B36DB43-ED41-4399-ADB5-E63CE34A9DFE}" srcOrd="12" destOrd="0" presId="urn:microsoft.com/office/officeart/2005/8/layout/chevron1"/>
  </dgm:cxnLst>
  <dgm:bg>
    <a:gradFill flip="none" rotWithShape="1">
      <a:gsLst>
        <a:gs pos="0">
          <a:schemeClr val="accent1">
            <a:tint val="66000"/>
            <a:satMod val="160000"/>
          </a:schemeClr>
        </a:gs>
        <a:gs pos="50000">
          <a:schemeClr val="accent1">
            <a:tint val="44500"/>
            <a:satMod val="160000"/>
          </a:schemeClr>
        </a:gs>
        <a:gs pos="100000">
          <a:schemeClr val="accent1">
            <a:tint val="23500"/>
            <a:satMod val="160000"/>
          </a:schemeClr>
        </a:gs>
      </a:gsLst>
      <a:lin ang="16200000" scaled="1"/>
      <a:tileRect/>
    </a:gradFill>
  </dgm:bg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5880AE-67A4-4CBF-8E31-218E9AD0170C}">
      <dsp:nvSpPr>
        <dsp:cNvPr id="0" name=""/>
        <dsp:cNvSpPr/>
      </dsp:nvSpPr>
      <dsp:spPr>
        <a:xfrm>
          <a:off x="4" y="0"/>
          <a:ext cx="8678076" cy="3948129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DC3469-84B3-4030-80CF-BE42ECDBCE51}">
      <dsp:nvSpPr>
        <dsp:cNvPr id="0" name=""/>
        <dsp:cNvSpPr/>
      </dsp:nvSpPr>
      <dsp:spPr>
        <a:xfrm>
          <a:off x="0" y="1253072"/>
          <a:ext cx="1817917" cy="159043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lvl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900" b="1" kern="1200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Gestão de Incidentes</a:t>
          </a:r>
          <a:endParaRPr lang="pt-BR" sz="900" b="1" kern="1200" dirty="0">
            <a:solidFill>
              <a:srgbClr val="002060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Reclassificação (</a:t>
          </a:r>
          <a:r>
            <a:rPr lang="pt-BR" sz="900" i="1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GUT</a:t>
          </a: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kern="1200" dirty="0">
            <a:solidFill>
              <a:schemeClr val="bg1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Recategorização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Catálogo de Serviços alinhado com a monitoração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Reestruturação do SMS</a:t>
          </a:r>
        </a:p>
      </dsp:txBody>
      <dsp:txXfrm>
        <a:off x="77638" y="1330710"/>
        <a:ext cx="1662641" cy="1435156"/>
      </dsp:txXfrm>
    </dsp:sp>
    <dsp:sp modelId="{0A809B21-E77A-4BA5-A7CB-D4DFB29E9615}">
      <dsp:nvSpPr>
        <dsp:cNvPr id="0" name=""/>
        <dsp:cNvSpPr/>
      </dsp:nvSpPr>
      <dsp:spPr>
        <a:xfrm>
          <a:off x="1886151" y="1271692"/>
          <a:ext cx="1805384" cy="159043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lvl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900" b="1" kern="1200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Gestão de Mudanças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Simplificação da </a:t>
          </a:r>
          <a:r>
            <a:rPr lang="pt-BR" sz="900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GMUD</a:t>
          </a:r>
          <a:endParaRPr lang="pt-BR" sz="900" kern="1200" dirty="0" smtClean="0">
            <a:solidFill>
              <a:schemeClr val="bg1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Evidência de teste de contingência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Desligamento de Site</a:t>
          </a:r>
        </a:p>
      </dsp:txBody>
      <dsp:txXfrm>
        <a:off x="1963789" y="1349330"/>
        <a:ext cx="1650108" cy="1435156"/>
      </dsp:txXfrm>
    </dsp:sp>
    <dsp:sp modelId="{35BD99FA-3D03-4612-9520-AD1FD4A78849}">
      <dsp:nvSpPr>
        <dsp:cNvPr id="0" name=""/>
        <dsp:cNvSpPr/>
      </dsp:nvSpPr>
      <dsp:spPr>
        <a:xfrm>
          <a:off x="3779840" y="1281009"/>
          <a:ext cx="2160986" cy="159043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lvl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900" b="1" kern="1200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Demais Processos</a:t>
          </a:r>
          <a:endParaRPr lang="pt-BR" sz="900" b="1" kern="1200" dirty="0">
            <a:solidFill>
              <a:srgbClr val="002060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Backup (</a:t>
          </a:r>
          <a:r>
            <a:rPr lang="pt-BR" sz="900" i="1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Refresh</a:t>
          </a:r>
          <a:r>
            <a:rPr lang="pt-BR" sz="900" i="1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e Política</a:t>
          </a: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kern="1200" dirty="0">
            <a:solidFill>
              <a:schemeClr val="bg1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Acessos a base de produção</a:t>
          </a:r>
          <a:endParaRPr lang="pt-BR" sz="900" kern="1200" dirty="0">
            <a:solidFill>
              <a:schemeClr val="bg1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Transição de Projetos para produção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Aquisição de Ativos de TI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Configuração (</a:t>
          </a:r>
          <a:r>
            <a:rPr lang="pt-BR" sz="900" i="1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CMDB</a:t>
          </a: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PRD – Plano de Recuperação de Desastre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</dsp:txBody>
      <dsp:txXfrm>
        <a:off x="3857478" y="1358647"/>
        <a:ext cx="2005710" cy="1435156"/>
      </dsp:txXfrm>
    </dsp:sp>
    <dsp:sp modelId="{4F61EE5B-EBAE-4F19-A62D-A05C38624B90}">
      <dsp:nvSpPr>
        <dsp:cNvPr id="0" name=""/>
        <dsp:cNvSpPr/>
      </dsp:nvSpPr>
      <dsp:spPr>
        <a:xfrm>
          <a:off x="6036728" y="1299629"/>
          <a:ext cx="2316120" cy="159043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lvl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900" b="1" kern="1200" dirty="0" smtClean="0">
              <a:solidFill>
                <a:srgbClr val="002060"/>
              </a:solidFill>
              <a:latin typeface="Arial"/>
              <a:ea typeface="+mj-ea"/>
              <a:cs typeface="Arial"/>
            </a:rPr>
            <a:t>Projetos Estruturais</a:t>
          </a:r>
          <a:endParaRPr lang="pt-BR" sz="900" kern="1200" dirty="0">
            <a:solidFill>
              <a:srgbClr val="002060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Monitoração (</a:t>
          </a:r>
          <a:r>
            <a:rPr lang="pt-BR" sz="900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Zabbix</a:t>
          </a: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</a:t>
          </a:r>
          <a:endParaRPr lang="pt-BR" sz="900" kern="1200" dirty="0">
            <a:solidFill>
              <a:schemeClr val="bg1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Gravação (Nice 4.1)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Discador (</a:t>
          </a:r>
          <a:r>
            <a:rPr lang="pt-BR" sz="900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Aspect</a:t>
          </a: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7.3 – Infra)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URA (Internalização Suporte)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Migração de </a:t>
          </a:r>
          <a:r>
            <a:rPr lang="pt-BR" sz="900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BD</a:t>
          </a: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 (</a:t>
          </a:r>
          <a:r>
            <a:rPr lang="pt-BR" sz="900" kern="1200" dirty="0" err="1" smtClean="0">
              <a:solidFill>
                <a:schemeClr val="bg1"/>
              </a:solidFill>
              <a:latin typeface="Arial"/>
              <a:ea typeface="+mj-ea"/>
              <a:cs typeface="Arial"/>
            </a:rPr>
            <a:t>Exadata</a:t>
          </a:r>
          <a:r>
            <a:rPr lang="pt-BR" sz="900" kern="1200" dirty="0" smtClean="0">
              <a:solidFill>
                <a:schemeClr val="bg1"/>
              </a:solidFill>
              <a:latin typeface="Arial"/>
              <a:ea typeface="+mj-ea"/>
              <a:cs typeface="Arial"/>
            </a:rPr>
            <a:t>) </a:t>
          </a:r>
          <a:endParaRPr lang="pt-BR" sz="900" kern="1200" dirty="0">
            <a:solidFill>
              <a:schemeClr val="bg1"/>
            </a:solidFill>
            <a:latin typeface="Arial"/>
            <a:ea typeface="+mj-ea"/>
            <a:cs typeface="Arial"/>
          </a:endParaRPr>
        </a:p>
      </dsp:txBody>
      <dsp:txXfrm>
        <a:off x="6114366" y="1377267"/>
        <a:ext cx="2160844" cy="14351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8DB603-555B-4871-8676-102FB645DCB1}">
      <dsp:nvSpPr>
        <dsp:cNvPr id="0" name=""/>
        <dsp:cNvSpPr/>
      </dsp:nvSpPr>
      <dsp:spPr>
        <a:xfrm>
          <a:off x="0" y="0"/>
          <a:ext cx="1422096" cy="40105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Out/15</a:t>
          </a:r>
          <a:endParaRPr lang="pt-BR" sz="16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00525" y="0"/>
        <a:ext cx="1021046" cy="401050"/>
      </dsp:txXfrm>
    </dsp:sp>
    <dsp:sp modelId="{C5376FE0-79CA-4533-AF28-F8315D09F747}">
      <dsp:nvSpPr>
        <dsp:cNvPr id="0" name=""/>
        <dsp:cNvSpPr/>
      </dsp:nvSpPr>
      <dsp:spPr>
        <a:xfrm>
          <a:off x="1283701" y="0"/>
          <a:ext cx="1422096" cy="40105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b="1" kern="1200" dirty="0" err="1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Nov</a:t>
          </a:r>
          <a:r>
            <a:rPr lang="pt-BR" sz="16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/15</a:t>
          </a:r>
          <a:endParaRPr lang="pt-BR" sz="16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1484226" y="0"/>
        <a:ext cx="1021046" cy="401050"/>
      </dsp:txXfrm>
    </dsp:sp>
    <dsp:sp modelId="{C4706F8D-485C-4F91-8A83-AAA10BBD4814}">
      <dsp:nvSpPr>
        <dsp:cNvPr id="0" name=""/>
        <dsp:cNvSpPr/>
      </dsp:nvSpPr>
      <dsp:spPr>
        <a:xfrm>
          <a:off x="2577268" y="0"/>
          <a:ext cx="1422096" cy="40105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Dez/15</a:t>
          </a:r>
          <a:endParaRPr lang="pt-BR" sz="16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777793" y="0"/>
        <a:ext cx="1021046" cy="401050"/>
      </dsp:txXfrm>
    </dsp:sp>
    <dsp:sp modelId="{0ED638A2-2731-4F05-8F97-E0DD76FAC114}">
      <dsp:nvSpPr>
        <dsp:cNvPr id="0" name=""/>
        <dsp:cNvSpPr/>
      </dsp:nvSpPr>
      <dsp:spPr>
        <a:xfrm>
          <a:off x="3839661" y="0"/>
          <a:ext cx="1422096" cy="40105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Jan/16</a:t>
          </a:r>
          <a:endParaRPr lang="pt-BR" sz="16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4040186" y="0"/>
        <a:ext cx="1021046" cy="401050"/>
      </dsp:txXfrm>
    </dsp:sp>
    <dsp:sp modelId="{EFD92505-8603-47C2-A19C-2CA82EDD2289}">
      <dsp:nvSpPr>
        <dsp:cNvPr id="0" name=""/>
        <dsp:cNvSpPr/>
      </dsp:nvSpPr>
      <dsp:spPr>
        <a:xfrm>
          <a:off x="5119548" y="0"/>
          <a:ext cx="1422096" cy="40105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b="1" kern="1200" dirty="0" err="1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Fev</a:t>
          </a:r>
          <a:r>
            <a:rPr lang="pt-BR" sz="16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/16</a:t>
          </a:r>
          <a:endParaRPr lang="pt-BR" sz="16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320073" y="0"/>
        <a:ext cx="1021046" cy="401050"/>
      </dsp:txXfrm>
    </dsp:sp>
    <dsp:sp modelId="{57433A0F-913A-41A6-8D5F-149E6F3EA683}">
      <dsp:nvSpPr>
        <dsp:cNvPr id="0" name=""/>
        <dsp:cNvSpPr/>
      </dsp:nvSpPr>
      <dsp:spPr>
        <a:xfrm>
          <a:off x="6399435" y="0"/>
          <a:ext cx="1422096" cy="40105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Mar/16</a:t>
          </a:r>
          <a:endParaRPr lang="pt-BR" sz="16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6599960" y="0"/>
        <a:ext cx="1021046" cy="401050"/>
      </dsp:txXfrm>
    </dsp:sp>
    <dsp:sp modelId="{0B36DB43-ED41-4399-ADB5-E63CE34A9DFE}">
      <dsp:nvSpPr>
        <dsp:cNvPr id="0" name=""/>
        <dsp:cNvSpPr/>
      </dsp:nvSpPr>
      <dsp:spPr>
        <a:xfrm>
          <a:off x="7679322" y="0"/>
          <a:ext cx="1422096" cy="40105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b="1" kern="1200" dirty="0" err="1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Abr</a:t>
          </a:r>
          <a:r>
            <a:rPr lang="pt-BR" sz="16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/16</a:t>
          </a:r>
          <a:endParaRPr lang="pt-BR" sz="16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7879847" y="0"/>
        <a:ext cx="1021046" cy="401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B0D43F-B80B-40D7-B843-4AC81DACC905}" type="datetimeFigureOut">
              <a:rPr lang="pt-BR" smtClean="0"/>
              <a:t>30/10/2015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1143000"/>
            <a:ext cx="5480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626FD-18EF-494C-A467-3D85C3950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0951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842552"/>
            <a:ext cx="6858000" cy="179235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2704030"/>
            <a:ext cx="6858000" cy="1242971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2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06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283491"/>
            <a:ext cx="7886700" cy="2141534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3888" y="3445285"/>
            <a:ext cx="7886700" cy="112618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64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28650" y="1370486"/>
            <a:ext cx="3886200" cy="3266526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29150" y="1370486"/>
            <a:ext cx="3886200" cy="3266526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221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274098"/>
            <a:ext cx="7886700" cy="99509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9842" y="1262040"/>
            <a:ext cx="3868340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9842" y="1880546"/>
            <a:ext cx="3868340" cy="2766000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29150" y="1262040"/>
            <a:ext cx="3887391" cy="61850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29150" y="1880546"/>
            <a:ext cx="3887391" cy="2766000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108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59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58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632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43218"/>
            <a:ext cx="2949178" cy="120126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3887391" y="741255"/>
            <a:ext cx="4629150" cy="365860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29841" y="1544479"/>
            <a:ext cx="2949178" cy="286133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529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17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274097"/>
            <a:ext cx="1971675" cy="436291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274097"/>
            <a:ext cx="5800725" cy="436291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38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14842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9561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06169"/>
            <a:ext cx="8229600" cy="858044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06938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1.vml"/><Relationship Id="rId7" Type="http://schemas.openxmlformats.org/officeDocument/2006/relationships/image" Target="../media/image2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vmlDrawing" Target="../drawings/vmlDrawing2.vml"/><Relationship Id="rId7" Type="http://schemas.openxmlformats.org/officeDocument/2006/relationships/image" Target="../media/image3.e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Relationship Id="rId9" Type="http://schemas.openxmlformats.org/officeDocument/2006/relationships/image" Target="../media/image5.jp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vmlDrawing" Target="../drawings/vmlDrawing3.vml"/><Relationship Id="rId7" Type="http://schemas.openxmlformats.org/officeDocument/2006/relationships/image" Target="../media/image6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.bin"/><Relationship Id="rId4" Type="http://schemas.openxmlformats.org/officeDocument/2006/relationships/tags" Target="../tags/tag3.xml"/><Relationship Id="rId9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96241-9EE8-3241-9C65-A8F2A1D83BB2}" type="datetimeFigureOut">
              <a:rPr lang="en-US" smtClean="0"/>
              <a:t>10/30/2015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88DD49-D405-3D4F-92A5-BAA19C6BFE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42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536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14" descr="t02-02.jp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8263"/>
          </a:xfrm>
          <a:prstGeom prst="rect">
            <a:avLst/>
          </a:prstGeom>
        </p:spPr>
      </p:pic>
      <p:pic>
        <p:nvPicPr>
          <p:cNvPr id="7" name="Picture 10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8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60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9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062980" y="289005"/>
            <a:ext cx="1603348" cy="291323"/>
          </a:xfrm>
          <a:prstGeom prst="rect">
            <a:avLst/>
          </a:prstGeom>
        </p:spPr>
      </p:pic>
      <p:pic>
        <p:nvPicPr>
          <p:cNvPr id="7" name="Picture 2"/>
          <p:cNvPicPr>
            <a:picLocks noChangeAspect="1" noChangeArrowheads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" descr="t03-02.jpg"/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21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 noChangeAspect="1"/>
          </p:cNvGraphicFramePr>
          <p:nvPr userDrawn="1">
            <p:custDataLst>
              <p:tags r:id="rId4"/>
            </p:custDataLst>
            <p:extLst/>
          </p:nvPr>
        </p:nvGraphicFramePr>
        <p:xfrm>
          <a:off x="1589" y="1193"/>
          <a:ext cx="1587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84" name="Slide do think-cell" r:id="rId5" imgW="270" imgH="270" progId="TCLayout.ActiveDocument.1">
                  <p:embed/>
                </p:oleObj>
              </mc:Choice>
              <mc:Fallback>
                <p:oleObj name="Slide do think-cell" r:id="rId5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9" y="1193"/>
                        <a:ext cx="1587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interna_img-3.png"/>
          <p:cNvPicPr/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182"/>
          <a:stretch>
            <a:fillRect/>
          </a:stretch>
        </p:blipFill>
        <p:spPr>
          <a:xfrm>
            <a:off x="1" y="-4669"/>
            <a:ext cx="3640873" cy="5157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image5.png"/>
          <p:cNvPicPr/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8118917" y="4410609"/>
            <a:ext cx="1043999" cy="7707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1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296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defTabSz="686108" rtl="0" eaLnBrk="1" latinLnBrk="0" hangingPunct="1">
        <a:spcBef>
          <a:spcPct val="0"/>
        </a:spcBef>
        <a:buNone/>
        <a:defRPr sz="33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291" indent="-257291" algn="l" defTabSz="686108" rtl="0" eaLnBrk="1" latinLnBrk="0" hangingPunct="1">
        <a:spcBef>
          <a:spcPct val="20000"/>
        </a:spcBef>
        <a:buFont typeface="Arial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</a:defRPr>
      </a:lvl1pPr>
      <a:lvl2pPr marL="557462" indent="-214409" algn="l" defTabSz="686108" rtl="0" eaLnBrk="1" latinLnBrk="0" hangingPunct="1">
        <a:spcBef>
          <a:spcPct val="20000"/>
        </a:spcBef>
        <a:buFont typeface="Arial" pitchFamily="34" charset="0"/>
        <a:buChar char="–"/>
        <a:defRPr sz="2102" kern="1200">
          <a:solidFill>
            <a:schemeClr val="tx1"/>
          </a:solidFill>
          <a:latin typeface="+mn-lt"/>
          <a:ea typeface="+mn-ea"/>
          <a:cs typeface="+mn-cs"/>
        </a:defRPr>
      </a:lvl2pPr>
      <a:lvl3pPr marL="857634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802" kern="1200">
          <a:solidFill>
            <a:schemeClr val="tx1"/>
          </a:solidFill>
          <a:latin typeface="+mn-lt"/>
          <a:ea typeface="+mn-ea"/>
          <a:cs typeface="+mn-cs"/>
        </a:defRPr>
      </a:lvl3pPr>
      <a:lvl4pPr marL="1200688" indent="-171527" algn="l" defTabSz="686108" rtl="0" eaLnBrk="1" latinLnBrk="0" hangingPunct="1">
        <a:spcBef>
          <a:spcPct val="20000"/>
        </a:spcBef>
        <a:buFont typeface="Arial" pitchFamily="34" charset="0"/>
        <a:buChar char="–"/>
        <a:defRPr sz="1501" kern="1200">
          <a:solidFill>
            <a:schemeClr val="tx1"/>
          </a:solidFill>
          <a:latin typeface="+mn-lt"/>
          <a:ea typeface="+mn-ea"/>
          <a:cs typeface="+mn-cs"/>
        </a:defRPr>
      </a:lvl4pPr>
      <a:lvl5pPr marL="1543743" indent="-171527" algn="l" defTabSz="686108" rtl="0" eaLnBrk="1" latinLnBrk="0" hangingPunct="1">
        <a:spcBef>
          <a:spcPct val="20000"/>
        </a:spcBef>
        <a:buFont typeface="Arial" pitchFamily="34" charset="0"/>
        <a:buChar char="»"/>
        <a:defRPr sz="1501" kern="1200">
          <a:solidFill>
            <a:schemeClr val="tx1"/>
          </a:solidFill>
          <a:latin typeface="+mn-lt"/>
          <a:ea typeface="+mn-ea"/>
          <a:cs typeface="+mn-cs"/>
        </a:defRPr>
      </a:lvl5pPr>
      <a:lvl6pPr marL="1886798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6pPr>
      <a:lvl7pPr marL="2229850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7pPr>
      <a:lvl8pPr marL="2572905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8pPr>
      <a:lvl9pPr marL="2915959" indent="-171527" algn="l" defTabSz="686108" rtl="0" eaLnBrk="1" latinLnBrk="0" hangingPunct="1">
        <a:spcBef>
          <a:spcPct val="20000"/>
        </a:spcBef>
        <a:buFont typeface="Arial" pitchFamily="34" charset="0"/>
        <a:buChar char="•"/>
        <a:defRPr sz="15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3055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6108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916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2216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5271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8324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1377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4432" algn="l" defTabSz="6861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10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4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.jpg"/><Relationship Id="rId9" Type="http://schemas.microsoft.com/office/2007/relationships/diagramDrawing" Target="../diagrams/drawin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4.png"/><Relationship Id="rId7" Type="http://schemas.openxmlformats.org/officeDocument/2006/relationships/image" Target="../media/image13.JP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JPG"/><Relationship Id="rId5" Type="http://schemas.openxmlformats.org/officeDocument/2006/relationships/image" Target="../media/image11.emf"/><Relationship Id="rId10" Type="http://schemas.openxmlformats.org/officeDocument/2006/relationships/image" Target="../media/image16.JPG"/><Relationship Id="rId4" Type="http://schemas.openxmlformats.org/officeDocument/2006/relationships/image" Target="../media/image5.jpg"/><Relationship Id="rId9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JPG"/><Relationship Id="rId4" Type="http://schemas.openxmlformats.org/officeDocument/2006/relationships/image" Target="../media/image5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emf"/><Relationship Id="rId4" Type="http://schemas.openxmlformats.org/officeDocument/2006/relationships/image" Target="../media/image5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4.png"/><Relationship Id="rId7" Type="http://schemas.openxmlformats.org/officeDocument/2006/relationships/diagramQuickStyle" Target="../diagrams/quickStyle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5.jpg"/><Relationship Id="rId9" Type="http://schemas.microsoft.com/office/2007/relationships/diagramDrawing" Target="../diagrams/drawing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5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jp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achad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39"/>
            <a:ext cx="9144000" cy="5145024"/>
          </a:xfrm>
          <a:prstGeom prst="rect">
            <a:avLst/>
          </a:prstGeom>
        </p:spPr>
      </p:pic>
      <p:pic>
        <p:nvPicPr>
          <p:cNvPr id="10" name="Picture 9" descr="meia_bolinha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1466" y="4354709"/>
            <a:ext cx="1635846" cy="80436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29" y="3208"/>
            <a:ext cx="3345084" cy="122185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9711" y="325132"/>
            <a:ext cx="1744578" cy="422254"/>
          </a:xfrm>
          <a:prstGeom prst="rect">
            <a:avLst/>
          </a:prstGeom>
        </p:spPr>
      </p:pic>
      <p:sp>
        <p:nvSpPr>
          <p:cNvPr id="11" name="Title 1"/>
          <p:cNvSpPr txBox="1">
            <a:spLocks/>
          </p:cNvSpPr>
          <p:nvPr/>
        </p:nvSpPr>
        <p:spPr>
          <a:xfrm>
            <a:off x="0" y="292955"/>
            <a:ext cx="3942260" cy="1757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70000"/>
              </a:lnSpc>
            </a:pPr>
            <a:r>
              <a:rPr lang="en-US" sz="3000" b="1" dirty="0" smtClean="0">
                <a:solidFill>
                  <a:srgbClr val="19345B"/>
                </a:solidFill>
                <a:latin typeface="Arial"/>
                <a:cs typeface="Arial"/>
              </a:rPr>
              <a:t>Contact Center</a:t>
            </a:r>
            <a:r>
              <a:rPr lang="en-US" sz="3000" b="1" dirty="0" smtClean="0">
                <a:solidFill>
                  <a:srgbClr val="FF0000"/>
                </a:solidFill>
                <a:latin typeface="Arial"/>
                <a:cs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lang="en-US" sz="2200" b="1" dirty="0" err="1" smtClean="0">
                <a:solidFill>
                  <a:srgbClr val="FF0000"/>
                </a:solidFill>
                <a:latin typeface="Arial"/>
                <a:cs typeface="Arial"/>
              </a:rPr>
              <a:t>Estabilidade</a:t>
            </a:r>
            <a:r>
              <a:rPr lang="en-US" sz="2200" b="1" dirty="0" smtClean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lang="en-US" sz="2200" b="1" dirty="0" err="1" smtClean="0">
                <a:solidFill>
                  <a:srgbClr val="FF0000"/>
                </a:solidFill>
                <a:latin typeface="Arial"/>
                <a:cs typeface="Arial"/>
              </a:rPr>
              <a:t>Operacional</a:t>
            </a:r>
            <a:endParaRPr lang="en-US" sz="2200" b="1" dirty="0" smtClean="0">
              <a:solidFill>
                <a:srgbClr val="FF0000"/>
              </a:solidFill>
              <a:latin typeface="Arial"/>
              <a:cs typeface="Arial"/>
            </a:endParaRPr>
          </a:p>
          <a:p>
            <a:pPr algn="l">
              <a:lnSpc>
                <a:spcPct val="110000"/>
              </a:lnSpc>
            </a:pPr>
            <a:r>
              <a:rPr lang="en-US" sz="2200" b="1" dirty="0" smtClean="0">
                <a:solidFill>
                  <a:srgbClr val="FF0000"/>
                </a:solidFill>
                <a:latin typeface="Arial"/>
                <a:cs typeface="Arial"/>
              </a:rPr>
              <a:t>30.Outubro.2015</a:t>
            </a:r>
            <a:endParaRPr lang="en-US" sz="2200" b="1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42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Tm="8331">
        <p14:reveal/>
      </p:transition>
    </mc:Choice>
    <mc:Fallback xmlns="">
      <p:transition spd="slow" advTm="8331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interna_img-3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5959" y="-52731"/>
            <a:ext cx="9141292" cy="5148264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Shape 114"/>
          <p:cNvSpPr/>
          <p:nvPr/>
        </p:nvSpPr>
        <p:spPr>
          <a:xfrm>
            <a:off x="3033277" y="503053"/>
            <a:ext cx="4800929" cy="858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>
            <a:normAutofit/>
          </a:bodyPr>
          <a:lstStyle>
            <a:lvl1pPr>
              <a:defRPr sz="300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pt-BR" sz="3000" b="1" dirty="0" smtClean="0">
                <a:solidFill>
                  <a:srgbClr val="1F497D"/>
                </a:solidFill>
              </a:rPr>
              <a:t>Índice</a:t>
            </a:r>
            <a:endParaRPr sz="3000" b="1" dirty="0">
              <a:solidFill>
                <a:srgbClr val="1F497D"/>
              </a:solidFill>
            </a:endParaRPr>
          </a:p>
        </p:txBody>
      </p:sp>
      <p:pic>
        <p:nvPicPr>
          <p:cNvPr id="116" name="image5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860" y="4531179"/>
            <a:ext cx="1248721" cy="614581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1777" y="257994"/>
            <a:ext cx="1473556" cy="356656"/>
          </a:xfrm>
          <a:prstGeom prst="rect">
            <a:avLst/>
          </a:prstGeom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3033277" y="1276051"/>
            <a:ext cx="5157767" cy="317862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Tx/>
              <a:buAutoNum type="arabicPeriod"/>
            </a:pP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Decisões: </a:t>
            </a:r>
            <a:r>
              <a:rPr lang="pt-BR" sz="1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Exadata</a:t>
            </a: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/ Front Fácil</a:t>
            </a:r>
          </a:p>
          <a:p>
            <a:pPr marL="342900" indent="-342900" algn="l">
              <a:buFontTx/>
              <a:buAutoNum type="arabicPeriod"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Macro </a:t>
            </a:r>
            <a:r>
              <a:rPr lang="pt-BR" sz="1800" b="1" i="1" dirty="0" err="1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road-map</a:t>
            </a:r>
            <a:r>
              <a:rPr lang="pt-BR" sz="1800" b="1" i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pt-BR" sz="1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(2m trabalho</a:t>
            </a: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)</a:t>
            </a:r>
          </a:p>
          <a:p>
            <a:pPr marL="342900" indent="-342900" algn="l">
              <a:buFontTx/>
              <a:buAutoNum type="arabicPeriod"/>
            </a:pP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Evolução: Ger. de Problemas</a:t>
            </a:r>
          </a:p>
          <a:p>
            <a:pPr marL="342900" indent="-342900" algn="l">
              <a:buFontTx/>
              <a:buAutoNum type="arabicPeriod"/>
            </a:pP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Evolução: Ger. </a:t>
            </a:r>
            <a:r>
              <a:rPr lang="pt-BR" sz="1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de </a:t>
            </a: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Incidentes</a:t>
            </a:r>
          </a:p>
          <a:p>
            <a:pPr marL="342900" indent="-342900" algn="l">
              <a:buFontTx/>
              <a:buAutoNum type="arabicPeriod"/>
            </a:pP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Evolução: </a:t>
            </a:r>
            <a:r>
              <a:rPr lang="pt-BR" sz="1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Ger. de </a:t>
            </a: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Mudanças</a:t>
            </a:r>
          </a:p>
          <a:p>
            <a:pPr marL="342900" indent="-342900" algn="l">
              <a:buFontTx/>
              <a:buAutoNum type="arabicPeriod"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Evolução: </a:t>
            </a: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Projetos Estruturais</a:t>
            </a:r>
            <a:endParaRPr lang="pt-BR" sz="1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l">
              <a:buFontTx/>
              <a:buAutoNum type="arabicPeriod"/>
            </a:pP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Riscos </a:t>
            </a: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 Gerenciar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l">
              <a:buFontTx/>
              <a:buAutoNum type="arabicPeriod"/>
            </a:pP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Indicadores</a:t>
            </a:r>
          </a:p>
          <a:p>
            <a:pPr marL="342900" indent="-342900" algn="l">
              <a:buFontTx/>
              <a:buAutoNum type="arabicPeriod"/>
            </a:pPr>
            <a:r>
              <a:rPr lang="pt-BR" sz="1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Alinhamento</a:t>
            </a:r>
          </a:p>
          <a:p>
            <a:pPr algn="l"/>
            <a:endParaRPr lang="pt-PT" sz="18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/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/>
            <a:endParaRPr lang="pt-BR" sz="1200" b="1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/>
            <a:r>
              <a:rPr lang="en-US" sz="14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cs typeface="Arial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68750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1. Decisões: </a:t>
            </a:r>
            <a:r>
              <a:rPr lang="pt-BR" sz="2800" b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Exadata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/ Front Fácil 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562659" y="1431466"/>
            <a:ext cx="2496225" cy="3420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16000" indent="-216000" algn="just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Estrutura de banco de dados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não permite crescimento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frente aos desafios existentes.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Ausência de redundância geográfica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(risco de continuidade de negócio).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Não há ROI para o investimento de R$ 3MM empenhado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na solução (projeto não finalizado).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Alto índice de incidentes de alto impacto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na plataforma Front Fácil Oi (~40 em Out.15).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Baixa prioridade em projetos estruturais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(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Exadata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</p:txBody>
      </p:sp>
      <p:sp>
        <p:nvSpPr>
          <p:cNvPr id="14" name="Retângulo de cantos arredondados 13"/>
          <p:cNvSpPr/>
          <p:nvPr/>
        </p:nvSpPr>
        <p:spPr>
          <a:xfrm>
            <a:off x="562658" y="893004"/>
            <a:ext cx="2496227" cy="624278"/>
          </a:xfrm>
          <a:prstGeom prst="roundRect">
            <a:avLst/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Cenário Atual</a:t>
            </a:r>
          </a:p>
          <a:p>
            <a:pPr algn="ctr"/>
            <a:r>
              <a:rPr lang="pt-BR" sz="1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(Problema)</a:t>
            </a:r>
            <a:endParaRPr lang="pt-BR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Retângulo 14"/>
          <p:cNvSpPr/>
          <p:nvPr/>
        </p:nvSpPr>
        <p:spPr>
          <a:xfrm>
            <a:off x="3289530" y="1431466"/>
            <a:ext cx="2478199" cy="2700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endParaRPr lang="pt-BR" sz="1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Conclusão efetiva do projeto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 implantação do </a:t>
            </a:r>
            <a:r>
              <a:rPr lang="pt-BR" sz="12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Exadata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com redundância geográfica.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Capacitação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mandatória das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equipes de suporte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na tecnologia </a:t>
            </a:r>
            <a:r>
              <a:rPr lang="pt-BR" sz="1200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Exadata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(necessário pagamento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~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150K).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Renegociação do prazo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da consultoria de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implantação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Oracle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(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inicialmente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previsto até Jan/16).</a:t>
            </a:r>
            <a:endParaRPr lang="pt-BR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6016400" y="1431466"/>
            <a:ext cx="2496227" cy="2700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endParaRPr lang="pt-BR" sz="1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Maior estabilidade e escalabilidade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da estrutura de banco de dados.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Menor risco relacionado à continuidade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das operações de negócios dependentes dessa estrutura de banco de dados.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Possibilidade 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melhoria contínua</a:t>
            </a:r>
            <a:r>
              <a:rPr lang="pt-B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da 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plataforma / ferramenta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Front Fácil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Possibilidade de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internalização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 </a:t>
            </a:r>
            <a:r>
              <a:rPr lang="pt-BR" sz="1200" b="1" i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fronts </a:t>
            </a:r>
            <a:r>
              <a:rPr lang="pt-BR" sz="1200" b="1" i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ends</a:t>
            </a:r>
            <a:r>
              <a:rPr lang="pt-BR" sz="1200" b="1" i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terceiros</a:t>
            </a:r>
            <a:r>
              <a:rPr lang="pt-BR" sz="12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Retângulo de cantos arredondados 16"/>
          <p:cNvSpPr/>
          <p:nvPr/>
        </p:nvSpPr>
        <p:spPr>
          <a:xfrm>
            <a:off x="3289530" y="893004"/>
            <a:ext cx="2496227" cy="624278"/>
          </a:xfrm>
          <a:prstGeom prst="roundRect">
            <a:avLst/>
          </a:prstGeom>
          <a:gradFill flip="none" rotWithShape="1">
            <a:gsLst>
              <a:gs pos="0">
                <a:srgbClr val="0070C0">
                  <a:shade val="30000"/>
                  <a:satMod val="115000"/>
                </a:srgbClr>
              </a:gs>
              <a:gs pos="50000">
                <a:srgbClr val="0070C0">
                  <a:shade val="67500"/>
                  <a:satMod val="115000"/>
                </a:srgbClr>
              </a:gs>
              <a:gs pos="100000">
                <a:srgbClr val="0070C0">
                  <a:shade val="100000"/>
                  <a:satMod val="115000"/>
                </a:srgb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Solução</a:t>
            </a:r>
            <a:endParaRPr lang="pt-BR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6016401" y="893004"/>
            <a:ext cx="2496227" cy="624278"/>
          </a:xfrm>
          <a:prstGeom prst="roundRect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Benefícios</a:t>
            </a:r>
          </a:p>
        </p:txBody>
      </p:sp>
      <p:sp>
        <p:nvSpPr>
          <p:cNvPr id="19" name="Retângulo de cantos arredondados 18"/>
          <p:cNvSpPr/>
          <p:nvPr/>
        </p:nvSpPr>
        <p:spPr>
          <a:xfrm>
            <a:off x="3289530" y="4278378"/>
            <a:ext cx="5223098" cy="61200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Há uma diretriz que prioriza a realização de demandas de negócio. Sugerimos que o tema seja apreciado pelos executivos de IT e reavaliada a priorização de execução deste assunto o mais breve possível.</a:t>
            </a:r>
            <a:endParaRPr lang="pt-BR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5823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2. Macro </a:t>
            </a:r>
            <a:r>
              <a:rPr lang="pt-BR" sz="2800" b="1" i="1" dirty="0" err="1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road-map</a:t>
            </a:r>
            <a:r>
              <a:rPr lang="pt-BR" sz="2800" b="1" i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(2m trabalho)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17" name="Diagrama 16"/>
          <p:cNvGraphicFramePr/>
          <p:nvPr>
            <p:extLst>
              <p:ext uri="{D42A27DB-BD31-4B8C-83A1-F6EECF244321}">
                <p14:modId xmlns:p14="http://schemas.microsoft.com/office/powerpoint/2010/main" val="4154745943"/>
              </p:ext>
            </p:extLst>
          </p:nvPr>
        </p:nvGraphicFramePr>
        <p:xfrm>
          <a:off x="269976" y="972213"/>
          <a:ext cx="8678081" cy="39481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4257196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.1 Evolução: Ger. de Problemas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Retângulo de cantos arredondados 12"/>
          <p:cNvSpPr/>
          <p:nvPr/>
        </p:nvSpPr>
        <p:spPr>
          <a:xfrm>
            <a:off x="576000" y="900000"/>
            <a:ext cx="2846056" cy="4080128"/>
          </a:xfrm>
          <a:prstGeom prst="round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pt-BR" sz="2000" b="1" dirty="0"/>
              <a:t>Gestão de Problemas</a:t>
            </a:r>
          </a:p>
          <a:p>
            <a:r>
              <a:rPr lang="pt-BR" sz="1400" b="1" i="1" dirty="0" smtClean="0"/>
              <a:t>Eliminar </a:t>
            </a:r>
            <a:r>
              <a:rPr lang="pt-BR" sz="1400" b="1" i="1" dirty="0"/>
              <a:t>Incidentes</a:t>
            </a:r>
          </a:p>
          <a:p>
            <a:endParaRPr lang="pt-BR" sz="1400" b="1" dirty="0"/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Processo definido e implantado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Gestor nomeado e treinado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Principais Sintomas identificados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Problemas em Serviços e Clientes priorizados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Soluções de Contorno e Definitivas identificadas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Projetos Estruturais especificados e iniciados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>
                <a:solidFill>
                  <a:srgbClr val="FFFF00"/>
                </a:solidFill>
              </a:rPr>
              <a:t>Investigação permanente estabelecida</a:t>
            </a:r>
          </a:p>
        </p:txBody>
      </p:sp>
      <p:sp>
        <p:nvSpPr>
          <p:cNvPr id="2" name="Chave direita 1"/>
          <p:cNvSpPr/>
          <p:nvPr/>
        </p:nvSpPr>
        <p:spPr>
          <a:xfrm>
            <a:off x="3654319" y="895881"/>
            <a:ext cx="287677" cy="4068000"/>
          </a:xfrm>
          <a:prstGeom prst="rightBrace">
            <a:avLst>
              <a:gd name="adj1" fmla="val 139501"/>
              <a:gd name="adj2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>
            <a:off x="4174259" y="1615923"/>
            <a:ext cx="4450422" cy="2520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16000" indent="-216000" algn="just">
              <a:buFont typeface="Wingdings" panose="05000000000000000000" pitchFamily="2" charset="2"/>
              <a:buChar char="q"/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Identificar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sintomas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Identificar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causas-raiz dos incidentes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Definir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soluções definitivas e de contorno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Detectar mudanças 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não autorizadas;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Constituir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Base de Conhecimento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Proporcionar a melhoria contínua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endParaRPr lang="pt-BR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Retângulo de cantos arredondados 15"/>
          <p:cNvSpPr/>
          <p:nvPr/>
        </p:nvSpPr>
        <p:spPr>
          <a:xfrm>
            <a:off x="4174259" y="1295182"/>
            <a:ext cx="4450423" cy="432000"/>
          </a:xfrm>
          <a:prstGeom prst="roundRect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Benefícios</a:t>
            </a:r>
          </a:p>
        </p:txBody>
      </p:sp>
      <p:sp>
        <p:nvSpPr>
          <p:cNvPr id="12" name="Retângulo de cantos arredondados 11"/>
          <p:cNvSpPr/>
          <p:nvPr/>
        </p:nvSpPr>
        <p:spPr>
          <a:xfrm>
            <a:off x="4293754" y="4231646"/>
            <a:ext cx="4211432" cy="5040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smtClean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Resultados efetivos: outubro 2015.</a:t>
            </a:r>
          </a:p>
        </p:txBody>
      </p:sp>
    </p:spTree>
    <p:extLst>
      <p:ext uri="{BB962C8B-B14F-4D97-AF65-F5344CB8AC3E}">
        <p14:creationId xmlns:p14="http://schemas.microsoft.com/office/powerpoint/2010/main" val="3935477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8306" y="803036"/>
            <a:ext cx="4309117" cy="20087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3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.2 Evolução: Ger. de Problemas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Imagem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5815" y="1698478"/>
            <a:ext cx="2090253" cy="1567690"/>
          </a:xfrm>
          <a:prstGeom prst="roundRect">
            <a:avLst>
              <a:gd name="adj" fmla="val 11304"/>
            </a:avLst>
          </a:prstGeom>
          <a:solidFill>
            <a:srgbClr val="FFFFFF">
              <a:shade val="85000"/>
            </a:srgbClr>
          </a:solidFill>
          <a:ln w="28575">
            <a:solidFill>
              <a:schemeClr val="bg1"/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1" name="Imagem 3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456" y="674645"/>
            <a:ext cx="2880000" cy="21600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28575">
            <a:solidFill>
              <a:schemeClr val="bg1"/>
            </a:solidFill>
          </a:ln>
          <a:effectLst/>
        </p:spPr>
      </p:pic>
      <p:pic>
        <p:nvPicPr>
          <p:cNvPr id="2" name="Imagem 1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9" t="10577" r="20663" b="28157"/>
          <a:stretch/>
        </p:blipFill>
        <p:spPr>
          <a:xfrm>
            <a:off x="5166990" y="3117757"/>
            <a:ext cx="2717661" cy="1671988"/>
          </a:xfrm>
          <a:prstGeom prst="roundRect">
            <a:avLst>
              <a:gd name="adj" fmla="val 11304"/>
            </a:avLst>
          </a:prstGeom>
          <a:solidFill>
            <a:srgbClr val="FFFFFF">
              <a:shade val="85000"/>
            </a:srgbClr>
          </a:solidFill>
          <a:ln w="28575">
            <a:solidFill>
              <a:schemeClr val="bg1"/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5107" y="1994423"/>
            <a:ext cx="2880001" cy="21600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28575">
            <a:solidFill>
              <a:schemeClr val="bg1"/>
            </a:solidFill>
          </a:ln>
          <a:effectLst/>
        </p:spPr>
      </p:pic>
      <p:pic>
        <p:nvPicPr>
          <p:cNvPr id="29" name="Imagem 28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6" y="2629745"/>
            <a:ext cx="2880001" cy="21600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28575">
            <a:solidFill>
              <a:schemeClr val="bg1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147528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4.1 Evolução: Ger. de Incidentes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Retângulo de cantos arredondados 12"/>
          <p:cNvSpPr/>
          <p:nvPr/>
        </p:nvSpPr>
        <p:spPr>
          <a:xfrm>
            <a:off x="576000" y="900000"/>
            <a:ext cx="2846056" cy="4080128"/>
          </a:xfrm>
          <a:prstGeom prst="round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pt-BR" sz="2000" b="1" dirty="0"/>
              <a:t>Gestão de </a:t>
            </a:r>
            <a:r>
              <a:rPr lang="pt-BR" sz="2000" b="1" dirty="0" smtClean="0"/>
              <a:t>Incidentes</a:t>
            </a:r>
            <a:endParaRPr lang="pt-BR" sz="2000" b="1" dirty="0"/>
          </a:p>
          <a:p>
            <a:r>
              <a:rPr lang="pt-BR" sz="1400" b="1" i="1" dirty="0" smtClean="0"/>
              <a:t>Prazos de Solução</a:t>
            </a:r>
            <a:endParaRPr lang="pt-BR" sz="1400" b="1" i="1" dirty="0"/>
          </a:p>
          <a:p>
            <a:endParaRPr lang="pt-BR" sz="1400" b="1" dirty="0"/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Processo revisado e melhorado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Novos indicadores definidos e em produção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b="1" dirty="0">
                <a:solidFill>
                  <a:srgbClr val="FFFF00"/>
                </a:solidFill>
              </a:rPr>
              <a:t>Classificação por </a:t>
            </a:r>
            <a:r>
              <a:rPr lang="pt-BR" sz="1300" b="1" dirty="0" smtClean="0">
                <a:solidFill>
                  <a:srgbClr val="FFFF00"/>
                </a:solidFill>
              </a:rPr>
              <a:t>Sintomas</a:t>
            </a:r>
            <a:endParaRPr lang="pt-BR" sz="1300" b="1" dirty="0"/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Prioridades e escaladas redefinidas, com foco nas operações de negócios (GUT)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Revisão da qualidade dos registros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dirty="0"/>
              <a:t>Reclassificação dos registros efetuados</a:t>
            </a:r>
          </a:p>
        </p:txBody>
      </p:sp>
      <p:sp>
        <p:nvSpPr>
          <p:cNvPr id="2" name="Chave direita 1"/>
          <p:cNvSpPr/>
          <p:nvPr/>
        </p:nvSpPr>
        <p:spPr>
          <a:xfrm>
            <a:off x="3654319" y="895881"/>
            <a:ext cx="287677" cy="4068000"/>
          </a:xfrm>
          <a:prstGeom prst="rightBrace">
            <a:avLst>
              <a:gd name="adj1" fmla="val 139501"/>
              <a:gd name="adj2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>
            <a:off x="4174259" y="1615923"/>
            <a:ext cx="4450422" cy="2520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16000" indent="-216000" algn="just">
              <a:buFont typeface="Wingdings" panose="05000000000000000000" pitchFamily="2" charset="2"/>
              <a:buChar char="q"/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Viabilizar o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registro rápido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 Incidentes e Requisições;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Viabilizar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indicadores precisos sobre Clientes e Operações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Eliminar dúvidas sobre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responsabilidades pelo suporte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Utilizar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critérios objetivos para prioridades e SLA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Facilitar o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vínculo entre Incidentes a Problemas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Aumentar a percepção do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dano ao negócio/cliente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endParaRPr lang="pt-BR" sz="13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16000" indent="-216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endParaRPr lang="pt-BR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9" name="Retângulo de cantos arredondados 18"/>
          <p:cNvSpPr/>
          <p:nvPr/>
        </p:nvSpPr>
        <p:spPr>
          <a:xfrm>
            <a:off x="4293754" y="4231646"/>
            <a:ext cx="4211432" cy="5040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smtClean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Resultados efetivos: dezembro 2015.</a:t>
            </a:r>
          </a:p>
        </p:txBody>
      </p:sp>
      <p:sp>
        <p:nvSpPr>
          <p:cNvPr id="14" name="Retângulo de cantos arredondados 13"/>
          <p:cNvSpPr/>
          <p:nvPr/>
        </p:nvSpPr>
        <p:spPr>
          <a:xfrm>
            <a:off x="4174259" y="1295182"/>
            <a:ext cx="4450423" cy="432000"/>
          </a:xfrm>
          <a:prstGeom prst="roundRect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Benefícios</a:t>
            </a:r>
          </a:p>
        </p:txBody>
      </p:sp>
    </p:spTree>
    <p:extLst>
      <p:ext uri="{BB962C8B-B14F-4D97-AF65-F5344CB8AC3E}">
        <p14:creationId xmlns:p14="http://schemas.microsoft.com/office/powerpoint/2010/main" val="3354034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4.2 Evolução: Ger. de Incidentes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872" y="984709"/>
            <a:ext cx="4330923" cy="4064990"/>
          </a:xfrm>
          <a:prstGeom prst="rect">
            <a:avLst/>
          </a:prstGeom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971550" y="1404993"/>
            <a:ext cx="1957426" cy="20210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1800" b="1" dirty="0" smtClean="0">
                <a:solidFill>
                  <a:srgbClr val="C00000"/>
                </a:solidFill>
                <a:latin typeface="+mn-lt"/>
                <a:cs typeface="Arial" pitchFamily="34" charset="0"/>
              </a:rPr>
              <a:t>Exemplo da estrutura de classificação por sintomas.</a:t>
            </a:r>
          </a:p>
        </p:txBody>
      </p:sp>
    </p:spTree>
    <p:extLst>
      <p:ext uri="{BB962C8B-B14F-4D97-AF65-F5344CB8AC3E}">
        <p14:creationId xmlns:p14="http://schemas.microsoft.com/office/powerpoint/2010/main" val="2255612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5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.1 Evolução: Ger. de Mudanças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Retângulo de cantos arredondados 12"/>
          <p:cNvSpPr/>
          <p:nvPr/>
        </p:nvSpPr>
        <p:spPr>
          <a:xfrm>
            <a:off x="576000" y="900000"/>
            <a:ext cx="2846056" cy="4080128"/>
          </a:xfrm>
          <a:prstGeom prst="round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pt-BR" sz="2000" b="1" dirty="0"/>
              <a:t>Gestão de </a:t>
            </a:r>
            <a:r>
              <a:rPr lang="pt-BR" sz="2000" b="1" dirty="0" smtClean="0"/>
              <a:t>Mudanças</a:t>
            </a:r>
            <a:endParaRPr lang="pt-BR" sz="2000" b="1" dirty="0"/>
          </a:p>
          <a:p>
            <a:r>
              <a:rPr lang="pt-BR" sz="1400" b="1" i="1" dirty="0" smtClean="0"/>
              <a:t>Garantir o Registro</a:t>
            </a:r>
            <a:endParaRPr lang="pt-BR" sz="1400" b="1" i="1" dirty="0"/>
          </a:p>
          <a:p>
            <a:endParaRPr lang="pt-BR" sz="1400" b="1" dirty="0"/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300" b="1" dirty="0" smtClean="0">
                <a:solidFill>
                  <a:srgbClr val="FFFF00"/>
                </a:solidFill>
              </a:rPr>
              <a:t>Automação </a:t>
            </a:r>
            <a:r>
              <a:rPr lang="pt-BR" sz="1300" b="1" dirty="0">
                <a:solidFill>
                  <a:srgbClr val="FFFF00"/>
                </a:solidFill>
              </a:rPr>
              <a:t>do Registro Rápido de </a:t>
            </a:r>
            <a:r>
              <a:rPr lang="pt-BR" sz="1300" b="1" dirty="0" smtClean="0">
                <a:solidFill>
                  <a:srgbClr val="FFFF00"/>
                </a:solidFill>
              </a:rPr>
              <a:t>Mudanças Técnicas</a:t>
            </a:r>
            <a:r>
              <a:rPr lang="pt-BR" sz="1300" b="1" dirty="0" smtClean="0"/>
              <a:t> 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/>
              <a:t>Divulgação </a:t>
            </a:r>
            <a:r>
              <a:rPr lang="pt-BR" sz="1300" dirty="0"/>
              <a:t>da Politica para mudanças não registradas 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/>
              <a:t>Criação de indicadores para gerenciamento </a:t>
            </a:r>
            <a:endParaRPr lang="pt-BR" sz="1300" dirty="0" smtClean="0"/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/>
              <a:t>Eventual </a:t>
            </a:r>
            <a:r>
              <a:rPr lang="pt-BR" sz="1300" dirty="0"/>
              <a:t>reforço da equipe </a:t>
            </a:r>
            <a:r>
              <a:rPr lang="pt-BR" sz="1300" dirty="0" smtClean="0"/>
              <a:t>GMUD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/>
              <a:t>Definição </a:t>
            </a:r>
            <a:r>
              <a:rPr lang="pt-BR" sz="1300" dirty="0"/>
              <a:t>ritos diferentes para mudanças </a:t>
            </a:r>
            <a:endParaRPr lang="pt-BR" sz="1300" dirty="0" smtClean="0"/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300" dirty="0" smtClean="0"/>
              <a:t>Revisão </a:t>
            </a:r>
            <a:r>
              <a:rPr lang="pt-BR" sz="1300" dirty="0"/>
              <a:t>do processo de Mudanças </a:t>
            </a:r>
            <a:r>
              <a:rPr lang="pt-BR" sz="1300" dirty="0" smtClean="0"/>
              <a:t>(</a:t>
            </a:r>
            <a:r>
              <a:rPr lang="pt-BR" sz="1300" dirty="0"/>
              <a:t>2016)</a:t>
            </a:r>
          </a:p>
        </p:txBody>
      </p:sp>
      <p:sp>
        <p:nvSpPr>
          <p:cNvPr id="2" name="Chave direita 1"/>
          <p:cNvSpPr/>
          <p:nvPr/>
        </p:nvSpPr>
        <p:spPr>
          <a:xfrm>
            <a:off x="3654319" y="895881"/>
            <a:ext cx="287677" cy="4068000"/>
          </a:xfrm>
          <a:prstGeom prst="rightBrace">
            <a:avLst>
              <a:gd name="adj1" fmla="val 139501"/>
              <a:gd name="adj2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>
            <a:off x="4174259" y="1615923"/>
            <a:ext cx="4450422" cy="2520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16000" indent="-216000" algn="just">
              <a:buFont typeface="Wingdings" panose="05000000000000000000" pitchFamily="2" charset="2"/>
              <a:buChar char="q"/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Facilitar o registro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 mudanças (&lt; 1 minuto);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Viabilizar a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proibição de mudanças sem registro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Eliminar a invisibilidade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sobre a execução de mudanças;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Reduzir incidentes e prazos para solução (</a:t>
            </a:r>
            <a:r>
              <a:rPr lang="pt-BR" sz="1300" b="1" i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rollback</a:t>
            </a:r>
            <a:r>
              <a:rPr lang="pt-BR" sz="13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);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Facilitar a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identificação da causa-raiz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dos incidentes;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Produzir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indicadores precisos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sobre todas as mudanças;</a:t>
            </a: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Identificar </a:t>
            </a:r>
            <a:r>
              <a:rPr lang="pt-BR" sz="13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relacionamentos de Configuração</a:t>
            </a:r>
            <a:r>
              <a:rPr lang="pt-BR" sz="13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;</a:t>
            </a:r>
            <a:endParaRPr lang="pt-BR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pt-BR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Estabelecer uma clara </a:t>
            </a:r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responsabilidade sobre </a:t>
            </a:r>
            <a:r>
              <a:rPr lang="pt-B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riscos</a:t>
            </a:r>
            <a:r>
              <a:rPr lang="pt-BR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tângulo de cantos arredondados 11"/>
          <p:cNvSpPr/>
          <p:nvPr/>
        </p:nvSpPr>
        <p:spPr>
          <a:xfrm>
            <a:off x="4174259" y="1295182"/>
            <a:ext cx="4450423" cy="432000"/>
          </a:xfrm>
          <a:prstGeom prst="roundRect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54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Benefícios</a:t>
            </a:r>
          </a:p>
        </p:txBody>
      </p:sp>
      <p:sp>
        <p:nvSpPr>
          <p:cNvPr id="14" name="Retângulo de cantos arredondados 13"/>
          <p:cNvSpPr/>
          <p:nvPr/>
        </p:nvSpPr>
        <p:spPr>
          <a:xfrm>
            <a:off x="4293754" y="4231646"/>
            <a:ext cx="4211432" cy="5040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smtClean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Resultados efetivos: dezembro 2015.</a:t>
            </a:r>
          </a:p>
        </p:txBody>
      </p:sp>
    </p:spTree>
    <p:extLst>
      <p:ext uri="{BB962C8B-B14F-4D97-AF65-F5344CB8AC3E}">
        <p14:creationId xmlns:p14="http://schemas.microsoft.com/office/powerpoint/2010/main" val="743043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5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.2 Evolução: Ger. de Mudanças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41" y="1248401"/>
            <a:ext cx="8835776" cy="315041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294736" y="692007"/>
            <a:ext cx="411248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>
                <a:srgbClr val="800000"/>
              </a:buClr>
            </a:pPr>
            <a:r>
              <a:rPr lang="pt-BR" sz="1800" b="1" dirty="0" smtClean="0">
                <a:solidFill>
                  <a:srgbClr val="C00000"/>
                </a:solidFill>
                <a:latin typeface="+mn-lt"/>
                <a:cs typeface="Arial" pitchFamily="34" charset="0"/>
              </a:rPr>
              <a:t>Tela de registro de Mudança Técnica</a:t>
            </a:r>
          </a:p>
        </p:txBody>
      </p:sp>
    </p:spTree>
    <p:extLst>
      <p:ext uri="{BB962C8B-B14F-4D97-AF65-F5344CB8AC3E}">
        <p14:creationId xmlns:p14="http://schemas.microsoft.com/office/powerpoint/2010/main" val="2196458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/>
          <p:cNvCxnSpPr/>
          <p:nvPr/>
        </p:nvCxnSpPr>
        <p:spPr>
          <a:xfrm>
            <a:off x="1413429" y="1483099"/>
            <a:ext cx="32658" cy="2712311"/>
          </a:xfrm>
          <a:prstGeom prst="line">
            <a:avLst/>
          </a:prstGeom>
          <a:ln w="444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52708" cy="740920"/>
          </a:xfrm>
          <a:prstGeom prst="rect">
            <a:avLst/>
          </a:prstGeom>
        </p:spPr>
      </p:pic>
      <p:graphicFrame>
        <p:nvGraphicFramePr>
          <p:cNvPr id="11" name="Diagrama 10"/>
          <p:cNvGraphicFramePr/>
          <p:nvPr>
            <p:extLst>
              <p:ext uri="{D42A27DB-BD31-4B8C-83A1-F6EECF244321}">
                <p14:modId xmlns:p14="http://schemas.microsoft.com/office/powerpoint/2010/main" val="300286640"/>
              </p:ext>
            </p:extLst>
          </p:nvPr>
        </p:nvGraphicFramePr>
        <p:xfrm>
          <a:off x="42581" y="4119580"/>
          <a:ext cx="9101419" cy="401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7" name="Pentágono 16"/>
          <p:cNvSpPr/>
          <p:nvPr/>
        </p:nvSpPr>
        <p:spPr>
          <a:xfrm>
            <a:off x="773795" y="3487394"/>
            <a:ext cx="6051548" cy="470419"/>
          </a:xfrm>
          <a:prstGeom prst="homePlate">
            <a:avLst/>
          </a:prstGeom>
          <a:gradFill flip="none" rotWithShape="1">
            <a:gsLst>
              <a:gs pos="0">
                <a:schemeClr val="accent4">
                  <a:lumMod val="110000"/>
                  <a:satMod val="105000"/>
                  <a:tint val="67000"/>
                </a:schemeClr>
              </a:gs>
              <a:gs pos="50000">
                <a:schemeClr val="accent4">
                  <a:lumMod val="105000"/>
                  <a:satMod val="103000"/>
                  <a:tint val="73000"/>
                </a:schemeClr>
              </a:gs>
              <a:gs pos="100000">
                <a:schemeClr val="accent4">
                  <a:lumMod val="105000"/>
                  <a:satMod val="109000"/>
                  <a:tint val="81000"/>
                </a:schemeClr>
              </a:gs>
            </a:gsLst>
            <a:lin ang="10800000" scaled="1"/>
            <a:tileRect/>
          </a:gradFill>
          <a:effectLst>
            <a:outerShdw blurRad="50800" dist="38100" dir="10800000" algn="r" rotWithShape="0">
              <a:prstClr val="black">
                <a:alpha val="36000"/>
              </a:prstClr>
            </a:outerShdw>
            <a:softEdge rad="63500"/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200" b="1" i="1" dirty="0" err="1"/>
              <a:t>Proj</a:t>
            </a:r>
            <a:r>
              <a:rPr lang="pt-BR" sz="1200" b="1" i="1" dirty="0"/>
              <a:t>. </a:t>
            </a:r>
            <a:r>
              <a:rPr lang="pt-BR" sz="1200" b="1" i="1" dirty="0" smtClean="0"/>
              <a:t>Gravação (NICE)</a:t>
            </a:r>
            <a:endParaRPr lang="pt-BR" sz="1200" b="1" i="1" dirty="0"/>
          </a:p>
          <a:p>
            <a:r>
              <a:rPr lang="pt-BR" sz="1200" dirty="0"/>
              <a:t>Beneficiados: Santander, ITAU, Bradesco, VIVO, </a:t>
            </a:r>
            <a:r>
              <a:rPr lang="pt-BR" sz="1200" dirty="0" smtClean="0"/>
              <a:t>OI</a:t>
            </a:r>
            <a:endParaRPr lang="pt-BR" sz="1200" dirty="0"/>
          </a:p>
        </p:txBody>
      </p:sp>
      <p:sp>
        <p:nvSpPr>
          <p:cNvPr id="22" name="Pentágono 21"/>
          <p:cNvSpPr/>
          <p:nvPr/>
        </p:nvSpPr>
        <p:spPr>
          <a:xfrm>
            <a:off x="773795" y="2368900"/>
            <a:ext cx="8098062" cy="446068"/>
          </a:xfrm>
          <a:prstGeom prst="homePlate">
            <a:avLst/>
          </a:prstGeom>
          <a:gradFill flip="none" rotWithShape="1">
            <a:gsLst>
              <a:gs pos="0">
                <a:schemeClr val="accent4">
                  <a:lumMod val="110000"/>
                  <a:satMod val="105000"/>
                  <a:tint val="67000"/>
                </a:schemeClr>
              </a:gs>
              <a:gs pos="50000">
                <a:schemeClr val="accent4">
                  <a:lumMod val="105000"/>
                  <a:satMod val="103000"/>
                  <a:tint val="73000"/>
                </a:schemeClr>
              </a:gs>
              <a:gs pos="100000">
                <a:schemeClr val="accent4">
                  <a:lumMod val="105000"/>
                  <a:satMod val="109000"/>
                  <a:tint val="81000"/>
                </a:schemeClr>
              </a:gs>
            </a:gsLst>
            <a:lin ang="10800000" scaled="1"/>
            <a:tileRect/>
          </a:gradFill>
          <a:effectLst>
            <a:outerShdw blurRad="50800" dist="38100" dir="10800000" algn="r" rotWithShape="0">
              <a:prstClr val="black">
                <a:alpha val="36000"/>
              </a:prstClr>
            </a:outerShdw>
            <a:softEdge rad="63500"/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Clr>
                <a:srgbClr val="800000"/>
              </a:buClr>
            </a:pPr>
            <a:r>
              <a:rPr lang="pt-BR" sz="1200" b="1" i="1" dirty="0" err="1"/>
              <a:t>Proj</a:t>
            </a:r>
            <a:r>
              <a:rPr lang="pt-BR" sz="1200" b="1" i="1" dirty="0"/>
              <a:t>. </a:t>
            </a:r>
            <a:r>
              <a:rPr lang="pt-BR" sz="1200" b="1" dirty="0">
                <a:solidFill>
                  <a:schemeClr val="tx1"/>
                </a:solidFill>
                <a:cs typeface="Arial" pitchFamily="34" charset="0"/>
              </a:rPr>
              <a:t>Ura Internalização</a:t>
            </a:r>
          </a:p>
          <a:p>
            <a:r>
              <a:rPr lang="pt-BR" sz="1200" dirty="0" smtClean="0"/>
              <a:t>Beneficiados</a:t>
            </a:r>
            <a:r>
              <a:rPr lang="pt-BR" sz="1200" dirty="0"/>
              <a:t>: Santander CRC - SAC; TAM</a:t>
            </a:r>
          </a:p>
        </p:txBody>
      </p:sp>
      <p:sp>
        <p:nvSpPr>
          <p:cNvPr id="24" name="Pentágono 23"/>
          <p:cNvSpPr/>
          <p:nvPr/>
        </p:nvSpPr>
        <p:spPr>
          <a:xfrm>
            <a:off x="752709" y="1773375"/>
            <a:ext cx="3503606" cy="507510"/>
          </a:xfrm>
          <a:prstGeom prst="homePlate">
            <a:avLst/>
          </a:prstGeom>
          <a:gradFill flip="none" rotWithShape="1">
            <a:gsLst>
              <a:gs pos="0">
                <a:schemeClr val="accent4">
                  <a:lumMod val="110000"/>
                  <a:satMod val="105000"/>
                  <a:tint val="67000"/>
                </a:schemeClr>
              </a:gs>
              <a:gs pos="50000">
                <a:schemeClr val="accent4">
                  <a:lumMod val="105000"/>
                  <a:satMod val="103000"/>
                  <a:tint val="73000"/>
                </a:schemeClr>
              </a:gs>
              <a:gs pos="100000">
                <a:schemeClr val="accent4">
                  <a:lumMod val="105000"/>
                  <a:satMod val="109000"/>
                  <a:tint val="81000"/>
                </a:schemeClr>
              </a:gs>
            </a:gsLst>
            <a:lin ang="10800000" scaled="1"/>
            <a:tileRect/>
          </a:gradFill>
          <a:effectLst>
            <a:outerShdw blurRad="50800" dist="38100" dir="10800000" algn="r" rotWithShape="0">
              <a:prstClr val="black">
                <a:alpha val="36000"/>
              </a:prstClr>
            </a:outerShdw>
            <a:softEdge rad="63500"/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Clr>
                <a:srgbClr val="800000"/>
              </a:buClr>
            </a:pPr>
            <a:r>
              <a:rPr lang="pt-BR" sz="1200" b="1" i="1" dirty="0" err="1"/>
              <a:t>Proj</a:t>
            </a:r>
            <a:r>
              <a:rPr lang="pt-BR" sz="1200" b="1" i="1" dirty="0"/>
              <a:t>. </a:t>
            </a:r>
            <a:r>
              <a:rPr lang="pt-BR" sz="1200" b="1" dirty="0" smtClean="0">
                <a:solidFill>
                  <a:schemeClr val="tx1"/>
                </a:solidFill>
                <a:cs typeface="Arial" pitchFamily="34" charset="0"/>
              </a:rPr>
              <a:t>Aspect 7.3 (1° Fase – Instalar Infra)</a:t>
            </a:r>
          </a:p>
          <a:p>
            <a:pPr>
              <a:buClr>
                <a:srgbClr val="800000"/>
              </a:buClr>
            </a:pPr>
            <a:r>
              <a:rPr lang="pt-BR" sz="1200" dirty="0" smtClean="0"/>
              <a:t>Beneficiados</a:t>
            </a:r>
            <a:r>
              <a:rPr lang="pt-BR" sz="1200" dirty="0"/>
              <a:t>: </a:t>
            </a:r>
            <a:r>
              <a:rPr lang="pt-BR" sz="1200" dirty="0" err="1" smtClean="0"/>
              <a:t>Cielo</a:t>
            </a:r>
            <a:r>
              <a:rPr lang="pt-BR" sz="1200" dirty="0" smtClean="0"/>
              <a:t> /SKY</a:t>
            </a:r>
            <a:endParaRPr lang="pt-BR" sz="1200" dirty="0"/>
          </a:p>
        </p:txBody>
      </p:sp>
      <p:sp>
        <p:nvSpPr>
          <p:cNvPr id="25" name="Pentágono 24"/>
          <p:cNvSpPr/>
          <p:nvPr/>
        </p:nvSpPr>
        <p:spPr>
          <a:xfrm>
            <a:off x="752709" y="2912215"/>
            <a:ext cx="2619206" cy="496293"/>
          </a:xfrm>
          <a:prstGeom prst="homePlate">
            <a:avLst/>
          </a:prstGeom>
          <a:gradFill flip="none" rotWithShape="1">
            <a:gsLst>
              <a:gs pos="0">
                <a:schemeClr val="accent4">
                  <a:lumMod val="110000"/>
                  <a:satMod val="105000"/>
                  <a:tint val="67000"/>
                </a:schemeClr>
              </a:gs>
              <a:gs pos="50000">
                <a:schemeClr val="accent4">
                  <a:lumMod val="105000"/>
                  <a:satMod val="103000"/>
                  <a:tint val="73000"/>
                </a:schemeClr>
              </a:gs>
              <a:gs pos="100000">
                <a:schemeClr val="accent4">
                  <a:lumMod val="105000"/>
                  <a:satMod val="109000"/>
                  <a:tint val="81000"/>
                </a:schemeClr>
              </a:gs>
            </a:gsLst>
            <a:lin ang="10800000" scaled="1"/>
            <a:tileRect/>
          </a:gradFill>
          <a:effectLst>
            <a:outerShdw blurRad="50800" dist="38100" dir="10800000" algn="r" rotWithShape="0">
              <a:prstClr val="black">
                <a:alpha val="36000"/>
              </a:prstClr>
            </a:outerShdw>
            <a:softEdge rad="63500"/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200" b="1" i="1" dirty="0" err="1"/>
              <a:t>Proj</a:t>
            </a:r>
            <a:r>
              <a:rPr lang="pt-BR" sz="1200" b="1" i="1" dirty="0"/>
              <a:t>. Monitoração</a:t>
            </a:r>
          </a:p>
          <a:p>
            <a:r>
              <a:rPr lang="pt-BR" sz="1200" dirty="0"/>
              <a:t>Beneficiados: </a:t>
            </a:r>
            <a:r>
              <a:rPr lang="pt-BR" sz="1200" dirty="0" smtClean="0"/>
              <a:t>Brasil</a:t>
            </a:r>
            <a:endParaRPr lang="pt-BR" sz="1200" dirty="0"/>
          </a:p>
        </p:txBody>
      </p:sp>
      <p:sp>
        <p:nvSpPr>
          <p:cNvPr id="2" name="Retângulo de cantos arredondados 1"/>
          <p:cNvSpPr/>
          <p:nvPr/>
        </p:nvSpPr>
        <p:spPr>
          <a:xfrm>
            <a:off x="117987" y="2957619"/>
            <a:ext cx="504000" cy="396000"/>
          </a:xfrm>
          <a:prstGeom prst="roundRect">
            <a:avLst/>
          </a:prstGeom>
          <a:solidFill>
            <a:srgbClr val="00B05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29%</a:t>
            </a:r>
            <a:endParaRPr lang="pt-BR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" name="Retângulo de cantos arredondados 20"/>
          <p:cNvSpPr/>
          <p:nvPr/>
        </p:nvSpPr>
        <p:spPr>
          <a:xfrm>
            <a:off x="117987" y="3524057"/>
            <a:ext cx="504000" cy="396000"/>
          </a:xfrm>
          <a:prstGeom prst="roundRect">
            <a:avLst/>
          </a:prstGeom>
          <a:solidFill>
            <a:srgbClr val="00B05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r>
              <a:rPr lang="pt-BR" sz="1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%</a:t>
            </a:r>
            <a:endParaRPr lang="pt-BR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6" name="Retângulo de cantos arredondados 25"/>
          <p:cNvSpPr/>
          <p:nvPr/>
        </p:nvSpPr>
        <p:spPr>
          <a:xfrm>
            <a:off x="117987" y="2393934"/>
            <a:ext cx="504000" cy="396000"/>
          </a:xfrm>
          <a:prstGeom prst="roundRect">
            <a:avLst/>
          </a:prstGeom>
          <a:solidFill>
            <a:srgbClr val="00B05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20%</a:t>
            </a:r>
            <a:endParaRPr lang="pt-BR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7" name="Retângulo de cantos arredondados 26"/>
          <p:cNvSpPr/>
          <p:nvPr/>
        </p:nvSpPr>
        <p:spPr>
          <a:xfrm>
            <a:off x="117987" y="1829130"/>
            <a:ext cx="504000" cy="396000"/>
          </a:xfrm>
          <a:prstGeom prst="roundRect">
            <a:avLst/>
          </a:prstGeom>
          <a:solidFill>
            <a:srgbClr val="00B05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r>
              <a:rPr lang="pt-BR" sz="1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%</a:t>
            </a:r>
            <a:endParaRPr lang="pt-BR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877096" y="1126670"/>
            <a:ext cx="1095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>
                <a:solidFill>
                  <a:srgbClr val="FF0000"/>
                </a:solidFill>
              </a:rPr>
              <a:t>30/Out</a:t>
            </a:r>
            <a:endParaRPr lang="pt-BR" dirty="0">
              <a:solidFill>
                <a:srgbClr val="FF0000"/>
              </a:solidFill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2641083" y="3018238"/>
            <a:ext cx="838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 smtClean="0"/>
              <a:t>17/Dez</a:t>
            </a:r>
            <a:endParaRPr lang="pt-BR" sz="1200" b="1" dirty="0"/>
          </a:p>
        </p:txBody>
      </p:sp>
      <p:sp>
        <p:nvSpPr>
          <p:cNvPr id="23" name="CaixaDeTexto 22"/>
          <p:cNvSpPr txBox="1"/>
          <p:nvPr/>
        </p:nvSpPr>
        <p:spPr>
          <a:xfrm>
            <a:off x="3557306" y="1888631"/>
            <a:ext cx="838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 smtClean="0"/>
              <a:t>02/Jan</a:t>
            </a:r>
            <a:endParaRPr lang="pt-BR" sz="1200" b="1" dirty="0"/>
          </a:p>
        </p:txBody>
      </p:sp>
      <p:sp>
        <p:nvSpPr>
          <p:cNvPr id="28" name="CaixaDeTexto 27"/>
          <p:cNvSpPr txBox="1"/>
          <p:nvPr/>
        </p:nvSpPr>
        <p:spPr>
          <a:xfrm>
            <a:off x="6034403" y="3584103"/>
            <a:ext cx="838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 smtClean="0"/>
              <a:t>03/Mar</a:t>
            </a:r>
            <a:endParaRPr lang="pt-BR" sz="1200" b="1" dirty="0"/>
          </a:p>
        </p:txBody>
      </p:sp>
      <p:sp>
        <p:nvSpPr>
          <p:cNvPr id="29" name="CaixaDeTexto 28"/>
          <p:cNvSpPr txBox="1"/>
          <p:nvPr/>
        </p:nvSpPr>
        <p:spPr>
          <a:xfrm>
            <a:off x="8159902" y="2453434"/>
            <a:ext cx="838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 smtClean="0"/>
              <a:t>28/</a:t>
            </a:r>
            <a:r>
              <a:rPr lang="pt-BR" sz="1200" b="1" dirty="0" err="1" smtClean="0"/>
              <a:t>Abr</a:t>
            </a:r>
            <a:endParaRPr lang="pt-BR" sz="1200" b="1" dirty="0"/>
          </a:p>
        </p:txBody>
      </p:sp>
      <p:sp>
        <p:nvSpPr>
          <p:cNvPr id="33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6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Evolução: Projetos Estruturais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96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de cantos arredondados 6"/>
          <p:cNvSpPr/>
          <p:nvPr/>
        </p:nvSpPr>
        <p:spPr>
          <a:xfrm>
            <a:off x="1065791" y="370671"/>
            <a:ext cx="7780258" cy="3598334"/>
          </a:xfrm>
          <a:prstGeom prst="roundRect">
            <a:avLst>
              <a:gd name="adj" fmla="val 214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16000" indent="-216000" algn="just">
              <a:buFont typeface="Wingdings" panose="05000000000000000000" pitchFamily="2" charset="2"/>
              <a:buChar char="q"/>
            </a:pPr>
            <a:endParaRPr lang="pt-BR" sz="14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52000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6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Gestão de Alertas – Aquisição / movimentação de Ativos (OPEX)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Consolidação de alarmes visuais nível Brasil – 30/10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Desenho de proposta para processo de aquisição / movimentação de ativos.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Alinhamento com área de gestão de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ativos e sites.</a:t>
            </a:r>
            <a:endParaRPr lang="pt-BR" sz="12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52000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6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Antivírus: 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de </a:t>
            </a:r>
            <a:r>
              <a:rPr lang="pt-BR" sz="12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KPIs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 área de controle.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Melhoria do processo de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atualização.</a:t>
            </a:r>
            <a:endParaRPr lang="pt-BR" sz="1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52000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6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Windows Update: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Definição de </a:t>
            </a:r>
            <a:r>
              <a:rPr lang="pt-BR" sz="12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KPIs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 área de controle.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Melhoria do processo de execução e homologação.</a:t>
            </a:r>
          </a:p>
          <a:p>
            <a:pPr marL="252000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6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Licenças: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Implementação de ferramenta de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Discovery (SCCM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/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ZABBIX /DELL  OPEN MANAGER) – Em andamento </a:t>
            </a:r>
            <a:endParaRPr lang="pt-BR" sz="1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Remoção de SW </a:t>
            </a:r>
            <a:r>
              <a:rPr lang="pt-BR" sz="12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indevidos e racionalização de </a:t>
            </a: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licenças.</a:t>
            </a:r>
          </a:p>
          <a:p>
            <a:pPr marL="252000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pt-BR" sz="16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Segregação de Ambientes: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ü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Matriz de responsabilidade – 13/11</a:t>
            </a:r>
          </a:p>
          <a:p>
            <a:pPr marL="709200" lvl="1" indent="-25200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pt-B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Ajuste dos acessos baseados na matriz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Riscos 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 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Gerenciar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49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039091" y="30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20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8</a:t>
            </a: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. Indicadores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 rotWithShape="1">
          <a:blip r:embed="rId5"/>
          <a:srcRect l="13774" t="20586" r="13974" b="4914"/>
          <a:stretch/>
        </p:blipFill>
        <p:spPr>
          <a:xfrm>
            <a:off x="920178" y="751652"/>
            <a:ext cx="7215871" cy="4183165"/>
          </a:xfrm>
          <a:prstGeom prst="rect">
            <a:avLst/>
          </a:prstGeom>
        </p:spPr>
      </p:pic>
      <p:sp>
        <p:nvSpPr>
          <p:cNvPr id="2" name="CaixaDeTexto 1"/>
          <p:cNvSpPr txBox="1"/>
          <p:nvPr/>
        </p:nvSpPr>
        <p:spPr>
          <a:xfrm>
            <a:off x="4415151" y="651671"/>
            <a:ext cx="157066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solidFill>
                  <a:schemeClr val="accent2">
                    <a:lumMod val="75000"/>
                  </a:schemeClr>
                </a:solidFill>
              </a:rPr>
              <a:t>Redução de 24% de incidentes de alto impacto</a:t>
            </a:r>
            <a:endParaRPr lang="pt-BR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979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333" y="289005"/>
            <a:ext cx="1603348" cy="291323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8" y="4384319"/>
            <a:ext cx="955343" cy="763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 descr="t03-02.jpg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0"/>
            <a:ext cx="789296" cy="77693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503" y="650871"/>
            <a:ext cx="6027461" cy="4520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562659" y="90471"/>
            <a:ext cx="6254098" cy="56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>
                <a:srgbClr val="800000"/>
              </a:buClr>
            </a:pPr>
            <a:r>
              <a:rPr lang="pt-BR" sz="2800" b="1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7. Alinhamento</a:t>
            </a:r>
            <a:endParaRPr lang="pt-BR" sz="1800" b="1" dirty="0" smtClean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26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0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6807</TotalTime>
  <Words>930</Words>
  <Application>Microsoft Office PowerPoint</Application>
  <PresentationFormat>Personalizar</PresentationFormat>
  <Paragraphs>172</Paragraphs>
  <Slides>14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Tema do Office</vt:lpstr>
      <vt:lpstr>5_Tema do Office</vt:lpstr>
      <vt:lpstr>7_Tema do Office</vt:lpstr>
      <vt:lpstr>10_Tema do Office</vt:lpstr>
      <vt:lpstr>Slide do think-cell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Gustavo Nitzsche</dc:creator>
  <cp:lastModifiedBy>Luis Marçal</cp:lastModifiedBy>
  <cp:revision>548</cp:revision>
  <dcterms:created xsi:type="dcterms:W3CDTF">2015-08-20T14:57:26Z</dcterms:created>
  <dcterms:modified xsi:type="dcterms:W3CDTF">2015-10-30T10:56:07Z</dcterms:modified>
</cp:coreProperties>
</file>