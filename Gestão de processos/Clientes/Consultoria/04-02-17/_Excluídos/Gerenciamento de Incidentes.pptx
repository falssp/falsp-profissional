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51" r:id="rId5"/>
  </p:sldMasterIdLst>
  <p:sldIdLst>
    <p:sldId id="282" r:id="rId6"/>
    <p:sldId id="285" r:id="rId7"/>
    <p:sldId id="284" r:id="rId8"/>
    <p:sldId id="283" r:id="rId9"/>
    <p:sldId id="286" r:id="rId10"/>
    <p:sldId id="287" r:id="rId11"/>
    <p:sldId id="288" r:id="rId12"/>
    <p:sldId id="292" r:id="rId13"/>
    <p:sldId id="297" r:id="rId14"/>
    <p:sldId id="293" r:id="rId15"/>
    <p:sldId id="296" r:id="rId16"/>
    <p:sldId id="29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>
          <p15:clr>
            <a:srgbClr val="A4A3A4"/>
          </p15:clr>
        </p15:guide>
        <p15:guide id="2" pos="112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1F610"/>
    <a:srgbClr val="19345B"/>
    <a:srgbClr val="1934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Estilo Médio 2 - Ênfas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Estilo Médio 2 - Ênfase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Estilo Médio 2 - Ênfase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1E4AEA4-8DFA-4A89-87EB-49C32662AFE0}" styleName="Estilo Médio 2 - Ênfas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6838" autoAdjust="0"/>
    <p:restoredTop sz="99854" autoAdjust="0"/>
  </p:normalViewPr>
  <p:slideViewPr>
    <p:cSldViewPr snapToGrid="0" snapToObjects="1">
      <p:cViewPr varScale="1">
        <p:scale>
          <a:sx n="73" d="100"/>
          <a:sy n="73" d="100"/>
        </p:scale>
        <p:origin x="834" y="78"/>
      </p:cViewPr>
      <p:guideLst>
        <p:guide orient="horz"/>
        <p:guide pos="112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F036B3-8750-4E1D-8FA7-F263AEB6DB11}" type="doc">
      <dgm:prSet loTypeId="urn:microsoft.com/office/officeart/2005/8/layout/hProcess6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489761C6-2776-4A98-9964-B36996043D17}">
      <dgm:prSet phldrT="[Texto]" custT="1"/>
      <dgm:spPr/>
      <dgm:t>
        <a:bodyPr/>
        <a:lstStyle/>
        <a:p>
          <a:r>
            <a:rPr lang="pt-BR" sz="1800" dirty="0" smtClean="0"/>
            <a:t>N1</a:t>
          </a:r>
          <a:endParaRPr lang="pt-BR" sz="2300" dirty="0"/>
        </a:p>
      </dgm:t>
    </dgm:pt>
    <dgm:pt modelId="{0CB9710B-AE2F-4F32-8349-628497CDFE19}" type="parTrans" cxnId="{8B0A2860-F86E-4D1C-A753-18D9614F14A1}">
      <dgm:prSet/>
      <dgm:spPr/>
      <dgm:t>
        <a:bodyPr/>
        <a:lstStyle/>
        <a:p>
          <a:endParaRPr lang="pt-BR"/>
        </a:p>
      </dgm:t>
    </dgm:pt>
    <dgm:pt modelId="{9B1F99B4-872B-407E-A134-993137106B40}" type="sibTrans" cxnId="{8B0A2860-F86E-4D1C-A753-18D9614F14A1}">
      <dgm:prSet/>
      <dgm:spPr/>
      <dgm:t>
        <a:bodyPr/>
        <a:lstStyle/>
        <a:p>
          <a:endParaRPr lang="pt-BR"/>
        </a:p>
      </dgm:t>
    </dgm:pt>
    <dgm:pt modelId="{85F420D3-9A9F-4FC7-9F89-9120C5E3CB8C}">
      <dgm:prSet phldrT="[Texto]" custT="1"/>
      <dgm:spPr/>
      <dgm:t>
        <a:bodyPr/>
        <a:lstStyle/>
        <a:p>
          <a:r>
            <a:rPr lang="pt-BR" sz="1000" dirty="0" smtClean="0"/>
            <a:t>Verificar</a:t>
          </a:r>
        </a:p>
        <a:p>
          <a:r>
            <a:rPr lang="pt-BR" sz="1000" dirty="0" smtClean="0"/>
            <a:t>Contorno</a:t>
          </a:r>
          <a:endParaRPr lang="pt-BR" sz="600" dirty="0"/>
        </a:p>
      </dgm:t>
    </dgm:pt>
    <dgm:pt modelId="{F097E72E-3126-4228-98DC-048C8DE0D69F}" type="parTrans" cxnId="{937ABCB6-8AD5-4589-A526-3EAC2BD489CD}">
      <dgm:prSet/>
      <dgm:spPr/>
      <dgm:t>
        <a:bodyPr/>
        <a:lstStyle/>
        <a:p>
          <a:endParaRPr lang="pt-BR"/>
        </a:p>
      </dgm:t>
    </dgm:pt>
    <dgm:pt modelId="{E6206531-2112-4594-9416-0F4B08F51BC5}" type="sibTrans" cxnId="{937ABCB6-8AD5-4589-A526-3EAC2BD489CD}">
      <dgm:prSet/>
      <dgm:spPr/>
      <dgm:t>
        <a:bodyPr/>
        <a:lstStyle/>
        <a:p>
          <a:endParaRPr lang="pt-BR"/>
        </a:p>
      </dgm:t>
    </dgm:pt>
    <dgm:pt modelId="{1A4D1349-6A65-4007-9D34-720BA9DA4C30}">
      <dgm:prSet phldrT="[Texto]" custT="1"/>
      <dgm:spPr/>
      <dgm:t>
        <a:bodyPr/>
        <a:lstStyle/>
        <a:p>
          <a:r>
            <a:rPr lang="pt-BR" sz="1800" dirty="0" smtClean="0"/>
            <a:t>N2</a:t>
          </a:r>
          <a:endParaRPr lang="pt-BR" sz="2300" dirty="0"/>
        </a:p>
      </dgm:t>
    </dgm:pt>
    <dgm:pt modelId="{AED00598-8CBE-4447-8114-BF2C921ECAF6}" type="parTrans" cxnId="{EFD985C7-5697-46F8-B04D-A9E3717FE83A}">
      <dgm:prSet/>
      <dgm:spPr/>
      <dgm:t>
        <a:bodyPr/>
        <a:lstStyle/>
        <a:p>
          <a:endParaRPr lang="pt-BR"/>
        </a:p>
      </dgm:t>
    </dgm:pt>
    <dgm:pt modelId="{86EA1543-D61F-447A-9ABD-39EF4F8FD36D}" type="sibTrans" cxnId="{EFD985C7-5697-46F8-B04D-A9E3717FE83A}">
      <dgm:prSet/>
      <dgm:spPr/>
      <dgm:t>
        <a:bodyPr/>
        <a:lstStyle/>
        <a:p>
          <a:endParaRPr lang="pt-BR"/>
        </a:p>
      </dgm:t>
    </dgm:pt>
    <dgm:pt modelId="{46D9917E-A712-4415-B271-B83350759D94}">
      <dgm:prSet phldrT="[Texto]" custT="1"/>
      <dgm:spPr/>
      <dgm:t>
        <a:bodyPr/>
        <a:lstStyle/>
        <a:p>
          <a:r>
            <a:rPr lang="pt-BR" sz="1000" dirty="0" smtClean="0"/>
            <a:t>Acionar Técnico</a:t>
          </a:r>
          <a:endParaRPr lang="pt-BR" sz="600" dirty="0"/>
        </a:p>
      </dgm:t>
    </dgm:pt>
    <dgm:pt modelId="{32EAF2AD-A51A-4955-AF73-FD99FC7BC873}" type="parTrans" cxnId="{96284680-CB02-40A8-ADD2-61C673963C53}">
      <dgm:prSet/>
      <dgm:spPr/>
      <dgm:t>
        <a:bodyPr/>
        <a:lstStyle/>
        <a:p>
          <a:endParaRPr lang="pt-BR"/>
        </a:p>
      </dgm:t>
    </dgm:pt>
    <dgm:pt modelId="{4279C113-DE2A-4E53-B7D3-8C31B8F1D02A}" type="sibTrans" cxnId="{96284680-CB02-40A8-ADD2-61C673963C53}">
      <dgm:prSet/>
      <dgm:spPr/>
      <dgm:t>
        <a:bodyPr/>
        <a:lstStyle/>
        <a:p>
          <a:endParaRPr lang="pt-BR"/>
        </a:p>
      </dgm:t>
    </dgm:pt>
    <dgm:pt modelId="{31841F15-D36C-4059-A562-B2E120695075}">
      <dgm:prSet phldrT="[Texto]" custT="1"/>
      <dgm:spPr/>
      <dgm:t>
        <a:bodyPr/>
        <a:lstStyle/>
        <a:p>
          <a:r>
            <a:rPr lang="pt-BR" sz="1800" dirty="0" smtClean="0"/>
            <a:t>N3</a:t>
          </a:r>
          <a:endParaRPr lang="pt-BR" sz="1800" dirty="0"/>
        </a:p>
      </dgm:t>
    </dgm:pt>
    <dgm:pt modelId="{3A92EEE2-E901-42F9-9BDE-A76CC6604FE8}" type="parTrans" cxnId="{C86A17A0-D284-44A3-BD4E-6CC9AA9A55E9}">
      <dgm:prSet/>
      <dgm:spPr/>
      <dgm:t>
        <a:bodyPr/>
        <a:lstStyle/>
        <a:p>
          <a:endParaRPr lang="pt-BR"/>
        </a:p>
      </dgm:t>
    </dgm:pt>
    <dgm:pt modelId="{F4A61703-C6C3-4D27-92CE-D4255A3E7473}" type="sibTrans" cxnId="{C86A17A0-D284-44A3-BD4E-6CC9AA9A55E9}">
      <dgm:prSet/>
      <dgm:spPr/>
      <dgm:t>
        <a:bodyPr/>
        <a:lstStyle/>
        <a:p>
          <a:endParaRPr lang="pt-BR"/>
        </a:p>
      </dgm:t>
    </dgm:pt>
    <dgm:pt modelId="{2A94B959-D084-4C66-9395-438DF3ABDCC1}">
      <dgm:prSet phldrT="[Texto]" custT="1"/>
      <dgm:spPr/>
      <dgm:t>
        <a:bodyPr/>
        <a:lstStyle/>
        <a:p>
          <a:r>
            <a:rPr lang="pt-BR" sz="900" dirty="0" smtClean="0"/>
            <a:t>Acionar</a:t>
          </a:r>
        </a:p>
        <a:p>
          <a:r>
            <a:rPr lang="pt-BR" sz="900" dirty="0" smtClean="0"/>
            <a:t>  Fornecedor / Especialistas</a:t>
          </a:r>
          <a:endParaRPr lang="pt-BR" sz="900" dirty="0"/>
        </a:p>
      </dgm:t>
    </dgm:pt>
    <dgm:pt modelId="{A883A1CF-DBBF-4C63-90B8-AF3441C70A4F}" type="parTrans" cxnId="{3F815433-0774-4081-9AA7-68C780CD6D9A}">
      <dgm:prSet/>
      <dgm:spPr/>
      <dgm:t>
        <a:bodyPr/>
        <a:lstStyle/>
        <a:p>
          <a:endParaRPr lang="pt-BR"/>
        </a:p>
      </dgm:t>
    </dgm:pt>
    <dgm:pt modelId="{5BE55F25-65CE-4C35-8827-81D88B93A85B}" type="sibTrans" cxnId="{3F815433-0774-4081-9AA7-68C780CD6D9A}">
      <dgm:prSet/>
      <dgm:spPr/>
      <dgm:t>
        <a:bodyPr/>
        <a:lstStyle/>
        <a:p>
          <a:endParaRPr lang="pt-BR"/>
        </a:p>
      </dgm:t>
    </dgm:pt>
    <dgm:pt modelId="{D9A59F2E-7EAF-43D4-979B-227F1D19A6D7}" type="pres">
      <dgm:prSet presAssocID="{DFF036B3-8750-4E1D-8FA7-F263AEB6DB11}" presName="theList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pt-BR"/>
        </a:p>
      </dgm:t>
    </dgm:pt>
    <dgm:pt modelId="{26FEB0FC-5696-4251-9345-A637B49A7ACE}" type="pres">
      <dgm:prSet presAssocID="{489761C6-2776-4A98-9964-B36996043D17}" presName="compNode" presStyleCnt="0"/>
      <dgm:spPr/>
    </dgm:pt>
    <dgm:pt modelId="{2138CFB6-9CD4-46C7-B440-51949193DBC8}" type="pres">
      <dgm:prSet presAssocID="{489761C6-2776-4A98-9964-B36996043D17}" presName="noGeometry" presStyleCnt="0"/>
      <dgm:spPr/>
    </dgm:pt>
    <dgm:pt modelId="{94CF78BC-D076-48FC-87A2-04E4674F04E7}" type="pres">
      <dgm:prSet presAssocID="{489761C6-2776-4A98-9964-B36996043D17}" presName="childTextVisible" presStyleLbl="bgAccFollowNode1" presStyleIdx="0" presStyleCnt="3" custScaleX="131110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6407E3E5-6234-4242-8664-1685508BFA04}" type="pres">
      <dgm:prSet presAssocID="{489761C6-2776-4A98-9964-B36996043D17}" presName="childTextHidden" presStyleLbl="bgAccFollowNode1" presStyleIdx="0" presStyleCnt="3"/>
      <dgm:spPr/>
      <dgm:t>
        <a:bodyPr/>
        <a:lstStyle/>
        <a:p>
          <a:endParaRPr lang="pt-BR"/>
        </a:p>
      </dgm:t>
    </dgm:pt>
    <dgm:pt modelId="{406B17D0-B47D-4958-B341-27A434278DF7}" type="pres">
      <dgm:prSet presAssocID="{489761C6-2776-4A98-9964-B36996043D17}" presName="parentText" presStyleLbl="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55518734-D814-4826-A4C6-707695435FED}" type="pres">
      <dgm:prSet presAssocID="{489761C6-2776-4A98-9964-B36996043D17}" presName="aSpace" presStyleCnt="0"/>
      <dgm:spPr/>
    </dgm:pt>
    <dgm:pt modelId="{5F690046-E63A-4858-B91C-17DFA1B77E68}" type="pres">
      <dgm:prSet presAssocID="{1A4D1349-6A65-4007-9D34-720BA9DA4C30}" presName="compNode" presStyleCnt="0"/>
      <dgm:spPr/>
    </dgm:pt>
    <dgm:pt modelId="{476878D0-15E3-4CDC-84C7-EE67B7C90899}" type="pres">
      <dgm:prSet presAssocID="{1A4D1349-6A65-4007-9D34-720BA9DA4C30}" presName="noGeometry" presStyleCnt="0"/>
      <dgm:spPr/>
    </dgm:pt>
    <dgm:pt modelId="{CDBB2BEB-DE29-4FA7-A74F-FD116ABC90E7}" type="pres">
      <dgm:prSet presAssocID="{1A4D1349-6A65-4007-9D34-720BA9DA4C30}" presName="childTextVisible" presStyleLbl="bgAccFollowNode1" presStyleIdx="1" presStyleCnt="3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B3A818E3-73FE-4A6B-BB6D-B085EFA2C833}" type="pres">
      <dgm:prSet presAssocID="{1A4D1349-6A65-4007-9D34-720BA9DA4C30}" presName="childTextHidden" presStyleLbl="bgAccFollowNode1" presStyleIdx="1" presStyleCnt="3"/>
      <dgm:spPr/>
      <dgm:t>
        <a:bodyPr/>
        <a:lstStyle/>
        <a:p>
          <a:endParaRPr lang="pt-BR"/>
        </a:p>
      </dgm:t>
    </dgm:pt>
    <dgm:pt modelId="{FE48B13B-69EE-4059-AEC5-D9D6A4B16197}" type="pres">
      <dgm:prSet presAssocID="{1A4D1349-6A65-4007-9D34-720BA9DA4C30}" presName="parentText" presStyleLbl="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AD3C4322-64E5-452F-B9AD-87B2E4DDFD43}" type="pres">
      <dgm:prSet presAssocID="{1A4D1349-6A65-4007-9D34-720BA9DA4C30}" presName="aSpace" presStyleCnt="0"/>
      <dgm:spPr/>
    </dgm:pt>
    <dgm:pt modelId="{0564BFC6-0132-4E58-9BB3-FFC5FEA44AA1}" type="pres">
      <dgm:prSet presAssocID="{31841F15-D36C-4059-A562-B2E120695075}" presName="compNode" presStyleCnt="0"/>
      <dgm:spPr/>
    </dgm:pt>
    <dgm:pt modelId="{0755A497-14CA-4B29-A5D6-A330F5FCE09C}" type="pres">
      <dgm:prSet presAssocID="{31841F15-D36C-4059-A562-B2E120695075}" presName="noGeometry" presStyleCnt="0"/>
      <dgm:spPr/>
    </dgm:pt>
    <dgm:pt modelId="{CAA86D23-DAF1-4894-A745-EF5A3891AD72}" type="pres">
      <dgm:prSet presAssocID="{31841F15-D36C-4059-A562-B2E120695075}" presName="childTextVisible" presStyleLbl="bgAccFollowNode1" presStyleIdx="2" presStyleCnt="3" custScaleX="131716" custScaleY="90179">
        <dgm:presLayoutVars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3FECCB9E-70B5-4016-AE8C-D197B4816A23}" type="pres">
      <dgm:prSet presAssocID="{31841F15-D36C-4059-A562-B2E120695075}" presName="childTextHidden" presStyleLbl="bgAccFollowNode1" presStyleIdx="2" presStyleCnt="3"/>
      <dgm:spPr/>
      <dgm:t>
        <a:bodyPr/>
        <a:lstStyle/>
        <a:p>
          <a:endParaRPr lang="pt-BR"/>
        </a:p>
      </dgm:t>
    </dgm:pt>
    <dgm:pt modelId="{BCED201E-6FE2-4C47-BBE2-2CE5F21BC720}" type="pres">
      <dgm:prSet presAssocID="{31841F15-D36C-4059-A562-B2E120695075}" presName="parentText" presStyleLbl="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DB236BC3-EBBB-49D0-AD8B-569696B1EFD2}" type="presOf" srcId="{46D9917E-A712-4415-B271-B83350759D94}" destId="{CDBB2BEB-DE29-4FA7-A74F-FD116ABC90E7}" srcOrd="0" destOrd="0" presId="urn:microsoft.com/office/officeart/2005/8/layout/hProcess6"/>
    <dgm:cxn modelId="{EFD985C7-5697-46F8-B04D-A9E3717FE83A}" srcId="{DFF036B3-8750-4E1D-8FA7-F263AEB6DB11}" destId="{1A4D1349-6A65-4007-9D34-720BA9DA4C30}" srcOrd="1" destOrd="0" parTransId="{AED00598-8CBE-4447-8114-BF2C921ECAF6}" sibTransId="{86EA1543-D61F-447A-9ABD-39EF4F8FD36D}"/>
    <dgm:cxn modelId="{FEF73B8B-F341-49DF-BB21-E4340B60C8EE}" type="presOf" srcId="{31841F15-D36C-4059-A562-B2E120695075}" destId="{BCED201E-6FE2-4C47-BBE2-2CE5F21BC720}" srcOrd="0" destOrd="0" presId="urn:microsoft.com/office/officeart/2005/8/layout/hProcess6"/>
    <dgm:cxn modelId="{C86A17A0-D284-44A3-BD4E-6CC9AA9A55E9}" srcId="{DFF036B3-8750-4E1D-8FA7-F263AEB6DB11}" destId="{31841F15-D36C-4059-A562-B2E120695075}" srcOrd="2" destOrd="0" parTransId="{3A92EEE2-E901-42F9-9BDE-A76CC6604FE8}" sibTransId="{F4A61703-C6C3-4D27-92CE-D4255A3E7473}"/>
    <dgm:cxn modelId="{7B603B30-28F4-4804-A24D-B884BE0BB3AE}" type="presOf" srcId="{489761C6-2776-4A98-9964-B36996043D17}" destId="{406B17D0-B47D-4958-B341-27A434278DF7}" srcOrd="0" destOrd="0" presId="urn:microsoft.com/office/officeart/2005/8/layout/hProcess6"/>
    <dgm:cxn modelId="{8B0A2860-F86E-4D1C-A753-18D9614F14A1}" srcId="{DFF036B3-8750-4E1D-8FA7-F263AEB6DB11}" destId="{489761C6-2776-4A98-9964-B36996043D17}" srcOrd="0" destOrd="0" parTransId="{0CB9710B-AE2F-4F32-8349-628497CDFE19}" sibTransId="{9B1F99B4-872B-407E-A134-993137106B40}"/>
    <dgm:cxn modelId="{937ABCB6-8AD5-4589-A526-3EAC2BD489CD}" srcId="{489761C6-2776-4A98-9964-B36996043D17}" destId="{85F420D3-9A9F-4FC7-9F89-9120C5E3CB8C}" srcOrd="0" destOrd="0" parTransId="{F097E72E-3126-4228-98DC-048C8DE0D69F}" sibTransId="{E6206531-2112-4594-9416-0F4B08F51BC5}"/>
    <dgm:cxn modelId="{96284680-CB02-40A8-ADD2-61C673963C53}" srcId="{1A4D1349-6A65-4007-9D34-720BA9DA4C30}" destId="{46D9917E-A712-4415-B271-B83350759D94}" srcOrd="0" destOrd="0" parTransId="{32EAF2AD-A51A-4955-AF73-FD99FC7BC873}" sibTransId="{4279C113-DE2A-4E53-B7D3-8C31B8F1D02A}"/>
    <dgm:cxn modelId="{B7195F9E-0D84-4C6B-82E3-A4C42C983E83}" type="presOf" srcId="{DFF036B3-8750-4E1D-8FA7-F263AEB6DB11}" destId="{D9A59F2E-7EAF-43D4-979B-227F1D19A6D7}" srcOrd="0" destOrd="0" presId="urn:microsoft.com/office/officeart/2005/8/layout/hProcess6"/>
    <dgm:cxn modelId="{A08F06E3-4069-42BF-A8F1-62A8338CC148}" type="presOf" srcId="{2A94B959-D084-4C66-9395-438DF3ABDCC1}" destId="{CAA86D23-DAF1-4894-A745-EF5A3891AD72}" srcOrd="0" destOrd="0" presId="urn:microsoft.com/office/officeart/2005/8/layout/hProcess6"/>
    <dgm:cxn modelId="{3F815433-0774-4081-9AA7-68C780CD6D9A}" srcId="{31841F15-D36C-4059-A562-B2E120695075}" destId="{2A94B959-D084-4C66-9395-438DF3ABDCC1}" srcOrd="0" destOrd="0" parTransId="{A883A1CF-DBBF-4C63-90B8-AF3441C70A4F}" sibTransId="{5BE55F25-65CE-4C35-8827-81D88B93A85B}"/>
    <dgm:cxn modelId="{A5CBD3B6-91EB-4548-91BE-E5AF8BCC2E26}" type="presOf" srcId="{85F420D3-9A9F-4FC7-9F89-9120C5E3CB8C}" destId="{6407E3E5-6234-4242-8664-1685508BFA04}" srcOrd="1" destOrd="0" presId="urn:microsoft.com/office/officeart/2005/8/layout/hProcess6"/>
    <dgm:cxn modelId="{9718E0FF-39DD-488A-9606-7A63B58ACDE4}" type="presOf" srcId="{85F420D3-9A9F-4FC7-9F89-9120C5E3CB8C}" destId="{94CF78BC-D076-48FC-87A2-04E4674F04E7}" srcOrd="0" destOrd="0" presId="urn:microsoft.com/office/officeart/2005/8/layout/hProcess6"/>
    <dgm:cxn modelId="{B857600F-8313-4E33-999C-187BCD74CBB5}" type="presOf" srcId="{2A94B959-D084-4C66-9395-438DF3ABDCC1}" destId="{3FECCB9E-70B5-4016-AE8C-D197B4816A23}" srcOrd="1" destOrd="0" presId="urn:microsoft.com/office/officeart/2005/8/layout/hProcess6"/>
    <dgm:cxn modelId="{2C25CC81-17EC-43BD-BA80-05AA7163521C}" type="presOf" srcId="{1A4D1349-6A65-4007-9D34-720BA9DA4C30}" destId="{FE48B13B-69EE-4059-AEC5-D9D6A4B16197}" srcOrd="0" destOrd="0" presId="urn:microsoft.com/office/officeart/2005/8/layout/hProcess6"/>
    <dgm:cxn modelId="{8F128DBB-173F-41DB-B1D0-9AD2E272613D}" type="presOf" srcId="{46D9917E-A712-4415-B271-B83350759D94}" destId="{B3A818E3-73FE-4A6B-BB6D-B085EFA2C833}" srcOrd="1" destOrd="0" presId="urn:microsoft.com/office/officeart/2005/8/layout/hProcess6"/>
    <dgm:cxn modelId="{395F70AA-8BFB-4682-8118-182EE6098191}" type="presParOf" srcId="{D9A59F2E-7EAF-43D4-979B-227F1D19A6D7}" destId="{26FEB0FC-5696-4251-9345-A637B49A7ACE}" srcOrd="0" destOrd="0" presId="urn:microsoft.com/office/officeart/2005/8/layout/hProcess6"/>
    <dgm:cxn modelId="{61170D75-66FB-478C-875B-DE6C7275BADC}" type="presParOf" srcId="{26FEB0FC-5696-4251-9345-A637B49A7ACE}" destId="{2138CFB6-9CD4-46C7-B440-51949193DBC8}" srcOrd="0" destOrd="0" presId="urn:microsoft.com/office/officeart/2005/8/layout/hProcess6"/>
    <dgm:cxn modelId="{F5EB1742-171D-42EB-9FBB-FE1A1F1F3FBD}" type="presParOf" srcId="{26FEB0FC-5696-4251-9345-A637B49A7ACE}" destId="{94CF78BC-D076-48FC-87A2-04E4674F04E7}" srcOrd="1" destOrd="0" presId="urn:microsoft.com/office/officeart/2005/8/layout/hProcess6"/>
    <dgm:cxn modelId="{40CFBB84-97F7-49BA-A8B8-D6FAB57009B1}" type="presParOf" srcId="{26FEB0FC-5696-4251-9345-A637B49A7ACE}" destId="{6407E3E5-6234-4242-8664-1685508BFA04}" srcOrd="2" destOrd="0" presId="urn:microsoft.com/office/officeart/2005/8/layout/hProcess6"/>
    <dgm:cxn modelId="{5160D626-C589-47F2-8892-40804FB5FF89}" type="presParOf" srcId="{26FEB0FC-5696-4251-9345-A637B49A7ACE}" destId="{406B17D0-B47D-4958-B341-27A434278DF7}" srcOrd="3" destOrd="0" presId="urn:microsoft.com/office/officeart/2005/8/layout/hProcess6"/>
    <dgm:cxn modelId="{55CFE00C-6B04-40FB-BBA3-C446E2034082}" type="presParOf" srcId="{D9A59F2E-7EAF-43D4-979B-227F1D19A6D7}" destId="{55518734-D814-4826-A4C6-707695435FED}" srcOrd="1" destOrd="0" presId="urn:microsoft.com/office/officeart/2005/8/layout/hProcess6"/>
    <dgm:cxn modelId="{15863CFA-7D9B-4214-9210-211A5C9C1121}" type="presParOf" srcId="{D9A59F2E-7EAF-43D4-979B-227F1D19A6D7}" destId="{5F690046-E63A-4858-B91C-17DFA1B77E68}" srcOrd="2" destOrd="0" presId="urn:microsoft.com/office/officeart/2005/8/layout/hProcess6"/>
    <dgm:cxn modelId="{D191DDAC-62AC-4369-AF7F-EB88B79C18E3}" type="presParOf" srcId="{5F690046-E63A-4858-B91C-17DFA1B77E68}" destId="{476878D0-15E3-4CDC-84C7-EE67B7C90899}" srcOrd="0" destOrd="0" presId="urn:microsoft.com/office/officeart/2005/8/layout/hProcess6"/>
    <dgm:cxn modelId="{C8718F73-B0E7-4BAE-98CE-3D204E5EBCD8}" type="presParOf" srcId="{5F690046-E63A-4858-B91C-17DFA1B77E68}" destId="{CDBB2BEB-DE29-4FA7-A74F-FD116ABC90E7}" srcOrd="1" destOrd="0" presId="urn:microsoft.com/office/officeart/2005/8/layout/hProcess6"/>
    <dgm:cxn modelId="{87A94ADE-14B7-4F32-A8A4-594E8F14C80D}" type="presParOf" srcId="{5F690046-E63A-4858-B91C-17DFA1B77E68}" destId="{B3A818E3-73FE-4A6B-BB6D-B085EFA2C833}" srcOrd="2" destOrd="0" presId="urn:microsoft.com/office/officeart/2005/8/layout/hProcess6"/>
    <dgm:cxn modelId="{314D1415-C72F-421C-A429-618B7EE6DF7F}" type="presParOf" srcId="{5F690046-E63A-4858-B91C-17DFA1B77E68}" destId="{FE48B13B-69EE-4059-AEC5-D9D6A4B16197}" srcOrd="3" destOrd="0" presId="urn:microsoft.com/office/officeart/2005/8/layout/hProcess6"/>
    <dgm:cxn modelId="{317F22CE-2FDF-4EF9-9861-B7C3C10E029B}" type="presParOf" srcId="{D9A59F2E-7EAF-43D4-979B-227F1D19A6D7}" destId="{AD3C4322-64E5-452F-B9AD-87B2E4DDFD43}" srcOrd="3" destOrd="0" presId="urn:microsoft.com/office/officeart/2005/8/layout/hProcess6"/>
    <dgm:cxn modelId="{8A25EE13-2C40-49D7-B70F-49572A8AF6C2}" type="presParOf" srcId="{D9A59F2E-7EAF-43D4-979B-227F1D19A6D7}" destId="{0564BFC6-0132-4E58-9BB3-FFC5FEA44AA1}" srcOrd="4" destOrd="0" presId="urn:microsoft.com/office/officeart/2005/8/layout/hProcess6"/>
    <dgm:cxn modelId="{E06B2BE5-DB4F-4C61-897C-0F2FF0A3FE35}" type="presParOf" srcId="{0564BFC6-0132-4E58-9BB3-FFC5FEA44AA1}" destId="{0755A497-14CA-4B29-A5D6-A330F5FCE09C}" srcOrd="0" destOrd="0" presId="urn:microsoft.com/office/officeart/2005/8/layout/hProcess6"/>
    <dgm:cxn modelId="{14FCAA8B-0D47-4B59-8C28-A48005981969}" type="presParOf" srcId="{0564BFC6-0132-4E58-9BB3-FFC5FEA44AA1}" destId="{CAA86D23-DAF1-4894-A745-EF5A3891AD72}" srcOrd="1" destOrd="0" presId="urn:microsoft.com/office/officeart/2005/8/layout/hProcess6"/>
    <dgm:cxn modelId="{92D24032-F88E-4D0F-9271-B756012E53B2}" type="presParOf" srcId="{0564BFC6-0132-4E58-9BB3-FFC5FEA44AA1}" destId="{3FECCB9E-70B5-4016-AE8C-D197B4816A23}" srcOrd="2" destOrd="0" presId="urn:microsoft.com/office/officeart/2005/8/layout/hProcess6"/>
    <dgm:cxn modelId="{A228A54E-7EC4-4CB8-8C5E-5E8CE66F597C}" type="presParOf" srcId="{0564BFC6-0132-4E58-9BB3-FFC5FEA44AA1}" destId="{BCED201E-6FE2-4C47-BBE2-2CE5F21BC720}" srcOrd="3" destOrd="0" presId="urn:microsoft.com/office/officeart/2005/8/layout/hProcess6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8F4237-138D-4E75-90CF-0E0B5D89AE15}" type="doc">
      <dgm:prSet loTypeId="urn:microsoft.com/office/officeart/2005/8/layout/StepDownProcess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E44F7FDC-38FA-45B5-A0DE-40A6B7E9030D}">
      <dgm:prSet phldrT="[Texto]">
        <dgm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dgm:style>
      </dgm:prSet>
      <dgm:spPr>
        <a:ln/>
      </dgm:spPr>
      <dgm:t>
        <a:bodyPr/>
        <a:lstStyle/>
        <a:p>
          <a:r>
            <a:rPr lang="pt-BR" dirty="0" smtClean="0"/>
            <a:t>Dispatcher</a:t>
          </a:r>
          <a:endParaRPr lang="pt-BR" dirty="0"/>
        </a:p>
      </dgm:t>
    </dgm:pt>
    <dgm:pt modelId="{3932DA35-6B37-4404-9944-0BEBCE2D25D3}" type="parTrans" cxnId="{EA863031-CA72-4F45-9957-54226E22997C}">
      <dgm:prSet/>
      <dgm:spPr/>
      <dgm:t>
        <a:bodyPr/>
        <a:lstStyle/>
        <a:p>
          <a:endParaRPr lang="pt-BR"/>
        </a:p>
      </dgm:t>
    </dgm:pt>
    <dgm:pt modelId="{085C24CF-73CC-409A-9E2C-E5D421CB068B}" type="sibTrans" cxnId="{EA863031-CA72-4F45-9957-54226E22997C}">
      <dgm:prSet/>
      <dgm:spPr/>
      <dgm:t>
        <a:bodyPr/>
        <a:lstStyle/>
        <a:p>
          <a:endParaRPr lang="pt-BR"/>
        </a:p>
      </dgm:t>
    </dgm:pt>
    <dgm:pt modelId="{FFA0DE60-0D00-410C-8C78-1F754430B70A}">
      <dgm:prSet phldrT="[Texto]" custT="1"/>
      <dgm:spPr/>
      <dgm:t>
        <a:bodyPr/>
        <a:lstStyle/>
        <a:p>
          <a:r>
            <a:rPr lang="pt-BR" sz="1400" dirty="0" smtClean="0"/>
            <a:t>Faz o tratamento inicial de incidentes de baixo e médio impacto e das requisições de serviços.</a:t>
          </a:r>
          <a:endParaRPr lang="pt-BR" sz="1400" dirty="0"/>
        </a:p>
      </dgm:t>
    </dgm:pt>
    <dgm:pt modelId="{0C8B4B3E-6111-4377-ACDB-2994F795B831}" type="parTrans" cxnId="{E6D46532-C4C7-4021-BC6F-8B6E0E8AF15C}">
      <dgm:prSet/>
      <dgm:spPr/>
      <dgm:t>
        <a:bodyPr/>
        <a:lstStyle/>
        <a:p>
          <a:endParaRPr lang="pt-BR"/>
        </a:p>
      </dgm:t>
    </dgm:pt>
    <dgm:pt modelId="{DF383EA2-C9B1-4452-8D15-F0E06AAB5C61}" type="sibTrans" cxnId="{E6D46532-C4C7-4021-BC6F-8B6E0E8AF15C}">
      <dgm:prSet/>
      <dgm:spPr/>
      <dgm:t>
        <a:bodyPr/>
        <a:lstStyle/>
        <a:p>
          <a:endParaRPr lang="pt-BR"/>
        </a:p>
      </dgm:t>
    </dgm:pt>
    <dgm:pt modelId="{9828ADC1-6A8E-4FBF-A531-CD3C565FE511}">
      <dgm:prSet phldrT="[Texto]">
        <dgm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t-BR" dirty="0" smtClean="0"/>
            <a:t>Alto Impacto</a:t>
          </a:r>
          <a:endParaRPr lang="pt-BR" dirty="0"/>
        </a:p>
      </dgm:t>
    </dgm:pt>
    <dgm:pt modelId="{779FAF38-8D0D-4E83-B3D6-57C4C3C85BF8}" type="parTrans" cxnId="{49B8B5C0-5F5F-4C0C-A48A-96AF85C79976}">
      <dgm:prSet/>
      <dgm:spPr/>
      <dgm:t>
        <a:bodyPr/>
        <a:lstStyle/>
        <a:p>
          <a:endParaRPr lang="pt-BR"/>
        </a:p>
      </dgm:t>
    </dgm:pt>
    <dgm:pt modelId="{0171C600-15BA-43E5-BD78-2BF87FB101E6}" type="sibTrans" cxnId="{49B8B5C0-5F5F-4C0C-A48A-96AF85C79976}">
      <dgm:prSet/>
      <dgm:spPr/>
      <dgm:t>
        <a:bodyPr/>
        <a:lstStyle/>
        <a:p>
          <a:endParaRPr lang="pt-BR"/>
        </a:p>
      </dgm:t>
    </dgm:pt>
    <dgm:pt modelId="{CCE1869E-1B37-4F0F-94CD-DFF918E50228}">
      <dgm:prSet phldrT="[Texto]" custT="1"/>
      <dgm:spPr/>
      <dgm:t>
        <a:bodyPr/>
        <a:lstStyle/>
        <a:p>
          <a:r>
            <a:rPr lang="pt-BR" sz="1400" dirty="0" smtClean="0"/>
            <a:t>Trata os incidentes de </a:t>
          </a:r>
          <a:r>
            <a:rPr lang="pt-BR" sz="1400" dirty="0" smtClean="0"/>
            <a:t>impactos Alto, </a:t>
          </a:r>
          <a:r>
            <a:rPr lang="pt-BR" sz="1400" dirty="0" smtClean="0"/>
            <a:t>Muito alto e críticos.</a:t>
          </a:r>
          <a:endParaRPr lang="pt-BR" sz="1400" dirty="0"/>
        </a:p>
      </dgm:t>
    </dgm:pt>
    <dgm:pt modelId="{E864C45D-D2B1-49D4-9087-679D58CBE47D}" type="parTrans" cxnId="{5ED2B03A-2408-4D48-9F22-3B78AAD96AE3}">
      <dgm:prSet/>
      <dgm:spPr/>
      <dgm:t>
        <a:bodyPr/>
        <a:lstStyle/>
        <a:p>
          <a:endParaRPr lang="pt-BR"/>
        </a:p>
      </dgm:t>
    </dgm:pt>
    <dgm:pt modelId="{C8576FFD-472E-4545-8013-D9031EEC71B6}" type="sibTrans" cxnId="{5ED2B03A-2408-4D48-9F22-3B78AAD96AE3}">
      <dgm:prSet/>
      <dgm:spPr/>
      <dgm:t>
        <a:bodyPr/>
        <a:lstStyle/>
        <a:p>
          <a:endParaRPr lang="pt-BR"/>
        </a:p>
      </dgm:t>
    </dgm:pt>
    <dgm:pt modelId="{5529FCF2-CF31-46EE-BEA7-E2F17D4BB6A6}">
      <dgm:prSet phldrT="[Texto]">
        <dgm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pt-BR" dirty="0" smtClean="0"/>
            <a:t>NOC</a:t>
          </a:r>
          <a:endParaRPr lang="pt-BR" dirty="0"/>
        </a:p>
      </dgm:t>
    </dgm:pt>
    <dgm:pt modelId="{1B54A8C3-3F26-4A06-A5C2-F30E2D9285FD}" type="parTrans" cxnId="{0E1B6658-4096-4CA8-B62E-FD4F1FC08471}">
      <dgm:prSet/>
      <dgm:spPr/>
      <dgm:t>
        <a:bodyPr/>
        <a:lstStyle/>
        <a:p>
          <a:endParaRPr lang="pt-BR"/>
        </a:p>
      </dgm:t>
    </dgm:pt>
    <dgm:pt modelId="{1CE8F95C-01AA-4001-B78A-8799D025FE57}" type="sibTrans" cxnId="{0E1B6658-4096-4CA8-B62E-FD4F1FC08471}">
      <dgm:prSet/>
      <dgm:spPr/>
      <dgm:t>
        <a:bodyPr/>
        <a:lstStyle/>
        <a:p>
          <a:endParaRPr lang="pt-BR"/>
        </a:p>
      </dgm:t>
    </dgm:pt>
    <dgm:pt modelId="{899F6457-6FC8-4073-9E89-D66AFD4D7886}">
      <dgm:prSet phldrT="[Texto]" custT="1"/>
      <dgm:spPr/>
      <dgm:t>
        <a:bodyPr/>
        <a:lstStyle/>
        <a:p>
          <a:r>
            <a:rPr lang="pt-BR" sz="1400" dirty="0" smtClean="0"/>
            <a:t>Monitora recursos através de regras de observação, abre e trata os incidentes percebidos</a:t>
          </a:r>
          <a:endParaRPr lang="pt-BR" sz="1400" dirty="0"/>
        </a:p>
      </dgm:t>
    </dgm:pt>
    <dgm:pt modelId="{83022CA8-73C0-4B7B-98BA-B9E841DD3F62}" type="parTrans" cxnId="{758C31D9-BEF8-4007-9CC1-31DA1DA83D5A}">
      <dgm:prSet/>
      <dgm:spPr/>
      <dgm:t>
        <a:bodyPr/>
        <a:lstStyle/>
        <a:p>
          <a:endParaRPr lang="pt-BR"/>
        </a:p>
      </dgm:t>
    </dgm:pt>
    <dgm:pt modelId="{4E13593E-3C58-4638-AF78-4DF1958588D8}" type="sibTrans" cxnId="{758C31D9-BEF8-4007-9CC1-31DA1DA83D5A}">
      <dgm:prSet/>
      <dgm:spPr/>
      <dgm:t>
        <a:bodyPr/>
        <a:lstStyle/>
        <a:p>
          <a:endParaRPr lang="pt-BR"/>
        </a:p>
      </dgm:t>
    </dgm:pt>
    <dgm:pt modelId="{63119FA9-8AF3-41FB-A585-AA6A7976D371}">
      <dgm:prSet phldrT="[Texto]" custT="1"/>
      <dgm:spPr/>
      <dgm:t>
        <a:bodyPr/>
        <a:lstStyle/>
        <a:p>
          <a:r>
            <a:rPr lang="pt-BR" sz="1400" dirty="0" smtClean="0"/>
            <a:t>Comanda as conferências estabelecidas para solução dos incidentes</a:t>
          </a:r>
          <a:endParaRPr lang="pt-BR" sz="1400" dirty="0"/>
        </a:p>
      </dgm:t>
    </dgm:pt>
    <dgm:pt modelId="{FFE3E349-AFE6-414F-BAB2-4BEAB6C9F467}" type="parTrans" cxnId="{F75A4C8B-288E-48EB-BADD-8756F2D0CB30}">
      <dgm:prSet/>
      <dgm:spPr/>
      <dgm:t>
        <a:bodyPr/>
        <a:lstStyle/>
        <a:p>
          <a:endParaRPr lang="pt-BR"/>
        </a:p>
      </dgm:t>
    </dgm:pt>
    <dgm:pt modelId="{0537202B-9913-4CF1-AE8D-01A65B712E6A}" type="sibTrans" cxnId="{F75A4C8B-288E-48EB-BADD-8756F2D0CB30}">
      <dgm:prSet/>
      <dgm:spPr/>
      <dgm:t>
        <a:bodyPr/>
        <a:lstStyle/>
        <a:p>
          <a:endParaRPr lang="pt-BR"/>
        </a:p>
      </dgm:t>
    </dgm:pt>
    <dgm:pt modelId="{601FF12E-ABDF-4E2D-906E-CAD8336B2957}">
      <dgm:prSet phldrT="[Texto]" custT="1"/>
      <dgm:spPr/>
      <dgm:t>
        <a:bodyPr/>
        <a:lstStyle/>
        <a:p>
          <a:r>
            <a:rPr lang="pt-BR" sz="1400" dirty="0" smtClean="0">
              <a:solidFill>
                <a:schemeClr val="tx1"/>
              </a:solidFill>
            </a:rPr>
            <a:t>Aciona as áreas responsáveis pela solução dos incidentes</a:t>
          </a:r>
          <a:endParaRPr lang="pt-BR" sz="1400" dirty="0">
            <a:solidFill>
              <a:schemeClr val="tx1"/>
            </a:solidFill>
          </a:endParaRPr>
        </a:p>
      </dgm:t>
    </dgm:pt>
    <dgm:pt modelId="{35F508A4-757C-4131-BAAC-24FED0BA230D}" type="parTrans" cxnId="{5090A1AA-B595-42BA-B152-26582087668B}">
      <dgm:prSet/>
      <dgm:spPr/>
      <dgm:t>
        <a:bodyPr/>
        <a:lstStyle/>
        <a:p>
          <a:endParaRPr lang="pt-BR"/>
        </a:p>
      </dgm:t>
    </dgm:pt>
    <dgm:pt modelId="{7459CF5C-3750-40ED-B653-A4C469B6C508}" type="sibTrans" cxnId="{5090A1AA-B595-42BA-B152-26582087668B}">
      <dgm:prSet/>
      <dgm:spPr/>
      <dgm:t>
        <a:bodyPr/>
        <a:lstStyle/>
        <a:p>
          <a:endParaRPr lang="pt-BR"/>
        </a:p>
      </dgm:t>
    </dgm:pt>
    <dgm:pt modelId="{C7F2B4BD-DB3E-4634-9BF5-E234D25BF9B9}" type="pres">
      <dgm:prSet presAssocID="{D28F4237-138D-4E75-90CF-0E0B5D89AE15}" presName="rootnode" presStyleCnt="0">
        <dgm:presLayoutVars>
          <dgm:chMax/>
          <dgm:chPref/>
          <dgm:dir/>
          <dgm:animLvl val="lvl"/>
        </dgm:presLayoutVars>
      </dgm:prSet>
      <dgm:spPr/>
      <dgm:t>
        <a:bodyPr/>
        <a:lstStyle/>
        <a:p>
          <a:endParaRPr lang="pt-BR"/>
        </a:p>
      </dgm:t>
    </dgm:pt>
    <dgm:pt modelId="{3246B354-2027-41C8-AB13-B686FCF5AE56}" type="pres">
      <dgm:prSet presAssocID="{E44F7FDC-38FA-45B5-A0DE-40A6B7E9030D}" presName="composite" presStyleCnt="0"/>
      <dgm:spPr/>
    </dgm:pt>
    <dgm:pt modelId="{1A057C5A-904A-4B27-B3B6-136F8242D1A3}" type="pres">
      <dgm:prSet presAssocID="{E44F7FDC-38FA-45B5-A0DE-40A6B7E9030D}" presName="bentUpArrow1" presStyleLbl="alignImgPlace1" presStyleIdx="0" presStyleCnt="2"/>
      <dgm:spPr/>
    </dgm:pt>
    <dgm:pt modelId="{1D5E20E7-A66C-49D5-8BEA-DB5CE47FCB4F}" type="pres">
      <dgm:prSet presAssocID="{E44F7FDC-38FA-45B5-A0DE-40A6B7E9030D}" presName="ParentText" presStyleLbl="node1" presStyleIdx="0" presStyleCnt="3" custLinFactNeighborX="-749" custLinFactNeighborY="-1000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BFFC4EAA-B0FD-45E8-9F0B-2A323DF60631}" type="pres">
      <dgm:prSet presAssocID="{E44F7FDC-38FA-45B5-A0DE-40A6B7E9030D}" presName="ChildText" presStyleLbl="revTx" presStyleIdx="0" presStyleCnt="3" custScaleX="170639" custLinFactNeighborX="38086" custLinFactNeighborY="575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B9262F2E-6D64-4169-9755-AE8479B9E5F0}" type="pres">
      <dgm:prSet presAssocID="{085C24CF-73CC-409A-9E2C-E5D421CB068B}" presName="sibTrans" presStyleCnt="0"/>
      <dgm:spPr/>
    </dgm:pt>
    <dgm:pt modelId="{6E915B11-0FB6-4A30-A1F7-DE4AD768D8AA}" type="pres">
      <dgm:prSet presAssocID="{9828ADC1-6A8E-4FBF-A531-CD3C565FE511}" presName="composite" presStyleCnt="0"/>
      <dgm:spPr/>
    </dgm:pt>
    <dgm:pt modelId="{B2483582-96F1-478E-BF37-3052E91744F4}" type="pres">
      <dgm:prSet presAssocID="{9828ADC1-6A8E-4FBF-A531-CD3C565FE511}" presName="bentUpArrow1" presStyleLbl="alignImgPlace1" presStyleIdx="1" presStyleCnt="2"/>
      <dgm:spPr/>
    </dgm:pt>
    <dgm:pt modelId="{6DADF5CE-908E-4D52-B32D-61B3A60FF4A2}" type="pres">
      <dgm:prSet presAssocID="{9828ADC1-6A8E-4FBF-A531-CD3C565FE511}" presName="ParentText" presStyleLbl="node1" presStyleIdx="1" presStyleCnt="3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D0292A71-029C-4ACC-9281-5A97A582BFF0}" type="pres">
      <dgm:prSet presAssocID="{9828ADC1-6A8E-4FBF-A531-CD3C565FE511}" presName="ChildText" presStyleLbl="revTx" presStyleIdx="1" presStyleCnt="3" custScaleX="225039" custLinFactNeighborX="73905" custLinFactNeighborY="-2156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D5568535-E249-490A-9A97-AEBE22136872}" type="pres">
      <dgm:prSet presAssocID="{0171C600-15BA-43E5-BD78-2BF87FB101E6}" presName="sibTrans" presStyleCnt="0"/>
      <dgm:spPr/>
    </dgm:pt>
    <dgm:pt modelId="{0620D6D1-A722-4982-9553-C34D908C6B85}" type="pres">
      <dgm:prSet presAssocID="{5529FCF2-CF31-46EE-BEA7-E2F17D4BB6A6}" presName="composite" presStyleCnt="0"/>
      <dgm:spPr/>
    </dgm:pt>
    <dgm:pt modelId="{AE4EAB2F-FC67-4E9F-91FB-0B15B98C5D31}" type="pres">
      <dgm:prSet presAssocID="{5529FCF2-CF31-46EE-BEA7-E2F17D4BB6A6}" presName="ParentText" presStyleLbl="node1" presStyleIdx="2" presStyleCnt="3">
        <dgm:presLayoutVars>
          <dgm:chMax val="1"/>
          <dgm:chPref val="1"/>
          <dgm:bulletEnabled val="1"/>
        </dgm:presLayoutVars>
      </dgm:prSet>
      <dgm:spPr/>
      <dgm:t>
        <a:bodyPr/>
        <a:lstStyle/>
        <a:p>
          <a:endParaRPr lang="pt-BR"/>
        </a:p>
      </dgm:t>
    </dgm:pt>
    <dgm:pt modelId="{54BA22EB-61E7-49BD-BA4C-4D3A73882E1B}" type="pres">
      <dgm:prSet presAssocID="{5529FCF2-CF31-46EE-BEA7-E2F17D4BB6A6}" presName="FinalChildText" presStyleLbl="revTx" presStyleIdx="2" presStyleCnt="3" custScaleX="138239" custLinFactNeighborX="24021" custLinFactNeighborY="-3486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pt-BR"/>
        </a:p>
      </dgm:t>
    </dgm:pt>
  </dgm:ptLst>
  <dgm:cxnLst>
    <dgm:cxn modelId="{49B8B5C0-5F5F-4C0C-A48A-96AF85C79976}" srcId="{D28F4237-138D-4E75-90CF-0E0B5D89AE15}" destId="{9828ADC1-6A8E-4FBF-A531-CD3C565FE511}" srcOrd="1" destOrd="0" parTransId="{779FAF38-8D0D-4E83-B3D6-57C4C3C85BF8}" sibTransId="{0171C600-15BA-43E5-BD78-2BF87FB101E6}"/>
    <dgm:cxn modelId="{0E1B6658-4096-4CA8-B62E-FD4F1FC08471}" srcId="{D28F4237-138D-4E75-90CF-0E0B5D89AE15}" destId="{5529FCF2-CF31-46EE-BEA7-E2F17D4BB6A6}" srcOrd="2" destOrd="0" parTransId="{1B54A8C3-3F26-4A06-A5C2-F30E2D9285FD}" sibTransId="{1CE8F95C-01AA-4001-B78A-8799D025FE57}"/>
    <dgm:cxn modelId="{F0B157F1-7E62-4FAE-A669-3369EDA65161}" type="presOf" srcId="{5529FCF2-CF31-46EE-BEA7-E2F17D4BB6A6}" destId="{AE4EAB2F-FC67-4E9F-91FB-0B15B98C5D31}" srcOrd="0" destOrd="0" presId="urn:microsoft.com/office/officeart/2005/8/layout/StepDownProcess"/>
    <dgm:cxn modelId="{5ED2B03A-2408-4D48-9F22-3B78AAD96AE3}" srcId="{9828ADC1-6A8E-4FBF-A531-CD3C565FE511}" destId="{CCE1869E-1B37-4F0F-94CD-DFF918E50228}" srcOrd="0" destOrd="0" parTransId="{E864C45D-D2B1-49D4-9087-679D58CBE47D}" sibTransId="{C8576FFD-472E-4545-8013-D9031EEC71B6}"/>
    <dgm:cxn modelId="{E6D46532-C4C7-4021-BC6F-8B6E0E8AF15C}" srcId="{E44F7FDC-38FA-45B5-A0DE-40A6B7E9030D}" destId="{FFA0DE60-0D00-410C-8C78-1F754430B70A}" srcOrd="0" destOrd="0" parTransId="{0C8B4B3E-6111-4377-ACDB-2994F795B831}" sibTransId="{DF383EA2-C9B1-4452-8D15-F0E06AAB5C61}"/>
    <dgm:cxn modelId="{2F45F3BC-3536-4416-9E28-38CD0CB41836}" type="presOf" srcId="{FFA0DE60-0D00-410C-8C78-1F754430B70A}" destId="{BFFC4EAA-B0FD-45E8-9F0B-2A323DF60631}" srcOrd="0" destOrd="0" presId="urn:microsoft.com/office/officeart/2005/8/layout/StepDownProcess"/>
    <dgm:cxn modelId="{32745EFE-E4C7-475F-914D-A0CF5328325A}" type="presOf" srcId="{63119FA9-8AF3-41FB-A585-AA6A7976D371}" destId="{D0292A71-029C-4ACC-9281-5A97A582BFF0}" srcOrd="0" destOrd="1" presId="urn:microsoft.com/office/officeart/2005/8/layout/StepDownProcess"/>
    <dgm:cxn modelId="{7AD77A56-4DFA-40BA-A394-1BB03A4C494F}" type="presOf" srcId="{9828ADC1-6A8E-4FBF-A531-CD3C565FE511}" destId="{6DADF5CE-908E-4D52-B32D-61B3A60FF4A2}" srcOrd="0" destOrd="0" presId="urn:microsoft.com/office/officeart/2005/8/layout/StepDownProcess"/>
    <dgm:cxn modelId="{0A161177-AAB6-4296-B772-8163EB255CFE}" type="presOf" srcId="{D28F4237-138D-4E75-90CF-0E0B5D89AE15}" destId="{C7F2B4BD-DB3E-4634-9BF5-E234D25BF9B9}" srcOrd="0" destOrd="0" presId="urn:microsoft.com/office/officeart/2005/8/layout/StepDownProcess"/>
    <dgm:cxn modelId="{758C31D9-BEF8-4007-9CC1-31DA1DA83D5A}" srcId="{5529FCF2-CF31-46EE-BEA7-E2F17D4BB6A6}" destId="{899F6457-6FC8-4073-9E89-D66AFD4D7886}" srcOrd="0" destOrd="0" parTransId="{83022CA8-73C0-4B7B-98BA-B9E841DD3F62}" sibTransId="{4E13593E-3C58-4638-AF78-4DF1958588D8}"/>
    <dgm:cxn modelId="{84689ED3-0869-4F93-8123-41CBA3A94313}" type="presOf" srcId="{899F6457-6FC8-4073-9E89-D66AFD4D7886}" destId="{54BA22EB-61E7-49BD-BA4C-4D3A73882E1B}" srcOrd="0" destOrd="0" presId="urn:microsoft.com/office/officeart/2005/8/layout/StepDownProcess"/>
    <dgm:cxn modelId="{5090A1AA-B595-42BA-B152-26582087668B}" srcId="{9828ADC1-6A8E-4FBF-A531-CD3C565FE511}" destId="{601FF12E-ABDF-4E2D-906E-CAD8336B2957}" srcOrd="2" destOrd="0" parTransId="{35F508A4-757C-4131-BAAC-24FED0BA230D}" sibTransId="{7459CF5C-3750-40ED-B653-A4C469B6C508}"/>
    <dgm:cxn modelId="{EF45782F-1C19-4983-95EC-B0DF0869D31A}" type="presOf" srcId="{601FF12E-ABDF-4E2D-906E-CAD8336B2957}" destId="{D0292A71-029C-4ACC-9281-5A97A582BFF0}" srcOrd="0" destOrd="2" presId="urn:microsoft.com/office/officeart/2005/8/layout/StepDownProcess"/>
    <dgm:cxn modelId="{8016A209-11C3-41C4-B4ED-5BCF01CEA730}" type="presOf" srcId="{CCE1869E-1B37-4F0F-94CD-DFF918E50228}" destId="{D0292A71-029C-4ACC-9281-5A97A582BFF0}" srcOrd="0" destOrd="0" presId="urn:microsoft.com/office/officeart/2005/8/layout/StepDownProcess"/>
    <dgm:cxn modelId="{F75A4C8B-288E-48EB-BADD-8756F2D0CB30}" srcId="{9828ADC1-6A8E-4FBF-A531-CD3C565FE511}" destId="{63119FA9-8AF3-41FB-A585-AA6A7976D371}" srcOrd="1" destOrd="0" parTransId="{FFE3E349-AFE6-414F-BAB2-4BEAB6C9F467}" sibTransId="{0537202B-9913-4CF1-AE8D-01A65B712E6A}"/>
    <dgm:cxn modelId="{1E849118-03FF-4436-9203-59F956F8A11C}" type="presOf" srcId="{E44F7FDC-38FA-45B5-A0DE-40A6B7E9030D}" destId="{1D5E20E7-A66C-49D5-8BEA-DB5CE47FCB4F}" srcOrd="0" destOrd="0" presId="urn:microsoft.com/office/officeart/2005/8/layout/StepDownProcess"/>
    <dgm:cxn modelId="{EA863031-CA72-4F45-9957-54226E22997C}" srcId="{D28F4237-138D-4E75-90CF-0E0B5D89AE15}" destId="{E44F7FDC-38FA-45B5-A0DE-40A6B7E9030D}" srcOrd="0" destOrd="0" parTransId="{3932DA35-6B37-4404-9944-0BEBCE2D25D3}" sibTransId="{085C24CF-73CC-409A-9E2C-E5D421CB068B}"/>
    <dgm:cxn modelId="{B1B1B3A9-3D24-454E-8A3B-4DF1525AFCDA}" type="presParOf" srcId="{C7F2B4BD-DB3E-4634-9BF5-E234D25BF9B9}" destId="{3246B354-2027-41C8-AB13-B686FCF5AE56}" srcOrd="0" destOrd="0" presId="urn:microsoft.com/office/officeart/2005/8/layout/StepDownProcess"/>
    <dgm:cxn modelId="{7965EC40-49D2-4148-8074-3C7F35B4C7F7}" type="presParOf" srcId="{3246B354-2027-41C8-AB13-B686FCF5AE56}" destId="{1A057C5A-904A-4B27-B3B6-136F8242D1A3}" srcOrd="0" destOrd="0" presId="urn:microsoft.com/office/officeart/2005/8/layout/StepDownProcess"/>
    <dgm:cxn modelId="{974DB8F9-A58E-4314-AB7B-A9A6E5F9CF9D}" type="presParOf" srcId="{3246B354-2027-41C8-AB13-B686FCF5AE56}" destId="{1D5E20E7-A66C-49D5-8BEA-DB5CE47FCB4F}" srcOrd="1" destOrd="0" presId="urn:microsoft.com/office/officeart/2005/8/layout/StepDownProcess"/>
    <dgm:cxn modelId="{9140962A-0C45-44C3-AA81-C59F0FC186A5}" type="presParOf" srcId="{3246B354-2027-41C8-AB13-B686FCF5AE56}" destId="{BFFC4EAA-B0FD-45E8-9F0B-2A323DF60631}" srcOrd="2" destOrd="0" presId="urn:microsoft.com/office/officeart/2005/8/layout/StepDownProcess"/>
    <dgm:cxn modelId="{0B67CB10-D40C-4A32-817D-23B5AF63DCCA}" type="presParOf" srcId="{C7F2B4BD-DB3E-4634-9BF5-E234D25BF9B9}" destId="{B9262F2E-6D64-4169-9755-AE8479B9E5F0}" srcOrd="1" destOrd="0" presId="urn:microsoft.com/office/officeart/2005/8/layout/StepDownProcess"/>
    <dgm:cxn modelId="{ECF88298-B299-41E3-A605-43356BBFA3D8}" type="presParOf" srcId="{C7F2B4BD-DB3E-4634-9BF5-E234D25BF9B9}" destId="{6E915B11-0FB6-4A30-A1F7-DE4AD768D8AA}" srcOrd="2" destOrd="0" presId="urn:microsoft.com/office/officeart/2005/8/layout/StepDownProcess"/>
    <dgm:cxn modelId="{9D6BFBA4-F2EB-4376-871E-9E82FCB7DFFC}" type="presParOf" srcId="{6E915B11-0FB6-4A30-A1F7-DE4AD768D8AA}" destId="{B2483582-96F1-478E-BF37-3052E91744F4}" srcOrd="0" destOrd="0" presId="urn:microsoft.com/office/officeart/2005/8/layout/StepDownProcess"/>
    <dgm:cxn modelId="{F98D2662-B65B-4C00-A856-D9957E39E62A}" type="presParOf" srcId="{6E915B11-0FB6-4A30-A1F7-DE4AD768D8AA}" destId="{6DADF5CE-908E-4D52-B32D-61B3A60FF4A2}" srcOrd="1" destOrd="0" presId="urn:microsoft.com/office/officeart/2005/8/layout/StepDownProcess"/>
    <dgm:cxn modelId="{000E1E73-471E-4002-9513-35C2ABACB2AE}" type="presParOf" srcId="{6E915B11-0FB6-4A30-A1F7-DE4AD768D8AA}" destId="{D0292A71-029C-4ACC-9281-5A97A582BFF0}" srcOrd="2" destOrd="0" presId="urn:microsoft.com/office/officeart/2005/8/layout/StepDownProcess"/>
    <dgm:cxn modelId="{EC748534-F849-45E0-9042-9BA908C4ED01}" type="presParOf" srcId="{C7F2B4BD-DB3E-4634-9BF5-E234D25BF9B9}" destId="{D5568535-E249-490A-9A97-AEBE22136872}" srcOrd="3" destOrd="0" presId="urn:microsoft.com/office/officeart/2005/8/layout/StepDownProcess"/>
    <dgm:cxn modelId="{94D77522-57A6-4F17-BAA8-730A0DC8A401}" type="presParOf" srcId="{C7F2B4BD-DB3E-4634-9BF5-E234D25BF9B9}" destId="{0620D6D1-A722-4982-9553-C34D908C6B85}" srcOrd="4" destOrd="0" presId="urn:microsoft.com/office/officeart/2005/8/layout/StepDownProcess"/>
    <dgm:cxn modelId="{E655DFA1-59CB-4BCF-8EA0-4782F617A133}" type="presParOf" srcId="{0620D6D1-A722-4982-9553-C34D908C6B85}" destId="{AE4EAB2F-FC67-4E9F-91FB-0B15B98C5D31}" srcOrd="0" destOrd="0" presId="urn:microsoft.com/office/officeart/2005/8/layout/StepDownProcess"/>
    <dgm:cxn modelId="{92FD430C-1BA9-4A6C-82BE-63D68BF23F10}" type="presParOf" srcId="{0620D6D1-A722-4982-9553-C34D908C6B85}" destId="{54BA22EB-61E7-49BD-BA4C-4D3A73882E1B}" srcOrd="1" destOrd="0" presId="urn:microsoft.com/office/officeart/2005/8/layout/StepDownProces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F78BC-D076-48FC-87A2-04E4674F04E7}">
      <dsp:nvSpPr>
        <dsp:cNvPr id="0" name=""/>
        <dsp:cNvSpPr/>
      </dsp:nvSpPr>
      <dsp:spPr>
        <a:xfrm>
          <a:off x="461295" y="0"/>
          <a:ext cx="1354262" cy="902903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000" kern="1200" dirty="0" smtClean="0"/>
            <a:t>Verificar</a:t>
          </a:r>
        </a:p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000" kern="1200" dirty="0" smtClean="0"/>
            <a:t>Contorno</a:t>
          </a:r>
          <a:endParaRPr lang="pt-BR" sz="600" kern="1200" dirty="0"/>
        </a:p>
      </dsp:txBody>
      <dsp:txXfrm>
        <a:off x="799861" y="135435"/>
        <a:ext cx="699681" cy="632033"/>
      </dsp:txXfrm>
    </dsp:sp>
    <dsp:sp modelId="{406B17D0-B47D-4958-B341-27A434278DF7}">
      <dsp:nvSpPr>
        <dsp:cNvPr id="0" name=""/>
        <dsp:cNvSpPr/>
      </dsp:nvSpPr>
      <dsp:spPr>
        <a:xfrm>
          <a:off x="363736" y="193221"/>
          <a:ext cx="516460" cy="51646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 smtClean="0"/>
            <a:t>N1</a:t>
          </a:r>
          <a:endParaRPr lang="pt-BR" sz="2300" kern="1200" dirty="0"/>
        </a:p>
      </dsp:txBody>
      <dsp:txXfrm>
        <a:off x="439370" y="268855"/>
        <a:ext cx="365192" cy="365192"/>
      </dsp:txXfrm>
    </dsp:sp>
    <dsp:sp modelId="{CDBB2BEB-DE29-4FA7-A74F-FD116ABC90E7}">
      <dsp:nvSpPr>
        <dsp:cNvPr id="0" name=""/>
        <dsp:cNvSpPr/>
      </dsp:nvSpPr>
      <dsp:spPr>
        <a:xfrm>
          <a:off x="2149520" y="0"/>
          <a:ext cx="1032921" cy="902903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5400" tIns="6350" rIns="12700" bIns="6350" numCol="1" spcCol="1270" anchor="ctr" anchorCtr="0">
          <a:noAutofit/>
        </a:bodyPr>
        <a:lstStyle/>
        <a:p>
          <a:pPr lvl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000" kern="1200" dirty="0" smtClean="0"/>
            <a:t>Acionar Técnico</a:t>
          </a:r>
          <a:endParaRPr lang="pt-BR" sz="600" kern="1200" dirty="0"/>
        </a:p>
      </dsp:txBody>
      <dsp:txXfrm>
        <a:off x="2407750" y="135435"/>
        <a:ext cx="503549" cy="632033"/>
      </dsp:txXfrm>
    </dsp:sp>
    <dsp:sp modelId="{FE48B13B-69EE-4059-AEC5-D9D6A4B16197}">
      <dsp:nvSpPr>
        <dsp:cNvPr id="0" name=""/>
        <dsp:cNvSpPr/>
      </dsp:nvSpPr>
      <dsp:spPr>
        <a:xfrm>
          <a:off x="1891289" y="193221"/>
          <a:ext cx="516460" cy="51646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 smtClean="0"/>
            <a:t>N2</a:t>
          </a:r>
          <a:endParaRPr lang="pt-BR" sz="2300" kern="1200" dirty="0"/>
        </a:p>
      </dsp:txBody>
      <dsp:txXfrm>
        <a:off x="1966923" y="268855"/>
        <a:ext cx="365192" cy="365192"/>
      </dsp:txXfrm>
    </dsp:sp>
    <dsp:sp modelId="{CAA86D23-DAF1-4894-A745-EF5A3891AD72}">
      <dsp:nvSpPr>
        <dsp:cNvPr id="0" name=""/>
        <dsp:cNvSpPr/>
      </dsp:nvSpPr>
      <dsp:spPr>
        <a:xfrm>
          <a:off x="3352602" y="44337"/>
          <a:ext cx="1360522" cy="814228"/>
        </a:xfrm>
        <a:prstGeom prst="rightArrow">
          <a:avLst>
            <a:gd name="adj1" fmla="val 70000"/>
            <a:gd name="adj2" fmla="val 5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22860" tIns="5715" rIns="11430" bIns="5715" numCol="1" spcCol="1270" anchor="ctr" anchorCtr="0">
          <a:noAutofit/>
        </a:bodyPr>
        <a:lstStyle/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900" kern="1200" dirty="0" smtClean="0"/>
            <a:t>Acionar</a:t>
          </a:r>
        </a:p>
        <a:p>
          <a:pPr lvl="0" algn="ctr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900" kern="1200" dirty="0" smtClean="0"/>
            <a:t>  Fornecedor / Especialistas</a:t>
          </a:r>
          <a:endParaRPr lang="pt-BR" sz="900" kern="1200" dirty="0"/>
        </a:p>
      </dsp:txBody>
      <dsp:txXfrm>
        <a:off x="3692732" y="166471"/>
        <a:ext cx="735411" cy="569960"/>
      </dsp:txXfrm>
    </dsp:sp>
    <dsp:sp modelId="{BCED201E-6FE2-4C47-BBE2-2CE5F21BC720}">
      <dsp:nvSpPr>
        <dsp:cNvPr id="0" name=""/>
        <dsp:cNvSpPr/>
      </dsp:nvSpPr>
      <dsp:spPr>
        <a:xfrm>
          <a:off x="3258172" y="193221"/>
          <a:ext cx="516460" cy="516460"/>
        </a:xfrm>
        <a:prstGeom prst="ellips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1430" tIns="11430" rIns="11430" bIns="11430" numCol="1" spcCol="1270" anchor="ctr" anchorCtr="0">
          <a:noAutofit/>
        </a:bodyPr>
        <a:lstStyle/>
        <a:p>
          <a:pPr lvl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1800" kern="1200" dirty="0" smtClean="0"/>
            <a:t>N3</a:t>
          </a:r>
          <a:endParaRPr lang="pt-BR" sz="1800" kern="1200" dirty="0"/>
        </a:p>
      </dsp:txBody>
      <dsp:txXfrm>
        <a:off x="3333806" y="268855"/>
        <a:ext cx="365192" cy="36519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A057C5A-904A-4B27-B3B6-136F8242D1A3}">
      <dsp:nvSpPr>
        <dsp:cNvPr id="0" name=""/>
        <dsp:cNvSpPr/>
      </dsp:nvSpPr>
      <dsp:spPr>
        <a:xfrm rot="5400000">
          <a:off x="560787" y="1139409"/>
          <a:ext cx="1007709" cy="1147241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D5E20E7-A66C-49D5-8BEA-DB5CE47FCB4F}">
      <dsp:nvSpPr>
        <dsp:cNvPr id="0" name=""/>
        <dsp:cNvSpPr/>
      </dsp:nvSpPr>
      <dsp:spPr>
        <a:xfrm>
          <a:off x="281099" y="10469"/>
          <a:ext cx="1696389" cy="1187417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dk1">
                <a:tint val="100000"/>
                <a:shade val="100000"/>
                <a:satMod val="130000"/>
              </a:schemeClr>
            </a:gs>
            <a:gs pos="100000">
              <a:schemeClr val="dk1"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hemeClr val="dk1"/>
        </a:lnRef>
        <a:fillRef idx="3">
          <a:schemeClr val="dk1"/>
        </a:fillRef>
        <a:effectRef idx="3">
          <a:schemeClr val="dk1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2500" kern="1200" dirty="0" smtClean="0"/>
            <a:t>Dispatcher</a:t>
          </a:r>
          <a:endParaRPr lang="pt-BR" sz="2500" kern="1200" dirty="0"/>
        </a:p>
      </dsp:txBody>
      <dsp:txXfrm>
        <a:off x="339074" y="68444"/>
        <a:ext cx="1580439" cy="1071467"/>
      </dsp:txXfrm>
    </dsp:sp>
    <dsp:sp modelId="{BFFC4EAA-B0FD-45E8-9F0B-2A323DF60631}">
      <dsp:nvSpPr>
        <dsp:cNvPr id="0" name=""/>
        <dsp:cNvSpPr/>
      </dsp:nvSpPr>
      <dsp:spPr>
        <a:xfrm>
          <a:off x="2024327" y="190793"/>
          <a:ext cx="2105330" cy="9597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400" kern="1200" dirty="0" smtClean="0"/>
            <a:t>Faz o tratamento inicial de incidentes de baixo e médio impacto e das requisições de serviços.</a:t>
          </a:r>
          <a:endParaRPr lang="pt-BR" sz="1400" kern="1200" dirty="0"/>
        </a:p>
      </dsp:txBody>
      <dsp:txXfrm>
        <a:off x="2024327" y="190793"/>
        <a:ext cx="2105330" cy="959723"/>
      </dsp:txXfrm>
    </dsp:sp>
    <dsp:sp modelId="{B2483582-96F1-478E-BF37-3052E91744F4}">
      <dsp:nvSpPr>
        <dsp:cNvPr id="0" name=""/>
        <dsp:cNvSpPr/>
      </dsp:nvSpPr>
      <dsp:spPr>
        <a:xfrm rot="5400000">
          <a:off x="2176443" y="2473271"/>
          <a:ext cx="1007709" cy="1147241"/>
        </a:xfrm>
        <a:prstGeom prst="bentUpArrow">
          <a:avLst>
            <a:gd name="adj1" fmla="val 32840"/>
            <a:gd name="adj2" fmla="val 25000"/>
            <a:gd name="adj3" fmla="val 35780"/>
          </a:avLst>
        </a:prstGeom>
        <a:solidFill>
          <a:schemeClr val="accent1">
            <a:tint val="5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DADF5CE-908E-4D52-B32D-61B3A60FF4A2}">
      <dsp:nvSpPr>
        <dsp:cNvPr id="0" name=""/>
        <dsp:cNvSpPr/>
      </dsp:nvSpPr>
      <dsp:spPr>
        <a:xfrm>
          <a:off x="1909461" y="1356205"/>
          <a:ext cx="1696389" cy="1187417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accent1">
                <a:tint val="100000"/>
                <a:shade val="100000"/>
                <a:satMod val="130000"/>
              </a:schemeClr>
            </a:gs>
            <a:gs pos="100000">
              <a:schemeClr val="accent1"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hemeClr val="accent1"/>
        </a:lnRef>
        <a:fillRef idx="3">
          <a:schemeClr val="accent1"/>
        </a:fillRef>
        <a:effectRef idx="3">
          <a:schemeClr val="accent1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2500" kern="1200" dirty="0" smtClean="0"/>
            <a:t>Alto Impacto</a:t>
          </a:r>
          <a:endParaRPr lang="pt-BR" sz="2500" kern="1200" dirty="0"/>
        </a:p>
      </dsp:txBody>
      <dsp:txXfrm>
        <a:off x="1967436" y="1414180"/>
        <a:ext cx="1580439" cy="1071467"/>
      </dsp:txXfrm>
    </dsp:sp>
    <dsp:sp modelId="{D0292A71-029C-4ACC-9281-5A97A582BFF0}">
      <dsp:nvSpPr>
        <dsp:cNvPr id="0" name=""/>
        <dsp:cNvSpPr/>
      </dsp:nvSpPr>
      <dsp:spPr>
        <a:xfrm>
          <a:off x="3746324" y="1448760"/>
          <a:ext cx="2776513" cy="9597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400" kern="1200" dirty="0" smtClean="0"/>
            <a:t>Trata os incidentes de </a:t>
          </a:r>
          <a:r>
            <a:rPr lang="pt-BR" sz="1400" kern="1200" dirty="0" smtClean="0"/>
            <a:t>impactos Alto, </a:t>
          </a:r>
          <a:r>
            <a:rPr lang="pt-BR" sz="1400" kern="1200" dirty="0" smtClean="0"/>
            <a:t>Muito alto e críticos.</a:t>
          </a:r>
          <a:endParaRPr lang="pt-B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400" kern="1200" dirty="0" smtClean="0"/>
            <a:t>Comanda as conferências estabelecidas para solução dos incidentes</a:t>
          </a:r>
          <a:endParaRPr lang="pt-BR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400" kern="1200" dirty="0" smtClean="0">
              <a:solidFill>
                <a:schemeClr val="tx1"/>
              </a:solidFill>
            </a:rPr>
            <a:t>Aciona as áreas responsáveis pela solução dos incidentes</a:t>
          </a:r>
          <a:endParaRPr lang="pt-BR" sz="1400" kern="1200" dirty="0">
            <a:solidFill>
              <a:schemeClr val="tx1"/>
            </a:solidFill>
          </a:endParaRPr>
        </a:p>
      </dsp:txBody>
      <dsp:txXfrm>
        <a:off x="3746324" y="1448760"/>
        <a:ext cx="2776513" cy="959723"/>
      </dsp:txXfrm>
    </dsp:sp>
    <dsp:sp modelId="{AE4EAB2F-FC67-4E9F-91FB-0B15B98C5D31}">
      <dsp:nvSpPr>
        <dsp:cNvPr id="0" name=""/>
        <dsp:cNvSpPr/>
      </dsp:nvSpPr>
      <dsp:spPr>
        <a:xfrm>
          <a:off x="3525118" y="2690067"/>
          <a:ext cx="1696389" cy="1187417"/>
        </a:xfrm>
        <a:prstGeom prst="roundRect">
          <a:avLst>
            <a:gd name="adj" fmla="val 16670"/>
          </a:avLst>
        </a:prstGeom>
        <a:gradFill rotWithShape="1">
          <a:gsLst>
            <a:gs pos="0">
              <a:schemeClr val="accent2">
                <a:tint val="100000"/>
                <a:shade val="100000"/>
                <a:satMod val="130000"/>
              </a:schemeClr>
            </a:gs>
            <a:gs pos="100000">
              <a:schemeClr val="accent2"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dsp:spPr>
      <dsp:style>
        <a:lnRef idx="0">
          <a:schemeClr val="accent2"/>
        </a:lnRef>
        <a:fillRef idx="3">
          <a:schemeClr val="accent2"/>
        </a:fillRef>
        <a:effectRef idx="3">
          <a:schemeClr val="accent2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lvl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pt-BR" sz="2500" kern="1200" dirty="0" smtClean="0"/>
            <a:t>NOC</a:t>
          </a:r>
          <a:endParaRPr lang="pt-BR" sz="2500" kern="1200" dirty="0"/>
        </a:p>
      </dsp:txBody>
      <dsp:txXfrm>
        <a:off x="3583093" y="2748042"/>
        <a:ext cx="1580439" cy="1071467"/>
      </dsp:txXfrm>
    </dsp:sp>
    <dsp:sp modelId="{54BA22EB-61E7-49BD-BA4C-4D3A73882E1B}">
      <dsp:nvSpPr>
        <dsp:cNvPr id="0" name=""/>
        <dsp:cNvSpPr/>
      </dsp:nvSpPr>
      <dsp:spPr>
        <a:xfrm>
          <a:off x="5279418" y="2769858"/>
          <a:ext cx="1705581" cy="95972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pt-BR" sz="1400" kern="1200" dirty="0" smtClean="0"/>
            <a:t>Monitora recursos através de regras de observação, abre e trata os incidentes percebidos</a:t>
          </a:r>
          <a:endParaRPr lang="pt-BR" sz="1400" kern="1200" dirty="0"/>
        </a:p>
      </dsp:txBody>
      <dsp:txXfrm>
        <a:off x="5279418" y="2769858"/>
        <a:ext cx="1705581" cy="95972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6">
  <dgm:title val=""/>
  <dgm:desc val=""/>
  <dgm:catLst>
    <dgm:cat type="process" pri="7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L"/>
          <dgm:param type="nodeHorzAlign" val="l"/>
        </dgm:alg>
      </dgm:if>
      <dgm:else name="Name2">
        <dgm:alg type="lin">
          <dgm:param type="linDir" val="from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w" refFor="ch" refForName="compNode" fact="0.7"/>
      <dgm:constr type="ctrY" for="ch" forName="compNode" refType="h" fact="0.5"/>
      <dgm:constr type="w" for="ch" forName="aSpace" refType="w" fact="0.05"/>
      <dgm:constr type="primFontSz" for="des" forName="childTextHidden" op="equ" val="65"/>
      <dgm:constr type="primFontSz" for="des" forName="parentText" op="equ"/>
    </dgm:constrLst>
    <dgm:ruleLst/>
    <dgm:forEach name="aNodeForEach" axis="ch" ptType="node">
      <dgm:layoutNode name="compNode">
        <dgm:alg type="composite">
          <dgm:param type="ar" val="1.43"/>
        </dgm:alg>
        <dgm:shape xmlns:r="http://schemas.openxmlformats.org/officeDocument/2006/relationships" r:blip="">
          <dgm:adjLst/>
        </dgm:shape>
        <dgm:presOf/>
        <dgm:choose name="Name3">
          <dgm:if name="Name4" func="var" arg="dir" op="equ" val="norm">
            <dgm:constrLst>
              <dgm:constr type="w" for="ch" forName="childTextVisible" refType="w" fact="0.8"/>
              <dgm:constr type="h" for="ch" forName="childTextVisible" refType="h"/>
              <dgm:constr type="r" for="ch" forName="childTextVisible" refType="w"/>
              <dgm:constr type="w" for="ch" forName="childTextHidden" refType="w" fact="0.6"/>
              <dgm:constr type="h" for="ch" forName="childTextHidden" refType="h"/>
              <dgm:constr type="r" for="ch" forName="childTextHidden" refType="w"/>
              <dgm:constr type="l" for="ch" forName="parentText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if>
          <dgm:else name="Name5">
            <dgm:constrLst>
              <dgm:constr type="w" for="ch" forName="childTextVisible" refType="w" fact="0.8"/>
              <dgm:constr type="h" for="ch" forName="childTextVisible" refType="h"/>
              <dgm:constr type="l" for="ch" forName="childTextVisible"/>
              <dgm:constr type="w" for="ch" forName="childTextHidden" refType="w" fact="0.6"/>
              <dgm:constr type="h" for="ch" forName="childTextHidden" refType="h"/>
              <dgm:constr type="l" for="ch" forName="childTextHidden"/>
              <dgm:constr type="r" for="ch" forName="parentText" refType="w"/>
              <dgm:constr type="w" for="ch" forName="parentText" refType="w" fact="0.4"/>
              <dgm:constr type="h" for="ch" forName="parentText" refType="w" refFor="ch" refForName="parentText" op="equ"/>
              <dgm:constr type="ctrY" for="ch" forName="parentText" refType="h" fact="0.5"/>
            </dgm:constrLst>
          </dgm:else>
        </dgm:choose>
        <dgm:ruleLst/>
        <dgm:layoutNode name="noGeometry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childTextVisible" styleLbl="bgAccFollowNode1">
          <dgm:varLst>
            <dgm:bulletEnabled val="1"/>
          </dgm:varLst>
          <dgm:alg type="sp"/>
          <dgm:choose name="Name6">
            <dgm:if name="Name7" func="var" arg="dir" op="equ" val="norm">
              <dgm:shape xmlns:r="http://schemas.openxmlformats.org/officeDocument/2006/relationships" type="rightArrow" r:blip="">
                <dgm:adjLst>
                  <dgm:adj idx="1" val="0.7"/>
                  <dgm:adj idx="2" val="0.5"/>
                </dgm:adjLst>
              </dgm:shape>
            </dgm:if>
            <dgm:else name="Name8">
              <dgm:shape xmlns:r="http://schemas.openxmlformats.org/officeDocument/2006/relationships" type="leftArrow" r:blip="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/>
          <dgm:ruleLst/>
        </dgm:layoutNode>
        <dgm:layoutNode name="childTextHidden" styleLbl="bgAccFollowNode1">
          <dgm:choose name="Name9">
            <dgm:if name="Name10" axis="des followSib" ptType="node node" st="1 1" cnt="1 0" func="cnt" op="gte" val="1">
              <dgm:alg type="tx">
                <dgm:param type="stBulletLvl" val="1"/>
                <dgm:param type="txAnchorVertCh" val="mid"/>
              </dgm:alg>
            </dgm:if>
            <dgm:else name="Name11">
              <dgm:alg type="tx">
                <dgm:param type="stBulletLvl" val="2"/>
                <dgm:param type="txAnchorVertCh" val="mid"/>
              </dgm:alg>
            </dgm:else>
          </dgm:choose>
          <dgm:choose name="Name12">
            <dgm:if name="Name13" func="var" arg="dir" op="equ" val="norm">
              <dgm:shape xmlns:r="http://schemas.openxmlformats.org/officeDocument/2006/relationships" type="rightArrow" r:blip="" hideGeom="1">
                <dgm:adjLst>
                  <dgm:adj idx="1" val="0.7"/>
                  <dgm:adj idx="2" val="0.5"/>
                </dgm:adjLst>
              </dgm:shape>
            </dgm:if>
            <dgm:else name="Name14">
              <dgm:shape xmlns:r="http://schemas.openxmlformats.org/officeDocument/2006/relationships" type="leftArrow" r:blip="" hideGeom="1">
                <dgm:adjLst>
                  <dgm:adj idx="1" val="0.7"/>
                  <dgm:adj idx="2" val="0.5"/>
                </dgm:adjLst>
              </dgm:shape>
            </dgm:else>
          </dgm:choose>
          <dgm:presOf axis="des" ptType="node"/>
          <dgm:constrLst>
            <dgm:constr type="secFontSz" refType="primFontSz"/>
            <dgm:constr type="tMarg" refType="primFontSz" fact="0.05"/>
            <dgm:constr type="bMarg" refType="primFontSz" fact="0.05"/>
            <dgm:constr type="rMarg" refType="primFontSz" fact="0.1"/>
            <dgm:constr type="lMarg" refType="primFontSz" fact="0.2"/>
          </dgm:constrLst>
          <dgm:ruleLst>
            <dgm:rule type="primFontSz" val="5" fact="NaN" max="NaN"/>
          </dgm:ruleLst>
        </dgm:layoutNode>
        <dgm:layoutNode name="parentText" styleLbl="node1">
          <dgm:varLst>
            <dgm:chMax val="1"/>
            <dgm:bulletEnabled val="1"/>
          </dgm:varLst>
          <dgm:alg type="tx"/>
          <dgm:shape xmlns:r="http://schemas.openxmlformats.org/officeDocument/2006/relationships" type="ellipse" r:blip="">
            <dgm:adjLst/>
          </dgm:shape>
          <dgm:presOf axis="self"/>
          <dgm:constrLst>
            <dgm:constr type="primFontSz" val="65"/>
            <dgm:constr type="tMarg" refType="primFontSz" fact="0.05"/>
            <dgm:constr type="bMarg" refType="primFontSz" fact="0.05"/>
            <dgm:constr type="lMarg" refType="primFontSz" fact="0.05"/>
            <dgm:constr type="rMarg" refType="primFontSz" fact="0.05"/>
          </dgm:constrLst>
          <dgm:ruleLst>
            <dgm:rule type="primFontSz" val="5" fact="NaN" max="NaN"/>
          </dgm:ruleLst>
        </dgm:layoutNode>
      </dgm:layoutNode>
      <dgm:choose name="Name15">
        <dgm:if name="Name16" axis="self" ptType="node" func="revPos" op="gte" val="2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StepDownProcess">
  <dgm:title val=""/>
  <dgm:desc val=""/>
  <dgm:catLst>
    <dgm:cat type="process" pri="16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60" srcId="0" destId="10" srcOrd="0" destOrd="0"/>
        <dgm:cxn modelId="7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60" srcId="0" destId="10" srcOrd="0" destOrd="0"/>
        <dgm:cxn modelId="70" srcId="0" destId="20" srcOrd="1" destOrd="0"/>
        <dgm:cxn modelId="80" srcId="0" destId="30" srcOrd="2" destOrd="0"/>
        <dgm:cxn modelId="90" srcId="0" destId="40" srcOrd="3" destOrd="0"/>
      </dgm:cxnLst>
      <dgm:bg/>
      <dgm:whole/>
    </dgm:dataModel>
  </dgm:clrData>
  <dgm:layoutNode name="rootnode">
    <dgm:varLst>
      <dgm:chMax/>
      <dgm:chPref/>
      <dgm:dir/>
      <dgm:animLvl val="lvl"/>
    </dgm:varLst>
    <dgm:choose name="Name0">
      <dgm:if name="Name1" func="var" arg="dir" op="equ" val="norm">
        <dgm:alg type="snake">
          <dgm:param type="grDir" val="tL"/>
          <dgm:param type="flowDir" val="row"/>
          <dgm:param type="off" val="off"/>
          <dgm:param type="bkpt" val="fixed"/>
          <dgm:param type="bkPtFixedVal" val="1"/>
        </dgm:alg>
      </dgm:if>
      <dgm:else name="Name2">
        <dgm:alg type="snake">
          <dgm:param type="grDir" val="tR"/>
          <dgm:param type="flowDir" val="row"/>
          <dgm:param type="off" val="off"/>
          <dgm:param type="bkpt" val="fixed"/>
          <dgm:param type="bkPtFixedVal" val="1"/>
        </dgm:alg>
      </dgm:else>
    </dgm:choose>
    <dgm:shape xmlns:r="http://schemas.openxmlformats.org/officeDocument/2006/relationships" r:blip="">
      <dgm:adjLst/>
    </dgm:shape>
    <dgm:choose name="Name3">
      <dgm:if name="Name4" func="var" arg="dir" op="equ" val="norm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if>
      <dgm:else name="Name5">
        <dgm:constrLst>
          <dgm:constr type="alignOff" forName="rootnode" val="0.48"/>
          <dgm:constr type="primFontSz" for="des" forName="ParentText" val="65"/>
          <dgm:constr type="primFontSz" for="des" forName="ChildText" refType="primFontSz" refFor="des" refForName="ParentText" op="lte"/>
          <dgm:constr type="w" for="ch" forName="composite" refType="w"/>
          <dgm:constr type="h" for="ch" forName="composite" refType="h"/>
          <dgm:constr type="sp" refType="h" refFor="ch" refForName="composite" op="equ" fact="-0.38"/>
        </dgm:constrLst>
      </dgm:else>
    </dgm:choose>
    <dgm:forEach name="nodesForEach" axis="ch" ptType="node">
      <dgm:layoutNode name="composite">
        <dgm:alg type="composite">
          <dgm:param type="ar" val="1.2439"/>
        </dgm:alg>
        <dgm:shape xmlns:r="http://schemas.openxmlformats.org/officeDocument/2006/relationships" r:blip="">
          <dgm:adjLst/>
        </dgm:shape>
        <dgm:choose name="Name6">
          <dgm:if name="Name7" func="var" arg="dir" op="equ" val="norm">
            <dgm:constrLst>
              <dgm:constr type="l" for="ch" forName="bentUpArrow1" refType="w" fact="0.0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refFor="ch" refForName="ParentText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refFor="ch" refForName="ParentText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if>
          <dgm:else name="Name8">
            <dgm:constrLst>
              <dgm:constr type="r" for="ch" forName="bentUpArrow1" refType="w" fact="0.97"/>
              <dgm:constr type="t" for="ch" forName="bentUpArrow1" refType="h" fact="0.524"/>
              <dgm:constr type="w" for="ch" forName="bentUpArrow1" refType="w" fact="0.3844"/>
              <dgm:constr type="h" for="ch" forName="bentUpArrow1" refType="h" fact="0.42"/>
              <dgm:constr type="l" for="ch" forName="ParentText" refType="w" fact="0.4316"/>
              <dgm:constr type="t" for="ch" forName="ParentText" refType="h" fact="0"/>
              <dgm:constr type="w" for="ch" forName="ParentText" refType="w" fact="0.5684"/>
              <dgm:constr type="h" for="ch" forName="ParentText" refType="h" fact="0.4949"/>
              <dgm:constr type="l" for="ch" forName="ChildText" refType="w" fact="0"/>
              <dgm:constr type="t" for="ch" forName="ChildText" refType="h" fact="0.05"/>
              <dgm:constr type="w" for="ch" forName="ChildText" refType="w" fact="0.4134"/>
              <dgm:constr type="h" for="ch" forName="ChildText" refType="h" fact="0.4"/>
              <dgm:constr type="l" for="ch" forName="FinalChildText" refType="w" fact="0"/>
              <dgm:constr type="t" for="ch" forName="FinalChildText" refType="h" fact="0.05"/>
              <dgm:constr type="w" for="ch" forName="FinalChildText" refType="w" fact="0.4134"/>
              <dgm:constr type="h" for="ch" forName="FinalChildText" refType="h" fact="0.4"/>
            </dgm:constrLst>
          </dgm:else>
        </dgm:choose>
        <dgm:choose name="Name9">
          <dgm:if name="Name10" axis="followSib" ptType="node" func="cnt" op="gte" val="1">
            <dgm:layoutNode name="bentUpArrow1" styleLbl="alignImgPlace1">
              <dgm:alg type="sp"/>
              <dgm:choose name="Name11">
                <dgm:if name="Name12" func="var" arg="dir" op="equ" val="norm">
                  <dgm:shape xmlns:r="http://schemas.openxmlformats.org/officeDocument/2006/relationships" rot="90" type="bentUpArrow" r:blip="">
                    <dgm:adjLst>
                      <dgm:adj idx="1" val="0.3284"/>
                      <dgm:adj idx="2" val="0.25"/>
                      <dgm:adj idx="3" val="0.3578"/>
                    </dgm:adjLst>
                  </dgm:shape>
                </dgm:if>
                <dgm:else name="Name13">
                  <dgm:shape xmlns:r="http://schemas.openxmlformats.org/officeDocument/2006/relationships" rot="180" type="bentArrow" r:blip="">
                    <dgm:adjLst>
                      <dgm:adj idx="1" val="0.3284"/>
                      <dgm:adj idx="2" val="0.25"/>
                      <dgm:adj idx="3" val="0.3578"/>
                      <dgm:adj idx="4" val="0"/>
                    </dgm:adjLst>
                  </dgm:shape>
                </dgm:else>
              </dgm:choose>
              <dgm:presOf/>
            </dgm:layoutNode>
          </dgm:if>
          <dgm:else name="Name14"/>
        </dgm:choose>
        <dgm:layoutNode name="ParentText" styleLbl="node1">
          <dgm:varLst>
            <dgm:chMax val="1"/>
            <dgm:chPref val="1"/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667"/>
            </dgm:adjLst>
          </dgm:shape>
          <dgm:presOf axis="self" ptType="node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choose name="Name15">
          <dgm:if name="Name16" axis="followSib" ptType="node" func="cnt" op="equ" val="0">
            <dgm:choose name="Name17">
              <dgm:if name="Name18" axis="ch" ptType="node" func="cnt" op="gte" val="1">
                <dgm:layoutNode name="FinalChildText" styleLbl="revTx">
                  <dgm:varLst>
                    <dgm:chMax val="0"/>
                    <dgm:chPref val="0"/>
                    <dgm:bulletEnabled val="1"/>
                  </dgm:varLst>
                  <dgm:alg type="tx">
                    <dgm:param type="stBulletLvl" val="1"/>
                    <dgm:param type="txAnchorVertCh" val="mid"/>
                    <dgm:param type="parTxLTRAlign" val="l"/>
                  </dgm:alg>
                  <dgm:shape xmlns:r="http://schemas.openxmlformats.org/officeDocument/2006/relationships" type="rect" r:blip="">
                    <dgm:adjLst/>
                  </dgm:shape>
                  <dgm:presOf axis="des" ptType="node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9"/>
            </dgm:choose>
          </dgm:if>
          <dgm:else name="Name20">
            <dgm:layoutNode name="ChildText" styleLbl="revTx">
              <dgm:varLst>
                <dgm:chMax val="0"/>
                <dgm:chPref val="0"/>
                <dgm:bulletEnabled val="1"/>
              </dgm:varLst>
              <dgm:alg type="tx">
                <dgm:param type="stBulletLvl" val="1"/>
                <dgm:param type="txAnchorVertCh" val="mid"/>
                <dgm:param type="parTxLTRAlign" val="l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else>
        </dgm:choos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r>
              <a:rPr lang="x-none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x-none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CF0C7E4D-A4E8-BF44-B1B2-500D2A97A33A}" type="datetimeFigureOut">
              <a:rPr lang="en-US" smtClean="0"/>
              <a:t>12/2/2015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F73305AD-EBDD-564C-9E4A-0F612615091B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1549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6089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350" y="4259569"/>
            <a:ext cx="24765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0563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6350" y="4259569"/>
            <a:ext cx="247650" cy="1762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177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jp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t06-02.jpg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64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548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021333" y="384983"/>
            <a:ext cx="1603348" cy="388071"/>
          </a:xfrm>
          <a:prstGeom prst="rect">
            <a:avLst/>
          </a:prstGeom>
        </p:spPr>
      </p:pic>
      <p:pic>
        <p:nvPicPr>
          <p:cNvPr id="8" name="Picture 2"/>
          <p:cNvPicPr>
            <a:picLocks noChangeAspect="1" noChangeArrowheads="1"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780" t="78172" r="18395" b="12686"/>
          <a:stretch/>
        </p:blipFill>
        <p:spPr bwMode="auto">
          <a:xfrm>
            <a:off x="8188657" y="5840350"/>
            <a:ext cx="955343" cy="10176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1" descr="t03-02.jpg"/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1368" b="84909"/>
          <a:stretch/>
        </p:blipFill>
        <p:spPr>
          <a:xfrm>
            <a:off x="0" y="-1"/>
            <a:ext cx="789296" cy="103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9529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jp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12.jpg"/><Relationship Id="rId7" Type="http://schemas.openxmlformats.org/officeDocument/2006/relationships/diagramColors" Target="../diagrams/colors1.xml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hyperlink" Target="../../Pictures/itil-lifecycle-process.jpg" TargetMode="External"/><Relationship Id="rId1" Type="http://schemas.openxmlformats.org/officeDocument/2006/relationships/slideLayout" Target="../slideLayouts/slideLayout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slideLayout" Target="../slideLayouts/slideLayout4.xml"/><Relationship Id="rId1" Type="http://schemas.openxmlformats.org/officeDocument/2006/relationships/themeOverride" Target="../theme/themeOverr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3"/>
          <p:cNvSpPr txBox="1">
            <a:spLocks/>
          </p:cNvSpPr>
          <p:nvPr/>
        </p:nvSpPr>
        <p:spPr>
          <a:xfrm>
            <a:off x="814789" y="2672962"/>
            <a:ext cx="4406916" cy="1196726"/>
          </a:xfrm>
          <a:prstGeom prst="rect">
            <a:avLst/>
          </a:prstGeom>
        </p:spPr>
        <p:txBody>
          <a:bodyPr vert="horz"/>
          <a:lstStyle>
            <a:lvl1pPr marL="342900" indent="-342900" algn="r" defTabSz="457200" rtl="0" eaLnBrk="1" latinLnBrk="0" hangingPunct="1">
              <a:spcBef>
                <a:spcPct val="20000"/>
              </a:spcBef>
              <a:buFont typeface="Arial"/>
              <a:buNone/>
              <a:defRPr sz="220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Tahoma"/>
                <a:ea typeface="+mn-ea"/>
                <a:cs typeface="Tahom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pt-BR" sz="3200" b="1" dirty="0" smtClean="0">
                <a:solidFill>
                  <a:schemeClr val="bg1"/>
                </a:solidFill>
              </a:rPr>
              <a:t>Gerenciamento de Incidentes </a:t>
            </a:r>
          </a:p>
          <a:p>
            <a:pPr algn="l"/>
            <a:r>
              <a:rPr lang="pt-BR" sz="24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(</a:t>
            </a:r>
            <a:r>
              <a:rPr lang="pt-BR" sz="2400" b="1" i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Novo </a:t>
            </a:r>
            <a:r>
              <a:rPr lang="pt-BR" sz="2400" b="1" i="1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Processo)</a:t>
            </a:r>
          </a:p>
        </p:txBody>
      </p:sp>
    </p:spTree>
    <p:extLst>
      <p:ext uri="{BB962C8B-B14F-4D97-AF65-F5344CB8AC3E}">
        <p14:creationId xmlns:p14="http://schemas.microsoft.com/office/powerpoint/2010/main" val="31715442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tângulo 8"/>
          <p:cNvSpPr/>
          <p:nvPr/>
        </p:nvSpPr>
        <p:spPr>
          <a:xfrm>
            <a:off x="910300" y="5174883"/>
            <a:ext cx="6489701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pt-BR" sz="2000" u="sng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Definição de Incidente:</a:t>
            </a:r>
          </a:p>
          <a:p>
            <a:pPr algn="just"/>
            <a:r>
              <a:rPr lang="pt-BR" sz="200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Qualquer </a:t>
            </a:r>
            <a:r>
              <a:rPr lang="pt-BR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evento que não seja parte da operação padrão de um </a:t>
            </a:r>
            <a:r>
              <a:rPr lang="pt-BR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serviço</a:t>
            </a:r>
            <a:r>
              <a:rPr lang="pt-BR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e que causa, ou pode causar, uma interrupção ou redução na qualidade </a:t>
            </a:r>
            <a:r>
              <a:rPr lang="pt-BR" sz="200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do </a:t>
            </a:r>
            <a:r>
              <a:rPr lang="pt-BR" sz="2000" b="1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serviço</a:t>
            </a:r>
            <a:r>
              <a:rPr lang="pt-BR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</a:t>
            </a:r>
            <a:endParaRPr lang="pt-BR" sz="2000" b="1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pic>
        <p:nvPicPr>
          <p:cNvPr id="3" name="Imagem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2861" y="1344034"/>
            <a:ext cx="4457700" cy="3633025"/>
          </a:xfrm>
          <a:prstGeom prst="rect">
            <a:avLst/>
          </a:prstGeom>
        </p:spPr>
      </p:pic>
      <p:pic>
        <p:nvPicPr>
          <p:cNvPr id="4" name="Imagem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977811">
            <a:off x="4761227" y="2198393"/>
            <a:ext cx="3994162" cy="171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5397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"/>
          <p:cNvSpPr txBox="1">
            <a:spLocks/>
          </p:cNvSpPr>
          <p:nvPr/>
        </p:nvSpPr>
        <p:spPr>
          <a:xfrm>
            <a:off x="168349" y="1441797"/>
            <a:ext cx="8493051" cy="5149503"/>
          </a:xfrm>
          <a:prstGeom prst="rect">
            <a:avLst/>
          </a:prstGeom>
        </p:spPr>
        <p:txBody>
          <a:bodyPr>
            <a:no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40000"/>
              </a:lnSpc>
              <a:defRPr/>
            </a:pPr>
            <a:r>
              <a:rPr lang="pt-BR" sz="2400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Propósito</a:t>
            </a:r>
            <a:r>
              <a:rPr lang="pt-BR" sz="20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:</a:t>
            </a:r>
          </a:p>
          <a:p>
            <a:pPr lvl="1" algn="just">
              <a:buFont typeface="Courier New" panose="02070309020205020404" pitchFamily="49" charset="0"/>
              <a:buChar char="o"/>
              <a:defRPr/>
            </a:pP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Restaurar a operação normal do </a:t>
            </a:r>
            <a:r>
              <a:rPr lang="pt-BR" sz="1800" b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serviço</a:t>
            </a: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 o mais rápido possível e minimizar o impacto na operação de negócio, garantindo os níveis acordados de qualidade de </a:t>
            </a:r>
            <a:r>
              <a:rPr lang="pt-BR" sz="1800" b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serviço</a:t>
            </a:r>
            <a:r>
              <a:rPr lang="pt-BR" sz="1800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.</a:t>
            </a:r>
            <a:endParaRPr lang="pt-BR" sz="18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  <a:sym typeface="Times" charset="0"/>
            </a:endParaRPr>
          </a:p>
          <a:p>
            <a:pPr algn="just">
              <a:lnSpc>
                <a:spcPct val="140000"/>
              </a:lnSpc>
              <a:defRPr/>
            </a:pPr>
            <a:r>
              <a:rPr lang="pt-BR" sz="20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Objetivos:</a:t>
            </a:r>
          </a:p>
          <a:p>
            <a:pPr lvl="1" algn="just">
              <a:buFont typeface="Courier New" panose="02070309020205020404" pitchFamily="49" charset="0"/>
              <a:buChar char="o"/>
              <a:defRPr/>
            </a:pP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Garantir  que métodos e procedimentos padronizados são usados eficientemente para </a:t>
            </a:r>
            <a:r>
              <a:rPr lang="pt-BR" sz="1800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resposta </a:t>
            </a: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rápida, análise, documentação, gestão contínua e relatórios de incidentes.</a:t>
            </a:r>
          </a:p>
          <a:p>
            <a:pPr lvl="1" algn="just">
              <a:buFont typeface="Courier New" panose="02070309020205020404" pitchFamily="49" charset="0"/>
              <a:buChar char="o"/>
              <a:defRPr/>
            </a:pP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Aumentar a visibilidade e comunicação de incidentes ao negócio e TI.</a:t>
            </a:r>
          </a:p>
          <a:p>
            <a:pPr lvl="1" algn="just">
              <a:buFont typeface="Courier New" panose="02070309020205020404" pitchFamily="49" charset="0"/>
              <a:buChar char="o"/>
              <a:defRPr/>
            </a:pP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Melhorar a percepção do negócio de </a:t>
            </a:r>
            <a:r>
              <a:rPr lang="pt-BR" sz="1800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TI através </a:t>
            </a: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do uso de uma abordagem profissional a resolver rapidamente e comunicar incidentes quando eles ocorrem.</a:t>
            </a:r>
          </a:p>
          <a:p>
            <a:pPr lvl="1" algn="just">
              <a:buFont typeface="Courier New" panose="02070309020205020404" pitchFamily="49" charset="0"/>
              <a:buChar char="o"/>
              <a:defRPr/>
            </a:pP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Alinhar a gestão das atividades de incidentes e prioridades com as do negócio.</a:t>
            </a:r>
          </a:p>
          <a:p>
            <a:pPr lvl="1" algn="just">
              <a:buFont typeface="Courier New" panose="02070309020205020404" pitchFamily="49" charset="0"/>
              <a:buChar char="o"/>
              <a:defRPr/>
            </a:pP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Manter a satisfação do usuário com a qualidade dos </a:t>
            </a:r>
            <a:r>
              <a:rPr lang="pt-BR" sz="1800" b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serviços</a:t>
            </a:r>
            <a:r>
              <a:rPr lang="pt-BR" sz="18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 de TI.</a:t>
            </a:r>
            <a:endParaRPr lang="pt-BR" sz="17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  <a:sym typeface="Times" charset="0"/>
            </a:endParaRPr>
          </a:p>
          <a:p>
            <a:pPr marL="457200" lvl="1" indent="0" algn="just">
              <a:lnSpc>
                <a:spcPct val="140000"/>
              </a:lnSpc>
              <a:buFont typeface="Arial"/>
              <a:buNone/>
              <a:defRPr/>
            </a:pPr>
            <a:endParaRPr lang="pt-BR" sz="1400" dirty="0" smtClean="0">
              <a:sym typeface="Times" charset="0"/>
            </a:endParaRPr>
          </a:p>
          <a:p>
            <a:pPr algn="just">
              <a:lnSpc>
                <a:spcPct val="14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4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marL="0" indent="0" algn="just">
              <a:lnSpc>
                <a:spcPct val="140000"/>
              </a:lnSpc>
              <a:buFont typeface="Arial"/>
              <a:buNone/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4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4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4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2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2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lvl="1" algn="just">
              <a:lnSpc>
                <a:spcPct val="120000"/>
              </a:lnSpc>
              <a:defRPr/>
            </a:pPr>
            <a:endParaRPr lang="pt-BR" sz="1400" dirty="0" smtClean="0">
              <a:sym typeface="Times" charset="0"/>
            </a:endParaRPr>
          </a:p>
          <a:p>
            <a:pPr algn="just">
              <a:lnSpc>
                <a:spcPct val="12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2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2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algn="just">
              <a:lnSpc>
                <a:spcPct val="120000"/>
              </a:lnSpc>
              <a:defRPr/>
            </a:pPr>
            <a:endParaRPr lang="pt-BR" sz="1600" dirty="0" smtClean="0">
              <a:sym typeface="Times" charset="0"/>
            </a:endParaRPr>
          </a:p>
          <a:p>
            <a:pPr marL="0" indent="0" algn="just">
              <a:lnSpc>
                <a:spcPct val="120000"/>
              </a:lnSpc>
              <a:buFont typeface="Arial"/>
              <a:buNone/>
              <a:defRPr/>
            </a:pPr>
            <a:endParaRPr lang="pt-BR" sz="1600" dirty="0" smtClean="0">
              <a:sym typeface="Times" charset="0"/>
            </a:endParaRPr>
          </a:p>
          <a:p>
            <a:pPr lvl="1" algn="just">
              <a:lnSpc>
                <a:spcPct val="120000"/>
              </a:lnSpc>
              <a:defRPr/>
            </a:pPr>
            <a:endParaRPr lang="en-US" sz="1400" dirty="0" smtClean="0"/>
          </a:p>
          <a:p>
            <a:pPr algn="just">
              <a:lnSpc>
                <a:spcPct val="120000"/>
              </a:lnSpc>
              <a:defRPr/>
            </a:pPr>
            <a:endParaRPr lang="en-US" sz="1600" dirty="0" smtClean="0"/>
          </a:p>
          <a:p>
            <a:pPr algn="just">
              <a:lnSpc>
                <a:spcPct val="120000"/>
              </a:lnSpc>
              <a:defRPr/>
            </a:pPr>
            <a:endParaRPr lang="en-US" sz="1600" dirty="0" smtClean="0"/>
          </a:p>
          <a:p>
            <a:pPr algn="just">
              <a:lnSpc>
                <a:spcPct val="120000"/>
              </a:lnSpc>
              <a:defRPr/>
            </a:pPr>
            <a:endParaRPr lang="en-US" sz="1600" dirty="0" smtClean="0"/>
          </a:p>
          <a:p>
            <a:pPr lvl="1" algn="just">
              <a:lnSpc>
                <a:spcPct val="120000"/>
              </a:lnSpc>
            </a:pPr>
            <a:endParaRPr lang="en-US" sz="800" dirty="0" smtClean="0"/>
          </a:p>
          <a:p>
            <a:pPr marL="0" indent="0">
              <a:buFont typeface="Arial"/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8224206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Imagem 27" descr="... que podem colocar a nossa saúde em risco, afirmam especialistas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179" y="3267729"/>
            <a:ext cx="2416935" cy="1305145"/>
          </a:xfrm>
          <a:prstGeom prst="rect">
            <a:avLst/>
          </a:prstGeom>
        </p:spPr>
      </p:pic>
      <p:pic>
        <p:nvPicPr>
          <p:cNvPr id="20" name="Imagem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8155" y="5209064"/>
            <a:ext cx="1162773" cy="1215626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246753" y="1252339"/>
            <a:ext cx="84201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 foco do Gerenciamento de Incidentes está na resolução rápida dos incidentes,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podendo ser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alcançada através da aplicação de uma solução de contorno ou definitiva, utilizando uma </a:t>
            </a:r>
            <a:r>
              <a:rPr lang="pt-BR" b="1" i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base de conhecimento estruturada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e o conhecimento dos analistas e especialistas de incidentes. </a:t>
            </a:r>
            <a:endParaRPr lang="pt-BR" dirty="0" smtClean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pt-BR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m 5" descr="Por Prof. Felipe Aquino • 11 de junho de 2014 Espiritualidade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5587" y="3246657"/>
            <a:ext cx="2390630" cy="2240020"/>
          </a:xfrm>
          <a:prstGeom prst="rect">
            <a:avLst/>
          </a:prstGeom>
        </p:spPr>
      </p:pic>
      <p:sp>
        <p:nvSpPr>
          <p:cNvPr id="25" name="CaixaDeTexto 24"/>
          <p:cNvSpPr txBox="1"/>
          <p:nvPr/>
        </p:nvSpPr>
        <p:spPr>
          <a:xfrm>
            <a:off x="5685650" y="2626747"/>
            <a:ext cx="1473078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pt-BR" dirty="0" smtClean="0"/>
              <a:t>                         </a:t>
            </a:r>
          </a:p>
          <a:p>
            <a:r>
              <a:rPr lang="pt-BR" dirty="0" smtClean="0"/>
              <a:t> </a:t>
            </a:r>
          </a:p>
          <a:p>
            <a:endParaRPr lang="pt-BR" dirty="0"/>
          </a:p>
          <a:p>
            <a:r>
              <a:rPr lang="pt-BR" dirty="0" smtClean="0"/>
              <a:t>                           </a:t>
            </a:r>
          </a:p>
          <a:p>
            <a:endParaRPr lang="pt-BR" dirty="0" smtClean="0"/>
          </a:p>
          <a:p>
            <a:r>
              <a:rPr lang="pt-BR" dirty="0" smtClean="0"/>
              <a:t> </a:t>
            </a:r>
            <a:endParaRPr lang="pt-BR" dirty="0"/>
          </a:p>
        </p:txBody>
      </p:sp>
      <p:sp>
        <p:nvSpPr>
          <p:cNvPr id="27" name="Retângulo 26"/>
          <p:cNvSpPr/>
          <p:nvPr/>
        </p:nvSpPr>
        <p:spPr>
          <a:xfrm>
            <a:off x="3303524" y="4439985"/>
            <a:ext cx="233955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dirty="0" smtClean="0">
                <a:solidFill>
                  <a:schemeClr val="accent2"/>
                </a:solidFill>
              </a:rPr>
              <a:t>Base de </a:t>
            </a:r>
            <a:r>
              <a:rPr lang="pt-BR" dirty="0" smtClean="0">
                <a:solidFill>
                  <a:schemeClr val="accent2"/>
                </a:solidFill>
              </a:rPr>
              <a:t>C. Contax</a:t>
            </a:r>
            <a:endParaRPr lang="pt-BR" dirty="0"/>
          </a:p>
        </p:txBody>
      </p:sp>
      <p:sp>
        <p:nvSpPr>
          <p:cNvPr id="26" name="Fluxograma: Disco Magnético 25"/>
          <p:cNvSpPr/>
          <p:nvPr/>
        </p:nvSpPr>
        <p:spPr>
          <a:xfrm>
            <a:off x="3112358" y="4255319"/>
            <a:ext cx="2793103" cy="2330061"/>
          </a:xfrm>
          <a:prstGeom prst="flowChartMagneticDisk">
            <a:avLst/>
          </a:prstGeom>
          <a:noFill/>
          <a:ln w="635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pt-BR" dirty="0">
              <a:solidFill>
                <a:schemeClr val="accent2"/>
              </a:solidFill>
            </a:endParaRPr>
          </a:p>
        </p:txBody>
      </p:sp>
      <p:sp>
        <p:nvSpPr>
          <p:cNvPr id="29" name="CaixaDeTexto 28"/>
          <p:cNvSpPr txBox="1"/>
          <p:nvPr/>
        </p:nvSpPr>
        <p:spPr>
          <a:xfrm>
            <a:off x="1109057" y="4512201"/>
            <a:ext cx="13526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>
                <a:solidFill>
                  <a:schemeClr val="accent2"/>
                </a:solidFill>
              </a:rPr>
              <a:t>Especialistas</a:t>
            </a:r>
          </a:p>
        </p:txBody>
      </p:sp>
    </p:spTree>
    <p:extLst>
      <p:ext uri="{BB962C8B-B14F-4D97-AF65-F5344CB8AC3E}">
        <p14:creationId xmlns:p14="http://schemas.microsoft.com/office/powerpoint/2010/main" val="2974258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/>
          <p:cNvSpPr/>
          <p:nvPr/>
        </p:nvSpPr>
        <p:spPr>
          <a:xfrm>
            <a:off x="541421" y="1835894"/>
            <a:ext cx="7864026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Para ser bem-sucedido o Gerenciamento de Incidentes deve implementar sólidos procedimentos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para:</a:t>
            </a:r>
          </a:p>
          <a:p>
            <a:endParaRPr lang="pt-BR" dirty="0" smtClean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dirty="0" smtClean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egistrar </a:t>
            </a:r>
          </a:p>
          <a:p>
            <a:endParaRPr lang="pt-BR" dirty="0" smtClean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pt-BR" dirty="0" smtClean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lassificar </a:t>
            </a:r>
          </a:p>
          <a:p>
            <a:endParaRPr lang="pt-BR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 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Direcionar                                                                              	             </a:t>
            </a:r>
          </a:p>
          <a:p>
            <a:pPr lvl="2"/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                      </a:t>
            </a:r>
          </a:p>
          <a:p>
            <a:pPr lvl="2"/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                                                             </a:t>
            </a:r>
          </a:p>
          <a:p>
            <a:pPr algn="just"/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os incidentes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forma rápida e precisa,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fim de que seja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tratado pelo solucionador correto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 no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momento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certo devendo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 apoiado pelos outros processos de Gerenciamento de Serviços de TI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 informações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sobre o histórico dos incidentes para os outros processos com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nível adequado de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qualidade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pt-BR" dirty="0"/>
          </a:p>
        </p:txBody>
      </p:sp>
      <p:pic>
        <p:nvPicPr>
          <p:cNvPr id="4" name="Imagem 3" descr="Per accedere ad Argo ScuolaNext il Registro Elettronico per le ..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7102" y="2576569"/>
            <a:ext cx="971534" cy="665781"/>
          </a:xfrm>
          <a:prstGeom prst="rect">
            <a:avLst/>
          </a:prstGeom>
        </p:spPr>
      </p:pic>
      <p:pic>
        <p:nvPicPr>
          <p:cNvPr id="6" name="Imagem 5" descr="Javascript Required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8587" y="3467628"/>
            <a:ext cx="964223" cy="708436"/>
          </a:xfrm>
          <a:prstGeom prst="rect">
            <a:avLst/>
          </a:prstGeom>
        </p:spPr>
      </p:pic>
      <p:graphicFrame>
        <p:nvGraphicFramePr>
          <p:cNvPr id="7" name="Diagrama 6"/>
          <p:cNvGraphicFramePr/>
          <p:nvPr>
            <p:extLst>
              <p:ext uri="{D42A27DB-BD31-4B8C-83A1-F6EECF244321}">
                <p14:modId xmlns:p14="http://schemas.microsoft.com/office/powerpoint/2010/main" val="3545478567"/>
              </p:ext>
            </p:extLst>
          </p:nvPr>
        </p:nvGraphicFramePr>
        <p:xfrm>
          <a:off x="3248431" y="4231325"/>
          <a:ext cx="5076861" cy="9029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003305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 descr="Estratégia para descobrir se sua aplicação web está sendo parcial ...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3892709"/>
            <a:ext cx="6604000" cy="2965291"/>
          </a:xfrm>
          <a:prstGeom prst="rect">
            <a:avLst/>
          </a:prstGeom>
        </p:spPr>
      </p:pic>
      <p:sp>
        <p:nvSpPr>
          <p:cNvPr id="3" name="Retângulo 2"/>
          <p:cNvSpPr/>
          <p:nvPr/>
        </p:nvSpPr>
        <p:spPr>
          <a:xfrm>
            <a:off x="374474" y="1377771"/>
            <a:ext cx="7759700" cy="31393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just"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O Gerenciamento de Incidentes também conecta o usuário de TI ao processo “Requisição de Serviços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” onde o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provedor é a TI, conforme exemplificado abaixo:</a:t>
            </a:r>
          </a:p>
          <a:p>
            <a:pPr lvl="1" algn="just">
              <a:defRPr/>
            </a:pPr>
            <a:endParaRPr lang="pt-BR" dirty="0" smtClean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  <a:sym typeface="Times" charset="0"/>
            </a:endParaRPr>
          </a:p>
          <a:p>
            <a:pPr marL="1657350" lvl="3" indent="-285750" algn="just">
              <a:buFont typeface="Arial" panose="020B0604020202020204" pitchFamily="34" charset="0"/>
              <a:buChar char="•"/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Solicitações e manutenção de acesso ao sistema;</a:t>
            </a:r>
          </a:p>
          <a:p>
            <a:pPr marL="1657350" lvl="3" indent="-285750" algn="just">
              <a:buFont typeface="Arial" panose="020B0604020202020204" pitchFamily="34" charset="0"/>
              <a:buChar char="•"/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Recuperação de dados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(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a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rquivos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, gravações, etc...);</a:t>
            </a:r>
          </a:p>
          <a:p>
            <a:pPr marL="1657350" lvl="3" indent="-285750" algn="just">
              <a:buFont typeface="Arial" panose="020B0604020202020204" pitchFamily="34" charset="0"/>
              <a:buChar char="•"/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Consultas sobre serviços e disponibilidade;</a:t>
            </a:r>
          </a:p>
          <a:p>
            <a:pPr marL="1657350" lvl="3" indent="-285750" algn="just">
              <a:buFont typeface="Arial" panose="020B0604020202020204" pitchFamily="34" charset="0"/>
              <a:buChar char="•"/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Alterações pré-aprovadas de serviços e componentes;</a:t>
            </a:r>
          </a:p>
          <a:p>
            <a:pPr marL="1657350" lvl="3" indent="-285750" algn="just">
              <a:buFont typeface="Arial" panose="020B0604020202020204" pitchFamily="34" charset="0"/>
              <a:buChar char="•"/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Instalação de aplicativos</a:t>
            </a:r>
          </a:p>
          <a:p>
            <a:pPr marL="1657350" lvl="3" indent="-285750" algn="just">
              <a:buFont typeface="Arial" panose="020B0604020202020204" pitchFamily="34" charset="0"/>
              <a:buChar char="•"/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Solicitação de recursos de Ti</a:t>
            </a:r>
          </a:p>
          <a:p>
            <a:pPr marL="1657350" lvl="3" indent="-285750" algn="just">
              <a:buFont typeface="Arial" panose="020B0604020202020204" pitchFamily="34" charset="0"/>
              <a:buChar char="•"/>
              <a:defRPr/>
            </a:pP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  <a:sym typeface="Times" charset="0"/>
              </a:rPr>
              <a:t>Etc.</a:t>
            </a:r>
            <a:endParaRPr lang="pt-BR" dirty="0" smtClean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  <a:sym typeface="Times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84549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419100" y="1488050"/>
            <a:ext cx="82677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 smtClean="0">
                <a:latin typeface="Arial" panose="020B0604020202020204" pitchFamily="34" charset="0"/>
                <a:cs typeface="Arial" panose="020B0604020202020204" pitchFamily="34" charset="0"/>
              </a:rPr>
              <a:t>Na Contax, o </a:t>
            </a:r>
            <a:r>
              <a:rPr lang="pt-BR" dirty="0" smtClean="0">
                <a:latin typeface="Arial" panose="020B0604020202020204" pitchFamily="34" charset="0"/>
                <a:cs typeface="Arial" panose="020B0604020202020204" pitchFamily="34" charset="0"/>
              </a:rPr>
              <a:t>CSC é </a:t>
            </a:r>
            <a:r>
              <a:rPr lang="pt-BR" dirty="0" smtClean="0">
                <a:latin typeface="Arial" panose="020B0604020202020204" pitchFamily="34" charset="0"/>
                <a:cs typeface="Arial" panose="020B0604020202020204" pitchFamily="34" charset="0"/>
              </a:rPr>
              <a:t>responsável pelo primeiro tratamento dos incidentes e requisições de serviços. Segue a distribuição de funções:</a:t>
            </a:r>
            <a:r>
              <a:rPr lang="pt-BR" dirty="0" smtClean="0"/>
              <a:t>  </a:t>
            </a:r>
            <a:endParaRPr lang="pt-BR" dirty="0"/>
          </a:p>
        </p:txBody>
      </p:sp>
      <p:graphicFrame>
        <p:nvGraphicFramePr>
          <p:cNvPr id="6" name="Diagrama 5">
            <a:hlinkClick r:id="rId2" action="ppaction://hlinkfile"/>
          </p:cNvPr>
          <p:cNvGraphicFramePr/>
          <p:nvPr>
            <p:extLst>
              <p:ext uri="{D42A27DB-BD31-4B8C-83A1-F6EECF244321}">
                <p14:modId xmlns:p14="http://schemas.microsoft.com/office/powerpoint/2010/main" val="1742458721"/>
              </p:ext>
            </p:extLst>
          </p:nvPr>
        </p:nvGraphicFramePr>
        <p:xfrm>
          <a:off x="1092200" y="2544337"/>
          <a:ext cx="6985000" cy="389982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252144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3669" y="200665"/>
            <a:ext cx="4646731" cy="66573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5" name="Agrupar 4"/>
          <p:cNvGrpSpPr/>
          <p:nvPr/>
        </p:nvGrpSpPr>
        <p:grpSpPr>
          <a:xfrm>
            <a:off x="533224" y="1099120"/>
            <a:ext cx="1696389" cy="1187417"/>
            <a:chOff x="281099" y="22343"/>
            <a:chExt cx="1696389" cy="1187417"/>
          </a:xfrm>
        </p:grpSpPr>
        <p:sp>
          <p:nvSpPr>
            <p:cNvPr id="6" name="Retângulo Arredondado 5"/>
            <p:cNvSpPr/>
            <p:nvPr/>
          </p:nvSpPr>
          <p:spPr>
            <a:xfrm>
              <a:off x="281099" y="22343"/>
              <a:ext cx="1696389" cy="1187417"/>
            </a:xfrm>
            <a:prstGeom prst="roundRect">
              <a:avLst>
                <a:gd name="adj" fmla="val 16670"/>
              </a:avLst>
            </a:prstGeom>
            <a:ln/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</p:sp>
        <p:sp>
          <p:nvSpPr>
            <p:cNvPr id="7" name="CaixaDeTexto 6"/>
            <p:cNvSpPr txBox="1"/>
            <p:nvPr/>
          </p:nvSpPr>
          <p:spPr>
            <a:xfrm>
              <a:off x="339074" y="80318"/>
              <a:ext cx="1580439" cy="107146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95250" tIns="95250" rIns="95250" bIns="95250" numCol="1" spcCol="1270" anchor="ctr" anchorCtr="0">
              <a:noAutofit/>
            </a:bodyPr>
            <a:lstStyle/>
            <a:p>
              <a:pPr lvl="0" algn="ctr" defTabSz="1111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pt-BR" sz="2500" kern="1200" dirty="0" smtClean="0"/>
                <a:t>Dispatcher</a:t>
              </a:r>
              <a:endParaRPr lang="pt-BR" sz="2500" kern="1200" dirty="0"/>
            </a:p>
          </p:txBody>
        </p:sp>
      </p:grpSp>
      <p:grpSp>
        <p:nvGrpSpPr>
          <p:cNvPr id="8" name="Agrupar 7"/>
          <p:cNvGrpSpPr/>
          <p:nvPr/>
        </p:nvGrpSpPr>
        <p:grpSpPr>
          <a:xfrm>
            <a:off x="533224" y="2935623"/>
            <a:ext cx="1696389" cy="1187417"/>
            <a:chOff x="281099" y="22343"/>
            <a:chExt cx="1696389" cy="1187417"/>
          </a:xfrm>
        </p:grpSpPr>
        <p:sp>
          <p:nvSpPr>
            <p:cNvPr id="9" name="Retângulo Arredondado 8"/>
            <p:cNvSpPr/>
            <p:nvPr/>
          </p:nvSpPr>
          <p:spPr>
            <a:xfrm>
              <a:off x="281099" y="22343"/>
              <a:ext cx="1696389" cy="1187417"/>
            </a:xfrm>
            <a:prstGeom prst="roundRect">
              <a:avLst>
                <a:gd name="adj" fmla="val 16670"/>
              </a:avLst>
            </a:prstGeom>
            <a:ln/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CaixaDeTexto 9"/>
            <p:cNvSpPr txBox="1"/>
            <p:nvPr/>
          </p:nvSpPr>
          <p:spPr>
            <a:xfrm>
              <a:off x="339074" y="80318"/>
              <a:ext cx="1580439" cy="1071467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spcFirstLastPara="0" vert="horz" wrap="square" lIns="95250" tIns="95250" rIns="95250" bIns="95250" numCol="1" spcCol="1270" anchor="ctr" anchorCtr="0">
              <a:noAutofit/>
            </a:bodyPr>
            <a:lstStyle/>
            <a:p>
              <a:pPr lvl="0" algn="ctr" defTabSz="1111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pt-BR" sz="2500" kern="1200" dirty="0" smtClean="0"/>
                <a:t>Alto Impacto</a:t>
              </a:r>
              <a:endParaRPr lang="pt-BR" sz="2500" kern="1200" dirty="0"/>
            </a:p>
          </p:txBody>
        </p:sp>
      </p:grpSp>
      <p:grpSp>
        <p:nvGrpSpPr>
          <p:cNvPr id="11" name="Agrupar 10"/>
          <p:cNvGrpSpPr/>
          <p:nvPr/>
        </p:nvGrpSpPr>
        <p:grpSpPr>
          <a:xfrm>
            <a:off x="533223" y="4789295"/>
            <a:ext cx="1696389" cy="1187417"/>
            <a:chOff x="281099" y="22343"/>
            <a:chExt cx="1696389" cy="1187417"/>
          </a:xfrm>
        </p:grpSpPr>
        <p:sp>
          <p:nvSpPr>
            <p:cNvPr id="12" name="Retângulo Arredondado 11"/>
            <p:cNvSpPr/>
            <p:nvPr/>
          </p:nvSpPr>
          <p:spPr>
            <a:xfrm>
              <a:off x="281099" y="22343"/>
              <a:ext cx="1696389" cy="1187417"/>
            </a:xfrm>
            <a:prstGeom prst="roundRect">
              <a:avLst>
                <a:gd name="adj" fmla="val 16670"/>
              </a:avLst>
            </a:prstGeom>
            <a:ln/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</p:sp>
        <p:sp>
          <p:nvSpPr>
            <p:cNvPr id="13" name="CaixaDeTexto 12"/>
            <p:cNvSpPr txBox="1"/>
            <p:nvPr/>
          </p:nvSpPr>
          <p:spPr>
            <a:xfrm>
              <a:off x="339074" y="80318"/>
              <a:ext cx="1580439" cy="1071467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spcFirstLastPara="0" vert="horz" wrap="square" lIns="95250" tIns="95250" rIns="95250" bIns="95250" numCol="1" spcCol="1270" anchor="ctr" anchorCtr="0">
              <a:noAutofit/>
            </a:bodyPr>
            <a:lstStyle/>
            <a:p>
              <a:pPr lvl="0" algn="ctr" defTabSz="11112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pt-BR" sz="2500" kern="1200" dirty="0" smtClean="0"/>
                <a:t>NOC</a:t>
              </a:r>
              <a:endParaRPr lang="pt-BR" sz="2500" kern="1200" dirty="0"/>
            </a:p>
          </p:txBody>
        </p:sp>
      </p:grpSp>
      <p:sp>
        <p:nvSpPr>
          <p:cNvPr id="2" name="Seta para Cima e para Baixo 1"/>
          <p:cNvSpPr/>
          <p:nvPr/>
        </p:nvSpPr>
        <p:spPr>
          <a:xfrm flipV="1">
            <a:off x="7010400" y="786818"/>
            <a:ext cx="1119632" cy="5842582"/>
          </a:xfrm>
          <a:prstGeom prst="upDownArrow">
            <a:avLst/>
          </a:prstGeom>
          <a:gradFill flip="none" rotWithShape="1">
            <a:gsLst>
              <a:gs pos="0">
                <a:schemeClr val="bg1">
                  <a:shade val="30000"/>
                  <a:satMod val="115000"/>
                </a:schemeClr>
              </a:gs>
              <a:gs pos="50000">
                <a:schemeClr val="bg1">
                  <a:shade val="67500"/>
                  <a:satMod val="115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solidFill>
              <a:srgbClr val="F1F610"/>
            </a:solidFill>
          </a:ln>
          <a:scene3d>
            <a:camera prst="orthographicFront"/>
            <a:lightRig rig="threePt" dir="t"/>
          </a:scene3d>
          <a:sp3d>
            <a:bevelT prst="angle"/>
          </a:sp3d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Gerenciamento de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Incidentes</a:t>
            </a:r>
            <a:endParaRPr lang="pt-BR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0812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/>
          <p:cNvSpPr txBox="1"/>
          <p:nvPr/>
        </p:nvSpPr>
        <p:spPr>
          <a:xfrm>
            <a:off x="3149600" y="468876"/>
            <a:ext cx="3323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CSC - Papéis e Responsabilidades </a:t>
            </a:r>
            <a:endParaRPr lang="pt-BR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549" y="973783"/>
            <a:ext cx="8671679" cy="52958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42238122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825500" y="1993900"/>
            <a:ext cx="14151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 smtClean="0"/>
              <a:t>Classificação </a:t>
            </a:r>
            <a:endParaRPr lang="pt-BR" dirty="0"/>
          </a:p>
        </p:txBody>
      </p:sp>
      <p:pic>
        <p:nvPicPr>
          <p:cNvPr id="6" name="Imagem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6860" y="2032000"/>
            <a:ext cx="4343400" cy="4076700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4470400" y="1817531"/>
            <a:ext cx="4448313" cy="2308324"/>
          </a:xfrm>
          <a:prstGeom prst="rect">
            <a:avLst/>
          </a:prstGeom>
          <a:noFill/>
        </p:spPr>
        <p:txBody>
          <a:bodyPr wrap="square" rtlCol="0">
            <a:normAutofit fontScale="92500"/>
          </a:bodyPr>
          <a:lstStyle/>
          <a:p>
            <a:pPr algn="just"/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classificação das demandas baseada em </a:t>
            </a:r>
          </a:p>
          <a:p>
            <a:pPr algn="just"/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serviços,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 permite  a  escolha  do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processo de incidentes ou requisições. Com isso,  direcionamento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atribuição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 prioridade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 a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escolha do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solucionador é feita de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maneira precisa e, uma vez  parametrizada na ferramenta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pt-BR" dirty="0" err="1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tProcess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!),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 automação da abertura.</a:t>
            </a:r>
          </a:p>
          <a:p>
            <a:endParaRPr lang="pt-BR" dirty="0"/>
          </a:p>
        </p:txBody>
      </p:sp>
      <p:pic>
        <p:nvPicPr>
          <p:cNvPr id="7" name="Imagem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0261" y="4032250"/>
            <a:ext cx="4298451" cy="193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125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/>
          <p:cNvSpPr txBox="1"/>
          <p:nvPr/>
        </p:nvSpPr>
        <p:spPr>
          <a:xfrm>
            <a:off x="825500" y="1855399"/>
            <a:ext cx="1778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2400" u="sng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Indicadores</a:t>
            </a:r>
          </a:p>
        </p:txBody>
      </p:sp>
      <p:sp>
        <p:nvSpPr>
          <p:cNvPr id="5" name="Retângulo 4"/>
          <p:cNvSpPr/>
          <p:nvPr/>
        </p:nvSpPr>
        <p:spPr>
          <a:xfrm>
            <a:off x="825500" y="2729568"/>
            <a:ext cx="8089900" cy="35548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Percentual de redução do tempo médio de atendimento;</a:t>
            </a: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Percentual do aumento de incidentes resolvidos pelo suporte de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1º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nível;</a:t>
            </a: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Percentual de redução do tempo médio para a resolução de incidentes.</a:t>
            </a: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Percentual de redução do número de Incidentes reabertos;</a:t>
            </a: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Percentual de incidentes resolvidos dentro do prazo acordado nos ANSs;</a:t>
            </a: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Percentual de aumento do intervalo entre falhas;</a:t>
            </a: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Redução do acúmulo de incidentes (</a:t>
            </a:r>
            <a:r>
              <a:rPr lang="pt-BR" i="1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backlog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Categorização correta dos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incidentes;</a:t>
            </a:r>
            <a:endParaRPr lang="pt-BR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Análise de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tendência</a:t>
            </a:r>
            <a:endParaRPr lang="pt-BR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lvl="0" indent="-342900" algn="just">
              <a:spcAft>
                <a:spcPts val="600"/>
              </a:spcAft>
              <a:buSzPts val="1000"/>
              <a:buFont typeface="Symbol" panose="05050102010706020507" pitchFamily="18" charset="2"/>
              <a:buChar char=""/>
              <a:tabLst>
                <a:tab pos="685800" algn="l"/>
              </a:tabLst>
            </a:pPr>
            <a:endParaRPr lang="pt-BR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051551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aixaDeTexto 4"/>
          <p:cNvSpPr txBox="1"/>
          <p:nvPr/>
        </p:nvSpPr>
        <p:spPr>
          <a:xfrm>
            <a:off x="5207000" y="181610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pic>
        <p:nvPicPr>
          <p:cNvPr id="1026" name="Picture 2" descr="http://t2.gstatic.com/images?q=tbn:ANd9GcRnf_BEUHa9EfccdZlDbMQNctq4k3CuUA0kzKpwHNGNKXHp4pf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934" y="3210868"/>
            <a:ext cx="3670570" cy="2389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CaixaDeTexto 6"/>
          <p:cNvSpPr txBox="1"/>
          <p:nvPr/>
        </p:nvSpPr>
        <p:spPr>
          <a:xfrm>
            <a:off x="825500" y="1993900"/>
            <a:ext cx="7543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dirty="0" smtClean="0"/>
              <a:t>Melhoria Contínua do Processo</a:t>
            </a:r>
            <a:endParaRPr lang="pt-BR" sz="2400" dirty="0"/>
          </a:p>
        </p:txBody>
      </p:sp>
      <p:sp>
        <p:nvSpPr>
          <p:cNvPr id="6" name="CaixaDeTexto 5"/>
          <p:cNvSpPr txBox="1"/>
          <p:nvPr/>
        </p:nvSpPr>
        <p:spPr>
          <a:xfrm>
            <a:off x="4394200" y="3210868"/>
            <a:ext cx="41656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O Processo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deve  passar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revisões</a:t>
            </a:r>
          </a:p>
          <a:p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periódicas visando  o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aperfeiçoamento </a:t>
            </a:r>
          </a:p>
          <a:p>
            <a:pPr algn="just"/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do fluxo,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direcionando sempre o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comprometimento dos </a:t>
            </a:r>
            <a:r>
              <a:rPr lang="pt-BR" dirty="0" smtClean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participantes para um </a:t>
            </a:r>
            <a:r>
              <a:rPr lang="pt-BR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correto registro das atividades e o aproveitamento de lições aprendidas</a:t>
            </a:r>
            <a:r>
              <a:rPr lang="pt-BR" sz="1700" dirty="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632064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/>
        </a:solidFill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3B5D3D784E3BA449570ADAAF37FA8B2" ma:contentTypeVersion="0" ma:contentTypeDescription="Crie um novo documento." ma:contentTypeScope="" ma:versionID="704348065d9a17421fec285126e8bba4">
  <xsd:schema xmlns:xsd="http://www.w3.org/2001/XMLSchema" xmlns:p="http://schemas.microsoft.com/office/2006/metadata/properties" targetNamespace="http://schemas.microsoft.com/office/2006/metadata/properties" ma:root="true" ma:fieldsID="834597303d62dd03ddcd59f56325a213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office/internal/2005/internalDocumentation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 ma:readOnly="true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lastPrinted" minOccurs="0" maxOccurs="1" type="xsd:dateTime"/>
        <xsd:element name="contentStatus" minOccurs="0" maxOccurs="1" type="xsd:string"/>
      </xsd:all>
    </xsd:complexType>
  </xsd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0C01CA5-A8B7-4410-91AF-052B76957A67}">
  <ds:schemaRefs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http://purl.org/dc/terms/"/>
    <ds:schemaRef ds:uri="http://schemas.microsoft.com/office/2006/documentManagement/typ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FCBB0CFE-F86C-44BA-96EA-0C3DC435773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office/internal/2005/internalDocumentation"/>
  </ds:schemaRefs>
</ds:datastoreItem>
</file>

<file path=customXml/itemProps3.xml><?xml version="1.0" encoding="utf-8"?>
<ds:datastoreItem xmlns:ds="http://schemas.openxmlformats.org/officeDocument/2006/customXml" ds:itemID="{9C7E2F5D-080C-444C-BD34-4F68389326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6355</TotalTime>
  <Words>576</Words>
  <Application>Microsoft Office PowerPoint</Application>
  <PresentationFormat>Apresentação na tela (4:3)</PresentationFormat>
  <Paragraphs>102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12</vt:i4>
      </vt:variant>
    </vt:vector>
  </HeadingPairs>
  <TitlesOfParts>
    <vt:vector size="21" baseType="lpstr">
      <vt:lpstr>Arial</vt:lpstr>
      <vt:lpstr>Calibri</vt:lpstr>
      <vt:lpstr>Courier New</vt:lpstr>
      <vt:lpstr>Symbol</vt:lpstr>
      <vt:lpstr>Tahoma</vt:lpstr>
      <vt:lpstr>Times</vt:lpstr>
      <vt:lpstr>Times New Roman</vt:lpstr>
      <vt:lpstr>Office Theme</vt:lpstr>
      <vt:lpstr>Custom Design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iMac de Plinio</dc:creator>
  <cp:lastModifiedBy>Felipe Lima</cp:lastModifiedBy>
  <cp:revision>231</cp:revision>
  <dcterms:created xsi:type="dcterms:W3CDTF">2015-08-23T23:08:42Z</dcterms:created>
  <dcterms:modified xsi:type="dcterms:W3CDTF">2015-12-02T17:56:56Z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0x01010043B5D3D784E3BA449570ADAAF37FA8B2</vt:lpwstr>
  </property>
</Properties>
</file>