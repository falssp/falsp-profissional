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1" r:id="rId5"/>
  </p:sldMasterIdLst>
  <p:sldIdLst>
    <p:sldId id="270" r:id="rId6"/>
    <p:sldId id="288" r:id="rId7"/>
    <p:sldId id="290" r:id="rId8"/>
    <p:sldId id="289" r:id="rId9"/>
    <p:sldId id="28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11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45B"/>
    <a:srgbClr val="193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09" autoAdjust="0"/>
    <p:restoredTop sz="99854" autoAdjust="0"/>
  </p:normalViewPr>
  <p:slideViewPr>
    <p:cSldViewPr snapToGrid="0" snapToObjects="1">
      <p:cViewPr varScale="1">
        <p:scale>
          <a:sx n="76" d="100"/>
          <a:sy n="76" d="100"/>
        </p:scale>
        <p:origin x="1632" y="84"/>
      </p:cViewPr>
      <p:guideLst>
        <p:guide orient="horz"/>
        <p:guide pos="1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880D11-A0C9-4F9B-AB1E-DD93D39DFC4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F00F6AE-2114-4E7D-AB02-8ADEDECDC26D}">
      <dgm:prSet phldrT="[Texto]" custT="1"/>
      <dgm:spPr/>
      <dgm:t>
        <a:bodyPr/>
        <a:lstStyle/>
        <a:p>
          <a:r>
            <a:rPr lang="pt-BR" sz="1400" b="1" i="1" dirty="0" smtClean="0"/>
            <a:t>Sem1</a:t>
          </a:r>
        </a:p>
        <a:p>
          <a:r>
            <a:rPr lang="pt-BR" sz="1400" i="1" dirty="0" smtClean="0"/>
            <a:t>04/09</a:t>
          </a:r>
          <a:endParaRPr lang="pt-BR" sz="1400" i="1" dirty="0"/>
        </a:p>
      </dgm:t>
    </dgm:pt>
    <dgm:pt modelId="{F47C3966-EAFC-4552-94AA-8F1FB08C2661}" type="parTrans" cxnId="{21062074-4B10-4415-A7B2-1BE8EE8EC9D2}">
      <dgm:prSet/>
      <dgm:spPr/>
      <dgm:t>
        <a:bodyPr/>
        <a:lstStyle/>
        <a:p>
          <a:endParaRPr lang="pt-BR"/>
        </a:p>
      </dgm:t>
    </dgm:pt>
    <dgm:pt modelId="{81643282-158A-4A5E-BEDC-C886E0DD3C2F}" type="sibTrans" cxnId="{21062074-4B10-4415-A7B2-1BE8EE8EC9D2}">
      <dgm:prSet/>
      <dgm:spPr/>
      <dgm:t>
        <a:bodyPr/>
        <a:lstStyle/>
        <a:p>
          <a:endParaRPr lang="pt-BR"/>
        </a:p>
      </dgm:t>
    </dgm:pt>
    <dgm:pt modelId="{7C2FE7B1-C820-46F9-A517-9624C001C27D}">
      <dgm:prSet phldrT="[Texto]" custT="1"/>
      <dgm:spPr/>
      <dgm:t>
        <a:bodyPr/>
        <a:lstStyle/>
        <a:p>
          <a:r>
            <a:rPr lang="pt-BR" sz="1400" b="1" dirty="0" smtClean="0"/>
            <a:t>Segregação</a:t>
          </a:r>
          <a:r>
            <a:rPr lang="pt-BR" sz="1400" dirty="0" smtClean="0"/>
            <a:t> dos tempos de “SLO”                                                                                                                              (</a:t>
          </a:r>
          <a:r>
            <a:rPr lang="pt-BR" sz="1400" i="1" dirty="0" smtClean="0"/>
            <a:t>TI Contax / Fornecedor Contax / Suporte Cliente</a:t>
          </a:r>
          <a:r>
            <a:rPr lang="pt-BR" sz="1400" dirty="0" smtClean="0"/>
            <a:t>)</a:t>
          </a:r>
          <a:endParaRPr lang="pt-BR" sz="1400" dirty="0"/>
        </a:p>
      </dgm:t>
    </dgm:pt>
    <dgm:pt modelId="{4984EE7A-792C-41F5-93B8-1142EC96D9F4}" type="parTrans" cxnId="{BCB56E38-B939-4C00-A2F1-33C198BB61F8}">
      <dgm:prSet/>
      <dgm:spPr/>
      <dgm:t>
        <a:bodyPr/>
        <a:lstStyle/>
        <a:p>
          <a:endParaRPr lang="pt-BR"/>
        </a:p>
      </dgm:t>
    </dgm:pt>
    <dgm:pt modelId="{8538607F-3DEF-430A-95CC-4CEAA8D41D4E}" type="sibTrans" cxnId="{BCB56E38-B939-4C00-A2F1-33C198BB61F8}">
      <dgm:prSet/>
      <dgm:spPr/>
      <dgm:t>
        <a:bodyPr/>
        <a:lstStyle/>
        <a:p>
          <a:endParaRPr lang="pt-BR"/>
        </a:p>
      </dgm:t>
    </dgm:pt>
    <dgm:pt modelId="{62B382D0-DA01-40F3-ABC4-A22A838338FA}">
      <dgm:prSet phldrT="[Texto]" custT="1"/>
      <dgm:spPr/>
      <dgm:t>
        <a:bodyPr/>
        <a:lstStyle/>
        <a:p>
          <a:r>
            <a:rPr lang="pt-BR" sz="1400" b="1" i="1" dirty="0" smtClean="0"/>
            <a:t>Sem2</a:t>
          </a:r>
        </a:p>
        <a:p>
          <a:r>
            <a:rPr lang="pt-BR" sz="1400" i="1" dirty="0" smtClean="0"/>
            <a:t>11/09</a:t>
          </a:r>
          <a:endParaRPr lang="pt-BR" sz="1400" i="1" dirty="0"/>
        </a:p>
      </dgm:t>
    </dgm:pt>
    <dgm:pt modelId="{2C17D16F-6ED4-477E-A2D4-2A17A0EF4A15}" type="parTrans" cxnId="{A697A161-8150-4AA8-9EFB-513E9F352052}">
      <dgm:prSet/>
      <dgm:spPr/>
      <dgm:t>
        <a:bodyPr/>
        <a:lstStyle/>
        <a:p>
          <a:endParaRPr lang="pt-BR"/>
        </a:p>
      </dgm:t>
    </dgm:pt>
    <dgm:pt modelId="{4186E935-F100-4306-AB9A-82FB344DE2B8}" type="sibTrans" cxnId="{A697A161-8150-4AA8-9EFB-513E9F352052}">
      <dgm:prSet/>
      <dgm:spPr/>
      <dgm:t>
        <a:bodyPr/>
        <a:lstStyle/>
        <a:p>
          <a:endParaRPr lang="pt-BR"/>
        </a:p>
      </dgm:t>
    </dgm:pt>
    <dgm:pt modelId="{51AD165D-8BD6-4DFB-AB26-59B69C2E45BC}">
      <dgm:prSet phldrT="[Texto]" custT="1"/>
      <dgm:spPr/>
      <dgm:t>
        <a:bodyPr/>
        <a:lstStyle/>
        <a:p>
          <a:r>
            <a:rPr lang="pt-BR" sz="1400" b="0" dirty="0" smtClean="0"/>
            <a:t>Correção definitiva do </a:t>
          </a:r>
          <a:r>
            <a:rPr lang="pt-BR" sz="1400" b="1" dirty="0" smtClean="0"/>
            <a:t>Link Algar </a:t>
          </a:r>
          <a:r>
            <a:rPr lang="pt-BR" sz="1400" dirty="0" smtClean="0"/>
            <a:t>no Site QC (</a:t>
          </a:r>
          <a:r>
            <a:rPr lang="pt-BR" sz="1400" i="1" dirty="0" smtClean="0"/>
            <a:t>Campinas</a:t>
          </a:r>
          <a:r>
            <a:rPr lang="pt-BR" sz="1400" dirty="0" smtClean="0"/>
            <a:t>)</a:t>
          </a:r>
          <a:endParaRPr lang="pt-BR" sz="1400" dirty="0"/>
        </a:p>
      </dgm:t>
    </dgm:pt>
    <dgm:pt modelId="{FC516DF7-27DC-4152-9113-11CB90E015C1}" type="parTrans" cxnId="{0A24CD5C-A0EA-43C5-A801-71A351833C72}">
      <dgm:prSet/>
      <dgm:spPr/>
      <dgm:t>
        <a:bodyPr/>
        <a:lstStyle/>
        <a:p>
          <a:endParaRPr lang="pt-BR"/>
        </a:p>
      </dgm:t>
    </dgm:pt>
    <dgm:pt modelId="{DB96C8F3-BE96-44B4-8BA5-C8F6DA7B1D39}" type="sibTrans" cxnId="{0A24CD5C-A0EA-43C5-A801-71A351833C72}">
      <dgm:prSet/>
      <dgm:spPr/>
      <dgm:t>
        <a:bodyPr/>
        <a:lstStyle/>
        <a:p>
          <a:endParaRPr lang="pt-BR"/>
        </a:p>
      </dgm:t>
    </dgm:pt>
    <dgm:pt modelId="{89154671-512E-41A9-BC1F-BECBE3BE7E58}">
      <dgm:prSet phldrT="[Texto]" custT="1"/>
      <dgm:spPr/>
      <dgm:t>
        <a:bodyPr/>
        <a:lstStyle/>
        <a:p>
          <a:r>
            <a:rPr lang="pt-BR" sz="1400" b="1" i="1" dirty="0" smtClean="0"/>
            <a:t>Sem3</a:t>
          </a:r>
        </a:p>
        <a:p>
          <a:r>
            <a:rPr lang="pt-BR" sz="1400" i="1" dirty="0" smtClean="0"/>
            <a:t>18/09</a:t>
          </a:r>
          <a:endParaRPr lang="pt-BR" sz="1400" i="1" dirty="0"/>
        </a:p>
      </dgm:t>
    </dgm:pt>
    <dgm:pt modelId="{61F9B897-8F48-4BDF-A10E-FC5686883956}" type="parTrans" cxnId="{57E1D249-8353-44B4-A3A6-2F5ACBF297F9}">
      <dgm:prSet/>
      <dgm:spPr/>
      <dgm:t>
        <a:bodyPr/>
        <a:lstStyle/>
        <a:p>
          <a:endParaRPr lang="pt-BR"/>
        </a:p>
      </dgm:t>
    </dgm:pt>
    <dgm:pt modelId="{9228FC7B-09D1-4BFD-86EA-02096D174308}" type="sibTrans" cxnId="{57E1D249-8353-44B4-A3A6-2F5ACBF297F9}">
      <dgm:prSet/>
      <dgm:spPr/>
      <dgm:t>
        <a:bodyPr/>
        <a:lstStyle/>
        <a:p>
          <a:endParaRPr lang="pt-BR"/>
        </a:p>
      </dgm:t>
    </dgm:pt>
    <dgm:pt modelId="{F83A5ADA-96B7-42B6-A62F-2A17EBDC7C54}">
      <dgm:prSet phldrT="[Texto]" custT="1"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pt-BR" sz="1400" b="1" i="1" dirty="0" smtClean="0"/>
            <a:t>Sem4</a:t>
          </a:r>
        </a:p>
        <a:p>
          <a:r>
            <a:rPr lang="pt-BR" sz="1400" b="0" i="1" dirty="0" smtClean="0"/>
            <a:t>25/09</a:t>
          </a:r>
          <a:endParaRPr lang="pt-BR" sz="1400" b="0" i="1" dirty="0"/>
        </a:p>
      </dgm:t>
    </dgm:pt>
    <dgm:pt modelId="{EE5DCAFD-0633-4828-8F01-F3797D81327B}" type="parTrans" cxnId="{3E9A1839-EB80-4087-A57D-9D380E688BE7}">
      <dgm:prSet/>
      <dgm:spPr/>
      <dgm:t>
        <a:bodyPr/>
        <a:lstStyle/>
        <a:p>
          <a:endParaRPr lang="pt-BR"/>
        </a:p>
      </dgm:t>
    </dgm:pt>
    <dgm:pt modelId="{23796EDE-FC1B-4A56-8B7D-7EAD8CFFD799}" type="sibTrans" cxnId="{3E9A1839-EB80-4087-A57D-9D380E688BE7}">
      <dgm:prSet/>
      <dgm:spPr/>
      <dgm:t>
        <a:bodyPr/>
        <a:lstStyle/>
        <a:p>
          <a:endParaRPr lang="pt-BR"/>
        </a:p>
      </dgm:t>
    </dgm:pt>
    <dgm:pt modelId="{D7267002-C7DA-48BB-B253-A7E875B5E038}">
      <dgm:prSet custT="1"/>
      <dgm:spPr/>
      <dgm:t>
        <a:bodyPr/>
        <a:lstStyle/>
        <a:p>
          <a:pPr algn="l"/>
          <a:r>
            <a:rPr lang="pt-BR" sz="1300" dirty="0" smtClean="0"/>
            <a:t>Estabilização </a:t>
          </a:r>
          <a:r>
            <a:rPr lang="pt-BR" sz="1300" b="1" dirty="0" smtClean="0"/>
            <a:t>Front Fácil</a:t>
          </a:r>
          <a:endParaRPr lang="pt-BR" sz="1300" b="1" dirty="0"/>
        </a:p>
      </dgm:t>
    </dgm:pt>
    <dgm:pt modelId="{7957AD80-C098-45FF-8CE8-0A4133DFAC42}" type="parTrans" cxnId="{7D0F6F67-93C7-4D52-9563-5CE15A39968B}">
      <dgm:prSet/>
      <dgm:spPr/>
      <dgm:t>
        <a:bodyPr/>
        <a:lstStyle/>
        <a:p>
          <a:endParaRPr lang="pt-BR"/>
        </a:p>
      </dgm:t>
    </dgm:pt>
    <dgm:pt modelId="{A269ECB2-E992-495F-ADB9-F45CE34259DE}" type="sibTrans" cxnId="{7D0F6F67-93C7-4D52-9563-5CE15A39968B}">
      <dgm:prSet/>
      <dgm:spPr/>
      <dgm:t>
        <a:bodyPr/>
        <a:lstStyle/>
        <a:p>
          <a:endParaRPr lang="pt-BR"/>
        </a:p>
      </dgm:t>
    </dgm:pt>
    <dgm:pt modelId="{4CED7651-89F8-4725-BFBC-18B46D33B0B4}">
      <dgm:prSet custT="1"/>
      <dgm:spPr>
        <a:solidFill>
          <a:schemeClr val="accent3">
            <a:lumMod val="40000"/>
            <a:lumOff val="60000"/>
            <a:alpha val="90000"/>
          </a:schemeClr>
        </a:solidFill>
        <a:ln>
          <a:solidFill>
            <a:schemeClr val="accent3">
              <a:lumMod val="40000"/>
              <a:lumOff val="60000"/>
              <a:alpha val="90000"/>
            </a:schemeClr>
          </a:solidFill>
        </a:ln>
      </dgm:spPr>
      <dgm:t>
        <a:bodyPr/>
        <a:lstStyle/>
        <a:p>
          <a:pPr algn="l"/>
          <a:r>
            <a:rPr lang="pt-BR" sz="1400" dirty="0" smtClean="0"/>
            <a:t>Foco na solução de problema dos incidentes relacionados:</a:t>
          </a:r>
          <a:endParaRPr lang="pt-BR" sz="1400" b="1" dirty="0"/>
        </a:p>
      </dgm:t>
    </dgm:pt>
    <dgm:pt modelId="{E30166C2-64DF-4F9C-8FF2-5839C2A49B5D}" type="parTrans" cxnId="{996DA4A0-AFCD-4045-ADB9-74CF99CC15AE}">
      <dgm:prSet/>
      <dgm:spPr/>
      <dgm:t>
        <a:bodyPr/>
        <a:lstStyle/>
        <a:p>
          <a:endParaRPr lang="pt-BR"/>
        </a:p>
      </dgm:t>
    </dgm:pt>
    <dgm:pt modelId="{0E77BF65-1C61-40AB-9FAA-294D20B76097}" type="sibTrans" cxnId="{996DA4A0-AFCD-4045-ADB9-74CF99CC15AE}">
      <dgm:prSet/>
      <dgm:spPr/>
      <dgm:t>
        <a:bodyPr/>
        <a:lstStyle/>
        <a:p>
          <a:endParaRPr lang="pt-BR"/>
        </a:p>
      </dgm:t>
    </dgm:pt>
    <dgm:pt modelId="{1D55B413-48F1-4D80-8E67-CE1136081AE9}">
      <dgm:prSet custT="1"/>
      <dgm:spPr/>
      <dgm:t>
        <a:bodyPr/>
        <a:lstStyle/>
        <a:p>
          <a:pPr algn="l"/>
          <a:r>
            <a:rPr lang="pt-BR" sz="1300" dirty="0" smtClean="0"/>
            <a:t>Levantamento dos requisitos para a customização do </a:t>
          </a:r>
          <a:r>
            <a:rPr lang="pt-BR" sz="1300" b="1" dirty="0" smtClean="0"/>
            <a:t>t!Process</a:t>
          </a:r>
        </a:p>
      </dgm:t>
    </dgm:pt>
    <dgm:pt modelId="{1C64F192-64BA-4D0D-AD01-768BCDCE8282}" type="sibTrans" cxnId="{2EEED77C-B9DA-48C9-A745-A862D2D871E4}">
      <dgm:prSet/>
      <dgm:spPr/>
      <dgm:t>
        <a:bodyPr/>
        <a:lstStyle/>
        <a:p>
          <a:endParaRPr lang="pt-BR"/>
        </a:p>
      </dgm:t>
    </dgm:pt>
    <dgm:pt modelId="{9B82FD57-2BF3-4813-A71E-0786024626BE}" type="parTrans" cxnId="{2EEED77C-B9DA-48C9-A745-A862D2D871E4}">
      <dgm:prSet/>
      <dgm:spPr/>
      <dgm:t>
        <a:bodyPr/>
        <a:lstStyle/>
        <a:p>
          <a:endParaRPr lang="pt-BR"/>
        </a:p>
      </dgm:t>
    </dgm:pt>
    <dgm:pt modelId="{465D52E2-365A-4283-8405-486C3EAB5644}">
      <dgm:prSet custT="1"/>
      <dgm:spPr/>
      <dgm:t>
        <a:bodyPr/>
        <a:lstStyle/>
        <a:p>
          <a:pPr algn="l"/>
          <a:r>
            <a:rPr lang="pt-BR" sz="1300" i="1" dirty="0" smtClean="0"/>
            <a:t>Checklist</a:t>
          </a:r>
          <a:r>
            <a:rPr lang="pt-BR" sz="1300" dirty="0" smtClean="0"/>
            <a:t> de transição dos </a:t>
          </a:r>
          <a:r>
            <a:rPr lang="pt-BR" sz="1300" b="1" dirty="0" smtClean="0"/>
            <a:t>projetos na produção</a:t>
          </a:r>
          <a:endParaRPr lang="pt-BR" sz="1300" dirty="0" smtClean="0"/>
        </a:p>
      </dgm:t>
    </dgm:pt>
    <dgm:pt modelId="{7C58E347-FDA7-4D53-A42A-E8C470463AB6}" type="sibTrans" cxnId="{A2AF68B5-7A45-4D76-B665-F8563B8ECE32}">
      <dgm:prSet/>
      <dgm:spPr/>
      <dgm:t>
        <a:bodyPr/>
        <a:lstStyle/>
        <a:p>
          <a:endParaRPr lang="pt-BR"/>
        </a:p>
      </dgm:t>
    </dgm:pt>
    <dgm:pt modelId="{5A26E265-24B3-4B42-A3D7-B4449BB9D4BD}" type="parTrans" cxnId="{A2AF68B5-7A45-4D76-B665-F8563B8ECE32}">
      <dgm:prSet/>
      <dgm:spPr/>
      <dgm:t>
        <a:bodyPr/>
        <a:lstStyle/>
        <a:p>
          <a:endParaRPr lang="pt-BR"/>
        </a:p>
      </dgm:t>
    </dgm:pt>
    <dgm:pt modelId="{07217C16-FD85-4BA4-85E7-6D65583A8F9B}">
      <dgm:prSet custT="1"/>
      <dgm:spPr/>
      <dgm:t>
        <a:bodyPr/>
        <a:lstStyle/>
        <a:p>
          <a:pPr algn="l"/>
          <a:r>
            <a:rPr lang="pt-BR" sz="1300" dirty="0" smtClean="0"/>
            <a:t>Definição </a:t>
          </a:r>
          <a:r>
            <a:rPr lang="pt-BR" sz="1300" b="1" dirty="0" smtClean="0"/>
            <a:t>do índice de 5% </a:t>
          </a:r>
          <a:r>
            <a:rPr lang="pt-BR" sz="1300" dirty="0" smtClean="0"/>
            <a:t>de incidentes reabertos no acumulado do mês como meta</a:t>
          </a:r>
        </a:p>
      </dgm:t>
    </dgm:pt>
    <dgm:pt modelId="{B89BD4D4-8498-4069-AD31-4C92AEAF8A96}" type="sibTrans" cxnId="{45B40C23-8452-4640-85E5-A296399E957A}">
      <dgm:prSet/>
      <dgm:spPr/>
      <dgm:t>
        <a:bodyPr/>
        <a:lstStyle/>
        <a:p>
          <a:endParaRPr lang="pt-BR"/>
        </a:p>
      </dgm:t>
    </dgm:pt>
    <dgm:pt modelId="{37795994-807E-44DD-A8D9-1962498F5508}" type="parTrans" cxnId="{45B40C23-8452-4640-85E5-A296399E957A}">
      <dgm:prSet/>
      <dgm:spPr/>
      <dgm:t>
        <a:bodyPr/>
        <a:lstStyle/>
        <a:p>
          <a:endParaRPr lang="pt-BR"/>
        </a:p>
      </dgm:t>
    </dgm:pt>
    <dgm:pt modelId="{655A36ED-6FB8-4628-8093-7ED4BC544720}">
      <dgm:prSet custT="1"/>
      <dgm:spPr/>
      <dgm:t>
        <a:bodyPr/>
        <a:lstStyle/>
        <a:p>
          <a:pPr algn="l"/>
          <a:r>
            <a:rPr lang="pt-BR" sz="1300" dirty="0" smtClean="0"/>
            <a:t>Indicadores diário de </a:t>
          </a:r>
          <a:r>
            <a:rPr lang="pt-BR" sz="1300" b="1" dirty="0" smtClean="0"/>
            <a:t>volumetria, SLO, pendência externa e reabertura </a:t>
          </a:r>
          <a:r>
            <a:rPr lang="pt-BR" sz="1300" dirty="0" smtClean="0"/>
            <a:t>dos incidentes                            de alto impacto</a:t>
          </a:r>
        </a:p>
      </dgm:t>
    </dgm:pt>
    <dgm:pt modelId="{029E4CDB-0887-48CF-8E1C-D67DE5622BE4}" type="sibTrans" cxnId="{1D929B6E-0D55-429D-ACA0-82DEF3FAA061}">
      <dgm:prSet/>
      <dgm:spPr/>
      <dgm:t>
        <a:bodyPr/>
        <a:lstStyle/>
        <a:p>
          <a:endParaRPr lang="pt-BR"/>
        </a:p>
      </dgm:t>
    </dgm:pt>
    <dgm:pt modelId="{3AC7FCDC-ECD4-441A-B540-552C9E8FD478}" type="parTrans" cxnId="{1D929B6E-0D55-429D-ACA0-82DEF3FAA061}">
      <dgm:prSet/>
      <dgm:spPr/>
      <dgm:t>
        <a:bodyPr/>
        <a:lstStyle/>
        <a:p>
          <a:endParaRPr lang="pt-BR"/>
        </a:p>
      </dgm:t>
    </dgm:pt>
    <dgm:pt modelId="{A9F06B2A-D29F-4A07-80C8-DC99BD693BCD}">
      <dgm:prSet custT="1"/>
      <dgm:spPr/>
      <dgm:t>
        <a:bodyPr/>
        <a:lstStyle/>
        <a:p>
          <a:pPr algn="l"/>
          <a:r>
            <a:rPr lang="pt-BR" sz="1300" b="1" dirty="0" smtClean="0"/>
            <a:t>Saneamento </a:t>
          </a:r>
          <a:r>
            <a:rPr lang="pt-BR" sz="1300" b="0" dirty="0" smtClean="0"/>
            <a:t>do Backlog</a:t>
          </a:r>
        </a:p>
      </dgm:t>
    </dgm:pt>
    <dgm:pt modelId="{0054047C-24FB-4A4F-8EC9-0D28F6629023}" type="sibTrans" cxnId="{158D33E2-C9E7-4B2F-AF08-1F4556792B4A}">
      <dgm:prSet/>
      <dgm:spPr/>
      <dgm:t>
        <a:bodyPr/>
        <a:lstStyle/>
        <a:p>
          <a:endParaRPr lang="pt-BR"/>
        </a:p>
      </dgm:t>
    </dgm:pt>
    <dgm:pt modelId="{289A5275-4AD5-4FE1-813C-1F2766FB689F}" type="parTrans" cxnId="{158D33E2-C9E7-4B2F-AF08-1F4556792B4A}">
      <dgm:prSet/>
      <dgm:spPr/>
      <dgm:t>
        <a:bodyPr/>
        <a:lstStyle/>
        <a:p>
          <a:endParaRPr lang="pt-BR"/>
        </a:p>
      </dgm:t>
    </dgm:pt>
    <dgm:pt modelId="{3273D8A7-9889-4009-AEBC-02ADEBDD0282}">
      <dgm:prSet custT="1"/>
      <dgm:spPr/>
      <dgm:t>
        <a:bodyPr/>
        <a:lstStyle/>
        <a:p>
          <a:pPr algn="l"/>
          <a:r>
            <a:rPr lang="pt-BR" sz="1300" dirty="0" smtClean="0"/>
            <a:t>Correção parcial </a:t>
          </a:r>
          <a:r>
            <a:rPr lang="pt-BR" sz="1300" b="1" dirty="0" smtClean="0"/>
            <a:t>Erro AYTY Itaú</a:t>
          </a:r>
        </a:p>
      </dgm:t>
    </dgm:pt>
    <dgm:pt modelId="{06FD4833-6E68-4B01-9D24-B2B417BE8F4C}" type="sibTrans" cxnId="{D756624A-DD3A-4274-AEAE-12535561F87B}">
      <dgm:prSet/>
      <dgm:spPr/>
      <dgm:t>
        <a:bodyPr/>
        <a:lstStyle/>
        <a:p>
          <a:endParaRPr lang="pt-BR"/>
        </a:p>
      </dgm:t>
    </dgm:pt>
    <dgm:pt modelId="{60AD1D8A-ACF5-4961-9EB5-59077A5A4105}" type="parTrans" cxnId="{D756624A-DD3A-4274-AEAE-12535561F87B}">
      <dgm:prSet/>
      <dgm:spPr/>
      <dgm:t>
        <a:bodyPr/>
        <a:lstStyle/>
        <a:p>
          <a:endParaRPr lang="pt-BR"/>
        </a:p>
      </dgm:t>
    </dgm:pt>
    <dgm:pt modelId="{CDA7CBD2-8AC9-4F4A-9C4E-C63A66AFF46F}">
      <dgm:prSet custT="1"/>
      <dgm:spPr/>
      <dgm:t>
        <a:bodyPr/>
        <a:lstStyle/>
        <a:p>
          <a:pPr algn="l"/>
          <a:r>
            <a:rPr lang="pt-BR" sz="1300" dirty="0" smtClean="0"/>
            <a:t>Correção definitiva </a:t>
          </a:r>
          <a:r>
            <a:rPr lang="pt-BR" sz="1300" b="1" dirty="0" smtClean="0"/>
            <a:t>CMS Fortaleza</a:t>
          </a:r>
        </a:p>
      </dgm:t>
    </dgm:pt>
    <dgm:pt modelId="{77CAAE63-B23A-4190-BC14-5B76B61D61BE}" type="sibTrans" cxnId="{3FE48973-3F8D-47EA-9804-93F307FB175F}">
      <dgm:prSet/>
      <dgm:spPr/>
      <dgm:t>
        <a:bodyPr/>
        <a:lstStyle/>
        <a:p>
          <a:endParaRPr lang="pt-BR"/>
        </a:p>
      </dgm:t>
    </dgm:pt>
    <dgm:pt modelId="{A33D5ABD-FD30-484B-ACF7-465F4F97DAAB}" type="parTrans" cxnId="{3FE48973-3F8D-47EA-9804-93F307FB175F}">
      <dgm:prSet/>
      <dgm:spPr/>
      <dgm:t>
        <a:bodyPr/>
        <a:lstStyle/>
        <a:p>
          <a:endParaRPr lang="pt-BR"/>
        </a:p>
      </dgm:t>
    </dgm:pt>
    <dgm:pt modelId="{3E549BA7-0D66-4E89-B14D-3DEA7F24F481}">
      <dgm:prSet custT="1"/>
      <dgm:spPr/>
      <dgm:t>
        <a:bodyPr/>
        <a:lstStyle/>
        <a:p>
          <a:pPr algn="l"/>
          <a:r>
            <a:rPr lang="pt-BR" sz="1300" dirty="0" smtClean="0"/>
            <a:t>Monitoração de incidentes </a:t>
          </a:r>
          <a:r>
            <a:rPr lang="pt-BR" sz="1300" b="1" dirty="0" smtClean="0"/>
            <a:t>t!Clock/t!Control</a:t>
          </a:r>
          <a:endParaRPr lang="pt-BR" sz="1300" b="0" dirty="0" smtClean="0"/>
        </a:p>
      </dgm:t>
    </dgm:pt>
    <dgm:pt modelId="{DA00A342-5A75-4C6E-9AE8-3DC3D5A18A3B}" type="parTrans" cxnId="{F3CB51AD-9EDB-4D17-A1BB-9C19A78C0612}">
      <dgm:prSet/>
      <dgm:spPr/>
      <dgm:t>
        <a:bodyPr/>
        <a:lstStyle/>
        <a:p>
          <a:endParaRPr lang="pt-BR"/>
        </a:p>
      </dgm:t>
    </dgm:pt>
    <dgm:pt modelId="{614C6FC5-FB76-491B-8BA3-726009B65D5E}" type="sibTrans" cxnId="{F3CB51AD-9EDB-4D17-A1BB-9C19A78C0612}">
      <dgm:prSet/>
      <dgm:spPr/>
      <dgm:t>
        <a:bodyPr/>
        <a:lstStyle/>
        <a:p>
          <a:endParaRPr lang="pt-BR"/>
        </a:p>
      </dgm:t>
    </dgm:pt>
    <dgm:pt modelId="{ACE381D3-495F-4A32-A470-1411A909343A}">
      <dgm:prSet custT="1"/>
      <dgm:spPr/>
      <dgm:t>
        <a:bodyPr/>
        <a:lstStyle/>
        <a:p>
          <a:pPr algn="l"/>
          <a:r>
            <a:rPr lang="pt-BR" sz="1300" dirty="0" smtClean="0"/>
            <a:t>Alteração do critério de classificação da severidade na abertura dos incidentes no </a:t>
          </a:r>
          <a:r>
            <a:rPr lang="pt-BR" sz="1300" b="1" dirty="0" smtClean="0"/>
            <a:t>t!Process</a:t>
          </a:r>
          <a:endParaRPr lang="pt-BR" sz="1300" dirty="0" smtClean="0"/>
        </a:p>
      </dgm:t>
    </dgm:pt>
    <dgm:pt modelId="{EA94170A-A0C4-4CA7-81BD-AFDBBF5E23B1}" type="parTrans" cxnId="{0C8A912B-BEC6-47DA-86F4-1CFCB42E6A9B}">
      <dgm:prSet/>
      <dgm:spPr/>
      <dgm:t>
        <a:bodyPr/>
        <a:lstStyle/>
        <a:p>
          <a:endParaRPr lang="pt-BR"/>
        </a:p>
      </dgm:t>
    </dgm:pt>
    <dgm:pt modelId="{A0934250-9487-48AD-BAF5-158A49077A52}" type="sibTrans" cxnId="{0C8A912B-BEC6-47DA-86F4-1CFCB42E6A9B}">
      <dgm:prSet/>
      <dgm:spPr/>
      <dgm:t>
        <a:bodyPr/>
        <a:lstStyle/>
        <a:p>
          <a:endParaRPr lang="pt-BR"/>
        </a:p>
      </dgm:t>
    </dgm:pt>
    <dgm:pt modelId="{ADA34B14-CF0A-4053-AC5F-205BDCD0FB86}">
      <dgm:prSet custT="1"/>
      <dgm:spPr/>
      <dgm:t>
        <a:bodyPr/>
        <a:lstStyle/>
        <a:p>
          <a:r>
            <a:rPr lang="pt-BR" sz="1200" b="1" dirty="0" err="1" smtClean="0"/>
            <a:t>Aspect</a:t>
          </a:r>
          <a:r>
            <a:rPr lang="pt-BR" sz="1200" b="1" dirty="0" smtClean="0"/>
            <a:t> </a:t>
          </a:r>
          <a:r>
            <a:rPr lang="pt-BR" sz="1200" b="0" i="1" dirty="0" smtClean="0"/>
            <a:t>(Santander/Itaú/</a:t>
          </a:r>
          <a:r>
            <a:rPr lang="pt-BR" sz="1200" i="1" dirty="0" smtClean="0"/>
            <a:t>Cielo</a:t>
          </a:r>
          <a:r>
            <a:rPr lang="pt-BR" sz="1200" b="0" i="1" dirty="0" smtClean="0"/>
            <a:t>/Nextel/</a:t>
          </a:r>
          <a:r>
            <a:rPr lang="pt-BR" sz="1200" i="1" dirty="0" smtClean="0"/>
            <a:t>Credsystem</a:t>
          </a:r>
          <a:r>
            <a:rPr lang="pt-BR" sz="1200" b="0" i="1" dirty="0" smtClean="0"/>
            <a:t>)</a:t>
          </a:r>
          <a:endParaRPr lang="pt-BR" sz="1200" b="0" i="1" dirty="0"/>
        </a:p>
      </dgm:t>
    </dgm:pt>
    <dgm:pt modelId="{52A4927D-5480-4B4B-BC18-5E2D517C2745}" type="parTrans" cxnId="{B9E5F6F5-3E3C-4A50-B0DF-24E4B7111AFC}">
      <dgm:prSet/>
      <dgm:spPr/>
      <dgm:t>
        <a:bodyPr/>
        <a:lstStyle/>
        <a:p>
          <a:endParaRPr lang="pt-BR"/>
        </a:p>
      </dgm:t>
    </dgm:pt>
    <dgm:pt modelId="{8CF2A179-9545-49A7-AE28-63E7537F87B2}" type="sibTrans" cxnId="{B9E5F6F5-3E3C-4A50-B0DF-24E4B7111AFC}">
      <dgm:prSet/>
      <dgm:spPr/>
      <dgm:t>
        <a:bodyPr/>
        <a:lstStyle/>
        <a:p>
          <a:endParaRPr lang="pt-BR"/>
        </a:p>
      </dgm:t>
    </dgm:pt>
    <dgm:pt modelId="{A6A8030C-949C-47BD-80AA-89E1141E2AF5}">
      <dgm:prSet custT="1"/>
      <dgm:spPr/>
      <dgm:t>
        <a:bodyPr/>
        <a:lstStyle/>
        <a:p>
          <a:r>
            <a:rPr lang="pt-BR" sz="1200" b="1" dirty="0" err="1" smtClean="0"/>
            <a:t>Jira</a:t>
          </a:r>
          <a:r>
            <a:rPr lang="pt-BR" sz="1200" b="1" dirty="0" smtClean="0"/>
            <a:t> BO Anatel</a:t>
          </a:r>
          <a:endParaRPr lang="pt-BR" sz="1200" b="1" dirty="0"/>
        </a:p>
      </dgm:t>
    </dgm:pt>
    <dgm:pt modelId="{09D7F05A-E239-4471-8DCA-EC387155C6CE}" type="parTrans" cxnId="{2FAEA690-968D-4630-A890-180DE92DA1CE}">
      <dgm:prSet/>
      <dgm:spPr/>
      <dgm:t>
        <a:bodyPr/>
        <a:lstStyle/>
        <a:p>
          <a:endParaRPr lang="pt-BR"/>
        </a:p>
      </dgm:t>
    </dgm:pt>
    <dgm:pt modelId="{1BF063B6-1ADF-4C2D-959A-58C2813D2C8D}" type="sibTrans" cxnId="{2FAEA690-968D-4630-A890-180DE92DA1CE}">
      <dgm:prSet/>
      <dgm:spPr/>
      <dgm:t>
        <a:bodyPr/>
        <a:lstStyle/>
        <a:p>
          <a:endParaRPr lang="pt-BR"/>
        </a:p>
      </dgm:t>
    </dgm:pt>
    <dgm:pt modelId="{B5BC06BA-BA58-43D5-8010-288720107DCF}">
      <dgm:prSet custT="1"/>
      <dgm:spPr/>
      <dgm:t>
        <a:bodyPr/>
        <a:lstStyle/>
        <a:p>
          <a:r>
            <a:rPr lang="pt-BR" sz="1200" b="1" dirty="0" smtClean="0"/>
            <a:t>Nice </a:t>
          </a:r>
          <a:r>
            <a:rPr lang="pt-BR" sz="1200" b="0" dirty="0" smtClean="0"/>
            <a:t>(Gravações)</a:t>
          </a:r>
          <a:endParaRPr lang="pt-BR" sz="1200" b="0" dirty="0"/>
        </a:p>
      </dgm:t>
    </dgm:pt>
    <dgm:pt modelId="{18E14A49-EEB4-47CB-8711-C91AB2198B06}" type="parTrans" cxnId="{516EBC56-FC36-4BB6-A6A7-0D735A2710D2}">
      <dgm:prSet/>
      <dgm:spPr/>
      <dgm:t>
        <a:bodyPr/>
        <a:lstStyle/>
        <a:p>
          <a:endParaRPr lang="pt-BR"/>
        </a:p>
      </dgm:t>
    </dgm:pt>
    <dgm:pt modelId="{16AF0CD2-5A18-40A2-97A9-34693F1ED798}" type="sibTrans" cxnId="{516EBC56-FC36-4BB6-A6A7-0D735A2710D2}">
      <dgm:prSet/>
      <dgm:spPr/>
      <dgm:t>
        <a:bodyPr/>
        <a:lstStyle/>
        <a:p>
          <a:endParaRPr lang="pt-BR"/>
        </a:p>
      </dgm:t>
    </dgm:pt>
    <dgm:pt modelId="{3A7D2F39-5A80-4DB8-992D-1A8CA80DE02E}">
      <dgm:prSet custT="1"/>
      <dgm:spPr/>
      <dgm:t>
        <a:bodyPr/>
        <a:lstStyle/>
        <a:p>
          <a:r>
            <a:rPr lang="pt-BR" sz="1200" b="1" dirty="0" smtClean="0"/>
            <a:t>URA </a:t>
          </a:r>
          <a:r>
            <a:rPr lang="pt-BR" sz="1200" b="0" i="1" dirty="0" smtClean="0"/>
            <a:t>(Santander e TAM)</a:t>
          </a:r>
          <a:endParaRPr lang="pt-BR" sz="1200" b="0" i="1" dirty="0"/>
        </a:p>
      </dgm:t>
    </dgm:pt>
    <dgm:pt modelId="{51644D0F-21D5-424E-A385-4B83D091C658}" type="parTrans" cxnId="{8C9BCF90-4E5D-436A-AB99-5FB26FB2ADF1}">
      <dgm:prSet/>
      <dgm:spPr/>
      <dgm:t>
        <a:bodyPr/>
        <a:lstStyle/>
        <a:p>
          <a:endParaRPr lang="pt-BR"/>
        </a:p>
      </dgm:t>
    </dgm:pt>
    <dgm:pt modelId="{98BA57FC-89A6-40F1-8FA0-9DE7B8331EE1}" type="sibTrans" cxnId="{8C9BCF90-4E5D-436A-AB99-5FB26FB2ADF1}">
      <dgm:prSet/>
      <dgm:spPr/>
      <dgm:t>
        <a:bodyPr/>
        <a:lstStyle/>
        <a:p>
          <a:endParaRPr lang="pt-BR"/>
        </a:p>
      </dgm:t>
    </dgm:pt>
    <dgm:pt modelId="{8FB393A0-59FE-42F0-9EE9-AB38FC14D04D}">
      <dgm:prSet custT="1"/>
      <dgm:spPr/>
      <dgm:t>
        <a:bodyPr/>
        <a:lstStyle/>
        <a:p>
          <a:r>
            <a:rPr lang="pt-BR" sz="1200" b="0" i="0" dirty="0" smtClean="0"/>
            <a:t>1ª Versão da documentação do processo para Gestão de Problema</a:t>
          </a:r>
          <a:endParaRPr lang="pt-BR" sz="1200" b="0" i="0" dirty="0"/>
        </a:p>
      </dgm:t>
    </dgm:pt>
    <dgm:pt modelId="{B410FD87-0C91-43DB-80AB-2BF92B181D32}" type="parTrans" cxnId="{CA345293-33FA-4523-92B1-37D592F8EAC0}">
      <dgm:prSet/>
      <dgm:spPr/>
      <dgm:t>
        <a:bodyPr/>
        <a:lstStyle/>
        <a:p>
          <a:endParaRPr lang="pt-BR"/>
        </a:p>
      </dgm:t>
    </dgm:pt>
    <dgm:pt modelId="{6EDB3D08-7B04-44C4-85A3-FCCFB11C2A08}" type="sibTrans" cxnId="{CA345293-33FA-4523-92B1-37D592F8EAC0}">
      <dgm:prSet/>
      <dgm:spPr/>
      <dgm:t>
        <a:bodyPr/>
        <a:lstStyle/>
        <a:p>
          <a:endParaRPr lang="pt-BR"/>
        </a:p>
      </dgm:t>
    </dgm:pt>
    <dgm:pt modelId="{4016ED99-C300-41B1-BE3F-7DA5585EA003}" type="pres">
      <dgm:prSet presAssocID="{30880D11-A0C9-4F9B-AB1E-DD93D39DFC4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D839C5C7-BA8B-4075-BB90-2F8FC88ED564}" type="pres">
      <dgm:prSet presAssocID="{5F00F6AE-2114-4E7D-AB02-8ADEDECDC26D}" presName="linNode" presStyleCnt="0"/>
      <dgm:spPr/>
    </dgm:pt>
    <dgm:pt modelId="{2735FE0F-9BAF-4CAB-A58C-A27FEB0B2B11}" type="pres">
      <dgm:prSet presAssocID="{5F00F6AE-2114-4E7D-AB02-8ADEDECDC26D}" presName="parentText" presStyleLbl="node1" presStyleIdx="0" presStyleCnt="4" custScaleX="37942" custScaleY="39055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DEDB214-7BC8-44E1-A705-578A77DA8199}" type="pres">
      <dgm:prSet presAssocID="{5F00F6AE-2114-4E7D-AB02-8ADEDECDC26D}" presName="descendantText" presStyleLbl="alignAccFollowNode1" presStyleIdx="0" presStyleCnt="4" custScaleX="135040" custScaleY="3626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3ACED58-0392-4769-8208-E5201F3AA77B}" type="pres">
      <dgm:prSet presAssocID="{81643282-158A-4A5E-BEDC-C886E0DD3C2F}" presName="sp" presStyleCnt="0"/>
      <dgm:spPr/>
    </dgm:pt>
    <dgm:pt modelId="{C6DBB59A-6DED-40B6-85CE-D5239CCDDD97}" type="pres">
      <dgm:prSet presAssocID="{62B382D0-DA01-40F3-ABC4-A22A838338FA}" presName="linNode" presStyleCnt="0"/>
      <dgm:spPr/>
    </dgm:pt>
    <dgm:pt modelId="{261702C7-4FD1-417D-A390-8D2EB15610F9}" type="pres">
      <dgm:prSet presAssocID="{62B382D0-DA01-40F3-ABC4-A22A838338FA}" presName="parentText" presStyleLbl="node1" presStyleIdx="1" presStyleCnt="4" custScaleX="37942" custScaleY="33538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41A6894-2C24-43BA-8729-CB618255D104}" type="pres">
      <dgm:prSet presAssocID="{62B382D0-DA01-40F3-ABC4-A22A838338FA}" presName="descendantText" presStyleLbl="alignAccFollowNode1" presStyleIdx="1" presStyleCnt="4" custScaleX="135040" custScaleY="3659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EAC4481-220E-4FF1-A256-9A5DBE1E4BBA}" type="pres">
      <dgm:prSet presAssocID="{4186E935-F100-4306-AB9A-82FB344DE2B8}" presName="sp" presStyleCnt="0"/>
      <dgm:spPr/>
    </dgm:pt>
    <dgm:pt modelId="{D9F0E7AE-4905-42BE-A392-BB8ACC98EB99}" type="pres">
      <dgm:prSet presAssocID="{89154671-512E-41A9-BC1F-BECBE3BE7E58}" presName="linNode" presStyleCnt="0"/>
      <dgm:spPr/>
    </dgm:pt>
    <dgm:pt modelId="{C19DE7D8-C9F6-4758-99C5-AB21E5272D41}" type="pres">
      <dgm:prSet presAssocID="{89154671-512E-41A9-BC1F-BECBE3BE7E58}" presName="parentText" presStyleLbl="node1" presStyleIdx="2" presStyleCnt="4" custScaleX="37942" custScaleY="128329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71378CC-716E-4060-9E93-687D37EC1AA7}" type="pres">
      <dgm:prSet presAssocID="{89154671-512E-41A9-BC1F-BECBE3BE7E58}" presName="descendantText" presStyleLbl="alignAccFollowNode1" presStyleIdx="2" presStyleCnt="4" custScaleX="135040" custScaleY="14871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EAADA16-7546-4E12-92E2-3204F41812F0}" type="pres">
      <dgm:prSet presAssocID="{9228FC7B-09D1-4BFD-86EA-02096D174308}" presName="sp" presStyleCnt="0"/>
      <dgm:spPr/>
    </dgm:pt>
    <dgm:pt modelId="{53DB5ABC-EE82-469E-B503-4953FB389BE9}" type="pres">
      <dgm:prSet presAssocID="{F83A5ADA-96B7-42B6-A62F-2A17EBDC7C54}" presName="linNode" presStyleCnt="0"/>
      <dgm:spPr/>
    </dgm:pt>
    <dgm:pt modelId="{092F60EE-CAD3-47B0-A786-71ED68B6758D}" type="pres">
      <dgm:prSet presAssocID="{F83A5ADA-96B7-42B6-A62F-2A17EBDC7C54}" presName="parentText" presStyleLbl="node1" presStyleIdx="3" presStyleCnt="4" custScaleX="37942" custScaleY="82060" custLinFactNeighborX="-10" custLinFactNeighborY="5655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F3DD894-3A58-4599-A6D6-7C9B764F0383}" type="pres">
      <dgm:prSet presAssocID="{F83A5ADA-96B7-42B6-A62F-2A17EBDC7C54}" presName="descendantText" presStyleLbl="alignAccFollowNode1" presStyleIdx="3" presStyleCnt="4" custScaleX="135040" custScaleY="86739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D192EDE4-72D1-42B2-98F3-56D52B67DA16}" type="presOf" srcId="{5F00F6AE-2114-4E7D-AB02-8ADEDECDC26D}" destId="{2735FE0F-9BAF-4CAB-A58C-A27FEB0B2B11}" srcOrd="0" destOrd="0" presId="urn:microsoft.com/office/officeart/2005/8/layout/vList5"/>
    <dgm:cxn modelId="{5F35FA7B-6D5A-45D2-A5BC-4355DFC0C568}" type="presOf" srcId="{4CED7651-89F8-4725-BFBC-18B46D33B0B4}" destId="{4F3DD894-3A58-4599-A6D6-7C9B764F0383}" srcOrd="0" destOrd="0" presId="urn:microsoft.com/office/officeart/2005/8/layout/vList5"/>
    <dgm:cxn modelId="{764089CA-5334-4102-8531-AEBAAA205829}" type="presOf" srcId="{3A7D2F39-5A80-4DB8-992D-1A8CA80DE02E}" destId="{4F3DD894-3A58-4599-A6D6-7C9B764F0383}" srcOrd="0" destOrd="4" presId="urn:microsoft.com/office/officeart/2005/8/layout/vList5"/>
    <dgm:cxn modelId="{8C9BCF90-4E5D-436A-AB99-5FB26FB2ADF1}" srcId="{4CED7651-89F8-4725-BFBC-18B46D33B0B4}" destId="{3A7D2F39-5A80-4DB8-992D-1A8CA80DE02E}" srcOrd="3" destOrd="0" parTransId="{51644D0F-21D5-424E-A385-4B83D091C658}" sibTransId="{98BA57FC-89A6-40F1-8FA0-9DE7B8331EE1}"/>
    <dgm:cxn modelId="{E48B7D64-0186-4855-B8A3-0DE20E0BE9AC}" type="presOf" srcId="{07217C16-FD85-4BA4-85E7-6D65583A8F9B}" destId="{771378CC-716E-4060-9E93-687D37EC1AA7}" srcOrd="0" destOrd="6" presId="urn:microsoft.com/office/officeart/2005/8/layout/vList5"/>
    <dgm:cxn modelId="{3FE48973-3F8D-47EA-9804-93F307FB175F}" srcId="{89154671-512E-41A9-BC1F-BECBE3BE7E58}" destId="{CDA7CBD2-8AC9-4F4A-9C4E-C63A66AFF46F}" srcOrd="1" destOrd="0" parTransId="{A33D5ABD-FD30-484B-ACF7-465F4F97DAAB}" sibTransId="{77CAAE63-B23A-4190-BC14-5B76B61D61BE}"/>
    <dgm:cxn modelId="{284A206E-245A-481D-9B16-68DA56637AD0}" type="presOf" srcId="{3E549BA7-0D66-4E89-B14D-3DEA7F24F481}" destId="{771378CC-716E-4060-9E93-687D37EC1AA7}" srcOrd="0" destOrd="4" presId="urn:microsoft.com/office/officeart/2005/8/layout/vList5"/>
    <dgm:cxn modelId="{57E1D249-8353-44B4-A3A6-2F5ACBF297F9}" srcId="{30880D11-A0C9-4F9B-AB1E-DD93D39DFC48}" destId="{89154671-512E-41A9-BC1F-BECBE3BE7E58}" srcOrd="2" destOrd="0" parTransId="{61F9B897-8F48-4BDF-A10E-FC5686883956}" sibTransId="{9228FC7B-09D1-4BFD-86EA-02096D174308}"/>
    <dgm:cxn modelId="{BEED2236-3258-431E-B764-B81DB42514B9}" type="presOf" srcId="{CDA7CBD2-8AC9-4F4A-9C4E-C63A66AFF46F}" destId="{771378CC-716E-4060-9E93-687D37EC1AA7}" srcOrd="0" destOrd="1" presId="urn:microsoft.com/office/officeart/2005/8/layout/vList5"/>
    <dgm:cxn modelId="{0A24CD5C-A0EA-43C5-A801-71A351833C72}" srcId="{62B382D0-DA01-40F3-ABC4-A22A838338FA}" destId="{51AD165D-8BD6-4DFB-AB26-59B69C2E45BC}" srcOrd="0" destOrd="0" parTransId="{FC516DF7-27DC-4152-9113-11CB90E015C1}" sibTransId="{DB96C8F3-BE96-44B4-8BA5-C8F6DA7B1D39}"/>
    <dgm:cxn modelId="{3E9A1839-EB80-4087-A57D-9D380E688BE7}" srcId="{30880D11-A0C9-4F9B-AB1E-DD93D39DFC48}" destId="{F83A5ADA-96B7-42B6-A62F-2A17EBDC7C54}" srcOrd="3" destOrd="0" parTransId="{EE5DCAFD-0633-4828-8F01-F3797D81327B}" sibTransId="{23796EDE-FC1B-4A56-8B7D-7EAD8CFFD799}"/>
    <dgm:cxn modelId="{F3CB51AD-9EDB-4D17-A1BB-9C19A78C0612}" srcId="{89154671-512E-41A9-BC1F-BECBE3BE7E58}" destId="{3E549BA7-0D66-4E89-B14D-3DEA7F24F481}" srcOrd="4" destOrd="0" parTransId="{DA00A342-5A75-4C6E-9AE8-3DC3D5A18A3B}" sibTransId="{614C6FC5-FB76-491B-8BA3-726009B65D5E}"/>
    <dgm:cxn modelId="{A3CB6877-740F-442B-BBDD-8BA776029984}" type="presOf" srcId="{B5BC06BA-BA58-43D5-8010-288720107DCF}" destId="{4F3DD894-3A58-4599-A6D6-7C9B764F0383}" srcOrd="0" destOrd="3" presId="urn:microsoft.com/office/officeart/2005/8/layout/vList5"/>
    <dgm:cxn modelId="{A2AF68B5-7A45-4D76-B665-F8563B8ECE32}" srcId="{89154671-512E-41A9-BC1F-BECBE3BE7E58}" destId="{465D52E2-365A-4283-8405-486C3EAB5644}" srcOrd="7" destOrd="0" parTransId="{5A26E265-24B3-4B42-A3D7-B4449BB9D4BD}" sibTransId="{7C58E347-FDA7-4D53-A42A-E8C470463AB6}"/>
    <dgm:cxn modelId="{DA42B806-50FD-4B07-84BE-8A765A0FC305}" type="presOf" srcId="{465D52E2-365A-4283-8405-486C3EAB5644}" destId="{771378CC-716E-4060-9E93-687D37EC1AA7}" srcOrd="0" destOrd="7" presId="urn:microsoft.com/office/officeart/2005/8/layout/vList5"/>
    <dgm:cxn modelId="{CDF54C8F-52F2-436A-A0A5-39E414FD585C}" type="presOf" srcId="{ACE381D3-495F-4A32-A470-1411A909343A}" destId="{771378CC-716E-4060-9E93-687D37EC1AA7}" srcOrd="0" destOrd="8" presId="urn:microsoft.com/office/officeart/2005/8/layout/vList5"/>
    <dgm:cxn modelId="{57B4388F-9866-4E36-9AD8-2DF3D5651A9C}" type="presOf" srcId="{D7267002-C7DA-48BB-B253-A7E875B5E038}" destId="{771378CC-716E-4060-9E93-687D37EC1AA7}" srcOrd="0" destOrd="0" presId="urn:microsoft.com/office/officeart/2005/8/layout/vList5"/>
    <dgm:cxn modelId="{D756624A-DD3A-4274-AEAE-12535561F87B}" srcId="{89154671-512E-41A9-BC1F-BECBE3BE7E58}" destId="{3273D8A7-9889-4009-AEBC-02ADEBDD0282}" srcOrd="2" destOrd="0" parTransId="{60AD1D8A-ACF5-4961-9EB5-59077A5A4105}" sibTransId="{06FD4833-6E68-4B01-9D24-B2B417BE8F4C}"/>
    <dgm:cxn modelId="{7D0F6F67-93C7-4D52-9563-5CE15A39968B}" srcId="{89154671-512E-41A9-BC1F-BECBE3BE7E58}" destId="{D7267002-C7DA-48BB-B253-A7E875B5E038}" srcOrd="0" destOrd="0" parTransId="{7957AD80-C098-45FF-8CE8-0A4133DFAC42}" sibTransId="{A269ECB2-E992-495F-ADB9-F45CE34259DE}"/>
    <dgm:cxn modelId="{CA345293-33FA-4523-92B1-37D592F8EAC0}" srcId="{F83A5ADA-96B7-42B6-A62F-2A17EBDC7C54}" destId="{8FB393A0-59FE-42F0-9EE9-AB38FC14D04D}" srcOrd="1" destOrd="0" parTransId="{B410FD87-0C91-43DB-80AB-2BF92B181D32}" sibTransId="{6EDB3D08-7B04-44C4-85A3-FCCFB11C2A08}"/>
    <dgm:cxn modelId="{996DA4A0-AFCD-4045-ADB9-74CF99CC15AE}" srcId="{F83A5ADA-96B7-42B6-A62F-2A17EBDC7C54}" destId="{4CED7651-89F8-4725-BFBC-18B46D33B0B4}" srcOrd="0" destOrd="0" parTransId="{E30166C2-64DF-4F9C-8FF2-5839C2A49B5D}" sibTransId="{0E77BF65-1C61-40AB-9FAA-294D20B76097}"/>
    <dgm:cxn modelId="{3DD71764-A07E-4C49-BD07-724E6F9DC028}" type="presOf" srcId="{655A36ED-6FB8-4628-8093-7ED4BC544720}" destId="{771378CC-716E-4060-9E93-687D37EC1AA7}" srcOrd="0" destOrd="5" presId="urn:microsoft.com/office/officeart/2005/8/layout/vList5"/>
    <dgm:cxn modelId="{698A94E2-E666-449E-A204-6C5292A7CFBD}" type="presOf" srcId="{89154671-512E-41A9-BC1F-BECBE3BE7E58}" destId="{C19DE7D8-C9F6-4758-99C5-AB21E5272D41}" srcOrd="0" destOrd="0" presId="urn:microsoft.com/office/officeart/2005/8/layout/vList5"/>
    <dgm:cxn modelId="{5EA38604-9EB9-45D9-BE53-6E13224EF20A}" type="presOf" srcId="{30880D11-A0C9-4F9B-AB1E-DD93D39DFC48}" destId="{4016ED99-C300-41B1-BE3F-7DA5585EA003}" srcOrd="0" destOrd="0" presId="urn:microsoft.com/office/officeart/2005/8/layout/vList5"/>
    <dgm:cxn modelId="{5CE8CC7E-E55B-40C5-B6ED-75BA5BBA5B3A}" type="presOf" srcId="{ADA34B14-CF0A-4053-AC5F-205BDCD0FB86}" destId="{4F3DD894-3A58-4599-A6D6-7C9B764F0383}" srcOrd="0" destOrd="1" presId="urn:microsoft.com/office/officeart/2005/8/layout/vList5"/>
    <dgm:cxn modelId="{2FAEA690-968D-4630-A890-180DE92DA1CE}" srcId="{4CED7651-89F8-4725-BFBC-18B46D33B0B4}" destId="{A6A8030C-949C-47BD-80AA-89E1141E2AF5}" srcOrd="1" destOrd="0" parTransId="{09D7F05A-E239-4471-8DCA-EC387155C6CE}" sibTransId="{1BF063B6-1ADF-4C2D-959A-58C2813D2C8D}"/>
    <dgm:cxn modelId="{A697A161-8150-4AA8-9EFB-513E9F352052}" srcId="{30880D11-A0C9-4F9B-AB1E-DD93D39DFC48}" destId="{62B382D0-DA01-40F3-ABC4-A22A838338FA}" srcOrd="1" destOrd="0" parTransId="{2C17D16F-6ED4-477E-A2D4-2A17A0EF4A15}" sibTransId="{4186E935-F100-4306-AB9A-82FB344DE2B8}"/>
    <dgm:cxn modelId="{6C9EF590-4FE5-488D-A194-FAED10781821}" type="presOf" srcId="{F83A5ADA-96B7-42B6-A62F-2A17EBDC7C54}" destId="{092F60EE-CAD3-47B0-A786-71ED68B6758D}" srcOrd="0" destOrd="0" presId="urn:microsoft.com/office/officeart/2005/8/layout/vList5"/>
    <dgm:cxn modelId="{516EBC56-FC36-4BB6-A6A7-0D735A2710D2}" srcId="{4CED7651-89F8-4725-BFBC-18B46D33B0B4}" destId="{B5BC06BA-BA58-43D5-8010-288720107DCF}" srcOrd="2" destOrd="0" parTransId="{18E14A49-EEB4-47CB-8711-C91AB2198B06}" sibTransId="{16AF0CD2-5A18-40A2-97A9-34693F1ED798}"/>
    <dgm:cxn modelId="{45B40C23-8452-4640-85E5-A296399E957A}" srcId="{89154671-512E-41A9-BC1F-BECBE3BE7E58}" destId="{07217C16-FD85-4BA4-85E7-6D65583A8F9B}" srcOrd="6" destOrd="0" parTransId="{37795994-807E-44DD-A8D9-1962498F5508}" sibTransId="{B89BD4D4-8498-4069-AD31-4C92AEAF8A96}"/>
    <dgm:cxn modelId="{D07486AD-3A91-4F25-BF78-04420D34571E}" type="presOf" srcId="{62B382D0-DA01-40F3-ABC4-A22A838338FA}" destId="{261702C7-4FD1-417D-A390-8D2EB15610F9}" srcOrd="0" destOrd="0" presId="urn:microsoft.com/office/officeart/2005/8/layout/vList5"/>
    <dgm:cxn modelId="{92DF528D-5F15-4E46-8142-FF6185CB2D95}" type="presOf" srcId="{A6A8030C-949C-47BD-80AA-89E1141E2AF5}" destId="{4F3DD894-3A58-4599-A6D6-7C9B764F0383}" srcOrd="0" destOrd="2" presId="urn:microsoft.com/office/officeart/2005/8/layout/vList5"/>
    <dgm:cxn modelId="{2C319F69-569A-4CA2-B138-2C5453485F58}" type="presOf" srcId="{7C2FE7B1-C820-46F9-A517-9624C001C27D}" destId="{1DEDB214-7BC8-44E1-A705-578A77DA8199}" srcOrd="0" destOrd="0" presId="urn:microsoft.com/office/officeart/2005/8/layout/vList5"/>
    <dgm:cxn modelId="{2BE52D03-478F-4B54-BDC1-890884D27568}" type="presOf" srcId="{8FB393A0-59FE-42F0-9EE9-AB38FC14D04D}" destId="{4F3DD894-3A58-4599-A6D6-7C9B764F0383}" srcOrd="0" destOrd="5" presId="urn:microsoft.com/office/officeart/2005/8/layout/vList5"/>
    <dgm:cxn modelId="{1D929B6E-0D55-429D-ACA0-82DEF3FAA061}" srcId="{89154671-512E-41A9-BC1F-BECBE3BE7E58}" destId="{655A36ED-6FB8-4628-8093-7ED4BC544720}" srcOrd="5" destOrd="0" parTransId="{3AC7FCDC-ECD4-441A-B540-552C9E8FD478}" sibTransId="{029E4CDB-0887-48CF-8E1C-D67DE5622BE4}"/>
    <dgm:cxn modelId="{2EEED77C-B9DA-48C9-A745-A862D2D871E4}" srcId="{89154671-512E-41A9-BC1F-BECBE3BE7E58}" destId="{1D55B413-48F1-4D80-8E67-CE1136081AE9}" srcOrd="9" destOrd="0" parTransId="{9B82FD57-2BF3-4813-A71E-0786024626BE}" sibTransId="{1C64F192-64BA-4D0D-AD01-768BCDCE8282}"/>
    <dgm:cxn modelId="{158D33E2-C9E7-4B2F-AF08-1F4556792B4A}" srcId="{89154671-512E-41A9-BC1F-BECBE3BE7E58}" destId="{A9F06B2A-D29F-4A07-80C8-DC99BD693BCD}" srcOrd="3" destOrd="0" parTransId="{289A5275-4AD5-4FE1-813C-1F2766FB689F}" sibTransId="{0054047C-24FB-4A4F-8EC9-0D28F6629023}"/>
    <dgm:cxn modelId="{21062074-4B10-4415-A7B2-1BE8EE8EC9D2}" srcId="{30880D11-A0C9-4F9B-AB1E-DD93D39DFC48}" destId="{5F00F6AE-2114-4E7D-AB02-8ADEDECDC26D}" srcOrd="0" destOrd="0" parTransId="{F47C3966-EAFC-4552-94AA-8F1FB08C2661}" sibTransId="{81643282-158A-4A5E-BEDC-C886E0DD3C2F}"/>
    <dgm:cxn modelId="{3118D08B-E58E-4F10-BB98-068D3E3EA9DB}" type="presOf" srcId="{3273D8A7-9889-4009-AEBC-02ADEBDD0282}" destId="{771378CC-716E-4060-9E93-687D37EC1AA7}" srcOrd="0" destOrd="2" presId="urn:microsoft.com/office/officeart/2005/8/layout/vList5"/>
    <dgm:cxn modelId="{7F2D5073-E84A-44FF-AF6C-80FD18DCCAF9}" type="presOf" srcId="{1D55B413-48F1-4D80-8E67-CE1136081AE9}" destId="{771378CC-716E-4060-9E93-687D37EC1AA7}" srcOrd="0" destOrd="9" presId="urn:microsoft.com/office/officeart/2005/8/layout/vList5"/>
    <dgm:cxn modelId="{61C4EF97-035C-451E-A4C5-F7380F465B77}" type="presOf" srcId="{A9F06B2A-D29F-4A07-80C8-DC99BD693BCD}" destId="{771378CC-716E-4060-9E93-687D37EC1AA7}" srcOrd="0" destOrd="3" presId="urn:microsoft.com/office/officeart/2005/8/layout/vList5"/>
    <dgm:cxn modelId="{0C8A912B-BEC6-47DA-86F4-1CFCB42E6A9B}" srcId="{89154671-512E-41A9-BC1F-BECBE3BE7E58}" destId="{ACE381D3-495F-4A32-A470-1411A909343A}" srcOrd="8" destOrd="0" parTransId="{EA94170A-A0C4-4CA7-81BD-AFDBBF5E23B1}" sibTransId="{A0934250-9487-48AD-BAF5-158A49077A52}"/>
    <dgm:cxn modelId="{B9E5F6F5-3E3C-4A50-B0DF-24E4B7111AFC}" srcId="{4CED7651-89F8-4725-BFBC-18B46D33B0B4}" destId="{ADA34B14-CF0A-4053-AC5F-205BDCD0FB86}" srcOrd="0" destOrd="0" parTransId="{52A4927D-5480-4B4B-BC18-5E2D517C2745}" sibTransId="{8CF2A179-9545-49A7-AE28-63E7537F87B2}"/>
    <dgm:cxn modelId="{BCB56E38-B939-4C00-A2F1-33C198BB61F8}" srcId="{5F00F6AE-2114-4E7D-AB02-8ADEDECDC26D}" destId="{7C2FE7B1-C820-46F9-A517-9624C001C27D}" srcOrd="0" destOrd="0" parTransId="{4984EE7A-792C-41F5-93B8-1142EC96D9F4}" sibTransId="{8538607F-3DEF-430A-95CC-4CEAA8D41D4E}"/>
    <dgm:cxn modelId="{EA220369-9309-492D-B469-5D5A1524D5BC}" type="presOf" srcId="{51AD165D-8BD6-4DFB-AB26-59B69C2E45BC}" destId="{E41A6894-2C24-43BA-8729-CB618255D104}" srcOrd="0" destOrd="0" presId="urn:microsoft.com/office/officeart/2005/8/layout/vList5"/>
    <dgm:cxn modelId="{6BCAE367-A39E-4221-94A0-15A217679F22}" type="presParOf" srcId="{4016ED99-C300-41B1-BE3F-7DA5585EA003}" destId="{D839C5C7-BA8B-4075-BB90-2F8FC88ED564}" srcOrd="0" destOrd="0" presId="urn:microsoft.com/office/officeart/2005/8/layout/vList5"/>
    <dgm:cxn modelId="{F44ABBCA-8DE5-4032-ACF4-90860FF6F615}" type="presParOf" srcId="{D839C5C7-BA8B-4075-BB90-2F8FC88ED564}" destId="{2735FE0F-9BAF-4CAB-A58C-A27FEB0B2B11}" srcOrd="0" destOrd="0" presId="urn:microsoft.com/office/officeart/2005/8/layout/vList5"/>
    <dgm:cxn modelId="{7D0DD227-82E9-44C5-A82D-363B282A1CDD}" type="presParOf" srcId="{D839C5C7-BA8B-4075-BB90-2F8FC88ED564}" destId="{1DEDB214-7BC8-44E1-A705-578A77DA8199}" srcOrd="1" destOrd="0" presId="urn:microsoft.com/office/officeart/2005/8/layout/vList5"/>
    <dgm:cxn modelId="{25E9607F-EAC3-4853-BABF-178F0AB797E4}" type="presParOf" srcId="{4016ED99-C300-41B1-BE3F-7DA5585EA003}" destId="{F3ACED58-0392-4769-8208-E5201F3AA77B}" srcOrd="1" destOrd="0" presId="urn:microsoft.com/office/officeart/2005/8/layout/vList5"/>
    <dgm:cxn modelId="{28D1F48B-4411-4B84-ADB8-0121623350B4}" type="presParOf" srcId="{4016ED99-C300-41B1-BE3F-7DA5585EA003}" destId="{C6DBB59A-6DED-40B6-85CE-D5239CCDDD97}" srcOrd="2" destOrd="0" presId="urn:microsoft.com/office/officeart/2005/8/layout/vList5"/>
    <dgm:cxn modelId="{8EADEB80-D487-4BC9-9A60-1F37248900F4}" type="presParOf" srcId="{C6DBB59A-6DED-40B6-85CE-D5239CCDDD97}" destId="{261702C7-4FD1-417D-A390-8D2EB15610F9}" srcOrd="0" destOrd="0" presId="urn:microsoft.com/office/officeart/2005/8/layout/vList5"/>
    <dgm:cxn modelId="{FC757C5E-6730-45DB-81E1-B58DE3E2B84D}" type="presParOf" srcId="{C6DBB59A-6DED-40B6-85CE-D5239CCDDD97}" destId="{E41A6894-2C24-43BA-8729-CB618255D104}" srcOrd="1" destOrd="0" presId="urn:microsoft.com/office/officeart/2005/8/layout/vList5"/>
    <dgm:cxn modelId="{C539D700-7551-42B0-B4FA-1C071D115057}" type="presParOf" srcId="{4016ED99-C300-41B1-BE3F-7DA5585EA003}" destId="{2EAC4481-220E-4FF1-A256-9A5DBE1E4BBA}" srcOrd="3" destOrd="0" presId="urn:microsoft.com/office/officeart/2005/8/layout/vList5"/>
    <dgm:cxn modelId="{32478271-D029-4561-8171-3307A8123A14}" type="presParOf" srcId="{4016ED99-C300-41B1-BE3F-7DA5585EA003}" destId="{D9F0E7AE-4905-42BE-A392-BB8ACC98EB99}" srcOrd="4" destOrd="0" presId="urn:microsoft.com/office/officeart/2005/8/layout/vList5"/>
    <dgm:cxn modelId="{592191D7-C4F4-4824-A8ED-753E8EF66084}" type="presParOf" srcId="{D9F0E7AE-4905-42BE-A392-BB8ACC98EB99}" destId="{C19DE7D8-C9F6-4758-99C5-AB21E5272D41}" srcOrd="0" destOrd="0" presId="urn:microsoft.com/office/officeart/2005/8/layout/vList5"/>
    <dgm:cxn modelId="{B929EA4E-3EA0-47FE-9948-9CFA0F601892}" type="presParOf" srcId="{D9F0E7AE-4905-42BE-A392-BB8ACC98EB99}" destId="{771378CC-716E-4060-9E93-687D37EC1AA7}" srcOrd="1" destOrd="0" presId="urn:microsoft.com/office/officeart/2005/8/layout/vList5"/>
    <dgm:cxn modelId="{5E4F086C-0BA3-4278-82CA-85DC99853CF7}" type="presParOf" srcId="{4016ED99-C300-41B1-BE3F-7DA5585EA003}" destId="{7EAADA16-7546-4E12-92E2-3204F41812F0}" srcOrd="5" destOrd="0" presId="urn:microsoft.com/office/officeart/2005/8/layout/vList5"/>
    <dgm:cxn modelId="{B1C32620-54B9-4039-A1D2-CA5C7DB09285}" type="presParOf" srcId="{4016ED99-C300-41B1-BE3F-7DA5585EA003}" destId="{53DB5ABC-EE82-469E-B503-4953FB389BE9}" srcOrd="6" destOrd="0" presId="urn:microsoft.com/office/officeart/2005/8/layout/vList5"/>
    <dgm:cxn modelId="{1DA26707-7AC3-47E4-BC82-48FFF0343BFB}" type="presParOf" srcId="{53DB5ABC-EE82-469E-B503-4953FB389BE9}" destId="{092F60EE-CAD3-47B0-A786-71ED68B6758D}" srcOrd="0" destOrd="0" presId="urn:microsoft.com/office/officeart/2005/8/layout/vList5"/>
    <dgm:cxn modelId="{83424285-317B-4ED2-BB76-C09A0EA6D654}" type="presParOf" srcId="{53DB5ABC-EE82-469E-B503-4953FB389BE9}" destId="{4F3DD894-3A58-4599-A6D6-7C9B764F038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0C7E4D-A4E8-BF44-B1B2-500D2A97A33A}" type="datetimeFigureOut">
              <a:rPr lang="en-US" smtClean="0"/>
              <a:t>9/21/2015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73305AD-EBDD-564C-9E4A-0F61261509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4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08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350" y="4259569"/>
            <a:ext cx="2476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7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06-02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6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4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21333" y="384983"/>
            <a:ext cx="1603348" cy="388071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7" y="5840350"/>
            <a:ext cx="955343" cy="101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 txBox="1">
            <a:spLocks/>
          </p:cNvSpPr>
          <p:nvPr/>
        </p:nvSpPr>
        <p:spPr>
          <a:xfrm>
            <a:off x="814789" y="2672962"/>
            <a:ext cx="3179695" cy="1196726"/>
          </a:xfrm>
          <a:prstGeom prst="rect">
            <a:avLst/>
          </a:prstGeom>
        </p:spPr>
        <p:txBody>
          <a:bodyPr vert="horz"/>
          <a:lstStyle>
            <a:lvl1pPr marL="342900" indent="-342900" algn="r" defTabSz="457200" rtl="0" eaLnBrk="1" latinLnBrk="0" hangingPunct="1">
              <a:spcBef>
                <a:spcPct val="20000"/>
              </a:spcBef>
              <a:buFont typeface="Arial"/>
              <a:buNone/>
              <a:defRPr sz="22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 smtClean="0">
                <a:solidFill>
                  <a:schemeClr val="bg1"/>
                </a:solidFill>
              </a:rPr>
              <a:t>Status Report</a:t>
            </a:r>
          </a:p>
          <a:p>
            <a:pPr algn="l"/>
            <a:r>
              <a:rPr lang="pt-BR" b="1" i="0" dirty="0" smtClean="0">
                <a:solidFill>
                  <a:schemeClr val="bg1"/>
                </a:solidFill>
              </a:rPr>
              <a:t>21/Set/2015</a:t>
            </a:r>
            <a:endParaRPr lang="x-none" i="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18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780029"/>
              </p:ext>
            </p:extLst>
          </p:nvPr>
        </p:nvGraphicFramePr>
        <p:xfrm>
          <a:off x="84887" y="859554"/>
          <a:ext cx="8767012" cy="5313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379"/>
                <a:gridCol w="589379"/>
                <a:gridCol w="7588254"/>
              </a:tblGrid>
              <a:tr h="348607">
                <a:tc gridSpan="2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Pacotes</a:t>
                      </a:r>
                      <a:endParaRPr lang="pt-BR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Objetivos do Projeto</a:t>
                      </a:r>
                      <a:endParaRPr lang="pt-BR" sz="1600" dirty="0"/>
                    </a:p>
                  </a:txBody>
                  <a:tcPr/>
                </a:tc>
              </a:tr>
              <a:tr h="5083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A.1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Mobilização Inicial</a:t>
                      </a:r>
                      <a:r>
                        <a:rPr lang="pt-BR" sz="1400" baseline="0" dirty="0" smtClean="0"/>
                        <a:t> – alocação dos consultores; ações administrativas; preparação das reuniões de trabalho; Planejamento inicial do projeto</a:t>
                      </a:r>
                    </a:p>
                  </a:txBody>
                  <a:tcPr/>
                </a:tc>
              </a:tr>
              <a:tr h="348607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B.1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400" dirty="0" smtClean="0"/>
                        <a:t>Sanear o backlog para diminuir o volume total de Incidentes</a:t>
                      </a:r>
                      <a:endParaRPr lang="pt-BR" sz="1400" dirty="0"/>
                    </a:p>
                  </a:txBody>
                  <a:tcPr/>
                </a:tc>
              </a:tr>
              <a:tr h="717657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C.1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Elaboração do Fluxo de Problemas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Documentar o processo de analise de causa-raiz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Implantação da rotina diária</a:t>
                      </a:r>
                      <a:endParaRPr lang="pt-BR" sz="1400" dirty="0"/>
                    </a:p>
                  </a:txBody>
                  <a:tcPr/>
                </a:tc>
              </a:tr>
              <a:tr h="5083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C.2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Condução</a:t>
                      </a:r>
                      <a:r>
                        <a:rPr lang="pt-BR" sz="1400" baseline="0" dirty="0" smtClean="0"/>
                        <a:t> das reuniões de análise de causa-raiz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Relatório Executivo de cada investigação com lista de participantes e resumo das ações</a:t>
                      </a:r>
                      <a:r>
                        <a:rPr lang="pt-BR" sz="1400" dirty="0" smtClean="0"/>
                        <a:t> </a:t>
                      </a:r>
                      <a:endParaRPr lang="pt-BR" sz="1400" dirty="0"/>
                    </a:p>
                  </a:txBody>
                  <a:tcPr/>
                </a:tc>
              </a:tr>
              <a:tr h="5083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C.3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Elaboração e Implantação de base de erros</a:t>
                      </a:r>
                      <a:r>
                        <a:rPr lang="pt-BR" sz="1400" baseline="0" dirty="0" smtClean="0"/>
                        <a:t> conhecidos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Elaboração do fluxo de gestão da base de erros conhecidos</a:t>
                      </a:r>
                      <a:endParaRPr lang="pt-BR" sz="1400" dirty="0"/>
                    </a:p>
                  </a:txBody>
                  <a:tcPr/>
                </a:tc>
              </a:tr>
              <a:tr h="926974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D.1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Elaboração do fluxo de incidentes de alto impacto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dirty="0" smtClean="0"/>
                        <a:t>Descrição de papéis e responsabilidades</a:t>
                      </a:r>
                      <a:r>
                        <a:rPr lang="pt-BR" sz="1400" baseline="0" dirty="0" smtClean="0"/>
                        <a:t> da Gestão de Incidentes de alto impacto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Transferência de conhecimento sobre as práticas adotadas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Acompanhamento de duas situações com reuniões de RCA com os envolvidos</a:t>
                      </a:r>
                    </a:p>
                  </a:txBody>
                  <a:tcPr/>
                </a:tc>
              </a:tr>
              <a:tr h="5083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E.1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Elaboração de indicadores de tempo de resolução de incidentes de alto-impacto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Elaboração de indicador de confiabilidade</a:t>
                      </a:r>
                    </a:p>
                  </a:txBody>
                  <a:tcPr/>
                </a:tc>
              </a:tr>
              <a:tr h="50834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F.1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Realização de reunião Kick-Off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Realização de 4 workshops conceituais com numero de participantes definido pela Contax.</a:t>
                      </a:r>
                    </a:p>
                  </a:txBody>
                  <a:tcPr/>
                </a:tc>
              </a:tr>
              <a:tr h="348607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F.2</a:t>
                      </a:r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400" baseline="0" dirty="0" smtClean="0"/>
                        <a:t>Comunicação; transferência de conhecimento aos gestores da Contax (2 turmas)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Elipse 2"/>
          <p:cNvSpPr/>
          <p:nvPr/>
        </p:nvSpPr>
        <p:spPr>
          <a:xfrm>
            <a:off x="900000" y="1358721"/>
            <a:ext cx="144000" cy="144000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/>
          <p:cNvSpPr/>
          <p:nvPr/>
        </p:nvSpPr>
        <p:spPr>
          <a:xfrm>
            <a:off x="900000" y="1817538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900000" y="2165266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900000" y="2368268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900000" y="2560755"/>
            <a:ext cx="144000" cy="144000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900000" y="2856431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900000" y="3086640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900000" y="3423637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900000" y="3621112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900000" y="3900154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900000" y="4134119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/>
          <p:cNvSpPr/>
          <p:nvPr/>
        </p:nvSpPr>
        <p:spPr>
          <a:xfrm>
            <a:off x="900000" y="4361646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900000" y="4587724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900000" y="4874654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900000" y="5086082"/>
            <a:ext cx="144000" cy="1440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900000" y="5386589"/>
            <a:ext cx="144000" cy="144000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900000" y="5606603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900000" y="5894231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9" name="Grupo 28"/>
          <p:cNvGrpSpPr/>
          <p:nvPr/>
        </p:nvGrpSpPr>
        <p:grpSpPr>
          <a:xfrm>
            <a:off x="4861666" y="6185206"/>
            <a:ext cx="1693500" cy="369332"/>
            <a:chOff x="4339000" y="6324906"/>
            <a:chExt cx="1579783" cy="369332"/>
          </a:xfrm>
        </p:grpSpPr>
        <p:sp>
          <p:nvSpPr>
            <p:cNvPr id="23" name="Elipse 22"/>
            <p:cNvSpPr/>
            <p:nvPr/>
          </p:nvSpPr>
          <p:spPr>
            <a:xfrm>
              <a:off x="4339000" y="6427744"/>
              <a:ext cx="144000" cy="144000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/>
            <p:cNvSpPr txBox="1"/>
            <p:nvPr/>
          </p:nvSpPr>
          <p:spPr>
            <a:xfrm>
              <a:off x="4567131" y="6324906"/>
              <a:ext cx="1351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Não iniciado</a:t>
              </a:r>
              <a:endParaRPr lang="pt-BR" dirty="0"/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2631400" y="6171421"/>
            <a:ext cx="1792375" cy="369332"/>
            <a:chOff x="2631400" y="6311121"/>
            <a:chExt cx="1792375" cy="369332"/>
          </a:xfrm>
        </p:grpSpPr>
        <p:sp>
          <p:nvSpPr>
            <p:cNvPr id="21" name="Elipse 20"/>
            <p:cNvSpPr/>
            <p:nvPr/>
          </p:nvSpPr>
          <p:spPr>
            <a:xfrm>
              <a:off x="2631400" y="6409749"/>
              <a:ext cx="144000" cy="144000"/>
            </a:xfrm>
            <a:prstGeom prst="ellipse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CaixaDeTexto 27"/>
            <p:cNvSpPr txBox="1"/>
            <p:nvPr/>
          </p:nvSpPr>
          <p:spPr>
            <a:xfrm>
              <a:off x="2786339" y="6311121"/>
              <a:ext cx="16374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Em Andamento</a:t>
              </a:r>
              <a:endParaRPr lang="pt-BR" dirty="0"/>
            </a:p>
          </p:txBody>
        </p:sp>
      </p:grpSp>
      <p:grpSp>
        <p:nvGrpSpPr>
          <p:cNvPr id="32" name="Grupo 31"/>
          <p:cNvGrpSpPr/>
          <p:nvPr/>
        </p:nvGrpSpPr>
        <p:grpSpPr>
          <a:xfrm>
            <a:off x="900000" y="6185206"/>
            <a:ext cx="1293509" cy="369332"/>
            <a:chOff x="900000" y="6324906"/>
            <a:chExt cx="1293509" cy="369332"/>
          </a:xfrm>
        </p:grpSpPr>
        <p:sp>
          <p:nvSpPr>
            <p:cNvPr id="22" name="Elipse 21"/>
            <p:cNvSpPr/>
            <p:nvPr/>
          </p:nvSpPr>
          <p:spPr>
            <a:xfrm>
              <a:off x="900000" y="6421131"/>
              <a:ext cx="144000" cy="144000"/>
            </a:xfrm>
            <a:prstGeom prst="ellipse">
              <a:avLst/>
            </a:prstGeom>
            <a:solidFill>
              <a:srgbClr val="92D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1072689" y="6324906"/>
              <a:ext cx="11208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Concluído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60466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a 10"/>
          <p:cNvGraphicFramePr/>
          <p:nvPr>
            <p:extLst/>
          </p:nvPr>
        </p:nvGraphicFramePr>
        <p:xfrm>
          <a:off x="216572" y="794084"/>
          <a:ext cx="8253663" cy="6051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aixaDeTexto 1"/>
          <p:cNvSpPr txBox="1"/>
          <p:nvPr/>
        </p:nvSpPr>
        <p:spPr>
          <a:xfrm>
            <a:off x="8073193" y="2237873"/>
            <a:ext cx="1179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pt-BR" dirty="0"/>
          </a:p>
          <a:p>
            <a:endParaRPr lang="pt-BR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61382" y="124592"/>
            <a:ext cx="4800928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>
                <a:solidFill>
                  <a:schemeClr val="tx2"/>
                </a:solidFill>
                <a:latin typeface="Arial"/>
                <a:cs typeface="Arial"/>
              </a:rPr>
              <a:t>Estabilidade </a:t>
            </a:r>
            <a:r>
              <a:rPr lang="en-US" sz="3000" dirty="0" smtClean="0">
                <a:solidFill>
                  <a:schemeClr val="tx2"/>
                </a:solidFill>
                <a:latin typeface="Arial"/>
                <a:cs typeface="Arial"/>
              </a:rPr>
              <a:t>Operacional</a:t>
            </a:r>
            <a:endParaRPr lang="en-US" sz="30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854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04310"/>
              </p:ext>
            </p:extLst>
          </p:nvPr>
        </p:nvGraphicFramePr>
        <p:xfrm>
          <a:off x="901700" y="1397000"/>
          <a:ext cx="7391400" cy="6223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391400"/>
              </a:tblGrid>
              <a:tr h="6223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Pontos de Atenção</a:t>
                      </a:r>
                      <a:endParaRPr lang="pt-BR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990600" y="2425700"/>
            <a:ext cx="73025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Mudanças sem a utilização do processo de mudanças.</a:t>
            </a:r>
          </a:p>
          <a:p>
            <a:endParaRPr lang="pt-B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Considerar os requerimentos operacionais nos projetos.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Gerenciamento de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Atenção aos incidentes técnicos.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smtClean="0"/>
              <a:t>Novo procedimento de escalonamento.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6104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561294" y="2983269"/>
            <a:ext cx="1901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i="1" dirty="0">
                <a:solidFill>
                  <a:schemeClr val="tx2">
                    <a:lumMod val="75000"/>
                  </a:schemeClr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43719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9C7E2F5D-080C-444C-BD34-4F68389326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BB0CFE-F86C-44BA-96EA-0C3DC43577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D0C01CA5-A8B7-4410-91AF-052B76957A67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376</Words>
  <Application>Microsoft Office PowerPoint</Application>
  <PresentationFormat>Apresentação na tela (4:3)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Tahoma</vt:lpstr>
      <vt:lpstr>Office Theme</vt:lpstr>
      <vt:lpstr>Custom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iMac de Plinio</dc:creator>
  <cp:lastModifiedBy>Sergio Bertasi</cp:lastModifiedBy>
  <cp:revision>147</cp:revision>
  <dcterms:created xsi:type="dcterms:W3CDTF">2015-08-23T23:08:42Z</dcterms:created>
  <dcterms:modified xsi:type="dcterms:W3CDTF">2015-09-21T15:51:45Z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