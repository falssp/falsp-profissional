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Layouts/slideLayout45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4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9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ags/tag3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7.xml" ContentType="application/vnd.openxmlformats-officedocument.presentationml.tags+xml"/>
  <Override PartName="/ppt/tags/tag9.xml" ContentType="application/vnd.openxmlformats-officedocument.presentationml.tag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tags/tag10.xml" ContentType="application/vnd.openxmlformats-officedocument.presentationml.tags+xml"/>
  <Override PartName="/ppt/tags/tag34.xml" ContentType="application/vnd.openxmlformats-officedocument.presentationml.tags+xml"/>
  <Override PartName="/ppt/tags/tag14.xml" ContentType="application/vnd.openxmlformats-officedocument.presentationml.tags+xml"/>
  <Override PartName="/ppt/tags/tag39.xml" ContentType="application/vnd.openxmlformats-officedocument.presentationml.tags+xml"/>
  <Override PartName="/ppt/tags/tag29.xml" ContentType="application/vnd.openxmlformats-officedocument.presentationml.tags+xml"/>
  <Override PartName="/ppt/tags/tag28.xml" ContentType="application/vnd.openxmlformats-officedocument.presentationml.tags+xml"/>
  <Override PartName="/ppt/tags/tag40.xml" ContentType="application/vnd.openxmlformats-officedocument.presentationml.tags+xml"/>
  <Override PartName="/ppt/tags/tag27.xml" ContentType="application/vnd.openxmlformats-officedocument.presentationml.tags+xml"/>
  <Override PartName="/ppt/tags/tag38.xml" ContentType="application/vnd.openxmlformats-officedocument.presentationml.tags+xml"/>
  <Override PartName="/ppt/tags/tag37.xml" ContentType="application/vnd.openxmlformats-officedocument.presentationml.tags+xml"/>
  <Override PartName="/ppt/tags/tag36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1.xml" ContentType="application/vnd.openxmlformats-officedocument.presentationml.tags+xml"/>
  <Override PartName="/ppt/tags/tag30.xml" ContentType="application/vnd.openxmlformats-officedocument.presentationml.tags+xml"/>
  <Override PartName="/ppt/tags/tag26.xml" ContentType="application/vnd.openxmlformats-officedocument.presentationml.tags+xml"/>
  <Override PartName="/ppt/tags/tag41.xml" ContentType="application/vnd.openxmlformats-officedocument.presentationml.tags+xml"/>
  <Override PartName="/ppt/tags/tag25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ppt/tags/tag15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42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2.xml" ContentType="application/vnd.openxmlformats-officedocument.presentationml.tags+xml"/>
  <Override PartName="/ppt/tags/tag21.xml" ContentType="application/vnd.openxmlformats-officedocument.presentationml.tags+xml"/>
  <Override PartName="/ppt/tags/tag13.xml" ContentType="application/vnd.openxmlformats-officedocument.presentationml.tag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  <p:sldMasterId id="2147483733" r:id="rId2"/>
    <p:sldMasterId id="2147484415" r:id="rId3"/>
    <p:sldMasterId id="2147484490" r:id="rId4"/>
  </p:sldMasterIdLst>
  <p:notesMasterIdLst>
    <p:notesMasterId r:id="rId18"/>
  </p:notesMasterIdLst>
  <p:sldIdLst>
    <p:sldId id="1344" r:id="rId5"/>
    <p:sldId id="1438" r:id="rId6"/>
    <p:sldId id="1450" r:id="rId7"/>
    <p:sldId id="1452" r:id="rId8"/>
    <p:sldId id="1456" r:id="rId9"/>
    <p:sldId id="1461" r:id="rId10"/>
    <p:sldId id="1451" r:id="rId11"/>
    <p:sldId id="1489" r:id="rId12"/>
    <p:sldId id="1490" r:id="rId13"/>
    <p:sldId id="1481" r:id="rId14"/>
    <p:sldId id="1437" r:id="rId15"/>
    <p:sldId id="1478" r:id="rId16"/>
    <p:sldId id="1484" r:id="rId17"/>
  </p:sldIdLst>
  <p:sldSz cx="16256000" cy="9145588"/>
  <p:notesSz cx="9926638" cy="6669088"/>
  <p:defaultTextStyle>
    <a:defPPr>
      <a:defRPr lang="en-US"/>
    </a:defPPr>
    <a:lvl1pPr algn="l" defTabSz="72408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724083" algn="l" defTabSz="72408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1448115" algn="l" defTabSz="72408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2172178" algn="l" defTabSz="72408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2896227" algn="l" defTabSz="72408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3620305" algn="l" defTabSz="1448115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4344363" algn="l" defTabSz="1448115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5068430" algn="l" defTabSz="1448115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5792481" algn="l" defTabSz="1448115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0001"/>
    <a:srgbClr val="B7A99A"/>
    <a:srgbClr val="FCF6F6"/>
    <a:srgbClr val="F9EEED"/>
    <a:srgbClr val="F5E4E3"/>
    <a:srgbClr val="EEEEEE"/>
    <a:srgbClr val="FFE1E1"/>
    <a:srgbClr val="FFB9B9"/>
    <a:srgbClr val="2D2D8A"/>
    <a:srgbClr val="77B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41" autoAdjust="0"/>
    <p:restoredTop sz="97691" autoAdjust="0"/>
  </p:normalViewPr>
  <p:slideViewPr>
    <p:cSldViewPr snapToObjects="1">
      <p:cViewPr varScale="1">
        <p:scale>
          <a:sx n="52" d="100"/>
          <a:sy n="52" d="100"/>
        </p:scale>
        <p:origin x="-84" y="-126"/>
      </p:cViewPr>
      <p:guideLst>
        <p:guide orient="horz" pos="5284"/>
        <p:guide orient="horz" pos="4377"/>
        <p:guide orient="horz" pos="3696"/>
        <p:guide orient="horz" pos="4014"/>
        <p:guide pos="9973"/>
        <p:guide pos="5120"/>
        <p:guide pos="3578"/>
        <p:guide pos="9716"/>
        <p:guide pos="9385"/>
        <p:guide pos="6526"/>
      </p:guideLst>
    </p:cSldViewPr>
  </p:slideViewPr>
  <p:outlineViewPr>
    <p:cViewPr>
      <p:scale>
        <a:sx n="33" d="100"/>
        <a:sy n="33" d="100"/>
      </p:scale>
      <p:origin x="0" y="47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ustomXml" Target="../customXml/item2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ustomXml" Target="../customXml/item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1543" cy="3334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22801" y="0"/>
            <a:ext cx="4301543" cy="3334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06305ABF-2CBB-431C-971E-CB6A858D393C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738438" y="498475"/>
            <a:ext cx="4449762" cy="2503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92665" y="3167817"/>
            <a:ext cx="7941310" cy="3001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en-US" noProof="0" smtClean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3" y="6334476"/>
            <a:ext cx="4301543" cy="3334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22801" y="6334476"/>
            <a:ext cx="4301543" cy="3334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3B2ACD12-6E9F-4D85-9657-042BA3A59B3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4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724083" algn="l" rtl="0" fontAlgn="base">
      <a:spcBef>
        <a:spcPct val="30000"/>
      </a:spcBef>
      <a:spcAft>
        <a:spcPct val="0"/>
      </a:spcAft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1448115" algn="l" rtl="0" fontAlgn="base">
      <a:spcBef>
        <a:spcPct val="30000"/>
      </a:spcBef>
      <a:spcAft>
        <a:spcPct val="0"/>
      </a:spcAft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2172178" algn="l" rtl="0" fontAlgn="base">
      <a:spcBef>
        <a:spcPct val="30000"/>
      </a:spcBef>
      <a:spcAft>
        <a:spcPct val="0"/>
      </a:spcAft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2896227" algn="l" rtl="0" fontAlgn="base">
      <a:spcBef>
        <a:spcPct val="30000"/>
      </a:spcBef>
      <a:spcAft>
        <a:spcPct val="0"/>
      </a:spcAft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3620305" algn="l" defTabSz="14481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4344363" algn="l" defTabSz="14481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5068430" algn="l" defTabSz="14481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5792481" algn="l" defTabSz="144811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ACD12-6E9F-4D85-9657-042BA3A59B3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73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3.emf"/><Relationship Id="rId2" Type="http://schemas.openxmlformats.org/officeDocument/2006/relationships/tags" Target="../tags/tag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10" Type="http://schemas.openxmlformats.org/officeDocument/2006/relationships/image" Target="../media/image5.png"/><Relationship Id="rId4" Type="http://schemas.openxmlformats.org/officeDocument/2006/relationships/tags" Target="../tags/tag10.xml"/><Relationship Id="rId9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8.xml"/><Relationship Id="rId7" Type="http://schemas.openxmlformats.org/officeDocument/2006/relationships/oleObject" Target="../embeddings/oleObject5.bin"/><Relationship Id="rId2" Type="http://schemas.openxmlformats.org/officeDocument/2006/relationships/tags" Target="../tags/tag17.xml"/><Relationship Id="rId1" Type="http://schemas.openxmlformats.org/officeDocument/2006/relationships/vmlDrawing" Target="../drawings/vmlDrawing5.v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0.xml"/><Relationship Id="rId10" Type="http://schemas.openxmlformats.org/officeDocument/2006/relationships/image" Target="../media/image4.png"/><Relationship Id="rId4" Type="http://schemas.openxmlformats.org/officeDocument/2006/relationships/tags" Target="../tags/tag19.xml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2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1.xml"/><Relationship Id="rId1" Type="http://schemas.openxmlformats.org/officeDocument/2006/relationships/vmlDrawing" Target="../drawings/vmlDrawing6.v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10" Type="http://schemas.openxmlformats.org/officeDocument/2006/relationships/image" Target="../media/image5.png"/><Relationship Id="rId4" Type="http://schemas.openxmlformats.org/officeDocument/2006/relationships/tags" Target="../tags/tag23.xml"/><Relationship Id="rId9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31.xml"/><Relationship Id="rId7" Type="http://schemas.openxmlformats.org/officeDocument/2006/relationships/oleObject" Target="../embeddings/oleObject9.bin"/><Relationship Id="rId2" Type="http://schemas.openxmlformats.org/officeDocument/2006/relationships/tags" Target="../tags/tag30.xml"/><Relationship Id="rId1" Type="http://schemas.openxmlformats.org/officeDocument/2006/relationships/vmlDrawing" Target="../drawings/vmlDrawing9.v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3.xml"/><Relationship Id="rId10" Type="http://schemas.openxmlformats.org/officeDocument/2006/relationships/image" Target="../media/image4.png"/><Relationship Id="rId4" Type="http://schemas.openxmlformats.org/officeDocument/2006/relationships/tags" Target="../tags/tag32.xml"/><Relationship Id="rId9" Type="http://schemas.openxmlformats.org/officeDocument/2006/relationships/image" Target="../media/image8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35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4.xml"/><Relationship Id="rId1" Type="http://schemas.openxmlformats.org/officeDocument/2006/relationships/vmlDrawing" Target="../drawings/vmlDrawing10.v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image" Target="../media/image5.png"/><Relationship Id="rId4" Type="http://schemas.openxmlformats.org/officeDocument/2006/relationships/tags" Target="../tags/tag36.xml"/><Relationship Id="rId9" Type="http://schemas.openxmlformats.org/officeDocument/2006/relationships/image" Target="../media/image3.emf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518"/>
            <a:ext cx="16256000" cy="8810538"/>
          </a:xfrm>
          <a:prstGeom prst="rect">
            <a:avLst/>
          </a:prstGeom>
        </p:spPr>
      </p:pic>
      <p:sp>
        <p:nvSpPr>
          <p:cNvPr id="4" name="Text Box 109"/>
          <p:cNvSpPr txBox="1">
            <a:spLocks noChangeArrowheads="1"/>
          </p:cNvSpPr>
          <p:nvPr/>
        </p:nvSpPr>
        <p:spPr bwMode="auto">
          <a:xfrm>
            <a:off x="12189414" y="8811129"/>
            <a:ext cx="4066604" cy="302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43312" tIns="70401" rIns="143312" bIns="70401">
            <a:spAutoFit/>
          </a:bodyPr>
          <a:lstStyle/>
          <a:p>
            <a:pPr defTabSz="1448115" eaLnBrk="0" hangingPunct="0">
              <a:lnSpc>
                <a:spcPct val="80000"/>
              </a:lnSpc>
              <a:defRPr/>
            </a:pPr>
            <a:r>
              <a:rPr lang="pt-BR" sz="1300" smtClean="0">
                <a:solidFill>
                  <a:srgbClr val="000000"/>
                </a:solidFill>
                <a:ea typeface="+mn-ea"/>
              </a:rPr>
              <a:t>© 2011 Accenture – Todos os direitos reservados. </a:t>
            </a:r>
            <a:endParaRPr lang="pt-BR" sz="1300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0300" name="Rectangle 60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676198" y="6762854"/>
            <a:ext cx="14903643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algn="ctr">
              <a:defRPr lang="pt-BR" sz="5700" dirty="0">
                <a:solidFill>
                  <a:schemeClr val="tx1"/>
                </a:solidFill>
              </a:defRPr>
            </a:lvl1pPr>
          </a:lstStyle>
          <a:p>
            <a:pPr lvl="0" algn="ctr" defTabSz="1448115" eaLnBrk="1" latinLnBrk="0" hangingPunct="1">
              <a:buNone/>
            </a:pP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501"/>
          <a:stretch/>
        </p:blipFill>
        <p:spPr>
          <a:xfrm>
            <a:off x="0" y="8078430"/>
            <a:ext cx="16256000" cy="1067235"/>
          </a:xfrm>
          <a:prstGeom prst="rect">
            <a:avLst/>
          </a:prstGeom>
        </p:spPr>
      </p:pic>
      <p:sp>
        <p:nvSpPr>
          <p:cNvPr id="10301" name="Rectangle 6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811081" y="7857836"/>
            <a:ext cx="10633845" cy="1078855"/>
          </a:xfrm>
          <a:prstGeom prst="rect">
            <a:avLst/>
          </a:prstGeom>
        </p:spPr>
        <p:txBody>
          <a:bodyPr vert="horz" lIns="144809" tIns="72393" rIns="144809" bIns="72393" rtlCol="0">
            <a:normAutofit/>
          </a:bodyPr>
          <a:lstStyle>
            <a:lvl1pPr>
              <a:defRPr lang="pt-BR"/>
            </a:lvl1pPr>
          </a:lstStyle>
          <a:p>
            <a:pPr marL="0" lvl="0" indent="0" algn="ctr" defTabSz="1448115" eaLnBrk="1" latinLnBrk="0" hangingPunct="1">
              <a:lnSpc>
                <a:spcPts val="2857"/>
              </a:lnSpc>
              <a:spcBef>
                <a:spcPts val="952"/>
              </a:spcBef>
              <a:spcAft>
                <a:spcPts val="0"/>
              </a:spcAft>
              <a:buFont typeface="Arial" pitchFamily="34" charset="0"/>
              <a:buNone/>
            </a:pPr>
            <a:endParaRPr lang="pt-BR" dirty="0"/>
          </a:p>
        </p:txBody>
      </p:sp>
      <p:pic>
        <p:nvPicPr>
          <p:cNvPr id="10" name="Picture 8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95982" y="8206903"/>
            <a:ext cx="1193148" cy="88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609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786" y="414938"/>
            <a:ext cx="14833600" cy="492443"/>
          </a:xfrm>
          <a:prstGeom prst="rect">
            <a:avLst/>
          </a:prstGeom>
        </p:spPr>
        <p:txBody>
          <a:bodyPr/>
          <a:lstStyle>
            <a:lvl1pPr algn="r">
              <a:defRPr sz="3200" b="1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813" y="1320013"/>
            <a:ext cx="14833600" cy="6860391"/>
          </a:xfrm>
          <a:prstGeom prst="rect">
            <a:avLst/>
          </a:prstGeom>
        </p:spPr>
        <p:txBody>
          <a:bodyPr vert="horz" lIns="144809" tIns="72393" rIns="144809" bIns="72393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543062" lvl="0" indent="-543062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en-US" dirty="0" smtClean="0"/>
              <a:t>Click to edit Master text styles</a:t>
            </a:r>
          </a:p>
          <a:p>
            <a:pPr marL="1176621" lvl="1" indent="-452552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en-US" dirty="0" smtClean="0"/>
              <a:t>Second level</a:t>
            </a:r>
          </a:p>
          <a:p>
            <a:pPr marL="1810153" lvl="2" indent="-362041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•"/>
            </a:pPr>
            <a:r>
              <a:rPr lang="en-US" dirty="0" smtClean="0"/>
              <a:t>Third level</a:t>
            </a:r>
          </a:p>
          <a:p>
            <a:pPr marL="2534202" lvl="3" indent="-362041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en-US" dirty="0" smtClean="0"/>
              <a:t>Fourth level</a:t>
            </a:r>
          </a:p>
          <a:p>
            <a:pPr marL="3258270" lvl="4" indent="-362041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»"/>
            </a:pPr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8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3386545" y="8797307"/>
            <a:ext cx="1852247" cy="347194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  <a:defRPr/>
            </a:pPr>
            <a:fld id="{273684F0-BE79-46AA-828B-4A26E462BDA5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  <a:defRPr/>
              </a:pPr>
              <a:t>‹nº›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24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45911" y="2273748"/>
            <a:ext cx="15364178" cy="189262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45911" y="8825966"/>
            <a:ext cx="4064000" cy="222288"/>
          </a:xfrm>
          <a:prstGeom prst="rect">
            <a:avLst/>
          </a:prstGeom>
        </p:spPr>
        <p:txBody>
          <a:bodyPr lIns="144809" tIns="72393" rIns="144809" bIns="72393"/>
          <a:lstStyle>
            <a:lvl1pPr>
              <a:defRPr/>
            </a:lvl1pPr>
          </a:lstStyle>
          <a:p>
            <a:pPr defTabSz="1448115" eaLnBrk="0" hangingPunct="0">
              <a:lnSpc>
                <a:spcPct val="95000"/>
              </a:lnSpc>
              <a:buClr>
                <a:srgbClr val="000000"/>
              </a:buClr>
            </a:pPr>
            <a:endParaRPr lang="en-US" sz="1900" b="1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4531627" y="8828033"/>
            <a:ext cx="1278466" cy="22017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Clr>
                <a:srgbClr val="000000"/>
              </a:buClr>
            </a:pPr>
            <a:fld id="{E0D0957B-8E28-4BB3-B614-817C12A665E4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buClr>
                  <a:srgbClr val="000000"/>
                </a:buClr>
              </a:pPr>
              <a:t>‹nº›</a:t>
            </a:fld>
            <a:endParaRPr 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4854226" y="8844985"/>
            <a:ext cx="6547556" cy="203235"/>
          </a:xfrm>
          <a:prstGeom prst="rect">
            <a:avLst/>
          </a:prstGeom>
        </p:spPr>
        <p:txBody>
          <a:bodyPr lIns="144809" tIns="72393" rIns="144809" bIns="72393"/>
          <a:lstStyle>
            <a:lvl1pPr>
              <a:defRPr/>
            </a:lvl1pPr>
          </a:lstStyle>
          <a:p>
            <a:pPr defTabSz="1448115" eaLnBrk="0" hangingPunct="0">
              <a:lnSpc>
                <a:spcPct val="95000"/>
              </a:lnSpc>
              <a:buClr>
                <a:srgbClr val="000000"/>
              </a:buClr>
            </a:pPr>
            <a:endParaRPr lang="en-US" sz="1900" b="1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14027" y="414938"/>
            <a:ext cx="14833600" cy="492443"/>
          </a:xfrm>
          <a:prstGeom prst="rect">
            <a:avLst/>
          </a:prstGeom>
          <a:effectLst/>
        </p:spPr>
        <p:txBody>
          <a:bodyPr/>
          <a:lstStyle>
            <a:lvl1pPr algn="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468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51" y="3"/>
          <a:ext cx="198437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5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" y="3"/>
                        <a:ext cx="198437" cy="148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889003" y="8306097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9" bIns="0"/>
          <a:lstStyle/>
          <a:p>
            <a:pPr marL="42430" defTabSz="1016430"/>
            <a:r>
              <a:rPr lang="en-US" sz="130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  <a:endParaRPr lang="en-US" sz="1300" dirty="0" smtClean="0">
              <a:solidFill>
                <a:srgbClr val="FFFFFF"/>
              </a:solidFill>
              <a:latin typeface="Gill Sans Std" pitchFamily="34" charset="0"/>
              <a:ea typeface="ヒラギノ角ゴ ProN W3" charset="-128"/>
              <a:sym typeface="Gill Sans Std" pitchFamily="34" charset="0"/>
            </a:endParaRPr>
          </a:p>
        </p:txBody>
      </p:sp>
      <p:pic>
        <p:nvPicPr>
          <p:cNvPr id="4" name="Picture 8" descr="NAT_marca_branca_natura-01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0" y="7563286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815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51" y="3"/>
          <a:ext cx="198437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9"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" y="3"/>
                        <a:ext cx="198437" cy="148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0" y="381066"/>
            <a:ext cx="10668000" cy="8383456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430"/>
            <a:endParaRPr lang="pt-BR" sz="4800" smtClean="0">
              <a:solidFill>
                <a:srgbClr val="000000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889050" y="750300"/>
            <a:ext cx="9604375" cy="72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1016430"/>
            <a:r>
              <a:rPr lang="en-US" sz="4000" smtClean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889003" y="8306097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9" bIns="0"/>
          <a:lstStyle/>
          <a:p>
            <a:pPr marL="42430" defTabSz="1016430"/>
            <a:r>
              <a:rPr lang="en-US" sz="1300" smtClean="0">
                <a:solidFill>
                  <a:srgbClr val="8F993E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  <a:endParaRPr lang="en-US" sz="1300" dirty="0" smtClean="0">
              <a:solidFill>
                <a:srgbClr val="8F993E"/>
              </a:solidFill>
              <a:latin typeface="Gill Sans Std" pitchFamily="34" charset="0"/>
              <a:ea typeface="ヒラギノ角ゴ ProN W3" charset="-128"/>
              <a:sym typeface="Gill Sans Std" pitchFamily="34" charset="0"/>
            </a:endParaRP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0" y="7563286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942834" y="3000900"/>
            <a:ext cx="4463449" cy="690684"/>
          </a:xfrm>
          <a:prstGeom prst="rect">
            <a:avLst/>
          </a:prstGeom>
        </p:spPr>
        <p:txBody>
          <a:bodyPr lIns="101816" tIns="50908" rIns="101816" bIns="50908"/>
          <a:lstStyle>
            <a:lvl1pPr algn="l">
              <a:defRPr lang="en-US" sz="27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731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86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51" y="3"/>
          <a:ext cx="198437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3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" y="3"/>
                        <a:ext cx="198437" cy="148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97661" y="724985"/>
            <a:ext cx="15660688" cy="7290867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430"/>
            <a:endParaRPr lang="pt-BR" sz="4800" smtClean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67163" y="832782"/>
            <a:ext cx="10194727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763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04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51" y="3"/>
          <a:ext cx="198437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7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" y="3"/>
                        <a:ext cx="198437" cy="148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97661" y="724919"/>
            <a:ext cx="15660688" cy="8169106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430"/>
            <a:endParaRPr lang="pt-BR" sz="4800" smtClean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67161" y="832782"/>
            <a:ext cx="15104000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1172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51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889003" y="8306097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9" bIns="0"/>
          <a:lstStyle/>
          <a:p>
            <a:pPr marL="42430" defTabSz="1016430"/>
            <a:r>
              <a:rPr lang="en-US" sz="13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  <a:endParaRPr lang="en-US" sz="1300" dirty="0" smtClean="0">
              <a:solidFill>
                <a:srgbClr val="75787A"/>
              </a:solidFill>
              <a:latin typeface="Gill Sans Std" pitchFamily="34" charset="0"/>
              <a:ea typeface="ヒラギノ角ゴ ProN W3" charset="-128"/>
              <a:sym typeface="Gill Sans Std" pitchFamily="34" charset="0"/>
            </a:endParaRP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0" y="7563286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52522" y="750277"/>
            <a:ext cx="9604375" cy="5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952505" y="1278675"/>
            <a:ext cx="9606361" cy="33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1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952503" y="2959277"/>
            <a:ext cx="12755563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0883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952500" y="2261097"/>
            <a:ext cx="4476750" cy="69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7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509046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671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05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889003" y="8306097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9" bIns="0"/>
          <a:lstStyle/>
          <a:p>
            <a:pPr marL="42430" defTabSz="1016430"/>
            <a:r>
              <a:rPr lang="en-US" sz="13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  <a:endParaRPr lang="en-US" sz="1300" dirty="0" smtClean="0">
              <a:solidFill>
                <a:srgbClr val="75787A"/>
              </a:solidFill>
              <a:latin typeface="Gill Sans Std" pitchFamily="34" charset="0"/>
              <a:ea typeface="ヒラギノ角ゴ ProN W3" charset="-128"/>
              <a:sym typeface="Gill Sans Std" pitchFamily="34" charset="0"/>
            </a:endParaRP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0" y="7563286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952522" y="750277"/>
            <a:ext cx="9604375" cy="5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952505" y="1278675"/>
            <a:ext cx="9606361" cy="33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1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952500" y="2969695"/>
            <a:ext cx="8795680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0883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952500" y="2261097"/>
            <a:ext cx="4476750" cy="69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7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509046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0468382" y="2969695"/>
            <a:ext cx="4770437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7782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/>
          </p:cNvSpPr>
          <p:nvPr userDrawn="1"/>
        </p:nvSpPr>
        <p:spPr bwMode="auto">
          <a:xfrm>
            <a:off x="-63500" y="381069"/>
            <a:ext cx="10096500" cy="8407272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430"/>
            <a:endParaRPr lang="pt-BR" sz="4800" smtClean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889003" y="8306097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9" bIns="0"/>
          <a:lstStyle/>
          <a:p>
            <a:pPr marL="42430" defTabSz="1016430"/>
            <a:r>
              <a:rPr lang="en-US" sz="1300" smtClean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  <a:endParaRPr lang="en-US" sz="1300" dirty="0" smtClean="0">
              <a:solidFill>
                <a:srgbClr val="D9D9D6"/>
              </a:solidFill>
              <a:latin typeface="Gill Sans Std" pitchFamily="34" charset="0"/>
              <a:ea typeface="ヒラギノ角ゴ ProN W3" charset="-128"/>
              <a:sym typeface="Gill Sans Std" pitchFamily="34" charset="0"/>
            </a:endParaRP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0" y="7563286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950516" y="3501065"/>
            <a:ext cx="7358062" cy="22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046" bIns="0"/>
          <a:lstStyle>
            <a:lvl1pPr>
              <a:defRPr lang="pt-BR" sz="11100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10795007" y="3953599"/>
            <a:ext cx="4810124" cy="631140"/>
          </a:xfrm>
          <a:prstGeom prst="rect">
            <a:avLst/>
          </a:prstGeom>
        </p:spPr>
        <p:txBody>
          <a:bodyPr lIns="101816" tIns="50908" rIns="101816" bIns="50908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5929" algn="l"/>
                <a:tab pos="791846" algn="l"/>
                <a:tab pos="1187755" algn="l"/>
                <a:tab pos="1583644" algn="l"/>
                <a:tab pos="1979572" algn="l"/>
                <a:tab pos="2375476" algn="l"/>
                <a:tab pos="2771394" algn="l"/>
                <a:tab pos="3167307" algn="l"/>
                <a:tab pos="3563242" algn="l"/>
                <a:tab pos="3959141" algn="l"/>
                <a:tab pos="4355049" algn="l"/>
                <a:tab pos="4750971" algn="l"/>
                <a:tab pos="5090338" algn="l"/>
              </a:tabLst>
              <a:defRPr lang="pt-BR" sz="2400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10795007" y="4604607"/>
            <a:ext cx="4810124" cy="1958919"/>
          </a:xfrm>
          <a:prstGeom prst="rect">
            <a:avLst/>
          </a:prstGeom>
        </p:spPr>
        <p:txBody>
          <a:bodyPr lIns="101816" tIns="50908" rIns="101816" bIns="50908"/>
          <a:lstStyle>
            <a:lvl1pPr marL="0" indent="0">
              <a:buNone/>
              <a:defRPr lang="pt-BR" sz="2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7965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/>
          </p:cNvSpPr>
          <p:nvPr userDrawn="1"/>
        </p:nvSpPr>
        <p:spPr bwMode="auto">
          <a:xfrm>
            <a:off x="-63500" y="381069"/>
            <a:ext cx="10096500" cy="8407272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430"/>
            <a:endParaRPr lang="pt-BR" sz="4800" smtClean="0">
              <a:solidFill>
                <a:srgbClr val="B7A99A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pic>
        <p:nvPicPr>
          <p:cNvPr id="6" name="Picture 4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0" y="7561785"/>
            <a:ext cx="1270000" cy="87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/>
          <p:cNvSpPr>
            <a:spLocks/>
          </p:cNvSpPr>
          <p:nvPr userDrawn="1"/>
        </p:nvSpPr>
        <p:spPr bwMode="auto">
          <a:xfrm>
            <a:off x="889003" y="8306097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9" bIns="0"/>
          <a:lstStyle/>
          <a:p>
            <a:pPr marL="42430" defTabSz="1016430"/>
            <a:r>
              <a:rPr lang="en-US" sz="1300" smtClean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  <a:endParaRPr lang="en-US" sz="1300" dirty="0" smtClean="0">
              <a:solidFill>
                <a:srgbClr val="D9D9D6"/>
              </a:solidFill>
              <a:latin typeface="Gill Sans Std" pitchFamily="34" charset="0"/>
              <a:ea typeface="ヒラギノ角ゴ ProN W3" charset="-128"/>
              <a:sym typeface="Gill Sans Std" pitchFamily="34" charset="0"/>
            </a:endParaRP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0" y="7563286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950516" y="3501065"/>
            <a:ext cx="7358062" cy="22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046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11100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10795007" y="3953599"/>
            <a:ext cx="4810124" cy="631140"/>
          </a:xfrm>
          <a:prstGeom prst="rect">
            <a:avLst/>
          </a:prstGeom>
        </p:spPr>
        <p:txBody>
          <a:bodyPr lIns="101816" tIns="50908" rIns="101816" bIns="50908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5929" algn="l"/>
                <a:tab pos="791846" algn="l"/>
                <a:tab pos="1187755" algn="l"/>
                <a:tab pos="1583644" algn="l"/>
                <a:tab pos="1979572" algn="l"/>
                <a:tab pos="2375476" algn="l"/>
                <a:tab pos="2771394" algn="l"/>
                <a:tab pos="3167307" algn="l"/>
                <a:tab pos="3563242" algn="l"/>
                <a:tab pos="3959141" algn="l"/>
                <a:tab pos="4355049" algn="l"/>
                <a:tab pos="4750971" algn="l"/>
                <a:tab pos="5090338" algn="l"/>
              </a:tabLst>
              <a:defRPr lang="pt-BR" sz="2400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10795007" y="4604607"/>
            <a:ext cx="4810124" cy="1958919"/>
          </a:xfrm>
          <a:prstGeom prst="rect">
            <a:avLst/>
          </a:prstGeom>
        </p:spPr>
        <p:txBody>
          <a:bodyPr lIns="101816" tIns="50908" rIns="101816" bIns="50908"/>
          <a:lstStyle>
            <a:lvl1pPr marL="0" indent="0">
              <a:buNone/>
              <a:defRPr lang="pt-BR" sz="2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944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5588000" y="381066"/>
            <a:ext cx="10668000" cy="8383456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6430"/>
            <a:endParaRPr lang="pt-BR" sz="4800" smtClean="0">
              <a:solidFill>
                <a:srgbClr val="000000"/>
              </a:solidFill>
              <a:latin typeface="GillSans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889003" y="8306097"/>
            <a:ext cx="1730375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39" bIns="0"/>
          <a:lstStyle/>
          <a:p>
            <a:pPr marL="42430" defTabSz="1016430"/>
            <a:r>
              <a:rPr lang="en-US" sz="1300" smtClean="0">
                <a:solidFill>
                  <a:srgbClr val="D9D9D6"/>
                </a:solidFill>
                <a:latin typeface="Gill Sans Std" pitchFamily="34" charset="0"/>
                <a:ea typeface="ヒラギノ角ゴ ProN W3" charset="-128"/>
                <a:sym typeface="Gill Sans Std" pitchFamily="34" charset="0"/>
              </a:rPr>
              <a:t>[ CONFIDENCIAL ]</a:t>
            </a:r>
            <a:endParaRPr lang="en-US" sz="1300" dirty="0" smtClean="0">
              <a:solidFill>
                <a:srgbClr val="D9D9D6"/>
              </a:solidFill>
              <a:latin typeface="Gill Sans Std" pitchFamily="34" charset="0"/>
              <a:ea typeface="ヒラギノ角ゴ ProN W3" charset="-128"/>
              <a:sym typeface="Gill Sans Std" pitchFamily="34" charset="0"/>
            </a:endParaRP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0" y="7563286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6" y="1821977"/>
            <a:ext cx="9906000" cy="598988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710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382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781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102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97661" y="724970"/>
            <a:ext cx="15660688" cy="8170593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4657"/>
            <a:endParaRPr lang="pt-BR" sz="4800" smtClean="0">
              <a:solidFill>
                <a:srgbClr val="B7A99A"/>
              </a:solidFill>
              <a:latin typeface="Calibri" pitchFamily="34" charset="0"/>
              <a:ea typeface="ヒラギノ角ゴ ProN W3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1" y="832782"/>
            <a:ext cx="15104000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606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7" y="7"/>
          <a:ext cx="198439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" y="7"/>
                        <a:ext cx="198439" cy="14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FFFFFF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952507" y="1129317"/>
            <a:ext cx="14628814" cy="3443481"/>
          </a:xfrm>
          <a:prstGeom prst="rect">
            <a:avLst/>
          </a:prstGeom>
        </p:spPr>
        <p:txBody>
          <a:bodyPr lIns="101898" tIns="50948" rIns="101898" bIns="50948"/>
          <a:lstStyle>
            <a:lvl1pPr algn="l">
              <a:defRPr lang="en-US" sz="10600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928694" y="5067002"/>
            <a:ext cx="14646672" cy="771063"/>
          </a:xfrm>
          <a:prstGeom prst="rect">
            <a:avLst/>
          </a:prstGeom>
        </p:spPr>
        <p:txBody>
          <a:bodyPr lIns="101898" tIns="50948" rIns="101898" bIns="50948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700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3816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7" y="7"/>
          <a:ext cx="198439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" y="7"/>
                        <a:ext cx="198439" cy="14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7" y="381066"/>
            <a:ext cx="10668002" cy="8383456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889007" y="750240"/>
            <a:ext cx="9604375" cy="72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1017295"/>
            <a:r>
              <a:rPr lang="en-US" sz="40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942844" y="3000903"/>
            <a:ext cx="4463451" cy="690683"/>
          </a:xfrm>
          <a:prstGeom prst="rect">
            <a:avLst/>
          </a:prstGeom>
        </p:spPr>
        <p:txBody>
          <a:bodyPr lIns="101898" tIns="50948" rIns="101898" bIns="50948"/>
          <a:lstStyle>
            <a:lvl1pPr algn="l">
              <a:defRPr lang="en-US" sz="27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3771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 userDrawn="1"/>
        </p:nvSpPr>
        <p:spPr bwMode="auto">
          <a:xfrm>
            <a:off x="0" y="0"/>
            <a:ext cx="16256000" cy="9145588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98" tIns="50948" rIns="101898" bIns="50948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13606" y="2996012"/>
            <a:ext cx="11584780" cy="1524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474" bIns="0" anchor="t"/>
          <a:lstStyle>
            <a:lvl1pPr algn="l">
              <a:defRPr lang="pt-BR" sz="1110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9026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7" y="7"/>
          <a:ext cx="198439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" y="7"/>
                        <a:ext cx="198439" cy="14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97671" y="724934"/>
            <a:ext cx="15660686" cy="7290867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67165" y="832782"/>
            <a:ext cx="10194727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4229741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5" y="832782"/>
            <a:ext cx="10194727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6020542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7" y="7"/>
          <a:ext cx="198439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" y="7"/>
                        <a:ext cx="198439" cy="14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97671" y="724923"/>
            <a:ext cx="15660686" cy="8169106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67161" y="832782"/>
            <a:ext cx="15104000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40832035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1" y="832782"/>
            <a:ext cx="15104000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6028657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75787A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52508" y="750237"/>
            <a:ext cx="9604375" cy="5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952510" y="1278656"/>
            <a:ext cx="9606361" cy="33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1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952512" y="2959232"/>
            <a:ext cx="12755563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1056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952505" y="2261096"/>
            <a:ext cx="4476750" cy="69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7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509474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44367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83350" y="8938690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75787A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0" y="0"/>
            <a:ext cx="16256000" cy="9145588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914" tIns="50956" rIns="101914" bIns="50956"/>
          <a:lstStyle/>
          <a:p>
            <a:pPr algn="ctr" defTabSz="914400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7" name="Rectangle 5"/>
          <p:cNvSpPr>
            <a:spLocks/>
          </p:cNvSpPr>
          <p:nvPr userDrawn="1"/>
        </p:nvSpPr>
        <p:spPr bwMode="auto">
          <a:xfrm>
            <a:off x="889007" y="8306055"/>
            <a:ext cx="1730377" cy="130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prstClr val="whit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10" name="Picture 8" descr="NAT_marca_branca_natura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952508" y="750240"/>
            <a:ext cx="9604375" cy="726407"/>
          </a:xfrm>
          <a:prstGeom prst="rect">
            <a:avLst/>
          </a:prstGeom>
        </p:spPr>
        <p:txBody>
          <a:bodyPr lIns="101914" tIns="50956" rIns="101914" bIns="50956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4000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55724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75787A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952508" y="750237"/>
            <a:ext cx="9604375" cy="5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952510" y="1278656"/>
            <a:ext cx="9606361" cy="33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1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952507" y="2969655"/>
            <a:ext cx="8795682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1056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952505" y="2261096"/>
            <a:ext cx="4476750" cy="69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7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509474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0468263" y="2969655"/>
            <a:ext cx="4770439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25166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63495" y="381073"/>
            <a:ext cx="10096501" cy="8407272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950518" y="3501046"/>
            <a:ext cx="7358064" cy="22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474" bIns="0"/>
          <a:lstStyle>
            <a:lvl1pPr>
              <a:defRPr lang="pt-BR" sz="11100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10795007" y="3953574"/>
            <a:ext cx="4810124" cy="631140"/>
          </a:xfrm>
          <a:prstGeom prst="rect">
            <a:avLst/>
          </a:prstGeom>
        </p:spPr>
        <p:txBody>
          <a:bodyPr lIns="101898" tIns="50948" rIns="101898" bIns="50948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6261" algn="l"/>
                <a:tab pos="792521" algn="l"/>
                <a:tab pos="1188785" algn="l"/>
                <a:tab pos="1585047" algn="l"/>
                <a:tab pos="1981309" algn="l"/>
                <a:tab pos="2377573" algn="l"/>
                <a:tab pos="2773832" algn="l"/>
                <a:tab pos="3170093" algn="l"/>
                <a:tab pos="3566354" algn="l"/>
                <a:tab pos="3962614" algn="l"/>
                <a:tab pos="4358875" algn="l"/>
                <a:tab pos="4755138" algn="l"/>
                <a:tab pos="5094790" algn="l"/>
              </a:tabLst>
              <a:defRPr lang="pt-BR" sz="2400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10795007" y="4604595"/>
            <a:ext cx="4810124" cy="1958919"/>
          </a:xfrm>
          <a:prstGeom prst="rect">
            <a:avLst/>
          </a:prstGeom>
        </p:spPr>
        <p:txBody>
          <a:bodyPr lIns="101898" tIns="50948" rIns="101898" bIns="50948"/>
          <a:lstStyle>
            <a:lvl1pPr marL="0" indent="0">
              <a:buNone/>
              <a:defRPr lang="pt-BR" sz="2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1499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63495" y="381073"/>
            <a:ext cx="10096501" cy="8407272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6" y="7561785"/>
            <a:ext cx="1270000" cy="87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950518" y="3501046"/>
            <a:ext cx="7358064" cy="22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474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11100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10795007" y="3953574"/>
            <a:ext cx="4810124" cy="631140"/>
          </a:xfrm>
          <a:prstGeom prst="rect">
            <a:avLst/>
          </a:prstGeom>
        </p:spPr>
        <p:txBody>
          <a:bodyPr lIns="101898" tIns="50948" rIns="101898" bIns="50948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6261" algn="l"/>
                <a:tab pos="792521" algn="l"/>
                <a:tab pos="1188785" algn="l"/>
                <a:tab pos="1585047" algn="l"/>
                <a:tab pos="1981309" algn="l"/>
                <a:tab pos="2377573" algn="l"/>
                <a:tab pos="2773832" algn="l"/>
                <a:tab pos="3170093" algn="l"/>
                <a:tab pos="3566354" algn="l"/>
                <a:tab pos="3962614" algn="l"/>
                <a:tab pos="4358875" algn="l"/>
                <a:tab pos="4755138" algn="l"/>
                <a:tab pos="5094790" algn="l"/>
              </a:tabLst>
              <a:defRPr lang="pt-BR" sz="2400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10795007" y="4604595"/>
            <a:ext cx="4810124" cy="1958919"/>
          </a:xfrm>
          <a:prstGeom prst="rect">
            <a:avLst/>
          </a:prstGeom>
        </p:spPr>
        <p:txBody>
          <a:bodyPr lIns="101898" tIns="50948" rIns="101898" bIns="50948"/>
          <a:lstStyle>
            <a:lvl1pPr marL="0" indent="0">
              <a:buNone/>
              <a:defRPr lang="pt-BR" sz="2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16477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5588017" y="381066"/>
            <a:ext cx="10668002" cy="8383456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17" y="1821981"/>
            <a:ext cx="9906000" cy="598988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710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7440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16256000" cy="9145588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1898" tIns="50948" rIns="101898" bIns="50948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FFFFFF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952508" y="750237"/>
            <a:ext cx="9604375" cy="5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952510" y="1278656"/>
            <a:ext cx="9606361" cy="33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1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952506" y="2682273"/>
            <a:ext cx="6660002" cy="4388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1056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8488788" y="2682273"/>
            <a:ext cx="6660002" cy="4388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1056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25894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0" y="0"/>
            <a:ext cx="16256000" cy="9145588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98" tIns="50948" rIns="101898" bIns="50948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952508" y="2810367"/>
            <a:ext cx="13906501" cy="3536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1017295">
              <a:lnSpc>
                <a:spcPct val="80000"/>
              </a:lnSpc>
            </a:pPr>
            <a:r>
              <a:rPr lang="en-US" sz="16000" dirty="0">
                <a:solidFill>
                  <a:srgbClr val="8F993E"/>
                </a:solidFill>
                <a:latin typeface="Gill Sans Std Light" pitchFamily="34" charset="0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2822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97671" y="724934"/>
            <a:ext cx="15660686" cy="7290867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5" y="832782"/>
            <a:ext cx="10194727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2726031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97671" y="724930"/>
            <a:ext cx="15660686" cy="8170593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1" y="832782"/>
            <a:ext cx="15104000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42649862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7" y="7"/>
          <a:ext cx="198439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9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" y="7"/>
                        <a:ext cx="198439" cy="14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FFFFFF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952507" y="1129317"/>
            <a:ext cx="14628814" cy="3443481"/>
          </a:xfrm>
          <a:prstGeom prst="rect">
            <a:avLst/>
          </a:prstGeom>
        </p:spPr>
        <p:txBody>
          <a:bodyPr lIns="101898" tIns="50948" rIns="101898" bIns="50948"/>
          <a:lstStyle>
            <a:lvl1pPr algn="l">
              <a:defRPr lang="en-US" sz="10600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928694" y="5067002"/>
            <a:ext cx="14646672" cy="771063"/>
          </a:xfrm>
          <a:prstGeom prst="rect">
            <a:avLst/>
          </a:prstGeom>
        </p:spPr>
        <p:txBody>
          <a:bodyPr lIns="101898" tIns="50948" rIns="101898" bIns="50948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700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71474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7" y="7"/>
          <a:ext cx="198439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3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" y="7"/>
                        <a:ext cx="198439" cy="14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7" y="381066"/>
            <a:ext cx="10668002" cy="8383456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889007" y="750240"/>
            <a:ext cx="9604375" cy="72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1017295"/>
            <a:r>
              <a:rPr lang="en-US" sz="40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942844" y="3000903"/>
            <a:ext cx="4463451" cy="690683"/>
          </a:xfrm>
          <a:prstGeom prst="rect">
            <a:avLst/>
          </a:prstGeom>
        </p:spPr>
        <p:txBody>
          <a:bodyPr lIns="101898" tIns="50948" rIns="101898" bIns="50948"/>
          <a:lstStyle>
            <a:lvl1pPr algn="l">
              <a:defRPr lang="en-US" sz="27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97409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 userDrawn="1"/>
        </p:nvSpPr>
        <p:spPr bwMode="auto">
          <a:xfrm>
            <a:off x="0" y="0"/>
            <a:ext cx="16256000" cy="9145588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98" tIns="50948" rIns="101898" bIns="50948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13606" y="2996012"/>
            <a:ext cx="11584780" cy="1524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474" bIns="0" anchor="t"/>
          <a:lstStyle>
            <a:lvl1pPr algn="l">
              <a:defRPr lang="pt-BR" sz="1110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49179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7" y="7"/>
          <a:ext cx="198439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7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" y="7"/>
                        <a:ext cx="198439" cy="14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97671" y="724934"/>
            <a:ext cx="15660686" cy="7290867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67165" y="832782"/>
            <a:ext cx="10194727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807813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5" y="832782"/>
            <a:ext cx="10194727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3394236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7" y="7"/>
          <a:ext cx="198439" cy="148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1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" y="7"/>
                        <a:ext cx="198439" cy="148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97671" y="724923"/>
            <a:ext cx="15660686" cy="8169106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67161" y="832782"/>
            <a:ext cx="15104000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24267106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1" y="832782"/>
            <a:ext cx="15104000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553621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75787A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52508" y="750237"/>
            <a:ext cx="9604375" cy="5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952510" y="1278656"/>
            <a:ext cx="9606361" cy="33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1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952512" y="2959232"/>
            <a:ext cx="12755563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1056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952505" y="2261096"/>
            <a:ext cx="4476750" cy="69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7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509474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57875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83350" y="8938690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75787A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0" y="0"/>
            <a:ext cx="16256000" cy="9145588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914" tIns="50956" rIns="101914" bIns="50956"/>
          <a:lstStyle/>
          <a:p>
            <a:pPr algn="ctr" defTabSz="914400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7" name="Rectangle 5"/>
          <p:cNvSpPr>
            <a:spLocks/>
          </p:cNvSpPr>
          <p:nvPr userDrawn="1"/>
        </p:nvSpPr>
        <p:spPr bwMode="auto">
          <a:xfrm>
            <a:off x="889007" y="8306055"/>
            <a:ext cx="1730377" cy="130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prstClr val="whit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10" name="Picture 8" descr="NAT_marca_branca_natura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952508" y="750240"/>
            <a:ext cx="9604375" cy="726407"/>
          </a:xfrm>
          <a:prstGeom prst="rect">
            <a:avLst/>
          </a:prstGeom>
        </p:spPr>
        <p:txBody>
          <a:bodyPr lIns="101914" tIns="50956" rIns="101914" bIns="50956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4000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10756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75787A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952508" y="750237"/>
            <a:ext cx="9604375" cy="5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952510" y="1278656"/>
            <a:ext cx="9606361" cy="33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1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952507" y="2969655"/>
            <a:ext cx="8795682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1056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952505" y="2261096"/>
            <a:ext cx="4476750" cy="69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7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509474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0468263" y="2969655"/>
            <a:ext cx="4770439" cy="41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30014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63495" y="381073"/>
            <a:ext cx="10096501" cy="8407272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950518" y="3501046"/>
            <a:ext cx="7358064" cy="22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474" bIns="0"/>
          <a:lstStyle>
            <a:lvl1pPr>
              <a:defRPr lang="pt-BR" sz="11100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10795007" y="3953574"/>
            <a:ext cx="4810124" cy="631140"/>
          </a:xfrm>
          <a:prstGeom prst="rect">
            <a:avLst/>
          </a:prstGeom>
        </p:spPr>
        <p:txBody>
          <a:bodyPr lIns="101898" tIns="50948" rIns="101898" bIns="50948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6261" algn="l"/>
                <a:tab pos="792521" algn="l"/>
                <a:tab pos="1188785" algn="l"/>
                <a:tab pos="1585047" algn="l"/>
                <a:tab pos="1981309" algn="l"/>
                <a:tab pos="2377573" algn="l"/>
                <a:tab pos="2773832" algn="l"/>
                <a:tab pos="3170093" algn="l"/>
                <a:tab pos="3566354" algn="l"/>
                <a:tab pos="3962614" algn="l"/>
                <a:tab pos="4358875" algn="l"/>
                <a:tab pos="4755138" algn="l"/>
                <a:tab pos="5094790" algn="l"/>
              </a:tabLst>
              <a:defRPr lang="pt-BR" sz="2400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10795007" y="4604595"/>
            <a:ext cx="4810124" cy="1958919"/>
          </a:xfrm>
          <a:prstGeom prst="rect">
            <a:avLst/>
          </a:prstGeom>
        </p:spPr>
        <p:txBody>
          <a:bodyPr lIns="101898" tIns="50948" rIns="101898" bIns="50948"/>
          <a:lstStyle>
            <a:lvl1pPr marL="0" indent="0">
              <a:buNone/>
              <a:defRPr lang="pt-BR" sz="2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53998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63495" y="381073"/>
            <a:ext cx="10096501" cy="8407272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6" y="7561785"/>
            <a:ext cx="1270000" cy="87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950518" y="3501046"/>
            <a:ext cx="7358064" cy="228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09474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11100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10795007" y="3953574"/>
            <a:ext cx="4810124" cy="631140"/>
          </a:xfrm>
          <a:prstGeom prst="rect">
            <a:avLst/>
          </a:prstGeom>
        </p:spPr>
        <p:txBody>
          <a:bodyPr lIns="101898" tIns="50948" rIns="101898" bIns="50948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396261" algn="l"/>
                <a:tab pos="792521" algn="l"/>
                <a:tab pos="1188785" algn="l"/>
                <a:tab pos="1585047" algn="l"/>
                <a:tab pos="1981309" algn="l"/>
                <a:tab pos="2377573" algn="l"/>
                <a:tab pos="2773832" algn="l"/>
                <a:tab pos="3170093" algn="l"/>
                <a:tab pos="3566354" algn="l"/>
                <a:tab pos="3962614" algn="l"/>
                <a:tab pos="4358875" algn="l"/>
                <a:tab pos="4755138" algn="l"/>
                <a:tab pos="5094790" algn="l"/>
              </a:tabLst>
              <a:defRPr lang="pt-BR" sz="2400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10795007" y="4604595"/>
            <a:ext cx="4810124" cy="1958919"/>
          </a:xfrm>
          <a:prstGeom prst="rect">
            <a:avLst/>
          </a:prstGeom>
        </p:spPr>
        <p:txBody>
          <a:bodyPr lIns="101898" tIns="50948" rIns="101898" bIns="50948"/>
          <a:lstStyle>
            <a:lvl1pPr marL="0" indent="0">
              <a:buNone/>
              <a:defRPr lang="pt-BR" sz="2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2300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5588017" y="381066"/>
            <a:ext cx="10668002" cy="8383456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D9D9D6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17" y="1821981"/>
            <a:ext cx="9906000" cy="598988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710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72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16256000" cy="9145588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1898" tIns="50948" rIns="101898" bIns="50948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FFFFFF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952508" y="750237"/>
            <a:ext cx="9604375" cy="5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952510" y="1278656"/>
            <a:ext cx="9606361" cy="33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21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952506" y="2682273"/>
            <a:ext cx="6660002" cy="4388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1056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8488788" y="2682273"/>
            <a:ext cx="6660002" cy="4388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27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91056" indent="0">
              <a:buNone/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48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48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0015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0" y="0"/>
            <a:ext cx="16256000" cy="9145588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98" tIns="50948" rIns="101898" bIns="50948"/>
          <a:lstStyle/>
          <a:p>
            <a:pPr algn="ctr" defTabSz="1017295"/>
            <a:endParaRPr lang="pt-BR" sz="4800" dirty="0">
              <a:solidFill>
                <a:srgbClr val="000000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952508" y="2810367"/>
            <a:ext cx="13906501" cy="3536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1017295">
              <a:lnSpc>
                <a:spcPct val="80000"/>
              </a:lnSpc>
            </a:pPr>
            <a:r>
              <a:rPr lang="en-US" sz="16000" dirty="0">
                <a:solidFill>
                  <a:srgbClr val="8F993E"/>
                </a:solidFill>
                <a:latin typeface="Gill Sans Std Light" pitchFamily="34" charset="0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889007" y="8306061"/>
            <a:ext cx="1730377" cy="13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5282" bIns="0"/>
          <a:lstStyle/>
          <a:p>
            <a:pPr marL="42461" defTabSz="1017295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446" y="7563277"/>
            <a:ext cx="1252140" cy="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76675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97671" y="724934"/>
            <a:ext cx="15660686" cy="7290867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5" y="832782"/>
            <a:ext cx="10194727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7215241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297671" y="724930"/>
            <a:ext cx="15660686" cy="8170593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1017295"/>
            <a:endParaRPr lang="pt-BR" sz="4800" dirty="0">
              <a:solidFill>
                <a:srgbClr val="B7A99A"/>
              </a:solidFill>
              <a:latin typeface="GillSans" pitchFamily="34" charset="0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567161" y="832782"/>
            <a:ext cx="15104000" cy="82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40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13958469" y="521645"/>
            <a:ext cx="1730377" cy="13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45290" bIns="0"/>
          <a:lstStyle/>
          <a:p>
            <a:pPr marL="44231" defTabSz="914400"/>
            <a:r>
              <a:rPr lang="en-US" sz="1300" dirty="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4236724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AcnStamp_ID_1119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5473796" y="1647072"/>
            <a:ext cx="782265" cy="358243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229" rIns="0" bIns="40229">
            <a:spAutoFit/>
          </a:bodyPr>
          <a:lstStyle/>
          <a:p>
            <a:pPr algn="r" defTabSz="1448115" eaLnBrk="0" hangingPunct="0">
              <a:defRPr/>
            </a:pPr>
            <a:r>
              <a:rPr lang="pt-BR" b="1" dirty="0">
                <a:solidFill>
                  <a:srgbClr val="000000"/>
                </a:solidFill>
                <a:ea typeface="+mn-ea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6"/>
            </p:custDataLst>
          </p:nvPr>
        </p:nvCxnSpPr>
        <p:spPr bwMode="gray">
          <a:xfrm>
            <a:off x="15473796" y="1647071"/>
            <a:ext cx="78226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7"/>
            </p:custDataLst>
          </p:nvPr>
        </p:nvCxnSpPr>
        <p:spPr bwMode="gray">
          <a:xfrm>
            <a:off x="15473796" y="2005314"/>
            <a:ext cx="78226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29847" y="8246141"/>
            <a:ext cx="14833600" cy="54168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52297" indent="-852297" defTabSz="1448115" eaLnBrk="0" hangingPunct="0">
              <a:buClr>
                <a:srgbClr val="000000"/>
              </a:buClr>
              <a:tabLst>
                <a:tab pos="3801317" algn="l"/>
              </a:tabLst>
              <a:defRPr/>
            </a:pPr>
            <a:r>
              <a:rPr lang="pt-BR" sz="1600" dirty="0">
                <a:solidFill>
                  <a:srgbClr val="000000"/>
                </a:solidFill>
                <a:ea typeface="+mn-ea"/>
              </a:rPr>
              <a:t>*	Footnote</a:t>
            </a:r>
          </a:p>
          <a:p>
            <a:pPr marL="852297" indent="-852297" defTabSz="1448115" eaLnBrk="0" hangingPunct="0">
              <a:spcBef>
                <a:spcPct val="20000"/>
              </a:spcBef>
              <a:buClr>
                <a:srgbClr val="000000"/>
              </a:buClr>
              <a:tabLst>
                <a:tab pos="3801317" algn="l"/>
              </a:tabLst>
              <a:defRPr/>
            </a:pPr>
            <a:r>
              <a:rPr lang="pt-BR" sz="1600" dirty="0">
                <a:solidFill>
                  <a:srgbClr val="000000"/>
                </a:solidFill>
                <a:ea typeface="+mn-ea"/>
              </a:rPr>
              <a:t>Source:	Source</a:t>
            </a:r>
          </a:p>
        </p:txBody>
      </p:sp>
      <p:cxnSp>
        <p:nvCxnSpPr>
          <p:cNvPr id="11" name="Conector reto 10"/>
          <p:cNvCxnSpPr/>
          <p:nvPr/>
        </p:nvCxnSpPr>
        <p:spPr>
          <a:xfrm rot="10800000">
            <a:off x="3089809" y="956899"/>
            <a:ext cx="12778153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95982" y="8206903"/>
            <a:ext cx="1193148" cy="88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2662063" y="8695218"/>
            <a:ext cx="3501292" cy="486918"/>
          </a:xfrm>
          <a:prstGeom prst="rect">
            <a:avLst/>
          </a:prstGeom>
        </p:spPr>
        <p:txBody>
          <a:bodyPr vert="horz" lIns="144809" tIns="72393" rIns="144809" bIns="72393" rtlCol="0" anchor="ctr"/>
          <a:lstStyle>
            <a:lvl1pPr algn="r"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defTabSz="1448115" fontAlgn="auto">
              <a:spcBef>
                <a:spcPts val="0"/>
              </a:spcBef>
              <a:spcAft>
                <a:spcPts val="0"/>
              </a:spcAft>
              <a:defRPr/>
            </a:pPr>
            <a:fld id="{030F3B88-FBDB-4B41-AEC8-C7729B2B2A8C}" type="slidenum">
              <a:rPr lang="pt-BR" kern="0" smtClean="0">
                <a:solidFill>
                  <a:sysClr val="windowText" lastClr="000000">
                    <a:lumMod val="65000"/>
                    <a:lumOff val="35000"/>
                  </a:sysClr>
                </a:solidFill>
                <a:ea typeface="+mn-ea"/>
              </a:rPr>
              <a:pPr defTabSz="1448115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pt-BR" kern="0" dirty="0">
              <a:solidFill>
                <a:sysClr val="windowText" lastClr="000000">
                  <a:lumMod val="65000"/>
                  <a:lumOff val="35000"/>
                </a:sysClr>
              </a:solidFill>
              <a:ea typeface="+mn-ea"/>
            </a:endParaRP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6306"/>
            <a:ext cx="146304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8115" eaLnBrk="1" latinLnBrk="0" hangingPunct="1">
              <a:buNone/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809" tIns="72393" rIns="144809" bIns="72393" rtlCol="0">
            <a:normAutofit/>
          </a:bodyPr>
          <a:lstStyle/>
          <a:p>
            <a:pPr marL="543062" lvl="0" indent="-543062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6621" lvl="1" indent="-452552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10153" lvl="2" indent="-362041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34202" lvl="3" indent="-362041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58270" lvl="4" indent="-362041" defTabSz="1448115" eaLnBrk="1" latinLnBrk="0" hangingPunct="1">
              <a:lnSpc>
                <a:spcPts val="3016"/>
              </a:lnSpc>
              <a:spcBef>
                <a:spcPts val="952"/>
              </a:spcBef>
              <a:spcAft>
                <a:spcPts val="952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039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200" b="1" kern="1200" smtClean="0">
          <a:solidFill>
            <a:srgbClr val="0080B3"/>
          </a:solidFill>
          <a:latin typeface="Verdana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408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8115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72178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9622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2041" indent="-362041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801317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21564" indent="-357001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801317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83604" indent="-35952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801317" algn="l"/>
        </a:tabLst>
        <a:defRPr lang="pt-BR" sz="22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45604" indent="-35952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801317" algn="l"/>
        </a:tabLst>
        <a:defRPr lang="pt-BR" sz="21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807647" indent="-35952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1317" algn="l"/>
        </a:tabLst>
        <a:defRPr lang="pt-BR" sz="1900" kern="120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31690" indent="-35952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1317" algn="l"/>
        </a:tabLst>
        <a:defRPr sz="2500">
          <a:solidFill>
            <a:schemeClr val="tx1"/>
          </a:solidFill>
          <a:latin typeface="+mn-lt"/>
        </a:defRPr>
      </a:lvl6pPr>
      <a:lvl7pPr marL="3255757" indent="-35952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1317" algn="l"/>
        </a:tabLst>
        <a:defRPr sz="2500">
          <a:solidFill>
            <a:schemeClr val="tx1"/>
          </a:solidFill>
          <a:latin typeface="+mn-lt"/>
        </a:defRPr>
      </a:lvl7pPr>
      <a:lvl8pPr marL="3979825" indent="-35952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1317" algn="l"/>
        </a:tabLst>
        <a:defRPr sz="2500">
          <a:solidFill>
            <a:schemeClr val="tx1"/>
          </a:solidFill>
          <a:latin typeface="+mn-lt"/>
        </a:defRPr>
      </a:lvl8pPr>
      <a:lvl9pPr marL="4703884" indent="-359522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801317" algn="l"/>
        </a:tabLst>
        <a:defRPr sz="2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4083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8115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72178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96227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20305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44363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68430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92481" algn="l" defTabSz="1448115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76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50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5pPr>
      <a:lvl6pPr marL="509073" algn="ctr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6pPr>
      <a:lvl7pPr marL="1018141" algn="ctr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7pPr>
      <a:lvl8pPr marL="1527180" algn="ctr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8pPr>
      <a:lvl9pPr marL="2036241" algn="ctr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9pPr>
    </p:titleStyle>
    <p:bodyStyle>
      <a:lvl1pPr marL="380062" indent="-38006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25511" indent="-31641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976" indent="-25278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0031" indent="-25278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9112" indent="-25278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99812" indent="-254546" algn="l" defTabSz="101814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08885" indent="-254546" algn="l" defTabSz="101814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17938" indent="-254546" algn="l" defTabSz="101814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6992" indent="-254546" algn="l" defTabSz="101814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09073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141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180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241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45302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54347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63413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2472" algn="l" defTabSz="101814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76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6" r:id="rId1"/>
    <p:sldLayoutId id="2147484417" r:id="rId2"/>
    <p:sldLayoutId id="2147484418" r:id="rId3"/>
    <p:sldLayoutId id="2147484419" r:id="rId4"/>
    <p:sldLayoutId id="2147484420" r:id="rId5"/>
    <p:sldLayoutId id="2147484421" r:id="rId6"/>
    <p:sldLayoutId id="2147484422" r:id="rId7"/>
    <p:sldLayoutId id="2147484423" r:id="rId8"/>
    <p:sldLayoutId id="2147484424" r:id="rId9"/>
    <p:sldLayoutId id="2147484425" r:id="rId10"/>
    <p:sldLayoutId id="2147484426" r:id="rId11"/>
    <p:sldLayoutId id="2147484427" r:id="rId12"/>
    <p:sldLayoutId id="2147484428" r:id="rId13"/>
    <p:sldLayoutId id="2147484429" r:id="rId14"/>
    <p:sldLayoutId id="2147484430" r:id="rId15"/>
    <p:sldLayoutId id="2147484431" r:id="rId16"/>
    <p:sldLayoutId id="2147484432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5pPr>
      <a:lvl6pPr marL="509506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6pPr>
      <a:lvl7pPr marL="1019006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7pPr>
      <a:lvl8pPr marL="1528519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8pPr>
      <a:lvl9pPr marL="2038022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9pPr>
    </p:titleStyle>
    <p:bodyStyle>
      <a:lvl1pPr marL="380381" indent="-380381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26221" indent="-31668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2057" indent="-25299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591" indent="-25299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1121" indent="-25299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2283" indent="-254751" algn="l" defTabSz="101900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783" indent="-254751" algn="l" defTabSz="101900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1291" indent="-254751" algn="l" defTabSz="101900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799" indent="-254751" algn="l" defTabSz="101900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09506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19006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519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38022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528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57031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66534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6046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773" y="77301"/>
            <a:ext cx="239077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192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1" r:id="rId1"/>
    <p:sldLayoutId id="2147484492" r:id="rId2"/>
    <p:sldLayoutId id="2147484493" r:id="rId3"/>
    <p:sldLayoutId id="2147484494" r:id="rId4"/>
    <p:sldLayoutId id="2147484495" r:id="rId5"/>
    <p:sldLayoutId id="2147484496" r:id="rId6"/>
    <p:sldLayoutId id="2147484497" r:id="rId7"/>
    <p:sldLayoutId id="2147484498" r:id="rId8"/>
    <p:sldLayoutId id="2147484499" r:id="rId9"/>
    <p:sldLayoutId id="2147484500" r:id="rId10"/>
    <p:sldLayoutId id="2147484501" r:id="rId11"/>
    <p:sldLayoutId id="2147484502" r:id="rId12"/>
    <p:sldLayoutId id="2147484503" r:id="rId13"/>
    <p:sldLayoutId id="2147484504" r:id="rId14"/>
    <p:sldLayoutId id="2147484505" r:id="rId15"/>
    <p:sldLayoutId id="2147484506" r:id="rId16"/>
    <p:sldLayoutId id="21474845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5pPr>
      <a:lvl6pPr marL="509506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6pPr>
      <a:lvl7pPr marL="1019006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7pPr>
      <a:lvl8pPr marL="1528519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8pPr>
      <a:lvl9pPr marL="2038022" algn="ctr" rtl="0" fontAlgn="base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" pitchFamily="34" charset="0"/>
        </a:defRPr>
      </a:lvl9pPr>
    </p:titleStyle>
    <p:bodyStyle>
      <a:lvl1pPr marL="380381" indent="-380381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26221" indent="-31668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2057" indent="-25299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591" indent="-25299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1121" indent="-25299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2283" indent="-254751" algn="l" defTabSz="101900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783" indent="-254751" algn="l" defTabSz="101900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1291" indent="-254751" algn="l" defTabSz="101900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799" indent="-254751" algn="l" defTabSz="1019006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09506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19006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519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38022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528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57031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66534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6046" algn="l" defTabSz="101900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4210" name="Text Box 6"/>
          <p:cNvSpPr txBox="1">
            <a:spLocks noChangeArrowheads="1"/>
          </p:cNvSpPr>
          <p:nvPr/>
        </p:nvSpPr>
        <p:spPr bwMode="auto">
          <a:xfrm>
            <a:off x="2184400" y="4221945"/>
            <a:ext cx="11379200" cy="230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42761" tIns="74238" rIns="142761" bIns="7423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pt-BR" sz="5200" dirty="0" smtClean="0">
                <a:solidFill>
                  <a:srgbClr val="AA0001"/>
                </a:solidFill>
                <a:latin typeface="Verdana" pitchFamily="34" charset="0"/>
              </a:rPr>
              <a:t>PROJETO </a:t>
            </a:r>
            <a:r>
              <a:rPr lang="pt-BR" sz="5200" dirty="0" smtClean="0">
                <a:solidFill>
                  <a:srgbClr val="AA0001"/>
                </a:solidFill>
                <a:latin typeface="Verdana" pitchFamily="34" charset="0"/>
              </a:rPr>
              <a:t>Y</a:t>
            </a:r>
          </a:p>
          <a:p>
            <a:pPr algn="ctr"/>
            <a:r>
              <a:rPr lang="pt-BR" sz="5200" dirty="0" smtClean="0">
                <a:solidFill>
                  <a:srgbClr val="AA0001"/>
                </a:solidFill>
                <a:latin typeface="Verdana" pitchFamily="34" charset="0"/>
              </a:rPr>
              <a:t> </a:t>
            </a:r>
          </a:p>
          <a:p>
            <a:pPr algn="ctr"/>
            <a:r>
              <a:rPr lang="pt-BR" sz="3600" dirty="0" smtClean="0">
                <a:solidFill>
                  <a:srgbClr val="AA0001"/>
                </a:solidFill>
                <a:latin typeface="Verdana" pitchFamily="34" charset="0"/>
              </a:rPr>
              <a:t>Responsável: Z</a:t>
            </a:r>
            <a:endParaRPr lang="pt-BR" sz="2000" dirty="0">
              <a:solidFill>
                <a:srgbClr val="AA0001"/>
              </a:solidFill>
              <a:latin typeface="Verdana" pitchFamily="34" charset="0"/>
            </a:endParaRPr>
          </a:p>
        </p:txBody>
      </p:sp>
      <p:sp>
        <p:nvSpPr>
          <p:cNvPr id="94211" name="Text Box 7"/>
          <p:cNvSpPr txBox="1">
            <a:spLocks noChangeArrowheads="1"/>
          </p:cNvSpPr>
          <p:nvPr/>
        </p:nvSpPr>
        <p:spPr bwMode="auto">
          <a:xfrm>
            <a:off x="6868335" y="7093074"/>
            <a:ext cx="2011330" cy="531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45039" tIns="72520" rIns="145039" bIns="725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pt-BR" sz="2500" dirty="0" smtClean="0">
                <a:solidFill>
                  <a:srgbClr val="AA0001"/>
                </a:solidFill>
                <a:latin typeface="Verdana" pitchFamily="34" charset="0"/>
              </a:rPr>
              <a:t>[</a:t>
            </a:r>
            <a:r>
              <a:rPr lang="pt-BR" sz="2500" dirty="0" err="1" smtClean="0">
                <a:solidFill>
                  <a:srgbClr val="AA0001"/>
                </a:solidFill>
                <a:latin typeface="Verdana" pitchFamily="34" charset="0"/>
              </a:rPr>
              <a:t>xx</a:t>
            </a:r>
            <a:r>
              <a:rPr lang="pt-BR" sz="2500" dirty="0" smtClean="0">
                <a:solidFill>
                  <a:srgbClr val="AA0001"/>
                </a:solidFill>
                <a:latin typeface="Verdana" pitchFamily="34" charset="0"/>
              </a:rPr>
              <a:t>/</a:t>
            </a:r>
            <a:r>
              <a:rPr lang="pt-BR" sz="2500" dirty="0" err="1" smtClean="0">
                <a:solidFill>
                  <a:srgbClr val="AA0001"/>
                </a:solidFill>
                <a:latin typeface="Verdana" pitchFamily="34" charset="0"/>
              </a:rPr>
              <a:t>xx</a:t>
            </a:r>
            <a:r>
              <a:rPr lang="pt-BR" sz="2500" dirty="0" smtClean="0">
                <a:solidFill>
                  <a:srgbClr val="AA0001"/>
                </a:solidFill>
                <a:latin typeface="Verdana" pitchFamily="34" charset="0"/>
              </a:rPr>
              <a:t>/</a:t>
            </a:r>
            <a:r>
              <a:rPr lang="pt-BR" sz="2500" dirty="0" err="1" smtClean="0">
                <a:solidFill>
                  <a:srgbClr val="AA0001"/>
                </a:solidFill>
                <a:latin typeface="Verdana" pitchFamily="34" charset="0"/>
              </a:rPr>
              <a:t>xx</a:t>
            </a:r>
            <a:r>
              <a:rPr lang="pt-BR" sz="2500" dirty="0">
                <a:solidFill>
                  <a:srgbClr val="AA0001"/>
                </a:solidFill>
                <a:latin typeface="Verdana" pitchFamily="34" charset="0"/>
              </a:rPr>
              <a:t>]</a:t>
            </a:r>
            <a:endParaRPr lang="pt-BR" sz="2500" dirty="0">
              <a:solidFill>
                <a:srgbClr val="AA0001"/>
              </a:solidFill>
              <a:latin typeface="Verdana" pitchFamily="34" charset="0"/>
            </a:endParaRPr>
          </a:p>
        </p:txBody>
      </p:sp>
      <p:sp>
        <p:nvSpPr>
          <p:cNvPr id="94212" name="Text Box 6"/>
          <p:cNvSpPr txBox="1">
            <a:spLocks noChangeArrowheads="1"/>
          </p:cNvSpPr>
          <p:nvPr/>
        </p:nvSpPr>
        <p:spPr bwMode="auto">
          <a:xfrm>
            <a:off x="1270000" y="1401898"/>
            <a:ext cx="13208000" cy="21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42761" tIns="74238" rIns="142761" bIns="7423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endParaRPr lang="pt-BR" sz="7600" b="1" dirty="0">
              <a:solidFill>
                <a:srgbClr val="AA0001"/>
              </a:solidFill>
              <a:latin typeface="Verdana" pitchFamily="34" charset="0"/>
            </a:endParaRPr>
          </a:p>
          <a:p>
            <a:pPr algn="ctr"/>
            <a:r>
              <a:rPr lang="pt-BR" sz="5700" b="1" dirty="0" smtClean="0">
                <a:solidFill>
                  <a:srgbClr val="AA0001"/>
                </a:solidFill>
                <a:latin typeface="Verdana" pitchFamily="34" charset="0"/>
              </a:rPr>
              <a:t>Evidências </a:t>
            </a:r>
            <a:r>
              <a:rPr lang="pt-BR" sz="5700" b="1" dirty="0" err="1" smtClean="0">
                <a:solidFill>
                  <a:srgbClr val="AA0001"/>
                </a:solidFill>
                <a:latin typeface="Verdana" pitchFamily="34" charset="0"/>
              </a:rPr>
              <a:t>PoC</a:t>
            </a:r>
            <a:r>
              <a:rPr lang="pt-BR" sz="5700" b="1" dirty="0" smtClean="0">
                <a:solidFill>
                  <a:srgbClr val="AA0001"/>
                </a:solidFill>
                <a:latin typeface="Verdana" pitchFamily="34" charset="0"/>
              </a:rPr>
              <a:t> – Ferramenta X</a:t>
            </a:r>
            <a:endParaRPr lang="pt-BR" sz="5700" b="1" dirty="0">
              <a:solidFill>
                <a:srgbClr val="AA0001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46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4212" name="Text Box 6"/>
          <p:cNvSpPr txBox="1">
            <a:spLocks noChangeArrowheads="1"/>
          </p:cNvSpPr>
          <p:nvPr/>
        </p:nvSpPr>
        <p:spPr bwMode="auto">
          <a:xfrm>
            <a:off x="1270000" y="1748146"/>
            <a:ext cx="13208000" cy="1504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42761" tIns="74238" rIns="142761" bIns="7423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endParaRPr lang="pt-BR" sz="4400" b="1" dirty="0">
              <a:solidFill>
                <a:srgbClr val="AA0001"/>
              </a:solidFill>
              <a:latin typeface="Verdana" pitchFamily="34" charset="0"/>
            </a:endParaRPr>
          </a:p>
          <a:p>
            <a:pPr algn="ctr"/>
            <a:r>
              <a:rPr lang="pt-BR" sz="4400" b="1" dirty="0" smtClean="0">
                <a:solidFill>
                  <a:srgbClr val="AA0001"/>
                </a:solidFill>
                <a:latin typeface="Verdana" pitchFamily="34" charset="0"/>
              </a:rPr>
              <a:t>Requisitos Funcionais</a:t>
            </a:r>
            <a:endParaRPr lang="pt-BR" sz="4400" b="1" dirty="0">
              <a:solidFill>
                <a:srgbClr val="AA0001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0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170133" y="3629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6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1.1- A solução realiza </a:t>
            </a:r>
            <a:r>
              <a:rPr lang="pt-BR" sz="2600" dirty="0" err="1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Profiling</a:t>
            </a:r>
            <a:r>
              <a:rPr lang="pt-BR" sz="26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?</a:t>
            </a:r>
            <a:endParaRPr lang="pt-BR" sz="2600" dirty="0">
              <a:solidFill>
                <a:srgbClr val="AA0001"/>
              </a:solidFill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0" y="0"/>
            <a:ext cx="1625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9" name="Picture 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07"/>
          <a:stretch/>
        </p:blipFill>
        <p:spPr bwMode="auto">
          <a:xfrm>
            <a:off x="170133" y="1240396"/>
            <a:ext cx="12368336" cy="5800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0" name="Picture 1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7"/>
          <a:stretch/>
        </p:blipFill>
        <p:spPr bwMode="auto">
          <a:xfrm>
            <a:off x="4671616" y="2752564"/>
            <a:ext cx="11148392" cy="570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5"/>
          <p:cNvSpPr>
            <a:spLocks/>
          </p:cNvSpPr>
          <p:nvPr/>
        </p:nvSpPr>
        <p:spPr bwMode="auto">
          <a:xfrm>
            <a:off x="207120" y="862510"/>
            <a:ext cx="3024336" cy="39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dirty="0" smtClean="0">
                <a:latin typeface="Gill Sans Std" pitchFamily="34" charset="0"/>
                <a:sym typeface="Gill Sans Std" pitchFamily="34" charset="0"/>
              </a:rPr>
              <a:t>Interface do Desenvolvedor</a:t>
            </a:r>
            <a:endParaRPr lang="pt-BR" dirty="0"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21" name="Title 5"/>
          <p:cNvSpPr>
            <a:spLocks/>
          </p:cNvSpPr>
          <p:nvPr/>
        </p:nvSpPr>
        <p:spPr bwMode="auto">
          <a:xfrm>
            <a:off x="12592496" y="2302670"/>
            <a:ext cx="3024336" cy="39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dirty="0" smtClean="0">
                <a:latin typeface="Gill Sans Std" pitchFamily="34" charset="0"/>
                <a:sym typeface="Gill Sans Std" pitchFamily="34" charset="0"/>
              </a:rPr>
              <a:t>Interface do Usuário</a:t>
            </a:r>
            <a:endParaRPr lang="pt-BR" dirty="0"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49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-29966" y="57994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170133" y="3629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6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1.2</a:t>
            </a:r>
            <a:r>
              <a:rPr lang="pt-BR" sz="26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- </a:t>
            </a:r>
            <a:r>
              <a:rPr lang="pt-BR" sz="2600" dirty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Permite validação de tipos de dados: número, data, caracter</a:t>
            </a:r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9" t="214" r="-278" b="1428"/>
          <a:stretch/>
        </p:blipFill>
        <p:spPr bwMode="auto">
          <a:xfrm>
            <a:off x="204887" y="1368285"/>
            <a:ext cx="8653259" cy="586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/>
          <p:cNvSpPr>
            <a:spLocks/>
          </p:cNvSpPr>
          <p:nvPr/>
        </p:nvSpPr>
        <p:spPr bwMode="auto">
          <a:xfrm>
            <a:off x="207120" y="972394"/>
            <a:ext cx="2736304" cy="39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dirty="0" smtClean="0">
                <a:latin typeface="Gill Sans Std" pitchFamily="34" charset="0"/>
                <a:sym typeface="Gill Sans Std" pitchFamily="34" charset="0"/>
              </a:rPr>
              <a:t>Data Types / Patterns</a:t>
            </a:r>
            <a:endParaRPr lang="pt-BR" dirty="0">
              <a:latin typeface="Gill Sans Std" pitchFamily="34" charset="0"/>
              <a:sym typeface="Gill Sans Std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383584" y="1836490"/>
            <a:ext cx="7765577" cy="5860844"/>
            <a:chOff x="6759848" y="1836490"/>
            <a:chExt cx="7765577" cy="5860844"/>
          </a:xfrm>
        </p:grpSpPr>
        <p:pic>
          <p:nvPicPr>
            <p:cNvPr id="25602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28" t="10478" r="8771"/>
            <a:stretch/>
          </p:blipFill>
          <p:spPr bwMode="auto">
            <a:xfrm>
              <a:off x="6759848" y="1836490"/>
              <a:ext cx="7765577" cy="5860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itle 5"/>
            <p:cNvSpPr>
              <a:spLocks/>
            </p:cNvSpPr>
            <p:nvPr/>
          </p:nvSpPr>
          <p:spPr bwMode="auto">
            <a:xfrm>
              <a:off x="11008320" y="2302670"/>
              <a:ext cx="2736304" cy="39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6724" tIns="53368" rIns="106724" bIns="53368" anchor="b"/>
            <a:lstStyle/>
            <a:p>
              <a:pPr eaLnBrk="0" hangingPunct="0"/>
              <a:r>
                <a:rPr lang="pt-BR" dirty="0" smtClean="0">
                  <a:latin typeface="Gill Sans Std" pitchFamily="34" charset="0"/>
                  <a:sym typeface="Gill Sans Std" pitchFamily="34" charset="0"/>
                </a:rPr>
                <a:t>Validação de CPF</a:t>
              </a:r>
              <a:endParaRPr lang="pt-BR" dirty="0">
                <a:latin typeface="Gill Sans Std" pitchFamily="34" charset="0"/>
                <a:sym typeface="Gill Sans Std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128000" y="3060626"/>
            <a:ext cx="7418566" cy="5052304"/>
            <a:chOff x="8128000" y="3289110"/>
            <a:chExt cx="7418566" cy="5052304"/>
          </a:xfrm>
        </p:grpSpPr>
        <p:pic>
          <p:nvPicPr>
            <p:cNvPr id="25603" name="Picture 3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65" t="10433"/>
            <a:stretch/>
          </p:blipFill>
          <p:spPr bwMode="auto">
            <a:xfrm>
              <a:off x="8128000" y="3289110"/>
              <a:ext cx="7418566" cy="505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itle 5"/>
            <p:cNvSpPr>
              <a:spLocks/>
            </p:cNvSpPr>
            <p:nvPr/>
          </p:nvSpPr>
          <p:spPr bwMode="auto">
            <a:xfrm>
              <a:off x="12448480" y="4932834"/>
              <a:ext cx="2736304" cy="39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6724" tIns="53368" rIns="106724" bIns="53368" anchor="b"/>
            <a:lstStyle/>
            <a:p>
              <a:pPr eaLnBrk="0" hangingPunct="0"/>
              <a:r>
                <a:rPr lang="pt-BR" dirty="0" smtClean="0">
                  <a:latin typeface="Gill Sans Std" pitchFamily="34" charset="0"/>
                  <a:sym typeface="Gill Sans Std" pitchFamily="34" charset="0"/>
                </a:rPr>
                <a:t>Validação de Email</a:t>
              </a:r>
              <a:endParaRPr lang="pt-BR" dirty="0">
                <a:latin typeface="Gill Sans Std" pitchFamily="34" charset="0"/>
                <a:sym typeface="Gill Sans Std" pitchFamily="34" charset="0"/>
              </a:endParaRPr>
            </a:p>
          </p:txBody>
        </p:sp>
      </p:grpSp>
      <p:sp>
        <p:nvSpPr>
          <p:cNvPr id="12" name="CaixaDeTexto 11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79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63104" y="3629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1.3- </a:t>
            </a:r>
            <a:r>
              <a:rPr lang="pt-BR" sz="2400" dirty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Permite validações cruzadas entre campos de mesma tabela ?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4" t="2055" b="6289"/>
          <a:stretch/>
        </p:blipFill>
        <p:spPr bwMode="auto">
          <a:xfrm>
            <a:off x="207120" y="1116410"/>
            <a:ext cx="10326681" cy="6673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568" y="1696485"/>
            <a:ext cx="11135493" cy="6093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17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-6957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63104" y="3629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1.5- </a:t>
            </a:r>
            <a:r>
              <a:rPr lang="pt-BR" sz="2400" dirty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Possui a capacidade de separação e unificação de nome e sobrenome?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8490" y="1188418"/>
            <a:ext cx="11654389" cy="6761490"/>
            <a:chOff x="68490" y="1188418"/>
            <a:chExt cx="11654389" cy="6761490"/>
          </a:xfrm>
        </p:grpSpPr>
        <p:pic>
          <p:nvPicPr>
            <p:cNvPr id="40965" name="Picture 5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89" t="7800" b="3389"/>
            <a:stretch/>
          </p:blipFill>
          <p:spPr bwMode="auto">
            <a:xfrm>
              <a:off x="68490" y="1188418"/>
              <a:ext cx="11654389" cy="6761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val 5"/>
            <p:cNvSpPr/>
            <p:nvPr/>
          </p:nvSpPr>
          <p:spPr>
            <a:xfrm>
              <a:off x="1143224" y="5724922"/>
              <a:ext cx="3816424" cy="108012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383584" y="1476450"/>
            <a:ext cx="11480073" cy="6768752"/>
            <a:chOff x="4023544" y="1836490"/>
            <a:chExt cx="11624089" cy="6768752"/>
          </a:xfrm>
        </p:grpSpPr>
        <p:pic>
          <p:nvPicPr>
            <p:cNvPr id="40964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89" t="7473" b="3389"/>
            <a:stretch/>
          </p:blipFill>
          <p:spPr bwMode="auto">
            <a:xfrm>
              <a:off x="4023544" y="1836490"/>
              <a:ext cx="11624089" cy="6768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Oval 12"/>
            <p:cNvSpPr/>
            <p:nvPr/>
          </p:nvSpPr>
          <p:spPr>
            <a:xfrm>
              <a:off x="6471816" y="6228978"/>
              <a:ext cx="3816424" cy="108012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89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4212" name="Text Box 6"/>
          <p:cNvSpPr txBox="1">
            <a:spLocks noChangeArrowheads="1"/>
          </p:cNvSpPr>
          <p:nvPr/>
        </p:nvSpPr>
        <p:spPr bwMode="auto">
          <a:xfrm>
            <a:off x="1270000" y="1748146"/>
            <a:ext cx="13208000" cy="1504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42761" tIns="74238" rIns="142761" bIns="7423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endParaRPr lang="pt-BR" sz="4400" b="1" dirty="0">
              <a:solidFill>
                <a:srgbClr val="AA0001"/>
              </a:solidFill>
              <a:latin typeface="Verdana" pitchFamily="34" charset="0"/>
            </a:endParaRPr>
          </a:p>
          <a:p>
            <a:pPr algn="ctr"/>
            <a:r>
              <a:rPr lang="pt-BR" sz="4400" b="1" dirty="0" smtClean="0">
                <a:solidFill>
                  <a:srgbClr val="AA0001"/>
                </a:solidFill>
                <a:latin typeface="Verdana" pitchFamily="34" charset="0"/>
              </a:rPr>
              <a:t>Requisitos Técnicos</a:t>
            </a:r>
            <a:endParaRPr lang="pt-BR" sz="4400" b="1" dirty="0">
              <a:solidFill>
                <a:srgbClr val="AA0001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8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-6957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63104" y="14243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2.1- Demonstre os </a:t>
            </a:r>
            <a:r>
              <a:rPr lang="pt-BR" sz="2400" dirty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mecanismos de integração disponíveis para adicionar e acessar dados ao MDM ( batch, real-time e near real-time).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31"/>
          <a:stretch/>
        </p:blipFill>
        <p:spPr bwMode="auto">
          <a:xfrm>
            <a:off x="279128" y="1548459"/>
            <a:ext cx="9933090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5"/>
          <p:cNvSpPr>
            <a:spLocks/>
          </p:cNvSpPr>
          <p:nvPr/>
        </p:nvSpPr>
        <p:spPr bwMode="auto">
          <a:xfrm>
            <a:off x="279127" y="1078534"/>
            <a:ext cx="6751241" cy="39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dirty="0" smtClean="0">
                <a:latin typeface="Gill Sans Std" pitchFamily="34" charset="0"/>
                <a:sym typeface="Gill Sans Std" pitchFamily="34" charset="0"/>
              </a:rPr>
              <a:t>Via PowerCenter através de WebServices, CDC e JMS</a:t>
            </a:r>
            <a:endParaRPr lang="pt-BR" dirty="0">
              <a:latin typeface="Gill Sans Std" pitchFamily="34" charset="0"/>
              <a:sym typeface="Gill Sans Std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463121" y="1980506"/>
            <a:ext cx="8769335" cy="5542718"/>
            <a:chOff x="5228300" y="1980506"/>
            <a:chExt cx="8769335" cy="5542718"/>
          </a:xfrm>
        </p:grpSpPr>
        <p:pic>
          <p:nvPicPr>
            <p:cNvPr id="47107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37" t="7170" b="5900"/>
            <a:stretch/>
          </p:blipFill>
          <p:spPr bwMode="auto">
            <a:xfrm>
              <a:off x="5228300" y="1980506"/>
              <a:ext cx="8769335" cy="5542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itle 5"/>
            <p:cNvSpPr>
              <a:spLocks/>
            </p:cNvSpPr>
            <p:nvPr/>
          </p:nvSpPr>
          <p:spPr bwMode="auto">
            <a:xfrm>
              <a:off x="6471816" y="6805042"/>
              <a:ext cx="6751241" cy="39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6724" tIns="53368" rIns="106724" bIns="53368" anchor="b"/>
            <a:lstStyle/>
            <a:p>
              <a:pPr eaLnBrk="0" hangingPunct="0"/>
              <a:r>
                <a:rPr lang="pt-BR" dirty="0" smtClean="0">
                  <a:latin typeface="Gill Sans Std" pitchFamily="34" charset="0"/>
                  <a:sym typeface="Gill Sans Std" pitchFamily="34" charset="0"/>
                </a:rPr>
                <a:t>Via Data Quality através de WebServices</a:t>
              </a:r>
              <a:endParaRPr lang="pt-BR" dirty="0">
                <a:latin typeface="Gill Sans Std" pitchFamily="34" charset="0"/>
                <a:sym typeface="Gill Sans Std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785470" y="2772594"/>
            <a:ext cx="8911482" cy="5600789"/>
            <a:chOff x="7785470" y="2772594"/>
            <a:chExt cx="8911482" cy="5600789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5652" b="38664"/>
            <a:stretch/>
          </p:blipFill>
          <p:spPr bwMode="auto">
            <a:xfrm>
              <a:off x="7785470" y="2772594"/>
              <a:ext cx="8335418" cy="56007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Title 5"/>
            <p:cNvSpPr>
              <a:spLocks/>
            </p:cNvSpPr>
            <p:nvPr/>
          </p:nvSpPr>
          <p:spPr bwMode="auto">
            <a:xfrm>
              <a:off x="9945711" y="6445002"/>
              <a:ext cx="6751241" cy="39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6724" tIns="53368" rIns="106724" bIns="53368" anchor="b"/>
            <a:lstStyle/>
            <a:p>
              <a:pPr eaLnBrk="0" hangingPunct="0"/>
              <a:r>
                <a:rPr lang="pt-BR" sz="1600" dirty="0" smtClean="0">
                  <a:latin typeface="Gill Sans Std" pitchFamily="34" charset="0"/>
                  <a:sym typeface="Gill Sans Std" pitchFamily="34" charset="0"/>
                </a:rPr>
                <a:t>Via API disponibilizadas pelo HUB através do SIF Manager</a:t>
              </a:r>
              <a:endParaRPr lang="pt-BR" sz="1600" dirty="0">
                <a:latin typeface="Gill Sans Std" pitchFamily="34" charset="0"/>
                <a:sym typeface="Gill Sans Std" pitchFamily="34" charset="0"/>
              </a:endParaRPr>
            </a:p>
          </p:txBody>
        </p:sp>
      </p:grpSp>
      <p:sp>
        <p:nvSpPr>
          <p:cNvPr id="14" name="CaixaDeTexto 13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90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-6957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63104" y="14243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2.2- </a:t>
            </a:r>
            <a:r>
              <a:rPr lang="pt-BR" sz="2400" dirty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A solução permite a utilização web-services para o consumo de funções do MDM (SOA) 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52" b="38664"/>
          <a:stretch/>
        </p:blipFill>
        <p:spPr bwMode="auto">
          <a:xfrm>
            <a:off x="279128" y="1188418"/>
            <a:ext cx="8424936" cy="6424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4" t="7171" r="20856" b="12746"/>
          <a:stretch/>
        </p:blipFill>
        <p:spPr bwMode="auto">
          <a:xfrm>
            <a:off x="2597635" y="1727710"/>
            <a:ext cx="9332538" cy="6361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6759848" y="2412554"/>
            <a:ext cx="9091233" cy="5945200"/>
            <a:chOff x="6759848" y="2412554"/>
            <a:chExt cx="9091233" cy="5945200"/>
          </a:xfrm>
        </p:grpSpPr>
        <p:pic>
          <p:nvPicPr>
            <p:cNvPr id="48131" name="Picture 3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96" t="10531" r="21035" b="12427"/>
            <a:stretch/>
          </p:blipFill>
          <p:spPr bwMode="auto">
            <a:xfrm>
              <a:off x="6759848" y="2412554"/>
              <a:ext cx="9091233" cy="594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itle 5"/>
            <p:cNvSpPr>
              <a:spLocks/>
            </p:cNvSpPr>
            <p:nvPr/>
          </p:nvSpPr>
          <p:spPr bwMode="auto">
            <a:xfrm>
              <a:off x="11809164" y="5436890"/>
              <a:ext cx="3375620" cy="1224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6724" tIns="53368" rIns="106724" bIns="53368" anchor="b"/>
            <a:lstStyle/>
            <a:p>
              <a:pPr eaLnBrk="0" hangingPunct="0"/>
              <a:r>
                <a:rPr lang="pt-BR" sz="1600" dirty="0" smtClean="0">
                  <a:latin typeface="Gill Sans Std" pitchFamily="34" charset="0"/>
                  <a:sym typeface="Gill Sans Std" pitchFamily="34" charset="0"/>
                </a:rPr>
                <a:t>Execução de uma API que chama um cliente e retorna Alerta de Erros</a:t>
              </a:r>
              <a:endParaRPr lang="pt-BR" sz="1600" dirty="0">
                <a:latin typeface="Gill Sans Std" pitchFamily="34" charset="0"/>
                <a:sym typeface="Gill Sans Std" pitchFamily="34" charset="0"/>
              </a:endParaRPr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-6957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63104" y="3629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2.3- A plataforma suporta Internet Explorer e Mozilla Firefox?</a:t>
            </a:r>
            <a:endParaRPr lang="pt-BR" sz="2400" dirty="0">
              <a:solidFill>
                <a:srgbClr val="AA0001"/>
              </a:solidFill>
              <a:latin typeface="Gill Sans Std" pitchFamily="34" charset="0"/>
              <a:sym typeface="Gill Sans Std" pitchFamily="34" charset="0"/>
            </a:endParaRP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33" t="440" r="3333" b="-440"/>
          <a:stretch/>
        </p:blipFill>
        <p:spPr bwMode="auto">
          <a:xfrm>
            <a:off x="279128" y="1116410"/>
            <a:ext cx="10741348" cy="588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760" y="2858283"/>
            <a:ext cx="9708232" cy="531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09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170133" y="214438"/>
            <a:ext cx="13934531" cy="61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32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2</a:t>
            </a:r>
            <a:r>
              <a:rPr lang="pt-BR" sz="32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.4- </a:t>
            </a:r>
            <a:r>
              <a:rPr lang="pt-BR" sz="3200" dirty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Toda a interface entre a solução e os usuários é via web?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36" y="1764482"/>
            <a:ext cx="8210568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840" y="3212850"/>
            <a:ext cx="9060159" cy="4926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5"/>
          <p:cNvSpPr>
            <a:spLocks/>
          </p:cNvSpPr>
          <p:nvPr/>
        </p:nvSpPr>
        <p:spPr bwMode="auto">
          <a:xfrm>
            <a:off x="279128" y="1078534"/>
            <a:ext cx="5285187" cy="61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dirty="0" smtClean="0">
                <a:latin typeface="Gill Sans Std" pitchFamily="34" charset="0"/>
                <a:sym typeface="Gill Sans Std" pitchFamily="34" charset="0"/>
              </a:rPr>
              <a:t>Data Quality - Analyst</a:t>
            </a:r>
            <a:endParaRPr lang="pt-BR" dirty="0"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11" name="Title 5"/>
          <p:cNvSpPr>
            <a:spLocks/>
          </p:cNvSpPr>
          <p:nvPr/>
        </p:nvSpPr>
        <p:spPr bwMode="auto">
          <a:xfrm>
            <a:off x="10532151" y="2484562"/>
            <a:ext cx="5285187" cy="61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dirty="0" smtClean="0">
                <a:latin typeface="Gill Sans Std" pitchFamily="34" charset="0"/>
                <a:sym typeface="Gill Sans Std" pitchFamily="34" charset="0"/>
              </a:rPr>
              <a:t>MDM – Informatica Data Director - IDD</a:t>
            </a:r>
            <a:endParaRPr lang="pt-BR" dirty="0"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33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-6957" y="12386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63104" y="14243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2.5- </a:t>
            </a:r>
            <a:r>
              <a:rPr lang="pt-BR" sz="2400" dirty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Permite a sincronização dos usuários com Active Directory LDAP ?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4"/>
          <a:stretch/>
        </p:blipFill>
        <p:spPr bwMode="auto">
          <a:xfrm>
            <a:off x="279128" y="1260426"/>
            <a:ext cx="10276361" cy="5595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581470"/>
              </p:ext>
            </p:extLst>
          </p:nvPr>
        </p:nvGraphicFramePr>
        <p:xfrm>
          <a:off x="10936311" y="1332434"/>
          <a:ext cx="1194799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2" name="Acrobat Document" showAsIcon="1" r:id="rId5" imgW="914400" imgH="771480" progId="AcroExch.Document.7">
                  <p:embed/>
                </p:oleObj>
              </mc:Choice>
              <mc:Fallback>
                <p:oleObj name="Acrobat Document" showAsIcon="1" r:id="rId5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36311" y="1332434"/>
                        <a:ext cx="1194799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/>
          <p:cNvSpPr>
            <a:spLocks/>
          </p:cNvSpPr>
          <p:nvPr/>
        </p:nvSpPr>
        <p:spPr bwMode="auto">
          <a:xfrm>
            <a:off x="10864304" y="2124522"/>
            <a:ext cx="3672408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dirty="0" smtClean="0">
                <a:latin typeface="Gill Sans Std" pitchFamily="34" charset="0"/>
                <a:sym typeface="Gill Sans Std" pitchFamily="34" charset="0"/>
              </a:rPr>
              <a:t>Em anexo documento do produto explicando como configurar o LDAP no MDM</a:t>
            </a:r>
            <a:endParaRPr lang="pt-BR" dirty="0"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44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-6957" y="0"/>
            <a:ext cx="16256000" cy="8461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itle 5"/>
          <p:cNvSpPr>
            <a:spLocks/>
          </p:cNvSpPr>
          <p:nvPr/>
        </p:nvSpPr>
        <p:spPr bwMode="auto">
          <a:xfrm>
            <a:off x="63104" y="142430"/>
            <a:ext cx="13934531" cy="757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6724" tIns="53368" rIns="106724" bIns="53368" anchor="b"/>
          <a:lstStyle/>
          <a:p>
            <a:pPr eaLnBrk="0" hangingPunct="0"/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2.6- A plataforma </a:t>
            </a:r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é compatível com banco </a:t>
            </a:r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Oracle </a:t>
            </a:r>
            <a:r>
              <a:rPr lang="pt-BR" sz="2400" dirty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11g </a:t>
            </a:r>
            <a:r>
              <a:rPr lang="pt-BR" sz="2400" dirty="0" smtClean="0">
                <a:solidFill>
                  <a:srgbClr val="AA0001"/>
                </a:solidFill>
                <a:latin typeface="Gill Sans Std" pitchFamily="34" charset="0"/>
                <a:sym typeface="Gill Sans Std" pitchFamily="34" charset="0"/>
              </a:rPr>
              <a:t>?</a:t>
            </a:r>
            <a:endParaRPr lang="pt-BR" sz="2400" dirty="0">
              <a:solidFill>
                <a:srgbClr val="AA0001"/>
              </a:solidFill>
              <a:latin typeface="Gill Sans Std" pitchFamily="34" charset="0"/>
              <a:sym typeface="Gill Sans Std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299" b="38013"/>
          <a:stretch/>
        </p:blipFill>
        <p:spPr bwMode="auto">
          <a:xfrm>
            <a:off x="1575272" y="993440"/>
            <a:ext cx="9217024" cy="7064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9699328" y="-30474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400" dirty="0" smtClean="0">
                <a:solidFill>
                  <a:schemeClr val="bg1">
                    <a:lumMod val="75000"/>
                  </a:schemeClr>
                </a:solidFill>
              </a:rPr>
              <a:t>exemplo</a:t>
            </a:r>
            <a:endParaRPr lang="pt-BR" sz="4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65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heme/theme1.xml><?xml version="1.0" encoding="utf-8"?>
<a:theme xmlns:a="http://schemas.openxmlformats.org/drawingml/2006/main" name="40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179F2B772F8340AA4B786AF3DAC01D" ma:contentTypeVersion="0" ma:contentTypeDescription="Crie um novo documento." ma:contentTypeScope="" ma:versionID="8445b5dd82bb02ad0238758f7b5a601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A26D78-3D48-445A-BBF5-A1C339A8D970}"/>
</file>

<file path=customXml/itemProps2.xml><?xml version="1.0" encoding="utf-8"?>
<ds:datastoreItem xmlns:ds="http://schemas.openxmlformats.org/officeDocument/2006/customXml" ds:itemID="{6FC610F8-62D2-404A-A49B-2CD97CA12F76}"/>
</file>

<file path=customXml/itemProps3.xml><?xml version="1.0" encoding="utf-8"?>
<ds:datastoreItem xmlns:ds="http://schemas.openxmlformats.org/officeDocument/2006/customXml" ds:itemID="{2D62129A-4A30-45BD-9FBA-540D7F3891ED}"/>
</file>

<file path=docProps/app.xml><?xml version="1.0" encoding="utf-8"?>
<Properties xmlns="http://schemas.openxmlformats.org/officeDocument/2006/extended-properties" xmlns:vt="http://schemas.openxmlformats.org/officeDocument/2006/docPropsVTypes">
  <TotalTime>84628</TotalTime>
  <Words>244</Words>
  <Application>Microsoft Office PowerPoint</Application>
  <PresentationFormat>Personalizar</PresentationFormat>
  <Paragraphs>55</Paragraphs>
  <Slides>13</Slides>
  <Notes>13</Notes>
  <HiddenSlides>0</HiddenSlides>
  <MMClips>0</MMClips>
  <ScaleCrop>false</ScaleCrop>
  <HeadingPairs>
    <vt:vector size="6" baseType="variant">
      <vt:variant>
        <vt:lpstr>Tema</vt:lpstr>
      </vt:variant>
      <vt:variant>
        <vt:i4>4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40_6096</vt:lpstr>
      <vt:lpstr>Custom Design</vt:lpstr>
      <vt:lpstr>4_Custom Design</vt:lpstr>
      <vt:lpstr>5_Custom Design</vt:lpstr>
      <vt:lpstr>think-cell Slide</vt:lpstr>
      <vt:lpstr>Acrobat Document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Cravo Ofício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TEM.GTD-07.003.02 - Template de Evidências de PoC</dc:title>
  <dc:creator>Cravo 1</dc:creator>
  <cp:lastModifiedBy>WESLLEY PEREIRA FIGUEIREDO</cp:lastModifiedBy>
  <cp:revision>2790</cp:revision>
  <cp:lastPrinted>2013-03-04T12:25:17Z</cp:lastPrinted>
  <dcterms:created xsi:type="dcterms:W3CDTF">2010-06-25T21:35:47Z</dcterms:created>
  <dcterms:modified xsi:type="dcterms:W3CDTF">2013-10-09T15:38:35Z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0x010100AA179F2B772F8340AA4B786AF3DAC01D</vt:lpwstr>
  </property>
</Properties>
</file>