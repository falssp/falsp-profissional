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4"/>
  </p:sldMasterIdLst>
  <p:notesMasterIdLst>
    <p:notesMasterId r:id="rId8"/>
  </p:notesMasterIdLst>
  <p:sldIdLst>
    <p:sldId id="274" r:id="rId5"/>
    <p:sldId id="275" r:id="rId6"/>
    <p:sldId id="281" r:id="rId7"/>
  </p:sldIdLst>
  <p:sldSz cx="9144000" cy="6858000" type="screen4x3"/>
  <p:notesSz cx="6797675" cy="99822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ヒラギノ角ゴ Pro W3"/>
        <a:cs typeface="ヒラギノ角ゴ Pro W3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ヒラギノ角ゴ Pro W3"/>
        <a:cs typeface="ヒラギノ角ゴ Pro W3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ヒラギノ角ゴ Pro W3"/>
        <a:cs typeface="ヒラギノ角ゴ Pro W3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ヒラギノ角ゴ Pro W3"/>
        <a:cs typeface="ヒラギノ角ゴ Pro W3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ヒラギノ角ゴ Pro W3"/>
        <a:cs typeface="ヒラギノ角ゴ Pro W3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ヒラギノ角ゴ Pro W3"/>
        <a:cs typeface="ヒラギノ角ゴ Pro W3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ヒラギノ角ゴ Pro W3"/>
        <a:cs typeface="ヒラギノ角ゴ Pro W3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ヒラギノ角ゴ Pro W3"/>
        <a:cs typeface="ヒラギノ角ゴ Pro W3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ヒラギノ角ゴ Pro W3"/>
        <a:cs typeface="ヒラギノ角ゴ Pro W3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03"/>
    <a:srgbClr val="33CC33"/>
    <a:srgbClr val="FFCC66"/>
    <a:srgbClr val="934307"/>
    <a:srgbClr val="532C10"/>
    <a:srgbClr val="FEE5CF"/>
    <a:srgbClr val="4F6228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64" autoAdjust="0"/>
    <p:restoredTop sz="99645" autoAdjust="0"/>
  </p:normalViewPr>
  <p:slideViewPr>
    <p:cSldViewPr showGuides="1">
      <p:cViewPr varScale="1">
        <p:scale>
          <a:sx n="74" d="100"/>
          <a:sy n="74" d="100"/>
        </p:scale>
        <p:origin x="-1614" y="-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E:\Users\BR92654\AppData\Local\Microsoft\Windows\Temporary%20Internet%20Files\Content.Outlook\LC7BBEA2\Planilha%20de%20Gerenciamento%20de%20Projetos%20V4.xlsm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txPr>
        <a:bodyPr/>
        <a:lstStyle/>
        <a:p>
          <a:pPr>
            <a:defRPr sz="1400"/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7.1337251557854114E-2"/>
          <c:y val="0.24331273886765048"/>
          <c:w val="0.79392097918769888"/>
          <c:h val="0.60450516204647109"/>
        </c:manualLayout>
      </c:layout>
      <c:lineChart>
        <c:grouping val="standard"/>
        <c:varyColors val="0"/>
        <c:ser>
          <c:idx val="0"/>
          <c:order val="0"/>
          <c:tx>
            <c:strRef>
              <c:f>'Gestão do Projeto'!$B$10</c:f>
              <c:strCache>
                <c:ptCount val="1"/>
                <c:pt idx="0">
                  <c:v>Índice geral</c:v>
                </c:pt>
              </c:strCache>
            </c:strRef>
          </c:tx>
          <c:cat>
            <c:numRef>
              <c:f>'Gestão do Projeto'!$C$6:$N$6</c:f>
              <c:numCache>
                <c:formatCode>mmm\-yy</c:formatCode>
                <c:ptCount val="12"/>
                <c:pt idx="0">
                  <c:v>41275</c:v>
                </c:pt>
                <c:pt idx="1">
                  <c:v>41306</c:v>
                </c:pt>
                <c:pt idx="2">
                  <c:v>41334</c:v>
                </c:pt>
                <c:pt idx="3">
                  <c:v>41365</c:v>
                </c:pt>
                <c:pt idx="4">
                  <c:v>41395</c:v>
                </c:pt>
                <c:pt idx="5">
                  <c:v>41426</c:v>
                </c:pt>
                <c:pt idx="6">
                  <c:v>41456</c:v>
                </c:pt>
                <c:pt idx="7">
                  <c:v>41487</c:v>
                </c:pt>
                <c:pt idx="8">
                  <c:v>41518</c:v>
                </c:pt>
                <c:pt idx="9">
                  <c:v>41548</c:v>
                </c:pt>
                <c:pt idx="10">
                  <c:v>41579</c:v>
                </c:pt>
                <c:pt idx="11">
                  <c:v>41609</c:v>
                </c:pt>
              </c:numCache>
            </c:numRef>
          </c:cat>
          <c:val>
            <c:numRef>
              <c:f>'Gestão do Projeto'!$C$10:$N$10</c:f>
              <c:numCache>
                <c:formatCode>0%</c:formatCode>
                <c:ptCount val="12"/>
                <c:pt idx="0">
                  <c:v>0.95</c:v>
                </c:pt>
                <c:pt idx="1">
                  <c:v>0.91066666666667295</c:v>
                </c:pt>
                <c:pt idx="2">
                  <c:v>0.49233333333333856</c:v>
                </c:pt>
                <c:pt idx="3">
                  <c:v>0.95</c:v>
                </c:pt>
                <c:pt idx="4">
                  <c:v>1</c:v>
                </c:pt>
                <c:pt idx="5">
                  <c:v>0.5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4493952"/>
        <c:axId val="54539008"/>
      </c:lineChart>
      <c:dateAx>
        <c:axId val="54493952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pt-BR"/>
          </a:p>
        </c:txPr>
        <c:crossAx val="54539008"/>
        <c:crosses val="autoZero"/>
        <c:auto val="1"/>
        <c:lblOffset val="100"/>
        <c:baseTimeUnit val="months"/>
      </c:dateAx>
      <c:valAx>
        <c:axId val="5453900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pt-BR"/>
          </a:p>
        </c:txPr>
        <c:crossAx val="5449395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408378979197767"/>
          <c:y val="0.50658304910697916"/>
          <c:w val="0.1517443206476416"/>
          <c:h val="0.223586061054042"/>
        </c:manualLayout>
      </c:layout>
      <c:overlay val="0"/>
    </c:legend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7776A56B-D173-42EB-8680-F724B342B1E3}" type="datetimeFigureOut">
              <a:rPr lang="pt-BR"/>
              <a:pPr>
                <a:defRPr/>
              </a:pPr>
              <a:t>05/07/2013</a:t>
            </a:fld>
            <a:endParaRPr lang="pt-BR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3288" y="749300"/>
            <a:ext cx="4991100" cy="3743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41863"/>
            <a:ext cx="5438775" cy="4491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 smtClean="0"/>
              <a:t>Clique para editar os estilos do texto mestre</a:t>
            </a:r>
          </a:p>
          <a:p>
            <a:pPr lvl="1"/>
            <a:r>
              <a:rPr lang="pt-BR" noProof="0" smtClean="0"/>
              <a:t>Segundo nível</a:t>
            </a:r>
          </a:p>
          <a:p>
            <a:pPr lvl="2"/>
            <a:r>
              <a:rPr lang="pt-BR" noProof="0" smtClean="0"/>
              <a:t>Terceiro nível</a:t>
            </a:r>
          </a:p>
          <a:p>
            <a:pPr lvl="3"/>
            <a:r>
              <a:rPr lang="pt-BR" noProof="0" smtClean="0"/>
              <a:t>Quarto nível</a:t>
            </a:r>
          </a:p>
          <a:p>
            <a:pPr lvl="4"/>
            <a:r>
              <a:rPr lang="pt-BR" noProof="0" smtClean="0"/>
              <a:t>Quinto nível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82138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82138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AFED8A22-1888-4F25-9BCA-5F2037008D3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78383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ED8A22-1888-4F25-9BCA-5F2037008D30}" type="slidenum">
              <a:rPr lang="pt-BR" smtClean="0"/>
              <a:pPr>
                <a:defRPr/>
              </a:pPr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1966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mngp_abre e rodape6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3175"/>
            <a:ext cx="9144000" cy="685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B798C-7D1E-4492-9CE5-71C5A5097DB1}" type="datetimeFigureOut">
              <a:rPr lang="pt-BR"/>
              <a:pPr>
                <a:defRPr/>
              </a:pPr>
              <a:t>05/07/2013</a:t>
            </a:fld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064CD-825A-45B5-BD40-6AFF19EECD1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7316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D8C820-382E-427A-83C4-E12C72EE949F}" type="datetimeFigureOut">
              <a:rPr lang="pt-BR"/>
              <a:pPr>
                <a:defRPr/>
              </a:pPr>
              <a:t>05/07/2013</a:t>
            </a:fld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D044E1-12DF-4627-A375-5F56264EC4B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5292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DF2E98-3079-405A-8C71-1B9166796135}" type="datetimeFigureOut">
              <a:rPr lang="pt-BR"/>
              <a:pPr>
                <a:defRPr/>
              </a:pPr>
              <a:t>05/07/2013</a:t>
            </a:fld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BBAF0B-FB7E-4A16-A329-592B9E071DB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308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A9B345-0FD4-49A5-BEB6-7774D9F95249}" type="datetimeFigureOut">
              <a:rPr lang="pt-BR"/>
              <a:pPr>
                <a:defRPr/>
              </a:pPr>
              <a:t>05/07/2013</a:t>
            </a:fld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8ACA81-30F4-4B49-8A35-14E3A0C4417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2913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80C23F-90F2-459C-AB67-E9851B07B208}" type="datetimeFigureOut">
              <a:rPr lang="pt-BR"/>
              <a:pPr>
                <a:defRPr/>
              </a:pPr>
              <a:t>05/07/2013</a:t>
            </a:fld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9831BF-795A-4341-8DD0-F3622B4835F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1962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FBEF6F-7E92-4463-B434-510FAACACAA9}" type="datetimeFigureOut">
              <a:rPr lang="pt-BR"/>
              <a:pPr>
                <a:defRPr/>
              </a:pPr>
              <a:t>05/07/2013</a:t>
            </a:fld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2695AD-D204-4036-8DE6-EB30A63D8CA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4428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F56F2-F237-4D1F-BFE4-B780834FE950}" type="datetimeFigureOut">
              <a:rPr lang="pt-BR"/>
              <a:pPr>
                <a:defRPr/>
              </a:pPr>
              <a:t>05/07/2013</a:t>
            </a:fld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AFA5D0-68FD-482E-A2E9-8C838FCFCC0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551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8781DF-B413-48A1-AF74-21C35A41D781}" type="datetimeFigureOut">
              <a:rPr lang="pt-BR"/>
              <a:pPr>
                <a:defRPr/>
              </a:pPr>
              <a:t>05/07/2013</a:t>
            </a:fld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88AB9D-D176-406D-9C3F-C5B7DF1826B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4676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smtClean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A87918-8BEF-4DAA-A84A-467563E19CC5}" type="datetimeFigureOut">
              <a:rPr lang="pt-BR"/>
              <a:pPr>
                <a:defRPr/>
              </a:pPr>
              <a:t>05/07/2013</a:t>
            </a:fld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9E7D14-D440-486D-B22A-1E9F91D229B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2277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1FADA-D134-4DCA-895D-929AB9F12636}" type="datetimeFigureOut">
              <a:rPr lang="pt-BR"/>
              <a:pPr>
                <a:defRPr/>
              </a:pPr>
              <a:t>05/07/2013</a:t>
            </a:fld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AA3AB4-7D27-4003-ADFE-5CB96264D33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037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F9ADB4-90D4-4200-8DC9-B1A6884DE1C4}" type="datetimeFigureOut">
              <a:rPr lang="pt-BR"/>
              <a:pPr>
                <a:defRPr/>
              </a:pPr>
              <a:t>05/07/2013</a:t>
            </a:fld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313F86-0BBB-418B-ADA8-8F74B1500EF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2920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cs typeface="+mn-cs"/>
              </a:defRPr>
            </a:lvl1pPr>
          </a:lstStyle>
          <a:p>
            <a:pPr>
              <a:defRPr/>
            </a:pPr>
            <a:fld id="{C01C01C5-8151-477A-9959-A3EE7D40E3AC}" type="datetimeFigureOut">
              <a:rPr lang="pt-BR"/>
              <a:pPr>
                <a:defRPr/>
              </a:pPr>
              <a:t>05/07/2013</a:t>
            </a:fld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F67FE34-ABB2-4DDA-AA4D-DFC9F4649EE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pic>
        <p:nvPicPr>
          <p:cNvPr id="1031" name="Picture 2" descr="mngp_abre e rodape6.jpg"/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3175"/>
            <a:ext cx="9144000" cy="685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91" r:id="rId1"/>
    <p:sldLayoutId id="2147484481" r:id="rId2"/>
    <p:sldLayoutId id="2147484482" r:id="rId3"/>
    <p:sldLayoutId id="2147484483" r:id="rId4"/>
    <p:sldLayoutId id="2147484484" r:id="rId5"/>
    <p:sldLayoutId id="2147484485" r:id="rId6"/>
    <p:sldLayoutId id="2147484486" r:id="rId7"/>
    <p:sldLayoutId id="2147484487" r:id="rId8"/>
    <p:sldLayoutId id="2147484488" r:id="rId9"/>
    <p:sldLayoutId id="2147484489" r:id="rId10"/>
    <p:sldLayoutId id="214748449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ngp_abre e rodape5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3175"/>
            <a:ext cx="9144000" cy="685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CaixaDeTexto 2"/>
          <p:cNvSpPr txBox="1">
            <a:spLocks noChangeArrowheads="1"/>
          </p:cNvSpPr>
          <p:nvPr/>
        </p:nvSpPr>
        <p:spPr bwMode="auto">
          <a:xfrm>
            <a:off x="5580063" y="3357563"/>
            <a:ext cx="3206750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hangingPunct="1"/>
            <a:r>
              <a:rPr lang="pt-BR" b="0" dirty="0">
                <a:latin typeface="Verdana" pitchFamily="34" charset="0"/>
              </a:rPr>
              <a:t>Status </a:t>
            </a:r>
            <a:r>
              <a:rPr lang="pt-BR" b="0" dirty="0" err="1">
                <a:latin typeface="Verdana" pitchFamily="34" charset="0"/>
              </a:rPr>
              <a:t>Report</a:t>
            </a:r>
            <a:endParaRPr lang="pt-BR" b="0" dirty="0">
              <a:latin typeface="Verdana" pitchFamily="34" charset="0"/>
            </a:endParaRPr>
          </a:p>
          <a:p>
            <a:pPr algn="ctr" eaLnBrk="1" hangingPunct="1"/>
            <a:endParaRPr lang="pt-BR" b="0" dirty="0">
              <a:latin typeface="Verdana" pitchFamily="34" charset="0"/>
            </a:endParaRPr>
          </a:p>
          <a:p>
            <a:pPr algn="ctr" eaLnBrk="1" hangingPunct="1"/>
            <a:r>
              <a:rPr lang="pt-BR" sz="1400" b="0" dirty="0" smtClean="0">
                <a:latin typeface="Verdana" pitchFamily="34" charset="0"/>
              </a:rPr>
              <a:t>09/Maio à 15/Maio</a:t>
            </a:r>
          </a:p>
          <a:p>
            <a:pPr algn="ctr" eaLnBrk="1" hangingPunct="1"/>
            <a:r>
              <a:rPr lang="pt-BR" sz="1400" b="0" dirty="0" smtClean="0">
                <a:latin typeface="Verdana" pitchFamily="34" charset="0"/>
              </a:rPr>
              <a:t>Projeto: Floresta</a:t>
            </a:r>
          </a:p>
          <a:p>
            <a:pPr algn="ctr" eaLnBrk="1" hangingPunct="1"/>
            <a:r>
              <a:rPr lang="pt-BR" sz="1400" b="0" dirty="0" smtClean="0">
                <a:latin typeface="Verdana" pitchFamily="34" charset="0"/>
              </a:rPr>
              <a:t>Líder: Jeferson </a:t>
            </a:r>
            <a:r>
              <a:rPr lang="pt-BR" sz="1400" b="0" dirty="0" err="1" smtClean="0">
                <a:latin typeface="Verdana" pitchFamily="34" charset="0"/>
              </a:rPr>
              <a:t>Aracema</a:t>
            </a:r>
            <a:endParaRPr lang="pt-BR" sz="1400" b="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Box 8"/>
          <p:cNvSpPr txBox="1">
            <a:spLocks noChangeArrowheads="1"/>
          </p:cNvSpPr>
          <p:nvPr/>
        </p:nvSpPr>
        <p:spPr bwMode="auto">
          <a:xfrm>
            <a:off x="35718" y="159407"/>
            <a:ext cx="8839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b="0" dirty="0">
                <a:solidFill>
                  <a:srgbClr val="7F3D1A"/>
                </a:solidFill>
                <a:latin typeface="Verdana" pitchFamily="34" charset="0"/>
                <a:cs typeface="Arial" pitchFamily="34" charset="0"/>
              </a:rPr>
              <a:t>1. Status </a:t>
            </a:r>
            <a:r>
              <a:rPr lang="pt-BR" b="0" dirty="0" err="1">
                <a:solidFill>
                  <a:srgbClr val="7F3D1A"/>
                </a:solidFill>
                <a:latin typeface="Verdana" pitchFamily="34" charset="0"/>
                <a:cs typeface="Arial" pitchFamily="34" charset="0"/>
              </a:rPr>
              <a:t>One</a:t>
            </a:r>
            <a:r>
              <a:rPr lang="pt-BR" b="0" dirty="0">
                <a:solidFill>
                  <a:srgbClr val="7F3D1A"/>
                </a:solidFill>
                <a:latin typeface="Verdana" pitchFamily="34" charset="0"/>
                <a:cs typeface="Arial" pitchFamily="34" charset="0"/>
              </a:rPr>
              <a:t> </a:t>
            </a:r>
            <a:r>
              <a:rPr lang="pt-BR" b="0" dirty="0" smtClean="0">
                <a:solidFill>
                  <a:srgbClr val="7F3D1A"/>
                </a:solidFill>
                <a:latin typeface="Verdana" pitchFamily="34" charset="0"/>
                <a:cs typeface="Arial" pitchFamily="34" charset="0"/>
              </a:rPr>
              <a:t>Page – Processos </a:t>
            </a:r>
            <a:r>
              <a:rPr lang="pt-BR" b="0" smtClean="0">
                <a:solidFill>
                  <a:srgbClr val="7F3D1A"/>
                </a:solidFill>
                <a:latin typeface="Verdana" pitchFamily="34" charset="0"/>
                <a:cs typeface="Arial" pitchFamily="34" charset="0"/>
              </a:rPr>
              <a:t>de Arquitetura</a:t>
            </a:r>
            <a:endParaRPr lang="pt-BR" b="0" dirty="0">
              <a:solidFill>
                <a:srgbClr val="73B0C3"/>
              </a:solidFill>
              <a:latin typeface="Verdana" pitchFamily="34" charset="0"/>
              <a:cs typeface="Arial" pitchFamily="34" charset="0"/>
            </a:endParaRPr>
          </a:p>
        </p:txBody>
      </p:sp>
      <p:sp>
        <p:nvSpPr>
          <p:cNvPr id="52" name="AutoShape 146"/>
          <p:cNvSpPr>
            <a:spLocks noChangeArrowheads="1"/>
          </p:cNvSpPr>
          <p:nvPr/>
        </p:nvSpPr>
        <p:spPr bwMode="auto">
          <a:xfrm>
            <a:off x="108743" y="978557"/>
            <a:ext cx="2784475" cy="1922463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25400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000" dirty="0">
              <a:solidFill>
                <a:srgbClr val="56523C"/>
              </a:solidFill>
              <a:latin typeface="Verdana" pitchFamily="34" charset="0"/>
              <a:ea typeface="+mn-ea"/>
              <a:cs typeface="Arial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000" dirty="0">
              <a:solidFill>
                <a:srgbClr val="56523C"/>
              </a:solidFill>
              <a:latin typeface="Verdana" pitchFamily="34" charset="0"/>
              <a:ea typeface="+mn-ea"/>
              <a:cs typeface="Arial" pitchFamily="34" charset="0"/>
            </a:endParaRPr>
          </a:p>
        </p:txBody>
      </p:sp>
      <p:sp>
        <p:nvSpPr>
          <p:cNvPr id="53" name="AutoShape 146"/>
          <p:cNvSpPr>
            <a:spLocks noChangeArrowheads="1"/>
          </p:cNvSpPr>
          <p:nvPr/>
        </p:nvSpPr>
        <p:spPr bwMode="auto">
          <a:xfrm>
            <a:off x="4247356" y="1053170"/>
            <a:ext cx="4860925" cy="2591854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25400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marL="2147888" indent="-17145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endParaRPr lang="pt-BR" sz="1000" b="0" dirty="0" smtClean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</p:txBody>
      </p:sp>
      <p:sp>
        <p:nvSpPr>
          <p:cNvPr id="55" name="AutoShape 146"/>
          <p:cNvSpPr>
            <a:spLocks noChangeArrowheads="1"/>
          </p:cNvSpPr>
          <p:nvPr/>
        </p:nvSpPr>
        <p:spPr bwMode="auto">
          <a:xfrm>
            <a:off x="155088" y="5085184"/>
            <a:ext cx="8917126" cy="1656184"/>
          </a:xfrm>
          <a:prstGeom prst="roundRect">
            <a:avLst>
              <a:gd name="adj" fmla="val 8750"/>
            </a:avLst>
          </a:prstGeom>
          <a:noFill/>
          <a:ln w="25400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numCol="2" spcCol="180000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defRPr/>
            </a:pPr>
            <a:endParaRPr lang="pt-BR" sz="900" b="0" dirty="0" smtClean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171450" lvl="1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r>
              <a:rPr lang="pt-BR" sz="900" b="0" dirty="0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08/07 – Reunião do grupo de trabalho de processos no NAN;</a:t>
            </a:r>
          </a:p>
          <a:p>
            <a:pPr marL="171450" lvl="1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endParaRPr lang="pt-BR" sz="900" b="0" dirty="0" smtClean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171450" lvl="1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r>
              <a:rPr lang="pt-BR" sz="900" b="0" dirty="0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15/07 </a:t>
            </a:r>
            <a:r>
              <a:rPr lang="pt-BR" sz="900" b="0" dirty="0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– </a:t>
            </a:r>
            <a:r>
              <a:rPr lang="pt-BR" sz="900" b="0" dirty="0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Início das atividades de treinamento do R2;</a:t>
            </a:r>
            <a:endParaRPr lang="pt-BR" sz="900" b="0" dirty="0" smtClean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171450" lvl="1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endParaRPr lang="pt-BR" sz="900" b="0" dirty="0" smtClean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171450" lvl="1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r>
              <a:rPr lang="pt-BR" sz="900" b="0" dirty="0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22/07 – Início dos trabalhos do release R3, com definição de entregáveis;</a:t>
            </a:r>
            <a:endParaRPr lang="pt-BR" sz="900" b="0" dirty="0" smtClean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0" lvl="1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defRPr/>
            </a:pPr>
            <a:endParaRPr lang="pt-BR" sz="900" b="0" dirty="0" smtClean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171450" lvl="1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endParaRPr lang="pt-BR" sz="900" b="0" dirty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171450" lvl="1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endParaRPr lang="pt-BR" sz="900" b="0" dirty="0" smtClean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171450" lvl="1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endParaRPr lang="pt-BR" sz="900" b="0" dirty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171450" lvl="1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r>
              <a:rPr lang="pt-BR" sz="900" b="0" dirty="0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Edital </a:t>
            </a:r>
            <a:r>
              <a:rPr lang="pt-BR" sz="900" b="0" dirty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de Migração</a:t>
            </a:r>
          </a:p>
          <a:p>
            <a:pPr marL="628650" lvl="2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r>
              <a:rPr lang="pt-BR" sz="900" b="0" dirty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03/06 </a:t>
            </a:r>
            <a:r>
              <a:rPr lang="pt-BR" sz="900" b="0" dirty="0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–</a:t>
            </a:r>
            <a:endParaRPr lang="pt-BR" sz="900" b="0" dirty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628650" lvl="2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endParaRPr lang="pt-BR" sz="900" b="0" dirty="0" smtClean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628650" lvl="2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endParaRPr lang="pt-BR" sz="900" b="0" dirty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628650" lvl="2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r>
              <a:rPr lang="pt-BR" sz="900" b="0" dirty="0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26/07 </a:t>
            </a:r>
            <a:r>
              <a:rPr lang="pt-BR" sz="900" b="0" dirty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– </a:t>
            </a:r>
            <a:r>
              <a:rPr lang="pt-BR" sz="900" b="0" dirty="0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Checkpoint do status dos entregáveis de arquitetura;</a:t>
            </a:r>
            <a:endParaRPr lang="pt-BR" sz="900" b="0" dirty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628650" lvl="2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endParaRPr lang="pt-BR" sz="900" b="0" dirty="0" smtClean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628650" lvl="2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r>
              <a:rPr lang="pt-BR" sz="900" b="0" dirty="0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30</a:t>
            </a:r>
            <a:r>
              <a:rPr lang="pt-BR" sz="900" b="0" dirty="0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/07 </a:t>
            </a:r>
            <a:r>
              <a:rPr lang="pt-BR" sz="900" b="0" dirty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– </a:t>
            </a:r>
            <a:r>
              <a:rPr lang="pt-BR" sz="900" b="0" dirty="0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Reunião do grupo de trabalho de processos de arquitetura;</a:t>
            </a:r>
            <a:endParaRPr lang="pt-BR" sz="900" b="0" dirty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171450" lvl="1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endParaRPr lang="pt-BR" sz="900" b="0" dirty="0" smtClean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0" lvl="1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defRPr/>
            </a:pPr>
            <a:endParaRPr lang="pt-BR" sz="900" b="0" dirty="0" smtClean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171450" lvl="1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endParaRPr lang="pt-BR" sz="900" b="0" dirty="0" smtClean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171450" lvl="1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endParaRPr lang="pt-BR" sz="900" b="0" dirty="0" smtClean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0" lvl="1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defRPr/>
            </a:pPr>
            <a:endParaRPr lang="pt-BR" sz="900" b="0" dirty="0" smtClean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171450" lvl="1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endParaRPr lang="pt-BR" sz="900" b="0" dirty="0" smtClean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628650" lvl="1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endParaRPr lang="pt-BR" sz="900" b="0" dirty="0" smtClean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endParaRPr lang="pt-BR" sz="900" b="0" dirty="0" smtClean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endParaRPr lang="pt-BR" sz="900" b="0" dirty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</p:txBody>
      </p:sp>
      <p:sp>
        <p:nvSpPr>
          <p:cNvPr id="56" name="Rectangle 3"/>
          <p:cNvSpPr>
            <a:spLocks noChangeArrowheads="1"/>
          </p:cNvSpPr>
          <p:nvPr/>
        </p:nvSpPr>
        <p:spPr bwMode="auto">
          <a:xfrm>
            <a:off x="299104" y="4995031"/>
            <a:ext cx="1857375" cy="17249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pt-BR" sz="1200" b="0" dirty="0">
                <a:solidFill>
                  <a:srgbClr val="7F3D1A"/>
                </a:solidFill>
                <a:latin typeface="Verdana" pitchFamily="34" charset="0"/>
                <a:cs typeface="Arial" pitchFamily="34" charset="0"/>
              </a:rPr>
              <a:t>Próximas Atividades</a:t>
            </a:r>
          </a:p>
        </p:txBody>
      </p:sp>
      <p:sp>
        <p:nvSpPr>
          <p:cNvPr id="58" name="Rectangle 13"/>
          <p:cNvSpPr>
            <a:spLocks noChangeArrowheads="1"/>
          </p:cNvSpPr>
          <p:nvPr/>
        </p:nvSpPr>
        <p:spPr bwMode="auto">
          <a:xfrm>
            <a:off x="250031" y="878307"/>
            <a:ext cx="1357312" cy="1886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pt-BR" sz="1200" b="0" dirty="0">
                <a:solidFill>
                  <a:srgbClr val="7F3D1A"/>
                </a:solidFill>
                <a:latin typeface="Verdana" pitchFamily="34" charset="0"/>
                <a:cs typeface="Arial" pitchFamily="34" charset="0"/>
              </a:rPr>
              <a:t>Situação Geral</a:t>
            </a:r>
          </a:p>
        </p:txBody>
      </p:sp>
      <p:sp>
        <p:nvSpPr>
          <p:cNvPr id="59" name="Rectangle 13"/>
          <p:cNvSpPr>
            <a:spLocks noChangeArrowheads="1"/>
          </p:cNvSpPr>
          <p:nvPr/>
        </p:nvSpPr>
        <p:spPr bwMode="auto">
          <a:xfrm>
            <a:off x="5615830" y="865944"/>
            <a:ext cx="1872878" cy="27699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1200" b="0" dirty="0">
                <a:solidFill>
                  <a:srgbClr val="7F3D1A"/>
                </a:solidFill>
                <a:latin typeface="Verdana" pitchFamily="34" charset="0"/>
                <a:cs typeface="Arial" pitchFamily="34" charset="0"/>
              </a:rPr>
              <a:t>Histórico Indicadores</a:t>
            </a:r>
          </a:p>
        </p:txBody>
      </p:sp>
      <p:sp>
        <p:nvSpPr>
          <p:cNvPr id="72" name="Retângulo 71"/>
          <p:cNvSpPr/>
          <p:nvPr/>
        </p:nvSpPr>
        <p:spPr>
          <a:xfrm>
            <a:off x="215910" y="1196752"/>
            <a:ext cx="1143000" cy="21431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 sz="900" dirty="0">
              <a:latin typeface="Verdana" pitchFamily="34" charset="0"/>
            </a:endParaRPr>
          </a:p>
        </p:txBody>
      </p:sp>
      <p:sp>
        <p:nvSpPr>
          <p:cNvPr id="73" name="Retângulo 72"/>
          <p:cNvSpPr/>
          <p:nvPr/>
        </p:nvSpPr>
        <p:spPr>
          <a:xfrm>
            <a:off x="216693" y="1454807"/>
            <a:ext cx="1143000" cy="2143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pt-BR" sz="900" dirty="0">
                <a:solidFill>
                  <a:srgbClr val="000000"/>
                </a:solidFill>
                <a:latin typeface="Verdana" pitchFamily="34" charset="0"/>
              </a:rPr>
              <a:t>SPI = </a:t>
            </a:r>
            <a:r>
              <a:rPr lang="pt-BR" sz="900" dirty="0" smtClean="0">
                <a:solidFill>
                  <a:srgbClr val="000000"/>
                </a:solidFill>
                <a:latin typeface="Verdana" pitchFamily="34" charset="0"/>
              </a:rPr>
              <a:t>0,99</a:t>
            </a:r>
            <a:endParaRPr lang="pt-BR" sz="900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74" name="Retângulo 73"/>
          <p:cNvSpPr/>
          <p:nvPr/>
        </p:nvSpPr>
        <p:spPr>
          <a:xfrm>
            <a:off x="216693" y="1740557"/>
            <a:ext cx="1143000" cy="2143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pt-BR" sz="900" dirty="0">
              <a:latin typeface="Verdana" pitchFamily="34" charset="0"/>
            </a:endParaRPr>
          </a:p>
        </p:txBody>
      </p:sp>
      <p:sp>
        <p:nvSpPr>
          <p:cNvPr id="75" name="Retângulo 74"/>
          <p:cNvSpPr/>
          <p:nvPr/>
        </p:nvSpPr>
        <p:spPr>
          <a:xfrm>
            <a:off x="216693" y="2026307"/>
            <a:ext cx="1143000" cy="2143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 sz="900" dirty="0">
              <a:latin typeface="Verdana" pitchFamily="34" charset="0"/>
            </a:endParaRPr>
          </a:p>
        </p:txBody>
      </p:sp>
      <p:sp>
        <p:nvSpPr>
          <p:cNvPr id="76" name="Retângulo 75"/>
          <p:cNvSpPr/>
          <p:nvPr/>
        </p:nvSpPr>
        <p:spPr>
          <a:xfrm>
            <a:off x="227806" y="2312057"/>
            <a:ext cx="1143000" cy="21431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 sz="900" dirty="0">
              <a:latin typeface="Verdana" pitchFamily="34" charset="0"/>
            </a:endParaRPr>
          </a:p>
        </p:txBody>
      </p:sp>
      <p:sp>
        <p:nvSpPr>
          <p:cNvPr id="77" name="Retângulo 76"/>
          <p:cNvSpPr/>
          <p:nvPr/>
        </p:nvSpPr>
        <p:spPr>
          <a:xfrm>
            <a:off x="1381918" y="1169057"/>
            <a:ext cx="1143000" cy="214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1050" b="0" dirty="0">
                <a:solidFill>
                  <a:schemeClr val="bg1">
                    <a:lumMod val="50000"/>
                  </a:schemeClr>
                </a:solidFill>
                <a:latin typeface="Verdana" pitchFamily="34" charset="0"/>
              </a:rPr>
              <a:t>Índice Geral</a:t>
            </a:r>
          </a:p>
        </p:txBody>
      </p:sp>
      <p:sp>
        <p:nvSpPr>
          <p:cNvPr id="78" name="Retângulo 77"/>
          <p:cNvSpPr/>
          <p:nvPr/>
        </p:nvSpPr>
        <p:spPr>
          <a:xfrm>
            <a:off x="1381918" y="1454807"/>
            <a:ext cx="1143000" cy="214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1100" b="0" dirty="0">
                <a:solidFill>
                  <a:schemeClr val="bg1">
                    <a:lumMod val="50000"/>
                  </a:schemeClr>
                </a:solidFill>
                <a:latin typeface="Verdana" pitchFamily="34" charset="0"/>
              </a:rPr>
              <a:t>Prazo Total</a:t>
            </a:r>
          </a:p>
        </p:txBody>
      </p:sp>
      <p:sp>
        <p:nvSpPr>
          <p:cNvPr id="79" name="Retângulo 78"/>
          <p:cNvSpPr/>
          <p:nvPr/>
        </p:nvSpPr>
        <p:spPr>
          <a:xfrm>
            <a:off x="1381918" y="1742145"/>
            <a:ext cx="1225550" cy="212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1100" b="0" dirty="0">
                <a:solidFill>
                  <a:schemeClr val="bg1">
                    <a:lumMod val="50000"/>
                  </a:schemeClr>
                </a:solidFill>
                <a:latin typeface="Verdana" pitchFamily="34" charset="0"/>
              </a:rPr>
              <a:t>Fator Custo</a:t>
            </a:r>
          </a:p>
        </p:txBody>
      </p:sp>
      <p:sp>
        <p:nvSpPr>
          <p:cNvPr id="80" name="Retângulo 79"/>
          <p:cNvSpPr/>
          <p:nvPr/>
        </p:nvSpPr>
        <p:spPr>
          <a:xfrm>
            <a:off x="1381918" y="2026307"/>
            <a:ext cx="1143000" cy="214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1100" b="0" dirty="0">
                <a:solidFill>
                  <a:schemeClr val="bg1">
                    <a:lumMod val="50000"/>
                  </a:schemeClr>
                </a:solidFill>
                <a:latin typeface="Verdana" pitchFamily="34" charset="0"/>
              </a:rPr>
              <a:t>Entregas</a:t>
            </a:r>
          </a:p>
        </p:txBody>
      </p:sp>
      <p:sp>
        <p:nvSpPr>
          <p:cNvPr id="81" name="Retângulo 80"/>
          <p:cNvSpPr/>
          <p:nvPr/>
        </p:nvSpPr>
        <p:spPr>
          <a:xfrm>
            <a:off x="1381918" y="2312057"/>
            <a:ext cx="1143000" cy="214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1100" b="0" dirty="0">
                <a:solidFill>
                  <a:schemeClr val="bg1">
                    <a:lumMod val="50000"/>
                  </a:schemeClr>
                </a:solidFill>
                <a:latin typeface="Verdana" pitchFamily="34" charset="0"/>
              </a:rPr>
              <a:t>Risco</a:t>
            </a:r>
          </a:p>
        </p:txBody>
      </p:sp>
      <p:sp>
        <p:nvSpPr>
          <p:cNvPr id="82" name="AutoShape 146"/>
          <p:cNvSpPr>
            <a:spLocks noChangeArrowheads="1"/>
          </p:cNvSpPr>
          <p:nvPr/>
        </p:nvSpPr>
        <p:spPr bwMode="auto">
          <a:xfrm>
            <a:off x="3004343" y="1040470"/>
            <a:ext cx="1143000" cy="1839912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25400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000" dirty="0">
              <a:solidFill>
                <a:srgbClr val="56523C"/>
              </a:solidFill>
              <a:latin typeface="Verdana" pitchFamily="34" charset="0"/>
              <a:ea typeface="+mn-ea"/>
              <a:cs typeface="Arial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000" dirty="0">
              <a:solidFill>
                <a:srgbClr val="56523C"/>
              </a:solidFill>
              <a:latin typeface="Verdana" pitchFamily="34" charset="0"/>
              <a:ea typeface="+mn-ea"/>
              <a:cs typeface="Arial" pitchFamily="34" charset="0"/>
            </a:endParaRPr>
          </a:p>
        </p:txBody>
      </p:sp>
      <p:sp>
        <p:nvSpPr>
          <p:cNvPr id="83" name="Rectangle 13"/>
          <p:cNvSpPr>
            <a:spLocks noChangeArrowheads="1"/>
          </p:cNvSpPr>
          <p:nvPr/>
        </p:nvSpPr>
        <p:spPr bwMode="auto">
          <a:xfrm>
            <a:off x="3123406" y="896430"/>
            <a:ext cx="788987" cy="2075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pt-BR" sz="1200" b="0" dirty="0">
                <a:solidFill>
                  <a:srgbClr val="7F3D1A"/>
                </a:solidFill>
                <a:latin typeface="Verdana" pitchFamily="34" charset="0"/>
                <a:cs typeface="Arial" pitchFamily="34" charset="0"/>
              </a:rPr>
              <a:t>Marcos</a:t>
            </a:r>
          </a:p>
        </p:txBody>
      </p:sp>
      <p:sp>
        <p:nvSpPr>
          <p:cNvPr id="84" name="Retângulo 83"/>
          <p:cNvSpPr/>
          <p:nvPr/>
        </p:nvSpPr>
        <p:spPr>
          <a:xfrm>
            <a:off x="3036093" y="1329395"/>
            <a:ext cx="428625" cy="1143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1050" dirty="0">
                <a:solidFill>
                  <a:srgbClr val="532C10"/>
                </a:solidFill>
                <a:latin typeface="Verdana" pitchFamily="34" charset="0"/>
              </a:rPr>
              <a:t>P0</a:t>
            </a:r>
          </a:p>
          <a:p>
            <a:pPr>
              <a:defRPr/>
            </a:pPr>
            <a:endParaRPr lang="pt-BR" sz="1050" dirty="0">
              <a:solidFill>
                <a:srgbClr val="532C10"/>
              </a:solidFill>
              <a:latin typeface="Verdana" pitchFamily="34" charset="0"/>
            </a:endParaRPr>
          </a:p>
          <a:p>
            <a:pPr>
              <a:defRPr/>
            </a:pPr>
            <a:r>
              <a:rPr lang="pt-BR" sz="1050" dirty="0">
                <a:solidFill>
                  <a:srgbClr val="532C10"/>
                </a:solidFill>
                <a:latin typeface="Verdana" pitchFamily="34" charset="0"/>
              </a:rPr>
              <a:t>P1</a:t>
            </a:r>
          </a:p>
          <a:p>
            <a:pPr>
              <a:defRPr/>
            </a:pPr>
            <a:endParaRPr lang="pt-BR" sz="1050" dirty="0">
              <a:solidFill>
                <a:srgbClr val="532C10"/>
              </a:solidFill>
              <a:latin typeface="Verdana" pitchFamily="34" charset="0"/>
            </a:endParaRPr>
          </a:p>
          <a:p>
            <a:pPr>
              <a:defRPr/>
            </a:pPr>
            <a:r>
              <a:rPr lang="pt-BR" sz="1050" dirty="0">
                <a:solidFill>
                  <a:srgbClr val="532C10"/>
                </a:solidFill>
                <a:latin typeface="Verdana" pitchFamily="34" charset="0"/>
              </a:rPr>
              <a:t>P2</a:t>
            </a:r>
          </a:p>
          <a:p>
            <a:pPr>
              <a:defRPr/>
            </a:pPr>
            <a:endParaRPr lang="pt-BR" sz="1050" dirty="0">
              <a:solidFill>
                <a:srgbClr val="532C10"/>
              </a:solidFill>
              <a:latin typeface="Verdana" pitchFamily="34" charset="0"/>
            </a:endParaRPr>
          </a:p>
          <a:p>
            <a:pPr>
              <a:defRPr/>
            </a:pPr>
            <a:r>
              <a:rPr lang="pt-BR" sz="1050" dirty="0">
                <a:solidFill>
                  <a:srgbClr val="532C10"/>
                </a:solidFill>
                <a:latin typeface="Verdana" pitchFamily="34" charset="0"/>
              </a:rPr>
              <a:t>P3</a:t>
            </a:r>
          </a:p>
        </p:txBody>
      </p:sp>
      <p:sp>
        <p:nvSpPr>
          <p:cNvPr id="85" name="Retângulo 84"/>
          <p:cNvSpPr/>
          <p:nvPr/>
        </p:nvSpPr>
        <p:spPr>
          <a:xfrm>
            <a:off x="3340893" y="1643720"/>
            <a:ext cx="785813" cy="214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1000" b="0" dirty="0" smtClean="0">
                <a:solidFill>
                  <a:schemeClr val="bg1">
                    <a:lumMod val="50000"/>
                  </a:schemeClr>
                </a:solidFill>
                <a:latin typeface="Verdana" pitchFamily="34" charset="0"/>
              </a:rPr>
              <a:t>01/04/13</a:t>
            </a:r>
            <a:endParaRPr lang="pt-BR" sz="1000" b="0" dirty="0">
              <a:solidFill>
                <a:schemeClr val="bg1">
                  <a:lumMod val="50000"/>
                </a:schemeClr>
              </a:solidFill>
              <a:latin typeface="Verdana" pitchFamily="34" charset="0"/>
            </a:endParaRPr>
          </a:p>
        </p:txBody>
      </p:sp>
      <p:sp>
        <p:nvSpPr>
          <p:cNvPr id="86" name="Retângulo 85"/>
          <p:cNvSpPr/>
          <p:nvPr/>
        </p:nvSpPr>
        <p:spPr>
          <a:xfrm>
            <a:off x="3332955" y="1959632"/>
            <a:ext cx="986731" cy="1738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1000" b="0" dirty="0" smtClean="0">
                <a:solidFill>
                  <a:schemeClr val="bg1">
                    <a:lumMod val="50000"/>
                  </a:schemeClr>
                </a:solidFill>
                <a:latin typeface="Verdana" pitchFamily="34" charset="0"/>
              </a:rPr>
              <a:t>21/12/13</a:t>
            </a:r>
            <a:endParaRPr lang="pt-BR" sz="1000" b="0" dirty="0">
              <a:solidFill>
                <a:schemeClr val="bg1">
                  <a:lumMod val="50000"/>
                </a:schemeClr>
              </a:solidFill>
              <a:latin typeface="Verdana" pitchFamily="34" charset="0"/>
            </a:endParaRPr>
          </a:p>
        </p:txBody>
      </p:sp>
      <p:sp>
        <p:nvSpPr>
          <p:cNvPr id="87" name="Retângulo 86"/>
          <p:cNvSpPr/>
          <p:nvPr/>
        </p:nvSpPr>
        <p:spPr>
          <a:xfrm>
            <a:off x="3332956" y="2266020"/>
            <a:ext cx="785812" cy="214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1000" b="0" dirty="0" smtClean="0">
                <a:solidFill>
                  <a:schemeClr val="bg1">
                    <a:lumMod val="50000"/>
                  </a:schemeClr>
                </a:solidFill>
                <a:latin typeface="Verdana" pitchFamily="34" charset="0"/>
              </a:rPr>
              <a:t>25/03/14</a:t>
            </a:r>
            <a:endParaRPr lang="pt-BR" sz="1000" b="0" dirty="0">
              <a:solidFill>
                <a:schemeClr val="bg1">
                  <a:lumMod val="50000"/>
                </a:schemeClr>
              </a:solidFill>
              <a:latin typeface="Verdana" pitchFamily="34" charset="0"/>
            </a:endParaRPr>
          </a:p>
        </p:txBody>
      </p:sp>
      <p:sp>
        <p:nvSpPr>
          <p:cNvPr id="88" name="Retângulo 87"/>
          <p:cNvSpPr/>
          <p:nvPr/>
        </p:nvSpPr>
        <p:spPr>
          <a:xfrm>
            <a:off x="232568" y="2594632"/>
            <a:ext cx="1143000" cy="2143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pt-BR" sz="900" b="0" dirty="0">
              <a:latin typeface="Verdana" pitchFamily="34" charset="0"/>
            </a:endParaRPr>
          </a:p>
        </p:txBody>
      </p:sp>
      <p:sp>
        <p:nvSpPr>
          <p:cNvPr id="89" name="Retângulo 88"/>
          <p:cNvSpPr/>
          <p:nvPr/>
        </p:nvSpPr>
        <p:spPr>
          <a:xfrm>
            <a:off x="1386681" y="2594632"/>
            <a:ext cx="1143000" cy="214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1100" b="0" dirty="0">
                <a:solidFill>
                  <a:schemeClr val="bg1">
                    <a:lumMod val="50000"/>
                  </a:schemeClr>
                </a:solidFill>
                <a:latin typeface="Verdana" pitchFamily="34" charset="0"/>
              </a:rPr>
              <a:t>Escopo</a:t>
            </a:r>
          </a:p>
        </p:txBody>
      </p:sp>
      <p:sp>
        <p:nvSpPr>
          <p:cNvPr id="60" name="AutoShape 146"/>
          <p:cNvSpPr>
            <a:spLocks noChangeArrowheads="1"/>
          </p:cNvSpPr>
          <p:nvPr/>
        </p:nvSpPr>
        <p:spPr bwMode="auto">
          <a:xfrm>
            <a:off x="143667" y="3068960"/>
            <a:ext cx="4003676" cy="1845933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25400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defRPr/>
            </a:pPr>
            <a:endParaRPr lang="pt-BR" sz="900" b="0" dirty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171450" lvl="1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r>
              <a:rPr lang="pt-BR" sz="900" b="0" dirty="0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04/07 </a:t>
            </a:r>
            <a:r>
              <a:rPr lang="pt-BR" sz="900" b="0" dirty="0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– </a:t>
            </a:r>
            <a:r>
              <a:rPr lang="pt-BR" sz="900" b="0" dirty="0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Consolidação dos documentos de base, </a:t>
            </a:r>
            <a:r>
              <a:rPr lang="pt-BR" sz="900" b="0" dirty="0" err="1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ITs</a:t>
            </a:r>
            <a:r>
              <a:rPr lang="pt-BR" sz="900" b="0" dirty="0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, e </a:t>
            </a:r>
            <a:r>
              <a:rPr lang="pt-BR" sz="900" b="0" dirty="0" err="1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templates</a:t>
            </a:r>
            <a:r>
              <a:rPr lang="pt-BR" sz="900" b="0" dirty="0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;</a:t>
            </a:r>
            <a:endParaRPr lang="pt-BR" sz="900" b="0" dirty="0" smtClean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171450" lvl="1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endParaRPr lang="pt-BR" sz="900" b="0" dirty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171450" lvl="1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r>
              <a:rPr lang="pt-BR" sz="900" b="0" dirty="0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04/07</a:t>
            </a:r>
            <a:r>
              <a:rPr lang="pt-BR" sz="900" b="0" dirty="0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 </a:t>
            </a:r>
            <a:r>
              <a:rPr lang="pt-BR" sz="900" b="0" dirty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– </a:t>
            </a:r>
            <a:r>
              <a:rPr lang="pt-BR" sz="900" b="0" dirty="0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Atualização do cronograma e do SPI do projeto;</a:t>
            </a:r>
            <a:endParaRPr lang="pt-BR" sz="900" b="0" dirty="0" smtClean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171450" lvl="1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endParaRPr lang="pt-BR" sz="900" b="0" dirty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171450" lvl="1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r>
              <a:rPr lang="pt-BR" sz="900" b="0" dirty="0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04/07 </a:t>
            </a:r>
            <a:r>
              <a:rPr lang="pt-BR" sz="900" b="0" dirty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– </a:t>
            </a:r>
            <a:r>
              <a:rPr lang="pt-BR" sz="900" b="0" dirty="0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Preparação para reunião de grupo do dia 08/07/2013.</a:t>
            </a:r>
            <a:endParaRPr lang="pt-BR" sz="900" b="0" dirty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</p:txBody>
      </p:sp>
      <p:sp>
        <p:nvSpPr>
          <p:cNvPr id="90" name="Retângulo 89"/>
          <p:cNvSpPr/>
          <p:nvPr/>
        </p:nvSpPr>
        <p:spPr>
          <a:xfrm>
            <a:off x="3340893" y="1338920"/>
            <a:ext cx="785813" cy="214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1000" b="0" dirty="0" smtClean="0">
                <a:solidFill>
                  <a:schemeClr val="bg1">
                    <a:lumMod val="50000"/>
                  </a:schemeClr>
                </a:solidFill>
                <a:latin typeface="Verdana" pitchFamily="34" charset="0"/>
              </a:rPr>
              <a:t>29/10/12</a:t>
            </a:r>
            <a:endParaRPr lang="pt-BR" sz="1000" b="0" dirty="0">
              <a:solidFill>
                <a:schemeClr val="bg1">
                  <a:lumMod val="50000"/>
                </a:schemeClr>
              </a:solidFill>
              <a:latin typeface="Verdana" pitchFamily="34" charset="0"/>
            </a:endParaRPr>
          </a:p>
        </p:txBody>
      </p:sp>
      <p:sp>
        <p:nvSpPr>
          <p:cNvPr id="62" name="Rectangle 2"/>
          <p:cNvSpPr>
            <a:spLocks noChangeArrowheads="1"/>
          </p:cNvSpPr>
          <p:nvPr/>
        </p:nvSpPr>
        <p:spPr bwMode="auto">
          <a:xfrm>
            <a:off x="250031" y="2968468"/>
            <a:ext cx="2571750" cy="172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pt-BR" sz="1200" b="0" dirty="0">
                <a:solidFill>
                  <a:srgbClr val="7F3D1A"/>
                </a:solidFill>
                <a:latin typeface="Verdana" pitchFamily="34" charset="0"/>
                <a:cs typeface="Arial" pitchFamily="34" charset="0"/>
              </a:rPr>
              <a:t>Principais Marcos Completados</a:t>
            </a:r>
          </a:p>
        </p:txBody>
      </p:sp>
      <p:sp>
        <p:nvSpPr>
          <p:cNvPr id="44" name="AutoShape 146"/>
          <p:cNvSpPr>
            <a:spLocks noChangeArrowheads="1"/>
          </p:cNvSpPr>
          <p:nvPr/>
        </p:nvSpPr>
        <p:spPr bwMode="auto">
          <a:xfrm>
            <a:off x="4240732" y="3976884"/>
            <a:ext cx="4827068" cy="938009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25400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defRPr/>
            </a:pPr>
            <a:r>
              <a:rPr lang="pt-BR" sz="1100" dirty="0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Riscos:</a:t>
            </a:r>
            <a:r>
              <a:rPr lang="pt-BR" sz="900" b="0" dirty="0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 </a:t>
            </a:r>
          </a:p>
          <a:p>
            <a:pPr marL="527050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endParaRPr lang="pt-BR" sz="900" b="0" dirty="0" smtClean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marL="527050" indent="-171450"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buFont typeface="Wingdings" charset="2"/>
              <a:buChar char="Ø"/>
              <a:defRPr/>
            </a:pPr>
            <a:r>
              <a:rPr lang="pt-BR" sz="900" b="0" dirty="0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Comprometimento da agenda dos integrantes do grupo de processos: Weslley Figueiredo, Marcel Saito e Jean </a:t>
            </a:r>
            <a:r>
              <a:rPr lang="pt-BR" sz="900" b="0" dirty="0" err="1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Baro</a:t>
            </a:r>
            <a:r>
              <a:rPr lang="pt-BR" sz="900" b="0" dirty="0" smtClean="0">
                <a:solidFill>
                  <a:srgbClr val="56523C"/>
                </a:solidFill>
                <a:latin typeface="Verdana" pitchFamily="34" charset="0"/>
                <a:cs typeface="Arial" pitchFamily="34" charset="0"/>
              </a:rPr>
              <a:t>.</a:t>
            </a:r>
            <a:endParaRPr lang="en-US" sz="900" b="0" dirty="0" smtClean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F38345"/>
              </a:buClr>
              <a:defRPr/>
            </a:pPr>
            <a:endParaRPr lang="en-US" sz="900" b="0" dirty="0" smtClean="0">
              <a:solidFill>
                <a:srgbClr val="56523C"/>
              </a:solidFill>
              <a:latin typeface="Verdana" pitchFamily="34" charset="0"/>
              <a:cs typeface="Arial" pitchFamily="34" charset="0"/>
            </a:endParaRPr>
          </a:p>
        </p:txBody>
      </p:sp>
      <p:sp>
        <p:nvSpPr>
          <p:cNvPr id="46" name="Rectangle 6"/>
          <p:cNvSpPr>
            <a:spLocks noChangeArrowheads="1"/>
          </p:cNvSpPr>
          <p:nvPr/>
        </p:nvSpPr>
        <p:spPr bwMode="auto">
          <a:xfrm>
            <a:off x="4355976" y="3861048"/>
            <a:ext cx="2532063" cy="18974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1200" b="0" dirty="0">
                <a:solidFill>
                  <a:srgbClr val="7F3D1A"/>
                </a:solidFill>
                <a:latin typeface="Verdana" pitchFamily="34" charset="0"/>
                <a:cs typeface="Arial" pitchFamily="34" charset="0"/>
              </a:rPr>
              <a:t>Principais Riscos ou Problemas</a:t>
            </a:r>
          </a:p>
        </p:txBody>
      </p:sp>
      <p:graphicFrame>
        <p:nvGraphicFramePr>
          <p:cNvPr id="33" name="Gráfico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5142847"/>
              </p:ext>
            </p:extLst>
          </p:nvPr>
        </p:nvGraphicFramePr>
        <p:xfrm>
          <a:off x="4247356" y="1383370"/>
          <a:ext cx="4820444" cy="19736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0" y="130175"/>
            <a:ext cx="8839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b="0" dirty="0" smtClean="0">
                <a:solidFill>
                  <a:srgbClr val="7F3D1A"/>
                </a:solidFill>
                <a:latin typeface="Verdana" pitchFamily="34" charset="0"/>
                <a:cs typeface="Arial" pitchFamily="34" charset="0"/>
              </a:rPr>
              <a:t>2. Cronograma Macro (divulgado no P1)</a:t>
            </a:r>
            <a:endParaRPr lang="pt-BR" b="0" dirty="0">
              <a:solidFill>
                <a:srgbClr val="73B0C3"/>
              </a:solidFill>
              <a:latin typeface="Verdana" pitchFamily="34" charset="0"/>
              <a:cs typeface="Arial" pitchFamily="34" charset="0"/>
            </a:endParaRPr>
          </a:p>
        </p:txBody>
      </p:sp>
      <p:sp>
        <p:nvSpPr>
          <p:cNvPr id="11" name="Retângulo 4"/>
          <p:cNvSpPr/>
          <p:nvPr/>
        </p:nvSpPr>
        <p:spPr>
          <a:xfrm>
            <a:off x="3347865" y="1268760"/>
            <a:ext cx="995535" cy="5256584"/>
          </a:xfrm>
          <a:prstGeom prst="rect">
            <a:avLst/>
          </a:prstGeom>
          <a:solidFill>
            <a:srgbClr val="FF0000">
              <a:alpha val="36000"/>
            </a:srgb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2" name="Retângulo 4"/>
          <p:cNvSpPr/>
          <p:nvPr/>
        </p:nvSpPr>
        <p:spPr>
          <a:xfrm>
            <a:off x="6353993" y="1268760"/>
            <a:ext cx="1026319" cy="5256584"/>
          </a:xfrm>
          <a:prstGeom prst="rect">
            <a:avLst/>
          </a:prstGeom>
          <a:solidFill>
            <a:srgbClr val="FF0000">
              <a:alpha val="36000"/>
            </a:srgb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4" name="AutoShape 3"/>
          <p:cNvSpPr>
            <a:spLocks noChangeArrowheads="1"/>
          </p:cNvSpPr>
          <p:nvPr/>
        </p:nvSpPr>
        <p:spPr bwMode="auto">
          <a:xfrm>
            <a:off x="179388" y="1133475"/>
            <a:ext cx="8812212" cy="5535613"/>
          </a:xfrm>
          <a:prstGeom prst="roundRect">
            <a:avLst>
              <a:gd name="adj" fmla="val 2972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pt-BR" sz="1000">
              <a:latin typeface="Verdana" charset="0"/>
            </a:endParaRPr>
          </a:p>
        </p:txBody>
      </p:sp>
      <p:cxnSp>
        <p:nvCxnSpPr>
          <p:cNvPr id="16" name="Conector reto 5"/>
          <p:cNvCxnSpPr/>
          <p:nvPr/>
        </p:nvCxnSpPr>
        <p:spPr bwMode="auto">
          <a:xfrm rot="16200000">
            <a:off x="883444" y="3925094"/>
            <a:ext cx="5292725" cy="15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6"/>
          <p:cNvCxnSpPr/>
          <p:nvPr/>
        </p:nvCxnSpPr>
        <p:spPr bwMode="auto">
          <a:xfrm>
            <a:off x="428625" y="2203276"/>
            <a:ext cx="8351838" cy="158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7"/>
          <p:cNvCxnSpPr/>
          <p:nvPr/>
        </p:nvCxnSpPr>
        <p:spPr bwMode="auto">
          <a:xfrm>
            <a:off x="428625" y="2780928"/>
            <a:ext cx="8351838" cy="15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8"/>
          <p:cNvCxnSpPr/>
          <p:nvPr/>
        </p:nvCxnSpPr>
        <p:spPr bwMode="auto">
          <a:xfrm>
            <a:off x="428625" y="3356992"/>
            <a:ext cx="8351838" cy="158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9"/>
          <p:cNvCxnSpPr/>
          <p:nvPr/>
        </p:nvCxnSpPr>
        <p:spPr bwMode="auto">
          <a:xfrm>
            <a:off x="428625" y="4149080"/>
            <a:ext cx="8351838" cy="15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10"/>
          <p:cNvCxnSpPr/>
          <p:nvPr/>
        </p:nvCxnSpPr>
        <p:spPr bwMode="auto">
          <a:xfrm>
            <a:off x="428625" y="6523757"/>
            <a:ext cx="8351838" cy="15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13"/>
          <p:cNvCxnSpPr/>
          <p:nvPr/>
        </p:nvCxnSpPr>
        <p:spPr bwMode="auto">
          <a:xfrm>
            <a:off x="428625" y="1570038"/>
            <a:ext cx="8351838" cy="15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201918" y="1296975"/>
            <a:ext cx="15840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sz="1100" b="1">
                <a:solidFill>
                  <a:srgbClr val="006666"/>
                </a:solidFill>
                <a:latin typeface="Verdana" charset="0"/>
              </a:rPr>
              <a:t>Macro Atividade</a:t>
            </a:r>
          </a:p>
        </p:txBody>
      </p:sp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201918" y="1772816"/>
            <a:ext cx="15840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sz="1100" dirty="0">
                <a:solidFill>
                  <a:srgbClr val="006666"/>
                </a:solidFill>
                <a:latin typeface="Verdana" charset="0"/>
              </a:rPr>
              <a:t>Planejamento</a:t>
            </a:r>
          </a:p>
        </p:txBody>
      </p:sp>
      <p:sp>
        <p:nvSpPr>
          <p:cNvPr id="25" name="Text Box 5"/>
          <p:cNvSpPr txBox="1">
            <a:spLocks noChangeArrowheads="1"/>
          </p:cNvSpPr>
          <p:nvPr/>
        </p:nvSpPr>
        <p:spPr bwMode="auto">
          <a:xfrm>
            <a:off x="201918" y="2204864"/>
            <a:ext cx="1584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sz="1100" dirty="0" smtClean="0">
                <a:solidFill>
                  <a:srgbClr val="006666"/>
                </a:solidFill>
                <a:latin typeface="Verdana" charset="0"/>
              </a:rPr>
              <a:t>Planejamento Detalhado</a:t>
            </a:r>
            <a:endParaRPr lang="pt-BR" sz="1100" dirty="0">
              <a:solidFill>
                <a:srgbClr val="006666"/>
              </a:solidFill>
              <a:latin typeface="Verdana" charset="0"/>
            </a:endParaRPr>
          </a:p>
        </p:txBody>
      </p:sp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201918" y="2924944"/>
            <a:ext cx="15840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sz="1100">
                <a:solidFill>
                  <a:srgbClr val="006666"/>
                </a:solidFill>
                <a:latin typeface="Verdana" charset="0"/>
              </a:rPr>
              <a:t>Aquisição</a:t>
            </a:r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201918" y="3356992"/>
            <a:ext cx="1489762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sz="1100" dirty="0">
                <a:solidFill>
                  <a:srgbClr val="006666"/>
                </a:solidFill>
                <a:latin typeface="Verdana" charset="0"/>
              </a:rPr>
              <a:t>Implantação Arquitetura de rede e Migração da LAN e WAN</a:t>
            </a:r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201918" y="5589240"/>
            <a:ext cx="15840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sz="1100">
                <a:solidFill>
                  <a:srgbClr val="006666"/>
                </a:solidFill>
                <a:latin typeface="Verdana" charset="0"/>
              </a:rPr>
              <a:t>Transição Manter</a:t>
            </a:r>
          </a:p>
        </p:txBody>
      </p:sp>
      <p:cxnSp>
        <p:nvCxnSpPr>
          <p:cNvPr id="29" name="Conector reto 20"/>
          <p:cNvCxnSpPr/>
          <p:nvPr/>
        </p:nvCxnSpPr>
        <p:spPr bwMode="auto">
          <a:xfrm rot="16200000">
            <a:off x="1354931" y="3925094"/>
            <a:ext cx="5292725" cy="158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1"/>
          <p:cNvCxnSpPr/>
          <p:nvPr/>
        </p:nvCxnSpPr>
        <p:spPr bwMode="auto">
          <a:xfrm rot="16200000">
            <a:off x="1826419" y="3925094"/>
            <a:ext cx="5292725" cy="15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22"/>
          <p:cNvCxnSpPr/>
          <p:nvPr/>
        </p:nvCxnSpPr>
        <p:spPr bwMode="auto">
          <a:xfrm rot="16200000">
            <a:off x="2297906" y="3925094"/>
            <a:ext cx="5292725" cy="158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23"/>
          <p:cNvCxnSpPr/>
          <p:nvPr/>
        </p:nvCxnSpPr>
        <p:spPr bwMode="auto">
          <a:xfrm rot="16200000">
            <a:off x="2769394" y="3925094"/>
            <a:ext cx="5292725" cy="15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24"/>
          <p:cNvCxnSpPr/>
          <p:nvPr/>
        </p:nvCxnSpPr>
        <p:spPr bwMode="auto">
          <a:xfrm rot="16200000">
            <a:off x="3240881" y="3925094"/>
            <a:ext cx="5292725" cy="158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25"/>
          <p:cNvCxnSpPr/>
          <p:nvPr/>
        </p:nvCxnSpPr>
        <p:spPr bwMode="auto">
          <a:xfrm rot="16200000">
            <a:off x="3712369" y="3925094"/>
            <a:ext cx="5292725" cy="15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26"/>
          <p:cNvCxnSpPr/>
          <p:nvPr/>
        </p:nvCxnSpPr>
        <p:spPr bwMode="auto">
          <a:xfrm rot="16200000">
            <a:off x="4183856" y="3925094"/>
            <a:ext cx="5292725" cy="158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27"/>
          <p:cNvCxnSpPr/>
          <p:nvPr/>
        </p:nvCxnSpPr>
        <p:spPr bwMode="auto">
          <a:xfrm rot="16200000">
            <a:off x="4655344" y="3925094"/>
            <a:ext cx="5292725" cy="15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28"/>
          <p:cNvCxnSpPr/>
          <p:nvPr/>
        </p:nvCxnSpPr>
        <p:spPr bwMode="auto">
          <a:xfrm rot="16200000">
            <a:off x="5126831" y="3925094"/>
            <a:ext cx="5292725" cy="158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29"/>
          <p:cNvCxnSpPr/>
          <p:nvPr/>
        </p:nvCxnSpPr>
        <p:spPr bwMode="auto">
          <a:xfrm rot="16200000">
            <a:off x="5598319" y="3925094"/>
            <a:ext cx="5292725" cy="15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0"/>
          <p:cNvCxnSpPr/>
          <p:nvPr/>
        </p:nvCxnSpPr>
        <p:spPr bwMode="auto">
          <a:xfrm rot="16200000">
            <a:off x="6069806" y="3925094"/>
            <a:ext cx="5292725" cy="158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43"/>
          <p:cNvCxnSpPr/>
          <p:nvPr/>
        </p:nvCxnSpPr>
        <p:spPr bwMode="auto">
          <a:xfrm rot="16200000">
            <a:off x="-531019" y="3925094"/>
            <a:ext cx="5292725" cy="158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4"/>
          <p:cNvCxnSpPr/>
          <p:nvPr/>
        </p:nvCxnSpPr>
        <p:spPr bwMode="auto">
          <a:xfrm rot="16200000">
            <a:off x="-1002506" y="3925094"/>
            <a:ext cx="5292725" cy="15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5"/>
          <p:cNvCxnSpPr/>
          <p:nvPr/>
        </p:nvCxnSpPr>
        <p:spPr bwMode="auto">
          <a:xfrm rot="16200000">
            <a:off x="-59531" y="3925094"/>
            <a:ext cx="5292725" cy="15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6"/>
          <p:cNvCxnSpPr/>
          <p:nvPr/>
        </p:nvCxnSpPr>
        <p:spPr bwMode="auto">
          <a:xfrm rot="16200000">
            <a:off x="411956" y="3925094"/>
            <a:ext cx="5292725" cy="158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upo 50"/>
          <p:cNvGrpSpPr>
            <a:grpSpLocks/>
          </p:cNvGrpSpPr>
          <p:nvPr/>
        </p:nvGrpSpPr>
        <p:grpSpPr bwMode="auto">
          <a:xfrm>
            <a:off x="1624380" y="1285860"/>
            <a:ext cx="7125138" cy="230832"/>
            <a:chOff x="1624380" y="1285860"/>
            <a:chExt cx="7125138" cy="230832"/>
          </a:xfrm>
        </p:grpSpPr>
        <p:sp>
          <p:nvSpPr>
            <p:cNvPr id="45" name="Text Box 5"/>
            <p:cNvSpPr txBox="1">
              <a:spLocks noChangeArrowheads="1"/>
            </p:cNvSpPr>
            <p:nvPr/>
          </p:nvSpPr>
          <p:spPr bwMode="auto">
            <a:xfrm>
              <a:off x="2571278" y="1285860"/>
              <a:ext cx="571503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sz="900">
                  <a:solidFill>
                    <a:srgbClr val="7F3D1A"/>
                  </a:solidFill>
                  <a:latin typeface="Verdana" charset="0"/>
                </a:rPr>
                <a:t>Fev</a:t>
              </a:r>
            </a:p>
          </p:txBody>
        </p:sp>
        <p:sp>
          <p:nvSpPr>
            <p:cNvPr id="46" name="Text Box 5"/>
            <p:cNvSpPr txBox="1">
              <a:spLocks noChangeArrowheads="1"/>
            </p:cNvSpPr>
            <p:nvPr/>
          </p:nvSpPr>
          <p:spPr bwMode="auto">
            <a:xfrm>
              <a:off x="3044727" y="1285860"/>
              <a:ext cx="571503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sz="900">
                  <a:solidFill>
                    <a:srgbClr val="7F3D1A"/>
                  </a:solidFill>
                  <a:latin typeface="Verdana" charset="0"/>
                </a:rPr>
                <a:t>Mar</a:t>
              </a:r>
            </a:p>
          </p:txBody>
        </p:sp>
        <p:sp>
          <p:nvSpPr>
            <p:cNvPr id="47" name="Text Box 5"/>
            <p:cNvSpPr txBox="1">
              <a:spLocks noChangeArrowheads="1"/>
            </p:cNvSpPr>
            <p:nvPr/>
          </p:nvSpPr>
          <p:spPr bwMode="auto">
            <a:xfrm>
              <a:off x="3518176" y="1285860"/>
              <a:ext cx="571503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sz="900">
                  <a:solidFill>
                    <a:srgbClr val="7F3D1A"/>
                  </a:solidFill>
                  <a:latin typeface="Verdana" charset="0"/>
                </a:rPr>
                <a:t>Abr</a:t>
              </a:r>
            </a:p>
          </p:txBody>
        </p:sp>
        <p:sp>
          <p:nvSpPr>
            <p:cNvPr id="48" name="Text Box 5"/>
            <p:cNvSpPr txBox="1">
              <a:spLocks noChangeArrowheads="1"/>
            </p:cNvSpPr>
            <p:nvPr/>
          </p:nvSpPr>
          <p:spPr bwMode="auto">
            <a:xfrm>
              <a:off x="2097829" y="1285860"/>
              <a:ext cx="571503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sz="900">
                  <a:solidFill>
                    <a:srgbClr val="7F3D1A"/>
                  </a:solidFill>
                  <a:latin typeface="Verdana" charset="0"/>
                </a:rPr>
                <a:t>Jan</a:t>
              </a:r>
            </a:p>
          </p:txBody>
        </p:sp>
        <p:sp>
          <p:nvSpPr>
            <p:cNvPr id="49" name="Text Box 5"/>
            <p:cNvSpPr txBox="1">
              <a:spLocks noChangeArrowheads="1"/>
            </p:cNvSpPr>
            <p:nvPr/>
          </p:nvSpPr>
          <p:spPr bwMode="auto">
            <a:xfrm>
              <a:off x="3991625" y="1285860"/>
              <a:ext cx="571503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sz="900">
                  <a:solidFill>
                    <a:srgbClr val="7F3D1A"/>
                  </a:solidFill>
                  <a:latin typeface="Verdana" charset="0"/>
                </a:rPr>
                <a:t>Mai</a:t>
              </a:r>
            </a:p>
          </p:txBody>
        </p:sp>
        <p:sp>
          <p:nvSpPr>
            <p:cNvPr id="50" name="Text Box 5"/>
            <p:cNvSpPr txBox="1">
              <a:spLocks noChangeArrowheads="1"/>
            </p:cNvSpPr>
            <p:nvPr/>
          </p:nvSpPr>
          <p:spPr bwMode="auto">
            <a:xfrm>
              <a:off x="7305768" y="1285860"/>
              <a:ext cx="571503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sz="900">
                  <a:solidFill>
                    <a:srgbClr val="7F3D1A"/>
                  </a:solidFill>
                  <a:latin typeface="Verdana" charset="0"/>
                </a:rPr>
                <a:t>Dez</a:t>
              </a:r>
            </a:p>
          </p:txBody>
        </p:sp>
        <p:sp>
          <p:nvSpPr>
            <p:cNvPr id="51" name="Text Box 5"/>
            <p:cNvSpPr txBox="1">
              <a:spLocks noChangeArrowheads="1"/>
            </p:cNvSpPr>
            <p:nvPr/>
          </p:nvSpPr>
          <p:spPr bwMode="auto">
            <a:xfrm>
              <a:off x="4465074" y="1285860"/>
              <a:ext cx="571503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sz="900">
                  <a:solidFill>
                    <a:srgbClr val="7F3D1A"/>
                  </a:solidFill>
                  <a:latin typeface="Verdana" charset="0"/>
                </a:rPr>
                <a:t>Jun</a:t>
              </a:r>
            </a:p>
          </p:txBody>
        </p:sp>
        <p:sp>
          <p:nvSpPr>
            <p:cNvPr id="52" name="Text Box 5"/>
            <p:cNvSpPr txBox="1">
              <a:spLocks noChangeArrowheads="1"/>
            </p:cNvSpPr>
            <p:nvPr/>
          </p:nvSpPr>
          <p:spPr bwMode="auto">
            <a:xfrm>
              <a:off x="6832319" y="1285860"/>
              <a:ext cx="571503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sz="900">
                  <a:solidFill>
                    <a:srgbClr val="7F3D1A"/>
                  </a:solidFill>
                  <a:latin typeface="Verdana" charset="0"/>
                </a:rPr>
                <a:t>Nov</a:t>
              </a:r>
            </a:p>
          </p:txBody>
        </p:sp>
        <p:sp>
          <p:nvSpPr>
            <p:cNvPr id="53" name="Text Box 5"/>
            <p:cNvSpPr txBox="1">
              <a:spLocks noChangeArrowheads="1"/>
            </p:cNvSpPr>
            <p:nvPr/>
          </p:nvSpPr>
          <p:spPr bwMode="auto">
            <a:xfrm>
              <a:off x="4938523" y="1285860"/>
              <a:ext cx="571503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sz="900">
                  <a:solidFill>
                    <a:srgbClr val="7F3D1A"/>
                  </a:solidFill>
                  <a:latin typeface="Verdana" charset="0"/>
                </a:rPr>
                <a:t>Jul</a:t>
              </a:r>
            </a:p>
          </p:txBody>
        </p:sp>
        <p:sp>
          <p:nvSpPr>
            <p:cNvPr id="54" name="Text Box 5"/>
            <p:cNvSpPr txBox="1">
              <a:spLocks noChangeArrowheads="1"/>
            </p:cNvSpPr>
            <p:nvPr/>
          </p:nvSpPr>
          <p:spPr bwMode="auto">
            <a:xfrm>
              <a:off x="6358870" y="1285860"/>
              <a:ext cx="571503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sz="900">
                  <a:solidFill>
                    <a:srgbClr val="7F3D1A"/>
                  </a:solidFill>
                  <a:latin typeface="Verdana" charset="0"/>
                </a:rPr>
                <a:t>Out</a:t>
              </a:r>
            </a:p>
          </p:txBody>
        </p:sp>
        <p:sp>
          <p:nvSpPr>
            <p:cNvPr id="55" name="Text Box 5"/>
            <p:cNvSpPr txBox="1">
              <a:spLocks noChangeArrowheads="1"/>
            </p:cNvSpPr>
            <p:nvPr/>
          </p:nvSpPr>
          <p:spPr bwMode="auto">
            <a:xfrm>
              <a:off x="5411972" y="1285860"/>
              <a:ext cx="571503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sz="900">
                  <a:solidFill>
                    <a:srgbClr val="7F3D1A"/>
                  </a:solidFill>
                  <a:latin typeface="Verdana" charset="0"/>
                </a:rPr>
                <a:t>Ago</a:t>
              </a:r>
            </a:p>
          </p:txBody>
        </p:sp>
        <p:sp>
          <p:nvSpPr>
            <p:cNvPr id="56" name="Text Box 5"/>
            <p:cNvSpPr txBox="1">
              <a:spLocks noChangeArrowheads="1"/>
            </p:cNvSpPr>
            <p:nvPr/>
          </p:nvSpPr>
          <p:spPr bwMode="auto">
            <a:xfrm>
              <a:off x="5885421" y="1285860"/>
              <a:ext cx="571503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sz="900">
                  <a:solidFill>
                    <a:srgbClr val="7F3D1A"/>
                  </a:solidFill>
                  <a:latin typeface="Verdana" charset="0"/>
                </a:rPr>
                <a:t>Set</a:t>
              </a:r>
            </a:p>
          </p:txBody>
        </p:sp>
        <p:sp>
          <p:nvSpPr>
            <p:cNvPr id="57" name="Text Box 5"/>
            <p:cNvSpPr txBox="1">
              <a:spLocks noChangeArrowheads="1"/>
            </p:cNvSpPr>
            <p:nvPr/>
          </p:nvSpPr>
          <p:spPr bwMode="auto">
            <a:xfrm>
              <a:off x="1624380" y="1285860"/>
              <a:ext cx="571503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sz="900" b="1" dirty="0" smtClean="0">
                  <a:solidFill>
                    <a:srgbClr val="7F3D1A"/>
                  </a:solidFill>
                  <a:latin typeface="Verdana" charset="0"/>
                </a:rPr>
                <a:t>2012</a:t>
              </a:r>
              <a:endParaRPr lang="pt-BR" sz="900" b="1" dirty="0">
                <a:solidFill>
                  <a:srgbClr val="7F3D1A"/>
                </a:solidFill>
                <a:latin typeface="Verdana" charset="0"/>
              </a:endParaRPr>
            </a:p>
          </p:txBody>
        </p:sp>
        <p:sp>
          <p:nvSpPr>
            <p:cNvPr id="58" name="Text Box 5"/>
            <p:cNvSpPr txBox="1">
              <a:spLocks noChangeArrowheads="1"/>
            </p:cNvSpPr>
            <p:nvPr/>
          </p:nvSpPr>
          <p:spPr bwMode="auto">
            <a:xfrm>
              <a:off x="7733497" y="1285860"/>
              <a:ext cx="571503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sz="900" b="1">
                  <a:solidFill>
                    <a:srgbClr val="7F3D1A"/>
                  </a:solidFill>
                  <a:latin typeface="Verdana" charset="0"/>
                </a:rPr>
                <a:t>2014</a:t>
              </a:r>
            </a:p>
          </p:txBody>
        </p:sp>
        <p:sp>
          <p:nvSpPr>
            <p:cNvPr id="59" name="Text Box 5"/>
            <p:cNvSpPr txBox="1">
              <a:spLocks noChangeArrowheads="1"/>
            </p:cNvSpPr>
            <p:nvPr/>
          </p:nvSpPr>
          <p:spPr bwMode="auto">
            <a:xfrm>
              <a:off x="8215338" y="1285860"/>
              <a:ext cx="53418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sz="900" b="1">
                  <a:solidFill>
                    <a:srgbClr val="7F3D1A"/>
                  </a:solidFill>
                  <a:latin typeface="Verdana" charset="0"/>
                </a:rPr>
                <a:t>2015</a:t>
              </a:r>
            </a:p>
          </p:txBody>
        </p:sp>
      </p:grpSp>
      <p:grpSp>
        <p:nvGrpSpPr>
          <p:cNvPr id="60" name="Grupo 65"/>
          <p:cNvGrpSpPr>
            <a:grpSpLocks/>
          </p:cNvGrpSpPr>
          <p:nvPr/>
        </p:nvGrpSpPr>
        <p:grpSpPr bwMode="auto">
          <a:xfrm>
            <a:off x="1763689" y="2925515"/>
            <a:ext cx="2664296" cy="287461"/>
            <a:chOff x="2197622" y="2763996"/>
            <a:chExt cx="2095023" cy="838009"/>
          </a:xfrm>
        </p:grpSpPr>
        <p:sp>
          <p:nvSpPr>
            <p:cNvPr id="61" name="Divisa 66"/>
            <p:cNvSpPr/>
            <p:nvPr/>
          </p:nvSpPr>
          <p:spPr>
            <a:xfrm>
              <a:off x="2197622" y="2763996"/>
              <a:ext cx="2095023" cy="838009"/>
            </a:xfrm>
            <a:prstGeom prst="chevron">
              <a:avLst/>
            </a:prstGeom>
            <a:solidFill>
              <a:schemeClr val="bg2">
                <a:lumMod val="50000"/>
                <a:alpha val="9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2">
                <a:tint val="40000"/>
                <a:alpha val="90000"/>
                <a:hueOff val="4020657"/>
                <a:satOff val="-3502"/>
                <a:lumOff val="-5"/>
                <a:alphaOff val="0"/>
              </a:schemeClr>
            </a:lnRef>
            <a:fillRef idx="1">
              <a:schemeClr val="accent2">
                <a:tint val="40000"/>
                <a:alpha val="90000"/>
                <a:hueOff val="4020657"/>
                <a:satOff val="-3502"/>
                <a:lumOff val="-5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4020657"/>
                <a:satOff val="-3502"/>
                <a:lumOff val="-5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2" name="Divisa 8"/>
            <p:cNvSpPr/>
            <p:nvPr/>
          </p:nvSpPr>
          <p:spPr>
            <a:xfrm>
              <a:off x="2615433" y="2763996"/>
              <a:ext cx="1259401" cy="838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43180" tIns="21590" rIns="0" bIns="21590" spcCol="1270" anchor="ctr"/>
            <a:lstStyle/>
            <a:p>
              <a:pPr algn="ctr" defTabSz="15113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400"/>
            </a:p>
          </p:txBody>
        </p:sp>
      </p:grpSp>
      <p:grpSp>
        <p:nvGrpSpPr>
          <p:cNvPr id="63" name="Grupo 82"/>
          <p:cNvGrpSpPr>
            <a:grpSpLocks/>
          </p:cNvGrpSpPr>
          <p:nvPr/>
        </p:nvGrpSpPr>
        <p:grpSpPr bwMode="auto">
          <a:xfrm>
            <a:off x="2843213" y="3623594"/>
            <a:ext cx="2016819" cy="309462"/>
            <a:chOff x="2197622" y="461994"/>
            <a:chExt cx="2095023" cy="838009"/>
          </a:xfrm>
        </p:grpSpPr>
        <p:sp>
          <p:nvSpPr>
            <p:cNvPr id="64" name="Divisa 83"/>
            <p:cNvSpPr/>
            <p:nvPr/>
          </p:nvSpPr>
          <p:spPr>
            <a:xfrm>
              <a:off x="2197622" y="461994"/>
              <a:ext cx="2095023" cy="838009"/>
            </a:xfrm>
            <a:prstGeom prst="chevron">
              <a:avLst/>
            </a:prstGeom>
            <a:solidFill>
              <a:schemeClr val="accent3">
                <a:lumMod val="75000"/>
                <a:alpha val="9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5" name="Divisa 4"/>
            <p:cNvSpPr/>
            <p:nvPr/>
          </p:nvSpPr>
          <p:spPr>
            <a:xfrm>
              <a:off x="2616049" y="461994"/>
              <a:ext cx="1258168" cy="838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43180" tIns="21590" rIns="0" bIns="21590" spcCol="1270" anchor="ctr"/>
            <a:lstStyle/>
            <a:p>
              <a:pPr algn="ctr" defTabSz="15113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400"/>
            </a:p>
          </p:txBody>
        </p:sp>
      </p:grpSp>
      <p:cxnSp>
        <p:nvCxnSpPr>
          <p:cNvPr id="66" name="Conector reto 10"/>
          <p:cNvCxnSpPr/>
          <p:nvPr/>
        </p:nvCxnSpPr>
        <p:spPr bwMode="auto">
          <a:xfrm>
            <a:off x="468313" y="5517232"/>
            <a:ext cx="8351837" cy="158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upo 85"/>
          <p:cNvGrpSpPr>
            <a:grpSpLocks/>
          </p:cNvGrpSpPr>
          <p:nvPr/>
        </p:nvGrpSpPr>
        <p:grpSpPr bwMode="auto">
          <a:xfrm>
            <a:off x="3995738" y="4981130"/>
            <a:ext cx="864294" cy="289369"/>
            <a:chOff x="2197622" y="1612995"/>
            <a:chExt cx="2095023" cy="838009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68" name="Divisa 86"/>
            <p:cNvSpPr/>
            <p:nvPr/>
          </p:nvSpPr>
          <p:spPr>
            <a:xfrm>
              <a:off x="2197622" y="1612995"/>
              <a:ext cx="2095023" cy="838009"/>
            </a:xfrm>
            <a:prstGeom prst="chevron">
              <a:avLst/>
            </a:prstGeom>
            <a:grpFill/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lnRef>
            <a:fillRef idx="1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9" name="Divisa 6"/>
            <p:cNvSpPr/>
            <p:nvPr/>
          </p:nvSpPr>
          <p:spPr>
            <a:xfrm>
              <a:off x="2616804" y="1612995"/>
              <a:ext cx="1256658" cy="838009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43180" tIns="21590" rIns="0" bIns="21590" spcCol="1270" anchor="ctr"/>
            <a:lstStyle/>
            <a:p>
              <a:pPr algn="ctr" defTabSz="15113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400"/>
            </a:p>
          </p:txBody>
        </p:sp>
      </p:grpSp>
      <p:sp>
        <p:nvSpPr>
          <p:cNvPr id="70" name="Divisa 86"/>
          <p:cNvSpPr/>
          <p:nvPr/>
        </p:nvSpPr>
        <p:spPr bwMode="auto">
          <a:xfrm>
            <a:off x="3995936" y="4981427"/>
            <a:ext cx="288032" cy="287338"/>
          </a:xfrm>
          <a:prstGeom prst="chevron">
            <a:avLst/>
          </a:prstGeom>
          <a:solidFill>
            <a:schemeClr val="accent5">
              <a:lumMod val="75000"/>
              <a:alpha val="9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lnRef>
          <a:fillRef idx="1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fillRef>
          <a:effectRef idx="0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1" name="Divisa 86"/>
          <p:cNvSpPr/>
          <p:nvPr/>
        </p:nvSpPr>
        <p:spPr bwMode="auto">
          <a:xfrm>
            <a:off x="4186560" y="4981427"/>
            <a:ext cx="288032" cy="287338"/>
          </a:xfrm>
          <a:prstGeom prst="chevron">
            <a:avLst/>
          </a:prstGeom>
          <a:solidFill>
            <a:schemeClr val="accent5">
              <a:lumMod val="75000"/>
              <a:alpha val="9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lnRef>
          <a:fillRef idx="1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fillRef>
          <a:effectRef idx="0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2" name="Divisa 86"/>
          <p:cNvSpPr/>
          <p:nvPr/>
        </p:nvSpPr>
        <p:spPr bwMode="auto">
          <a:xfrm>
            <a:off x="4372992" y="4981427"/>
            <a:ext cx="288032" cy="287338"/>
          </a:xfrm>
          <a:prstGeom prst="chevron">
            <a:avLst/>
          </a:prstGeom>
          <a:solidFill>
            <a:schemeClr val="accent5">
              <a:lumMod val="75000"/>
              <a:alpha val="9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lnRef>
          <a:fillRef idx="1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fillRef>
          <a:effectRef idx="0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220663" y="4797152"/>
            <a:ext cx="1582737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sz="1100" dirty="0">
                <a:solidFill>
                  <a:srgbClr val="006666"/>
                </a:solidFill>
                <a:latin typeface="Verdana" charset="0"/>
              </a:rPr>
              <a:t>Operação e </a:t>
            </a:r>
            <a:r>
              <a:rPr lang="pt-BR" sz="1100" dirty="0" smtClean="0">
                <a:solidFill>
                  <a:srgbClr val="006666"/>
                </a:solidFill>
                <a:latin typeface="Verdana" charset="0"/>
              </a:rPr>
              <a:t/>
            </a:r>
            <a:br>
              <a:rPr lang="pt-BR" sz="1100" dirty="0" smtClean="0">
                <a:solidFill>
                  <a:srgbClr val="006666"/>
                </a:solidFill>
                <a:latin typeface="Verdana" charset="0"/>
              </a:rPr>
            </a:br>
            <a:r>
              <a:rPr lang="pt-BR" sz="1100" dirty="0" smtClean="0">
                <a:solidFill>
                  <a:srgbClr val="006666"/>
                </a:solidFill>
                <a:latin typeface="Verdana" charset="0"/>
              </a:rPr>
              <a:t>Suporte do ambiente</a:t>
            </a:r>
            <a:endParaRPr lang="pt-BR" sz="1100" dirty="0">
              <a:solidFill>
                <a:srgbClr val="006666"/>
              </a:solidFill>
              <a:latin typeface="Verdana" charset="0"/>
            </a:endParaRPr>
          </a:p>
        </p:txBody>
      </p:sp>
      <p:grpSp>
        <p:nvGrpSpPr>
          <p:cNvPr id="74" name="Grupo 64"/>
          <p:cNvGrpSpPr>
            <a:grpSpLocks/>
          </p:cNvGrpSpPr>
          <p:nvPr/>
        </p:nvGrpSpPr>
        <p:grpSpPr bwMode="auto">
          <a:xfrm>
            <a:off x="2915816" y="2311723"/>
            <a:ext cx="1944216" cy="325189"/>
            <a:chOff x="2197622" y="1612995"/>
            <a:chExt cx="2095023" cy="838009"/>
          </a:xfrm>
        </p:grpSpPr>
        <p:sp>
          <p:nvSpPr>
            <p:cNvPr id="75" name="Divisa 68"/>
            <p:cNvSpPr/>
            <p:nvPr/>
          </p:nvSpPr>
          <p:spPr>
            <a:xfrm>
              <a:off x="2197622" y="1612995"/>
              <a:ext cx="2095023" cy="838009"/>
            </a:xfrm>
            <a:prstGeom prst="chevron">
              <a:avLst/>
            </a:prstGeom>
            <a:solidFill>
              <a:schemeClr val="accent2">
                <a:lumMod val="60000"/>
                <a:lumOff val="40000"/>
                <a:alpha val="9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lnRef>
            <a:fillRef idx="1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6" name="Divisa 6"/>
            <p:cNvSpPr/>
            <p:nvPr/>
          </p:nvSpPr>
          <p:spPr>
            <a:xfrm>
              <a:off x="2615654" y="1612995"/>
              <a:ext cx="1258958" cy="838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43180" tIns="21590" rIns="0" bIns="21590" spcCol="1270" anchor="ctr"/>
            <a:lstStyle/>
            <a:p>
              <a:pPr algn="ctr" defTabSz="15113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400"/>
            </a:p>
          </p:txBody>
        </p:sp>
      </p:grpSp>
      <p:sp>
        <p:nvSpPr>
          <p:cNvPr id="77" name="Divisa 6"/>
          <p:cNvSpPr/>
          <p:nvPr/>
        </p:nvSpPr>
        <p:spPr bwMode="auto">
          <a:xfrm>
            <a:off x="3339872" y="2276872"/>
            <a:ext cx="384406" cy="36004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43180" tIns="21590" rIns="0" bIns="21590" spcCol="1270" anchor="ctr"/>
          <a:lstStyle/>
          <a:p>
            <a:pPr algn="ctr" defTabSz="1511300">
              <a:lnSpc>
                <a:spcPct val="90000"/>
              </a:lnSpc>
              <a:spcAft>
                <a:spcPct val="35000"/>
              </a:spcAft>
              <a:defRPr/>
            </a:pPr>
            <a:endParaRPr lang="pt-BR" sz="3400"/>
          </a:p>
        </p:txBody>
      </p:sp>
      <p:grpSp>
        <p:nvGrpSpPr>
          <p:cNvPr id="78" name="Grupo 64"/>
          <p:cNvGrpSpPr>
            <a:grpSpLocks/>
          </p:cNvGrpSpPr>
          <p:nvPr/>
        </p:nvGrpSpPr>
        <p:grpSpPr bwMode="auto">
          <a:xfrm>
            <a:off x="3351932" y="2323480"/>
            <a:ext cx="279648" cy="300732"/>
            <a:chOff x="2197622" y="1612995"/>
            <a:chExt cx="2095023" cy="838009"/>
          </a:xfrm>
        </p:grpSpPr>
        <p:sp>
          <p:nvSpPr>
            <p:cNvPr id="79" name="Divisa 68"/>
            <p:cNvSpPr/>
            <p:nvPr/>
          </p:nvSpPr>
          <p:spPr>
            <a:xfrm>
              <a:off x="2197622" y="1612995"/>
              <a:ext cx="2095023" cy="838009"/>
            </a:xfrm>
            <a:prstGeom prst="chevron">
              <a:avLst/>
            </a:prstGeom>
            <a:solidFill>
              <a:srgbClr val="800000">
                <a:alpha val="9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lnRef>
            <a:fillRef idx="1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0" name="Divisa 6"/>
            <p:cNvSpPr/>
            <p:nvPr/>
          </p:nvSpPr>
          <p:spPr>
            <a:xfrm>
              <a:off x="2615654" y="1612995"/>
              <a:ext cx="1258958" cy="838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43180" tIns="21590" rIns="0" bIns="21590" spcCol="1270" anchor="ctr"/>
            <a:lstStyle/>
            <a:p>
              <a:pPr algn="ctr" defTabSz="15113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400"/>
            </a:p>
          </p:txBody>
        </p:sp>
      </p:grpSp>
      <p:grpSp>
        <p:nvGrpSpPr>
          <p:cNvPr id="81" name="Grupo 64"/>
          <p:cNvGrpSpPr>
            <a:grpSpLocks/>
          </p:cNvGrpSpPr>
          <p:nvPr/>
        </p:nvGrpSpPr>
        <p:grpSpPr bwMode="auto">
          <a:xfrm>
            <a:off x="3529732" y="2323480"/>
            <a:ext cx="279648" cy="300732"/>
            <a:chOff x="2197622" y="1612995"/>
            <a:chExt cx="2095023" cy="838009"/>
          </a:xfrm>
        </p:grpSpPr>
        <p:sp>
          <p:nvSpPr>
            <p:cNvPr id="82" name="Divisa 68"/>
            <p:cNvSpPr/>
            <p:nvPr/>
          </p:nvSpPr>
          <p:spPr>
            <a:xfrm>
              <a:off x="2197622" y="1612995"/>
              <a:ext cx="2095023" cy="838009"/>
            </a:xfrm>
            <a:prstGeom prst="chevron">
              <a:avLst/>
            </a:prstGeom>
            <a:solidFill>
              <a:srgbClr val="800000">
                <a:alpha val="9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lnRef>
            <a:fillRef idx="1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3" name="Divisa 6"/>
            <p:cNvSpPr/>
            <p:nvPr/>
          </p:nvSpPr>
          <p:spPr>
            <a:xfrm>
              <a:off x="2615654" y="1612995"/>
              <a:ext cx="1258958" cy="838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43180" tIns="21590" rIns="0" bIns="21590" spcCol="1270" anchor="ctr"/>
            <a:lstStyle/>
            <a:p>
              <a:pPr algn="ctr" defTabSz="15113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400"/>
            </a:p>
          </p:txBody>
        </p:sp>
      </p:grpSp>
      <p:sp>
        <p:nvSpPr>
          <p:cNvPr id="84" name="Divisa 6"/>
          <p:cNvSpPr/>
          <p:nvPr/>
        </p:nvSpPr>
        <p:spPr bwMode="auto">
          <a:xfrm>
            <a:off x="3873272" y="2276872"/>
            <a:ext cx="384406" cy="36004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43180" tIns="21590" rIns="0" bIns="21590" spcCol="1270" anchor="ctr"/>
          <a:lstStyle/>
          <a:p>
            <a:pPr algn="ctr" defTabSz="1511300">
              <a:lnSpc>
                <a:spcPct val="90000"/>
              </a:lnSpc>
              <a:spcAft>
                <a:spcPct val="35000"/>
              </a:spcAft>
              <a:defRPr/>
            </a:pPr>
            <a:endParaRPr lang="pt-BR" sz="3400"/>
          </a:p>
        </p:txBody>
      </p:sp>
      <p:grpSp>
        <p:nvGrpSpPr>
          <p:cNvPr id="85" name="Grupo 64"/>
          <p:cNvGrpSpPr>
            <a:grpSpLocks/>
          </p:cNvGrpSpPr>
          <p:nvPr/>
        </p:nvGrpSpPr>
        <p:grpSpPr bwMode="auto">
          <a:xfrm>
            <a:off x="3707532" y="2323480"/>
            <a:ext cx="279648" cy="300732"/>
            <a:chOff x="2197622" y="1612995"/>
            <a:chExt cx="2095023" cy="838009"/>
          </a:xfrm>
        </p:grpSpPr>
        <p:sp>
          <p:nvSpPr>
            <p:cNvPr id="86" name="Divisa 68"/>
            <p:cNvSpPr/>
            <p:nvPr/>
          </p:nvSpPr>
          <p:spPr>
            <a:xfrm>
              <a:off x="2197622" y="1612995"/>
              <a:ext cx="2095023" cy="838009"/>
            </a:xfrm>
            <a:prstGeom prst="chevron">
              <a:avLst/>
            </a:prstGeom>
            <a:solidFill>
              <a:srgbClr val="800000">
                <a:alpha val="9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lnRef>
            <a:fillRef idx="1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7" name="Divisa 6"/>
            <p:cNvSpPr/>
            <p:nvPr/>
          </p:nvSpPr>
          <p:spPr>
            <a:xfrm>
              <a:off x="2615654" y="1612995"/>
              <a:ext cx="1258958" cy="838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43180" tIns="21590" rIns="0" bIns="21590" spcCol="1270" anchor="ctr"/>
            <a:lstStyle/>
            <a:p>
              <a:pPr algn="ctr" defTabSz="15113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400"/>
            </a:p>
          </p:txBody>
        </p:sp>
      </p:grpSp>
      <p:grpSp>
        <p:nvGrpSpPr>
          <p:cNvPr id="88" name="Grupo 64"/>
          <p:cNvGrpSpPr>
            <a:grpSpLocks/>
          </p:cNvGrpSpPr>
          <p:nvPr/>
        </p:nvGrpSpPr>
        <p:grpSpPr bwMode="auto">
          <a:xfrm>
            <a:off x="3885332" y="2323480"/>
            <a:ext cx="279648" cy="300732"/>
            <a:chOff x="2197622" y="1612995"/>
            <a:chExt cx="2095023" cy="838009"/>
          </a:xfrm>
        </p:grpSpPr>
        <p:sp>
          <p:nvSpPr>
            <p:cNvPr id="89" name="Divisa 68"/>
            <p:cNvSpPr/>
            <p:nvPr/>
          </p:nvSpPr>
          <p:spPr>
            <a:xfrm>
              <a:off x="2197622" y="1612995"/>
              <a:ext cx="2095023" cy="838009"/>
            </a:xfrm>
            <a:prstGeom prst="chevron">
              <a:avLst/>
            </a:prstGeom>
            <a:solidFill>
              <a:srgbClr val="800000">
                <a:alpha val="9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lnRef>
            <a:fillRef idx="1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0" name="Divisa 6"/>
            <p:cNvSpPr/>
            <p:nvPr/>
          </p:nvSpPr>
          <p:spPr>
            <a:xfrm>
              <a:off x="2615654" y="1612995"/>
              <a:ext cx="1258958" cy="838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43180" tIns="21590" rIns="0" bIns="21590" spcCol="1270" anchor="ctr"/>
            <a:lstStyle/>
            <a:p>
              <a:pPr algn="ctr" defTabSz="15113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400"/>
            </a:p>
          </p:txBody>
        </p:sp>
      </p:grpSp>
      <p:grpSp>
        <p:nvGrpSpPr>
          <p:cNvPr id="91" name="Grupo 64"/>
          <p:cNvGrpSpPr>
            <a:grpSpLocks/>
          </p:cNvGrpSpPr>
          <p:nvPr/>
        </p:nvGrpSpPr>
        <p:grpSpPr bwMode="auto">
          <a:xfrm>
            <a:off x="4063132" y="2323480"/>
            <a:ext cx="279648" cy="300732"/>
            <a:chOff x="2197622" y="1612995"/>
            <a:chExt cx="2095023" cy="838009"/>
          </a:xfrm>
        </p:grpSpPr>
        <p:sp>
          <p:nvSpPr>
            <p:cNvPr id="92" name="Divisa 68"/>
            <p:cNvSpPr/>
            <p:nvPr/>
          </p:nvSpPr>
          <p:spPr>
            <a:xfrm>
              <a:off x="2197622" y="1612995"/>
              <a:ext cx="2095023" cy="838009"/>
            </a:xfrm>
            <a:prstGeom prst="chevron">
              <a:avLst/>
            </a:prstGeom>
            <a:solidFill>
              <a:srgbClr val="800000">
                <a:alpha val="9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lnRef>
            <a:fillRef idx="1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3" name="Divisa 6"/>
            <p:cNvSpPr/>
            <p:nvPr/>
          </p:nvSpPr>
          <p:spPr>
            <a:xfrm>
              <a:off x="2615654" y="1612995"/>
              <a:ext cx="1258958" cy="838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43180" tIns="21590" rIns="0" bIns="21590" spcCol="1270" anchor="ctr"/>
            <a:lstStyle/>
            <a:p>
              <a:pPr algn="ctr" defTabSz="15113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400"/>
            </a:p>
          </p:txBody>
        </p:sp>
      </p:grpSp>
      <p:sp>
        <p:nvSpPr>
          <p:cNvPr id="94" name="Divisa 6"/>
          <p:cNvSpPr/>
          <p:nvPr/>
        </p:nvSpPr>
        <p:spPr bwMode="auto">
          <a:xfrm>
            <a:off x="4403100" y="2276872"/>
            <a:ext cx="384406" cy="36004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43180" tIns="21590" rIns="0" bIns="21590" spcCol="1270" anchor="ctr"/>
          <a:lstStyle/>
          <a:p>
            <a:pPr algn="ctr" defTabSz="1511300">
              <a:lnSpc>
                <a:spcPct val="90000"/>
              </a:lnSpc>
              <a:spcAft>
                <a:spcPct val="35000"/>
              </a:spcAft>
              <a:defRPr/>
            </a:pPr>
            <a:endParaRPr lang="pt-BR" sz="3400"/>
          </a:p>
        </p:txBody>
      </p:sp>
      <p:grpSp>
        <p:nvGrpSpPr>
          <p:cNvPr id="95" name="Grupo 64"/>
          <p:cNvGrpSpPr>
            <a:grpSpLocks/>
          </p:cNvGrpSpPr>
          <p:nvPr/>
        </p:nvGrpSpPr>
        <p:grpSpPr bwMode="auto">
          <a:xfrm>
            <a:off x="4237360" y="2323480"/>
            <a:ext cx="279648" cy="300732"/>
            <a:chOff x="2197622" y="1612995"/>
            <a:chExt cx="2095023" cy="838009"/>
          </a:xfrm>
        </p:grpSpPr>
        <p:sp>
          <p:nvSpPr>
            <p:cNvPr id="96" name="Divisa 68"/>
            <p:cNvSpPr/>
            <p:nvPr/>
          </p:nvSpPr>
          <p:spPr>
            <a:xfrm>
              <a:off x="2197622" y="1612995"/>
              <a:ext cx="2095023" cy="838009"/>
            </a:xfrm>
            <a:prstGeom prst="chevron">
              <a:avLst/>
            </a:prstGeom>
            <a:solidFill>
              <a:srgbClr val="800000">
                <a:alpha val="9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lnRef>
            <a:fillRef idx="1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7" name="Divisa 6"/>
            <p:cNvSpPr/>
            <p:nvPr/>
          </p:nvSpPr>
          <p:spPr>
            <a:xfrm>
              <a:off x="2615654" y="1612995"/>
              <a:ext cx="1258958" cy="838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43180" tIns="21590" rIns="0" bIns="21590" spcCol="1270" anchor="ctr"/>
            <a:lstStyle/>
            <a:p>
              <a:pPr algn="ctr" defTabSz="15113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400"/>
            </a:p>
          </p:txBody>
        </p:sp>
      </p:grpSp>
      <p:grpSp>
        <p:nvGrpSpPr>
          <p:cNvPr id="98" name="Grupo 64"/>
          <p:cNvGrpSpPr>
            <a:grpSpLocks/>
          </p:cNvGrpSpPr>
          <p:nvPr/>
        </p:nvGrpSpPr>
        <p:grpSpPr bwMode="auto">
          <a:xfrm>
            <a:off x="4415160" y="2323480"/>
            <a:ext cx="279648" cy="300732"/>
            <a:chOff x="2197622" y="1612995"/>
            <a:chExt cx="2095023" cy="838009"/>
          </a:xfrm>
        </p:grpSpPr>
        <p:sp>
          <p:nvSpPr>
            <p:cNvPr id="99" name="Divisa 68"/>
            <p:cNvSpPr/>
            <p:nvPr/>
          </p:nvSpPr>
          <p:spPr>
            <a:xfrm>
              <a:off x="2197622" y="1612995"/>
              <a:ext cx="2095023" cy="838009"/>
            </a:xfrm>
            <a:prstGeom prst="chevron">
              <a:avLst/>
            </a:prstGeom>
            <a:solidFill>
              <a:srgbClr val="800000">
                <a:alpha val="9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lnRef>
            <a:fillRef idx="1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0" name="Divisa 6"/>
            <p:cNvSpPr/>
            <p:nvPr/>
          </p:nvSpPr>
          <p:spPr>
            <a:xfrm>
              <a:off x="2615654" y="1612995"/>
              <a:ext cx="1258958" cy="838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43180" tIns="21590" rIns="0" bIns="21590" spcCol="1270" anchor="ctr"/>
            <a:lstStyle/>
            <a:p>
              <a:pPr algn="ctr" defTabSz="15113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400"/>
            </a:p>
          </p:txBody>
        </p:sp>
      </p:grpSp>
      <p:grpSp>
        <p:nvGrpSpPr>
          <p:cNvPr id="101" name="Grupo 64"/>
          <p:cNvGrpSpPr>
            <a:grpSpLocks/>
          </p:cNvGrpSpPr>
          <p:nvPr/>
        </p:nvGrpSpPr>
        <p:grpSpPr bwMode="auto">
          <a:xfrm>
            <a:off x="4592960" y="2323480"/>
            <a:ext cx="279648" cy="300732"/>
            <a:chOff x="2197622" y="1612995"/>
            <a:chExt cx="2095023" cy="838009"/>
          </a:xfrm>
        </p:grpSpPr>
        <p:sp>
          <p:nvSpPr>
            <p:cNvPr id="102" name="Divisa 68"/>
            <p:cNvSpPr/>
            <p:nvPr/>
          </p:nvSpPr>
          <p:spPr>
            <a:xfrm>
              <a:off x="2197622" y="1612995"/>
              <a:ext cx="2095023" cy="838009"/>
            </a:xfrm>
            <a:prstGeom prst="chevron">
              <a:avLst/>
            </a:prstGeom>
            <a:solidFill>
              <a:srgbClr val="800000">
                <a:alpha val="9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lnRef>
            <a:fillRef idx="1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3" name="Divisa 6"/>
            <p:cNvSpPr/>
            <p:nvPr/>
          </p:nvSpPr>
          <p:spPr>
            <a:xfrm>
              <a:off x="2615654" y="1612995"/>
              <a:ext cx="1258958" cy="838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43180" tIns="21590" rIns="0" bIns="21590" spcCol="1270" anchor="ctr"/>
            <a:lstStyle/>
            <a:p>
              <a:pPr algn="ctr" defTabSz="15113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400"/>
            </a:p>
          </p:txBody>
        </p:sp>
      </p:grpSp>
      <p:sp>
        <p:nvSpPr>
          <p:cNvPr id="104" name="Divisa 6"/>
          <p:cNvSpPr/>
          <p:nvPr/>
        </p:nvSpPr>
        <p:spPr bwMode="auto">
          <a:xfrm>
            <a:off x="4936500" y="2276872"/>
            <a:ext cx="384406" cy="36004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43180" tIns="21590" rIns="0" bIns="21590" spcCol="1270" anchor="ctr"/>
          <a:lstStyle/>
          <a:p>
            <a:pPr algn="ctr" defTabSz="1511300">
              <a:lnSpc>
                <a:spcPct val="90000"/>
              </a:lnSpc>
              <a:spcAft>
                <a:spcPct val="35000"/>
              </a:spcAft>
              <a:defRPr/>
            </a:pPr>
            <a:endParaRPr lang="pt-BR" sz="3400"/>
          </a:p>
        </p:txBody>
      </p:sp>
      <p:sp>
        <p:nvSpPr>
          <p:cNvPr id="105" name="Divisa 6"/>
          <p:cNvSpPr/>
          <p:nvPr/>
        </p:nvSpPr>
        <p:spPr bwMode="auto">
          <a:xfrm>
            <a:off x="3153564" y="2276872"/>
            <a:ext cx="384406" cy="36004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43180" tIns="21590" rIns="0" bIns="21590" spcCol="1270" anchor="ctr"/>
          <a:lstStyle/>
          <a:p>
            <a:pPr algn="ctr" defTabSz="1511300">
              <a:lnSpc>
                <a:spcPct val="90000"/>
              </a:lnSpc>
              <a:spcAft>
                <a:spcPct val="35000"/>
              </a:spcAft>
              <a:defRPr/>
            </a:pPr>
            <a:endParaRPr lang="pt-BR" sz="3400"/>
          </a:p>
        </p:txBody>
      </p:sp>
      <p:grpSp>
        <p:nvGrpSpPr>
          <p:cNvPr id="106" name="Grupo 64"/>
          <p:cNvGrpSpPr>
            <a:grpSpLocks/>
          </p:cNvGrpSpPr>
          <p:nvPr/>
        </p:nvGrpSpPr>
        <p:grpSpPr bwMode="auto">
          <a:xfrm>
            <a:off x="2987824" y="2323480"/>
            <a:ext cx="279648" cy="300732"/>
            <a:chOff x="2197622" y="1612995"/>
            <a:chExt cx="2095023" cy="838009"/>
          </a:xfrm>
        </p:grpSpPr>
        <p:sp>
          <p:nvSpPr>
            <p:cNvPr id="107" name="Divisa 68"/>
            <p:cNvSpPr/>
            <p:nvPr/>
          </p:nvSpPr>
          <p:spPr>
            <a:xfrm>
              <a:off x="2197622" y="1612995"/>
              <a:ext cx="2095023" cy="838009"/>
            </a:xfrm>
            <a:prstGeom prst="chevron">
              <a:avLst/>
            </a:prstGeom>
            <a:solidFill>
              <a:srgbClr val="800000">
                <a:alpha val="9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lnRef>
            <a:fillRef idx="1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8" name="Divisa 6"/>
            <p:cNvSpPr/>
            <p:nvPr/>
          </p:nvSpPr>
          <p:spPr>
            <a:xfrm>
              <a:off x="2615654" y="1612995"/>
              <a:ext cx="1258958" cy="838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43180" tIns="21590" rIns="0" bIns="21590" spcCol="1270" anchor="ctr"/>
            <a:lstStyle/>
            <a:p>
              <a:pPr algn="ctr" defTabSz="15113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400"/>
            </a:p>
          </p:txBody>
        </p:sp>
      </p:grpSp>
      <p:grpSp>
        <p:nvGrpSpPr>
          <p:cNvPr id="109" name="Grupo 64"/>
          <p:cNvGrpSpPr>
            <a:grpSpLocks/>
          </p:cNvGrpSpPr>
          <p:nvPr/>
        </p:nvGrpSpPr>
        <p:grpSpPr bwMode="auto">
          <a:xfrm>
            <a:off x="3165624" y="2323480"/>
            <a:ext cx="279648" cy="300732"/>
            <a:chOff x="2197622" y="1612995"/>
            <a:chExt cx="2095023" cy="838009"/>
          </a:xfrm>
        </p:grpSpPr>
        <p:sp>
          <p:nvSpPr>
            <p:cNvPr id="110" name="Divisa 68"/>
            <p:cNvSpPr/>
            <p:nvPr/>
          </p:nvSpPr>
          <p:spPr>
            <a:xfrm>
              <a:off x="2197622" y="1612995"/>
              <a:ext cx="2095023" cy="838009"/>
            </a:xfrm>
            <a:prstGeom prst="chevron">
              <a:avLst/>
            </a:prstGeom>
            <a:solidFill>
              <a:srgbClr val="800000">
                <a:alpha val="9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lnRef>
            <a:fillRef idx="1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1" name="Divisa 6"/>
            <p:cNvSpPr/>
            <p:nvPr/>
          </p:nvSpPr>
          <p:spPr>
            <a:xfrm>
              <a:off x="2615654" y="1612995"/>
              <a:ext cx="1258958" cy="838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43180" tIns="21590" rIns="0" bIns="21590" spcCol="1270" anchor="ctr"/>
            <a:lstStyle/>
            <a:p>
              <a:pPr algn="ctr" defTabSz="15113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400"/>
            </a:p>
          </p:txBody>
        </p:sp>
      </p:grpSp>
      <p:cxnSp>
        <p:nvCxnSpPr>
          <p:cNvPr id="112" name="Conector reto 10"/>
          <p:cNvCxnSpPr/>
          <p:nvPr/>
        </p:nvCxnSpPr>
        <p:spPr bwMode="auto">
          <a:xfrm>
            <a:off x="442144" y="4797152"/>
            <a:ext cx="8351837" cy="158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 Box 5"/>
          <p:cNvSpPr txBox="1">
            <a:spLocks noChangeArrowheads="1"/>
          </p:cNvSpPr>
          <p:nvPr/>
        </p:nvSpPr>
        <p:spPr bwMode="auto">
          <a:xfrm>
            <a:off x="201918" y="4149080"/>
            <a:ext cx="1584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sz="1100" dirty="0">
                <a:solidFill>
                  <a:srgbClr val="006666"/>
                </a:solidFill>
                <a:latin typeface="Verdana" charset="0"/>
              </a:rPr>
              <a:t>Ondas de </a:t>
            </a:r>
            <a:br>
              <a:rPr lang="pt-BR" sz="1100" dirty="0">
                <a:solidFill>
                  <a:srgbClr val="006666"/>
                </a:solidFill>
                <a:latin typeface="Verdana" charset="0"/>
              </a:rPr>
            </a:br>
            <a:r>
              <a:rPr lang="pt-BR" sz="1100" dirty="0" smtClean="0">
                <a:solidFill>
                  <a:srgbClr val="006666"/>
                </a:solidFill>
                <a:latin typeface="Verdana" charset="0"/>
              </a:rPr>
              <a:t>Migração</a:t>
            </a:r>
            <a:endParaRPr lang="pt-BR" sz="1100" dirty="0">
              <a:solidFill>
                <a:srgbClr val="006666"/>
              </a:solidFill>
              <a:latin typeface="Verdana" charset="0"/>
            </a:endParaRPr>
          </a:p>
        </p:txBody>
      </p:sp>
      <p:grpSp>
        <p:nvGrpSpPr>
          <p:cNvPr id="114" name="Grupo 85"/>
          <p:cNvGrpSpPr>
            <a:grpSpLocks/>
          </p:cNvGrpSpPr>
          <p:nvPr/>
        </p:nvGrpSpPr>
        <p:grpSpPr bwMode="auto">
          <a:xfrm>
            <a:off x="3563888" y="5628805"/>
            <a:ext cx="1296144" cy="289395"/>
            <a:chOff x="2197622" y="1612995"/>
            <a:chExt cx="2095023" cy="838009"/>
          </a:xfrm>
        </p:grpSpPr>
        <p:sp>
          <p:nvSpPr>
            <p:cNvPr id="115" name="Divisa 86"/>
            <p:cNvSpPr/>
            <p:nvPr/>
          </p:nvSpPr>
          <p:spPr>
            <a:xfrm>
              <a:off x="2197622" y="1612995"/>
              <a:ext cx="2095023" cy="838009"/>
            </a:xfrm>
            <a:prstGeom prst="chevron">
              <a:avLst/>
            </a:prstGeom>
            <a:solidFill>
              <a:schemeClr val="accent6">
                <a:lumMod val="60000"/>
                <a:lumOff val="40000"/>
                <a:alpha val="90000"/>
              </a:schemeClr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lnRef>
            <a:fillRef idx="1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2010328"/>
                <a:satOff val="-1751"/>
                <a:lumOff val="-2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6" name="Divisa 6"/>
            <p:cNvSpPr/>
            <p:nvPr/>
          </p:nvSpPr>
          <p:spPr>
            <a:xfrm>
              <a:off x="2616804" y="1612995"/>
              <a:ext cx="1256658" cy="838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43180" tIns="21590" rIns="0" bIns="21590" spcCol="1270" anchor="ctr"/>
            <a:lstStyle/>
            <a:p>
              <a:pPr algn="ctr" defTabSz="15113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400"/>
            </a:p>
          </p:txBody>
        </p:sp>
      </p:grpSp>
      <p:sp>
        <p:nvSpPr>
          <p:cNvPr id="117" name="Divisa 86"/>
          <p:cNvSpPr/>
          <p:nvPr/>
        </p:nvSpPr>
        <p:spPr bwMode="auto">
          <a:xfrm>
            <a:off x="4296792" y="5629499"/>
            <a:ext cx="288032" cy="287338"/>
          </a:xfrm>
          <a:prstGeom prst="chevron">
            <a:avLst/>
          </a:prstGeom>
          <a:solidFill>
            <a:srgbClr val="E46C0A">
              <a:alpha val="90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lnRef>
          <a:fillRef idx="1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fillRef>
          <a:effectRef idx="0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8" name="Divisa 86"/>
          <p:cNvSpPr/>
          <p:nvPr/>
        </p:nvSpPr>
        <p:spPr bwMode="auto">
          <a:xfrm>
            <a:off x="4474716" y="5629499"/>
            <a:ext cx="288032" cy="287338"/>
          </a:xfrm>
          <a:prstGeom prst="chevron">
            <a:avLst/>
          </a:prstGeom>
          <a:solidFill>
            <a:srgbClr val="E46C0A">
              <a:alpha val="90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lnRef>
          <a:fillRef idx="1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fillRef>
          <a:effectRef idx="0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9" name="Divisa 86"/>
          <p:cNvSpPr/>
          <p:nvPr/>
        </p:nvSpPr>
        <p:spPr bwMode="auto">
          <a:xfrm>
            <a:off x="3576588" y="5628805"/>
            <a:ext cx="288032" cy="287338"/>
          </a:xfrm>
          <a:prstGeom prst="chevron">
            <a:avLst/>
          </a:prstGeom>
          <a:solidFill>
            <a:srgbClr val="E46C0A">
              <a:alpha val="90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lnRef>
          <a:fillRef idx="1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fillRef>
          <a:effectRef idx="0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20" name="Divisa 86"/>
          <p:cNvSpPr/>
          <p:nvPr/>
        </p:nvSpPr>
        <p:spPr bwMode="auto">
          <a:xfrm>
            <a:off x="3763020" y="5628805"/>
            <a:ext cx="288032" cy="287338"/>
          </a:xfrm>
          <a:prstGeom prst="chevron">
            <a:avLst/>
          </a:prstGeom>
          <a:solidFill>
            <a:srgbClr val="E46C0A">
              <a:alpha val="90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lnRef>
          <a:fillRef idx="1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fillRef>
          <a:effectRef idx="0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21" name="Divisa 86"/>
          <p:cNvSpPr/>
          <p:nvPr/>
        </p:nvSpPr>
        <p:spPr bwMode="auto">
          <a:xfrm>
            <a:off x="3940944" y="5628805"/>
            <a:ext cx="288032" cy="287338"/>
          </a:xfrm>
          <a:prstGeom prst="chevron">
            <a:avLst/>
          </a:prstGeom>
          <a:solidFill>
            <a:srgbClr val="E46C0A">
              <a:alpha val="90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lnRef>
          <a:fillRef idx="1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fillRef>
          <a:effectRef idx="0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22" name="Divisa 86"/>
          <p:cNvSpPr/>
          <p:nvPr/>
        </p:nvSpPr>
        <p:spPr bwMode="auto">
          <a:xfrm>
            <a:off x="4118868" y="5628805"/>
            <a:ext cx="288032" cy="287338"/>
          </a:xfrm>
          <a:prstGeom prst="chevron">
            <a:avLst/>
          </a:prstGeom>
          <a:solidFill>
            <a:srgbClr val="E46C0A">
              <a:alpha val="90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lnRef>
          <a:fillRef idx="1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fillRef>
          <a:effectRef idx="0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23" name="Text Box 5"/>
          <p:cNvSpPr txBox="1">
            <a:spLocks noChangeArrowheads="1"/>
          </p:cNvSpPr>
          <p:nvPr/>
        </p:nvSpPr>
        <p:spPr bwMode="auto">
          <a:xfrm>
            <a:off x="220663" y="6093296"/>
            <a:ext cx="158273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sz="1100" dirty="0" smtClean="0">
                <a:solidFill>
                  <a:srgbClr val="006666"/>
                </a:solidFill>
                <a:latin typeface="Verdana" charset="0"/>
              </a:rPr>
              <a:t>Gerenciamento</a:t>
            </a:r>
            <a:endParaRPr lang="pt-BR" sz="1100" dirty="0">
              <a:solidFill>
                <a:srgbClr val="006666"/>
              </a:solidFill>
              <a:latin typeface="Verdana" charset="0"/>
            </a:endParaRPr>
          </a:p>
        </p:txBody>
      </p:sp>
      <p:cxnSp>
        <p:nvCxnSpPr>
          <p:cNvPr id="124" name="Conector reto 10"/>
          <p:cNvCxnSpPr/>
          <p:nvPr/>
        </p:nvCxnSpPr>
        <p:spPr bwMode="auto">
          <a:xfrm>
            <a:off x="467544" y="6019700"/>
            <a:ext cx="8351837" cy="158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Grupo 65"/>
          <p:cNvGrpSpPr>
            <a:grpSpLocks/>
          </p:cNvGrpSpPr>
          <p:nvPr/>
        </p:nvGrpSpPr>
        <p:grpSpPr bwMode="auto">
          <a:xfrm>
            <a:off x="2915816" y="6093296"/>
            <a:ext cx="1944216" cy="288032"/>
            <a:chOff x="2197622" y="2763996"/>
            <a:chExt cx="2095023" cy="838009"/>
          </a:xfrm>
        </p:grpSpPr>
        <p:sp>
          <p:nvSpPr>
            <p:cNvPr id="126" name="Divisa 66"/>
            <p:cNvSpPr/>
            <p:nvPr/>
          </p:nvSpPr>
          <p:spPr>
            <a:xfrm>
              <a:off x="2197622" y="2763996"/>
              <a:ext cx="2095023" cy="838009"/>
            </a:xfrm>
            <a:prstGeom prst="chevron">
              <a:avLst/>
            </a:prstGeom>
            <a:solidFill>
              <a:schemeClr val="bg1">
                <a:lumMod val="50000"/>
                <a:alpha val="9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2">
                <a:tint val="40000"/>
                <a:alpha val="90000"/>
                <a:hueOff val="4020657"/>
                <a:satOff val="-3502"/>
                <a:lumOff val="-5"/>
                <a:alphaOff val="0"/>
              </a:schemeClr>
            </a:lnRef>
            <a:fillRef idx="1">
              <a:schemeClr val="accent2">
                <a:tint val="40000"/>
                <a:alpha val="90000"/>
                <a:hueOff val="4020657"/>
                <a:satOff val="-3502"/>
                <a:lumOff val="-5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4020657"/>
                <a:satOff val="-3502"/>
                <a:lumOff val="-5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7" name="Divisa 8"/>
            <p:cNvSpPr/>
            <p:nvPr/>
          </p:nvSpPr>
          <p:spPr>
            <a:xfrm>
              <a:off x="2615433" y="2763996"/>
              <a:ext cx="1259401" cy="838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43180" tIns="21590" rIns="0" bIns="21590" spcCol="1270" anchor="ctr"/>
            <a:lstStyle/>
            <a:p>
              <a:pPr algn="ctr" defTabSz="15113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400"/>
            </a:p>
          </p:txBody>
        </p:sp>
      </p:grpSp>
      <p:sp>
        <p:nvSpPr>
          <p:cNvPr id="128" name="TextBox 127"/>
          <p:cNvSpPr txBox="1"/>
          <p:nvPr/>
        </p:nvSpPr>
        <p:spPr>
          <a:xfrm>
            <a:off x="-94409" y="4192635"/>
            <a:ext cx="353943" cy="604517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pt-BR" sz="1100" dirty="0" smtClean="0">
                <a:solidFill>
                  <a:srgbClr val="006666"/>
                </a:solidFill>
                <a:latin typeface="Verdana" charset="0"/>
                <a:cs typeface="ＭＳ Ｐゴシック" charset="0"/>
              </a:rPr>
              <a:t>Onda 2</a:t>
            </a:r>
            <a:r>
              <a:rPr lang="pt-BR" sz="1000" b="1" dirty="0" smtClean="0">
                <a:latin typeface="Verdana"/>
                <a:cs typeface="Verdana"/>
              </a:rPr>
              <a:t> </a:t>
            </a:r>
            <a:endParaRPr lang="pt-BR" sz="1000" b="1" dirty="0">
              <a:latin typeface="Verdana"/>
              <a:cs typeface="Verdana"/>
            </a:endParaRPr>
          </a:p>
        </p:txBody>
      </p:sp>
      <p:sp>
        <p:nvSpPr>
          <p:cNvPr id="129" name="Divisa 86"/>
          <p:cNvSpPr/>
          <p:nvPr/>
        </p:nvSpPr>
        <p:spPr bwMode="auto">
          <a:xfrm>
            <a:off x="4652516" y="5627340"/>
            <a:ext cx="288032" cy="287338"/>
          </a:xfrm>
          <a:prstGeom prst="chevron">
            <a:avLst/>
          </a:prstGeom>
          <a:solidFill>
            <a:srgbClr val="E46C0A">
              <a:alpha val="90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lnRef>
          <a:fillRef idx="1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fillRef>
          <a:effectRef idx="0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0" name="Divisa 86"/>
          <p:cNvSpPr/>
          <p:nvPr/>
        </p:nvSpPr>
        <p:spPr bwMode="auto">
          <a:xfrm>
            <a:off x="4563492" y="4979268"/>
            <a:ext cx="288032" cy="287338"/>
          </a:xfrm>
          <a:prstGeom prst="chevron">
            <a:avLst/>
          </a:prstGeom>
          <a:solidFill>
            <a:schemeClr val="accent5">
              <a:lumMod val="75000"/>
              <a:alpha val="9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lnRef>
          <a:fillRef idx="1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fillRef>
          <a:effectRef idx="0"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31" name="Grupo 63"/>
          <p:cNvGrpSpPr>
            <a:grpSpLocks/>
          </p:cNvGrpSpPr>
          <p:nvPr/>
        </p:nvGrpSpPr>
        <p:grpSpPr bwMode="auto">
          <a:xfrm>
            <a:off x="1857374" y="1763738"/>
            <a:ext cx="1778522" cy="297110"/>
            <a:chOff x="2197622" y="461994"/>
            <a:chExt cx="2095023" cy="838009"/>
          </a:xfrm>
        </p:grpSpPr>
        <p:sp>
          <p:nvSpPr>
            <p:cNvPr id="132" name="Divisa 70"/>
            <p:cNvSpPr/>
            <p:nvPr/>
          </p:nvSpPr>
          <p:spPr>
            <a:xfrm>
              <a:off x="2197622" y="461994"/>
              <a:ext cx="2095023" cy="838009"/>
            </a:xfrm>
            <a:prstGeom prst="chevron">
              <a:avLst/>
            </a:prstGeom>
            <a:solidFill>
              <a:schemeClr val="accent1">
                <a:lumMod val="75000"/>
                <a:alpha val="9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3" name="Divisa 4"/>
            <p:cNvSpPr/>
            <p:nvPr/>
          </p:nvSpPr>
          <p:spPr>
            <a:xfrm>
              <a:off x="2615952" y="461994"/>
              <a:ext cx="1258364" cy="838009"/>
            </a:xfrm>
            <a:prstGeom prst="rect">
              <a:avLst/>
            </a:prstGeom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43180" tIns="21590" rIns="0" bIns="21590" spcCol="1270" anchor="ctr"/>
            <a:lstStyle/>
            <a:p>
              <a:pPr algn="ctr" defTabSz="15113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400"/>
            </a:p>
          </p:txBody>
        </p:sp>
      </p:grpSp>
      <p:grpSp>
        <p:nvGrpSpPr>
          <p:cNvPr id="134" name="Group 133"/>
          <p:cNvGrpSpPr/>
          <p:nvPr/>
        </p:nvGrpSpPr>
        <p:grpSpPr>
          <a:xfrm>
            <a:off x="3470027" y="1628800"/>
            <a:ext cx="669925" cy="384175"/>
            <a:chOff x="2574925" y="1628800"/>
            <a:chExt cx="669925" cy="384175"/>
          </a:xfrm>
        </p:grpSpPr>
        <p:sp>
          <p:nvSpPr>
            <p:cNvPr id="136" name="Estrela de 5 pontas 1"/>
            <p:cNvSpPr/>
            <p:nvPr/>
          </p:nvSpPr>
          <p:spPr bwMode="auto">
            <a:xfrm>
              <a:off x="2574925" y="1628800"/>
              <a:ext cx="484188" cy="384175"/>
            </a:xfrm>
            <a:prstGeom prst="star5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1200" dirty="0">
                <a:solidFill>
                  <a:schemeClr val="tx1"/>
                </a:solidFill>
              </a:endParaRPr>
            </a:p>
          </p:txBody>
        </p:sp>
        <p:sp>
          <p:nvSpPr>
            <p:cNvPr id="137" name="CaixaDeTexto 2"/>
            <p:cNvSpPr txBox="1">
              <a:spLocks noChangeArrowheads="1"/>
            </p:cNvSpPr>
            <p:nvPr/>
          </p:nvSpPr>
          <p:spPr bwMode="auto">
            <a:xfrm>
              <a:off x="2668588" y="1725638"/>
              <a:ext cx="576262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pt-BR" sz="800" dirty="0">
                  <a:latin typeface="Verdana" charset="0"/>
                  <a:cs typeface="Verdana" charset="0"/>
                </a:rPr>
                <a:t>P1</a:t>
              </a:r>
            </a:p>
          </p:txBody>
        </p:sp>
      </p:grpSp>
      <p:cxnSp>
        <p:nvCxnSpPr>
          <p:cNvPr id="3" name="Straight Connector 2"/>
          <p:cNvCxnSpPr/>
          <p:nvPr/>
        </p:nvCxnSpPr>
        <p:spPr>
          <a:xfrm>
            <a:off x="4283968" y="980728"/>
            <a:ext cx="0" cy="5877272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5" name="Grupo 65"/>
          <p:cNvGrpSpPr>
            <a:grpSpLocks/>
          </p:cNvGrpSpPr>
          <p:nvPr/>
        </p:nvGrpSpPr>
        <p:grpSpPr bwMode="auto">
          <a:xfrm>
            <a:off x="4931252" y="2924944"/>
            <a:ext cx="216024" cy="288032"/>
            <a:chOff x="2197622" y="2763996"/>
            <a:chExt cx="2095023" cy="838009"/>
          </a:xfrm>
        </p:grpSpPr>
        <p:sp>
          <p:nvSpPr>
            <p:cNvPr id="138" name="Divisa 66"/>
            <p:cNvSpPr/>
            <p:nvPr/>
          </p:nvSpPr>
          <p:spPr>
            <a:xfrm>
              <a:off x="2197622" y="2763996"/>
              <a:ext cx="2095023" cy="838009"/>
            </a:xfrm>
            <a:prstGeom prst="chevron">
              <a:avLst/>
            </a:prstGeom>
            <a:solidFill>
              <a:schemeClr val="bg2">
                <a:lumMod val="50000"/>
                <a:alpha val="9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2">
                <a:tint val="40000"/>
                <a:alpha val="90000"/>
                <a:hueOff val="4020657"/>
                <a:satOff val="-3502"/>
                <a:lumOff val="-5"/>
                <a:alphaOff val="0"/>
              </a:schemeClr>
            </a:lnRef>
            <a:fillRef idx="1">
              <a:schemeClr val="accent2">
                <a:tint val="40000"/>
                <a:alpha val="90000"/>
                <a:hueOff val="4020657"/>
                <a:satOff val="-3502"/>
                <a:lumOff val="-5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4020657"/>
                <a:satOff val="-3502"/>
                <a:lumOff val="-5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9" name="Divisa 8"/>
            <p:cNvSpPr/>
            <p:nvPr/>
          </p:nvSpPr>
          <p:spPr>
            <a:xfrm>
              <a:off x="2615433" y="2763996"/>
              <a:ext cx="1259401" cy="838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43180" tIns="21590" rIns="0" bIns="21590" spcCol="1270" anchor="ctr"/>
            <a:lstStyle/>
            <a:p>
              <a:pPr algn="ctr" defTabSz="15113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400"/>
            </a:p>
          </p:txBody>
        </p:sp>
      </p:grpSp>
      <p:grpSp>
        <p:nvGrpSpPr>
          <p:cNvPr id="140" name="Grupo 65"/>
          <p:cNvGrpSpPr>
            <a:grpSpLocks/>
          </p:cNvGrpSpPr>
          <p:nvPr/>
        </p:nvGrpSpPr>
        <p:grpSpPr bwMode="auto">
          <a:xfrm>
            <a:off x="4643220" y="2924944"/>
            <a:ext cx="216024" cy="288032"/>
            <a:chOff x="2197622" y="2763996"/>
            <a:chExt cx="2095023" cy="838009"/>
          </a:xfrm>
        </p:grpSpPr>
        <p:sp>
          <p:nvSpPr>
            <p:cNvPr id="141" name="Divisa 66"/>
            <p:cNvSpPr/>
            <p:nvPr/>
          </p:nvSpPr>
          <p:spPr>
            <a:xfrm>
              <a:off x="2197622" y="2763996"/>
              <a:ext cx="2095023" cy="838009"/>
            </a:xfrm>
            <a:prstGeom prst="chevron">
              <a:avLst/>
            </a:prstGeom>
            <a:solidFill>
              <a:schemeClr val="bg2">
                <a:lumMod val="50000"/>
                <a:alpha val="9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2">
                <a:tint val="40000"/>
                <a:alpha val="90000"/>
                <a:hueOff val="4020657"/>
                <a:satOff val="-3502"/>
                <a:lumOff val="-5"/>
                <a:alphaOff val="0"/>
              </a:schemeClr>
            </a:lnRef>
            <a:fillRef idx="1">
              <a:schemeClr val="accent2">
                <a:tint val="40000"/>
                <a:alpha val="90000"/>
                <a:hueOff val="4020657"/>
                <a:satOff val="-3502"/>
                <a:lumOff val="-5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4020657"/>
                <a:satOff val="-3502"/>
                <a:lumOff val="-5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2" name="Divisa 8"/>
            <p:cNvSpPr/>
            <p:nvPr/>
          </p:nvSpPr>
          <p:spPr>
            <a:xfrm>
              <a:off x="2615433" y="2763996"/>
              <a:ext cx="1259401" cy="838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43180" tIns="21590" rIns="0" bIns="21590" spcCol="1270" anchor="ctr"/>
            <a:lstStyle/>
            <a:p>
              <a:pPr algn="ctr" defTabSz="15113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400"/>
            </a:p>
          </p:txBody>
        </p:sp>
      </p:grpSp>
      <p:grpSp>
        <p:nvGrpSpPr>
          <p:cNvPr id="143" name="Grupo 65"/>
          <p:cNvGrpSpPr>
            <a:grpSpLocks/>
          </p:cNvGrpSpPr>
          <p:nvPr/>
        </p:nvGrpSpPr>
        <p:grpSpPr bwMode="auto">
          <a:xfrm>
            <a:off x="4787236" y="2924944"/>
            <a:ext cx="216024" cy="288032"/>
            <a:chOff x="2197622" y="2763996"/>
            <a:chExt cx="2095023" cy="838009"/>
          </a:xfrm>
        </p:grpSpPr>
        <p:sp>
          <p:nvSpPr>
            <p:cNvPr id="144" name="Divisa 66"/>
            <p:cNvSpPr/>
            <p:nvPr/>
          </p:nvSpPr>
          <p:spPr>
            <a:xfrm>
              <a:off x="2197622" y="2763996"/>
              <a:ext cx="2095023" cy="838009"/>
            </a:xfrm>
            <a:prstGeom prst="chevron">
              <a:avLst/>
            </a:prstGeom>
            <a:solidFill>
              <a:schemeClr val="bg2">
                <a:lumMod val="50000"/>
                <a:alpha val="9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2">
                <a:tint val="40000"/>
                <a:alpha val="90000"/>
                <a:hueOff val="4020657"/>
                <a:satOff val="-3502"/>
                <a:lumOff val="-5"/>
                <a:alphaOff val="0"/>
              </a:schemeClr>
            </a:lnRef>
            <a:fillRef idx="1">
              <a:schemeClr val="accent2">
                <a:tint val="40000"/>
                <a:alpha val="90000"/>
                <a:hueOff val="4020657"/>
                <a:satOff val="-3502"/>
                <a:lumOff val="-5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4020657"/>
                <a:satOff val="-3502"/>
                <a:lumOff val="-5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5" name="Divisa 8"/>
            <p:cNvSpPr/>
            <p:nvPr/>
          </p:nvSpPr>
          <p:spPr>
            <a:xfrm>
              <a:off x="2615433" y="2763996"/>
              <a:ext cx="1259401" cy="838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43180" tIns="21590" rIns="0" bIns="21590" spcCol="1270" anchor="ctr"/>
            <a:lstStyle/>
            <a:p>
              <a:pPr algn="ctr" defTabSz="15113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400"/>
            </a:p>
          </p:txBody>
        </p:sp>
      </p:grpSp>
      <p:grpSp>
        <p:nvGrpSpPr>
          <p:cNvPr id="146" name="Grupo 65"/>
          <p:cNvGrpSpPr>
            <a:grpSpLocks/>
          </p:cNvGrpSpPr>
          <p:nvPr/>
        </p:nvGrpSpPr>
        <p:grpSpPr bwMode="auto">
          <a:xfrm>
            <a:off x="4499992" y="2924944"/>
            <a:ext cx="216024" cy="288032"/>
            <a:chOff x="2197622" y="2763996"/>
            <a:chExt cx="2095023" cy="838009"/>
          </a:xfrm>
        </p:grpSpPr>
        <p:sp>
          <p:nvSpPr>
            <p:cNvPr id="147" name="Divisa 66"/>
            <p:cNvSpPr/>
            <p:nvPr/>
          </p:nvSpPr>
          <p:spPr>
            <a:xfrm>
              <a:off x="2197622" y="2763996"/>
              <a:ext cx="2095023" cy="838009"/>
            </a:xfrm>
            <a:prstGeom prst="chevron">
              <a:avLst/>
            </a:prstGeom>
            <a:solidFill>
              <a:schemeClr val="bg2">
                <a:lumMod val="50000"/>
                <a:alpha val="9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2">
                <a:tint val="40000"/>
                <a:alpha val="90000"/>
                <a:hueOff val="4020657"/>
                <a:satOff val="-3502"/>
                <a:lumOff val="-5"/>
                <a:alphaOff val="0"/>
              </a:schemeClr>
            </a:lnRef>
            <a:fillRef idx="1">
              <a:schemeClr val="accent2">
                <a:tint val="40000"/>
                <a:alpha val="90000"/>
                <a:hueOff val="4020657"/>
                <a:satOff val="-3502"/>
                <a:lumOff val="-5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4020657"/>
                <a:satOff val="-3502"/>
                <a:lumOff val="-5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8" name="Divisa 8"/>
            <p:cNvSpPr/>
            <p:nvPr/>
          </p:nvSpPr>
          <p:spPr>
            <a:xfrm>
              <a:off x="2615433" y="2763996"/>
              <a:ext cx="1259401" cy="838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43180" tIns="21590" rIns="0" bIns="21590" spcCol="1270" anchor="ctr"/>
            <a:lstStyle/>
            <a:p>
              <a:pPr algn="ctr" defTabSz="15113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400"/>
            </a:p>
          </p:txBody>
        </p:sp>
      </p:grpSp>
      <p:grpSp>
        <p:nvGrpSpPr>
          <p:cNvPr id="152" name="Grupo 65"/>
          <p:cNvGrpSpPr>
            <a:grpSpLocks/>
          </p:cNvGrpSpPr>
          <p:nvPr/>
        </p:nvGrpSpPr>
        <p:grpSpPr bwMode="auto">
          <a:xfrm>
            <a:off x="4355976" y="2924944"/>
            <a:ext cx="216024" cy="288032"/>
            <a:chOff x="2197622" y="2763996"/>
            <a:chExt cx="2095023" cy="838009"/>
          </a:xfrm>
        </p:grpSpPr>
        <p:sp>
          <p:nvSpPr>
            <p:cNvPr id="153" name="Divisa 66"/>
            <p:cNvSpPr/>
            <p:nvPr/>
          </p:nvSpPr>
          <p:spPr>
            <a:xfrm>
              <a:off x="2197622" y="2763996"/>
              <a:ext cx="2095023" cy="838009"/>
            </a:xfrm>
            <a:prstGeom prst="chevron">
              <a:avLst/>
            </a:prstGeom>
            <a:solidFill>
              <a:schemeClr val="bg2">
                <a:lumMod val="50000"/>
                <a:alpha val="9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2">
                <a:tint val="40000"/>
                <a:alpha val="90000"/>
                <a:hueOff val="4020657"/>
                <a:satOff val="-3502"/>
                <a:lumOff val="-5"/>
                <a:alphaOff val="0"/>
              </a:schemeClr>
            </a:lnRef>
            <a:fillRef idx="1">
              <a:schemeClr val="accent2">
                <a:tint val="40000"/>
                <a:alpha val="90000"/>
                <a:hueOff val="4020657"/>
                <a:satOff val="-3502"/>
                <a:lumOff val="-5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4020657"/>
                <a:satOff val="-3502"/>
                <a:lumOff val="-5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4" name="Divisa 8"/>
            <p:cNvSpPr/>
            <p:nvPr/>
          </p:nvSpPr>
          <p:spPr>
            <a:xfrm>
              <a:off x="2615433" y="2763996"/>
              <a:ext cx="1259401" cy="838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43180" tIns="21590" rIns="0" bIns="21590" spcCol="1270" anchor="ctr"/>
            <a:lstStyle/>
            <a:p>
              <a:pPr algn="ctr" defTabSz="15113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400"/>
            </a:p>
          </p:txBody>
        </p:sp>
      </p:grpSp>
    </p:spTree>
    <p:extLst>
      <p:ext uri="{BB962C8B-B14F-4D97-AF65-F5344CB8AC3E}">
        <p14:creationId xmlns:p14="http://schemas.microsoft.com/office/powerpoint/2010/main" val="31114255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sign padrã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sign padrã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A179F2B772F8340AA4B786AF3DAC01D" ma:contentTypeVersion="0" ma:contentTypeDescription="Crie um novo documento." ma:contentTypeScope="" ma:versionID="8445b5dd82bb02ad0238758f7b5a601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cb358bd3c4937f8c29cf3e1e721863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AE993A6-238B-4299-BB2D-3D80F390DED8}"/>
</file>

<file path=customXml/itemProps2.xml><?xml version="1.0" encoding="utf-8"?>
<ds:datastoreItem xmlns:ds="http://schemas.openxmlformats.org/officeDocument/2006/customXml" ds:itemID="{11DDA0A1-6C24-4406-868D-97EEB40CEB50}"/>
</file>

<file path=customXml/itemProps3.xml><?xml version="1.0" encoding="utf-8"?>
<ds:datastoreItem xmlns:ds="http://schemas.openxmlformats.org/officeDocument/2006/customXml" ds:itemID="{8C5B2567-5559-456E-84E5-1B908FD32AAE}"/>
</file>

<file path=docProps/app.xml><?xml version="1.0" encoding="utf-8"?>
<Properties xmlns="http://schemas.openxmlformats.org/officeDocument/2006/extended-properties" xmlns:vt="http://schemas.openxmlformats.org/officeDocument/2006/docPropsVTypes">
  <TotalTime>17370</TotalTime>
  <Words>227</Words>
  <Application>Microsoft Office PowerPoint</Application>
  <PresentationFormat>Apresentação na tela (4:3)</PresentationFormat>
  <Paragraphs>92</Paragraphs>
  <Slides>3</Slides>
  <Notes>1</Notes>
  <HiddenSlides>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4" baseType="lpstr">
      <vt:lpstr>Design padrão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Paulo Junior</dc:creator>
  <cp:lastModifiedBy>BR92654</cp:lastModifiedBy>
  <cp:revision>685</cp:revision>
  <cp:lastPrinted>2011-11-21T14:27:48Z</cp:lastPrinted>
  <dcterms:created xsi:type="dcterms:W3CDTF">2010-04-05T23:01:33Z</dcterms:created>
  <dcterms:modified xsi:type="dcterms:W3CDTF">2013-07-05T19:01:47Z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0x010100AA179F2B772F8340AA4B786AF3DAC01D</vt:lpwstr>
  </property>
</Properties>
</file>