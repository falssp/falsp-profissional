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7" r:id="rId6"/>
    <p:sldId id="279" r:id="rId7"/>
    <p:sldId id="282" r:id="rId8"/>
    <p:sldId id="283" r:id="rId9"/>
    <p:sldId id="284" r:id="rId10"/>
    <p:sldId id="262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6A9"/>
    <a:srgbClr val="E4C280"/>
    <a:srgbClr val="B4B53E"/>
    <a:srgbClr val="A59F7F"/>
    <a:srgbClr val="7F3D1A"/>
    <a:srgbClr val="A86E3E"/>
    <a:srgbClr val="333333"/>
    <a:srgbClr val="A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6" d="100"/>
          <a:sy n="76" d="100"/>
        </p:scale>
        <p:origin x="-120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3A13-2351-4A5E-955E-0BC32EEA7D37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10A47-54EA-49DE-98E0-8C02A97495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3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7AA01-5055-4B0F-BBA6-4573EE971BA3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6F9F-342E-4C32-9939-B49E64C381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53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BAB19-E599-45EB-AA69-A6A1091CDE62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55CE-A335-485C-8D79-0497EC35F9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140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0A575-61F1-4E40-89ED-A19AA72A082F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10D90-9E73-4470-9484-5146575D4BA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8120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51C0-153C-4658-B339-C14D4BFE514F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693DF-CAD1-417A-9940-1C2532D940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215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AFCE2-018E-4647-BD7F-61A04C01020D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E74CE-491C-4942-98AD-FBC1FEF83EC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081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F20-84A5-40C5-A6C0-C46ADC23C5BE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E5DE1-8064-49C8-B979-6CF670490A6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19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4E1C1-ECAD-4ED2-9C60-FC9B80D6B2AB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4E793-C06D-40D9-BE35-37BA171CD8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950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6E9A6-8B38-4696-9BC0-989532BCF2E1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378A-6F6A-493E-BCBA-7ED5770206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881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15980-82B5-4A31-BB93-62CCFE41E7C9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FE940-4CD4-4F1A-BBB2-B958830EA7A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01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3CEE0-C6D6-4736-98CC-D8A63FD2BE0B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05852-35E5-4BBD-A33C-DAE30D5C96E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19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BDF48-5CA4-4469-AFB5-61BC105CC0D9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D7CC4-752E-4FAF-9258-2836486EB9D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78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FE3913E-1FB7-4B3C-8626-4767150F0B12}" type="datetimeFigureOut">
              <a:rPr lang="en-US"/>
              <a:pPr>
                <a:defRPr/>
              </a:pPr>
              <a:t>5/13/2013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5E6C71E-FE65-4D15-8A3E-0869BDE3B3D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times.natura.net/vptd/governancati/gct/Lists/Calendario%20de%20Pagamentos/calendar.asp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times.natura.net/vptd/governancati/gct/Lists/Calendario%20de%20Pagamentos/calendar.aspx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img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9000" r="47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187624" y="3357563"/>
            <a:ext cx="614866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000" dirty="0">
                <a:solidFill>
                  <a:srgbClr val="B4B53E"/>
                </a:solidFill>
                <a:latin typeface="Verdana" pitchFamily="34" charset="0"/>
              </a:rPr>
              <a:t>Validar pagamento c/ desempenho do serviço e atualizar avaliação do fornecedor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714500" y="4208463"/>
            <a:ext cx="2428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300">
                <a:solidFill>
                  <a:schemeClr val="bg1"/>
                </a:solidFill>
                <a:latin typeface="Verdana" pitchFamily="34" charset="0"/>
              </a:rPr>
              <a:t>Abril/2013	</a:t>
            </a:r>
            <a:endParaRPr lang="pt-BR" sz="130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053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A59F7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5" name="Text Box 12"/>
          <p:cNvSpPr txBox="1">
            <a:spLocks noChangeArrowheads="1"/>
          </p:cNvSpPr>
          <p:nvPr/>
        </p:nvSpPr>
        <p:spPr bwMode="auto">
          <a:xfrm>
            <a:off x="725488" y="1189038"/>
            <a:ext cx="15890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>
                <a:solidFill>
                  <a:srgbClr val="EDD6A9"/>
                </a:solidFill>
                <a:latin typeface="Verdana" pitchFamily="34" charset="0"/>
              </a:rPr>
              <a:t>Objetivo</a:t>
            </a:r>
          </a:p>
        </p:txBody>
      </p:sp>
      <p:pic>
        <p:nvPicPr>
          <p:cNvPr id="3076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750888" y="2000250"/>
            <a:ext cx="66786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O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objetivo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deste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documento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é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instruir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como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validar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pagamento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e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atualizar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o ranking de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fornecedores</a:t>
            </a:r>
            <a:endParaRPr lang="en-US" sz="16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647" y="2402108"/>
            <a:ext cx="5795739" cy="37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363554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Validar o Pagamento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76594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>
                <a:solidFill>
                  <a:srgbClr val="B4B53E"/>
                </a:solidFill>
              </a:rPr>
              <a:t>Painel Governança </a:t>
            </a:r>
            <a:r>
              <a:rPr lang="pt-BR" sz="1000" b="1" dirty="0" smtClean="0">
                <a:solidFill>
                  <a:srgbClr val="B4B53E"/>
                </a:solidFill>
              </a:rPr>
              <a:t>TD: </a:t>
            </a:r>
            <a:r>
              <a:rPr lang="pt-BR" sz="1000" b="1" dirty="0">
                <a:solidFill>
                  <a:srgbClr val="B4B53E"/>
                </a:solidFill>
                <a:hlinkClick r:id="rId3"/>
              </a:rPr>
              <a:t>http://</a:t>
            </a:r>
            <a:r>
              <a:rPr lang="pt-BR" sz="1000" b="1" dirty="0" smtClean="0">
                <a:solidFill>
                  <a:srgbClr val="B4B53E"/>
                </a:solidFill>
                <a:hlinkClick r:id="rId3"/>
              </a:rPr>
              <a:t>times.natura.net/vptd/governancati/gct/Lists/Calendario%20de%20Pagamentos/calendar.aspx</a:t>
            </a:r>
            <a:endParaRPr lang="pt-BR" sz="1000" b="1" dirty="0" smtClean="0">
              <a:solidFill>
                <a:srgbClr val="B4B53E"/>
              </a:solidFill>
            </a:endParaRPr>
          </a:p>
          <a:p>
            <a:endParaRPr lang="pt-BR" sz="10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25488" y="1827401"/>
            <a:ext cx="22145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-  selecione a data de competência</a:t>
            </a:r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2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selecione o contrato cujo pagamento deverá ser validado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2787392" y="3371625"/>
            <a:ext cx="1837679" cy="8830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2940050" y="3818356"/>
            <a:ext cx="1116392" cy="2129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652018" y="3079237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3858885" y="3632422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340768"/>
            <a:ext cx="5753100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3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Verifique quais as validações necessárias para o contrato selecionado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4 – Envie o </a:t>
            </a:r>
            <a:r>
              <a:rPr lang="pt-BR" sz="1000" dirty="0" err="1" smtClean="0">
                <a:solidFill>
                  <a:srgbClr val="333333"/>
                </a:solidFill>
                <a:latin typeface="Verdana" pitchFamily="34" charset="0"/>
              </a:rPr>
              <a:t>email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ao gestor questionando sobre as validaç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ões necessárias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363554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>
                <a:solidFill>
                  <a:srgbClr val="B4B53E"/>
                </a:solidFill>
                <a:latin typeface="Verdana" pitchFamily="34" charset="0"/>
              </a:rPr>
              <a:t>Validar o Pagamento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3011054" y="5445224"/>
            <a:ext cx="2713074" cy="10081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633166" y="6160947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363554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>
                <a:solidFill>
                  <a:srgbClr val="B4B53E"/>
                </a:solidFill>
                <a:latin typeface="Verdana" pitchFamily="34" charset="0"/>
              </a:rPr>
              <a:t>Validar o Pagamento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208" y="1484784"/>
            <a:ext cx="6441169" cy="4908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09361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5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Salvar a resposta do gestor técnico em um local temporário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6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– Selecionar o registro em tratamento conforme slide 3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7 – Editar o registro em referência e clicar no botão “Anexar Arquivo”, selecionando o arquivo salvo no passo 5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8 – Clicar em Salvar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72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631262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Atualizar o Ranking de Fornecedores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76594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>
                <a:solidFill>
                  <a:srgbClr val="B4B53E"/>
                </a:solidFill>
              </a:rPr>
              <a:t>Painel Governança </a:t>
            </a:r>
            <a:r>
              <a:rPr lang="pt-BR" sz="1000" b="1" dirty="0" smtClean="0">
                <a:solidFill>
                  <a:srgbClr val="B4B53E"/>
                </a:solidFill>
              </a:rPr>
              <a:t>TD: </a:t>
            </a:r>
            <a:r>
              <a:rPr lang="pt-BR" sz="1000" b="1" dirty="0">
                <a:solidFill>
                  <a:srgbClr val="B4B53E"/>
                </a:solidFill>
                <a:hlinkClick r:id="rId2"/>
              </a:rPr>
              <a:t>http://</a:t>
            </a:r>
            <a:r>
              <a:rPr lang="pt-BR" sz="1000" b="1" dirty="0" smtClean="0">
                <a:solidFill>
                  <a:srgbClr val="B4B53E"/>
                </a:solidFill>
                <a:hlinkClick r:id="rId2"/>
              </a:rPr>
              <a:t>times.natura.net/vptd/governancati/gct/Lists/Calendario%20de%20Pagamentos/calendar.aspx</a:t>
            </a:r>
            <a:endParaRPr lang="pt-BR" sz="1000" b="1" dirty="0" smtClean="0">
              <a:solidFill>
                <a:srgbClr val="B4B53E"/>
              </a:solidFill>
            </a:endParaRPr>
          </a:p>
          <a:p>
            <a:endParaRPr lang="pt-BR" sz="10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25488" y="1827401"/>
            <a:ext cx="221456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-  selecione o fornecedor</a:t>
            </a:r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2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preencha o mês em referência com o SLA consolidado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3645024"/>
            <a:ext cx="752475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482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ame_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F50E9EA426424A8E8E274C50F6FAAD" ma:contentTypeVersion="0" ma:contentTypeDescription="Crie um novo documento." ma:contentTypeScope="" ma:versionID="b084ed81fd98ca7061dbf55ce1617e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11DF01-E204-4C4D-9BBA-3AE9AFB58D47}"/>
</file>

<file path=customXml/itemProps2.xml><?xml version="1.0" encoding="utf-8"?>
<ds:datastoreItem xmlns:ds="http://schemas.openxmlformats.org/officeDocument/2006/customXml" ds:itemID="{D74F2E16-A1FB-46F4-94E7-119DF7036D0E}"/>
</file>

<file path=customXml/itemProps3.xml><?xml version="1.0" encoding="utf-8"?>
<ds:datastoreItem xmlns:ds="http://schemas.openxmlformats.org/officeDocument/2006/customXml" ds:itemID="{C457900A-6049-43FB-B168-4B9BB02A7219}"/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2958</TotalTime>
  <Words>198</Words>
  <Application>Microsoft Office PowerPoint</Application>
  <PresentationFormat>Apresentação na tela (4:3)</PresentationFormat>
  <Paragraphs>33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Aquela Mesmo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QualquerNome</dc:creator>
  <cp:lastModifiedBy>Paulo Cazella</cp:lastModifiedBy>
  <cp:revision>180</cp:revision>
  <dcterms:created xsi:type="dcterms:W3CDTF">2007-11-04T19:27:17Z</dcterms:created>
  <dcterms:modified xsi:type="dcterms:W3CDTF">2013-05-13T19:06:09Z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0x010100C4F50E9EA426424A8E8E274C50F6FAAD</vt:lpwstr>
  </property>
</Properties>
</file>