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1"/>
  </p:notesMasterIdLst>
  <p:sldIdLst>
    <p:sldId id="1461" r:id="rId5"/>
    <p:sldId id="1467" r:id="rId6"/>
    <p:sldId id="1468" r:id="rId7"/>
    <p:sldId id="1469" r:id="rId8"/>
    <p:sldId id="1470" r:id="rId9"/>
    <p:sldId id="375" r:id="rId10"/>
  </p:sldIdLst>
  <p:sldSz cx="16256000" cy="9144000"/>
  <p:notesSz cx="6797675" cy="9982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37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37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393" algn="ctr" rtl="0" fontAlgn="base">
      <a:spcBef>
        <a:spcPct val="0"/>
      </a:spcBef>
      <a:spcAft>
        <a:spcPct val="0"/>
      </a:spcAft>
      <a:defRPr sz="37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588" algn="ctr" rtl="0" fontAlgn="base">
      <a:spcBef>
        <a:spcPct val="0"/>
      </a:spcBef>
      <a:spcAft>
        <a:spcPct val="0"/>
      </a:spcAft>
      <a:defRPr sz="37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787" algn="ctr" rtl="0" fontAlgn="base">
      <a:spcBef>
        <a:spcPct val="0"/>
      </a:spcBef>
      <a:spcAft>
        <a:spcPct val="0"/>
      </a:spcAft>
      <a:defRPr sz="37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5980" algn="l" defTabSz="457200" rtl="0" eaLnBrk="1" latinLnBrk="0" hangingPunct="1">
      <a:defRPr sz="37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177" algn="l" defTabSz="457200" rtl="0" eaLnBrk="1" latinLnBrk="0" hangingPunct="1">
      <a:defRPr sz="37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375" algn="l" defTabSz="457200" rtl="0" eaLnBrk="1" latinLnBrk="0" hangingPunct="1">
      <a:defRPr sz="37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569" algn="l" defTabSz="457200" rtl="0" eaLnBrk="1" latinLnBrk="0" hangingPunct="1">
      <a:defRPr sz="37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107">
          <p15:clr>
            <a:srgbClr val="A4A3A4"/>
          </p15:clr>
        </p15:guide>
        <p15:guide id="2" orient="horz" pos="5759">
          <p15:clr>
            <a:srgbClr val="A4A3A4"/>
          </p15:clr>
        </p15:guide>
        <p15:guide id="3" orient="horz">
          <p15:clr>
            <a:srgbClr val="A4A3A4"/>
          </p15:clr>
        </p15:guide>
        <p15:guide id="4" orient="horz" pos="4831">
          <p15:clr>
            <a:srgbClr val="A4A3A4"/>
          </p15:clr>
        </p15:guide>
        <p15:guide id="5" orient="horz" pos="2200">
          <p15:clr>
            <a:srgbClr val="A4A3A4"/>
          </p15:clr>
        </p15:guide>
        <p15:guide id="6" orient="horz" pos="5012">
          <p15:clr>
            <a:srgbClr val="A4A3A4"/>
          </p15:clr>
        </p15:guide>
        <p15:guide id="7" orient="horz" pos="5193">
          <p15:clr>
            <a:srgbClr val="A4A3A4"/>
          </p15:clr>
        </p15:guide>
        <p15:guide id="8" orient="horz" pos="5057">
          <p15:clr>
            <a:srgbClr val="A4A3A4"/>
          </p15:clr>
        </p15:guide>
        <p15:guide id="9" pos="130">
          <p15:clr>
            <a:srgbClr val="A4A3A4"/>
          </p15:clr>
        </p15:guide>
        <p15:guide id="10" pos="10110">
          <p15:clr>
            <a:srgbClr val="A4A3A4"/>
          </p15:clr>
        </p15:guide>
        <p15:guide id="11" pos="5099">
          <p15:clr>
            <a:srgbClr val="A4A3A4"/>
          </p15:clr>
        </p15:guide>
        <p15:guide id="12" pos="86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CCFFCC"/>
    <a:srgbClr val="FFFFFF"/>
    <a:srgbClr val="A50021"/>
    <a:srgbClr val="395426"/>
    <a:srgbClr val="FF8200"/>
    <a:srgbClr val="FF9933"/>
    <a:srgbClr val="4D1D40"/>
    <a:srgbClr val="FF9900"/>
    <a:srgbClr val="9100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65" autoAdjust="0"/>
    <p:restoredTop sz="98757" autoAdjust="0"/>
  </p:normalViewPr>
  <p:slideViewPr>
    <p:cSldViewPr showGuides="1">
      <p:cViewPr>
        <p:scale>
          <a:sx n="60" d="100"/>
          <a:sy n="60" d="100"/>
        </p:scale>
        <p:origin x="-1308" y="-342"/>
      </p:cViewPr>
      <p:guideLst>
        <p:guide orient="horz" pos="3107"/>
        <p:guide orient="horz" pos="5759"/>
        <p:guide orient="horz"/>
        <p:guide orient="horz" pos="4831"/>
        <p:guide orient="horz" pos="2200"/>
        <p:guide orient="horz" pos="5012"/>
        <p:guide orient="horz" pos="5193"/>
        <p:guide orient="horz" pos="5057"/>
        <p:guide pos="130"/>
        <p:guide pos="10110"/>
        <p:guide pos="5099"/>
        <p:guide pos="86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51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911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911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87EA54C-D2EB-0F48-8889-9EC27629332B}" type="datetime1">
              <a:rPr lang="en-US"/>
              <a:pPr/>
              <a:t>6/10/2015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49300"/>
            <a:ext cx="66548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pt-B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41545"/>
            <a:ext cx="5438140" cy="449199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81358"/>
            <a:ext cx="2945659" cy="49911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81358"/>
            <a:ext cx="2945659" cy="49911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5668CF1-2823-3C4F-B0E3-AB53265DAE43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511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393" algn="l" defTabSz="457200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588" algn="l" defTabSz="457200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787" algn="l" defTabSz="457200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5980" algn="l" defTabSz="4572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3177" algn="l" defTabSz="4572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200375" algn="l" defTabSz="4572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7569" algn="l" defTabSz="4572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68CF1-2823-3C4F-B0E3-AB53265DAE43}" type="slidenum">
              <a:rPr lang="en-US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962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1438" y="749300"/>
            <a:ext cx="6654800" cy="374332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68CF1-2823-3C4F-B0E3-AB53265DAE43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617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68CF1-2823-3C4F-B0E3-AB53265DAE43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474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68CF1-2823-3C4F-B0E3-AB53265DAE43}" type="slidenum">
              <a:rPr lang="en-US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474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68CF1-2823-3C4F-B0E3-AB53265DAE43}" type="slidenum">
              <a:rPr lang="en-US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474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8F5F4-4191-4F34-96FE-68815E4D7AED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6" name="Título 15"/>
          <p:cNvSpPr>
            <a:spLocks noGrp="1"/>
          </p:cNvSpPr>
          <p:nvPr>
            <p:ph type="title" hasCustomPrompt="1"/>
          </p:nvPr>
        </p:nvSpPr>
        <p:spPr>
          <a:xfrm>
            <a:off x="323851" y="323528"/>
            <a:ext cx="13931900" cy="61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>
              <a:defRPr lang="pt-BR" sz="2900" b="0" kern="1200">
                <a:solidFill>
                  <a:srgbClr val="910048"/>
                </a:solidFill>
                <a:latin typeface="Verdana"/>
                <a:ea typeface="ＭＳ Ｐゴシック" charset="0"/>
                <a:cs typeface="Verdana"/>
              </a:defRPr>
            </a:lvl1pPr>
          </a:lstStyle>
          <a:p>
            <a:pPr lvl="0" algn="l">
              <a:lnSpc>
                <a:spcPct val="90000"/>
              </a:lnSpc>
              <a:spcAft>
                <a:spcPts val="600"/>
              </a:spcAft>
              <a:tabLst>
                <a:tab pos="355600" algn="l"/>
                <a:tab pos="711198" algn="l"/>
                <a:tab pos="1066793" algn="l"/>
                <a:tab pos="1422387" algn="l"/>
                <a:tab pos="1777987" algn="l"/>
                <a:tab pos="2133584" algn="l"/>
                <a:tab pos="2489180" algn="l"/>
                <a:tab pos="2844775" algn="l"/>
                <a:tab pos="3200375" algn="l"/>
                <a:tab pos="3555973" algn="l"/>
                <a:tab pos="3911568" algn="l"/>
                <a:tab pos="4267166" algn="l"/>
                <a:tab pos="4571962" algn="l"/>
              </a:tabLst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1" hasCustomPrompt="1"/>
          </p:nvPr>
        </p:nvSpPr>
        <p:spPr>
          <a:xfrm>
            <a:off x="323851" y="971601"/>
            <a:ext cx="13931900" cy="6286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0" indent="0">
              <a:buFontTx/>
              <a:buNone/>
              <a:defRPr lang="pt-BR" sz="1700" b="0" kern="1200" smtClean="0">
                <a:solidFill>
                  <a:srgbClr val="910048"/>
                </a:solidFill>
                <a:latin typeface="Verdana"/>
                <a:ea typeface="ＭＳ Ｐゴシック" charset="0"/>
                <a:cs typeface="Verdana"/>
              </a:defRPr>
            </a:lvl1pPr>
            <a:lvl2pPr>
              <a:defRPr lang="pt-BR" sz="7600" kern="1200" smtClean="0">
                <a:latin typeface="Gill Sans" charset="0"/>
                <a:ea typeface="ヒラギノ角ゴ ProN W3" charset="0"/>
                <a:cs typeface="ヒラギノ角ゴ ProN W3" charset="0"/>
              </a:defRPr>
            </a:lvl2pPr>
            <a:lvl3pPr>
              <a:defRPr lang="pt-BR" sz="7600" kern="1200" smtClean="0">
                <a:latin typeface="Gill Sans" charset="0"/>
                <a:ea typeface="ヒラギノ角ゴ ProN W3" charset="0"/>
                <a:cs typeface="ヒラギノ角ゴ ProN W3" charset="0"/>
              </a:defRPr>
            </a:lvl3pPr>
            <a:lvl4pPr>
              <a:defRPr lang="pt-BR" sz="7600" kern="1200" smtClean="0">
                <a:latin typeface="Gill Sans" charset="0"/>
                <a:ea typeface="ヒラギノ角ゴ ProN W3" charset="0"/>
                <a:cs typeface="ヒラギノ角ゴ ProN W3" charset="0"/>
              </a:defRPr>
            </a:lvl4pPr>
            <a:lvl5pPr>
              <a:defRPr lang="pt-BR" sz="7600" kern="1200">
                <a:latin typeface="Gill Sans" charset="0"/>
                <a:ea typeface="ヒラギノ角ゴ ProN W3" charset="0"/>
                <a:cs typeface="ヒラギノ角ゴ ProN W3" charset="0"/>
              </a:defRPr>
            </a:lvl5pPr>
          </a:lstStyle>
          <a:p>
            <a:pPr lvl="0" algn="l">
              <a:lnSpc>
                <a:spcPct val="90000"/>
              </a:lnSpc>
              <a:spcAft>
                <a:spcPts val="600"/>
              </a:spcAft>
              <a:tabLst>
                <a:tab pos="355600" algn="l"/>
                <a:tab pos="711198" algn="l"/>
                <a:tab pos="1066793" algn="l"/>
                <a:tab pos="1422387" algn="l"/>
                <a:tab pos="1777987" algn="l"/>
                <a:tab pos="2133584" algn="l"/>
                <a:tab pos="2489180" algn="l"/>
                <a:tab pos="2844775" algn="l"/>
                <a:tab pos="3200375" algn="l"/>
                <a:tab pos="3555973" algn="l"/>
                <a:tab pos="3911568" algn="l"/>
                <a:tab pos="4267166" algn="l"/>
                <a:tab pos="4571962" algn="l"/>
              </a:tabLst>
            </a:pPr>
            <a:r>
              <a:rPr lang="pt-BR" dirty="0" smtClean="0"/>
              <a:t>&gt; Clique para editar o texto mestre</a:t>
            </a:r>
            <a:endParaRPr lang="pt-BR" dirty="0"/>
          </a:p>
        </p:txBody>
      </p:sp>
      <p:pic>
        <p:nvPicPr>
          <p:cNvPr id="5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4002" y="8424488"/>
            <a:ext cx="594916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301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0" y="1536703"/>
            <a:ext cx="13931900" cy="3086100"/>
          </a:xfrm>
          <a:prstGeom prst="rect">
            <a:avLst/>
          </a:prstGeom>
        </p:spPr>
        <p:txBody>
          <a:bodyPr lIns="91440" tIns="45721" rIns="91440" bIns="45721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5700" y="4711702"/>
            <a:ext cx="13931900" cy="1054100"/>
          </a:xfrm>
          <a:prstGeom prst="rect">
            <a:avLst/>
          </a:prstGeom>
        </p:spPr>
        <p:txBody>
          <a:bodyPr lIns="91440" tIns="45721" rIns="91440" bIns="45721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8F5F4-4191-4F34-96FE-68815E4D7AE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6596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5"/>
          <p:cNvSpPr>
            <a:spLocks noGrp="1"/>
          </p:cNvSpPr>
          <p:nvPr>
            <p:ph type="title" hasCustomPrompt="1"/>
          </p:nvPr>
        </p:nvSpPr>
        <p:spPr>
          <a:xfrm>
            <a:off x="323851" y="323528"/>
            <a:ext cx="13931900" cy="61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>
              <a:defRPr lang="pt-BR" sz="2900" b="0" kern="1200">
                <a:solidFill>
                  <a:srgbClr val="910048"/>
                </a:solidFill>
                <a:latin typeface="Verdana"/>
                <a:ea typeface="ＭＳ Ｐゴシック" charset="0"/>
                <a:cs typeface="Verdana"/>
              </a:defRPr>
            </a:lvl1pPr>
          </a:lstStyle>
          <a:p>
            <a:pPr lvl="0" algn="l">
              <a:lnSpc>
                <a:spcPct val="90000"/>
              </a:lnSpc>
              <a:spcAft>
                <a:spcPts val="600"/>
              </a:spcAft>
              <a:tabLst>
                <a:tab pos="355600" algn="l"/>
                <a:tab pos="711198" algn="l"/>
                <a:tab pos="1066793" algn="l"/>
                <a:tab pos="1422387" algn="l"/>
                <a:tab pos="1777987" algn="l"/>
                <a:tab pos="2133584" algn="l"/>
                <a:tab pos="2489180" algn="l"/>
                <a:tab pos="2844775" algn="l"/>
                <a:tab pos="3200375" algn="l"/>
                <a:tab pos="3555973" algn="l"/>
                <a:tab pos="3911568" algn="l"/>
                <a:tab pos="4267166" algn="l"/>
                <a:tab pos="4571962" algn="l"/>
              </a:tabLst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6" name="Espaço Reservado para Texto 3"/>
          <p:cNvSpPr>
            <a:spLocks noGrp="1"/>
          </p:cNvSpPr>
          <p:nvPr>
            <p:ph type="body" sz="quarter" idx="11" hasCustomPrompt="1"/>
          </p:nvPr>
        </p:nvSpPr>
        <p:spPr>
          <a:xfrm>
            <a:off x="323851" y="971601"/>
            <a:ext cx="13931900" cy="6286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0" indent="0">
              <a:buFontTx/>
              <a:buNone/>
              <a:defRPr lang="pt-BR" sz="1700" b="0" kern="1200" smtClean="0">
                <a:solidFill>
                  <a:srgbClr val="910048"/>
                </a:solidFill>
                <a:latin typeface="Verdana"/>
                <a:ea typeface="ＭＳ Ｐゴシック" charset="0"/>
                <a:cs typeface="Verdana"/>
              </a:defRPr>
            </a:lvl1pPr>
            <a:lvl2pPr>
              <a:defRPr lang="pt-BR" sz="7600" kern="1200" smtClean="0">
                <a:latin typeface="Gill Sans" charset="0"/>
                <a:ea typeface="ヒラギノ角ゴ ProN W3" charset="0"/>
                <a:cs typeface="ヒラギノ角ゴ ProN W3" charset="0"/>
              </a:defRPr>
            </a:lvl2pPr>
            <a:lvl3pPr>
              <a:defRPr lang="pt-BR" sz="7600" kern="1200" smtClean="0">
                <a:latin typeface="Gill Sans" charset="0"/>
                <a:ea typeface="ヒラギノ角ゴ ProN W3" charset="0"/>
                <a:cs typeface="ヒラギノ角ゴ ProN W3" charset="0"/>
              </a:defRPr>
            </a:lvl3pPr>
            <a:lvl4pPr>
              <a:defRPr lang="pt-BR" sz="7600" kern="1200" smtClean="0">
                <a:latin typeface="Gill Sans" charset="0"/>
                <a:ea typeface="ヒラギノ角ゴ ProN W3" charset="0"/>
                <a:cs typeface="ヒラギノ角ゴ ProN W3" charset="0"/>
              </a:defRPr>
            </a:lvl4pPr>
            <a:lvl5pPr>
              <a:defRPr lang="pt-BR" sz="7600" kern="1200">
                <a:latin typeface="Gill Sans" charset="0"/>
                <a:ea typeface="ヒラギノ角ゴ ProN W3" charset="0"/>
                <a:cs typeface="ヒラギノ角ゴ ProN W3" charset="0"/>
              </a:defRPr>
            </a:lvl5pPr>
          </a:lstStyle>
          <a:p>
            <a:pPr lvl="0" algn="l">
              <a:lnSpc>
                <a:spcPct val="90000"/>
              </a:lnSpc>
              <a:spcAft>
                <a:spcPts val="600"/>
              </a:spcAft>
              <a:tabLst>
                <a:tab pos="355600" algn="l"/>
                <a:tab pos="711198" algn="l"/>
                <a:tab pos="1066793" algn="l"/>
                <a:tab pos="1422387" algn="l"/>
                <a:tab pos="1777987" algn="l"/>
                <a:tab pos="2133584" algn="l"/>
                <a:tab pos="2489180" algn="l"/>
                <a:tab pos="2844775" algn="l"/>
                <a:tab pos="3200375" algn="l"/>
                <a:tab pos="3555973" algn="l"/>
                <a:tab pos="3911568" algn="l"/>
                <a:tab pos="4267166" algn="l"/>
                <a:tab pos="4571962" algn="l"/>
              </a:tabLst>
            </a:pPr>
            <a:r>
              <a:rPr lang="pt-BR" dirty="0" smtClean="0"/>
              <a:t>&gt; Clique para editar o texto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62744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de cantos arredondados 16"/>
          <p:cNvSpPr>
            <a:spLocks noChangeArrowheads="1"/>
          </p:cNvSpPr>
          <p:nvPr userDrawn="1"/>
        </p:nvSpPr>
        <p:spPr bwMode="auto">
          <a:xfrm>
            <a:off x="203200" y="1065213"/>
            <a:ext cx="15849600" cy="7850187"/>
          </a:xfrm>
          <a:prstGeom prst="roundRect">
            <a:avLst>
              <a:gd name="adj" fmla="val 8218"/>
            </a:avLst>
          </a:prstGeom>
          <a:solidFill>
            <a:schemeClr val="bg1"/>
          </a:solidFill>
          <a:ln w="3175" algn="ctr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lIns="91440" tIns="45721" rIns="91440" bIns="45721"/>
          <a:lstStyle/>
          <a:p>
            <a:pPr>
              <a:defRPr/>
            </a:pPr>
            <a:endParaRPr lang="pt-BR" sz="130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7" name="Picture 7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91" y="76203"/>
            <a:ext cx="61118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Espaço Reservado para Texto 19"/>
          <p:cNvSpPr>
            <a:spLocks noGrp="1"/>
          </p:cNvSpPr>
          <p:nvPr>
            <p:ph type="body" sz="quarter" idx="10"/>
          </p:nvPr>
        </p:nvSpPr>
        <p:spPr>
          <a:xfrm>
            <a:off x="717550" y="877339"/>
            <a:ext cx="5248799" cy="415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36000" tIns="45721" rIns="36000" bIns="45721">
            <a:spAutoFit/>
          </a:bodyPr>
          <a:lstStyle>
            <a:lvl1pPr marL="165100" indent="0">
              <a:buNone/>
              <a:defRPr lang="pt-BR" sz="2100" b="1" kern="12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11"/>
          </p:nvPr>
        </p:nvSpPr>
        <p:spPr>
          <a:xfrm>
            <a:off x="401200" y="1295014"/>
            <a:ext cx="15423001" cy="7391799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1440" tIns="45721" rIns="91440" bIns="45721" anchor="t"/>
          <a:lstStyle>
            <a:lvl1pPr>
              <a:def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>
              <a:def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25513614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12800" y="8475137"/>
            <a:ext cx="3793067" cy="486833"/>
          </a:xfrm>
          <a:prstGeom prst="rect">
            <a:avLst/>
          </a:prstGeom>
        </p:spPr>
        <p:txBody>
          <a:bodyPr lIns="145143" tIns="72571" rIns="145143" bIns="72571"/>
          <a:lstStyle/>
          <a:p>
            <a:fld id="{195793EF-9FB5-4406-A656-BF1DB2720DA9}" type="datetimeFigureOut">
              <a:rPr lang="pt-BR" smtClean="0"/>
              <a:t>10/06/2015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5554135" y="8475137"/>
            <a:ext cx="5147733" cy="486833"/>
          </a:xfrm>
          <a:prstGeom prst="rect">
            <a:avLst/>
          </a:prstGeom>
        </p:spPr>
        <p:txBody>
          <a:bodyPr lIns="145143" tIns="72571" rIns="145143" bIns="72571"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0661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4"/>
          </p:nvPr>
        </p:nvSpPr>
        <p:spPr>
          <a:xfrm>
            <a:off x="12238414" y="8478723"/>
            <a:ext cx="3792537" cy="485775"/>
          </a:xfrm>
          <a:prstGeom prst="rect">
            <a:avLst/>
          </a:prstGeom>
        </p:spPr>
        <p:txBody>
          <a:bodyPr vert="horz" lIns="91440" tIns="45721" rIns="91440" bIns="45721" rtlCol="0" anchor="b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8F5F4-4191-4F34-96FE-68815E4D7AED}" type="slidenum">
              <a:rPr lang="pt-BR" smtClean="0"/>
              <a:t>‹nº›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3" r:id="rId2"/>
    <p:sldLayoutId id="2147483675" r:id="rId3"/>
    <p:sldLayoutId id="2147483676" r:id="rId4"/>
    <p:sldLayoutId id="2147483747" r:id="rId5"/>
  </p:sldLayoutIdLst>
  <p:transition/>
  <p:timing>
    <p:tnLst>
      <p:par>
        <p:cTn id="1" dur="indefinite" restart="never" nodeType="tmRoot"/>
      </p:par>
    </p:tnLst>
  </p:timing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393" algn="ctr" rtl="0" eaLnBrk="1" fontAlgn="base" hangingPunct="1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588" algn="ctr" rtl="0" eaLnBrk="1" fontAlgn="base" hangingPunct="1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787" algn="ctr" rtl="0" eaLnBrk="1" fontAlgn="base" hangingPunct="1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1" fontAlgn="base" hangingPunct="1">
        <a:spcBef>
          <a:spcPct val="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742950" indent="-285751" algn="ctr" rtl="0" eaLnBrk="1" fontAlgn="base" hangingPunct="1">
        <a:spcBef>
          <a:spcPct val="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142993" indent="-228600" algn="ctr" rtl="0" eaLnBrk="1" fontAlgn="base" hangingPunct="1">
        <a:spcBef>
          <a:spcPct val="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1600187" indent="-228600" algn="ctr" rtl="0" eaLnBrk="1" fontAlgn="base" hangingPunct="1">
        <a:spcBef>
          <a:spcPct val="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057384" indent="-228600" algn="ctr" rtl="0" eaLnBrk="1" fontAlgn="base" hangingPunct="1">
        <a:spcBef>
          <a:spcPct val="0"/>
        </a:spcBef>
        <a:spcAft>
          <a:spcPct val="0"/>
        </a:spcAft>
        <a:buChar char="»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393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588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787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3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8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7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7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75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9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emf"/><Relationship Id="rId5" Type="http://schemas.openxmlformats.org/officeDocument/2006/relationships/package" Target="../embeddings/Planilha_do_Microsoft_Excel1.xlsx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_B8G0058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204" b="20354"/>
          <a:stretch>
            <a:fillRect/>
          </a:stretch>
        </p:blipFill>
        <p:spPr bwMode="auto">
          <a:xfrm>
            <a:off x="-296936" y="-198007"/>
            <a:ext cx="17577050" cy="9887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Rectangle 4"/>
          <p:cNvSpPr>
            <a:spLocks/>
          </p:cNvSpPr>
          <p:nvPr/>
        </p:nvSpPr>
        <p:spPr bwMode="auto">
          <a:xfrm>
            <a:off x="447148" y="2449416"/>
            <a:ext cx="15361707" cy="3202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510198" bIns="0"/>
          <a:lstStyle/>
          <a:p>
            <a:pPr>
              <a:lnSpc>
                <a:spcPct val="70000"/>
              </a:lnSpc>
            </a:pPr>
            <a:endParaRPr lang="pt-BR" sz="4400" b="1" dirty="0">
              <a:solidFill>
                <a:srgbClr val="FFFFFF"/>
              </a:solidFill>
              <a:latin typeface="Gill Sans Std ExtraBold" pitchFamily="34" charset="0"/>
              <a:sym typeface="Gill Sans Std Bold" charset="0"/>
            </a:endParaRPr>
          </a:p>
          <a:p>
            <a:pPr>
              <a:lnSpc>
                <a:spcPct val="70000"/>
              </a:lnSpc>
            </a:pPr>
            <a:endParaRPr lang="pt-BR" sz="5700" b="1" dirty="0">
              <a:solidFill>
                <a:srgbClr val="FFFFFF"/>
              </a:solidFill>
              <a:latin typeface="Gill Sans MT" pitchFamily="34" charset="0"/>
              <a:sym typeface="Gill Sans Std Bold" charset="0"/>
            </a:endParaRPr>
          </a:p>
          <a:p>
            <a:pPr>
              <a:lnSpc>
                <a:spcPct val="70000"/>
              </a:lnSpc>
            </a:pPr>
            <a:endParaRPr lang="en-US" sz="5700" b="1" dirty="0">
              <a:solidFill>
                <a:srgbClr val="FFFFFF"/>
              </a:solidFill>
              <a:latin typeface="Gill Sans MT" pitchFamily="34" charset="0"/>
              <a:sym typeface="Gill Sans Std Light" pitchFamily="34" charset="0"/>
            </a:endParaRPr>
          </a:p>
        </p:txBody>
      </p:sp>
      <p:sp>
        <p:nvSpPr>
          <p:cNvPr id="14340" name="Rectangle 5"/>
          <p:cNvSpPr>
            <a:spLocks/>
          </p:cNvSpPr>
          <p:nvPr/>
        </p:nvSpPr>
        <p:spPr bwMode="auto">
          <a:xfrm>
            <a:off x="351139" y="7109589"/>
            <a:ext cx="14492329" cy="63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510198" bIns="0"/>
          <a:lstStyle/>
          <a:p>
            <a:pPr algn="l"/>
            <a:r>
              <a:rPr lang="en-US" sz="2700" dirty="0" err="1" smtClean="0">
                <a:solidFill>
                  <a:srgbClr val="FFFFFF"/>
                </a:solidFill>
                <a:latin typeface="Gill Sans Std" pitchFamily="34" charset="0"/>
                <a:sym typeface="Gill Sans Std" pitchFamily="34" charset="0"/>
              </a:rPr>
              <a:t>Fev</a:t>
            </a:r>
            <a:r>
              <a:rPr lang="en-US" sz="2700" dirty="0" smtClean="0">
                <a:solidFill>
                  <a:srgbClr val="FFFFFF"/>
                </a:solidFill>
                <a:latin typeface="Gill Sans Std" pitchFamily="34" charset="0"/>
                <a:sym typeface="Gill Sans Std" pitchFamily="34" charset="0"/>
              </a:rPr>
              <a:t>/14 </a:t>
            </a:r>
            <a:r>
              <a:rPr lang="en-US" sz="2700" dirty="0">
                <a:solidFill>
                  <a:srgbClr val="FFFFFF"/>
                </a:solidFill>
                <a:latin typeface="Gill Sans Std" pitchFamily="34" charset="0"/>
                <a:sym typeface="Gill Sans Std" pitchFamily="34" charset="0"/>
              </a:rPr>
              <a:t>- VP  TD</a:t>
            </a:r>
            <a:endParaRPr lang="en-US" sz="2700" dirty="0">
              <a:solidFill>
                <a:srgbClr val="FFFFFF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sp>
        <p:nvSpPr>
          <p:cNvPr id="14342" name="TextBox 2"/>
          <p:cNvSpPr txBox="1">
            <a:spLocks noChangeArrowheads="1"/>
          </p:cNvSpPr>
          <p:nvPr/>
        </p:nvSpPr>
        <p:spPr bwMode="auto">
          <a:xfrm>
            <a:off x="-4049007" y="2218271"/>
            <a:ext cx="206138" cy="1072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040" tIns="51019" rIns="102040" bIns="51019">
            <a:spAutoFit/>
          </a:bodyPr>
          <a:lstStyle>
            <a:lvl1pPr eaLnBrk="0" hangingPunct="0">
              <a:defRPr sz="31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 eaLnBrk="0" hangingPunct="0">
              <a:defRPr sz="31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 eaLnBrk="0" hangingPunct="0">
              <a:defRPr sz="31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 eaLnBrk="0" hangingPunct="0">
              <a:defRPr sz="31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 eaLnBrk="0" hangingPunct="0">
              <a:defRPr sz="31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eaLnBrk="1" hangingPunct="1"/>
            <a:endParaRPr lang="pt-BR" sz="6300" dirty="0"/>
          </a:p>
        </p:txBody>
      </p:sp>
      <p:pic>
        <p:nvPicPr>
          <p:cNvPr id="14348" name="Picture 1" descr="NAT_marca_branca_natura-01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8780" y="7488768"/>
            <a:ext cx="1268697" cy="941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4"/>
          <p:cNvSpPr>
            <a:spLocks/>
          </p:cNvSpPr>
          <p:nvPr/>
        </p:nvSpPr>
        <p:spPr bwMode="auto">
          <a:xfrm>
            <a:off x="251520" y="1837061"/>
            <a:ext cx="13349088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21425" bIns="0"/>
          <a:lstStyle/>
          <a:p>
            <a:pPr>
              <a:lnSpc>
                <a:spcPct val="70000"/>
              </a:lnSpc>
            </a:pPr>
            <a:endParaRPr lang="pt-BR" sz="5400" b="1" dirty="0">
              <a:solidFill>
                <a:srgbClr val="FFFFFF"/>
              </a:solidFill>
              <a:latin typeface="Gill Sans MT" pitchFamily="34" charset="0"/>
              <a:sym typeface="Gill Sans Std Bold" charset="0"/>
            </a:endParaRPr>
          </a:p>
          <a:p>
            <a:pPr algn="l">
              <a:lnSpc>
                <a:spcPct val="70000"/>
              </a:lnSpc>
            </a:pPr>
            <a:r>
              <a:rPr lang="pt-BR" sz="6000" b="1" dirty="0">
                <a:solidFill>
                  <a:srgbClr val="FFFFFF"/>
                </a:solidFill>
                <a:latin typeface="Gill Sans Std ExtraBold" pitchFamily="34" charset="0"/>
                <a:sym typeface="Gill Sans Std Bold" charset="0"/>
              </a:rPr>
              <a:t>Comitê de Qualidade de TD</a:t>
            </a:r>
          </a:p>
          <a:p>
            <a:pPr algn="l">
              <a:lnSpc>
                <a:spcPct val="70000"/>
              </a:lnSpc>
            </a:pPr>
            <a:endParaRPr lang="pt-BR" sz="4800" b="1" dirty="0">
              <a:solidFill>
                <a:srgbClr val="FFFFFF"/>
              </a:solidFill>
              <a:latin typeface="Gill Sans Std ExtraBold" pitchFamily="34" charset="0"/>
              <a:sym typeface="Gill Sans Std Bold" charset="0"/>
            </a:endParaRPr>
          </a:p>
          <a:p>
            <a:pPr algn="l">
              <a:lnSpc>
                <a:spcPct val="70000"/>
              </a:lnSpc>
            </a:pPr>
            <a:endParaRPr lang="pt-BR" sz="4800" b="1" dirty="0">
              <a:solidFill>
                <a:srgbClr val="FFFFFF"/>
              </a:solidFill>
              <a:latin typeface="Gill Sans Std ExtraBold" pitchFamily="34" charset="0"/>
              <a:sym typeface="Gill Sans Std Bold" charset="0"/>
            </a:endParaRPr>
          </a:p>
          <a:p>
            <a:pPr algn="l">
              <a:lnSpc>
                <a:spcPct val="70000"/>
              </a:lnSpc>
            </a:pPr>
            <a:endParaRPr lang="pt-BR" sz="4800" b="1" dirty="0">
              <a:solidFill>
                <a:srgbClr val="FFFFFF"/>
              </a:solidFill>
              <a:latin typeface="Gill Sans Std ExtraBold" pitchFamily="34" charset="0"/>
              <a:sym typeface="Gill Sans Std Bold" charset="0"/>
            </a:endParaRPr>
          </a:p>
          <a:p>
            <a:pPr algn="l">
              <a:lnSpc>
                <a:spcPct val="70000"/>
              </a:lnSpc>
            </a:pPr>
            <a:endParaRPr lang="pt-BR" sz="4800" b="1" dirty="0">
              <a:solidFill>
                <a:srgbClr val="FFFFFF"/>
              </a:solidFill>
              <a:latin typeface="Gill Sans Std ExtraBold" pitchFamily="34" charset="0"/>
              <a:sym typeface="Gill Sans Std Bold" charset="0"/>
            </a:endParaRPr>
          </a:p>
          <a:p>
            <a:pPr algn="l">
              <a:lnSpc>
                <a:spcPct val="70000"/>
              </a:lnSpc>
            </a:pPr>
            <a:endParaRPr lang="pt-BR" sz="4800" b="1" dirty="0">
              <a:solidFill>
                <a:srgbClr val="FFFFFF"/>
              </a:solidFill>
              <a:latin typeface="Gill Sans Std ExtraBold" pitchFamily="34" charset="0"/>
              <a:sym typeface="Gill Sans Std Bold" charset="0"/>
            </a:endParaRPr>
          </a:p>
          <a:p>
            <a:pPr algn="l">
              <a:lnSpc>
                <a:spcPct val="70000"/>
              </a:lnSpc>
            </a:pPr>
            <a:r>
              <a:rPr lang="pt-BR" sz="4800" b="1" dirty="0" smtClean="0">
                <a:solidFill>
                  <a:srgbClr val="FFFFFF"/>
                </a:solidFill>
                <a:latin typeface="Gill Sans Std ExtraBold" pitchFamily="34" charset="0"/>
                <a:sym typeface="Gill Sans Std Bold" charset="0"/>
              </a:rPr>
              <a:t>Resultados Janeiro</a:t>
            </a:r>
            <a:endParaRPr lang="pt-BR" sz="4800" b="1" dirty="0">
              <a:solidFill>
                <a:srgbClr val="FFFFFF"/>
              </a:solidFill>
              <a:latin typeface="Gill Sans Std ExtraBold" pitchFamily="34" charset="0"/>
              <a:sym typeface="Gill Sans Std Bold" charset="0"/>
            </a:endParaRPr>
          </a:p>
          <a:p>
            <a:pPr algn="l">
              <a:lnSpc>
                <a:spcPct val="70000"/>
              </a:lnSpc>
            </a:pPr>
            <a:endParaRPr lang="pt-BR" b="1" dirty="0">
              <a:solidFill>
                <a:srgbClr val="FFFFFF"/>
              </a:solidFill>
              <a:latin typeface="Gill Sans MT" pitchFamily="34" charset="0"/>
              <a:sym typeface="Gill Sans Std Bold" charset="0"/>
            </a:endParaRPr>
          </a:p>
          <a:p>
            <a:pPr algn="l">
              <a:lnSpc>
                <a:spcPct val="70000"/>
              </a:lnSpc>
            </a:pPr>
            <a:endParaRPr lang="en-US" b="1" dirty="0">
              <a:solidFill>
                <a:srgbClr val="FFFFFF"/>
              </a:solidFill>
              <a:latin typeface="Gill Sans MT" pitchFamily="34" charset="0"/>
              <a:sym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17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/>
          </p:cNvSpPr>
          <p:nvPr/>
        </p:nvSpPr>
        <p:spPr bwMode="auto">
          <a:xfrm>
            <a:off x="2" y="323528"/>
            <a:ext cx="10096500" cy="8405813"/>
          </a:xfrm>
          <a:prstGeom prst="rect">
            <a:avLst/>
          </a:prstGeom>
          <a:solidFill>
            <a:srgbClr val="FF9933"/>
          </a:solidFill>
          <a:ln>
            <a:noFill/>
          </a:ln>
          <a:extLst/>
        </p:spPr>
        <p:txBody>
          <a:bodyPr lIns="0" tIns="0" rIns="0" bIns="0"/>
          <a:lstStyle/>
          <a:p>
            <a:endParaRPr lang="pt-BR">
              <a:solidFill>
                <a:srgbClr val="B7A99A"/>
              </a:solidFill>
            </a:endParaRPr>
          </a:p>
        </p:txBody>
      </p:sp>
      <p:sp>
        <p:nvSpPr>
          <p:cNvPr id="17411" name="Rectangle 3"/>
          <p:cNvSpPr>
            <a:spLocks/>
          </p:cNvSpPr>
          <p:nvPr/>
        </p:nvSpPr>
        <p:spPr bwMode="auto">
          <a:xfrm>
            <a:off x="950517" y="2829496"/>
            <a:ext cx="774898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7200" bIns="0"/>
          <a:lstStyle/>
          <a:p>
            <a:pPr algn="l">
              <a:lnSpc>
                <a:spcPct val="80000"/>
              </a:lnSpc>
            </a:pPr>
            <a:endParaRPr lang="en-US" sz="2700" b="1" dirty="0" smtClean="0">
              <a:solidFill>
                <a:srgbClr val="FFFFFF"/>
              </a:solidFill>
              <a:latin typeface="Gill Sans MT"/>
              <a:sym typeface="Gill Sans Std Light" pitchFamily="34" charset="0"/>
            </a:endParaRPr>
          </a:p>
          <a:p>
            <a:pPr algn="l">
              <a:lnSpc>
                <a:spcPct val="80000"/>
              </a:lnSpc>
            </a:pPr>
            <a:r>
              <a:rPr lang="en-US" sz="7100" b="1" dirty="0" smtClean="0">
                <a:solidFill>
                  <a:srgbClr val="FFFFFF"/>
                </a:solidFill>
                <a:latin typeface="Gill Sans MT"/>
                <a:ea typeface="+mn-ea"/>
                <a:cs typeface="Arial"/>
                <a:sym typeface="Gill Sans Std Light" pitchFamily="34" charset="0"/>
              </a:rPr>
              <a:t>Field Service</a:t>
            </a:r>
            <a:endParaRPr lang="en-US" sz="2700" b="1" dirty="0">
              <a:solidFill>
                <a:srgbClr val="FFFFFF"/>
              </a:solidFill>
              <a:latin typeface="Gill Sans MT"/>
              <a:sym typeface="Gill Sans Std Light" pitchFamily="34" charset="0"/>
            </a:endParaRPr>
          </a:p>
        </p:txBody>
      </p:sp>
      <p:pic>
        <p:nvPicPr>
          <p:cNvPr id="17412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0" y="7560472"/>
            <a:ext cx="1270000" cy="872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TextBox 3"/>
          <p:cNvSpPr txBox="1">
            <a:spLocks noChangeArrowheads="1"/>
          </p:cNvSpPr>
          <p:nvPr/>
        </p:nvSpPr>
        <p:spPr bwMode="auto">
          <a:xfrm>
            <a:off x="-4883639" y="2074665"/>
            <a:ext cx="184731" cy="73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1" rIns="91440" bIns="45721">
            <a:spAutoFit/>
          </a:bodyPr>
          <a:lstStyle>
            <a:lvl1pPr eaLnBrk="0" hangingPunct="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7416" name="Rectangle 8"/>
          <p:cNvSpPr>
            <a:spLocks/>
          </p:cNvSpPr>
          <p:nvPr/>
        </p:nvSpPr>
        <p:spPr bwMode="auto">
          <a:xfrm>
            <a:off x="11318875" y="4881573"/>
            <a:ext cx="5286375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l">
              <a:tabLst>
                <a:tab pos="355600" algn="l"/>
                <a:tab pos="711198" algn="l"/>
                <a:tab pos="1066793" algn="l"/>
                <a:tab pos="1422387" algn="l"/>
                <a:tab pos="1777987" algn="l"/>
                <a:tab pos="2133584" algn="l"/>
                <a:tab pos="2489180" algn="l"/>
                <a:tab pos="2844775" algn="l"/>
                <a:tab pos="3200375" algn="l"/>
                <a:tab pos="3555973" algn="l"/>
                <a:tab pos="3911568" algn="l"/>
                <a:tab pos="4267166" algn="l"/>
                <a:tab pos="4571962" algn="l"/>
              </a:tabLst>
            </a:pPr>
            <a:endParaRPr lang="pt-BR" sz="1700">
              <a:solidFill>
                <a:schemeClr val="bg1"/>
              </a:solidFill>
              <a:latin typeface="Gill Sans Std" pitchFamily="34" charset="0"/>
              <a:sym typeface="Gill Sans Std" pitchFamily="34" charset="0"/>
            </a:endParaRPr>
          </a:p>
        </p:txBody>
      </p:sp>
      <p:pic>
        <p:nvPicPr>
          <p:cNvPr id="10" name="Picture 5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9136112" y="7996535"/>
            <a:ext cx="594916" cy="540000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 bwMode="auto">
          <a:xfrm>
            <a:off x="12520488" y="2987824"/>
            <a:ext cx="45719" cy="45719"/>
          </a:xfrm>
          <a:prstGeom prst="rect">
            <a:avLst/>
          </a:prstGeom>
          <a:noFill/>
          <a:ln w="25400" cap="flat" cmpd="sng" algn="ctr">
            <a:solidFill>
              <a:srgbClr val="A50021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36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10504264" y="1830093"/>
            <a:ext cx="5262187" cy="5262187"/>
            <a:chOff x="10096502" y="1010884"/>
            <a:chExt cx="5262187" cy="5262187"/>
          </a:xfrm>
        </p:grpSpPr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96502" y="1010884"/>
              <a:ext cx="5262187" cy="5262187"/>
            </a:xfrm>
            <a:prstGeom prst="rect">
              <a:avLst/>
            </a:prstGeom>
          </p:spPr>
        </p:pic>
        <p:sp>
          <p:nvSpPr>
            <p:cNvPr id="3" name="CaixaDeTexto 2"/>
            <p:cNvSpPr txBox="1"/>
            <p:nvPr/>
          </p:nvSpPr>
          <p:spPr>
            <a:xfrm>
              <a:off x="11089036" y="2483768"/>
              <a:ext cx="3389839" cy="22467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b="1" dirty="0" smtClean="0">
                  <a:solidFill>
                    <a:srgbClr val="FFFFFF"/>
                  </a:solidFill>
                  <a:latin typeface="Gill Sans MT" pitchFamily="34" charset="0"/>
                </a:rPr>
                <a:t>Principais indicadores de</a:t>
              </a:r>
            </a:p>
            <a:p>
              <a:r>
                <a:rPr lang="pt-BR" sz="2000" b="1" dirty="0" smtClean="0">
                  <a:solidFill>
                    <a:srgbClr val="FFFFFF"/>
                  </a:solidFill>
                  <a:latin typeface="Gill Sans MT" pitchFamily="34" charset="0"/>
                </a:rPr>
                <a:t>Atendimento relacionados</a:t>
              </a:r>
            </a:p>
            <a:p>
              <a:pPr marL="571500" indent="-571500" algn="l">
                <a:buFont typeface="Arial" pitchFamily="34" charset="0"/>
                <a:buChar char="•"/>
              </a:pPr>
              <a:endParaRPr lang="pt-BR" sz="2000" b="1" dirty="0" smtClean="0">
                <a:solidFill>
                  <a:srgbClr val="FFFFFF"/>
                </a:solidFill>
                <a:latin typeface="Gill Sans MT" pitchFamily="34" charset="0"/>
              </a:endParaRPr>
            </a:p>
            <a:p>
              <a:pPr algn="l"/>
              <a:endParaRPr lang="pt-BR" sz="2000" b="1" dirty="0" smtClean="0">
                <a:solidFill>
                  <a:srgbClr val="FFFFFF"/>
                </a:solidFill>
                <a:latin typeface="Gill Sans MT" pitchFamily="34" charset="0"/>
              </a:endParaRPr>
            </a:p>
            <a:p>
              <a:pPr lvl="1" algn="l"/>
              <a:r>
                <a:rPr lang="pt-BR" sz="2000" b="1" dirty="0" smtClean="0">
                  <a:solidFill>
                    <a:srgbClr val="FFFFFF"/>
                  </a:solidFill>
                  <a:latin typeface="Gill Sans MT" pitchFamily="34" charset="0"/>
                </a:rPr>
                <a:t>	Nível de Serviço</a:t>
              </a:r>
            </a:p>
            <a:p>
              <a:pPr lvl="1" algn="l"/>
              <a:endParaRPr lang="pt-BR" sz="2000" b="1" dirty="0" smtClean="0">
                <a:solidFill>
                  <a:srgbClr val="FFFFFF"/>
                </a:solidFill>
                <a:latin typeface="Gill Sans MT" pitchFamily="34" charset="0"/>
              </a:endParaRPr>
            </a:p>
            <a:p>
              <a:pPr lvl="1"/>
              <a:r>
                <a:rPr lang="pt-BR" sz="2000" b="1" dirty="0" err="1" smtClean="0">
                  <a:solidFill>
                    <a:srgbClr val="FFFFFF"/>
                  </a:solidFill>
                  <a:latin typeface="Gill Sans MT" pitchFamily="34" charset="0"/>
                </a:rPr>
                <a:t>Fieldservice</a:t>
              </a:r>
              <a:endParaRPr lang="pt-BR" sz="2000" b="1" dirty="0" smtClean="0">
                <a:solidFill>
                  <a:srgbClr val="FFFFFF"/>
                </a:solidFill>
                <a:latin typeface="Gill Sans M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87939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4"/>
          <p:cNvSpPr txBox="1">
            <a:spLocks/>
          </p:cNvSpPr>
          <p:nvPr/>
        </p:nvSpPr>
        <p:spPr>
          <a:xfrm>
            <a:off x="343342" y="-36512"/>
            <a:ext cx="9192814" cy="612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spcBef>
                <a:spcPct val="0"/>
              </a:spcBef>
              <a:buNone/>
              <a:defRPr lang="pt-BR" b="0">
                <a:solidFill>
                  <a:srgbClr val="910048"/>
                </a:solidFill>
                <a:latin typeface="Verdana"/>
                <a:ea typeface="ＭＳ Ｐゴシック" charset="0"/>
                <a:cs typeface="Verdana"/>
              </a:defRPr>
            </a:lvl1pPr>
          </a:lstStyle>
          <a:p>
            <a:pPr algn="l"/>
            <a:r>
              <a:rPr lang="pt-BR" sz="3200" dirty="0">
                <a:latin typeface="Gill Sans MT" pitchFamily="34" charset="0"/>
              </a:rPr>
              <a:t>ONE PAGE </a:t>
            </a:r>
            <a:r>
              <a:rPr lang="pt-BR" sz="3200" dirty="0" smtClean="0">
                <a:latin typeface="Gill Sans MT" pitchFamily="34" charset="0"/>
              </a:rPr>
              <a:t>– Field Service</a:t>
            </a:r>
            <a:endParaRPr lang="pt-BR" sz="3200" dirty="0">
              <a:latin typeface="Gill Sans MT" pitchFamily="34" charset="0"/>
            </a:endParaRPr>
          </a:p>
        </p:txBody>
      </p:sp>
      <p:sp>
        <p:nvSpPr>
          <p:cNvPr id="27" name="AutoShape 146"/>
          <p:cNvSpPr>
            <a:spLocks noChangeArrowheads="1"/>
          </p:cNvSpPr>
          <p:nvPr/>
        </p:nvSpPr>
        <p:spPr bwMode="auto">
          <a:xfrm>
            <a:off x="11152336" y="467544"/>
            <a:ext cx="4680523" cy="576064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3175" algn="ctr">
            <a:solidFill>
              <a:srgbClr val="FF9900"/>
            </a:solidFill>
            <a:round/>
            <a:headEnd/>
            <a:tailEnd/>
          </a:ln>
        </p:spPr>
        <p:txBody>
          <a:bodyPr lIns="36000" tIns="108000" rIns="36000" bIns="45721"/>
          <a:lstStyle/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b="1" dirty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Field Service Brasil </a:t>
            </a:r>
            <a:r>
              <a:rPr lang="pt-BR" sz="1600" b="1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– </a:t>
            </a: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Abertos 590 chamados sendo 241 Incidentes e 349 solicitações.</a:t>
            </a: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Aberto 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ticket de problema “</a:t>
            </a: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1019087” 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para identificação da causa raiz dos incidentes  relacionados </a:t>
            </a: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a bloqueio constante da senha de rede.</a:t>
            </a:r>
            <a:endParaRPr lang="pt-BR" sz="1600" dirty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Resolvidos 514 incidentes.</a:t>
            </a: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Atendido 161chamados de configuração da rede </a:t>
            </a:r>
            <a:r>
              <a:rPr lang="pt-BR" sz="1600" dirty="0" err="1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Natura_Mobile</a:t>
            </a: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 no Quiosque-Cajamar.</a:t>
            </a: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Equipamento CLT dos reatores ficou inativo do dia 15/05 ao 17/05 (Cajamar-Rio Amazonas), equipe do Field Service acompanhou manutenção e testes das áreas de Manutenção e Network.   </a:t>
            </a:r>
          </a:p>
          <a:p>
            <a:pPr algn="l">
              <a:spcAft>
                <a:spcPts val="252"/>
              </a:spcAft>
              <a:buClr>
                <a:srgbClr val="F38345"/>
              </a:buClr>
              <a:defRPr/>
            </a:pP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     _ _ _ _ _ _ _ _ _ _ _ _ _ _ _ _ _ _ _ _ _</a:t>
            </a: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b="1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b="1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Field </a:t>
            </a:r>
            <a:r>
              <a:rPr lang="pt-BR" sz="1600" b="1" dirty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Service </a:t>
            </a:r>
            <a:r>
              <a:rPr lang="pt-BR" sz="1600" b="1" dirty="0" err="1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OIs</a:t>
            </a:r>
            <a:r>
              <a:rPr lang="pt-BR" sz="1600" b="1" dirty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 </a:t>
            </a:r>
            <a:r>
              <a:rPr lang="pt-BR" sz="1600" b="1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–</a:t>
            </a: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 Abertos 187 chamados sendo 53 de Incidentes e 134 solicitações. </a:t>
            </a: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Resolvidos 154 incidentes. </a:t>
            </a: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dirty="0" smtClean="0"/>
              <a:t>Atendimentos </a:t>
            </a:r>
            <a:r>
              <a:rPr lang="pt-BR" sz="1600" dirty="0" err="1"/>
              <a:t>GV´s</a:t>
            </a:r>
            <a:r>
              <a:rPr lang="pt-BR" sz="1600" dirty="0"/>
              <a:t>  </a:t>
            </a:r>
            <a:r>
              <a:rPr lang="pt-BR" sz="1600" dirty="0" err="1"/>
              <a:t>FV´s</a:t>
            </a:r>
            <a:r>
              <a:rPr lang="pt-BR" sz="1600" dirty="0"/>
              <a:t> </a:t>
            </a:r>
            <a:r>
              <a:rPr lang="pt-BR" sz="1600" dirty="0" err="1"/>
              <a:t>SV´s</a:t>
            </a:r>
            <a:r>
              <a:rPr lang="pt-BR" sz="1600" dirty="0"/>
              <a:t> </a:t>
            </a:r>
            <a:r>
              <a:rPr lang="pt-BR" sz="1600" dirty="0" smtClean="0"/>
              <a:t>e </a:t>
            </a:r>
            <a:r>
              <a:rPr lang="pt-BR" sz="1600" dirty="0" err="1" smtClean="0"/>
              <a:t>FV´s</a:t>
            </a:r>
            <a:r>
              <a:rPr lang="pt-BR" sz="1600" dirty="0" smtClean="0"/>
              <a:t> sendo </a:t>
            </a:r>
            <a:r>
              <a:rPr lang="pt-BR" sz="1600" dirty="0"/>
              <a:t>cadastrados na </a:t>
            </a:r>
            <a:r>
              <a:rPr lang="pt-BR" sz="1600" dirty="0" smtClean="0"/>
              <a:t>ferramenta CA-SDM. </a:t>
            </a: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  <a:cs typeface="Arial" pitchFamily="34" charset="0"/>
            </a:endParaRPr>
          </a:p>
        </p:txBody>
      </p:sp>
      <p:sp>
        <p:nvSpPr>
          <p:cNvPr id="29" name="Rectangle 2"/>
          <p:cNvSpPr>
            <a:spLocks noChangeArrowheads="1"/>
          </p:cNvSpPr>
          <p:nvPr/>
        </p:nvSpPr>
        <p:spPr bwMode="auto">
          <a:xfrm>
            <a:off x="11512376" y="251520"/>
            <a:ext cx="1874151" cy="40701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0" tIns="72000" rIns="180000" bIns="720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700" dirty="0">
                <a:solidFill>
                  <a:srgbClr val="7F3D1A"/>
                </a:solidFill>
                <a:latin typeface="Gill Sans MT" pitchFamily="34" charset="0"/>
                <a:cs typeface="Arial" pitchFamily="34" charset="0"/>
              </a:rPr>
              <a:t>Comentários</a:t>
            </a:r>
          </a:p>
        </p:txBody>
      </p:sp>
      <p:sp>
        <p:nvSpPr>
          <p:cNvPr id="30" name="AutoShape 146"/>
          <p:cNvSpPr>
            <a:spLocks noChangeArrowheads="1"/>
          </p:cNvSpPr>
          <p:nvPr/>
        </p:nvSpPr>
        <p:spPr bwMode="auto">
          <a:xfrm>
            <a:off x="11152336" y="6491184"/>
            <a:ext cx="4680522" cy="232928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 algn="ctr">
            <a:solidFill>
              <a:srgbClr val="FF9900"/>
            </a:solidFill>
            <a:round/>
            <a:headEnd/>
            <a:tailEnd/>
          </a:ln>
        </p:spPr>
        <p:txBody>
          <a:bodyPr lIns="36000" tIns="108000" rIns="36000" bIns="45721"/>
          <a:lstStyle/>
          <a:p>
            <a:pPr marL="628650" lvl="1" indent="-1714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>
              <a:latin typeface="Gill Sans MT" pitchFamily="34" charset="0"/>
              <a:cs typeface="Arial" pitchFamily="34" charset="0"/>
            </a:endParaRPr>
          </a:p>
          <a:p>
            <a:pPr marL="171450" indent="-1714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b="1" dirty="0" smtClean="0">
                <a:latin typeface="Gill Sans MT" pitchFamily="34" charset="0"/>
                <a:cs typeface="Arial" pitchFamily="34" charset="0"/>
              </a:rPr>
              <a:t>Field Service Brasil – Aderência  2%</a:t>
            </a:r>
          </a:p>
          <a:p>
            <a:pPr marL="171450" indent="-1714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b="1" dirty="0" smtClean="0">
              <a:latin typeface="Gill Sans MT" pitchFamily="34" charset="0"/>
              <a:cs typeface="Arial" pitchFamily="34" charset="0"/>
            </a:endParaRPr>
          </a:p>
          <a:p>
            <a:pPr marL="171450" indent="-1714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b="1" dirty="0" smtClean="0">
                <a:latin typeface="Gill Sans MT" pitchFamily="34" charset="0"/>
                <a:cs typeface="Arial" pitchFamily="34" charset="0"/>
              </a:rPr>
              <a:t>Field </a:t>
            </a:r>
            <a:r>
              <a:rPr lang="pt-BR" sz="1600" b="1" dirty="0">
                <a:latin typeface="Gill Sans MT" pitchFamily="34" charset="0"/>
                <a:cs typeface="Arial" pitchFamily="34" charset="0"/>
              </a:rPr>
              <a:t>Service </a:t>
            </a:r>
            <a:r>
              <a:rPr lang="pt-BR" sz="1600" b="1" dirty="0" err="1" smtClean="0">
                <a:latin typeface="Gill Sans MT" pitchFamily="34" charset="0"/>
                <a:cs typeface="Arial" pitchFamily="34" charset="0"/>
              </a:rPr>
              <a:t>Ois</a:t>
            </a:r>
            <a:r>
              <a:rPr lang="pt-BR" sz="1600" b="1" dirty="0" smtClean="0">
                <a:latin typeface="Gill Sans MT" pitchFamily="34" charset="0"/>
                <a:cs typeface="Arial" pitchFamily="34" charset="0"/>
              </a:rPr>
              <a:t> </a:t>
            </a:r>
            <a:r>
              <a:rPr lang="pt-BR" sz="1600" b="1" dirty="0">
                <a:latin typeface="Gill Sans MT" pitchFamily="34" charset="0"/>
                <a:cs typeface="Arial" pitchFamily="34" charset="0"/>
              </a:rPr>
              <a:t>–  </a:t>
            </a:r>
            <a:r>
              <a:rPr lang="pt-BR" sz="1600" b="1" dirty="0" smtClean="0">
                <a:latin typeface="Gill Sans MT" pitchFamily="34" charset="0"/>
                <a:cs typeface="Arial" pitchFamily="34" charset="0"/>
              </a:rPr>
              <a:t>Aderência 1%</a:t>
            </a:r>
            <a:endParaRPr lang="pt-BR" sz="1600" b="1" dirty="0">
              <a:latin typeface="Gill Sans MT" pitchFamily="34" charset="0"/>
              <a:cs typeface="Arial" pitchFamily="34" charset="0"/>
            </a:endParaRPr>
          </a:p>
          <a:p>
            <a:pPr marL="171450" indent="-1714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latin typeface="Gill Sans MT" pitchFamily="34" charset="0"/>
              <a:cs typeface="Arial" pitchFamily="34" charset="0"/>
            </a:endParaRPr>
          </a:p>
          <a:p>
            <a:pPr marL="171450" indent="-1714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latin typeface="Gill Sans MT" pitchFamily="34" charset="0"/>
              <a:cs typeface="Arial" pitchFamily="34" charset="0"/>
            </a:endParaRPr>
          </a:p>
          <a:p>
            <a:pPr marL="171450" indent="-1714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>
              <a:latin typeface="Gill Sans MT" pitchFamily="34" charset="0"/>
              <a:cs typeface="Arial" pitchFamily="34" charset="0"/>
            </a:endParaRPr>
          </a:p>
        </p:txBody>
      </p:sp>
      <p:sp>
        <p:nvSpPr>
          <p:cNvPr id="31" name="Rectangle 2"/>
          <p:cNvSpPr>
            <a:spLocks noChangeArrowheads="1"/>
          </p:cNvSpPr>
          <p:nvPr/>
        </p:nvSpPr>
        <p:spPr bwMode="auto">
          <a:xfrm>
            <a:off x="11340135" y="6444208"/>
            <a:ext cx="4276697" cy="40701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0" tIns="72000" rIns="180000" bIns="720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700" dirty="0">
                <a:solidFill>
                  <a:srgbClr val="7F3D1A"/>
                </a:solidFill>
                <a:latin typeface="Gill Sans MT" pitchFamily="34" charset="0"/>
                <a:cs typeface="Arial" pitchFamily="34" charset="0"/>
              </a:rPr>
              <a:t>Pesquisa de Satisfação </a:t>
            </a:r>
            <a:r>
              <a:rPr lang="pt-BR" sz="1700" dirty="0" smtClean="0">
                <a:solidFill>
                  <a:srgbClr val="7F3D1A"/>
                </a:solidFill>
                <a:latin typeface="Gill Sans MT" pitchFamily="34" charset="0"/>
                <a:cs typeface="Arial" pitchFamily="34" charset="0"/>
              </a:rPr>
              <a:t>– Maio 15</a:t>
            </a:r>
            <a:endParaRPr lang="pt-BR" sz="1700" dirty="0">
              <a:solidFill>
                <a:srgbClr val="7F3D1A"/>
              </a:solidFill>
              <a:latin typeface="Gill Sans MT" pitchFamily="34" charset="0"/>
              <a:cs typeface="Arial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20" y="6444208"/>
            <a:ext cx="5156686" cy="2473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688" y="6444208"/>
            <a:ext cx="5199617" cy="2473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01" y="539552"/>
            <a:ext cx="10339216" cy="5481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7367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4"/>
          <p:cNvSpPr txBox="1">
            <a:spLocks/>
          </p:cNvSpPr>
          <p:nvPr/>
        </p:nvSpPr>
        <p:spPr>
          <a:xfrm>
            <a:off x="343342" y="-36512"/>
            <a:ext cx="9192814" cy="612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spcBef>
                <a:spcPct val="0"/>
              </a:spcBef>
              <a:buNone/>
              <a:defRPr lang="pt-BR" b="0">
                <a:solidFill>
                  <a:srgbClr val="910048"/>
                </a:solidFill>
                <a:latin typeface="Verdana"/>
                <a:ea typeface="ＭＳ Ｐゴシック" charset="0"/>
                <a:cs typeface="Verdana"/>
              </a:defRPr>
            </a:lvl1pPr>
          </a:lstStyle>
          <a:p>
            <a:pPr algn="l"/>
            <a:r>
              <a:rPr lang="pt-BR" sz="3200" dirty="0">
                <a:latin typeface="Gill Sans MT" pitchFamily="34" charset="0"/>
              </a:rPr>
              <a:t>ONE PAGE </a:t>
            </a:r>
            <a:r>
              <a:rPr lang="pt-BR" sz="3200" dirty="0" smtClean="0">
                <a:latin typeface="Gill Sans MT" pitchFamily="34" charset="0"/>
              </a:rPr>
              <a:t>– Field Service</a:t>
            </a:r>
            <a:endParaRPr lang="pt-BR" sz="3200" dirty="0">
              <a:latin typeface="Gill Sans MT" pitchFamily="34" charset="0"/>
            </a:endParaRPr>
          </a:p>
        </p:txBody>
      </p:sp>
      <p:sp>
        <p:nvSpPr>
          <p:cNvPr id="27" name="AutoShape 146"/>
          <p:cNvSpPr>
            <a:spLocks noChangeArrowheads="1"/>
          </p:cNvSpPr>
          <p:nvPr/>
        </p:nvSpPr>
        <p:spPr bwMode="auto">
          <a:xfrm>
            <a:off x="11152336" y="1115616"/>
            <a:ext cx="4680523" cy="576064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3175" algn="ctr">
            <a:solidFill>
              <a:srgbClr val="FF9900"/>
            </a:solidFill>
            <a:round/>
            <a:headEnd/>
            <a:tailEnd/>
          </a:ln>
        </p:spPr>
        <p:txBody>
          <a:bodyPr lIns="36000" tIns="108000" rIns="36000" bIns="45721"/>
          <a:lstStyle/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b="1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Videoconferência–</a:t>
            </a: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Tivemos 10 pesquisa respondidas e 2 regular para qualidade da sessão de videoconferência, o provedor não é afetado pois trata de problemas na infra da Natura.</a:t>
            </a: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Renovação contrato  -  abertura de concorrência </a:t>
            </a:r>
          </a:p>
          <a:p>
            <a:pPr algn="l">
              <a:spcAft>
                <a:spcPts val="252"/>
              </a:spcAft>
              <a:buClr>
                <a:srgbClr val="F38345"/>
              </a:buClr>
              <a:defRPr/>
            </a:pP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     _ _ _ _ _ _ _ _ _ _ _ _ _ _ _ _ _ _ _ _ _</a:t>
            </a: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b="1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b="1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Outsourcing de impressão  -</a:t>
            </a: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Plano de ação para adequação da operação </a:t>
            </a: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no </a:t>
            </a:r>
            <a:r>
              <a:rPr lang="pt-BR" sz="1600" dirty="0" err="1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Ecoparque</a:t>
            </a: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.</a:t>
            </a: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Renovação de contrato – </a:t>
            </a:r>
          </a:p>
          <a:p>
            <a:pPr marL="742951" lvl="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Mapeamento de fornecedores</a:t>
            </a:r>
          </a:p>
          <a:p>
            <a:pPr marL="742951" lvl="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Cronograma de visitação</a:t>
            </a:r>
          </a:p>
          <a:p>
            <a:pPr marL="742951" lvl="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Esclarecimento de dúvidas</a:t>
            </a:r>
          </a:p>
          <a:p>
            <a:pPr marL="742951" lvl="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Recebimento da Proposta Técnica</a:t>
            </a:r>
          </a:p>
          <a:p>
            <a:pPr marL="742951" lvl="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Análise da proposta técnica</a:t>
            </a:r>
          </a:p>
          <a:p>
            <a:pPr marL="742951" lvl="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Revisão e adequação</a:t>
            </a:r>
          </a:p>
          <a:p>
            <a:pPr marL="742951" lvl="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Gill Sans MT" pitchFamily="34" charset="0"/>
              </a:rPr>
              <a:t>Recebimento da Proposta Comercial</a:t>
            </a:r>
            <a:endParaRPr lang="pt-BR" sz="1600" dirty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</a:endParaRPr>
          </a:p>
          <a:p>
            <a:pPr marL="285751" indent="-285751" algn="l">
              <a:spcAft>
                <a:spcPts val="252"/>
              </a:spcAft>
              <a:buClr>
                <a:srgbClr val="F38345"/>
              </a:buClr>
              <a:buFont typeface="Arial" pitchFamily="34" charset="0"/>
              <a:buChar char="•"/>
              <a:defRPr/>
            </a:pPr>
            <a:endParaRPr lang="pt-BR" sz="1600" dirty="0" smtClean="0">
              <a:solidFill>
                <a:schemeClr val="tx1">
                  <a:lumMod val="50000"/>
                </a:schemeClr>
              </a:solidFill>
              <a:latin typeface="Gill Sans MT" pitchFamily="34" charset="0"/>
              <a:cs typeface="Arial" pitchFamily="34" charset="0"/>
            </a:endParaRPr>
          </a:p>
        </p:txBody>
      </p:sp>
      <p:sp>
        <p:nvSpPr>
          <p:cNvPr id="29" name="Rectangle 2"/>
          <p:cNvSpPr>
            <a:spLocks noChangeArrowheads="1"/>
          </p:cNvSpPr>
          <p:nvPr/>
        </p:nvSpPr>
        <p:spPr bwMode="auto">
          <a:xfrm>
            <a:off x="12374529" y="708600"/>
            <a:ext cx="1874151" cy="40701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0" tIns="72000" rIns="180000" bIns="720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700" dirty="0">
                <a:solidFill>
                  <a:srgbClr val="7F3D1A"/>
                </a:solidFill>
                <a:latin typeface="Gill Sans MT" pitchFamily="34" charset="0"/>
                <a:cs typeface="Arial" pitchFamily="34" charset="0"/>
              </a:rPr>
              <a:t>Comentários</a:t>
            </a:r>
          </a:p>
        </p:txBody>
      </p:sp>
      <p:pic>
        <p:nvPicPr>
          <p:cNvPr id="1026" name="Imagem 2" descr="image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1119014"/>
            <a:ext cx="9728720" cy="5973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73013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4"/>
          <p:cNvSpPr txBox="1">
            <a:spLocks/>
          </p:cNvSpPr>
          <p:nvPr/>
        </p:nvSpPr>
        <p:spPr>
          <a:xfrm>
            <a:off x="279128" y="143576"/>
            <a:ext cx="10220776" cy="612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spcBef>
                <a:spcPct val="0"/>
              </a:spcBef>
              <a:buNone/>
              <a:defRPr lang="pt-BR" b="0">
                <a:solidFill>
                  <a:srgbClr val="910048"/>
                </a:solidFill>
                <a:latin typeface="Verdana"/>
                <a:ea typeface="ＭＳ Ｐゴシック" charset="0"/>
                <a:cs typeface="Verdana"/>
              </a:defRPr>
            </a:lvl1pPr>
          </a:lstStyle>
          <a:p>
            <a:pPr algn="l"/>
            <a:r>
              <a:rPr lang="pt-BR" sz="3200" dirty="0">
                <a:latin typeface="Gill Sans MT" pitchFamily="34" charset="0"/>
              </a:rPr>
              <a:t>ONE PAGE </a:t>
            </a:r>
            <a:r>
              <a:rPr lang="pt-BR" sz="3200" dirty="0" smtClean="0">
                <a:latin typeface="Gill Sans MT" pitchFamily="34" charset="0"/>
              </a:rPr>
              <a:t>– Plano de Ação Field Service</a:t>
            </a:r>
            <a:endParaRPr lang="pt-BR" sz="3200" dirty="0">
              <a:latin typeface="Gill Sans MT" pitchFamily="34" charset="0"/>
            </a:endParaRPr>
          </a:p>
        </p:txBody>
      </p:sp>
      <p:sp>
        <p:nvSpPr>
          <p:cNvPr id="29" name="Rectangle 2"/>
          <p:cNvSpPr>
            <a:spLocks noChangeArrowheads="1"/>
          </p:cNvSpPr>
          <p:nvPr/>
        </p:nvSpPr>
        <p:spPr bwMode="auto">
          <a:xfrm>
            <a:off x="11512376" y="251520"/>
            <a:ext cx="1874151" cy="40701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0" tIns="72000" rIns="180000" bIns="720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700" dirty="0">
                <a:solidFill>
                  <a:srgbClr val="7F3D1A"/>
                </a:solidFill>
                <a:latin typeface="Gill Sans MT" pitchFamily="34" charset="0"/>
                <a:cs typeface="Arial" pitchFamily="34" charset="0"/>
              </a:rPr>
              <a:t>Comentários</a:t>
            </a:r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399800"/>
              </p:ext>
            </p:extLst>
          </p:nvPr>
        </p:nvGraphicFramePr>
        <p:xfrm>
          <a:off x="495152" y="1259632"/>
          <a:ext cx="12385376" cy="732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Planilha" r:id="rId5" imgW="10696677" imgH="6686525" progId="Excel.Sheet.12">
                  <p:embed/>
                </p:oleObj>
              </mc:Choice>
              <mc:Fallback>
                <p:oleObj name="Planilha" r:id="rId5" imgW="10696677" imgH="6686525" progId="Excel.Shee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52" y="1259632"/>
                        <a:ext cx="12385376" cy="732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48032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5"/>
          <p:cNvSpPr>
            <a:spLocks noChangeArrowheads="1"/>
          </p:cNvSpPr>
          <p:nvPr/>
        </p:nvSpPr>
        <p:spPr bwMode="auto">
          <a:xfrm>
            <a:off x="0" y="0"/>
            <a:ext cx="16256000" cy="9144000"/>
          </a:xfrm>
          <a:prstGeom prst="rect">
            <a:avLst/>
          </a:prstGeom>
          <a:solidFill>
            <a:srgbClr val="BA002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1" rIns="91440" bIns="45721"/>
          <a:lstStyle/>
          <a:p>
            <a:endParaRPr lang="pt-BR"/>
          </a:p>
        </p:txBody>
      </p:sp>
      <p:sp>
        <p:nvSpPr>
          <p:cNvPr id="31747" name="Rectangle 3"/>
          <p:cNvSpPr>
            <a:spLocks/>
          </p:cNvSpPr>
          <p:nvPr/>
        </p:nvSpPr>
        <p:spPr bwMode="auto">
          <a:xfrm>
            <a:off x="952499" y="2809875"/>
            <a:ext cx="13906500" cy="3536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>
              <a:lnSpc>
                <a:spcPct val="80000"/>
              </a:lnSpc>
            </a:pPr>
            <a:r>
              <a:rPr lang="en-US" sz="14400">
                <a:solidFill>
                  <a:schemeClr val="bg1"/>
                </a:solidFill>
                <a:latin typeface="Gill Sans Std Light" pitchFamily="34" charset="0"/>
                <a:sym typeface="Gill Sans Std Light" pitchFamily="34" charset="0"/>
              </a:rPr>
              <a:t>obrigado</a:t>
            </a:r>
          </a:p>
        </p:txBody>
      </p:sp>
      <p:sp>
        <p:nvSpPr>
          <p:cNvPr id="31748" name="Rectangle 5"/>
          <p:cNvSpPr>
            <a:spLocks/>
          </p:cNvSpPr>
          <p:nvPr/>
        </p:nvSpPr>
        <p:spPr bwMode="auto">
          <a:xfrm>
            <a:off x="889001" y="8304620"/>
            <a:ext cx="1730375" cy="130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40" bIns="0"/>
          <a:lstStyle/>
          <a:p>
            <a:pPr marL="39687" algn="l"/>
            <a:r>
              <a:rPr lang="en-US" sz="1100">
                <a:solidFill>
                  <a:srgbClr val="D9D9D6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31749" name="Picture 5" descr="NAT_marca_branca_natura-0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0" y="7561957"/>
            <a:ext cx="1252140" cy="857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32942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lo wide Natura">
  <a:themeElements>
    <a:clrScheme name="Natura">
      <a:dk1>
        <a:srgbClr val="6E6259"/>
      </a:dk1>
      <a:lt1>
        <a:srgbClr val="FFFFFF"/>
      </a:lt1>
      <a:dk2>
        <a:srgbClr val="4E3629"/>
      </a:dk2>
      <a:lt2>
        <a:srgbClr val="DFD1A7"/>
      </a:lt2>
      <a:accent1>
        <a:srgbClr val="FBE122"/>
      </a:accent1>
      <a:accent2>
        <a:srgbClr val="94795D"/>
      </a:accent2>
      <a:accent3>
        <a:srgbClr val="4E5B3B"/>
      </a:accent3>
      <a:accent4>
        <a:srgbClr val="004F71"/>
      </a:accent4>
      <a:accent5>
        <a:srgbClr val="8F993E"/>
      </a:accent5>
      <a:accent6>
        <a:srgbClr val="DE005A"/>
      </a:accent6>
      <a:hlink>
        <a:srgbClr val="C8102E"/>
      </a:hlink>
      <a:folHlink>
        <a:srgbClr val="AA8066"/>
      </a:folHlink>
    </a:clrScheme>
    <a:fontScheme name="Title &amp; Subtitle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rgbClr val="A50021"/>
          </a:solidFill>
          <a:prstDash val="dash"/>
          <a:round/>
          <a:headEnd type="none" w="med" len="med"/>
          <a:tailEnd type="none" w="med" len="med"/>
        </a:ln>
        <a:effectLst/>
        <a:ex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1F537827C1AA4C8099964EABAD3D37" ma:contentTypeVersion="0" ma:contentTypeDescription="Crie um novo documento." ma:contentTypeScope="" ma:versionID="194de4944f1879fea74879509b55023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E574F5-003F-40C2-88F8-7754559B0E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B9F75F-2C58-496C-8961-93D584B9F406}">
  <ds:schemaRefs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11910725-2B37-4F16-9743-AD18F3B1B8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modelo wide Natura</Template>
  <TotalTime>22824</TotalTime>
  <Pages>0</Pages>
  <Words>292</Words>
  <Characters>0</Characters>
  <Application>Microsoft Office PowerPoint</Application>
  <PresentationFormat>Personalizar</PresentationFormat>
  <Lines>0</Lines>
  <Paragraphs>80</Paragraphs>
  <Slides>6</Slides>
  <Notes>5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modelo wide Natura</vt:lpstr>
      <vt:lpstr>Planilha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ANDREA SANTOS</dc:creator>
  <cp:lastModifiedBy>br93783</cp:lastModifiedBy>
  <cp:revision>1170</cp:revision>
  <cp:lastPrinted>2013-04-09T23:37:40Z</cp:lastPrinted>
  <dcterms:created xsi:type="dcterms:W3CDTF">2012-11-06T23:42:17Z</dcterms:created>
  <dcterms:modified xsi:type="dcterms:W3CDTF">2015-06-10T13:28:32Z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0x0101003D1F537827C1AA4C8099964EABAD3D37</vt:lpwstr>
  </property>
</Properties>
</file>