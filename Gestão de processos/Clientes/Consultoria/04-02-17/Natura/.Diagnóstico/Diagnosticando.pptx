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67" d="100"/>
          <a:sy n="67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73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4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444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17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30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15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96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46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8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7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57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B3A24-C6EF-48A0-AB73-3F70D706B876}" type="datetimeFigureOut">
              <a:rPr lang="pt-BR" smtClean="0"/>
              <a:t>06/07/2015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FB1C1-6493-4E0A-91C9-149CB60FB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3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14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54" y="2225554"/>
            <a:ext cx="4615060" cy="336123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472" y="171162"/>
            <a:ext cx="11894127" cy="618548"/>
          </a:xfrm>
        </p:spPr>
        <p:txBody>
          <a:bodyPr>
            <a:normAutofit/>
          </a:bodyPr>
          <a:lstStyle/>
          <a:p>
            <a:endParaRPr lang="pt-BR" sz="2800"/>
          </a:p>
        </p:txBody>
      </p:sp>
      <p:sp>
        <p:nvSpPr>
          <p:cNvPr id="14" name="CaixaDeTexto 13"/>
          <p:cNvSpPr txBox="1"/>
          <p:nvPr/>
        </p:nvSpPr>
        <p:spPr>
          <a:xfrm>
            <a:off x="5732497" y="3305967"/>
            <a:ext cx="714375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7200" b="1" dirty="0" smtClean="0">
                <a:ln/>
                <a:solidFill>
                  <a:schemeClr val="accent3"/>
                </a:solidFill>
              </a:rPr>
              <a:t>X</a:t>
            </a:r>
            <a:endParaRPr lang="pt-BR" sz="7200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034" name="Picture 10" descr="http://s.profissionaisti.com.br/wp-content/uploads/2013/05/organograma-organizacao-empres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259" y="2222354"/>
            <a:ext cx="3364430" cy="336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colegioweb.com.br/wp-content/uploads/2014/02/Nuve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54" y="2222354"/>
            <a:ext cx="4886692" cy="33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/>
          <p:cNvGrpSpPr/>
          <p:nvPr/>
        </p:nvGrpSpPr>
        <p:grpSpPr>
          <a:xfrm>
            <a:off x="6991349" y="2225480"/>
            <a:ext cx="5048250" cy="3362326"/>
            <a:chOff x="6991349" y="2225480"/>
            <a:chExt cx="5048250" cy="3362326"/>
          </a:xfrm>
        </p:grpSpPr>
        <p:pic>
          <p:nvPicPr>
            <p:cNvPr id="1036" name="Picture 12" descr="http://greg2dot0.com/wordpress/wp-content/uploads/2012/05/053112_1251_breakingdow1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1349" y="2225480"/>
              <a:ext cx="5048250" cy="336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aixaDeTexto 16"/>
            <p:cNvSpPr txBox="1"/>
            <p:nvPr/>
          </p:nvSpPr>
          <p:spPr>
            <a:xfrm>
              <a:off x="8260926" y="3794064"/>
              <a:ext cx="49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DA</a:t>
              </a:r>
              <a:endParaRPr lang="pt-BR" b="1" dirty="0"/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10952050" y="4136964"/>
              <a:ext cx="49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DI</a:t>
              </a:r>
              <a:endParaRPr lang="pt-BR" b="1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7043144" y="3978730"/>
              <a:ext cx="65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GOV</a:t>
              </a:r>
              <a:endParaRPr lang="pt-BR" b="1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9367244" y="4831217"/>
              <a:ext cx="658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GRP</a:t>
              </a:r>
              <a:endParaRPr lang="pt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9287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82" y="1373786"/>
            <a:ext cx="6919911" cy="50398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472" y="171162"/>
            <a:ext cx="11894127" cy="618548"/>
          </a:xfrm>
        </p:spPr>
        <p:txBody>
          <a:bodyPr>
            <a:normAutofit/>
          </a:bodyPr>
          <a:lstStyle/>
          <a:p>
            <a:endParaRPr lang="pt-BR" sz="2800"/>
          </a:p>
        </p:txBody>
      </p:sp>
      <p:pic>
        <p:nvPicPr>
          <p:cNvPr id="1034" name="Picture 10" descr="http://s.profissionaisti.com.br/wp-content/uploads/2013/05/organograma-organizacao-empres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259" y="2222354"/>
            <a:ext cx="3364430" cy="336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/>
          <p:cNvGrpSpPr/>
          <p:nvPr/>
        </p:nvGrpSpPr>
        <p:grpSpPr>
          <a:xfrm rot="16200000">
            <a:off x="6991351" y="2225482"/>
            <a:ext cx="5048250" cy="3362326"/>
            <a:chOff x="6991349" y="2225480"/>
            <a:chExt cx="5048250" cy="3362326"/>
          </a:xfrm>
        </p:grpSpPr>
        <p:pic>
          <p:nvPicPr>
            <p:cNvPr id="1036" name="Picture 12" descr="http://greg2dot0.com/wordpress/wp-content/uploads/2012/05/053112_1251_breakingdow1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1349" y="2225480"/>
              <a:ext cx="5048250" cy="336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CaixaDeTexto 23"/>
            <p:cNvSpPr txBox="1"/>
            <p:nvPr/>
          </p:nvSpPr>
          <p:spPr>
            <a:xfrm rot="3028981">
              <a:off x="10298606" y="3942631"/>
              <a:ext cx="18023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Competências para se Relacionar</a:t>
              </a:r>
              <a:endParaRPr lang="pt-BR" b="1" dirty="0"/>
            </a:p>
          </p:txBody>
        </p:sp>
      </p:grpSp>
      <p:sp>
        <p:nvSpPr>
          <p:cNvPr id="13" name="CaixaDeTexto 12"/>
          <p:cNvSpPr txBox="1"/>
          <p:nvPr/>
        </p:nvSpPr>
        <p:spPr>
          <a:xfrm rot="2011227">
            <a:off x="9557529" y="4920895"/>
            <a:ext cx="1802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Competências para Manter e Melhorar</a:t>
            </a:r>
            <a:endParaRPr lang="pt-BR" b="1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9452454" y="3306828"/>
            <a:ext cx="1929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Competências para Conceber e Entregar</a:t>
            </a:r>
            <a:endParaRPr lang="pt-BR" b="1" dirty="0"/>
          </a:p>
        </p:txBody>
      </p:sp>
      <p:sp>
        <p:nvSpPr>
          <p:cNvPr id="19" name="CaixaDeTexto 18"/>
          <p:cNvSpPr txBox="1"/>
          <p:nvPr/>
        </p:nvSpPr>
        <p:spPr>
          <a:xfrm rot="2896997">
            <a:off x="9111968" y="5969801"/>
            <a:ext cx="180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...Governar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1570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Adolpho Chacon</dc:creator>
  <cp:lastModifiedBy>Adolpho Chacon</cp:lastModifiedBy>
  <cp:revision>8</cp:revision>
  <dcterms:created xsi:type="dcterms:W3CDTF">2015-07-06T17:27:48Z</dcterms:created>
  <dcterms:modified xsi:type="dcterms:W3CDTF">2015-07-06T18:20:48Z</dcterms:modified>
</cp:coreProperties>
</file>