
<file path=[Content_Types].xml><?xml version="1.0" encoding="utf-8"?>
<Types xmlns="http://schemas.openxmlformats.org/package/2006/content-types">
  <Default Extension="bin" ContentType="application/vnd.openxmlformats-officedocument.oleObject"/>
  <Default Extension="png" ContentType="image/png"/>
  <Default Extension="emf" ContentType="image/x-emf"/>
  <Default Extension="rels" ContentType="application/vnd.openxmlformats-package.relationships+xml"/>
  <Default Extension="xml" ContentType="application/xml"/>
  <Default Extension="vml" ContentType="application/vnd.openxmlformats-officedocument.vmlDrawing"/>
  <Override PartName="/ppt/slides/slide16.xml" ContentType="application/vnd.openxmlformats-officedocument.presentationml.slide+xml"/>
  <Override PartName="/ppt/presentation.xml" ContentType="application/vnd.openxmlformats-officedocument.presentationml.presentation.main+xml"/>
  <Override PartName="/ppt/slides/slide15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8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3.xml" ContentType="application/vnd.openxmlformats-officedocument.presentationml.slide+xml"/>
  <Override PartName="/ppt/slides/slide2.xml" ContentType="application/vnd.openxmlformats-officedocument.presentationml.slide+xml"/>
  <Override PartName="/ppt/slides/slide1.xml" ContentType="application/vnd.openxmlformats-officedocument.presentationml.slide+xml"/>
  <Override PartName="/ppt/slides/slide11.xml" ContentType="application/vnd.openxmlformats-officedocument.presentationml.slide+xml"/>
  <Override PartName="/ppt/slides/slide4.xml" ContentType="application/vnd.openxmlformats-officedocument.presentationml.slide+xml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slides/slide13.xml" ContentType="application/vnd.openxmlformats-officedocument.presentationml.slide+xml"/>
  <Override PartName="/ppt/slideMasters/slideMaster5.xml" ContentType="application/vnd.openxmlformats-officedocument.presentationml.slideMaster+xml"/>
  <Override PartName="/ppt/slideMasters/slideMaster4.xml" ContentType="application/vnd.openxmlformats-officedocument.presentationml.slideMaster+xml"/>
  <Override PartName="/ppt/notesSlides/notesSlide11.xml" ContentType="application/vnd.openxmlformats-officedocument.presentationml.notesSlide+xml"/>
  <Override PartName="/ppt/slideMasters/slideMaster1.xml" ContentType="application/vnd.openxmlformats-officedocument.presentationml.slideMaster+xml"/>
  <Override PartName="/ppt/notesSlides/notesSlide9.xml" ContentType="application/vnd.openxmlformats-officedocument.presentationml.notesSlide+xml"/>
  <Override PartName="/ppt/slideMasters/slideMaster3.xml" ContentType="application/vnd.openxmlformats-officedocument.presentationml.slideMaster+xml"/>
  <Override PartName="/ppt/slideMasters/slideMaster2.xml" ContentType="application/vnd.openxmlformats-officedocument.presentationml.slideMaster+xml"/>
  <Override PartName="/ppt/notesSlides/notesSlide8.xml" ContentType="application/vnd.openxmlformats-officedocument.presentationml.notesSlide+xml"/>
  <Override PartName="/ppt/notesSlides/notesSlide10.xml" ContentType="application/vnd.openxmlformats-officedocument.presentationml.notesSlide+xml"/>
  <Override PartName="/ppt/slideLayouts/slideLayout28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notesSlides/notesSlide1.xml" ContentType="application/vnd.openxmlformats-officedocument.presentationml.notesSlide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14.xml" ContentType="application/vnd.openxmlformats-officedocument.presentationml.slideLayout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slideLayouts/slideLayout7.xml" ContentType="application/vnd.openxmlformats-officedocument.presentationml.slideLayout+xml"/>
  <Override PartName="/ppt/notesSlides/notesSlide5.xml" ContentType="application/vnd.openxmlformats-officedocument.presentationml.notesSlide+xml"/>
  <Override PartName="/ppt/slideLayouts/slideLayout1.xml" ContentType="application/vnd.openxmlformats-officedocument.presentationml.slideLayout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4.xml" ContentType="application/vnd.openxmlformats-officedocument.presentationml.notesSlide+xml"/>
  <Override PartName="/ppt/slideLayouts/slideLayout6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theme/theme6.xml" ContentType="application/vnd.openxmlformats-officedocument.theme+xml"/>
  <Override PartName="/ppt/theme/theme5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gs/tag4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1.xml" ContentType="application/vnd.openxmlformats-officedocument.presentationml.tags+xml"/>
  <Override PartName="/docProps/core.xml" ContentType="application/vnd.openxmlformats-package.core-properties+xml"/>
  <Override PartName="/customXml/itemProps2.xml" ContentType="application/vnd.openxmlformats-officedocument.customXmlProperties+xml"/>
  <Override PartName="/customXml/itemProps1.xml" ContentType="application/vnd.openxmlformats-officedocument.customXmlProperties+xml"/>
  <Override PartName="/customXml/itemProps3.xml" ContentType="application/vnd.openxmlformats-officedocument.customXml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77" r:id="rId1"/>
    <p:sldMasterId id="2147483923" r:id="rId2"/>
    <p:sldMasterId id="2147484018" r:id="rId3"/>
    <p:sldMasterId id="2147484040" r:id="rId4"/>
    <p:sldMasterId id="2147484062" r:id="rId5"/>
  </p:sldMasterIdLst>
  <p:notesMasterIdLst>
    <p:notesMasterId r:id="rId22"/>
  </p:notesMasterIdLst>
  <p:sldIdLst>
    <p:sldId id="698" r:id="rId6"/>
    <p:sldId id="699" r:id="rId7"/>
    <p:sldId id="734" r:id="rId8"/>
    <p:sldId id="733" r:id="rId9"/>
    <p:sldId id="731" r:id="rId10"/>
    <p:sldId id="704" r:id="rId11"/>
    <p:sldId id="705" r:id="rId12"/>
    <p:sldId id="740" r:id="rId13"/>
    <p:sldId id="729" r:id="rId14"/>
    <p:sldId id="726" r:id="rId15"/>
    <p:sldId id="735" r:id="rId16"/>
    <p:sldId id="737" r:id="rId17"/>
    <p:sldId id="736" r:id="rId18"/>
    <p:sldId id="738" r:id="rId19"/>
    <p:sldId id="739" r:id="rId20"/>
    <p:sldId id="728" r:id="rId21"/>
  </p:sldIdLst>
  <p:sldSz cx="9144000" cy="5143500" type="screen16x9"/>
  <p:notesSz cx="6797675" cy="9982200"/>
  <p:defaultTextStyle>
    <a:defPPr>
      <a:defRPr lang="pt-BR"/>
    </a:defPPr>
    <a:lvl1pPr marL="0" algn="l" defTabSz="814952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407470" algn="l" defTabSz="814952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814952" algn="l" defTabSz="814952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222435" algn="l" defTabSz="814952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1629909" algn="l" defTabSz="814952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2037383" algn="l" defTabSz="814952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2444866" algn="l" defTabSz="814952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2852344" algn="l" defTabSz="814952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3259816" algn="l" defTabSz="814952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34A40"/>
    <a:srgbClr val="534A43"/>
    <a:srgbClr val="FBE122"/>
    <a:srgbClr val="FF8200"/>
    <a:srgbClr val="C2A1E3"/>
    <a:srgbClr val="DB0758"/>
    <a:srgbClr val="7756A8"/>
    <a:srgbClr val="800080"/>
    <a:srgbClr val="FF6600"/>
    <a:srgbClr val="E488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Estilo Médio 2 - Ênfase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A488322-F2BA-4B5B-9748-0D474271808F}" styleName="Estilo Médio 3 - Ênfase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16D9F66E-5EB9-4882-86FB-DCBF35E3C3E4}" styleName="Estilo Médio 4 - Ênfase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22838BEF-8BB2-4498-84A7-C5851F593DF1}" styleName="Estilo Médio 4 - Ênfase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AF606853-7671-496A-8E4F-DF71F8EC918B}" styleName="Estilo Escuro 1 - Ênfase 6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912C8C85-51F0-491E-9774-3900AFEF0FD7}" styleName="Estilo Claro 2 - Ênfase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35758FB7-9AC5-4552-8A53-C91805E547FA}" styleName="Estilo com Tema 1 - Ênfase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7DF18680-E054-41AD-8BC1-D1AEF772440D}" styleName="Estilo Médio 2 - Ênfase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62" autoAdjust="0"/>
    <p:restoredTop sz="93381" autoAdjust="0"/>
  </p:normalViewPr>
  <p:slideViewPr>
    <p:cSldViewPr>
      <p:cViewPr>
        <p:scale>
          <a:sx n="130" d="100"/>
          <a:sy n="130" d="100"/>
        </p:scale>
        <p:origin x="-150" y="72"/>
      </p:cViewPr>
      <p:guideLst>
        <p:guide orient="horz" pos="3151"/>
        <p:guide orient="horz" pos="2844"/>
        <p:guide orient="horz" pos="369"/>
        <p:guide orient="horz" pos="1620"/>
        <p:guide pos="5432"/>
        <p:guide pos="2880"/>
        <p:guide pos="227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2724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tableStyles" Target="tableStyles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6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1.xml"/><Relationship Id="rId20" Type="http://schemas.openxmlformats.org/officeDocument/2006/relationships/slide" Target="slides/slide15.xml"/><Relationship Id="rId29" Type="http://schemas.openxmlformats.org/officeDocument/2006/relationships/customXml" Target="../customXml/item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viewProps" Target="viewProps.xml"/><Relationship Id="rId5" Type="http://schemas.openxmlformats.org/officeDocument/2006/relationships/slideMaster" Target="slideMasters/slideMaster5.xml"/><Relationship Id="rId15" Type="http://schemas.openxmlformats.org/officeDocument/2006/relationships/slide" Target="slides/slide10.xml"/><Relationship Id="rId23" Type="http://schemas.openxmlformats.org/officeDocument/2006/relationships/presProps" Target="presProps.xml"/><Relationship Id="rId28" Type="http://schemas.openxmlformats.org/officeDocument/2006/relationships/customXml" Target="../customXml/item2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notesMaster" Target="notesMasters/notesMaster1.xml"/><Relationship Id="rId27" Type="http://schemas.openxmlformats.org/officeDocument/2006/relationships/customXml" Target="../customXml/item1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3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4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945659" cy="49911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50444" y="0"/>
            <a:ext cx="2945659" cy="49911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8950E43-67BA-4352-972D-04921B2D6540}" type="datetimeFigureOut">
              <a:rPr lang="pt-BR" smtClean="0"/>
              <a:t>05/02/2015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71438" y="749300"/>
            <a:ext cx="6654800" cy="37433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79768" y="4741545"/>
            <a:ext cx="5438140" cy="449199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1" y="9481357"/>
            <a:ext cx="2945659" cy="49911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50444" y="9481357"/>
            <a:ext cx="2945659" cy="49911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7707493-325E-4BCD-A5BB-C37D8D2212D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189124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814952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1pPr>
    <a:lvl2pPr marL="407470" algn="l" defTabSz="814952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2pPr>
    <a:lvl3pPr marL="814952" algn="l" defTabSz="814952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3pPr>
    <a:lvl4pPr marL="1222435" algn="l" defTabSz="814952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4pPr>
    <a:lvl5pPr marL="1629909" algn="l" defTabSz="814952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5pPr>
    <a:lvl6pPr marL="2037383" algn="l" defTabSz="814952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6pPr>
    <a:lvl7pPr marL="2444866" algn="l" defTabSz="814952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7pPr>
    <a:lvl8pPr marL="2852344" algn="l" defTabSz="814952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8pPr>
    <a:lvl9pPr marL="3259816" algn="l" defTabSz="814952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622400C-4A89-43D9-A6A0-DBBA97A81DE7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0940910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622400C-4A89-43D9-A6A0-DBBA97A81DE7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0940910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622400C-4A89-43D9-A6A0-DBBA97A81DE7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0940910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622400C-4A89-43D9-A6A0-DBBA97A81DE7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0940910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622400C-4A89-43D9-A6A0-DBBA97A81DE7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0940910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622400C-4A89-43D9-A6A0-DBBA97A81DE7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0940910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622400C-4A89-43D9-A6A0-DBBA97A81DE7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0940910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622400C-4A89-43D9-A6A0-DBBA97A81DE7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0940910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622400C-4A89-43D9-A6A0-DBBA97A81DE7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0940910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622400C-4A89-43D9-A6A0-DBBA97A81DE7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0940910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622400C-4A89-43D9-A6A0-DBBA97A81DE7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094091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.xml"/><Relationship Id="rId1" Type="http://schemas.openxmlformats.org/officeDocument/2006/relationships/vmlDrawing" Target="../drawings/vmlDrawing1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1.bin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2.xml"/><Relationship Id="rId2" Type="http://schemas.openxmlformats.org/officeDocument/2006/relationships/tags" Target="../tags/tag2.xml"/><Relationship Id="rId1" Type="http://schemas.openxmlformats.org/officeDocument/2006/relationships/vmlDrawing" Target="../drawings/vmlDrawing2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2.bin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3.xml"/><Relationship Id="rId2" Type="http://schemas.openxmlformats.org/officeDocument/2006/relationships/tags" Target="../tags/tag3.xml"/><Relationship Id="rId1" Type="http://schemas.openxmlformats.org/officeDocument/2006/relationships/vmlDrawing" Target="../drawings/vmlDrawing3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3.bin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2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4.xml"/><Relationship Id="rId2" Type="http://schemas.openxmlformats.org/officeDocument/2006/relationships/tags" Target="../tags/tag4.xml"/><Relationship Id="rId1" Type="http://schemas.openxmlformats.org/officeDocument/2006/relationships/vmlDrawing" Target="../drawings/vmlDrawing4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4.bin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5.xml"/></Relationships>
</file>

<file path=ppt/slideLayouts/_rels/slideLayout8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8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8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8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8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9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9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9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9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 hidden="1"/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21" y="5"/>
          <a:ext cx="161628" cy="12142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24"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" y="5"/>
                        <a:ext cx="161628" cy="12142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ítulo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55067349"/>
      </p:ext>
    </p:extLst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01341257"/>
      </p:ext>
    </p:extLst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58950682"/>
      </p:ext>
    </p:extLst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16563621"/>
      </p:ext>
    </p:extLst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55639530"/>
      </p:ext>
    </p:extLst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5"/>
          <p:cNvSpPr>
            <a:spLocks noChangeArrowheads="1"/>
          </p:cNvSpPr>
          <p:nvPr userDrawn="1"/>
        </p:nvSpPr>
        <p:spPr bwMode="auto">
          <a:xfrm>
            <a:off x="0" y="4786401"/>
            <a:ext cx="9144000" cy="123111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/>
          <a:p>
            <a:pPr defTabSz="634127" fontAlgn="base">
              <a:spcBef>
                <a:spcPct val="50000"/>
              </a:spcBef>
              <a:spcAft>
                <a:spcPct val="0"/>
              </a:spcAft>
              <a:buClr>
                <a:srgbClr val="443C28"/>
              </a:buClr>
              <a:buSzPct val="100000"/>
              <a:buFont typeface="Arial" pitchFamily="34" charset="0"/>
              <a:buChar char="•"/>
            </a:pPr>
            <a:endParaRPr lang="pt-BR" sz="800">
              <a:solidFill>
                <a:srgbClr val="000000"/>
              </a:solidFill>
              <a:ea typeface="ヒラギノ角ゴ ProN W3" charset="-128"/>
              <a:sym typeface="GillSans" pitchFamily="34" charset="0"/>
            </a:endParaRPr>
          </a:p>
        </p:txBody>
      </p:sp>
      <p:sp>
        <p:nvSpPr>
          <p:cNvPr id="3" name="Retângulo 16"/>
          <p:cNvSpPr>
            <a:spLocks noChangeArrowheads="1"/>
          </p:cNvSpPr>
          <p:nvPr userDrawn="1"/>
        </p:nvSpPr>
        <p:spPr bwMode="auto">
          <a:xfrm>
            <a:off x="0" y="4904247"/>
            <a:ext cx="9144000" cy="123111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/>
          <a:p>
            <a:pPr defTabSz="634127" fontAlgn="base">
              <a:spcBef>
                <a:spcPct val="50000"/>
              </a:spcBef>
              <a:spcAft>
                <a:spcPct val="0"/>
              </a:spcAft>
              <a:buClr>
                <a:srgbClr val="443C28"/>
              </a:buClr>
              <a:buSzPct val="100000"/>
              <a:buFont typeface="Arial" pitchFamily="34" charset="0"/>
              <a:buChar char="•"/>
            </a:pPr>
            <a:endParaRPr lang="pt-BR" sz="800">
              <a:solidFill>
                <a:srgbClr val="000000"/>
              </a:solidFill>
              <a:ea typeface="ヒラギノ角ゴ ProN W3" charset="-128"/>
              <a:sym typeface="GillSans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0764166"/>
      </p:ext>
    </p:extLst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44992410"/>
      </p:ext>
    </p:extLst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17125723"/>
      </p:ext>
    </p:extLst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44514930"/>
      </p:ext>
    </p:extLst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76167336"/>
      </p:ext>
    </p:extLst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006551"/>
      </p:ext>
    </p:extLst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63489483"/>
      </p:ext>
    </p:extLst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99161723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64358413"/>
      </p:ext>
    </p:extLst>
  </p:cSld>
  <p:clrMapOvr>
    <a:masterClrMapping/>
  </p:clrMapOvr>
  <p:transition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61179725"/>
      </p:ext>
    </p:extLst>
  </p:cSld>
  <p:clrMapOvr>
    <a:masterClrMapping/>
  </p:clrMapOvr>
  <p:transition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06505948"/>
      </p:ext>
    </p:extLst>
  </p:cSld>
  <p:clrMapOvr>
    <a:masterClrMapping/>
  </p:clrMapOvr>
  <p:transition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14193832"/>
      </p:ext>
    </p:extLst>
  </p:cSld>
  <p:clrMapOvr>
    <a:masterClrMapping/>
  </p:clrMapOvr>
  <p:transition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08802356"/>
      </p:ext>
    </p:extLst>
  </p:cSld>
  <p:clrMapOvr>
    <a:masterClrMapping/>
  </p:clrMapOvr>
  <p:transition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03867161"/>
      </p:ext>
    </p:extLst>
  </p:cSld>
  <p:clrMapOvr>
    <a:masterClrMapping/>
  </p:clrMapOvr>
  <p:transition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558577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 hidden="1"/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2" y="1"/>
          <a:ext cx="161628" cy="12142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46"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2" y="1"/>
                        <a:ext cx="161628" cy="12142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013791891"/>
      </p:ext>
    </p:extLst>
  </p:cSld>
  <p:clrMapOvr>
    <a:masterClrMapping/>
  </p:clrMapOvr>
  <p:transition spd="med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74913506"/>
      </p:ext>
    </p:extLst>
  </p:cSld>
  <p:clrMapOvr>
    <a:masterClrMapping/>
  </p:clrMapOvr>
  <p:transition spd="med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68766439"/>
      </p:ext>
    </p:extLst>
  </p:cSld>
  <p:clrMapOvr>
    <a:masterClrMapping/>
  </p:clrMapOvr>
  <p:transition spd="med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47987373"/>
      </p:ext>
    </p:extLst>
  </p:cSld>
  <p:clrMapOvr>
    <a:masterClrMapping/>
  </p:clrMapOvr>
  <p:transition spd="med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91283785"/>
      </p:ext>
    </p:extLst>
  </p:cSld>
  <p:clrMapOvr>
    <a:masterClrMapping/>
  </p:clrMapOvr>
  <p:transition spd="med"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5"/>
          <p:cNvSpPr>
            <a:spLocks noChangeArrowheads="1"/>
          </p:cNvSpPr>
          <p:nvPr userDrawn="1"/>
        </p:nvSpPr>
        <p:spPr bwMode="auto">
          <a:xfrm>
            <a:off x="0" y="4786388"/>
            <a:ext cx="9144000" cy="138475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/>
          <a:p>
            <a:pPr defTabSz="712325" fontAlgn="base">
              <a:spcBef>
                <a:spcPct val="50000"/>
              </a:spcBef>
              <a:spcAft>
                <a:spcPct val="0"/>
              </a:spcAft>
              <a:buClr>
                <a:srgbClr val="443C28"/>
              </a:buClr>
              <a:buSzPct val="100000"/>
              <a:buFont typeface="Arial" pitchFamily="34" charset="0"/>
              <a:buChar char="•"/>
            </a:pPr>
            <a:endParaRPr lang="pt-BR" sz="900">
              <a:solidFill>
                <a:srgbClr val="000000"/>
              </a:solidFill>
              <a:ea typeface="ヒラギノ角ゴ ProN W3" charset="-128"/>
              <a:sym typeface="GillSans" pitchFamily="34" charset="0"/>
            </a:endParaRPr>
          </a:p>
        </p:txBody>
      </p:sp>
      <p:sp>
        <p:nvSpPr>
          <p:cNvPr id="3" name="Retângulo 16"/>
          <p:cNvSpPr>
            <a:spLocks noChangeArrowheads="1"/>
          </p:cNvSpPr>
          <p:nvPr userDrawn="1"/>
        </p:nvSpPr>
        <p:spPr bwMode="auto">
          <a:xfrm>
            <a:off x="0" y="4904240"/>
            <a:ext cx="9144000" cy="138475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/>
          <a:p>
            <a:pPr defTabSz="712325" fontAlgn="base">
              <a:spcBef>
                <a:spcPct val="50000"/>
              </a:spcBef>
              <a:spcAft>
                <a:spcPct val="0"/>
              </a:spcAft>
              <a:buClr>
                <a:srgbClr val="443C28"/>
              </a:buClr>
              <a:buSzPct val="100000"/>
              <a:buFont typeface="Arial" pitchFamily="34" charset="0"/>
              <a:buChar char="•"/>
            </a:pPr>
            <a:endParaRPr lang="pt-BR" sz="900">
              <a:solidFill>
                <a:srgbClr val="000000"/>
              </a:solidFill>
              <a:ea typeface="ヒラギノ角ゴ ProN W3" charset="-128"/>
              <a:sym typeface="GillSans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86342774"/>
      </p:ext>
    </p:extLst>
  </p:cSld>
  <p:clrMapOvr>
    <a:masterClrMapping/>
  </p:clrMapOvr>
  <p:transition spd="med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621640"/>
      </p:ext>
    </p:extLst>
  </p:cSld>
  <p:clrMapOvr>
    <a:masterClrMapping/>
  </p:clrMapOvr>
  <p:transition spd="med"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47081162"/>
      </p:ext>
    </p:extLst>
  </p:cSld>
  <p:clrMapOvr>
    <a:masterClrMapping/>
  </p:clrMapOvr>
  <p:transition spd="med"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52032687"/>
      </p:ext>
    </p:extLst>
  </p:cSld>
  <p:clrMapOvr>
    <a:masterClrMapping/>
  </p:clrMapOvr>
  <p:transition spd="med"/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70049374"/>
      </p:ext>
    </p:extLst>
  </p:cSld>
  <p:clrMapOvr>
    <a:masterClrMapping/>
  </p:clrMapOvr>
  <p:transition spd="med"/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03616490"/>
      </p:ext>
    </p:extLst>
  </p:cSld>
  <p:clrMapOvr>
    <a:masterClrMapping/>
  </p:clrMapOvr>
  <p:transition spd="med"/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50827015"/>
      </p:ext>
    </p:extLst>
  </p:cSld>
  <p:clrMapOvr>
    <a:masterClrMapping/>
  </p:clrMapOvr>
  <p:transition spd="med"/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685800" y="1597823"/>
            <a:ext cx="7772400" cy="1102519"/>
          </a:xfrm>
          <a:prstGeom prst="rect">
            <a:avLst/>
          </a:prstGeom>
        </p:spPr>
        <p:txBody>
          <a:bodyPr lIns="51421" tIns="25711" rIns="51421" bIns="25711"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  <a:prstGeom prst="rect">
            <a:avLst/>
          </a:prstGeom>
        </p:spPr>
        <p:txBody>
          <a:bodyPr lIns="51421" tIns="25711" rIns="51421" bIns="25711"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656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7312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969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4625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8281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1938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5594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9250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 smtClean="0"/>
              <a:t>Clique para editar o estilo do subtítulo mestre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>
          <a:xfrm>
            <a:off x="457649" y="4767621"/>
            <a:ext cx="2133079" cy="273751"/>
          </a:xfrm>
          <a:prstGeom prst="rect">
            <a:avLst/>
          </a:prstGeom>
        </p:spPr>
        <p:txBody>
          <a:bodyPr lIns="51421" tIns="25711" rIns="51421" bIns="25711"/>
          <a:lstStyle>
            <a:lvl1pPr defTabSz="514209" fontAlgn="base">
              <a:spcBef>
                <a:spcPct val="0"/>
              </a:spcBef>
              <a:spcAft>
                <a:spcPct val="0"/>
              </a:spcAft>
              <a:defRPr>
                <a:latin typeface="GillSans" pitchFamily="34" charset="0"/>
                <a:ea typeface="ヒラギノ角ゴ ProN W3" charset="-128"/>
              </a:defRPr>
            </a:lvl1pPr>
          </a:lstStyle>
          <a:p>
            <a:pPr>
              <a:defRPr/>
            </a:pPr>
            <a:fld id="{AB28A912-E780-42EC-AA00-84FC90A5C567}" type="datetimeFigureOut">
              <a:rPr lang="pt-BR">
                <a:solidFill>
                  <a:srgbClr val="000000"/>
                </a:solidFill>
              </a:rPr>
              <a:pPr>
                <a:defRPr/>
              </a:pPr>
              <a:t>05/02/2015</a:t>
            </a:fld>
            <a:endParaRPr lang="pt-BR">
              <a:solidFill>
                <a:srgbClr val="000000"/>
              </a:solidFill>
            </a:endParaRPr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>
          <a:xfrm>
            <a:off x="3124277" y="4767621"/>
            <a:ext cx="2895451" cy="273751"/>
          </a:xfrm>
          <a:prstGeom prst="rect">
            <a:avLst/>
          </a:prstGeom>
        </p:spPr>
        <p:txBody>
          <a:bodyPr lIns="51421" tIns="25711" rIns="51421" bIns="25711"/>
          <a:lstStyle>
            <a:lvl1pPr defTabSz="514209" fontAlgn="base">
              <a:spcBef>
                <a:spcPct val="0"/>
              </a:spcBef>
              <a:spcAft>
                <a:spcPct val="0"/>
              </a:spcAft>
              <a:defRPr>
                <a:latin typeface="GillSans" pitchFamily="34" charset="0"/>
                <a:ea typeface="ヒラギノ角ゴ ProN W3" charset="-128"/>
              </a:defRPr>
            </a:lvl1pPr>
          </a:lstStyle>
          <a:p>
            <a:pPr>
              <a:defRPr/>
            </a:pPr>
            <a:endParaRPr lang="pt-BR">
              <a:solidFill>
                <a:srgbClr val="000000"/>
              </a:solidFill>
            </a:endParaRPr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>
          <a:xfrm>
            <a:off x="6553274" y="4767621"/>
            <a:ext cx="2133079" cy="273751"/>
          </a:xfrm>
          <a:prstGeom prst="rect">
            <a:avLst/>
          </a:prstGeom>
        </p:spPr>
        <p:txBody>
          <a:bodyPr lIns="51421" tIns="25711" rIns="51421" bIns="25711"/>
          <a:lstStyle>
            <a:lvl1pPr defTabSz="514209" fontAlgn="base">
              <a:spcBef>
                <a:spcPct val="0"/>
              </a:spcBef>
              <a:spcAft>
                <a:spcPct val="0"/>
              </a:spcAft>
              <a:defRPr>
                <a:latin typeface="GillSans" pitchFamily="34" charset="0"/>
                <a:ea typeface="ヒラギノ角ゴ ProN W3" charset="-128"/>
              </a:defRPr>
            </a:lvl1pPr>
          </a:lstStyle>
          <a:p>
            <a:pPr>
              <a:defRPr/>
            </a:pPr>
            <a:fld id="{28A66A78-FC33-45ED-9B1A-129EF9A40A75}" type="slidenum">
              <a:rPr lang="pt-BR">
                <a:solidFill>
                  <a:srgbClr val="000000"/>
                </a:solidFill>
              </a:rPr>
              <a:pPr>
                <a:defRPr/>
              </a:pPr>
              <a:t>‹nº›</a:t>
            </a:fld>
            <a:endParaRPr lang="pt-BR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9563956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51539023"/>
      </p:ext>
    </p:extLst>
  </p:cSld>
  <p:clrMapOvr>
    <a:masterClrMapping/>
  </p:clrMapOvr>
  <p:transition/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3447543"/>
      </p:ext>
    </p:extLst>
  </p:cSld>
  <p:clrMapOvr>
    <a:masterClrMapping/>
  </p:clrMapOvr>
  <p:transition/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13552598"/>
      </p:ext>
    </p:extLst>
  </p:cSld>
  <p:clrMapOvr>
    <a:masterClrMapping/>
  </p:clrMapOvr>
  <p:transition/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28432902"/>
      </p:ext>
    </p:extLst>
  </p:cSld>
  <p:clrMapOvr>
    <a:masterClrMapping/>
  </p:clrMapOvr>
  <p:transition/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60129282"/>
      </p:ext>
    </p:extLst>
  </p:cSld>
  <p:clrMapOvr>
    <a:masterClrMapping/>
  </p:clrMapOvr>
  <p:transition/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77833339"/>
      </p:ext>
    </p:extLst>
  </p:cSld>
  <p:clrMapOvr>
    <a:masterClrMapping/>
  </p:clrMapOvr>
  <p:transition/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04615511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87759792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 hidden="1"/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0" y="2"/>
          <a:ext cx="161851" cy="1213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38"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2"/>
                        <a:ext cx="161851" cy="1213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4208872376"/>
      </p:ext>
    </p:extLst>
  </p:cSld>
  <p:clrMapOvr>
    <a:masterClrMapping/>
  </p:clrMapOvr>
  <p:transition spd="med"/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4237856"/>
      </p:ext>
    </p:extLst>
  </p:cSld>
  <p:clrMapOvr>
    <a:masterClrMapping/>
  </p:clrMapOvr>
  <p:transition spd="med"/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91761703"/>
      </p:ext>
    </p:extLst>
  </p:cSld>
  <p:clrMapOvr>
    <a:masterClrMapping/>
  </p:clrMapOvr>
  <p:transition spd="med"/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6366617"/>
      </p:ext>
    </p:extLst>
  </p:cSld>
  <p:clrMapOvr>
    <a:masterClrMapping/>
  </p:clrMapOvr>
  <p:transition spd="med"/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53907059"/>
      </p:ext>
    </p:extLst>
  </p:cSld>
  <p:clrMapOvr>
    <a:masterClrMapping/>
  </p:clrMapOvr>
  <p:transition spd="med"/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5"/>
          <p:cNvSpPr>
            <a:spLocks noChangeArrowheads="1"/>
          </p:cNvSpPr>
          <p:nvPr userDrawn="1"/>
        </p:nvSpPr>
        <p:spPr bwMode="auto">
          <a:xfrm>
            <a:off x="0" y="4786036"/>
            <a:ext cx="9144000" cy="138475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/>
          <a:p>
            <a:pPr defTabSz="711570" fontAlgn="base">
              <a:spcBef>
                <a:spcPct val="50000"/>
              </a:spcBef>
              <a:spcAft>
                <a:spcPct val="0"/>
              </a:spcAft>
              <a:buClr>
                <a:srgbClr val="443C28"/>
              </a:buClr>
              <a:buSzPct val="100000"/>
              <a:buFont typeface="Arial" pitchFamily="34" charset="0"/>
              <a:buChar char="•"/>
            </a:pPr>
            <a:endParaRPr lang="pt-BR" sz="900" smtClean="0">
              <a:solidFill>
                <a:srgbClr val="000000"/>
              </a:solidFill>
              <a:ea typeface="ヒラギノ角ゴ ProN W3"/>
              <a:sym typeface="GillSans"/>
            </a:endParaRPr>
          </a:p>
        </p:txBody>
      </p:sp>
      <p:sp>
        <p:nvSpPr>
          <p:cNvPr id="3" name="Retângulo 16"/>
          <p:cNvSpPr>
            <a:spLocks noChangeArrowheads="1"/>
          </p:cNvSpPr>
          <p:nvPr userDrawn="1"/>
        </p:nvSpPr>
        <p:spPr bwMode="auto">
          <a:xfrm>
            <a:off x="0" y="4904074"/>
            <a:ext cx="9144000" cy="138475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/>
          <a:p>
            <a:pPr defTabSz="711570" fontAlgn="base">
              <a:spcBef>
                <a:spcPct val="50000"/>
              </a:spcBef>
              <a:spcAft>
                <a:spcPct val="0"/>
              </a:spcAft>
              <a:buClr>
                <a:srgbClr val="443C28"/>
              </a:buClr>
              <a:buSzPct val="100000"/>
              <a:buFont typeface="Arial" pitchFamily="34" charset="0"/>
              <a:buChar char="•"/>
            </a:pPr>
            <a:endParaRPr lang="pt-BR" sz="900" smtClean="0">
              <a:solidFill>
                <a:srgbClr val="000000"/>
              </a:solidFill>
              <a:ea typeface="ヒラギノ角ゴ ProN W3"/>
              <a:sym typeface="GillSans"/>
            </a:endParaRPr>
          </a:p>
        </p:txBody>
      </p:sp>
    </p:spTree>
    <p:extLst>
      <p:ext uri="{BB962C8B-B14F-4D97-AF65-F5344CB8AC3E}">
        <p14:creationId xmlns:p14="http://schemas.microsoft.com/office/powerpoint/2010/main" val="8592654"/>
      </p:ext>
    </p:extLst>
  </p:cSld>
  <p:clrMapOvr>
    <a:masterClrMapping/>
  </p:clrMapOvr>
  <p:transition spd="med"/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67335336"/>
      </p:ext>
    </p:extLst>
  </p:cSld>
  <p:clrMapOvr>
    <a:masterClrMapping/>
  </p:clrMapOvr>
  <p:transition spd="med"/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90316710"/>
      </p:ext>
    </p:extLst>
  </p:cSld>
  <p:clrMapOvr>
    <a:masterClrMapping/>
  </p:clrMapOvr>
  <p:transition spd="med"/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00996096"/>
      </p:ext>
    </p:extLst>
  </p:cSld>
  <p:clrMapOvr>
    <a:masterClrMapping/>
  </p:clrMapOvr>
  <p:transition spd="med"/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36045300"/>
      </p:ext>
    </p:extLst>
  </p:cSld>
  <p:clrMapOvr>
    <a:masterClrMapping/>
  </p:clrMapOvr>
  <p:transition spd="med"/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27079885"/>
      </p:ext>
    </p:extLst>
  </p:cSld>
  <p:clrMapOvr>
    <a:masterClrMapping/>
  </p:clrMapOvr>
  <p:transition spd="med"/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16268977"/>
      </p:ext>
    </p:extLst>
  </p:cSld>
  <p:clrMapOvr>
    <a:masterClrMapping/>
  </p:clrMapOvr>
  <p:transition spd="med"/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88294326"/>
      </p:ext>
    </p:extLst>
  </p:cSld>
  <p:clrMapOvr>
    <a:masterClrMapping/>
  </p:clrMapOvr>
  <p:transition spd="med"/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489" y="176151"/>
            <a:ext cx="8794114" cy="230834"/>
          </a:xfrm>
          <a:prstGeom prst="rect">
            <a:avLst/>
          </a:prstGeom>
        </p:spPr>
        <p:txBody>
          <a:bodyPr lIns="51411" tIns="25706" rIns="51411" bIns="25706"/>
          <a:lstStyle>
            <a:lvl1pPr>
              <a:defRPr sz="1600"/>
            </a:lvl1pPr>
          </a:lstStyle>
          <a:p>
            <a:r>
              <a:rPr lang="pt-BR" smtClean="0"/>
              <a:t>Click to edit Master title style</a:t>
            </a:r>
            <a:endParaRPr lang="pt-BR"/>
          </a:p>
        </p:txBody>
      </p:sp>
      <p:sp>
        <p:nvSpPr>
          <p:cNvPr id="3" name="Rectangle 13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8690820" y="4919981"/>
            <a:ext cx="212080" cy="118039"/>
          </a:xfrm>
          <a:prstGeom prst="rect">
            <a:avLst/>
          </a:prstGeom>
        </p:spPr>
        <p:txBody>
          <a:bodyPr lIns="51411" tIns="25706" rIns="51411" bIns="25706"/>
          <a:lstStyle>
            <a:lvl1pPr algn="ctr" defTabSz="816101" fontAlgn="auto">
              <a:spcBef>
                <a:spcPts val="0"/>
              </a:spcBef>
              <a:spcAft>
                <a:spcPts val="0"/>
              </a:spcAft>
              <a:defRPr sz="900">
                <a:latin typeface="GillSans" pitchFamily="34" charset="0"/>
                <a:ea typeface="ヒラギノ角ゴ ProN W3" charset="-128"/>
                <a:cs typeface="+mn-cs"/>
                <a:sym typeface="GillSans" pitchFamily="34" charset="0"/>
              </a:defRPr>
            </a:lvl1pPr>
          </a:lstStyle>
          <a:p>
            <a:pPr>
              <a:defRPr/>
            </a:pPr>
            <a:fld id="{457E2B87-43AF-4D1A-A969-0ECBA2965851}" type="slidenum">
              <a:rPr lang="pt-BR">
                <a:solidFill>
                  <a:srgbClr val="000000"/>
                </a:solidFill>
              </a:rPr>
              <a:pPr>
                <a:defRPr/>
              </a:pPr>
              <a:t>‹nº›</a:t>
            </a:fld>
            <a:r>
              <a:rPr lang="pt-BR">
                <a:solidFill>
                  <a:srgbClr val="000000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068841765"/>
      </p:ext>
    </p:extLst>
  </p:cSld>
  <p:clrMapOvr>
    <a:masterClrMapping/>
  </p:clrMapOvr>
  <p:transition spd="med"/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41841335"/>
      </p:ext>
    </p:extLst>
  </p:cSld>
  <p:clrMapOvr>
    <a:masterClrMapping/>
  </p:clrMapOvr>
  <p:transition/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20026609"/>
      </p:ext>
    </p:extLst>
  </p:cSld>
  <p:clrMapOvr>
    <a:masterClrMapping/>
  </p:clrMapOvr>
  <p:transition/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21182835"/>
      </p:ext>
    </p:extLst>
  </p:cSld>
  <p:clrMapOvr>
    <a:masterClrMapping/>
  </p:clrMapOvr>
  <p:transition/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42757166"/>
      </p:ext>
    </p:extLst>
  </p:cSld>
  <p:clrMapOvr>
    <a:masterClrMapping/>
  </p:clrMapOvr>
  <p:transition/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16281960"/>
      </p:ext>
    </p:extLst>
  </p:cSld>
  <p:clrMapOvr>
    <a:masterClrMapping/>
  </p:clrMapOvr>
  <p:transition/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35940303"/>
      </p:ext>
    </p:extLst>
  </p:cSld>
  <p:clrMapOvr>
    <a:masterClrMapping/>
  </p:clrMapOvr>
  <p:transition/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 hidden="1"/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0" y="2"/>
          <a:ext cx="161851" cy="1213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262"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2"/>
                        <a:ext cx="161851" cy="1213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27068382"/>
      </p:ext>
    </p:extLst>
  </p:cSld>
  <p:clrMapOvr>
    <a:masterClrMapping/>
  </p:clrMapOvr>
  <p:transition spd="med"/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30525950"/>
      </p:ext>
    </p:extLst>
  </p:cSld>
  <p:clrMapOvr>
    <a:masterClrMapping/>
  </p:clrMapOvr>
  <p:transition spd="med"/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47111875"/>
      </p:ext>
    </p:extLst>
  </p:cSld>
  <p:clrMapOvr>
    <a:masterClrMapping/>
  </p:clrMapOvr>
  <p:transition spd="med"/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78745303"/>
      </p:ext>
    </p:extLst>
  </p:cSld>
  <p:clrMapOvr>
    <a:masterClrMapping/>
  </p:clrMapOvr>
  <p:transition spd="med"/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51516008"/>
      </p:ext>
    </p:extLst>
  </p:cSld>
  <p:clrMapOvr>
    <a:masterClrMapping/>
  </p:clrMapOvr>
  <p:transition spd="med"/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5"/>
          <p:cNvSpPr>
            <a:spLocks noChangeArrowheads="1"/>
          </p:cNvSpPr>
          <p:nvPr userDrawn="1"/>
        </p:nvSpPr>
        <p:spPr bwMode="auto">
          <a:xfrm>
            <a:off x="0" y="4786036"/>
            <a:ext cx="9144000" cy="138475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/>
          <a:p>
            <a:pPr defTabSz="711570" fontAlgn="base">
              <a:spcBef>
                <a:spcPct val="50000"/>
              </a:spcBef>
              <a:spcAft>
                <a:spcPct val="0"/>
              </a:spcAft>
              <a:buClr>
                <a:srgbClr val="443C28"/>
              </a:buClr>
              <a:buSzPct val="100000"/>
              <a:buFont typeface="Arial" pitchFamily="34" charset="0"/>
              <a:buChar char="•"/>
            </a:pPr>
            <a:endParaRPr lang="pt-BR" sz="900" smtClean="0">
              <a:solidFill>
                <a:srgbClr val="000000"/>
              </a:solidFill>
              <a:ea typeface="ヒラギノ角ゴ ProN W3"/>
              <a:sym typeface="GillSans"/>
            </a:endParaRPr>
          </a:p>
        </p:txBody>
      </p:sp>
      <p:sp>
        <p:nvSpPr>
          <p:cNvPr id="3" name="Retângulo 16"/>
          <p:cNvSpPr>
            <a:spLocks noChangeArrowheads="1"/>
          </p:cNvSpPr>
          <p:nvPr userDrawn="1"/>
        </p:nvSpPr>
        <p:spPr bwMode="auto">
          <a:xfrm>
            <a:off x="0" y="4904074"/>
            <a:ext cx="9144000" cy="138475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/>
          <a:p>
            <a:pPr defTabSz="711570" fontAlgn="base">
              <a:spcBef>
                <a:spcPct val="50000"/>
              </a:spcBef>
              <a:spcAft>
                <a:spcPct val="0"/>
              </a:spcAft>
              <a:buClr>
                <a:srgbClr val="443C28"/>
              </a:buClr>
              <a:buSzPct val="100000"/>
              <a:buFont typeface="Arial" pitchFamily="34" charset="0"/>
              <a:buChar char="•"/>
            </a:pPr>
            <a:endParaRPr lang="pt-BR" sz="900" smtClean="0">
              <a:solidFill>
                <a:srgbClr val="000000"/>
              </a:solidFill>
              <a:ea typeface="ヒラギノ角ゴ ProN W3"/>
              <a:sym typeface="GillSans"/>
            </a:endParaRPr>
          </a:p>
        </p:txBody>
      </p:sp>
    </p:spTree>
    <p:extLst>
      <p:ext uri="{BB962C8B-B14F-4D97-AF65-F5344CB8AC3E}">
        <p14:creationId xmlns:p14="http://schemas.microsoft.com/office/powerpoint/2010/main" val="919096038"/>
      </p:ext>
    </p:extLst>
  </p:cSld>
  <p:clrMapOvr>
    <a:masterClrMapping/>
  </p:clrMapOvr>
  <p:transition spd="med"/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29891526"/>
      </p:ext>
    </p:extLst>
  </p:cSld>
  <p:clrMapOvr>
    <a:masterClrMapping/>
  </p:clrMapOvr>
  <p:transition spd="med"/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0436245"/>
      </p:ext>
    </p:extLst>
  </p:cSld>
  <p:clrMapOvr>
    <a:masterClrMapping/>
  </p:clrMapOvr>
  <p:transition spd="med"/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94864831"/>
      </p:ext>
    </p:extLst>
  </p:cSld>
  <p:clrMapOvr>
    <a:masterClrMapping/>
  </p:clrMapOvr>
  <p:transition spd="med"/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55833840"/>
      </p:ext>
    </p:extLst>
  </p:cSld>
  <p:clrMapOvr>
    <a:masterClrMapping/>
  </p:clrMapOvr>
  <p:transition spd="med"/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89691220"/>
      </p:ext>
    </p:extLst>
  </p:cSld>
  <p:clrMapOvr>
    <a:masterClrMapping/>
  </p:clrMapOvr>
  <p:transition spd="med"/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09127305"/>
      </p:ext>
    </p:extLst>
  </p:cSld>
  <p:clrMapOvr>
    <a:masterClrMapping/>
  </p:clrMapOvr>
  <p:transition spd="med"/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41706727"/>
      </p:ext>
    </p:extLst>
  </p:cSld>
  <p:clrMapOvr>
    <a:masterClrMapping/>
  </p:clrMapOvr>
  <p:transition spd="med"/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489" y="176151"/>
            <a:ext cx="8794114" cy="230834"/>
          </a:xfrm>
          <a:prstGeom prst="rect">
            <a:avLst/>
          </a:prstGeom>
        </p:spPr>
        <p:txBody>
          <a:bodyPr lIns="51411" tIns="25706" rIns="51411" bIns="25706"/>
          <a:lstStyle>
            <a:lvl1pPr>
              <a:defRPr sz="1600"/>
            </a:lvl1pPr>
          </a:lstStyle>
          <a:p>
            <a:r>
              <a:rPr lang="pt-BR" smtClean="0"/>
              <a:t>Click to edit Master title style</a:t>
            </a:r>
            <a:endParaRPr lang="pt-BR"/>
          </a:p>
        </p:txBody>
      </p:sp>
      <p:sp>
        <p:nvSpPr>
          <p:cNvPr id="3" name="Rectangle 13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8690820" y="4919981"/>
            <a:ext cx="212080" cy="118039"/>
          </a:xfrm>
          <a:prstGeom prst="rect">
            <a:avLst/>
          </a:prstGeom>
        </p:spPr>
        <p:txBody>
          <a:bodyPr lIns="51411" tIns="25706" rIns="51411" bIns="25706"/>
          <a:lstStyle>
            <a:lvl1pPr algn="ctr" defTabSz="816101" fontAlgn="auto">
              <a:spcBef>
                <a:spcPts val="0"/>
              </a:spcBef>
              <a:spcAft>
                <a:spcPts val="0"/>
              </a:spcAft>
              <a:defRPr sz="900">
                <a:latin typeface="GillSans" pitchFamily="34" charset="0"/>
                <a:ea typeface="ヒラギノ角ゴ ProN W3" charset="-128"/>
                <a:cs typeface="+mn-cs"/>
                <a:sym typeface="GillSans" pitchFamily="34" charset="0"/>
              </a:defRPr>
            </a:lvl1pPr>
          </a:lstStyle>
          <a:p>
            <a:pPr>
              <a:defRPr/>
            </a:pPr>
            <a:fld id="{587AA088-BE54-4F40-B9B9-7F950F0DC6BA}" type="slidenum">
              <a:rPr lang="pt-BR">
                <a:solidFill>
                  <a:srgbClr val="000000"/>
                </a:solidFill>
              </a:rPr>
              <a:pPr>
                <a:defRPr/>
              </a:pPr>
              <a:t>‹nº›</a:t>
            </a:fld>
            <a:r>
              <a:rPr lang="pt-BR">
                <a:solidFill>
                  <a:srgbClr val="000000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900116409"/>
      </p:ext>
    </p:extLst>
  </p:cSld>
  <p:clrMapOvr>
    <a:masterClrMapping/>
  </p:clrMapOvr>
  <p:transition spd="med"/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422038"/>
      </p:ext>
    </p:extLst>
  </p:cSld>
  <p:clrMapOvr>
    <a:masterClrMapping/>
  </p:clrMapOvr>
  <p:transition/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27559546"/>
      </p:ext>
    </p:extLst>
  </p:cSld>
  <p:clrMapOvr>
    <a:masterClrMapping/>
  </p:clrMapOvr>
  <p:transition/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08398538"/>
      </p:ext>
    </p:extLst>
  </p:cSld>
  <p:clrMapOvr>
    <a:masterClrMapping/>
  </p:clrMapOvr>
  <p:transition/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2938828"/>
      </p:ext>
    </p:extLst>
  </p:cSld>
  <p:clrMapOvr>
    <a:masterClrMapping/>
  </p:clrMapOvr>
  <p:transition/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57448741"/>
      </p:ext>
    </p:extLst>
  </p:cSld>
  <p:clrMapOvr>
    <a:masterClrMapping/>
  </p:clrMapOvr>
  <p:transition/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24162073"/>
      </p:ext>
    </p:extLst>
  </p:cSld>
  <p:clrMapOvr>
    <a:masterClrMapping/>
  </p:clrMapOvr>
  <p:transition/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abela 6"/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2109224231"/>
              </p:ext>
            </p:extLst>
          </p:nvPr>
        </p:nvGraphicFramePr>
        <p:xfrm>
          <a:off x="476250" y="303499"/>
          <a:ext cx="8638722" cy="484000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79929"/>
                <a:gridCol w="479929"/>
                <a:gridCol w="479929"/>
                <a:gridCol w="479929"/>
                <a:gridCol w="479929"/>
                <a:gridCol w="479929"/>
                <a:gridCol w="479929"/>
                <a:gridCol w="479929"/>
                <a:gridCol w="479929"/>
                <a:gridCol w="479929"/>
                <a:gridCol w="479929"/>
                <a:gridCol w="479929"/>
                <a:gridCol w="479929"/>
                <a:gridCol w="479929"/>
                <a:gridCol w="479929"/>
                <a:gridCol w="479929"/>
                <a:gridCol w="479929"/>
                <a:gridCol w="479929"/>
              </a:tblGrid>
              <a:tr h="447524">
                <a:tc>
                  <a:txBody>
                    <a:bodyPr/>
                    <a:lstStyle/>
                    <a:p>
                      <a:pPr algn="ctr" fontAlgn="ctr"/>
                      <a:r>
                        <a:rPr lang="pt-BR" sz="900" b="0" u="none" strike="noStrike" dirty="0">
                          <a:effectLst/>
                          <a:latin typeface="Gill Sans Std Light" pitchFamily="34" charset="0"/>
                        </a:rPr>
                        <a:t>Ciclo 1</a:t>
                      </a:r>
                      <a:endParaRPr lang="pt-BR" sz="900" b="0" i="0" u="none" strike="noStrike" dirty="0">
                        <a:solidFill>
                          <a:srgbClr val="000000"/>
                        </a:solidFill>
                        <a:effectLst/>
                        <a:latin typeface="Gill Sans Std Light" pitchFamily="34" charset="0"/>
                      </a:endParaRPr>
                    </a:p>
                  </a:txBody>
                  <a:tcPr marL="13486" marR="13486" marT="20222" marB="0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900" b="0" u="none" strike="noStrike" dirty="0">
                          <a:effectLst/>
                          <a:latin typeface="Gill Sans Std Light" pitchFamily="34" charset="0"/>
                        </a:rPr>
                        <a:t>Ciclo 2</a:t>
                      </a:r>
                      <a:endParaRPr lang="pt-BR" sz="900" b="0" i="0" u="none" strike="noStrike" dirty="0">
                        <a:solidFill>
                          <a:srgbClr val="000000"/>
                        </a:solidFill>
                        <a:effectLst/>
                        <a:latin typeface="Gill Sans Std Light" pitchFamily="34" charset="0"/>
                      </a:endParaRPr>
                    </a:p>
                  </a:txBody>
                  <a:tcPr marL="13486" marR="13486" marT="20222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900" b="0" u="none" strike="noStrike">
                          <a:effectLst/>
                          <a:latin typeface="Gill Sans Std Light" pitchFamily="34" charset="0"/>
                        </a:rPr>
                        <a:t>Ciclo 3</a:t>
                      </a:r>
                      <a:endParaRPr lang="pt-BR" sz="900" b="0" i="0" u="none" strike="noStrike">
                        <a:solidFill>
                          <a:srgbClr val="000000"/>
                        </a:solidFill>
                        <a:effectLst/>
                        <a:latin typeface="Gill Sans Std Light" pitchFamily="34" charset="0"/>
                      </a:endParaRPr>
                    </a:p>
                  </a:txBody>
                  <a:tcPr marL="13486" marR="13486" marT="20222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900" b="0" u="none" strike="noStrike">
                          <a:effectLst/>
                          <a:latin typeface="Gill Sans Std Light" pitchFamily="34" charset="0"/>
                        </a:rPr>
                        <a:t>Ciclo 4</a:t>
                      </a:r>
                      <a:endParaRPr lang="pt-BR" sz="900" b="0" i="0" u="none" strike="noStrike">
                        <a:solidFill>
                          <a:srgbClr val="000000"/>
                        </a:solidFill>
                        <a:effectLst/>
                        <a:latin typeface="Gill Sans Std Light" pitchFamily="34" charset="0"/>
                      </a:endParaRPr>
                    </a:p>
                  </a:txBody>
                  <a:tcPr marL="13486" marR="13486" marT="20222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900" b="0" u="none" strike="noStrike">
                          <a:effectLst/>
                          <a:latin typeface="Gill Sans Std Light" pitchFamily="34" charset="0"/>
                        </a:rPr>
                        <a:t>Ciclo 5</a:t>
                      </a:r>
                      <a:endParaRPr lang="pt-BR" sz="900" b="0" i="0" u="none" strike="noStrike">
                        <a:solidFill>
                          <a:srgbClr val="000000"/>
                        </a:solidFill>
                        <a:effectLst/>
                        <a:latin typeface="Gill Sans Std Light" pitchFamily="34" charset="0"/>
                      </a:endParaRPr>
                    </a:p>
                  </a:txBody>
                  <a:tcPr marL="13486" marR="13486" marT="20222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900" b="0" u="none" strike="noStrike" dirty="0">
                          <a:effectLst/>
                          <a:latin typeface="Gill Sans Std Light" pitchFamily="34" charset="0"/>
                        </a:rPr>
                        <a:t>Ciclo 6</a:t>
                      </a:r>
                      <a:endParaRPr lang="pt-BR" sz="900" b="0" i="0" u="none" strike="noStrike" dirty="0">
                        <a:solidFill>
                          <a:srgbClr val="000000"/>
                        </a:solidFill>
                        <a:effectLst/>
                        <a:latin typeface="Gill Sans Std Light" pitchFamily="34" charset="0"/>
                      </a:endParaRPr>
                    </a:p>
                  </a:txBody>
                  <a:tcPr marL="13486" marR="13486" marT="20222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900" b="0" u="none" strike="noStrike">
                          <a:effectLst/>
                          <a:latin typeface="Gill Sans Std Light" pitchFamily="34" charset="0"/>
                        </a:rPr>
                        <a:t>Ciclo 7</a:t>
                      </a:r>
                      <a:endParaRPr lang="pt-BR" sz="900" b="0" i="0" u="none" strike="noStrike">
                        <a:solidFill>
                          <a:srgbClr val="000000"/>
                        </a:solidFill>
                        <a:effectLst/>
                        <a:latin typeface="Gill Sans Std Light" pitchFamily="34" charset="0"/>
                      </a:endParaRPr>
                    </a:p>
                  </a:txBody>
                  <a:tcPr marL="13486" marR="13486" marT="20222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900" b="0" u="none" strike="noStrike" dirty="0">
                          <a:effectLst/>
                          <a:latin typeface="Gill Sans Std Light" pitchFamily="34" charset="0"/>
                        </a:rPr>
                        <a:t>Ciclo 8</a:t>
                      </a:r>
                      <a:endParaRPr lang="pt-BR" sz="900" b="0" i="0" u="none" strike="noStrike" dirty="0">
                        <a:solidFill>
                          <a:srgbClr val="000000"/>
                        </a:solidFill>
                        <a:effectLst/>
                        <a:latin typeface="Gill Sans Std Light" pitchFamily="34" charset="0"/>
                      </a:endParaRPr>
                    </a:p>
                  </a:txBody>
                  <a:tcPr marL="13486" marR="13486" marT="20222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900" b="0" u="none" strike="noStrike">
                          <a:effectLst/>
                          <a:latin typeface="Gill Sans Std Light" pitchFamily="34" charset="0"/>
                        </a:rPr>
                        <a:t>Ciclo 9</a:t>
                      </a:r>
                      <a:endParaRPr lang="pt-BR" sz="900" b="0" i="0" u="none" strike="noStrike">
                        <a:solidFill>
                          <a:srgbClr val="000000"/>
                        </a:solidFill>
                        <a:effectLst/>
                        <a:latin typeface="Gill Sans Std Light" pitchFamily="34" charset="0"/>
                      </a:endParaRPr>
                    </a:p>
                  </a:txBody>
                  <a:tcPr marL="13486" marR="13486" marT="20222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900" b="0" u="none" strike="noStrike">
                          <a:effectLst/>
                          <a:latin typeface="Gill Sans Std Light" pitchFamily="34" charset="0"/>
                        </a:rPr>
                        <a:t>Ciclo 10</a:t>
                      </a:r>
                      <a:endParaRPr lang="pt-BR" sz="900" b="0" i="0" u="none" strike="noStrike">
                        <a:solidFill>
                          <a:srgbClr val="000000"/>
                        </a:solidFill>
                        <a:effectLst/>
                        <a:latin typeface="Gill Sans Std Light" pitchFamily="34" charset="0"/>
                      </a:endParaRPr>
                    </a:p>
                  </a:txBody>
                  <a:tcPr marL="13486" marR="13486" marT="20222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900" b="0" u="none" strike="noStrike">
                          <a:effectLst/>
                          <a:latin typeface="Gill Sans Std Light" pitchFamily="34" charset="0"/>
                        </a:rPr>
                        <a:t>Ciclo 11</a:t>
                      </a:r>
                      <a:endParaRPr lang="pt-BR" sz="900" b="0" i="0" u="none" strike="noStrike">
                        <a:solidFill>
                          <a:srgbClr val="000000"/>
                        </a:solidFill>
                        <a:effectLst/>
                        <a:latin typeface="Gill Sans Std Light" pitchFamily="34" charset="0"/>
                      </a:endParaRPr>
                    </a:p>
                  </a:txBody>
                  <a:tcPr marL="13486" marR="13486" marT="20222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900" b="0" u="none" strike="noStrike" dirty="0">
                          <a:effectLst/>
                          <a:latin typeface="Gill Sans Std Light" pitchFamily="34" charset="0"/>
                        </a:rPr>
                        <a:t>Ciclo 12</a:t>
                      </a:r>
                      <a:endParaRPr lang="pt-BR" sz="900" b="0" i="0" u="none" strike="noStrike" dirty="0">
                        <a:solidFill>
                          <a:srgbClr val="000000"/>
                        </a:solidFill>
                        <a:effectLst/>
                        <a:latin typeface="Gill Sans Std Light" pitchFamily="34" charset="0"/>
                      </a:endParaRPr>
                    </a:p>
                  </a:txBody>
                  <a:tcPr marL="13486" marR="13486" marT="20222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900" b="0" u="none" strike="noStrike">
                          <a:effectLst/>
                          <a:latin typeface="Gill Sans Std Light" pitchFamily="34" charset="0"/>
                        </a:rPr>
                        <a:t>Ciclo 13</a:t>
                      </a:r>
                      <a:endParaRPr lang="pt-BR" sz="900" b="0" i="0" u="none" strike="noStrike">
                        <a:solidFill>
                          <a:srgbClr val="000000"/>
                        </a:solidFill>
                        <a:effectLst/>
                        <a:latin typeface="Gill Sans Std Light" pitchFamily="34" charset="0"/>
                      </a:endParaRPr>
                    </a:p>
                  </a:txBody>
                  <a:tcPr marL="13486" marR="13486" marT="20222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900" b="0" u="none" strike="noStrike">
                          <a:effectLst/>
                          <a:latin typeface="Gill Sans Std Light" pitchFamily="34" charset="0"/>
                        </a:rPr>
                        <a:t>Ciclo 14</a:t>
                      </a:r>
                      <a:endParaRPr lang="pt-BR" sz="900" b="0" i="0" u="none" strike="noStrike">
                        <a:solidFill>
                          <a:srgbClr val="000000"/>
                        </a:solidFill>
                        <a:effectLst/>
                        <a:latin typeface="Gill Sans Std Light" pitchFamily="34" charset="0"/>
                      </a:endParaRPr>
                    </a:p>
                  </a:txBody>
                  <a:tcPr marL="13486" marR="13486" marT="20222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900" b="0" u="none" strike="noStrike">
                          <a:effectLst/>
                          <a:latin typeface="Gill Sans Std Light" pitchFamily="34" charset="0"/>
                        </a:rPr>
                        <a:t>Ciclo 15</a:t>
                      </a:r>
                      <a:endParaRPr lang="pt-BR" sz="900" b="0" i="0" u="none" strike="noStrike">
                        <a:solidFill>
                          <a:srgbClr val="000000"/>
                        </a:solidFill>
                        <a:effectLst/>
                        <a:latin typeface="Gill Sans Std Light" pitchFamily="34" charset="0"/>
                      </a:endParaRPr>
                    </a:p>
                  </a:txBody>
                  <a:tcPr marL="13486" marR="13486" marT="20222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900" b="0" u="none" strike="noStrike" dirty="0">
                          <a:effectLst/>
                          <a:latin typeface="Gill Sans Std Light" pitchFamily="34" charset="0"/>
                        </a:rPr>
                        <a:t>Ciclo 16</a:t>
                      </a:r>
                      <a:endParaRPr lang="pt-BR" sz="900" b="0" i="0" u="none" strike="noStrike" dirty="0">
                        <a:solidFill>
                          <a:srgbClr val="000000"/>
                        </a:solidFill>
                        <a:effectLst/>
                        <a:latin typeface="Gill Sans Std Light" pitchFamily="34" charset="0"/>
                      </a:endParaRPr>
                    </a:p>
                  </a:txBody>
                  <a:tcPr marL="13486" marR="13486" marT="20222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900" b="0" u="none" strike="noStrike">
                          <a:effectLst/>
                          <a:latin typeface="Gill Sans Std Light" pitchFamily="34" charset="0"/>
                        </a:rPr>
                        <a:t>Ciclo 17</a:t>
                      </a:r>
                      <a:endParaRPr lang="pt-BR" sz="900" b="0" i="0" u="none" strike="noStrike">
                        <a:solidFill>
                          <a:srgbClr val="000000"/>
                        </a:solidFill>
                        <a:effectLst/>
                        <a:latin typeface="Gill Sans Std Light" pitchFamily="34" charset="0"/>
                      </a:endParaRPr>
                    </a:p>
                  </a:txBody>
                  <a:tcPr marL="13486" marR="13486" marT="20222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900" b="0" u="none" strike="noStrike" dirty="0">
                          <a:effectLst/>
                          <a:latin typeface="Gill Sans Std Light" pitchFamily="34" charset="0"/>
                        </a:rPr>
                        <a:t>Ciclo 18</a:t>
                      </a:r>
                      <a:endParaRPr lang="pt-BR" sz="900" b="0" i="0" u="none" strike="noStrike" dirty="0">
                        <a:solidFill>
                          <a:srgbClr val="000000"/>
                        </a:solidFill>
                        <a:effectLst/>
                        <a:latin typeface="Gill Sans Std Light" pitchFamily="34" charset="0"/>
                      </a:endParaRPr>
                    </a:p>
                  </a:txBody>
                  <a:tcPr marL="13486" marR="13486" marT="20222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4392479">
                <a:tc>
                  <a:txBody>
                    <a:bodyPr/>
                    <a:lstStyle/>
                    <a:p>
                      <a:pPr algn="ctr" fontAlgn="ctr"/>
                      <a:endParaRPr lang="pt-BR" sz="800" b="0" i="0" u="none" strike="noStrike" dirty="0">
                        <a:solidFill>
                          <a:srgbClr val="000000"/>
                        </a:solidFill>
                        <a:effectLst/>
                        <a:latin typeface="Gill Sans Std Light" pitchFamily="34" charset="0"/>
                      </a:endParaRPr>
                    </a:p>
                  </a:txBody>
                  <a:tcPr marL="13486" marR="13486" marT="20222" marB="0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pt-BR" sz="800" b="0" i="0" u="none" strike="noStrike" dirty="0">
                        <a:solidFill>
                          <a:srgbClr val="000000"/>
                        </a:solidFill>
                        <a:effectLst/>
                        <a:latin typeface="Gill Sans Std Light" pitchFamily="34" charset="0"/>
                      </a:endParaRPr>
                    </a:p>
                  </a:txBody>
                  <a:tcPr marL="13486" marR="13486" marT="20222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pt-BR" sz="800" b="0" i="0" u="none" strike="noStrike" dirty="0">
                        <a:solidFill>
                          <a:srgbClr val="000000"/>
                        </a:solidFill>
                        <a:effectLst/>
                        <a:latin typeface="Gill Sans Std Light" pitchFamily="34" charset="0"/>
                      </a:endParaRPr>
                    </a:p>
                  </a:txBody>
                  <a:tcPr marL="13486" marR="13486" marT="20222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pt-BR" sz="800" b="0" i="0" u="none" strike="noStrike" dirty="0">
                        <a:solidFill>
                          <a:srgbClr val="000000"/>
                        </a:solidFill>
                        <a:effectLst/>
                        <a:latin typeface="Gill Sans Std Light" pitchFamily="34" charset="0"/>
                      </a:endParaRPr>
                    </a:p>
                  </a:txBody>
                  <a:tcPr marL="13486" marR="13486" marT="20222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pt-BR" sz="800" b="0" i="0" u="none" strike="noStrike" dirty="0">
                        <a:solidFill>
                          <a:srgbClr val="000000"/>
                        </a:solidFill>
                        <a:effectLst/>
                        <a:latin typeface="Gill Sans Std Light" pitchFamily="34" charset="0"/>
                      </a:endParaRPr>
                    </a:p>
                  </a:txBody>
                  <a:tcPr marL="13486" marR="13486" marT="20222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pt-BR" sz="800" b="0" i="0" u="none" strike="noStrike" dirty="0">
                        <a:solidFill>
                          <a:srgbClr val="000000"/>
                        </a:solidFill>
                        <a:effectLst/>
                        <a:latin typeface="Gill Sans Std Light" pitchFamily="34" charset="0"/>
                      </a:endParaRPr>
                    </a:p>
                  </a:txBody>
                  <a:tcPr marL="13486" marR="13486" marT="20222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pt-BR" sz="800" b="0" i="0" u="none" strike="noStrike" dirty="0">
                        <a:solidFill>
                          <a:srgbClr val="000000"/>
                        </a:solidFill>
                        <a:effectLst/>
                        <a:latin typeface="Gill Sans Std Light" pitchFamily="34" charset="0"/>
                      </a:endParaRPr>
                    </a:p>
                  </a:txBody>
                  <a:tcPr marL="13486" marR="13486" marT="20222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pt-BR" sz="800" b="0" i="0" u="none" strike="noStrike" dirty="0">
                        <a:solidFill>
                          <a:srgbClr val="000000"/>
                        </a:solidFill>
                        <a:effectLst/>
                        <a:latin typeface="Gill Sans Std Light" pitchFamily="34" charset="0"/>
                      </a:endParaRPr>
                    </a:p>
                  </a:txBody>
                  <a:tcPr marL="13486" marR="13486" marT="20222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pt-BR" sz="800" b="0" i="0" u="none" strike="noStrike" dirty="0">
                        <a:solidFill>
                          <a:srgbClr val="000000"/>
                        </a:solidFill>
                        <a:effectLst/>
                        <a:latin typeface="Gill Sans Std Light" pitchFamily="34" charset="0"/>
                      </a:endParaRPr>
                    </a:p>
                  </a:txBody>
                  <a:tcPr marL="13486" marR="13486" marT="20222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pt-BR" sz="800" b="0" i="0" u="none" strike="noStrike" dirty="0">
                        <a:solidFill>
                          <a:srgbClr val="000000"/>
                        </a:solidFill>
                        <a:effectLst/>
                        <a:latin typeface="Gill Sans Std Light" pitchFamily="34" charset="0"/>
                      </a:endParaRPr>
                    </a:p>
                  </a:txBody>
                  <a:tcPr marL="13486" marR="13486" marT="20222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pt-BR" sz="800" b="0" i="0" u="none" strike="noStrike" dirty="0">
                        <a:solidFill>
                          <a:srgbClr val="000000"/>
                        </a:solidFill>
                        <a:effectLst/>
                        <a:latin typeface="Gill Sans Std Light" pitchFamily="34" charset="0"/>
                      </a:endParaRPr>
                    </a:p>
                  </a:txBody>
                  <a:tcPr marL="13486" marR="13486" marT="20222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pt-BR" sz="800" b="0" i="0" u="none" strike="noStrike">
                        <a:solidFill>
                          <a:srgbClr val="000000"/>
                        </a:solidFill>
                        <a:effectLst/>
                        <a:latin typeface="Gill Sans Std Light" pitchFamily="34" charset="0"/>
                      </a:endParaRPr>
                    </a:p>
                  </a:txBody>
                  <a:tcPr marL="13486" marR="13486" marT="20222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pt-BR" sz="800" b="0" i="0" u="none" strike="noStrike" dirty="0">
                        <a:solidFill>
                          <a:srgbClr val="000000"/>
                        </a:solidFill>
                        <a:effectLst/>
                        <a:latin typeface="Gill Sans Std Light" pitchFamily="34" charset="0"/>
                      </a:endParaRPr>
                    </a:p>
                  </a:txBody>
                  <a:tcPr marL="13486" marR="13486" marT="20222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pt-BR" sz="800" b="0" i="0" u="none" strike="noStrike" dirty="0">
                        <a:solidFill>
                          <a:srgbClr val="000000"/>
                        </a:solidFill>
                        <a:effectLst/>
                        <a:latin typeface="Gill Sans Std Light" pitchFamily="34" charset="0"/>
                      </a:endParaRPr>
                    </a:p>
                  </a:txBody>
                  <a:tcPr marL="13486" marR="13486" marT="20222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pt-BR" sz="800" b="0" i="0" u="none" strike="noStrike" dirty="0">
                        <a:solidFill>
                          <a:srgbClr val="000000"/>
                        </a:solidFill>
                        <a:effectLst/>
                        <a:latin typeface="Gill Sans Std Light" pitchFamily="34" charset="0"/>
                      </a:endParaRPr>
                    </a:p>
                  </a:txBody>
                  <a:tcPr marL="13486" marR="13486" marT="20222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pt-BR" sz="800" b="0" i="0" u="none" strike="noStrike">
                        <a:solidFill>
                          <a:srgbClr val="000000"/>
                        </a:solidFill>
                        <a:effectLst/>
                        <a:latin typeface="Gill Sans Std Light" pitchFamily="34" charset="0"/>
                      </a:endParaRPr>
                    </a:p>
                  </a:txBody>
                  <a:tcPr marL="13486" marR="13486" marT="20222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pt-BR" sz="800" b="0" i="0" u="none" strike="noStrike" dirty="0">
                        <a:solidFill>
                          <a:srgbClr val="000000"/>
                        </a:solidFill>
                        <a:effectLst/>
                        <a:latin typeface="Gill Sans Std Light" pitchFamily="34" charset="0"/>
                      </a:endParaRPr>
                    </a:p>
                  </a:txBody>
                  <a:tcPr marL="13486" marR="13486" marT="20222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pt-BR" sz="800" b="0" i="0" u="none" strike="noStrike" dirty="0">
                        <a:solidFill>
                          <a:srgbClr val="000000"/>
                        </a:solidFill>
                        <a:effectLst/>
                        <a:latin typeface="Gill Sans Std Light" pitchFamily="34" charset="0"/>
                      </a:endParaRPr>
                    </a:p>
                  </a:txBody>
                  <a:tcPr marL="13486" marR="13486" marT="20222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</a:tbl>
          </a:graphicData>
        </a:graphic>
      </p:graphicFrame>
      <p:sp>
        <p:nvSpPr>
          <p:cNvPr id="8" name="CaixaDeTexto 7"/>
          <p:cNvSpPr txBox="1"/>
          <p:nvPr userDrawn="1"/>
        </p:nvSpPr>
        <p:spPr>
          <a:xfrm>
            <a:off x="343447" y="-53310"/>
            <a:ext cx="850712" cy="431063"/>
          </a:xfrm>
          <a:prstGeom prst="rect">
            <a:avLst/>
          </a:prstGeom>
          <a:noFill/>
        </p:spPr>
        <p:txBody>
          <a:bodyPr wrap="none" lIns="183024" tIns="91512" rIns="183024" bIns="91512" rtlCol="0">
            <a:spAutoFit/>
          </a:bodyPr>
          <a:lstStyle/>
          <a:p>
            <a:pPr defTabSz="914249"/>
            <a:r>
              <a:rPr lang="pt-BR" sz="1600" dirty="0" smtClean="0">
                <a:solidFill>
                  <a:prstClr val="black"/>
                </a:solidFill>
                <a:latin typeface="Gill Sans Std Light" pitchFamily="34" charset="0"/>
              </a:rPr>
              <a:t>1º TRI</a:t>
            </a:r>
            <a:endParaRPr lang="pt-BR" sz="1600" dirty="0">
              <a:solidFill>
                <a:prstClr val="black"/>
              </a:solidFill>
              <a:latin typeface="Gill Sans Std Light" pitchFamily="34" charset="0"/>
            </a:endParaRPr>
          </a:p>
        </p:txBody>
      </p:sp>
      <p:sp>
        <p:nvSpPr>
          <p:cNvPr id="9" name="CaixaDeTexto 8"/>
          <p:cNvSpPr txBox="1"/>
          <p:nvPr userDrawn="1"/>
        </p:nvSpPr>
        <p:spPr>
          <a:xfrm>
            <a:off x="2785208" y="-53310"/>
            <a:ext cx="850712" cy="431063"/>
          </a:xfrm>
          <a:prstGeom prst="rect">
            <a:avLst/>
          </a:prstGeom>
          <a:noFill/>
        </p:spPr>
        <p:txBody>
          <a:bodyPr wrap="none" lIns="183024" tIns="91512" rIns="183024" bIns="91512" rtlCol="0">
            <a:spAutoFit/>
          </a:bodyPr>
          <a:lstStyle/>
          <a:p>
            <a:pPr defTabSz="914249"/>
            <a:r>
              <a:rPr lang="pt-BR" sz="1600" dirty="0" smtClean="0">
                <a:solidFill>
                  <a:prstClr val="black"/>
                </a:solidFill>
                <a:latin typeface="Gill Sans Std Light" pitchFamily="34" charset="0"/>
              </a:rPr>
              <a:t>2º TRI</a:t>
            </a:r>
            <a:endParaRPr lang="pt-BR" sz="1600" dirty="0">
              <a:solidFill>
                <a:prstClr val="black"/>
              </a:solidFill>
              <a:latin typeface="Gill Sans Std Light" pitchFamily="34" charset="0"/>
            </a:endParaRPr>
          </a:p>
        </p:txBody>
      </p:sp>
      <p:sp>
        <p:nvSpPr>
          <p:cNvPr id="10" name="CaixaDeTexto 9"/>
          <p:cNvSpPr txBox="1"/>
          <p:nvPr userDrawn="1"/>
        </p:nvSpPr>
        <p:spPr>
          <a:xfrm>
            <a:off x="4705340" y="-53310"/>
            <a:ext cx="850712" cy="431063"/>
          </a:xfrm>
          <a:prstGeom prst="rect">
            <a:avLst/>
          </a:prstGeom>
          <a:noFill/>
        </p:spPr>
        <p:txBody>
          <a:bodyPr wrap="none" lIns="183024" tIns="91512" rIns="183024" bIns="91512" rtlCol="0">
            <a:spAutoFit/>
          </a:bodyPr>
          <a:lstStyle/>
          <a:p>
            <a:pPr defTabSz="914249"/>
            <a:r>
              <a:rPr lang="pt-BR" sz="1600" dirty="0" smtClean="0">
                <a:solidFill>
                  <a:prstClr val="black"/>
                </a:solidFill>
                <a:latin typeface="Gill Sans Std Light" pitchFamily="34" charset="0"/>
              </a:rPr>
              <a:t>3º TRI</a:t>
            </a:r>
            <a:endParaRPr lang="pt-BR" sz="1600" dirty="0">
              <a:solidFill>
                <a:prstClr val="black"/>
              </a:solidFill>
              <a:latin typeface="Gill Sans Std Light" pitchFamily="34" charset="0"/>
            </a:endParaRPr>
          </a:p>
        </p:txBody>
      </p:sp>
      <p:sp>
        <p:nvSpPr>
          <p:cNvPr id="11" name="CaixaDeTexto 10"/>
          <p:cNvSpPr txBox="1"/>
          <p:nvPr userDrawn="1"/>
        </p:nvSpPr>
        <p:spPr>
          <a:xfrm>
            <a:off x="7095506" y="-53310"/>
            <a:ext cx="850712" cy="431063"/>
          </a:xfrm>
          <a:prstGeom prst="rect">
            <a:avLst/>
          </a:prstGeom>
          <a:noFill/>
        </p:spPr>
        <p:txBody>
          <a:bodyPr wrap="none" lIns="183024" tIns="91512" rIns="183024" bIns="91512" rtlCol="0">
            <a:spAutoFit/>
          </a:bodyPr>
          <a:lstStyle/>
          <a:p>
            <a:pPr defTabSz="914249"/>
            <a:r>
              <a:rPr lang="pt-BR" sz="1600" dirty="0" smtClean="0">
                <a:solidFill>
                  <a:prstClr val="black"/>
                </a:solidFill>
                <a:latin typeface="Gill Sans Std Light" pitchFamily="34" charset="0"/>
              </a:rPr>
              <a:t>4º TRI</a:t>
            </a:r>
            <a:endParaRPr lang="pt-BR" sz="1600" dirty="0">
              <a:solidFill>
                <a:prstClr val="black"/>
              </a:solidFill>
              <a:latin typeface="Gill Sans Std Light" pitchFamily="34" charset="0"/>
            </a:endParaRPr>
          </a:p>
        </p:txBody>
      </p:sp>
      <p:grpSp>
        <p:nvGrpSpPr>
          <p:cNvPr id="12" name="Grupo 11"/>
          <p:cNvGrpSpPr/>
          <p:nvPr userDrawn="1"/>
        </p:nvGrpSpPr>
        <p:grpSpPr>
          <a:xfrm>
            <a:off x="465635" y="2"/>
            <a:ext cx="6714131" cy="5143499"/>
            <a:chOff x="451119" y="0"/>
            <a:chExt cx="6714131" cy="1052269"/>
          </a:xfrm>
        </p:grpSpPr>
        <p:cxnSp>
          <p:nvCxnSpPr>
            <p:cNvPr id="13" name="Conector reto 12"/>
            <p:cNvCxnSpPr/>
            <p:nvPr/>
          </p:nvCxnSpPr>
          <p:spPr>
            <a:xfrm>
              <a:off x="451119" y="0"/>
              <a:ext cx="0" cy="1052269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ector reto 13"/>
            <p:cNvCxnSpPr/>
            <p:nvPr/>
          </p:nvCxnSpPr>
          <p:spPr>
            <a:xfrm>
              <a:off x="2847108" y="0"/>
              <a:ext cx="0" cy="1052269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ector reto 14"/>
            <p:cNvCxnSpPr/>
            <p:nvPr/>
          </p:nvCxnSpPr>
          <p:spPr>
            <a:xfrm>
              <a:off x="4767240" y="0"/>
              <a:ext cx="0" cy="1052269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ector reto 15"/>
            <p:cNvCxnSpPr/>
            <p:nvPr/>
          </p:nvCxnSpPr>
          <p:spPr>
            <a:xfrm>
              <a:off x="7165250" y="0"/>
              <a:ext cx="0" cy="1052269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3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574" y="107366"/>
            <a:ext cx="324297" cy="2123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292998324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5793EF-9FB5-4406-A656-BF1DB2720DA9}" type="datetimeFigureOut">
              <a:rPr lang="pt-BR" smtClean="0">
                <a:solidFill>
                  <a:prstClr val="black">
                    <a:tint val="75000"/>
                  </a:prstClr>
                </a:solidFill>
              </a:rPr>
              <a:pPr/>
              <a:t>05/02/2015</a:t>
            </a:fld>
            <a:endParaRPr lang="pt-BR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0F3B88-FBDB-4B41-AEC8-C7729B2B2A8C}" type="slidenum">
              <a:rPr lang="pt-BR" smtClean="0">
                <a:solidFill>
                  <a:prstClr val="black">
                    <a:tint val="75000"/>
                  </a:prstClr>
                </a:solidFill>
              </a:rPr>
              <a:pPr/>
              <a:t>‹nº›</a:t>
            </a:fld>
            <a:endParaRPr lang="pt-BR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01324709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12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24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37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498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622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747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87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995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5793EF-9FB5-4406-A656-BF1DB2720DA9}" type="datetimeFigureOut">
              <a:rPr lang="pt-BR" smtClean="0">
                <a:solidFill>
                  <a:prstClr val="black">
                    <a:tint val="75000"/>
                  </a:prstClr>
                </a:solidFill>
              </a:rPr>
              <a:pPr/>
              <a:t>05/02/2015</a:t>
            </a:fld>
            <a:endParaRPr lang="pt-BR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0F3B88-FBDB-4B41-AEC8-C7729B2B2A8C}" type="slidenum">
              <a:rPr lang="pt-BR" smtClean="0">
                <a:solidFill>
                  <a:prstClr val="black">
                    <a:tint val="75000"/>
                  </a:prstClr>
                </a:solidFill>
              </a:rPr>
              <a:pPr/>
              <a:t>‹nº›</a:t>
            </a:fld>
            <a:endParaRPr lang="pt-BR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79172967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5793EF-9FB5-4406-A656-BF1DB2720DA9}" type="datetimeFigureOut">
              <a:rPr lang="pt-BR" smtClean="0">
                <a:solidFill>
                  <a:prstClr val="black">
                    <a:tint val="75000"/>
                  </a:prstClr>
                </a:solidFill>
              </a:rPr>
              <a:pPr/>
              <a:t>05/02/2015</a:t>
            </a:fld>
            <a:endParaRPr lang="pt-BR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0F3B88-FBDB-4B41-AEC8-C7729B2B2A8C}" type="slidenum">
              <a:rPr lang="pt-BR" smtClean="0">
                <a:solidFill>
                  <a:prstClr val="black">
                    <a:tint val="75000"/>
                  </a:prstClr>
                </a:solidFill>
              </a:rPr>
              <a:pPr/>
              <a:t>‹nº›</a:t>
            </a:fld>
            <a:endParaRPr lang="pt-BR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14658222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24" indent="0">
              <a:buNone/>
              <a:defRPr sz="2000" b="1"/>
            </a:lvl2pPr>
            <a:lvl3pPr marL="914249" indent="0">
              <a:buNone/>
              <a:defRPr sz="1800" b="1"/>
            </a:lvl3pPr>
            <a:lvl4pPr marL="1371373" indent="0">
              <a:buNone/>
              <a:defRPr sz="1600" b="1"/>
            </a:lvl4pPr>
            <a:lvl5pPr marL="1828498" indent="0">
              <a:buNone/>
              <a:defRPr sz="1600" b="1"/>
            </a:lvl5pPr>
            <a:lvl6pPr marL="2285622" indent="0">
              <a:buNone/>
              <a:defRPr sz="1600" b="1"/>
            </a:lvl6pPr>
            <a:lvl7pPr marL="2742747" indent="0">
              <a:buNone/>
              <a:defRPr sz="1600" b="1"/>
            </a:lvl7pPr>
            <a:lvl8pPr marL="3199871" indent="0">
              <a:buNone/>
              <a:defRPr sz="1600" b="1"/>
            </a:lvl8pPr>
            <a:lvl9pPr marL="3656995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4645027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24" indent="0">
              <a:buNone/>
              <a:defRPr sz="2000" b="1"/>
            </a:lvl2pPr>
            <a:lvl3pPr marL="914249" indent="0">
              <a:buNone/>
              <a:defRPr sz="1800" b="1"/>
            </a:lvl3pPr>
            <a:lvl4pPr marL="1371373" indent="0">
              <a:buNone/>
              <a:defRPr sz="1600" b="1"/>
            </a:lvl4pPr>
            <a:lvl5pPr marL="1828498" indent="0">
              <a:buNone/>
              <a:defRPr sz="1600" b="1"/>
            </a:lvl5pPr>
            <a:lvl6pPr marL="2285622" indent="0">
              <a:buNone/>
              <a:defRPr sz="1600" b="1"/>
            </a:lvl6pPr>
            <a:lvl7pPr marL="2742747" indent="0">
              <a:buNone/>
              <a:defRPr sz="1600" b="1"/>
            </a:lvl7pPr>
            <a:lvl8pPr marL="3199871" indent="0">
              <a:buNone/>
              <a:defRPr sz="1600" b="1"/>
            </a:lvl8pPr>
            <a:lvl9pPr marL="3656995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4645027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5793EF-9FB5-4406-A656-BF1DB2720DA9}" type="datetimeFigureOut">
              <a:rPr lang="pt-BR" smtClean="0">
                <a:solidFill>
                  <a:prstClr val="black">
                    <a:tint val="75000"/>
                  </a:prstClr>
                </a:solidFill>
              </a:rPr>
              <a:pPr/>
              <a:t>05/02/2015</a:t>
            </a:fld>
            <a:endParaRPr lang="pt-BR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0F3B88-FBDB-4B41-AEC8-C7729B2B2A8C}" type="slidenum">
              <a:rPr lang="pt-BR" smtClean="0">
                <a:solidFill>
                  <a:prstClr val="black">
                    <a:tint val="75000"/>
                  </a:prstClr>
                </a:solidFill>
              </a:rPr>
              <a:pPr/>
              <a:t>‹nº›</a:t>
            </a:fld>
            <a:endParaRPr lang="pt-BR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89486467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5793EF-9FB5-4406-A656-BF1DB2720DA9}" type="datetimeFigureOut">
              <a:rPr lang="pt-BR" smtClean="0">
                <a:solidFill>
                  <a:prstClr val="black">
                    <a:tint val="75000"/>
                  </a:prstClr>
                </a:solidFill>
              </a:rPr>
              <a:pPr/>
              <a:t>05/02/2015</a:t>
            </a:fld>
            <a:endParaRPr lang="pt-BR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0F3B88-FBDB-4B41-AEC8-C7729B2B2A8C}" type="slidenum">
              <a:rPr lang="pt-BR" smtClean="0">
                <a:solidFill>
                  <a:prstClr val="black">
                    <a:tint val="75000"/>
                  </a:prstClr>
                </a:solidFill>
              </a:rPr>
              <a:pPr/>
              <a:t>‹nº›</a:t>
            </a:fld>
            <a:endParaRPr lang="pt-BR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50505184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5793EF-9FB5-4406-A656-BF1DB2720DA9}" type="datetimeFigureOut">
              <a:rPr lang="pt-BR" smtClean="0">
                <a:solidFill>
                  <a:prstClr val="black">
                    <a:tint val="75000"/>
                  </a:prstClr>
                </a:solidFill>
              </a:rPr>
              <a:pPr/>
              <a:t>05/02/2015</a:t>
            </a:fld>
            <a:endParaRPr lang="pt-BR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0F3B88-FBDB-4B41-AEC8-C7729B2B2A8C}" type="slidenum">
              <a:rPr lang="pt-BR" smtClean="0">
                <a:solidFill>
                  <a:prstClr val="black">
                    <a:tint val="75000"/>
                  </a:prstClr>
                </a:solidFill>
              </a:rPr>
              <a:pPr/>
              <a:t>‹nº›</a:t>
            </a:fld>
            <a:endParaRPr lang="pt-BR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20640369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2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457202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124" indent="0">
              <a:buNone/>
              <a:defRPr sz="1200"/>
            </a:lvl2pPr>
            <a:lvl3pPr marL="914249" indent="0">
              <a:buNone/>
              <a:defRPr sz="1000"/>
            </a:lvl3pPr>
            <a:lvl4pPr marL="1371373" indent="0">
              <a:buNone/>
              <a:defRPr sz="900"/>
            </a:lvl4pPr>
            <a:lvl5pPr marL="1828498" indent="0">
              <a:buNone/>
              <a:defRPr sz="900"/>
            </a:lvl5pPr>
            <a:lvl6pPr marL="2285622" indent="0">
              <a:buNone/>
              <a:defRPr sz="900"/>
            </a:lvl6pPr>
            <a:lvl7pPr marL="2742747" indent="0">
              <a:buNone/>
              <a:defRPr sz="900"/>
            </a:lvl7pPr>
            <a:lvl8pPr marL="3199871" indent="0">
              <a:buNone/>
              <a:defRPr sz="900"/>
            </a:lvl8pPr>
            <a:lvl9pPr marL="3656995" indent="0">
              <a:buNone/>
              <a:defRPr sz="9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5793EF-9FB5-4406-A656-BF1DB2720DA9}" type="datetimeFigureOut">
              <a:rPr lang="pt-BR" smtClean="0">
                <a:solidFill>
                  <a:prstClr val="black">
                    <a:tint val="75000"/>
                  </a:prstClr>
                </a:solidFill>
              </a:rPr>
              <a:pPr/>
              <a:t>05/02/2015</a:t>
            </a:fld>
            <a:endParaRPr lang="pt-BR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0F3B88-FBDB-4B41-AEC8-C7729B2B2A8C}" type="slidenum">
              <a:rPr lang="pt-BR" smtClean="0">
                <a:solidFill>
                  <a:prstClr val="black">
                    <a:tint val="75000"/>
                  </a:prstClr>
                </a:solidFill>
              </a:rPr>
              <a:pPr/>
              <a:t>‹nº›</a:t>
            </a:fld>
            <a:endParaRPr lang="pt-BR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41191566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124" indent="0">
              <a:buNone/>
              <a:defRPr sz="2800"/>
            </a:lvl2pPr>
            <a:lvl3pPr marL="914249" indent="0">
              <a:buNone/>
              <a:defRPr sz="2400"/>
            </a:lvl3pPr>
            <a:lvl4pPr marL="1371373" indent="0">
              <a:buNone/>
              <a:defRPr sz="2000"/>
            </a:lvl4pPr>
            <a:lvl5pPr marL="1828498" indent="0">
              <a:buNone/>
              <a:defRPr sz="2000"/>
            </a:lvl5pPr>
            <a:lvl6pPr marL="2285622" indent="0">
              <a:buNone/>
              <a:defRPr sz="2000"/>
            </a:lvl6pPr>
            <a:lvl7pPr marL="2742747" indent="0">
              <a:buNone/>
              <a:defRPr sz="2000"/>
            </a:lvl7pPr>
            <a:lvl8pPr marL="3199871" indent="0">
              <a:buNone/>
              <a:defRPr sz="2000"/>
            </a:lvl8pPr>
            <a:lvl9pPr marL="3656995" indent="0">
              <a:buNone/>
              <a:defRPr sz="2000"/>
            </a:lvl9pPr>
          </a:lstStyle>
          <a:p>
            <a:r>
              <a:rPr lang="pt-BR" smtClean="0"/>
              <a:t>Clique no ícone para adicionar uma imagem</a:t>
            </a:r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124" indent="0">
              <a:buNone/>
              <a:defRPr sz="1200"/>
            </a:lvl2pPr>
            <a:lvl3pPr marL="914249" indent="0">
              <a:buNone/>
              <a:defRPr sz="1000"/>
            </a:lvl3pPr>
            <a:lvl4pPr marL="1371373" indent="0">
              <a:buNone/>
              <a:defRPr sz="900"/>
            </a:lvl4pPr>
            <a:lvl5pPr marL="1828498" indent="0">
              <a:buNone/>
              <a:defRPr sz="900"/>
            </a:lvl5pPr>
            <a:lvl6pPr marL="2285622" indent="0">
              <a:buNone/>
              <a:defRPr sz="900"/>
            </a:lvl6pPr>
            <a:lvl7pPr marL="2742747" indent="0">
              <a:buNone/>
              <a:defRPr sz="900"/>
            </a:lvl7pPr>
            <a:lvl8pPr marL="3199871" indent="0">
              <a:buNone/>
              <a:defRPr sz="900"/>
            </a:lvl8pPr>
            <a:lvl9pPr marL="3656995" indent="0">
              <a:buNone/>
              <a:defRPr sz="9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5793EF-9FB5-4406-A656-BF1DB2720DA9}" type="datetimeFigureOut">
              <a:rPr lang="pt-BR" smtClean="0">
                <a:solidFill>
                  <a:prstClr val="black">
                    <a:tint val="75000"/>
                  </a:prstClr>
                </a:solidFill>
              </a:rPr>
              <a:pPr/>
              <a:t>05/02/2015</a:t>
            </a:fld>
            <a:endParaRPr lang="pt-BR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0F3B88-FBDB-4B41-AEC8-C7729B2B2A8C}" type="slidenum">
              <a:rPr lang="pt-BR" smtClean="0">
                <a:solidFill>
                  <a:prstClr val="black">
                    <a:tint val="75000"/>
                  </a:prstClr>
                </a:solidFill>
              </a:rPr>
              <a:pPr/>
              <a:t>‹nº›</a:t>
            </a:fld>
            <a:endParaRPr lang="pt-BR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49137404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5793EF-9FB5-4406-A656-BF1DB2720DA9}" type="datetimeFigureOut">
              <a:rPr lang="pt-BR" smtClean="0">
                <a:solidFill>
                  <a:prstClr val="black">
                    <a:tint val="75000"/>
                  </a:prstClr>
                </a:solidFill>
              </a:rPr>
              <a:pPr/>
              <a:t>05/02/2015</a:t>
            </a:fld>
            <a:endParaRPr lang="pt-BR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0F3B88-FBDB-4B41-AEC8-C7729B2B2A8C}" type="slidenum">
              <a:rPr lang="pt-BR" smtClean="0">
                <a:solidFill>
                  <a:prstClr val="black">
                    <a:tint val="75000"/>
                  </a:prstClr>
                </a:solidFill>
              </a:rPr>
              <a:pPr/>
              <a:t>‹nº›</a:t>
            </a:fld>
            <a:endParaRPr lang="pt-BR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91344956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5793EF-9FB5-4406-A656-BF1DB2720DA9}" type="datetimeFigureOut">
              <a:rPr lang="pt-BR" smtClean="0">
                <a:solidFill>
                  <a:prstClr val="black">
                    <a:tint val="75000"/>
                  </a:prstClr>
                </a:solidFill>
              </a:rPr>
              <a:pPr/>
              <a:t>05/02/2015</a:t>
            </a:fld>
            <a:endParaRPr lang="pt-BR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0F3B88-FBDB-4B41-AEC8-C7729B2B2A8C}" type="slidenum">
              <a:rPr lang="pt-BR" smtClean="0">
                <a:solidFill>
                  <a:prstClr val="black">
                    <a:tint val="75000"/>
                  </a:prstClr>
                </a:solidFill>
              </a:rPr>
              <a:pPr/>
              <a:t>‹nº›</a:t>
            </a:fld>
            <a:endParaRPr lang="pt-BR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57545644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081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81633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22450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63266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0408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44900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85716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2653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 smtClean="0"/>
              <a:t>Clique para editar o estilo do subtítulo mestre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5793EF-9FB5-4406-A656-BF1DB2720DA9}" type="datetimeFigureOut">
              <a:rPr lang="pt-BR" smtClean="0"/>
              <a:t>05/02/2015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0F3B88-FBDB-4B41-AEC8-C7729B2B2A8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4584467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8.xml"/><Relationship Id="rId13" Type="http://schemas.openxmlformats.org/officeDocument/2006/relationships/slideLayout" Target="../slideLayouts/slideLayout33.xml"/><Relationship Id="rId18" Type="http://schemas.openxmlformats.org/officeDocument/2006/relationships/slideLayout" Target="../slideLayouts/slideLayout38.xml"/><Relationship Id="rId3" Type="http://schemas.openxmlformats.org/officeDocument/2006/relationships/slideLayout" Target="../slideLayouts/slideLayout23.xml"/><Relationship Id="rId21" Type="http://schemas.openxmlformats.org/officeDocument/2006/relationships/slideLayout" Target="../slideLayouts/slideLayout41.xml"/><Relationship Id="rId7" Type="http://schemas.openxmlformats.org/officeDocument/2006/relationships/slideLayout" Target="../slideLayouts/slideLayout27.xml"/><Relationship Id="rId12" Type="http://schemas.openxmlformats.org/officeDocument/2006/relationships/slideLayout" Target="../slideLayouts/slideLayout32.xml"/><Relationship Id="rId17" Type="http://schemas.openxmlformats.org/officeDocument/2006/relationships/slideLayout" Target="../slideLayouts/slideLayout37.xml"/><Relationship Id="rId2" Type="http://schemas.openxmlformats.org/officeDocument/2006/relationships/slideLayout" Target="../slideLayouts/slideLayout22.xml"/><Relationship Id="rId16" Type="http://schemas.openxmlformats.org/officeDocument/2006/relationships/slideLayout" Target="../slideLayouts/slideLayout36.xml"/><Relationship Id="rId20" Type="http://schemas.openxmlformats.org/officeDocument/2006/relationships/slideLayout" Target="../slideLayouts/slideLayout40.xml"/><Relationship Id="rId1" Type="http://schemas.openxmlformats.org/officeDocument/2006/relationships/slideLayout" Target="../slideLayouts/slideLayout21.xml"/><Relationship Id="rId6" Type="http://schemas.openxmlformats.org/officeDocument/2006/relationships/slideLayout" Target="../slideLayouts/slideLayout26.xml"/><Relationship Id="rId11" Type="http://schemas.openxmlformats.org/officeDocument/2006/relationships/slideLayout" Target="../slideLayouts/slideLayout31.xml"/><Relationship Id="rId5" Type="http://schemas.openxmlformats.org/officeDocument/2006/relationships/slideLayout" Target="../slideLayouts/slideLayout25.xml"/><Relationship Id="rId15" Type="http://schemas.openxmlformats.org/officeDocument/2006/relationships/slideLayout" Target="../slideLayouts/slideLayout35.xml"/><Relationship Id="rId10" Type="http://schemas.openxmlformats.org/officeDocument/2006/relationships/slideLayout" Target="../slideLayouts/slideLayout30.xml"/><Relationship Id="rId19" Type="http://schemas.openxmlformats.org/officeDocument/2006/relationships/slideLayout" Target="../slideLayouts/slideLayout39.xml"/><Relationship Id="rId4" Type="http://schemas.openxmlformats.org/officeDocument/2006/relationships/slideLayout" Target="../slideLayouts/slideLayout24.xml"/><Relationship Id="rId9" Type="http://schemas.openxmlformats.org/officeDocument/2006/relationships/slideLayout" Target="../slideLayouts/slideLayout29.xml"/><Relationship Id="rId14" Type="http://schemas.openxmlformats.org/officeDocument/2006/relationships/slideLayout" Target="../slideLayouts/slideLayout34.xml"/><Relationship Id="rId22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9.xml"/><Relationship Id="rId13" Type="http://schemas.openxmlformats.org/officeDocument/2006/relationships/slideLayout" Target="../slideLayouts/slideLayout54.xml"/><Relationship Id="rId18" Type="http://schemas.openxmlformats.org/officeDocument/2006/relationships/slideLayout" Target="../slideLayouts/slideLayout59.xml"/><Relationship Id="rId3" Type="http://schemas.openxmlformats.org/officeDocument/2006/relationships/slideLayout" Target="../slideLayouts/slideLayout44.xml"/><Relationship Id="rId21" Type="http://schemas.openxmlformats.org/officeDocument/2006/relationships/theme" Target="../theme/theme3.xml"/><Relationship Id="rId7" Type="http://schemas.openxmlformats.org/officeDocument/2006/relationships/slideLayout" Target="../slideLayouts/slideLayout48.xml"/><Relationship Id="rId12" Type="http://schemas.openxmlformats.org/officeDocument/2006/relationships/slideLayout" Target="../slideLayouts/slideLayout53.xml"/><Relationship Id="rId17" Type="http://schemas.openxmlformats.org/officeDocument/2006/relationships/slideLayout" Target="../slideLayouts/slideLayout58.xml"/><Relationship Id="rId2" Type="http://schemas.openxmlformats.org/officeDocument/2006/relationships/slideLayout" Target="../slideLayouts/slideLayout43.xml"/><Relationship Id="rId16" Type="http://schemas.openxmlformats.org/officeDocument/2006/relationships/slideLayout" Target="../slideLayouts/slideLayout57.xml"/><Relationship Id="rId20" Type="http://schemas.openxmlformats.org/officeDocument/2006/relationships/slideLayout" Target="../slideLayouts/slideLayout61.xml"/><Relationship Id="rId1" Type="http://schemas.openxmlformats.org/officeDocument/2006/relationships/slideLayout" Target="../slideLayouts/slideLayout42.xml"/><Relationship Id="rId6" Type="http://schemas.openxmlformats.org/officeDocument/2006/relationships/slideLayout" Target="../slideLayouts/slideLayout47.xml"/><Relationship Id="rId11" Type="http://schemas.openxmlformats.org/officeDocument/2006/relationships/slideLayout" Target="../slideLayouts/slideLayout52.xml"/><Relationship Id="rId5" Type="http://schemas.openxmlformats.org/officeDocument/2006/relationships/slideLayout" Target="../slideLayouts/slideLayout46.xml"/><Relationship Id="rId15" Type="http://schemas.openxmlformats.org/officeDocument/2006/relationships/slideLayout" Target="../slideLayouts/slideLayout56.xml"/><Relationship Id="rId10" Type="http://schemas.openxmlformats.org/officeDocument/2006/relationships/slideLayout" Target="../slideLayouts/slideLayout51.xml"/><Relationship Id="rId19" Type="http://schemas.openxmlformats.org/officeDocument/2006/relationships/slideLayout" Target="../slideLayouts/slideLayout60.xml"/><Relationship Id="rId4" Type="http://schemas.openxmlformats.org/officeDocument/2006/relationships/slideLayout" Target="../slideLayouts/slideLayout45.xml"/><Relationship Id="rId9" Type="http://schemas.openxmlformats.org/officeDocument/2006/relationships/slideLayout" Target="../slideLayouts/slideLayout50.xml"/><Relationship Id="rId14" Type="http://schemas.openxmlformats.org/officeDocument/2006/relationships/slideLayout" Target="../slideLayouts/slideLayout55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69.xml"/><Relationship Id="rId13" Type="http://schemas.openxmlformats.org/officeDocument/2006/relationships/slideLayout" Target="../slideLayouts/slideLayout74.xml"/><Relationship Id="rId18" Type="http://schemas.openxmlformats.org/officeDocument/2006/relationships/slideLayout" Target="../slideLayouts/slideLayout79.xml"/><Relationship Id="rId3" Type="http://schemas.openxmlformats.org/officeDocument/2006/relationships/slideLayout" Target="../slideLayouts/slideLayout64.xml"/><Relationship Id="rId21" Type="http://schemas.openxmlformats.org/officeDocument/2006/relationships/theme" Target="../theme/theme4.xml"/><Relationship Id="rId7" Type="http://schemas.openxmlformats.org/officeDocument/2006/relationships/slideLayout" Target="../slideLayouts/slideLayout68.xml"/><Relationship Id="rId12" Type="http://schemas.openxmlformats.org/officeDocument/2006/relationships/slideLayout" Target="../slideLayouts/slideLayout73.xml"/><Relationship Id="rId17" Type="http://schemas.openxmlformats.org/officeDocument/2006/relationships/slideLayout" Target="../slideLayouts/slideLayout78.xml"/><Relationship Id="rId2" Type="http://schemas.openxmlformats.org/officeDocument/2006/relationships/slideLayout" Target="../slideLayouts/slideLayout63.xml"/><Relationship Id="rId16" Type="http://schemas.openxmlformats.org/officeDocument/2006/relationships/slideLayout" Target="../slideLayouts/slideLayout77.xml"/><Relationship Id="rId20" Type="http://schemas.openxmlformats.org/officeDocument/2006/relationships/slideLayout" Target="../slideLayouts/slideLayout81.xml"/><Relationship Id="rId1" Type="http://schemas.openxmlformats.org/officeDocument/2006/relationships/slideLayout" Target="../slideLayouts/slideLayout62.xml"/><Relationship Id="rId6" Type="http://schemas.openxmlformats.org/officeDocument/2006/relationships/slideLayout" Target="../slideLayouts/slideLayout67.xml"/><Relationship Id="rId11" Type="http://schemas.openxmlformats.org/officeDocument/2006/relationships/slideLayout" Target="../slideLayouts/slideLayout72.xml"/><Relationship Id="rId5" Type="http://schemas.openxmlformats.org/officeDocument/2006/relationships/slideLayout" Target="../slideLayouts/slideLayout66.xml"/><Relationship Id="rId15" Type="http://schemas.openxmlformats.org/officeDocument/2006/relationships/slideLayout" Target="../slideLayouts/slideLayout76.xml"/><Relationship Id="rId10" Type="http://schemas.openxmlformats.org/officeDocument/2006/relationships/slideLayout" Target="../slideLayouts/slideLayout71.xml"/><Relationship Id="rId19" Type="http://schemas.openxmlformats.org/officeDocument/2006/relationships/slideLayout" Target="../slideLayouts/slideLayout80.xml"/><Relationship Id="rId4" Type="http://schemas.openxmlformats.org/officeDocument/2006/relationships/slideLayout" Target="../slideLayouts/slideLayout65.xml"/><Relationship Id="rId9" Type="http://schemas.openxmlformats.org/officeDocument/2006/relationships/slideLayout" Target="../slideLayouts/slideLayout70.xml"/><Relationship Id="rId14" Type="http://schemas.openxmlformats.org/officeDocument/2006/relationships/slideLayout" Target="../slideLayouts/slideLayout75.xml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9.xml"/><Relationship Id="rId13" Type="http://schemas.openxmlformats.org/officeDocument/2006/relationships/theme" Target="../theme/theme5.xml"/><Relationship Id="rId3" Type="http://schemas.openxmlformats.org/officeDocument/2006/relationships/slideLayout" Target="../slideLayouts/slideLayout84.xml"/><Relationship Id="rId7" Type="http://schemas.openxmlformats.org/officeDocument/2006/relationships/slideLayout" Target="../slideLayouts/slideLayout88.xml"/><Relationship Id="rId12" Type="http://schemas.openxmlformats.org/officeDocument/2006/relationships/slideLayout" Target="../slideLayouts/slideLayout93.xml"/><Relationship Id="rId2" Type="http://schemas.openxmlformats.org/officeDocument/2006/relationships/slideLayout" Target="../slideLayouts/slideLayout83.xml"/><Relationship Id="rId1" Type="http://schemas.openxmlformats.org/officeDocument/2006/relationships/slideLayout" Target="../slideLayouts/slideLayout82.xml"/><Relationship Id="rId6" Type="http://schemas.openxmlformats.org/officeDocument/2006/relationships/slideLayout" Target="../slideLayouts/slideLayout87.xml"/><Relationship Id="rId11" Type="http://schemas.openxmlformats.org/officeDocument/2006/relationships/slideLayout" Target="../slideLayouts/slideLayout92.xml"/><Relationship Id="rId5" Type="http://schemas.openxmlformats.org/officeDocument/2006/relationships/slideLayout" Target="../slideLayouts/slideLayout86.xml"/><Relationship Id="rId10" Type="http://schemas.openxmlformats.org/officeDocument/2006/relationships/slideLayout" Target="../slideLayouts/slideLayout91.xml"/><Relationship Id="rId4" Type="http://schemas.openxmlformats.org/officeDocument/2006/relationships/slideLayout" Target="../slideLayouts/slideLayout85.xml"/><Relationship Id="rId9" Type="http://schemas.openxmlformats.org/officeDocument/2006/relationships/slideLayout" Target="../slideLayouts/slideLayout9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McK 1. On-page tracker" hidden="1"/>
          <p:cNvSpPr>
            <a:spLocks noChangeArrowheads="1"/>
          </p:cNvSpPr>
          <p:nvPr/>
        </p:nvSpPr>
        <p:spPr bwMode="auto">
          <a:xfrm>
            <a:off x="121449" y="20546"/>
            <a:ext cx="678071" cy="1692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/>
          <a:p>
            <a:pPr defTabSz="647632" fontAlgn="base">
              <a:spcBef>
                <a:spcPct val="0"/>
              </a:spcBef>
              <a:spcAft>
                <a:spcPct val="0"/>
              </a:spcAft>
            </a:pPr>
            <a:r>
              <a:rPr lang="pt-BR" sz="1100">
                <a:solidFill>
                  <a:srgbClr val="808080"/>
                </a:solidFill>
                <a:ea typeface="ヒラギノ角ゴ ProN W3" charset="-128"/>
                <a:sym typeface="GillSans" pitchFamily="34" charset="0"/>
              </a:rPr>
              <a:t>TRACKER</a:t>
            </a:r>
          </a:p>
        </p:txBody>
      </p:sp>
      <p:sp>
        <p:nvSpPr>
          <p:cNvPr id="81926" name="Text Box 6" hidden="1"/>
          <p:cNvSpPr txBox="1">
            <a:spLocks noChangeArrowheads="1"/>
          </p:cNvSpPr>
          <p:nvPr/>
        </p:nvSpPr>
        <p:spPr bwMode="auto">
          <a:xfrm>
            <a:off x="121491" y="407133"/>
            <a:ext cx="3730823" cy="1692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>
            <a:lvl1pPr defTabSz="895350">
              <a:spcBef>
                <a:spcPct val="0"/>
              </a:spcBef>
              <a:defRPr sz="2400">
                <a:solidFill>
                  <a:schemeClr val="tx1"/>
                </a:solidFill>
                <a:latin typeface="Arial" charset="0"/>
              </a:defRPr>
            </a:lvl1pPr>
            <a:lvl2pPr marL="447675" defTabSz="895350">
              <a:spcBef>
                <a:spcPct val="0"/>
              </a:spcBef>
              <a:defRPr sz="2400">
                <a:solidFill>
                  <a:schemeClr val="tx1"/>
                </a:solidFill>
                <a:latin typeface="Arial" charset="0"/>
              </a:defRPr>
            </a:lvl2pPr>
            <a:lvl3pPr marL="895350" defTabSz="895350">
              <a:spcBef>
                <a:spcPct val="0"/>
              </a:spcBef>
              <a:defRPr sz="2400">
                <a:solidFill>
                  <a:schemeClr val="tx1"/>
                </a:solidFill>
                <a:latin typeface="Arial" charset="0"/>
              </a:defRPr>
            </a:lvl3pPr>
            <a:lvl4pPr marL="1344613" defTabSz="895350">
              <a:spcBef>
                <a:spcPct val="0"/>
              </a:spcBef>
              <a:defRPr sz="2400">
                <a:solidFill>
                  <a:schemeClr val="tx1"/>
                </a:solidFill>
                <a:latin typeface="Arial" charset="0"/>
              </a:defRPr>
            </a:lvl4pPr>
            <a:lvl5pPr marL="1792288" defTabSz="895350">
              <a:spcBef>
                <a:spcPct val="0"/>
              </a:spcBef>
              <a:defRPr sz="2400">
                <a:solidFill>
                  <a:schemeClr val="tx1"/>
                </a:solidFill>
                <a:latin typeface="Arial" charset="0"/>
              </a:defRPr>
            </a:lvl5pPr>
            <a:lvl6pPr marL="2249488" defTabSz="89535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706688" defTabSz="89535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163888" defTabSz="89535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621088" defTabSz="89535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fontAlgn="base">
              <a:spcAft>
                <a:spcPct val="0"/>
              </a:spcAft>
              <a:defRPr/>
            </a:pPr>
            <a:r>
              <a:rPr lang="pt-BR" sz="1100" dirty="0" smtClean="0">
                <a:solidFill>
                  <a:srgbClr val="808080"/>
                </a:solidFill>
                <a:ea typeface="ヒラギノ角ゴ ProN W3" charset="-128"/>
                <a:sym typeface="GillSans" pitchFamily="34" charset="0"/>
              </a:rPr>
              <a:t>Unit of </a:t>
            </a:r>
            <a:r>
              <a:rPr lang="pt-BR" sz="1100" dirty="0" err="1" smtClean="0">
                <a:solidFill>
                  <a:srgbClr val="808080"/>
                </a:solidFill>
                <a:ea typeface="ヒラギノ角ゴ ProN W3" charset="-128"/>
                <a:sym typeface="GillSans" pitchFamily="34" charset="0"/>
              </a:rPr>
              <a:t>measure</a:t>
            </a:r>
            <a:endParaRPr lang="pt-BR" sz="1100" dirty="0">
              <a:solidFill>
                <a:srgbClr val="808080"/>
              </a:solidFill>
              <a:ea typeface="ヒラギノ角ゴ ProN W3" charset="-128"/>
              <a:sym typeface="GillSans" pitchFamily="34" charset="0"/>
            </a:endParaRPr>
          </a:p>
        </p:txBody>
      </p:sp>
      <p:grpSp>
        <p:nvGrpSpPr>
          <p:cNvPr id="8196" name="ACET" hidden="1"/>
          <p:cNvGrpSpPr>
            <a:grpSpLocks/>
          </p:cNvGrpSpPr>
          <p:nvPr/>
        </p:nvGrpSpPr>
        <p:grpSpPr bwMode="auto">
          <a:xfrm>
            <a:off x="1482330" y="894791"/>
            <a:ext cx="4351438" cy="356940"/>
            <a:chOff x="915" y="737"/>
            <a:chExt cx="2686" cy="293"/>
          </a:xfrm>
        </p:grpSpPr>
        <p:cxnSp>
          <p:nvCxnSpPr>
            <p:cNvPr id="8197" name="AutoShape 11" hidden="1"/>
            <p:cNvCxnSpPr>
              <a:cxnSpLocks noChangeShapeType="1"/>
              <a:stCxn id="8198" idx="4"/>
              <a:endCxn id="8198" idx="6"/>
            </p:cNvCxnSpPr>
            <p:nvPr/>
          </p:nvCxnSpPr>
          <p:spPr bwMode="auto">
            <a:xfrm>
              <a:off x="915" y="1030"/>
              <a:ext cx="2686" cy="0"/>
            </a:xfrm>
            <a:prstGeom prst="straightConnector1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8198" name="AutoShape 12" hidden="1"/>
            <p:cNvSpPr>
              <a:spLocks noChangeArrowheads="1"/>
            </p:cNvSpPr>
            <p:nvPr/>
          </p:nvSpPr>
          <p:spPr bwMode="auto">
            <a:xfrm>
              <a:off x="915" y="737"/>
              <a:ext cx="2686" cy="293"/>
            </a:xfrm>
            <a:prstGeom prst="leftRightArrow">
              <a:avLst>
                <a:gd name="adj1" fmla="val 100000"/>
                <a:gd name="adj2" fmla="val 0"/>
              </a:avLst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lIns="0" tIns="0" rIns="0" bIns="18288" anchor="b">
              <a:spAutoFit/>
            </a:bodyPr>
            <a:lstStyle/>
            <a:p>
              <a:pPr defTabSz="647632" fontAlgn="base">
                <a:spcBef>
                  <a:spcPct val="0"/>
                </a:spcBef>
                <a:spcAft>
                  <a:spcPct val="0"/>
                </a:spcAft>
              </a:pPr>
              <a:r>
                <a:rPr lang="pt-BR" sz="1100" b="1" dirty="0" err="1">
                  <a:solidFill>
                    <a:srgbClr val="000000"/>
                  </a:solidFill>
                  <a:ea typeface="ヒラギノ角ゴ ProN W3" charset="-128"/>
                  <a:sym typeface="GillSans" pitchFamily="34" charset="0"/>
                </a:rPr>
                <a:t>Title</a:t>
              </a:r>
              <a:endParaRPr lang="pt-BR" sz="1100" b="1" dirty="0">
                <a:solidFill>
                  <a:srgbClr val="000000"/>
                </a:solidFill>
                <a:ea typeface="ヒラギノ角ゴ ProN W3" charset="-128"/>
                <a:sym typeface="GillSans" pitchFamily="34" charset="0"/>
              </a:endParaRPr>
            </a:p>
            <a:p>
              <a:pPr defTabSz="647632" fontAlgn="base">
                <a:spcBef>
                  <a:spcPct val="0"/>
                </a:spcBef>
                <a:spcAft>
                  <a:spcPct val="0"/>
                </a:spcAft>
              </a:pPr>
              <a:r>
                <a:rPr lang="pt-BR" sz="1100" dirty="0">
                  <a:solidFill>
                    <a:srgbClr val="808080"/>
                  </a:solidFill>
                  <a:ea typeface="ヒラギノ角ゴ ProN W3" charset="-128"/>
                  <a:sym typeface="GillSans" pitchFamily="34" charset="0"/>
                </a:rPr>
                <a:t>Unit of </a:t>
              </a:r>
              <a:r>
                <a:rPr lang="pt-BR" sz="1100" dirty="0" err="1">
                  <a:solidFill>
                    <a:srgbClr val="808080"/>
                  </a:solidFill>
                  <a:ea typeface="ヒラギノ角ゴ ProN W3" charset="-128"/>
                  <a:sym typeface="GillSans" pitchFamily="34" charset="0"/>
                </a:rPr>
                <a:t>measure</a:t>
              </a:r>
              <a:endParaRPr lang="pt-BR" sz="1100" dirty="0">
                <a:solidFill>
                  <a:srgbClr val="808080"/>
                </a:solidFill>
                <a:ea typeface="ヒラギノ角ゴ ProN W3" charset="-128"/>
                <a:sym typeface="GillSans" pitchFamily="34" charset="0"/>
              </a:endParaRPr>
            </a:p>
          </p:txBody>
        </p:sp>
      </p:grpSp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457200" y="206277"/>
            <a:ext cx="8229600" cy="857101"/>
          </a:xfrm>
          <a:prstGeom prst="rect">
            <a:avLst/>
          </a:prstGeom>
        </p:spPr>
        <p:txBody>
          <a:bodyPr vert="horz" lIns="45791" tIns="22896" rIns="45791" bIns="22896" rtlCol="0" anchor="ctr">
            <a:normAutofit/>
          </a:bodyPr>
          <a:lstStyle/>
          <a:p>
            <a:r>
              <a:rPr lang="pt-BR" dirty="0" smtClean="0"/>
              <a:t>Clique para editar o título mestre</a:t>
            </a:r>
            <a:endParaRPr lang="pt-BR" dirty="0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457200" y="1199945"/>
            <a:ext cx="8229600" cy="3394478"/>
          </a:xfrm>
          <a:prstGeom prst="rect">
            <a:avLst/>
          </a:prstGeom>
        </p:spPr>
        <p:txBody>
          <a:bodyPr vert="horz" lIns="45791" tIns="22896" rIns="45791" bIns="22896" rtlCol="0">
            <a:normAutofit/>
          </a:bodyPr>
          <a:lstStyle/>
          <a:p>
            <a:pPr lvl="0"/>
            <a:r>
              <a:rPr lang="pt-BR" dirty="0" smtClean="0"/>
              <a:t>Clique para editar o texto mestre</a:t>
            </a:r>
          </a:p>
          <a:p>
            <a:pPr lvl="1"/>
            <a:r>
              <a:rPr lang="pt-BR" dirty="0" smtClean="0"/>
              <a:t>Segundo nível</a:t>
            </a:r>
          </a:p>
          <a:p>
            <a:pPr lvl="2"/>
            <a:r>
              <a:rPr lang="pt-BR" dirty="0" smtClean="0"/>
              <a:t>Terceiro nível</a:t>
            </a:r>
          </a:p>
          <a:p>
            <a:pPr lvl="3"/>
            <a:r>
              <a:rPr lang="pt-BR" dirty="0" smtClean="0"/>
              <a:t>Quarto nível</a:t>
            </a:r>
          </a:p>
          <a:p>
            <a:pPr lvl="4"/>
            <a:r>
              <a:rPr lang="pt-BR" dirty="0" smtClean="0"/>
              <a:t>Quinto nível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142807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78" r:id="rId1"/>
    <p:sldLayoutId id="2147483879" r:id="rId2"/>
    <p:sldLayoutId id="2147483880" r:id="rId3"/>
    <p:sldLayoutId id="2147483881" r:id="rId4"/>
    <p:sldLayoutId id="2147483882" r:id="rId5"/>
    <p:sldLayoutId id="2147483883" r:id="rId6"/>
    <p:sldLayoutId id="2147483884" r:id="rId7"/>
    <p:sldLayoutId id="2147483885" r:id="rId8"/>
    <p:sldLayoutId id="2147483886" r:id="rId9"/>
    <p:sldLayoutId id="2147483887" r:id="rId10"/>
    <p:sldLayoutId id="2147483888" r:id="rId11"/>
    <p:sldLayoutId id="2147483889" r:id="rId12"/>
    <p:sldLayoutId id="2147483890" r:id="rId13"/>
    <p:sldLayoutId id="2147483891" r:id="rId14"/>
    <p:sldLayoutId id="2147483892" r:id="rId15"/>
    <p:sldLayoutId id="2147483893" r:id="rId16"/>
    <p:sldLayoutId id="2147483894" r:id="rId17"/>
    <p:sldLayoutId id="2147483895" r:id="rId18"/>
    <p:sldLayoutId id="2147483896" r:id="rId19"/>
    <p:sldLayoutId id="2147483898" r:id="rId20"/>
  </p:sldLayoutIdLst>
  <p:transition spd="med"/>
  <p:hf hdr="0" ftr="0" dt="0"/>
  <p:txStyles>
    <p:titleStyle>
      <a:lvl1pPr algn="l" defTabSz="646039" rtl="0" eaLnBrk="0" fontAlgn="base" hangingPunct="0">
        <a:spcBef>
          <a:spcPct val="0"/>
        </a:spcBef>
        <a:spcAft>
          <a:spcPct val="0"/>
        </a:spcAft>
        <a:defRPr sz="1100" b="1">
          <a:solidFill>
            <a:schemeClr val="tx2"/>
          </a:solidFill>
          <a:latin typeface="Gill Sans Std" pitchFamily="34" charset="0"/>
          <a:ea typeface="+mj-ea"/>
          <a:cs typeface="+mj-cs"/>
        </a:defRPr>
      </a:lvl1pPr>
      <a:lvl2pPr algn="l" defTabSz="646039" rtl="0" eaLnBrk="0" fontAlgn="base" hangingPunct="0">
        <a:spcBef>
          <a:spcPct val="0"/>
        </a:spcBef>
        <a:spcAft>
          <a:spcPct val="0"/>
        </a:spcAft>
        <a:defRPr sz="1100" b="1">
          <a:solidFill>
            <a:schemeClr val="tx2"/>
          </a:solidFill>
          <a:latin typeface="Arial" charset="0"/>
          <a:cs typeface="Arial" charset="0"/>
        </a:defRPr>
      </a:lvl2pPr>
      <a:lvl3pPr algn="l" defTabSz="646039" rtl="0" eaLnBrk="0" fontAlgn="base" hangingPunct="0">
        <a:spcBef>
          <a:spcPct val="0"/>
        </a:spcBef>
        <a:spcAft>
          <a:spcPct val="0"/>
        </a:spcAft>
        <a:defRPr sz="1100" b="1">
          <a:solidFill>
            <a:schemeClr val="tx2"/>
          </a:solidFill>
          <a:latin typeface="Arial" charset="0"/>
          <a:cs typeface="Arial" charset="0"/>
        </a:defRPr>
      </a:lvl3pPr>
      <a:lvl4pPr algn="l" defTabSz="646039" rtl="0" eaLnBrk="0" fontAlgn="base" hangingPunct="0">
        <a:spcBef>
          <a:spcPct val="0"/>
        </a:spcBef>
        <a:spcAft>
          <a:spcPct val="0"/>
        </a:spcAft>
        <a:defRPr sz="1100" b="1">
          <a:solidFill>
            <a:schemeClr val="tx2"/>
          </a:solidFill>
          <a:latin typeface="Arial" charset="0"/>
          <a:cs typeface="Arial" charset="0"/>
        </a:defRPr>
      </a:lvl4pPr>
      <a:lvl5pPr algn="l" defTabSz="646039" rtl="0" eaLnBrk="0" fontAlgn="base" hangingPunct="0">
        <a:spcBef>
          <a:spcPct val="0"/>
        </a:spcBef>
        <a:spcAft>
          <a:spcPct val="0"/>
        </a:spcAft>
        <a:defRPr sz="1100" b="1">
          <a:solidFill>
            <a:schemeClr val="tx2"/>
          </a:solidFill>
          <a:latin typeface="Arial" charset="0"/>
          <a:cs typeface="Arial" charset="0"/>
        </a:defRPr>
      </a:lvl5pPr>
      <a:lvl6pPr marL="331199" algn="l" defTabSz="648592" rtl="0" fontAlgn="base">
        <a:spcBef>
          <a:spcPct val="0"/>
        </a:spcBef>
        <a:spcAft>
          <a:spcPct val="0"/>
        </a:spcAft>
        <a:defRPr sz="1100" b="1">
          <a:solidFill>
            <a:schemeClr val="tx2"/>
          </a:solidFill>
          <a:latin typeface="Arial" charset="0"/>
          <a:cs typeface="Arial" charset="0"/>
        </a:defRPr>
      </a:lvl6pPr>
      <a:lvl7pPr marL="662395" algn="l" defTabSz="648592" rtl="0" fontAlgn="base">
        <a:spcBef>
          <a:spcPct val="0"/>
        </a:spcBef>
        <a:spcAft>
          <a:spcPct val="0"/>
        </a:spcAft>
        <a:defRPr sz="1100" b="1">
          <a:solidFill>
            <a:schemeClr val="tx2"/>
          </a:solidFill>
          <a:latin typeface="Arial" charset="0"/>
          <a:cs typeface="Arial" charset="0"/>
        </a:defRPr>
      </a:lvl7pPr>
      <a:lvl8pPr marL="993605" algn="l" defTabSz="648592" rtl="0" fontAlgn="base">
        <a:spcBef>
          <a:spcPct val="0"/>
        </a:spcBef>
        <a:spcAft>
          <a:spcPct val="0"/>
        </a:spcAft>
        <a:defRPr sz="1100" b="1">
          <a:solidFill>
            <a:schemeClr val="tx2"/>
          </a:solidFill>
          <a:latin typeface="Arial" charset="0"/>
          <a:cs typeface="Arial" charset="0"/>
        </a:defRPr>
      </a:lvl8pPr>
      <a:lvl9pPr marL="1324803" algn="l" defTabSz="648592" rtl="0" fontAlgn="base">
        <a:spcBef>
          <a:spcPct val="0"/>
        </a:spcBef>
        <a:spcAft>
          <a:spcPct val="0"/>
        </a:spcAft>
        <a:defRPr sz="1100" b="1">
          <a:solidFill>
            <a:schemeClr val="tx2"/>
          </a:solidFill>
          <a:latin typeface="Arial" charset="0"/>
          <a:cs typeface="Arial" charset="0"/>
        </a:defRPr>
      </a:lvl9pPr>
    </p:titleStyle>
    <p:bodyStyle>
      <a:lvl1pPr marL="169256" indent="-169256" algn="l" defTabSz="646039" rtl="0" eaLnBrk="0" fontAlgn="base" hangingPunct="0">
        <a:spcBef>
          <a:spcPct val="0"/>
        </a:spcBef>
        <a:spcAft>
          <a:spcPct val="0"/>
        </a:spcAft>
        <a:buClr>
          <a:schemeClr val="tx2"/>
        </a:buClr>
        <a:defRPr sz="1100">
          <a:solidFill>
            <a:schemeClr val="tx1"/>
          </a:solidFill>
          <a:latin typeface="Gill Sans Std" pitchFamily="34" charset="0"/>
          <a:ea typeface="+mn-ea"/>
          <a:cs typeface="+mn-cs"/>
        </a:defRPr>
      </a:lvl1pPr>
      <a:lvl2pPr marL="137471" indent="-136682" algn="l" defTabSz="646039" rtl="0" eaLnBrk="0" fontAlgn="base" hangingPunct="0">
        <a:spcBef>
          <a:spcPct val="0"/>
        </a:spcBef>
        <a:spcAft>
          <a:spcPct val="0"/>
        </a:spcAft>
        <a:buClr>
          <a:schemeClr val="tx2"/>
        </a:buClr>
        <a:buSzPct val="125000"/>
        <a:buFont typeface="Arial" pitchFamily="34" charset="0"/>
        <a:buChar char="▪"/>
        <a:defRPr sz="1100">
          <a:solidFill>
            <a:schemeClr val="tx1"/>
          </a:solidFill>
          <a:latin typeface="Gill Sans Std" pitchFamily="34" charset="0"/>
          <a:cs typeface="+mn-cs"/>
        </a:defRPr>
      </a:lvl2pPr>
      <a:lvl3pPr marL="328187" indent="-186738" algn="l" defTabSz="646039" rtl="0" eaLnBrk="0" fontAlgn="base" hangingPunct="0">
        <a:spcBef>
          <a:spcPct val="0"/>
        </a:spcBef>
        <a:spcAft>
          <a:spcPct val="0"/>
        </a:spcAft>
        <a:buClr>
          <a:schemeClr val="tx2"/>
        </a:buClr>
        <a:buSzPct val="120000"/>
        <a:buFont typeface="Arial" pitchFamily="34" charset="0"/>
        <a:buChar char="–"/>
        <a:defRPr sz="1100">
          <a:solidFill>
            <a:schemeClr val="tx1"/>
          </a:solidFill>
          <a:latin typeface="Gill Sans Std" pitchFamily="34" charset="0"/>
          <a:cs typeface="+mn-cs"/>
        </a:defRPr>
      </a:lvl3pPr>
      <a:lvl4pPr marL="442619" indent="-109658" algn="l" defTabSz="646039" rtl="0" eaLnBrk="0" fontAlgn="base" hangingPunct="0">
        <a:spcBef>
          <a:spcPct val="0"/>
        </a:spcBef>
        <a:spcAft>
          <a:spcPct val="0"/>
        </a:spcAft>
        <a:buClr>
          <a:schemeClr val="tx2"/>
        </a:buClr>
        <a:buSzPct val="120000"/>
        <a:buFont typeface="Arial" pitchFamily="34" charset="0"/>
        <a:buChar char="▫"/>
        <a:defRPr sz="1100">
          <a:solidFill>
            <a:schemeClr val="tx1"/>
          </a:solidFill>
          <a:latin typeface="Gill Sans Std" pitchFamily="34" charset="0"/>
          <a:cs typeface="+mn-cs"/>
        </a:defRPr>
      </a:lvl4pPr>
      <a:lvl5pPr marL="537974" indent="-91388" algn="l" defTabSz="646039" rtl="0" eaLnBrk="0" fontAlgn="base" hangingPunct="0">
        <a:spcBef>
          <a:spcPct val="0"/>
        </a:spcBef>
        <a:spcAft>
          <a:spcPct val="0"/>
        </a:spcAft>
        <a:buClr>
          <a:schemeClr val="tx2"/>
        </a:buClr>
        <a:buSzPct val="89000"/>
        <a:buFont typeface="Arial" pitchFamily="34" charset="0"/>
        <a:buChar char="-"/>
        <a:defRPr sz="1100">
          <a:solidFill>
            <a:schemeClr val="tx1"/>
          </a:solidFill>
          <a:latin typeface="Gill Sans Std" pitchFamily="34" charset="0"/>
          <a:cs typeface="+mn-cs"/>
        </a:defRPr>
      </a:lvl5pPr>
      <a:lvl6pPr marL="871699" indent="-94298" algn="l" defTabSz="648592" rtl="0" fontAlgn="base">
        <a:spcBef>
          <a:spcPct val="0"/>
        </a:spcBef>
        <a:spcAft>
          <a:spcPct val="0"/>
        </a:spcAft>
        <a:buClr>
          <a:schemeClr val="tx2"/>
        </a:buClr>
        <a:buSzPct val="89000"/>
        <a:buFont typeface="Arial" charset="0"/>
        <a:buChar char="-"/>
        <a:defRPr sz="1100">
          <a:solidFill>
            <a:schemeClr val="tx1"/>
          </a:solidFill>
          <a:latin typeface="+mn-lt"/>
          <a:cs typeface="+mn-cs"/>
        </a:defRPr>
      </a:lvl6pPr>
      <a:lvl7pPr marL="1202898" indent="-94298" algn="l" defTabSz="648592" rtl="0" fontAlgn="base">
        <a:spcBef>
          <a:spcPct val="0"/>
        </a:spcBef>
        <a:spcAft>
          <a:spcPct val="0"/>
        </a:spcAft>
        <a:buClr>
          <a:schemeClr val="tx2"/>
        </a:buClr>
        <a:buSzPct val="89000"/>
        <a:buFont typeface="Arial" charset="0"/>
        <a:buChar char="-"/>
        <a:defRPr sz="1100">
          <a:solidFill>
            <a:schemeClr val="tx1"/>
          </a:solidFill>
          <a:latin typeface="+mn-lt"/>
          <a:cs typeface="+mn-cs"/>
        </a:defRPr>
      </a:lvl7pPr>
      <a:lvl8pPr marL="1534100" indent="-94298" algn="l" defTabSz="648592" rtl="0" fontAlgn="base">
        <a:spcBef>
          <a:spcPct val="0"/>
        </a:spcBef>
        <a:spcAft>
          <a:spcPct val="0"/>
        </a:spcAft>
        <a:buClr>
          <a:schemeClr val="tx2"/>
        </a:buClr>
        <a:buSzPct val="89000"/>
        <a:buFont typeface="Arial" charset="0"/>
        <a:buChar char="-"/>
        <a:defRPr sz="1100">
          <a:solidFill>
            <a:schemeClr val="tx1"/>
          </a:solidFill>
          <a:latin typeface="+mn-lt"/>
          <a:cs typeface="+mn-cs"/>
        </a:defRPr>
      </a:lvl8pPr>
      <a:lvl9pPr marL="1865298" indent="-94298" algn="l" defTabSz="648592" rtl="0" fontAlgn="base">
        <a:spcBef>
          <a:spcPct val="0"/>
        </a:spcBef>
        <a:spcAft>
          <a:spcPct val="0"/>
        </a:spcAft>
        <a:buClr>
          <a:schemeClr val="tx2"/>
        </a:buClr>
        <a:buSzPct val="89000"/>
        <a:buFont typeface="Arial" charset="0"/>
        <a:buChar char="-"/>
        <a:defRPr sz="1100"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en-US"/>
      </a:defPPr>
      <a:lvl1pPr marL="0" algn="l" defTabSz="662395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31199" algn="l" defTabSz="662395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62395" algn="l" defTabSz="662395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93605" algn="l" defTabSz="662395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324803" algn="l" defTabSz="662395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655995" algn="l" defTabSz="662395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987195" algn="l" defTabSz="662395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318401" algn="l" defTabSz="662395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649597" algn="l" defTabSz="662395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McK 1. On-page tracker" hidden="1"/>
          <p:cNvSpPr>
            <a:spLocks noChangeArrowheads="1"/>
          </p:cNvSpPr>
          <p:nvPr/>
        </p:nvSpPr>
        <p:spPr bwMode="auto">
          <a:xfrm>
            <a:off x="121444" y="20550"/>
            <a:ext cx="734175" cy="1846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/>
          <a:p>
            <a:pPr defTabSz="727500" fontAlgn="base">
              <a:spcBef>
                <a:spcPct val="0"/>
              </a:spcBef>
              <a:spcAft>
                <a:spcPct val="0"/>
              </a:spcAft>
            </a:pPr>
            <a:r>
              <a:rPr lang="pt-BR" sz="1200">
                <a:solidFill>
                  <a:srgbClr val="808080"/>
                </a:solidFill>
                <a:ea typeface="ヒラギノ角ゴ ProN W3" charset="-128"/>
                <a:sym typeface="GillSans" pitchFamily="34" charset="0"/>
              </a:rPr>
              <a:t>TRACKER</a:t>
            </a:r>
          </a:p>
        </p:txBody>
      </p:sp>
      <p:sp>
        <p:nvSpPr>
          <p:cNvPr id="81926" name="Text Box 6" hidden="1"/>
          <p:cNvSpPr txBox="1">
            <a:spLocks noChangeArrowheads="1"/>
          </p:cNvSpPr>
          <p:nvPr/>
        </p:nvSpPr>
        <p:spPr bwMode="auto">
          <a:xfrm>
            <a:off x="121447" y="407137"/>
            <a:ext cx="3730823" cy="1846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>
            <a:lvl1pPr defTabSz="895350">
              <a:spcBef>
                <a:spcPct val="0"/>
              </a:spcBef>
              <a:defRPr sz="2400">
                <a:solidFill>
                  <a:schemeClr val="tx1"/>
                </a:solidFill>
                <a:latin typeface="Arial" charset="0"/>
              </a:defRPr>
            </a:lvl1pPr>
            <a:lvl2pPr marL="447675" defTabSz="895350">
              <a:spcBef>
                <a:spcPct val="0"/>
              </a:spcBef>
              <a:defRPr sz="2400">
                <a:solidFill>
                  <a:schemeClr val="tx1"/>
                </a:solidFill>
                <a:latin typeface="Arial" charset="0"/>
              </a:defRPr>
            </a:lvl2pPr>
            <a:lvl3pPr marL="895350" defTabSz="895350">
              <a:spcBef>
                <a:spcPct val="0"/>
              </a:spcBef>
              <a:defRPr sz="2400">
                <a:solidFill>
                  <a:schemeClr val="tx1"/>
                </a:solidFill>
                <a:latin typeface="Arial" charset="0"/>
              </a:defRPr>
            </a:lvl3pPr>
            <a:lvl4pPr marL="1344613" defTabSz="895350">
              <a:spcBef>
                <a:spcPct val="0"/>
              </a:spcBef>
              <a:defRPr sz="2400">
                <a:solidFill>
                  <a:schemeClr val="tx1"/>
                </a:solidFill>
                <a:latin typeface="Arial" charset="0"/>
              </a:defRPr>
            </a:lvl4pPr>
            <a:lvl5pPr marL="1792288" defTabSz="895350">
              <a:spcBef>
                <a:spcPct val="0"/>
              </a:spcBef>
              <a:defRPr sz="2400">
                <a:solidFill>
                  <a:schemeClr val="tx1"/>
                </a:solidFill>
                <a:latin typeface="Arial" charset="0"/>
              </a:defRPr>
            </a:lvl5pPr>
            <a:lvl6pPr marL="2249488" defTabSz="89535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706688" defTabSz="89535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163888" defTabSz="89535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621088" defTabSz="89535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fontAlgn="base">
              <a:spcAft>
                <a:spcPct val="0"/>
              </a:spcAft>
              <a:defRPr/>
            </a:pPr>
            <a:r>
              <a:rPr lang="pt-BR" sz="1200" dirty="0" smtClean="0">
                <a:solidFill>
                  <a:srgbClr val="808080"/>
                </a:solidFill>
                <a:ea typeface="ヒラギノ角ゴ ProN W3" charset="-128"/>
                <a:sym typeface="GillSans" pitchFamily="34" charset="0"/>
              </a:rPr>
              <a:t>Unit of </a:t>
            </a:r>
            <a:r>
              <a:rPr lang="pt-BR" sz="1200" dirty="0" err="1" smtClean="0">
                <a:solidFill>
                  <a:srgbClr val="808080"/>
                </a:solidFill>
                <a:ea typeface="ヒラギノ角ゴ ProN W3" charset="-128"/>
                <a:sym typeface="GillSans" pitchFamily="34" charset="0"/>
              </a:rPr>
              <a:t>measure</a:t>
            </a:r>
            <a:endParaRPr lang="pt-BR" sz="1200" dirty="0">
              <a:solidFill>
                <a:srgbClr val="808080"/>
              </a:solidFill>
              <a:ea typeface="ヒラギノ角ゴ ProN W3" charset="-128"/>
              <a:sym typeface="GillSans" pitchFamily="34" charset="0"/>
            </a:endParaRPr>
          </a:p>
        </p:txBody>
      </p:sp>
      <p:grpSp>
        <p:nvGrpSpPr>
          <p:cNvPr id="8196" name="ACET" hidden="1"/>
          <p:cNvGrpSpPr>
            <a:grpSpLocks/>
          </p:cNvGrpSpPr>
          <p:nvPr/>
        </p:nvGrpSpPr>
        <p:grpSpPr bwMode="auto">
          <a:xfrm>
            <a:off x="1482329" y="860681"/>
            <a:ext cx="4351437" cy="391052"/>
            <a:chOff x="915" y="709"/>
            <a:chExt cx="2686" cy="321"/>
          </a:xfrm>
        </p:grpSpPr>
        <p:cxnSp>
          <p:nvCxnSpPr>
            <p:cNvPr id="8197" name="AutoShape 11" hidden="1"/>
            <p:cNvCxnSpPr>
              <a:cxnSpLocks noChangeShapeType="1"/>
              <a:stCxn id="8198" idx="4"/>
              <a:endCxn id="8198" idx="6"/>
            </p:cNvCxnSpPr>
            <p:nvPr/>
          </p:nvCxnSpPr>
          <p:spPr bwMode="auto">
            <a:xfrm>
              <a:off x="915" y="1030"/>
              <a:ext cx="2686" cy="0"/>
            </a:xfrm>
            <a:prstGeom prst="straightConnector1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8198" name="AutoShape 12" hidden="1"/>
            <p:cNvSpPr>
              <a:spLocks noChangeArrowheads="1"/>
            </p:cNvSpPr>
            <p:nvPr/>
          </p:nvSpPr>
          <p:spPr bwMode="auto">
            <a:xfrm>
              <a:off x="915" y="709"/>
              <a:ext cx="2686" cy="321"/>
            </a:xfrm>
            <a:prstGeom prst="leftRightArrow">
              <a:avLst>
                <a:gd name="adj1" fmla="val 100000"/>
                <a:gd name="adj2" fmla="val 0"/>
              </a:avLst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lIns="0" tIns="0" rIns="0" bIns="18288" anchor="b">
              <a:spAutoFit/>
            </a:bodyPr>
            <a:lstStyle/>
            <a:p>
              <a:pPr defTabSz="727500" fontAlgn="base">
                <a:spcBef>
                  <a:spcPct val="0"/>
                </a:spcBef>
                <a:spcAft>
                  <a:spcPct val="0"/>
                </a:spcAft>
              </a:pPr>
              <a:r>
                <a:rPr lang="pt-BR" sz="1200" b="1">
                  <a:solidFill>
                    <a:srgbClr val="000000"/>
                  </a:solidFill>
                  <a:ea typeface="ヒラギノ角ゴ ProN W3" charset="-128"/>
                  <a:sym typeface="GillSans" pitchFamily="34" charset="0"/>
                </a:rPr>
                <a:t>Title</a:t>
              </a:r>
            </a:p>
            <a:p>
              <a:pPr defTabSz="727500" fontAlgn="base">
                <a:spcBef>
                  <a:spcPct val="0"/>
                </a:spcBef>
                <a:spcAft>
                  <a:spcPct val="0"/>
                </a:spcAft>
              </a:pPr>
              <a:r>
                <a:rPr lang="pt-BR" sz="1200">
                  <a:solidFill>
                    <a:srgbClr val="808080"/>
                  </a:solidFill>
                  <a:ea typeface="ヒラギノ角ゴ ProN W3" charset="-128"/>
                  <a:sym typeface="GillSans" pitchFamily="34" charset="0"/>
                </a:rPr>
                <a:t>Unit of measure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59419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24" r:id="rId1"/>
    <p:sldLayoutId id="2147483925" r:id="rId2"/>
    <p:sldLayoutId id="2147483926" r:id="rId3"/>
    <p:sldLayoutId id="2147483927" r:id="rId4"/>
    <p:sldLayoutId id="2147483928" r:id="rId5"/>
    <p:sldLayoutId id="2147483929" r:id="rId6"/>
    <p:sldLayoutId id="2147483930" r:id="rId7"/>
    <p:sldLayoutId id="2147483931" r:id="rId8"/>
    <p:sldLayoutId id="2147483932" r:id="rId9"/>
    <p:sldLayoutId id="2147483933" r:id="rId10"/>
    <p:sldLayoutId id="2147483934" r:id="rId11"/>
    <p:sldLayoutId id="2147483935" r:id="rId12"/>
    <p:sldLayoutId id="2147483936" r:id="rId13"/>
    <p:sldLayoutId id="2147483937" r:id="rId14"/>
    <p:sldLayoutId id="2147483938" r:id="rId15"/>
    <p:sldLayoutId id="2147483939" r:id="rId16"/>
    <p:sldLayoutId id="2147483940" r:id="rId17"/>
    <p:sldLayoutId id="2147483941" r:id="rId18"/>
    <p:sldLayoutId id="2147483942" r:id="rId19"/>
    <p:sldLayoutId id="2147483944" r:id="rId20"/>
    <p:sldLayoutId id="2147483945" r:id="rId21"/>
  </p:sldLayoutIdLst>
  <p:transition spd="med"/>
  <p:hf hdr="0" ftr="0" dt="0"/>
  <p:txStyles>
    <p:titleStyle>
      <a:lvl1pPr algn="l" defTabSz="725714" rtl="0" eaLnBrk="0" fontAlgn="base" hangingPunct="0">
        <a:spcBef>
          <a:spcPct val="0"/>
        </a:spcBef>
        <a:spcAft>
          <a:spcPct val="0"/>
        </a:spcAft>
        <a:defRPr sz="1200" b="1">
          <a:solidFill>
            <a:schemeClr val="tx2"/>
          </a:solidFill>
          <a:latin typeface="+mj-lt"/>
          <a:ea typeface="+mj-ea"/>
          <a:cs typeface="+mj-cs"/>
        </a:defRPr>
      </a:lvl1pPr>
      <a:lvl2pPr algn="l" defTabSz="725714" rtl="0" eaLnBrk="0" fontAlgn="base" hangingPunct="0">
        <a:spcBef>
          <a:spcPct val="0"/>
        </a:spcBef>
        <a:spcAft>
          <a:spcPct val="0"/>
        </a:spcAft>
        <a:defRPr sz="1200" b="1">
          <a:solidFill>
            <a:schemeClr val="tx2"/>
          </a:solidFill>
          <a:latin typeface="Arial" charset="0"/>
          <a:cs typeface="Arial" charset="0"/>
        </a:defRPr>
      </a:lvl2pPr>
      <a:lvl3pPr algn="l" defTabSz="725714" rtl="0" eaLnBrk="0" fontAlgn="base" hangingPunct="0">
        <a:spcBef>
          <a:spcPct val="0"/>
        </a:spcBef>
        <a:spcAft>
          <a:spcPct val="0"/>
        </a:spcAft>
        <a:defRPr sz="1200" b="1">
          <a:solidFill>
            <a:schemeClr val="tx2"/>
          </a:solidFill>
          <a:latin typeface="Arial" charset="0"/>
          <a:cs typeface="Arial" charset="0"/>
        </a:defRPr>
      </a:lvl3pPr>
      <a:lvl4pPr algn="l" defTabSz="725714" rtl="0" eaLnBrk="0" fontAlgn="base" hangingPunct="0">
        <a:spcBef>
          <a:spcPct val="0"/>
        </a:spcBef>
        <a:spcAft>
          <a:spcPct val="0"/>
        </a:spcAft>
        <a:defRPr sz="1200" b="1">
          <a:solidFill>
            <a:schemeClr val="tx2"/>
          </a:solidFill>
          <a:latin typeface="Arial" charset="0"/>
          <a:cs typeface="Arial" charset="0"/>
        </a:defRPr>
      </a:lvl4pPr>
      <a:lvl5pPr algn="l" defTabSz="725714" rtl="0" eaLnBrk="0" fontAlgn="base" hangingPunct="0">
        <a:spcBef>
          <a:spcPct val="0"/>
        </a:spcBef>
        <a:spcAft>
          <a:spcPct val="0"/>
        </a:spcAft>
        <a:defRPr sz="1200" b="1">
          <a:solidFill>
            <a:schemeClr val="tx2"/>
          </a:solidFill>
          <a:latin typeface="Arial" charset="0"/>
          <a:cs typeface="Arial" charset="0"/>
        </a:defRPr>
      </a:lvl5pPr>
      <a:lvl6pPr marL="372043" algn="l" defTabSz="728580" rtl="0" fontAlgn="base">
        <a:spcBef>
          <a:spcPct val="0"/>
        </a:spcBef>
        <a:spcAft>
          <a:spcPct val="0"/>
        </a:spcAft>
        <a:defRPr sz="1200" b="1">
          <a:solidFill>
            <a:schemeClr val="tx2"/>
          </a:solidFill>
          <a:latin typeface="Arial" charset="0"/>
          <a:cs typeface="Arial" charset="0"/>
        </a:defRPr>
      </a:lvl6pPr>
      <a:lvl7pPr marL="744079" algn="l" defTabSz="728580" rtl="0" fontAlgn="base">
        <a:spcBef>
          <a:spcPct val="0"/>
        </a:spcBef>
        <a:spcAft>
          <a:spcPct val="0"/>
        </a:spcAft>
        <a:defRPr sz="1200" b="1">
          <a:solidFill>
            <a:schemeClr val="tx2"/>
          </a:solidFill>
          <a:latin typeface="Arial" charset="0"/>
          <a:cs typeface="Arial" charset="0"/>
        </a:defRPr>
      </a:lvl7pPr>
      <a:lvl8pPr marL="1116127" algn="l" defTabSz="728580" rtl="0" fontAlgn="base">
        <a:spcBef>
          <a:spcPct val="0"/>
        </a:spcBef>
        <a:spcAft>
          <a:spcPct val="0"/>
        </a:spcAft>
        <a:defRPr sz="1200" b="1">
          <a:solidFill>
            <a:schemeClr val="tx2"/>
          </a:solidFill>
          <a:latin typeface="Arial" charset="0"/>
          <a:cs typeface="Arial" charset="0"/>
        </a:defRPr>
      </a:lvl8pPr>
      <a:lvl9pPr marL="1488171" algn="l" defTabSz="728580" rtl="0" fontAlgn="base">
        <a:spcBef>
          <a:spcPct val="0"/>
        </a:spcBef>
        <a:spcAft>
          <a:spcPct val="0"/>
        </a:spcAft>
        <a:defRPr sz="1200" b="1">
          <a:solidFill>
            <a:schemeClr val="tx2"/>
          </a:solidFill>
          <a:latin typeface="Arial" charset="0"/>
          <a:cs typeface="Arial" charset="0"/>
        </a:defRPr>
      </a:lvl9pPr>
    </p:titleStyle>
    <p:bodyStyle>
      <a:lvl1pPr marL="190132" indent="-190132" algn="l" defTabSz="725714" rtl="0" eaLnBrk="0" fontAlgn="base" hangingPunct="0">
        <a:spcBef>
          <a:spcPct val="0"/>
        </a:spcBef>
        <a:spcAft>
          <a:spcPct val="0"/>
        </a:spcAft>
        <a:buClr>
          <a:schemeClr val="tx2"/>
        </a:buClr>
        <a:defRPr sz="1200">
          <a:solidFill>
            <a:schemeClr val="tx1"/>
          </a:solidFill>
          <a:latin typeface="+mn-lt"/>
          <a:ea typeface="+mn-ea"/>
          <a:cs typeface="+mn-cs"/>
        </a:defRPr>
      </a:lvl1pPr>
      <a:lvl2pPr marL="154426" indent="-153533" algn="l" defTabSz="725714" rtl="0" eaLnBrk="0" fontAlgn="base" hangingPunct="0">
        <a:spcBef>
          <a:spcPct val="0"/>
        </a:spcBef>
        <a:spcAft>
          <a:spcPct val="0"/>
        </a:spcAft>
        <a:buClr>
          <a:schemeClr val="tx2"/>
        </a:buClr>
        <a:buSzPct val="125000"/>
        <a:buFont typeface="Arial" pitchFamily="34" charset="0"/>
        <a:buChar char="▪"/>
        <a:defRPr sz="1200">
          <a:solidFill>
            <a:schemeClr val="tx1"/>
          </a:solidFill>
          <a:latin typeface="+mn-lt"/>
          <a:cs typeface="+mn-cs"/>
        </a:defRPr>
      </a:lvl2pPr>
      <a:lvl3pPr marL="368659" indent="-209770" algn="l" defTabSz="725714" rtl="0" eaLnBrk="0" fontAlgn="base" hangingPunct="0">
        <a:spcBef>
          <a:spcPct val="0"/>
        </a:spcBef>
        <a:spcAft>
          <a:spcPct val="0"/>
        </a:spcAft>
        <a:buClr>
          <a:schemeClr val="tx2"/>
        </a:buClr>
        <a:buSzPct val="120000"/>
        <a:buFont typeface="Arial" pitchFamily="34" charset="0"/>
        <a:buChar char="–"/>
        <a:defRPr sz="1200">
          <a:solidFill>
            <a:schemeClr val="tx1"/>
          </a:solidFill>
          <a:latin typeface="+mn-lt"/>
          <a:cs typeface="+mn-cs"/>
        </a:defRPr>
      </a:lvl3pPr>
      <a:lvl4pPr marL="497200" indent="-123183" algn="l" defTabSz="725714" rtl="0" eaLnBrk="0" fontAlgn="base" hangingPunct="0">
        <a:spcBef>
          <a:spcPct val="0"/>
        </a:spcBef>
        <a:spcAft>
          <a:spcPct val="0"/>
        </a:spcAft>
        <a:buClr>
          <a:schemeClr val="tx2"/>
        </a:buClr>
        <a:buSzPct val="120000"/>
        <a:buFont typeface="Arial" pitchFamily="34" charset="0"/>
        <a:buChar char="▫"/>
        <a:defRPr sz="1200">
          <a:solidFill>
            <a:schemeClr val="tx1"/>
          </a:solidFill>
          <a:latin typeface="+mn-lt"/>
          <a:cs typeface="+mn-cs"/>
        </a:defRPr>
      </a:lvl4pPr>
      <a:lvl5pPr marL="604315" indent="-102653" algn="l" defTabSz="725714" rtl="0" eaLnBrk="0" fontAlgn="base" hangingPunct="0">
        <a:spcBef>
          <a:spcPct val="0"/>
        </a:spcBef>
        <a:spcAft>
          <a:spcPct val="0"/>
        </a:spcAft>
        <a:buClr>
          <a:schemeClr val="tx2"/>
        </a:buClr>
        <a:buSzPct val="89000"/>
        <a:buFont typeface="Arial" pitchFamily="34" charset="0"/>
        <a:buChar char="-"/>
        <a:defRPr sz="1200">
          <a:solidFill>
            <a:schemeClr val="tx1"/>
          </a:solidFill>
          <a:latin typeface="+mn-lt"/>
          <a:cs typeface="+mn-cs"/>
        </a:defRPr>
      </a:lvl5pPr>
      <a:lvl6pPr marL="979192" indent="-105927" algn="l" defTabSz="728580" rtl="0" fontAlgn="base">
        <a:spcBef>
          <a:spcPct val="0"/>
        </a:spcBef>
        <a:spcAft>
          <a:spcPct val="0"/>
        </a:spcAft>
        <a:buClr>
          <a:schemeClr val="tx2"/>
        </a:buClr>
        <a:buSzPct val="89000"/>
        <a:buFont typeface="Arial" charset="0"/>
        <a:buChar char="-"/>
        <a:defRPr sz="1200">
          <a:solidFill>
            <a:schemeClr val="tx1"/>
          </a:solidFill>
          <a:latin typeface="+mn-lt"/>
          <a:cs typeface="+mn-cs"/>
        </a:defRPr>
      </a:lvl6pPr>
      <a:lvl7pPr marL="1351233" indent="-105927" algn="l" defTabSz="728580" rtl="0" fontAlgn="base">
        <a:spcBef>
          <a:spcPct val="0"/>
        </a:spcBef>
        <a:spcAft>
          <a:spcPct val="0"/>
        </a:spcAft>
        <a:buClr>
          <a:schemeClr val="tx2"/>
        </a:buClr>
        <a:buSzPct val="89000"/>
        <a:buFont typeface="Arial" charset="0"/>
        <a:buChar char="-"/>
        <a:defRPr sz="1200">
          <a:solidFill>
            <a:schemeClr val="tx1"/>
          </a:solidFill>
          <a:latin typeface="+mn-lt"/>
          <a:cs typeface="+mn-cs"/>
        </a:defRPr>
      </a:lvl7pPr>
      <a:lvl8pPr marL="1723278" indent="-105927" algn="l" defTabSz="728580" rtl="0" fontAlgn="base">
        <a:spcBef>
          <a:spcPct val="0"/>
        </a:spcBef>
        <a:spcAft>
          <a:spcPct val="0"/>
        </a:spcAft>
        <a:buClr>
          <a:schemeClr val="tx2"/>
        </a:buClr>
        <a:buSzPct val="89000"/>
        <a:buFont typeface="Arial" charset="0"/>
        <a:buChar char="-"/>
        <a:defRPr sz="1200">
          <a:solidFill>
            <a:schemeClr val="tx1"/>
          </a:solidFill>
          <a:latin typeface="+mn-lt"/>
          <a:cs typeface="+mn-cs"/>
        </a:defRPr>
      </a:lvl8pPr>
      <a:lvl9pPr marL="2095318" indent="-105927" algn="l" defTabSz="728580" rtl="0" fontAlgn="base">
        <a:spcBef>
          <a:spcPct val="0"/>
        </a:spcBef>
        <a:spcAft>
          <a:spcPct val="0"/>
        </a:spcAft>
        <a:buClr>
          <a:schemeClr val="tx2"/>
        </a:buClr>
        <a:buSzPct val="89000"/>
        <a:buFont typeface="Arial" charset="0"/>
        <a:buChar char="-"/>
        <a:defRPr sz="1200"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en-US"/>
      </a:defPPr>
      <a:lvl1pPr marL="0" algn="l" defTabSz="744079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372043" algn="l" defTabSz="744079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744079" algn="l" defTabSz="744079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116127" algn="l" defTabSz="744079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488171" algn="l" defTabSz="744079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1860209" algn="l" defTabSz="744079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232248" algn="l" defTabSz="744079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604293" algn="l" defTabSz="744079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976335" algn="l" defTabSz="744079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McK 1. On-page tracker" hidden="1"/>
          <p:cNvSpPr>
            <a:spLocks noChangeArrowheads="1"/>
          </p:cNvSpPr>
          <p:nvPr/>
        </p:nvSpPr>
        <p:spPr bwMode="auto">
          <a:xfrm>
            <a:off x="121668" y="20931"/>
            <a:ext cx="734175" cy="1846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/>
          <a:p>
            <a:pPr defTabSz="726747" fontAlgn="base">
              <a:spcBef>
                <a:spcPct val="0"/>
              </a:spcBef>
              <a:spcAft>
                <a:spcPct val="0"/>
              </a:spcAft>
            </a:pPr>
            <a:r>
              <a:rPr lang="pt-BR" sz="1200" smtClean="0">
                <a:solidFill>
                  <a:srgbClr val="808080"/>
                </a:solidFill>
                <a:ea typeface="ヒラギノ角ゴ ProN W3"/>
                <a:sym typeface="GillSans"/>
              </a:rPr>
              <a:t>TRACKER</a:t>
            </a:r>
          </a:p>
        </p:txBody>
      </p:sp>
      <p:sp>
        <p:nvSpPr>
          <p:cNvPr id="81926" name="Text Box 6" hidden="1"/>
          <p:cNvSpPr txBox="1">
            <a:spLocks noChangeArrowheads="1"/>
          </p:cNvSpPr>
          <p:nvPr/>
        </p:nvSpPr>
        <p:spPr bwMode="auto">
          <a:xfrm>
            <a:off x="121668" y="406861"/>
            <a:ext cx="3730377" cy="1846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>
            <a:lvl1pPr defTabSz="895350">
              <a:spcBef>
                <a:spcPct val="0"/>
              </a:spcBef>
              <a:defRPr sz="2400">
                <a:solidFill>
                  <a:schemeClr val="tx1"/>
                </a:solidFill>
                <a:latin typeface="Arial" charset="0"/>
              </a:defRPr>
            </a:lvl1pPr>
            <a:lvl2pPr marL="447675" defTabSz="895350">
              <a:spcBef>
                <a:spcPct val="0"/>
              </a:spcBef>
              <a:defRPr sz="2400">
                <a:solidFill>
                  <a:schemeClr val="tx1"/>
                </a:solidFill>
                <a:latin typeface="Arial" charset="0"/>
              </a:defRPr>
            </a:lvl2pPr>
            <a:lvl3pPr marL="895350" defTabSz="895350">
              <a:spcBef>
                <a:spcPct val="0"/>
              </a:spcBef>
              <a:defRPr sz="2400">
                <a:solidFill>
                  <a:schemeClr val="tx1"/>
                </a:solidFill>
                <a:latin typeface="Arial" charset="0"/>
              </a:defRPr>
            </a:lvl3pPr>
            <a:lvl4pPr marL="1344613" defTabSz="895350">
              <a:spcBef>
                <a:spcPct val="0"/>
              </a:spcBef>
              <a:defRPr sz="2400">
                <a:solidFill>
                  <a:schemeClr val="tx1"/>
                </a:solidFill>
                <a:latin typeface="Arial" charset="0"/>
              </a:defRPr>
            </a:lvl4pPr>
            <a:lvl5pPr marL="1792288" defTabSz="895350">
              <a:spcBef>
                <a:spcPct val="0"/>
              </a:spcBef>
              <a:defRPr sz="2400">
                <a:solidFill>
                  <a:schemeClr val="tx1"/>
                </a:solidFill>
                <a:latin typeface="Arial" charset="0"/>
              </a:defRPr>
            </a:lvl5pPr>
            <a:lvl6pPr marL="2249488" defTabSz="89535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706688" defTabSz="89535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163888" defTabSz="89535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621088" defTabSz="89535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fontAlgn="base">
              <a:spcAft>
                <a:spcPct val="0"/>
              </a:spcAft>
              <a:defRPr/>
            </a:pPr>
            <a:r>
              <a:rPr lang="pt-BR" sz="1200" dirty="0" smtClean="0">
                <a:solidFill>
                  <a:srgbClr val="808080"/>
                </a:solidFill>
                <a:ea typeface="ヒラギノ角ゴ ProN W3" charset="-128"/>
                <a:sym typeface="GillSans" pitchFamily="34" charset="0"/>
              </a:rPr>
              <a:t>Unit of </a:t>
            </a:r>
            <a:r>
              <a:rPr lang="pt-BR" sz="1200" dirty="0" err="1" smtClean="0">
                <a:solidFill>
                  <a:srgbClr val="808080"/>
                </a:solidFill>
                <a:ea typeface="ヒラギノ角ゴ ProN W3" charset="-128"/>
                <a:sym typeface="GillSans" pitchFamily="34" charset="0"/>
              </a:rPr>
              <a:t>measure</a:t>
            </a:r>
            <a:endParaRPr lang="pt-BR" sz="1200" dirty="0">
              <a:solidFill>
                <a:srgbClr val="808080"/>
              </a:solidFill>
              <a:ea typeface="ヒラギノ角ゴ ProN W3" charset="-128"/>
              <a:sym typeface="GillSans" pitchFamily="34" charset="0"/>
            </a:endParaRPr>
          </a:p>
        </p:txBody>
      </p:sp>
      <p:grpSp>
        <p:nvGrpSpPr>
          <p:cNvPr id="19460" name="ACET" hidden="1"/>
          <p:cNvGrpSpPr>
            <a:grpSpLocks/>
          </p:cNvGrpSpPr>
          <p:nvPr/>
        </p:nvGrpSpPr>
        <p:grpSpPr bwMode="auto">
          <a:xfrm>
            <a:off x="1482330" y="860514"/>
            <a:ext cx="4350990" cy="391039"/>
            <a:chOff x="915" y="709"/>
            <a:chExt cx="2686" cy="321"/>
          </a:xfrm>
        </p:grpSpPr>
        <p:cxnSp>
          <p:nvCxnSpPr>
            <p:cNvPr id="19461" name="AutoShape 11" hidden="1"/>
            <p:cNvCxnSpPr>
              <a:cxnSpLocks noChangeShapeType="1"/>
              <a:stCxn id="19462" idx="4"/>
              <a:endCxn id="19462" idx="6"/>
            </p:cNvCxnSpPr>
            <p:nvPr/>
          </p:nvCxnSpPr>
          <p:spPr bwMode="auto">
            <a:xfrm>
              <a:off x="915" y="1030"/>
              <a:ext cx="2686" cy="0"/>
            </a:xfrm>
            <a:prstGeom prst="straightConnector1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19462" name="AutoShape 12" hidden="1"/>
            <p:cNvSpPr>
              <a:spLocks noChangeArrowheads="1"/>
            </p:cNvSpPr>
            <p:nvPr/>
          </p:nvSpPr>
          <p:spPr bwMode="auto">
            <a:xfrm>
              <a:off x="915" y="709"/>
              <a:ext cx="2686" cy="321"/>
            </a:xfrm>
            <a:prstGeom prst="leftRightArrow">
              <a:avLst>
                <a:gd name="adj1" fmla="val 100000"/>
                <a:gd name="adj2" fmla="val 0"/>
              </a:avLst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lIns="0" tIns="0" rIns="0" bIns="18288" anchor="b">
              <a:spAutoFit/>
            </a:bodyPr>
            <a:lstStyle/>
            <a:p>
              <a:pPr defTabSz="726747" fontAlgn="base">
                <a:spcBef>
                  <a:spcPct val="0"/>
                </a:spcBef>
                <a:spcAft>
                  <a:spcPct val="0"/>
                </a:spcAft>
              </a:pPr>
              <a:r>
                <a:rPr lang="pt-BR" sz="1200" b="1" smtClean="0">
                  <a:solidFill>
                    <a:srgbClr val="000000"/>
                  </a:solidFill>
                  <a:ea typeface="ヒラギノ角ゴ ProN W3"/>
                  <a:sym typeface="GillSans"/>
                </a:rPr>
                <a:t>Title</a:t>
              </a:r>
            </a:p>
            <a:p>
              <a:pPr defTabSz="726747" fontAlgn="base">
                <a:spcBef>
                  <a:spcPct val="0"/>
                </a:spcBef>
                <a:spcAft>
                  <a:spcPct val="0"/>
                </a:spcAft>
              </a:pPr>
              <a:r>
                <a:rPr lang="pt-BR" sz="1200" smtClean="0">
                  <a:solidFill>
                    <a:srgbClr val="808080"/>
                  </a:solidFill>
                  <a:ea typeface="ヒラギノ角ゴ ProN W3"/>
                  <a:sym typeface="GillSans"/>
                </a:rPr>
                <a:t>Unit of measure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654992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19" r:id="rId1"/>
    <p:sldLayoutId id="2147484020" r:id="rId2"/>
    <p:sldLayoutId id="2147484021" r:id="rId3"/>
    <p:sldLayoutId id="2147484022" r:id="rId4"/>
    <p:sldLayoutId id="2147484023" r:id="rId5"/>
    <p:sldLayoutId id="2147484024" r:id="rId6"/>
    <p:sldLayoutId id="2147484025" r:id="rId7"/>
    <p:sldLayoutId id="2147484026" r:id="rId8"/>
    <p:sldLayoutId id="2147484027" r:id="rId9"/>
    <p:sldLayoutId id="2147484028" r:id="rId10"/>
    <p:sldLayoutId id="2147484029" r:id="rId11"/>
    <p:sldLayoutId id="2147484030" r:id="rId12"/>
    <p:sldLayoutId id="2147484031" r:id="rId13"/>
    <p:sldLayoutId id="2147484032" r:id="rId14"/>
    <p:sldLayoutId id="2147484033" r:id="rId15"/>
    <p:sldLayoutId id="2147484034" r:id="rId16"/>
    <p:sldLayoutId id="2147484035" r:id="rId17"/>
    <p:sldLayoutId id="2147484036" r:id="rId18"/>
    <p:sldLayoutId id="2147484037" r:id="rId19"/>
    <p:sldLayoutId id="2147484038" r:id="rId20"/>
  </p:sldLayoutIdLst>
  <p:transition spd="med"/>
  <p:hf hdr="0" ftr="0" dt="0"/>
  <p:txStyles>
    <p:titleStyle>
      <a:lvl1pPr algn="l" defTabSz="724962" rtl="0" eaLnBrk="0" fontAlgn="base" hangingPunct="0">
        <a:spcBef>
          <a:spcPct val="0"/>
        </a:spcBef>
        <a:spcAft>
          <a:spcPct val="0"/>
        </a:spcAft>
        <a:defRPr sz="1200" b="1">
          <a:solidFill>
            <a:schemeClr val="tx2"/>
          </a:solidFill>
          <a:latin typeface="+mj-lt"/>
          <a:ea typeface="+mj-ea"/>
          <a:cs typeface="+mj-cs"/>
        </a:defRPr>
      </a:lvl1pPr>
      <a:lvl2pPr algn="l" defTabSz="724962" rtl="0" eaLnBrk="0" fontAlgn="base" hangingPunct="0">
        <a:spcBef>
          <a:spcPct val="0"/>
        </a:spcBef>
        <a:spcAft>
          <a:spcPct val="0"/>
        </a:spcAft>
        <a:defRPr sz="1200" b="1">
          <a:solidFill>
            <a:schemeClr val="tx2"/>
          </a:solidFill>
          <a:latin typeface="Arial" charset="0"/>
          <a:cs typeface="Arial" charset="0"/>
        </a:defRPr>
      </a:lvl2pPr>
      <a:lvl3pPr algn="l" defTabSz="724962" rtl="0" eaLnBrk="0" fontAlgn="base" hangingPunct="0">
        <a:spcBef>
          <a:spcPct val="0"/>
        </a:spcBef>
        <a:spcAft>
          <a:spcPct val="0"/>
        </a:spcAft>
        <a:defRPr sz="1200" b="1">
          <a:solidFill>
            <a:schemeClr val="tx2"/>
          </a:solidFill>
          <a:latin typeface="Arial" charset="0"/>
          <a:cs typeface="Arial" charset="0"/>
        </a:defRPr>
      </a:lvl3pPr>
      <a:lvl4pPr algn="l" defTabSz="724962" rtl="0" eaLnBrk="0" fontAlgn="base" hangingPunct="0">
        <a:spcBef>
          <a:spcPct val="0"/>
        </a:spcBef>
        <a:spcAft>
          <a:spcPct val="0"/>
        </a:spcAft>
        <a:defRPr sz="1200" b="1">
          <a:solidFill>
            <a:schemeClr val="tx2"/>
          </a:solidFill>
          <a:latin typeface="Arial" charset="0"/>
          <a:cs typeface="Arial" charset="0"/>
        </a:defRPr>
      </a:lvl4pPr>
      <a:lvl5pPr algn="l" defTabSz="724962" rtl="0" eaLnBrk="0" fontAlgn="base" hangingPunct="0">
        <a:spcBef>
          <a:spcPct val="0"/>
        </a:spcBef>
        <a:spcAft>
          <a:spcPct val="0"/>
        </a:spcAft>
        <a:defRPr sz="1200" b="1">
          <a:solidFill>
            <a:schemeClr val="tx2"/>
          </a:solidFill>
          <a:latin typeface="Arial" charset="0"/>
          <a:cs typeface="Arial" charset="0"/>
        </a:defRPr>
      </a:lvl5pPr>
      <a:lvl6pPr marL="371972" algn="l" defTabSz="728441" rtl="0" fontAlgn="base">
        <a:spcBef>
          <a:spcPct val="0"/>
        </a:spcBef>
        <a:spcAft>
          <a:spcPct val="0"/>
        </a:spcAft>
        <a:defRPr sz="1200" b="1">
          <a:solidFill>
            <a:schemeClr val="tx2"/>
          </a:solidFill>
          <a:latin typeface="Arial" charset="0"/>
          <a:cs typeface="Arial" charset="0"/>
        </a:defRPr>
      </a:lvl6pPr>
      <a:lvl7pPr marL="743937" algn="l" defTabSz="728441" rtl="0" fontAlgn="base">
        <a:spcBef>
          <a:spcPct val="0"/>
        </a:spcBef>
        <a:spcAft>
          <a:spcPct val="0"/>
        </a:spcAft>
        <a:defRPr sz="1200" b="1">
          <a:solidFill>
            <a:schemeClr val="tx2"/>
          </a:solidFill>
          <a:latin typeface="Arial" charset="0"/>
          <a:cs typeface="Arial" charset="0"/>
        </a:defRPr>
      </a:lvl7pPr>
      <a:lvl8pPr marL="1115915" algn="l" defTabSz="728441" rtl="0" fontAlgn="base">
        <a:spcBef>
          <a:spcPct val="0"/>
        </a:spcBef>
        <a:spcAft>
          <a:spcPct val="0"/>
        </a:spcAft>
        <a:defRPr sz="1200" b="1">
          <a:solidFill>
            <a:schemeClr val="tx2"/>
          </a:solidFill>
          <a:latin typeface="Arial" charset="0"/>
          <a:cs typeface="Arial" charset="0"/>
        </a:defRPr>
      </a:lvl8pPr>
      <a:lvl9pPr marL="1487888" algn="l" defTabSz="728441" rtl="0" fontAlgn="base">
        <a:spcBef>
          <a:spcPct val="0"/>
        </a:spcBef>
        <a:spcAft>
          <a:spcPct val="0"/>
        </a:spcAft>
        <a:defRPr sz="1200" b="1">
          <a:solidFill>
            <a:schemeClr val="tx2"/>
          </a:solidFill>
          <a:latin typeface="Arial" charset="0"/>
          <a:cs typeface="Arial" charset="0"/>
        </a:defRPr>
      </a:lvl9pPr>
    </p:titleStyle>
    <p:bodyStyle>
      <a:lvl1pPr marL="189276" indent="-189276" algn="l" defTabSz="724962" rtl="0" eaLnBrk="0" fontAlgn="base" hangingPunct="0">
        <a:spcBef>
          <a:spcPct val="0"/>
        </a:spcBef>
        <a:spcAft>
          <a:spcPct val="0"/>
        </a:spcAft>
        <a:buClr>
          <a:schemeClr val="tx2"/>
        </a:buClr>
        <a:defRPr sz="1200">
          <a:solidFill>
            <a:schemeClr val="tx1"/>
          </a:solidFill>
          <a:latin typeface="+mn-lt"/>
          <a:ea typeface="+mn-ea"/>
          <a:cs typeface="+mn-cs"/>
        </a:defRPr>
      </a:lvl1pPr>
      <a:lvl2pPr marL="153563" indent="-152671" algn="l" defTabSz="724962" rtl="0" eaLnBrk="0" fontAlgn="base" hangingPunct="0">
        <a:spcBef>
          <a:spcPct val="0"/>
        </a:spcBef>
        <a:spcAft>
          <a:spcPct val="0"/>
        </a:spcAft>
        <a:buClr>
          <a:schemeClr val="tx2"/>
        </a:buClr>
        <a:buSzPct val="125000"/>
        <a:buFont typeface="Arial" pitchFamily="34" charset="0"/>
        <a:buChar char="▪"/>
        <a:defRPr sz="1200">
          <a:solidFill>
            <a:schemeClr val="tx1"/>
          </a:solidFill>
          <a:latin typeface="+mn-lt"/>
          <a:cs typeface="+mn-cs"/>
        </a:defRPr>
      </a:lvl2pPr>
      <a:lvl3pPr marL="367838" indent="-208918" algn="l" defTabSz="724962" rtl="0" eaLnBrk="0" fontAlgn="base" hangingPunct="0">
        <a:spcBef>
          <a:spcPct val="0"/>
        </a:spcBef>
        <a:spcAft>
          <a:spcPct val="0"/>
        </a:spcAft>
        <a:buClr>
          <a:schemeClr val="tx2"/>
        </a:buClr>
        <a:buSzPct val="120000"/>
        <a:buFont typeface="Arial" pitchFamily="34" charset="0"/>
        <a:buChar char="–"/>
        <a:defRPr sz="1200">
          <a:solidFill>
            <a:schemeClr val="tx1"/>
          </a:solidFill>
          <a:latin typeface="+mn-lt"/>
          <a:cs typeface="+mn-cs"/>
        </a:defRPr>
      </a:lvl3pPr>
      <a:lvl4pPr marL="496402" indent="-122315" algn="l" defTabSz="724962" rtl="0" eaLnBrk="0" fontAlgn="base" hangingPunct="0">
        <a:spcBef>
          <a:spcPct val="0"/>
        </a:spcBef>
        <a:spcAft>
          <a:spcPct val="0"/>
        </a:spcAft>
        <a:buClr>
          <a:schemeClr val="tx2"/>
        </a:buClr>
        <a:buSzPct val="120000"/>
        <a:buFont typeface="Arial" pitchFamily="34" charset="0"/>
        <a:buChar char="▫"/>
        <a:defRPr sz="1200">
          <a:solidFill>
            <a:schemeClr val="tx1"/>
          </a:solidFill>
          <a:latin typeface="+mn-lt"/>
          <a:cs typeface="+mn-cs"/>
        </a:defRPr>
      </a:lvl4pPr>
      <a:lvl5pPr marL="603540" indent="-101780" algn="l" defTabSz="724962" rtl="0" eaLnBrk="0" fontAlgn="base" hangingPunct="0">
        <a:spcBef>
          <a:spcPct val="0"/>
        </a:spcBef>
        <a:spcAft>
          <a:spcPct val="0"/>
        </a:spcAft>
        <a:buClr>
          <a:schemeClr val="tx2"/>
        </a:buClr>
        <a:buSzPct val="89000"/>
        <a:buFont typeface="Arial" pitchFamily="34" charset="0"/>
        <a:buChar char="-"/>
        <a:defRPr sz="1200">
          <a:solidFill>
            <a:schemeClr val="tx1"/>
          </a:solidFill>
          <a:latin typeface="+mn-lt"/>
          <a:cs typeface="+mn-cs"/>
        </a:defRPr>
      </a:lvl5pPr>
      <a:lvl6pPr marL="979006" indent="-105907" algn="l" defTabSz="728441" rtl="0" fontAlgn="base">
        <a:spcBef>
          <a:spcPct val="0"/>
        </a:spcBef>
        <a:spcAft>
          <a:spcPct val="0"/>
        </a:spcAft>
        <a:buClr>
          <a:schemeClr val="tx2"/>
        </a:buClr>
        <a:buSzPct val="89000"/>
        <a:buFont typeface="Arial" charset="0"/>
        <a:buChar char="-"/>
        <a:defRPr sz="1200">
          <a:solidFill>
            <a:schemeClr val="tx1"/>
          </a:solidFill>
          <a:latin typeface="+mn-lt"/>
          <a:cs typeface="+mn-cs"/>
        </a:defRPr>
      </a:lvl6pPr>
      <a:lvl7pPr marL="1350976" indent="-105907" algn="l" defTabSz="728441" rtl="0" fontAlgn="base">
        <a:spcBef>
          <a:spcPct val="0"/>
        </a:spcBef>
        <a:spcAft>
          <a:spcPct val="0"/>
        </a:spcAft>
        <a:buClr>
          <a:schemeClr val="tx2"/>
        </a:buClr>
        <a:buSzPct val="89000"/>
        <a:buFont typeface="Arial" charset="0"/>
        <a:buChar char="-"/>
        <a:defRPr sz="1200">
          <a:solidFill>
            <a:schemeClr val="tx1"/>
          </a:solidFill>
          <a:latin typeface="+mn-lt"/>
          <a:cs typeface="+mn-cs"/>
        </a:defRPr>
      </a:lvl7pPr>
      <a:lvl8pPr marL="1722951" indent="-105907" algn="l" defTabSz="728441" rtl="0" fontAlgn="base">
        <a:spcBef>
          <a:spcPct val="0"/>
        </a:spcBef>
        <a:spcAft>
          <a:spcPct val="0"/>
        </a:spcAft>
        <a:buClr>
          <a:schemeClr val="tx2"/>
        </a:buClr>
        <a:buSzPct val="89000"/>
        <a:buFont typeface="Arial" charset="0"/>
        <a:buChar char="-"/>
        <a:defRPr sz="1200">
          <a:solidFill>
            <a:schemeClr val="tx1"/>
          </a:solidFill>
          <a:latin typeface="+mn-lt"/>
          <a:cs typeface="+mn-cs"/>
        </a:defRPr>
      </a:lvl8pPr>
      <a:lvl9pPr marL="2094920" indent="-105907" algn="l" defTabSz="728441" rtl="0" fontAlgn="base">
        <a:spcBef>
          <a:spcPct val="0"/>
        </a:spcBef>
        <a:spcAft>
          <a:spcPct val="0"/>
        </a:spcAft>
        <a:buClr>
          <a:schemeClr val="tx2"/>
        </a:buClr>
        <a:buSzPct val="89000"/>
        <a:buFont typeface="Arial" charset="0"/>
        <a:buChar char="-"/>
        <a:defRPr sz="1200"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en-US"/>
      </a:defPPr>
      <a:lvl1pPr marL="0" algn="l" defTabSz="743937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371972" algn="l" defTabSz="743937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743937" algn="l" defTabSz="743937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115915" algn="l" defTabSz="743937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487888" algn="l" defTabSz="743937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1859855" algn="l" defTabSz="743937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231824" algn="l" defTabSz="743937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603798" algn="l" defTabSz="743937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975770" algn="l" defTabSz="743937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McK 1. On-page tracker" hidden="1"/>
          <p:cNvSpPr>
            <a:spLocks noChangeArrowheads="1"/>
          </p:cNvSpPr>
          <p:nvPr/>
        </p:nvSpPr>
        <p:spPr bwMode="auto">
          <a:xfrm>
            <a:off x="121668" y="20931"/>
            <a:ext cx="734175" cy="1846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/>
          <a:p>
            <a:pPr defTabSz="726747" fontAlgn="base">
              <a:spcBef>
                <a:spcPct val="0"/>
              </a:spcBef>
              <a:spcAft>
                <a:spcPct val="0"/>
              </a:spcAft>
            </a:pPr>
            <a:r>
              <a:rPr lang="pt-BR" sz="1200" smtClean="0">
                <a:solidFill>
                  <a:srgbClr val="808080"/>
                </a:solidFill>
                <a:ea typeface="ヒラギノ角ゴ ProN W3"/>
                <a:sym typeface="GillSans"/>
              </a:rPr>
              <a:t>TRACKER</a:t>
            </a:r>
          </a:p>
        </p:txBody>
      </p:sp>
      <p:sp>
        <p:nvSpPr>
          <p:cNvPr id="81926" name="Text Box 6" hidden="1"/>
          <p:cNvSpPr txBox="1">
            <a:spLocks noChangeArrowheads="1"/>
          </p:cNvSpPr>
          <p:nvPr/>
        </p:nvSpPr>
        <p:spPr bwMode="auto">
          <a:xfrm>
            <a:off x="121668" y="406861"/>
            <a:ext cx="3730377" cy="1846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>
            <a:lvl1pPr defTabSz="895350">
              <a:spcBef>
                <a:spcPct val="0"/>
              </a:spcBef>
              <a:defRPr sz="2400">
                <a:solidFill>
                  <a:schemeClr val="tx1"/>
                </a:solidFill>
                <a:latin typeface="Arial" charset="0"/>
              </a:defRPr>
            </a:lvl1pPr>
            <a:lvl2pPr marL="447675" defTabSz="895350">
              <a:spcBef>
                <a:spcPct val="0"/>
              </a:spcBef>
              <a:defRPr sz="2400">
                <a:solidFill>
                  <a:schemeClr val="tx1"/>
                </a:solidFill>
                <a:latin typeface="Arial" charset="0"/>
              </a:defRPr>
            </a:lvl2pPr>
            <a:lvl3pPr marL="895350" defTabSz="895350">
              <a:spcBef>
                <a:spcPct val="0"/>
              </a:spcBef>
              <a:defRPr sz="2400">
                <a:solidFill>
                  <a:schemeClr val="tx1"/>
                </a:solidFill>
                <a:latin typeface="Arial" charset="0"/>
              </a:defRPr>
            </a:lvl3pPr>
            <a:lvl4pPr marL="1344613" defTabSz="895350">
              <a:spcBef>
                <a:spcPct val="0"/>
              </a:spcBef>
              <a:defRPr sz="2400">
                <a:solidFill>
                  <a:schemeClr val="tx1"/>
                </a:solidFill>
                <a:latin typeface="Arial" charset="0"/>
              </a:defRPr>
            </a:lvl4pPr>
            <a:lvl5pPr marL="1792288" defTabSz="895350">
              <a:spcBef>
                <a:spcPct val="0"/>
              </a:spcBef>
              <a:defRPr sz="2400">
                <a:solidFill>
                  <a:schemeClr val="tx1"/>
                </a:solidFill>
                <a:latin typeface="Arial" charset="0"/>
              </a:defRPr>
            </a:lvl5pPr>
            <a:lvl6pPr marL="2249488" defTabSz="89535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706688" defTabSz="89535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163888" defTabSz="89535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621088" defTabSz="89535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fontAlgn="base">
              <a:spcAft>
                <a:spcPct val="0"/>
              </a:spcAft>
              <a:defRPr/>
            </a:pPr>
            <a:r>
              <a:rPr lang="pt-BR" sz="1200" dirty="0" smtClean="0">
                <a:solidFill>
                  <a:srgbClr val="808080"/>
                </a:solidFill>
                <a:ea typeface="ヒラギノ角ゴ ProN W3" charset="-128"/>
                <a:sym typeface="GillSans" pitchFamily="34" charset="0"/>
              </a:rPr>
              <a:t>Unit of </a:t>
            </a:r>
            <a:r>
              <a:rPr lang="pt-BR" sz="1200" dirty="0" err="1" smtClean="0">
                <a:solidFill>
                  <a:srgbClr val="808080"/>
                </a:solidFill>
                <a:ea typeface="ヒラギノ角ゴ ProN W3" charset="-128"/>
                <a:sym typeface="GillSans" pitchFamily="34" charset="0"/>
              </a:rPr>
              <a:t>measure</a:t>
            </a:r>
            <a:endParaRPr lang="pt-BR" sz="1200" dirty="0">
              <a:solidFill>
                <a:srgbClr val="808080"/>
              </a:solidFill>
              <a:ea typeface="ヒラギノ角ゴ ProN W3" charset="-128"/>
              <a:sym typeface="GillSans" pitchFamily="34" charset="0"/>
            </a:endParaRPr>
          </a:p>
        </p:txBody>
      </p:sp>
      <p:grpSp>
        <p:nvGrpSpPr>
          <p:cNvPr id="14340" name="ACET" hidden="1"/>
          <p:cNvGrpSpPr>
            <a:grpSpLocks/>
          </p:cNvGrpSpPr>
          <p:nvPr/>
        </p:nvGrpSpPr>
        <p:grpSpPr bwMode="auto">
          <a:xfrm>
            <a:off x="1482330" y="860514"/>
            <a:ext cx="4350990" cy="391039"/>
            <a:chOff x="915" y="709"/>
            <a:chExt cx="2686" cy="321"/>
          </a:xfrm>
        </p:grpSpPr>
        <p:cxnSp>
          <p:nvCxnSpPr>
            <p:cNvPr id="14341" name="AutoShape 11" hidden="1"/>
            <p:cNvCxnSpPr>
              <a:cxnSpLocks noChangeShapeType="1"/>
              <a:stCxn id="14342" idx="4"/>
              <a:endCxn id="14342" idx="6"/>
            </p:cNvCxnSpPr>
            <p:nvPr/>
          </p:nvCxnSpPr>
          <p:spPr bwMode="auto">
            <a:xfrm>
              <a:off x="915" y="1030"/>
              <a:ext cx="2686" cy="0"/>
            </a:xfrm>
            <a:prstGeom prst="straightConnector1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14342" name="AutoShape 12" hidden="1"/>
            <p:cNvSpPr>
              <a:spLocks noChangeArrowheads="1"/>
            </p:cNvSpPr>
            <p:nvPr/>
          </p:nvSpPr>
          <p:spPr bwMode="auto">
            <a:xfrm>
              <a:off x="915" y="709"/>
              <a:ext cx="2686" cy="321"/>
            </a:xfrm>
            <a:prstGeom prst="leftRightArrow">
              <a:avLst>
                <a:gd name="adj1" fmla="val 100000"/>
                <a:gd name="adj2" fmla="val 0"/>
              </a:avLst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lIns="0" tIns="0" rIns="0" bIns="18288" anchor="b">
              <a:spAutoFit/>
            </a:bodyPr>
            <a:lstStyle/>
            <a:p>
              <a:pPr defTabSz="726747" fontAlgn="base">
                <a:spcBef>
                  <a:spcPct val="0"/>
                </a:spcBef>
                <a:spcAft>
                  <a:spcPct val="0"/>
                </a:spcAft>
              </a:pPr>
              <a:r>
                <a:rPr lang="pt-BR" sz="1200" b="1" smtClean="0">
                  <a:solidFill>
                    <a:srgbClr val="000000"/>
                  </a:solidFill>
                  <a:ea typeface="ヒラギノ角ゴ ProN W3"/>
                  <a:sym typeface="GillSans"/>
                </a:rPr>
                <a:t>Title</a:t>
              </a:r>
            </a:p>
            <a:p>
              <a:pPr defTabSz="726747" fontAlgn="base">
                <a:spcBef>
                  <a:spcPct val="0"/>
                </a:spcBef>
                <a:spcAft>
                  <a:spcPct val="0"/>
                </a:spcAft>
              </a:pPr>
              <a:r>
                <a:rPr lang="pt-BR" sz="1200" smtClean="0">
                  <a:solidFill>
                    <a:srgbClr val="808080"/>
                  </a:solidFill>
                  <a:ea typeface="ヒラギノ角ゴ ProN W3"/>
                  <a:sym typeface="GillSans"/>
                </a:rPr>
                <a:t>Unit of measure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38753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41" r:id="rId1"/>
    <p:sldLayoutId id="2147484042" r:id="rId2"/>
    <p:sldLayoutId id="2147484043" r:id="rId3"/>
    <p:sldLayoutId id="2147484044" r:id="rId4"/>
    <p:sldLayoutId id="2147484045" r:id="rId5"/>
    <p:sldLayoutId id="2147484046" r:id="rId6"/>
    <p:sldLayoutId id="2147484047" r:id="rId7"/>
    <p:sldLayoutId id="2147484048" r:id="rId8"/>
    <p:sldLayoutId id="2147484049" r:id="rId9"/>
    <p:sldLayoutId id="2147484050" r:id="rId10"/>
    <p:sldLayoutId id="2147484051" r:id="rId11"/>
    <p:sldLayoutId id="2147484052" r:id="rId12"/>
    <p:sldLayoutId id="2147484053" r:id="rId13"/>
    <p:sldLayoutId id="2147484054" r:id="rId14"/>
    <p:sldLayoutId id="2147484055" r:id="rId15"/>
    <p:sldLayoutId id="2147484056" r:id="rId16"/>
    <p:sldLayoutId id="2147484057" r:id="rId17"/>
    <p:sldLayoutId id="2147484058" r:id="rId18"/>
    <p:sldLayoutId id="2147484059" r:id="rId19"/>
    <p:sldLayoutId id="2147484060" r:id="rId20"/>
  </p:sldLayoutIdLst>
  <p:transition spd="med"/>
  <p:hf hdr="0" ftr="0" dt="0"/>
  <p:txStyles>
    <p:titleStyle>
      <a:lvl1pPr algn="l" defTabSz="724962" rtl="0" eaLnBrk="0" fontAlgn="base" hangingPunct="0">
        <a:spcBef>
          <a:spcPct val="0"/>
        </a:spcBef>
        <a:spcAft>
          <a:spcPct val="0"/>
        </a:spcAft>
        <a:defRPr sz="1200" b="1">
          <a:solidFill>
            <a:schemeClr val="tx2"/>
          </a:solidFill>
          <a:latin typeface="+mj-lt"/>
          <a:ea typeface="+mj-ea"/>
          <a:cs typeface="+mj-cs"/>
        </a:defRPr>
      </a:lvl1pPr>
      <a:lvl2pPr algn="l" defTabSz="724962" rtl="0" eaLnBrk="0" fontAlgn="base" hangingPunct="0">
        <a:spcBef>
          <a:spcPct val="0"/>
        </a:spcBef>
        <a:spcAft>
          <a:spcPct val="0"/>
        </a:spcAft>
        <a:defRPr sz="1200" b="1">
          <a:solidFill>
            <a:schemeClr val="tx2"/>
          </a:solidFill>
          <a:latin typeface="Arial" charset="0"/>
          <a:cs typeface="Arial" charset="0"/>
        </a:defRPr>
      </a:lvl2pPr>
      <a:lvl3pPr algn="l" defTabSz="724962" rtl="0" eaLnBrk="0" fontAlgn="base" hangingPunct="0">
        <a:spcBef>
          <a:spcPct val="0"/>
        </a:spcBef>
        <a:spcAft>
          <a:spcPct val="0"/>
        </a:spcAft>
        <a:defRPr sz="1200" b="1">
          <a:solidFill>
            <a:schemeClr val="tx2"/>
          </a:solidFill>
          <a:latin typeface="Arial" charset="0"/>
          <a:cs typeface="Arial" charset="0"/>
        </a:defRPr>
      </a:lvl3pPr>
      <a:lvl4pPr algn="l" defTabSz="724962" rtl="0" eaLnBrk="0" fontAlgn="base" hangingPunct="0">
        <a:spcBef>
          <a:spcPct val="0"/>
        </a:spcBef>
        <a:spcAft>
          <a:spcPct val="0"/>
        </a:spcAft>
        <a:defRPr sz="1200" b="1">
          <a:solidFill>
            <a:schemeClr val="tx2"/>
          </a:solidFill>
          <a:latin typeface="Arial" charset="0"/>
          <a:cs typeface="Arial" charset="0"/>
        </a:defRPr>
      </a:lvl4pPr>
      <a:lvl5pPr algn="l" defTabSz="724962" rtl="0" eaLnBrk="0" fontAlgn="base" hangingPunct="0">
        <a:spcBef>
          <a:spcPct val="0"/>
        </a:spcBef>
        <a:spcAft>
          <a:spcPct val="0"/>
        </a:spcAft>
        <a:defRPr sz="1200" b="1">
          <a:solidFill>
            <a:schemeClr val="tx2"/>
          </a:solidFill>
          <a:latin typeface="Arial" charset="0"/>
          <a:cs typeface="Arial" charset="0"/>
        </a:defRPr>
      </a:lvl5pPr>
      <a:lvl6pPr marL="371972" algn="l" defTabSz="728441" rtl="0" fontAlgn="base">
        <a:spcBef>
          <a:spcPct val="0"/>
        </a:spcBef>
        <a:spcAft>
          <a:spcPct val="0"/>
        </a:spcAft>
        <a:defRPr sz="1200" b="1">
          <a:solidFill>
            <a:schemeClr val="tx2"/>
          </a:solidFill>
          <a:latin typeface="Arial" charset="0"/>
          <a:cs typeface="Arial" charset="0"/>
        </a:defRPr>
      </a:lvl6pPr>
      <a:lvl7pPr marL="743937" algn="l" defTabSz="728441" rtl="0" fontAlgn="base">
        <a:spcBef>
          <a:spcPct val="0"/>
        </a:spcBef>
        <a:spcAft>
          <a:spcPct val="0"/>
        </a:spcAft>
        <a:defRPr sz="1200" b="1">
          <a:solidFill>
            <a:schemeClr val="tx2"/>
          </a:solidFill>
          <a:latin typeface="Arial" charset="0"/>
          <a:cs typeface="Arial" charset="0"/>
        </a:defRPr>
      </a:lvl7pPr>
      <a:lvl8pPr marL="1115915" algn="l" defTabSz="728441" rtl="0" fontAlgn="base">
        <a:spcBef>
          <a:spcPct val="0"/>
        </a:spcBef>
        <a:spcAft>
          <a:spcPct val="0"/>
        </a:spcAft>
        <a:defRPr sz="1200" b="1">
          <a:solidFill>
            <a:schemeClr val="tx2"/>
          </a:solidFill>
          <a:latin typeface="Arial" charset="0"/>
          <a:cs typeface="Arial" charset="0"/>
        </a:defRPr>
      </a:lvl8pPr>
      <a:lvl9pPr marL="1487888" algn="l" defTabSz="728441" rtl="0" fontAlgn="base">
        <a:spcBef>
          <a:spcPct val="0"/>
        </a:spcBef>
        <a:spcAft>
          <a:spcPct val="0"/>
        </a:spcAft>
        <a:defRPr sz="1200" b="1">
          <a:solidFill>
            <a:schemeClr val="tx2"/>
          </a:solidFill>
          <a:latin typeface="Arial" charset="0"/>
          <a:cs typeface="Arial" charset="0"/>
        </a:defRPr>
      </a:lvl9pPr>
    </p:titleStyle>
    <p:bodyStyle>
      <a:lvl1pPr marL="189276" indent="-189276" algn="l" defTabSz="724962" rtl="0" eaLnBrk="0" fontAlgn="base" hangingPunct="0">
        <a:spcBef>
          <a:spcPct val="0"/>
        </a:spcBef>
        <a:spcAft>
          <a:spcPct val="0"/>
        </a:spcAft>
        <a:buClr>
          <a:schemeClr val="tx2"/>
        </a:buClr>
        <a:defRPr sz="1200">
          <a:solidFill>
            <a:schemeClr val="tx1"/>
          </a:solidFill>
          <a:latin typeface="+mn-lt"/>
          <a:ea typeface="+mn-ea"/>
          <a:cs typeface="+mn-cs"/>
        </a:defRPr>
      </a:lvl1pPr>
      <a:lvl2pPr marL="153563" indent="-152671" algn="l" defTabSz="724962" rtl="0" eaLnBrk="0" fontAlgn="base" hangingPunct="0">
        <a:spcBef>
          <a:spcPct val="0"/>
        </a:spcBef>
        <a:spcAft>
          <a:spcPct val="0"/>
        </a:spcAft>
        <a:buClr>
          <a:schemeClr val="tx2"/>
        </a:buClr>
        <a:buSzPct val="125000"/>
        <a:buFont typeface="Arial" pitchFamily="34" charset="0"/>
        <a:buChar char="▪"/>
        <a:defRPr sz="1200">
          <a:solidFill>
            <a:schemeClr val="tx1"/>
          </a:solidFill>
          <a:latin typeface="+mn-lt"/>
          <a:cs typeface="+mn-cs"/>
        </a:defRPr>
      </a:lvl2pPr>
      <a:lvl3pPr marL="367838" indent="-208918" algn="l" defTabSz="724962" rtl="0" eaLnBrk="0" fontAlgn="base" hangingPunct="0">
        <a:spcBef>
          <a:spcPct val="0"/>
        </a:spcBef>
        <a:spcAft>
          <a:spcPct val="0"/>
        </a:spcAft>
        <a:buClr>
          <a:schemeClr val="tx2"/>
        </a:buClr>
        <a:buSzPct val="120000"/>
        <a:buFont typeface="Arial" pitchFamily="34" charset="0"/>
        <a:buChar char="–"/>
        <a:defRPr sz="1200">
          <a:solidFill>
            <a:schemeClr val="tx1"/>
          </a:solidFill>
          <a:latin typeface="+mn-lt"/>
          <a:cs typeface="+mn-cs"/>
        </a:defRPr>
      </a:lvl3pPr>
      <a:lvl4pPr marL="496402" indent="-122315" algn="l" defTabSz="724962" rtl="0" eaLnBrk="0" fontAlgn="base" hangingPunct="0">
        <a:spcBef>
          <a:spcPct val="0"/>
        </a:spcBef>
        <a:spcAft>
          <a:spcPct val="0"/>
        </a:spcAft>
        <a:buClr>
          <a:schemeClr val="tx2"/>
        </a:buClr>
        <a:buSzPct val="120000"/>
        <a:buFont typeface="Arial" pitchFamily="34" charset="0"/>
        <a:buChar char="▫"/>
        <a:defRPr sz="1200">
          <a:solidFill>
            <a:schemeClr val="tx1"/>
          </a:solidFill>
          <a:latin typeface="+mn-lt"/>
          <a:cs typeface="+mn-cs"/>
        </a:defRPr>
      </a:lvl4pPr>
      <a:lvl5pPr marL="603540" indent="-101780" algn="l" defTabSz="724962" rtl="0" eaLnBrk="0" fontAlgn="base" hangingPunct="0">
        <a:spcBef>
          <a:spcPct val="0"/>
        </a:spcBef>
        <a:spcAft>
          <a:spcPct val="0"/>
        </a:spcAft>
        <a:buClr>
          <a:schemeClr val="tx2"/>
        </a:buClr>
        <a:buSzPct val="89000"/>
        <a:buFont typeface="Arial" pitchFamily="34" charset="0"/>
        <a:buChar char="-"/>
        <a:defRPr sz="1200">
          <a:solidFill>
            <a:schemeClr val="tx1"/>
          </a:solidFill>
          <a:latin typeface="+mn-lt"/>
          <a:cs typeface="+mn-cs"/>
        </a:defRPr>
      </a:lvl5pPr>
      <a:lvl6pPr marL="979006" indent="-105907" algn="l" defTabSz="728441" rtl="0" fontAlgn="base">
        <a:spcBef>
          <a:spcPct val="0"/>
        </a:spcBef>
        <a:spcAft>
          <a:spcPct val="0"/>
        </a:spcAft>
        <a:buClr>
          <a:schemeClr val="tx2"/>
        </a:buClr>
        <a:buSzPct val="89000"/>
        <a:buFont typeface="Arial" charset="0"/>
        <a:buChar char="-"/>
        <a:defRPr sz="1200">
          <a:solidFill>
            <a:schemeClr val="tx1"/>
          </a:solidFill>
          <a:latin typeface="+mn-lt"/>
          <a:cs typeface="+mn-cs"/>
        </a:defRPr>
      </a:lvl6pPr>
      <a:lvl7pPr marL="1350976" indent="-105907" algn="l" defTabSz="728441" rtl="0" fontAlgn="base">
        <a:spcBef>
          <a:spcPct val="0"/>
        </a:spcBef>
        <a:spcAft>
          <a:spcPct val="0"/>
        </a:spcAft>
        <a:buClr>
          <a:schemeClr val="tx2"/>
        </a:buClr>
        <a:buSzPct val="89000"/>
        <a:buFont typeface="Arial" charset="0"/>
        <a:buChar char="-"/>
        <a:defRPr sz="1200">
          <a:solidFill>
            <a:schemeClr val="tx1"/>
          </a:solidFill>
          <a:latin typeface="+mn-lt"/>
          <a:cs typeface="+mn-cs"/>
        </a:defRPr>
      </a:lvl7pPr>
      <a:lvl8pPr marL="1722951" indent="-105907" algn="l" defTabSz="728441" rtl="0" fontAlgn="base">
        <a:spcBef>
          <a:spcPct val="0"/>
        </a:spcBef>
        <a:spcAft>
          <a:spcPct val="0"/>
        </a:spcAft>
        <a:buClr>
          <a:schemeClr val="tx2"/>
        </a:buClr>
        <a:buSzPct val="89000"/>
        <a:buFont typeface="Arial" charset="0"/>
        <a:buChar char="-"/>
        <a:defRPr sz="1200">
          <a:solidFill>
            <a:schemeClr val="tx1"/>
          </a:solidFill>
          <a:latin typeface="+mn-lt"/>
          <a:cs typeface="+mn-cs"/>
        </a:defRPr>
      </a:lvl8pPr>
      <a:lvl9pPr marL="2094920" indent="-105907" algn="l" defTabSz="728441" rtl="0" fontAlgn="base">
        <a:spcBef>
          <a:spcPct val="0"/>
        </a:spcBef>
        <a:spcAft>
          <a:spcPct val="0"/>
        </a:spcAft>
        <a:buClr>
          <a:schemeClr val="tx2"/>
        </a:buClr>
        <a:buSzPct val="89000"/>
        <a:buFont typeface="Arial" charset="0"/>
        <a:buChar char="-"/>
        <a:defRPr sz="1200"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en-US"/>
      </a:defPPr>
      <a:lvl1pPr marL="0" algn="l" defTabSz="743937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371972" algn="l" defTabSz="743937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743937" algn="l" defTabSz="743937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115915" algn="l" defTabSz="743937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487888" algn="l" defTabSz="743937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1859855" algn="l" defTabSz="743937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231824" algn="l" defTabSz="743937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603798" algn="l" defTabSz="743937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975770" algn="l" defTabSz="743937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25" tIns="45712" rIns="91425" bIns="45712" rtlCol="0" anchor="ctr">
            <a:normAutofit/>
          </a:bodyPr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25" tIns="45712" rIns="91425" bIns="45712" rtlCol="0">
            <a:normAutofit/>
          </a:bodyPr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25" tIns="45712" rIns="91425" bIns="45712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defTabSz="914249"/>
            <a:fld id="{195793EF-9FB5-4406-A656-BF1DB2720DA9}" type="datetimeFigureOut">
              <a:rPr lang="pt-BR" smtClean="0">
                <a:solidFill>
                  <a:prstClr val="black">
                    <a:tint val="75000"/>
                  </a:prstClr>
                </a:solidFill>
              </a:rPr>
              <a:pPr defTabSz="914249"/>
              <a:t>05/02/2015</a:t>
            </a:fld>
            <a:endParaRPr lang="pt-BR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3124201" y="4767263"/>
            <a:ext cx="2895600" cy="273844"/>
          </a:xfrm>
          <a:prstGeom prst="rect">
            <a:avLst/>
          </a:prstGeom>
        </p:spPr>
        <p:txBody>
          <a:bodyPr vert="horz" lIns="91425" tIns="45712" rIns="91425" bIns="45712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defTabSz="914249"/>
            <a:endParaRPr lang="pt-BR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25" tIns="45712" rIns="91425" bIns="45712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defTabSz="914249"/>
            <a:fld id="{030F3B88-FBDB-4B41-AEC8-C7729B2B2A8C}" type="slidenum">
              <a:rPr lang="pt-BR" smtClean="0">
                <a:solidFill>
                  <a:prstClr val="black">
                    <a:tint val="75000"/>
                  </a:prstClr>
                </a:solidFill>
              </a:rPr>
              <a:pPr defTabSz="914249"/>
              <a:t>‹nº›</a:t>
            </a:fld>
            <a:endParaRPr lang="pt-BR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486867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63" r:id="rId1"/>
    <p:sldLayoutId id="2147484064" r:id="rId2"/>
    <p:sldLayoutId id="2147484065" r:id="rId3"/>
    <p:sldLayoutId id="2147484066" r:id="rId4"/>
    <p:sldLayoutId id="2147484067" r:id="rId5"/>
    <p:sldLayoutId id="2147484068" r:id="rId6"/>
    <p:sldLayoutId id="2147484069" r:id="rId7"/>
    <p:sldLayoutId id="2147484070" r:id="rId8"/>
    <p:sldLayoutId id="2147484071" r:id="rId9"/>
    <p:sldLayoutId id="2147484072" r:id="rId10"/>
    <p:sldLayoutId id="2147484073" r:id="rId11"/>
    <p:sldLayoutId id="2147484088" r:id="rId12"/>
  </p:sldLayoutIdLst>
  <p:timing>
    <p:tnLst>
      <p:par>
        <p:cTn id="1" dur="indefinite" restart="never" nodeType="tmRoot"/>
      </p:par>
    </p:tnLst>
  </p:timing>
  <p:txStyles>
    <p:titleStyle>
      <a:lvl1pPr algn="ctr" defTabSz="914249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844" indent="-342844" algn="l" defTabSz="914249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827" indent="-285703" algn="l" defTabSz="914249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811" indent="-228562" algn="l" defTabSz="914249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599936" indent="-228562" algn="l" defTabSz="914249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060" indent="-228562" algn="l" defTabSz="914249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184" indent="-228562" algn="l" defTabSz="914249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309" indent="-228562" algn="l" defTabSz="914249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433" indent="-228562" algn="l" defTabSz="914249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557" indent="-228562" algn="l" defTabSz="914249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24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24" algn="l" defTabSz="91424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49" algn="l" defTabSz="91424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373" algn="l" defTabSz="91424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498" algn="l" defTabSz="91424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622" algn="l" defTabSz="91424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747" algn="l" defTabSz="91424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871" algn="l" defTabSz="91424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995" algn="l" defTabSz="91424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8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9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8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3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9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9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3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3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83.xml"/><Relationship Id="rId4" Type="http://schemas.openxmlformats.org/officeDocument/2006/relationships/image" Target="../media/image1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8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557" name="Picture 5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19063"/>
            <a:ext cx="9144000" cy="53816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8" name="CaixaDeTexto 7"/>
          <p:cNvSpPr txBox="1"/>
          <p:nvPr/>
        </p:nvSpPr>
        <p:spPr>
          <a:xfrm>
            <a:off x="251521" y="2884025"/>
            <a:ext cx="4608511" cy="1621314"/>
          </a:xfrm>
          <a:prstGeom prst="rect">
            <a:avLst/>
          </a:prstGeom>
          <a:noFill/>
        </p:spPr>
        <p:txBody>
          <a:bodyPr wrap="square" lIns="81633" tIns="40817" rIns="81633" bIns="40817" rtlCol="0">
            <a:spAutoFit/>
          </a:bodyPr>
          <a:lstStyle/>
          <a:p>
            <a:r>
              <a:rPr lang="pt-BR" sz="3200" dirty="0" smtClean="0">
                <a:solidFill>
                  <a:schemeClr val="bg1"/>
                </a:solidFill>
                <a:latin typeface="Gill Sans Std ExtraBold" pitchFamily="34" charset="0"/>
              </a:rPr>
              <a:t>planejamento</a:t>
            </a:r>
            <a:endParaRPr lang="pt-BR" sz="3200" dirty="0">
              <a:solidFill>
                <a:schemeClr val="bg1"/>
              </a:solidFill>
              <a:latin typeface="Gill Sans Std ExtraBold" pitchFamily="34" charset="0"/>
            </a:endParaRPr>
          </a:p>
          <a:p>
            <a:r>
              <a:rPr lang="pt-BR" sz="3900" dirty="0" smtClean="0">
                <a:solidFill>
                  <a:schemeClr val="bg1"/>
                </a:solidFill>
                <a:latin typeface="Gill Sans Std" pitchFamily="34" charset="0"/>
              </a:rPr>
              <a:t>AÇÕES E EVENTOS</a:t>
            </a:r>
            <a:endParaRPr lang="pt-BR" sz="3200" dirty="0">
              <a:solidFill>
                <a:schemeClr val="bg1"/>
              </a:solidFill>
              <a:latin typeface="Gill Sans Std" pitchFamily="34" charset="0"/>
            </a:endParaRPr>
          </a:p>
          <a:p>
            <a:r>
              <a:rPr lang="pt-BR" sz="2900" dirty="0">
                <a:solidFill>
                  <a:srgbClr val="FF8200"/>
                </a:solidFill>
                <a:latin typeface="Gill Sans Std" pitchFamily="34" charset="0"/>
              </a:rPr>
              <a:t>TD 2015</a:t>
            </a:r>
            <a:endParaRPr lang="pt-BR" sz="3200" dirty="0">
              <a:solidFill>
                <a:srgbClr val="FF8200"/>
              </a:solidFill>
              <a:latin typeface="Gill Sans Std" pitchFamily="34" charset="0"/>
            </a:endParaRPr>
          </a:p>
        </p:txBody>
      </p:sp>
      <p:pic>
        <p:nvPicPr>
          <p:cNvPr id="2" name="Imagem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48064" y="3834370"/>
            <a:ext cx="886599" cy="826060"/>
          </a:xfrm>
          <a:prstGeom prst="rect">
            <a:avLst/>
          </a:prstGeom>
        </p:spPr>
      </p:pic>
      <p:sp>
        <p:nvSpPr>
          <p:cNvPr id="3" name="CaixaDeTexto 2"/>
          <p:cNvSpPr txBox="1"/>
          <p:nvPr/>
        </p:nvSpPr>
        <p:spPr>
          <a:xfrm>
            <a:off x="2440724" y="4280197"/>
            <a:ext cx="213127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pt-BR" sz="1400" dirty="0" smtClean="0">
                <a:solidFill>
                  <a:schemeClr val="bg1"/>
                </a:solidFill>
                <a:latin typeface="Gill Sans Std" pitchFamily="34" charset="0"/>
              </a:rPr>
              <a:t>gilsonmanfio@natura.net</a:t>
            </a:r>
            <a:endParaRPr lang="pt-BR" sz="1400" dirty="0">
              <a:solidFill>
                <a:schemeClr val="bg1"/>
              </a:solidFill>
              <a:latin typeface="Gill Sans Std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72930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de cantos arredondados 4"/>
          <p:cNvSpPr/>
          <p:nvPr/>
        </p:nvSpPr>
        <p:spPr>
          <a:xfrm>
            <a:off x="0" y="586579"/>
            <a:ext cx="4572000" cy="3928380"/>
          </a:xfrm>
          <a:prstGeom prst="roundRect">
            <a:avLst/>
          </a:prstGeom>
          <a:solidFill>
            <a:srgbClr val="C8102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1633" tIns="40817" rIns="81633" bIns="40817" rtlCol="0" anchor="ctr"/>
          <a:lstStyle/>
          <a:p>
            <a:pPr algn="ctr"/>
            <a:endParaRPr lang="pt-BR"/>
          </a:p>
        </p:txBody>
      </p:sp>
      <p:sp>
        <p:nvSpPr>
          <p:cNvPr id="4" name="CaixaDeTexto 3"/>
          <p:cNvSpPr txBox="1"/>
          <p:nvPr/>
        </p:nvSpPr>
        <p:spPr>
          <a:xfrm>
            <a:off x="382034" y="1792369"/>
            <a:ext cx="2749807" cy="1236593"/>
          </a:xfrm>
          <a:prstGeom prst="rect">
            <a:avLst/>
          </a:prstGeom>
          <a:noFill/>
        </p:spPr>
        <p:txBody>
          <a:bodyPr wrap="square" lIns="81633" tIns="40817" rIns="81633" bIns="40817" rtlCol="0">
            <a:spAutoFit/>
          </a:bodyPr>
          <a:lstStyle/>
          <a:p>
            <a:r>
              <a:rPr lang="pt-BR" sz="2500" dirty="0" smtClean="0">
                <a:solidFill>
                  <a:schemeClr val="bg1"/>
                </a:solidFill>
                <a:latin typeface="Gill Sans Std ExtraBold" pitchFamily="34" charset="0"/>
              </a:rPr>
              <a:t>ações </a:t>
            </a:r>
            <a:r>
              <a:rPr lang="pt-BR" sz="2500" dirty="0">
                <a:solidFill>
                  <a:schemeClr val="bg1"/>
                </a:solidFill>
                <a:latin typeface="Gill Sans Std ExtraBold" pitchFamily="34" charset="0"/>
              </a:rPr>
              <a:t>e </a:t>
            </a:r>
          </a:p>
          <a:p>
            <a:r>
              <a:rPr lang="pt-BR" sz="2500" dirty="0">
                <a:solidFill>
                  <a:schemeClr val="bg1"/>
                </a:solidFill>
                <a:latin typeface="Gill Sans Std ExtraBold" pitchFamily="34" charset="0"/>
              </a:rPr>
              <a:t>eventos</a:t>
            </a:r>
            <a:br>
              <a:rPr lang="pt-BR" sz="2500" dirty="0">
                <a:solidFill>
                  <a:schemeClr val="bg1"/>
                </a:solidFill>
                <a:latin typeface="Gill Sans Std ExtraBold" pitchFamily="34" charset="0"/>
              </a:rPr>
            </a:br>
            <a:r>
              <a:rPr lang="pt-BR" sz="2500" dirty="0">
                <a:solidFill>
                  <a:schemeClr val="bg1"/>
                </a:solidFill>
                <a:latin typeface="Gill Sans Std ExtraBold" pitchFamily="34" charset="0"/>
              </a:rPr>
              <a:t>TD 2015</a:t>
            </a:r>
          </a:p>
        </p:txBody>
      </p:sp>
      <p:sp>
        <p:nvSpPr>
          <p:cNvPr id="6" name="CaixaDeTexto 5"/>
          <p:cNvSpPr txBox="1"/>
          <p:nvPr/>
        </p:nvSpPr>
        <p:spPr>
          <a:xfrm>
            <a:off x="4860032" y="1275606"/>
            <a:ext cx="3744416" cy="2544644"/>
          </a:xfrm>
          <a:prstGeom prst="rect">
            <a:avLst/>
          </a:prstGeom>
          <a:noFill/>
        </p:spPr>
        <p:txBody>
          <a:bodyPr wrap="square" lIns="81633" tIns="40817" rIns="81633" bIns="40817" rtlCol="0">
            <a:spAutoFit/>
          </a:bodyPr>
          <a:lstStyle/>
          <a:p>
            <a:pPr marL="306125" indent="-306125">
              <a:lnSpc>
                <a:spcPct val="250000"/>
              </a:lnSpc>
              <a:buAutoNum type="arabicPeriod"/>
            </a:pPr>
            <a:r>
              <a:rPr lang="pt-BR" dirty="0" smtClean="0">
                <a:latin typeface="Gill Sans Std" pitchFamily="34" charset="0"/>
              </a:rPr>
              <a:t>Racional do Plano 2015</a:t>
            </a:r>
          </a:p>
          <a:p>
            <a:pPr marL="306125" indent="-306125">
              <a:lnSpc>
                <a:spcPct val="250000"/>
              </a:lnSpc>
              <a:buAutoNum type="arabicPeriod"/>
            </a:pPr>
            <a:r>
              <a:rPr lang="pt-BR" dirty="0" smtClean="0">
                <a:latin typeface="Gill Sans Std" pitchFamily="34" charset="0"/>
              </a:rPr>
              <a:t>Mapa macro 2015</a:t>
            </a:r>
          </a:p>
          <a:p>
            <a:pPr marL="306125" indent="-306125">
              <a:lnSpc>
                <a:spcPct val="250000"/>
              </a:lnSpc>
              <a:buAutoNum type="arabicPeriod"/>
            </a:pPr>
            <a:r>
              <a:rPr lang="pt-BR" dirty="0" smtClean="0">
                <a:latin typeface="Gill Sans Std" pitchFamily="34" charset="0"/>
              </a:rPr>
              <a:t>Detalhamento</a:t>
            </a:r>
          </a:p>
          <a:p>
            <a:pPr marL="306125" indent="-306125">
              <a:lnSpc>
                <a:spcPct val="250000"/>
              </a:lnSpc>
              <a:buAutoNum type="arabicPeriod"/>
            </a:pPr>
            <a:r>
              <a:rPr lang="pt-BR" dirty="0" smtClean="0">
                <a:latin typeface="Gill Sans Std" pitchFamily="34" charset="0"/>
              </a:rPr>
              <a:t>Back-ups</a:t>
            </a:r>
          </a:p>
        </p:txBody>
      </p:sp>
      <p:pic>
        <p:nvPicPr>
          <p:cNvPr id="8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38914" y="4557758"/>
            <a:ext cx="489000" cy="443784"/>
          </a:xfrm>
          <a:prstGeom prst="rect">
            <a:avLst/>
          </a:prstGeom>
        </p:spPr>
      </p:pic>
      <p:pic>
        <p:nvPicPr>
          <p:cNvPr id="9" name="Imagem 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31841" y="2044749"/>
            <a:ext cx="630070" cy="5283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16947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/>
          <p:cNvSpPr txBox="1"/>
          <p:nvPr/>
        </p:nvSpPr>
        <p:spPr>
          <a:xfrm>
            <a:off x="359867" y="303892"/>
            <a:ext cx="3685575" cy="584405"/>
          </a:xfrm>
          <a:prstGeom prst="rect">
            <a:avLst/>
          </a:prstGeom>
          <a:noFill/>
        </p:spPr>
        <p:txBody>
          <a:bodyPr wrap="square" lIns="81633" tIns="40817" rIns="81633" bIns="40817" rtlCol="0">
            <a:spAutoFit/>
          </a:bodyPr>
          <a:lstStyle/>
          <a:p>
            <a:pPr marR="73130"/>
            <a:r>
              <a:rPr lang="pt-BR" dirty="0" smtClean="0">
                <a:solidFill>
                  <a:srgbClr val="C8102E"/>
                </a:solidFill>
                <a:latin typeface="Gill Sans Std ExtraBold"/>
                <a:ea typeface="Times New Roman"/>
                <a:cs typeface="Tahoma"/>
              </a:rPr>
              <a:t>Racional do Plano de Ações e Eventos TD 2015</a:t>
            </a:r>
            <a:endParaRPr lang="pt-BR" dirty="0">
              <a:solidFill>
                <a:srgbClr val="C8102E"/>
              </a:solidFill>
              <a:latin typeface="Gill Sans Std ExtraBold" pitchFamily="34" charset="0"/>
            </a:endParaRPr>
          </a:p>
        </p:txBody>
      </p:sp>
      <p:sp>
        <p:nvSpPr>
          <p:cNvPr id="5" name="CaixaDeTexto 4"/>
          <p:cNvSpPr txBox="1"/>
          <p:nvPr/>
        </p:nvSpPr>
        <p:spPr>
          <a:xfrm>
            <a:off x="359867" y="911354"/>
            <a:ext cx="8262640" cy="1067316"/>
          </a:xfrm>
          <a:prstGeom prst="rect">
            <a:avLst/>
          </a:prstGeom>
          <a:noFill/>
        </p:spPr>
        <p:txBody>
          <a:bodyPr wrap="square" lIns="81633" tIns="40817" rIns="81633" bIns="40817" rtlCol="0">
            <a:spAutoFit/>
          </a:bodyPr>
          <a:lstStyle/>
          <a:p>
            <a:pPr marR="73130"/>
            <a:r>
              <a:rPr lang="pt-BR" dirty="0" smtClean="0">
                <a:solidFill>
                  <a:srgbClr val="404040"/>
                </a:solidFill>
                <a:latin typeface="Gill Sans Std"/>
                <a:ea typeface="Times New Roman"/>
                <a:cs typeface="Tahoma"/>
              </a:rPr>
              <a:t>O </a:t>
            </a:r>
            <a:r>
              <a:rPr lang="pt-BR" b="1" dirty="0" smtClean="0">
                <a:solidFill>
                  <a:srgbClr val="404040"/>
                </a:solidFill>
                <a:latin typeface="Gill Sans Std"/>
                <a:ea typeface="Times New Roman"/>
                <a:cs typeface="Tahoma"/>
              </a:rPr>
              <a:t>engajamento </a:t>
            </a:r>
            <a:r>
              <a:rPr lang="pt-BR" dirty="0" smtClean="0">
                <a:solidFill>
                  <a:srgbClr val="404040"/>
                </a:solidFill>
                <a:latin typeface="Gill Sans Std"/>
                <a:ea typeface="Times New Roman"/>
                <a:cs typeface="Tahoma"/>
              </a:rPr>
              <a:t>dos Colaboradores com a visão de futuro da Natura e </a:t>
            </a:r>
            <a:r>
              <a:rPr lang="pt-BR" dirty="0">
                <a:solidFill>
                  <a:srgbClr val="404040"/>
                </a:solidFill>
                <a:latin typeface="Gill Sans Std"/>
                <a:ea typeface="Times New Roman"/>
                <a:cs typeface="Tahoma"/>
              </a:rPr>
              <a:t>a</a:t>
            </a:r>
            <a:r>
              <a:rPr lang="pt-BR" dirty="0" smtClean="0">
                <a:solidFill>
                  <a:srgbClr val="404040"/>
                </a:solidFill>
                <a:latin typeface="Gill Sans Std"/>
                <a:ea typeface="Times New Roman"/>
                <a:cs typeface="Tahoma"/>
              </a:rPr>
              <a:t> </a:t>
            </a:r>
            <a:r>
              <a:rPr lang="pt-BR" b="1" dirty="0" smtClean="0">
                <a:solidFill>
                  <a:srgbClr val="404040"/>
                </a:solidFill>
                <a:latin typeface="Gill Sans Std"/>
                <a:ea typeface="Times New Roman"/>
                <a:cs typeface="Tahoma"/>
              </a:rPr>
              <a:t>integração</a:t>
            </a:r>
            <a:r>
              <a:rPr lang="pt-BR" dirty="0" smtClean="0">
                <a:solidFill>
                  <a:srgbClr val="404040"/>
                </a:solidFill>
                <a:latin typeface="Gill Sans Std"/>
                <a:ea typeface="Times New Roman"/>
                <a:cs typeface="Tahoma"/>
              </a:rPr>
              <a:t> dos times de TD, são aspectos críticos para criação de </a:t>
            </a:r>
            <a:r>
              <a:rPr lang="pt-BR" dirty="0" smtClean="0">
                <a:solidFill>
                  <a:srgbClr val="404040"/>
                </a:solidFill>
                <a:latin typeface="Gill Sans Std ExtraBold" pitchFamily="34" charset="0"/>
                <a:ea typeface="Times New Roman"/>
                <a:cs typeface="Tahoma"/>
              </a:rPr>
              <a:t>um fluxo dinâmico e produtivo de entregas de tecnologia para o negócio</a:t>
            </a:r>
            <a:r>
              <a:rPr lang="pt-BR" dirty="0" smtClean="0">
                <a:solidFill>
                  <a:srgbClr val="404040"/>
                </a:solidFill>
                <a:latin typeface="Gill Sans Std"/>
                <a:ea typeface="Times New Roman"/>
                <a:cs typeface="Tahoma"/>
              </a:rPr>
              <a:t>, promotor de </a:t>
            </a:r>
            <a:r>
              <a:rPr lang="pt-BR" dirty="0" err="1" smtClean="0">
                <a:solidFill>
                  <a:srgbClr val="404040"/>
                </a:solidFill>
                <a:latin typeface="Gill Sans Std ExtraBold" pitchFamily="34" charset="0"/>
                <a:ea typeface="Times New Roman"/>
                <a:cs typeface="Tahoma"/>
              </a:rPr>
              <a:t>autorealização</a:t>
            </a:r>
            <a:r>
              <a:rPr lang="pt-BR" dirty="0" smtClean="0">
                <a:solidFill>
                  <a:srgbClr val="404040"/>
                </a:solidFill>
                <a:latin typeface="Gill Sans Std"/>
                <a:ea typeface="Times New Roman"/>
                <a:cs typeface="Tahoma"/>
              </a:rPr>
              <a:t> e </a:t>
            </a:r>
            <a:r>
              <a:rPr lang="pt-BR" dirty="0" smtClean="0">
                <a:solidFill>
                  <a:srgbClr val="404040"/>
                </a:solidFill>
                <a:latin typeface="Gill Sans Std ExtraBold" pitchFamily="34" charset="0"/>
                <a:ea typeface="Times New Roman"/>
                <a:cs typeface="Tahoma"/>
              </a:rPr>
              <a:t>inovação contínua</a:t>
            </a:r>
            <a:r>
              <a:rPr lang="pt-BR" dirty="0" smtClean="0">
                <a:solidFill>
                  <a:srgbClr val="404040"/>
                </a:solidFill>
                <a:latin typeface="Gill Sans Std"/>
                <a:ea typeface="Times New Roman"/>
                <a:cs typeface="Tahoma"/>
              </a:rPr>
              <a:t>, </a:t>
            </a:r>
            <a:r>
              <a:rPr lang="pt-BR" dirty="0">
                <a:latin typeface="Gill Sans Std Light" pitchFamily="34" charset="0"/>
              </a:rPr>
              <a:t>fundamental para o sucesso de nossa </a:t>
            </a:r>
            <a:r>
              <a:rPr lang="pt-BR" dirty="0" smtClean="0">
                <a:latin typeface="Gill Sans Std Light" pitchFamily="34" charset="0"/>
              </a:rPr>
              <a:t>estratégia.</a:t>
            </a:r>
            <a:endParaRPr lang="pt-BR" dirty="0">
              <a:latin typeface="Times New Roman"/>
              <a:ea typeface="Times New Roman"/>
            </a:endParaRPr>
          </a:p>
        </p:txBody>
      </p:sp>
      <p:sp>
        <p:nvSpPr>
          <p:cNvPr id="8" name="CaixaDeTexto 7"/>
          <p:cNvSpPr txBox="1"/>
          <p:nvPr/>
        </p:nvSpPr>
        <p:spPr>
          <a:xfrm>
            <a:off x="373034" y="2043911"/>
            <a:ext cx="8249473" cy="2975531"/>
          </a:xfrm>
          <a:prstGeom prst="rect">
            <a:avLst/>
          </a:prstGeom>
          <a:noFill/>
        </p:spPr>
        <p:txBody>
          <a:bodyPr wrap="square" lIns="81633" tIns="40817" rIns="81633" bIns="40817" rtlCol="0">
            <a:spAutoFit/>
          </a:bodyPr>
          <a:lstStyle/>
          <a:p>
            <a:pPr>
              <a:spcAft>
                <a:spcPts val="600"/>
              </a:spcAft>
            </a:pPr>
            <a:r>
              <a:rPr lang="pt-BR" sz="1400" dirty="0" smtClean="0">
                <a:latin typeface="Gill Sans Std Light" pitchFamily="34" charset="0"/>
              </a:rPr>
              <a:t>2014 nos trouxe grandes mudanças em TD, com a internalização de competências da operação, entrada de novos colaboradores e um novo site. Foi um ciclo caracterizado por desafios de performance, implantação de novos processos de trabalho e racionalização de esforços, Este contexto evidenciou a necessidade de maior integração e engajamento dos times, e também da priorização de esforços em prol de entregas alinhadas com o negócio.</a:t>
            </a:r>
          </a:p>
          <a:p>
            <a:pPr>
              <a:spcAft>
                <a:spcPts val="600"/>
              </a:spcAft>
            </a:pPr>
            <a:r>
              <a:rPr lang="pt-BR" sz="1400" dirty="0" smtClean="0">
                <a:latin typeface="Gill Sans Std Light" pitchFamily="34" charset="0"/>
              </a:rPr>
              <a:t>Para promovermos este movimento de transformação de pessoas e a criação de um ambiente de </a:t>
            </a:r>
            <a:r>
              <a:rPr lang="pt-BR" sz="1400" dirty="0">
                <a:latin typeface="Gill Sans Std Light" pitchFamily="34" charset="0"/>
              </a:rPr>
              <a:t>t</a:t>
            </a:r>
            <a:r>
              <a:rPr lang="pt-BR" sz="1400" dirty="0" smtClean="0">
                <a:latin typeface="Gill Sans Std Light" pitchFamily="34" charset="0"/>
              </a:rPr>
              <a:t>rabalho mais colaborativo e dinâmico, vamos implementar um plano de ações integradas ao </a:t>
            </a:r>
            <a:r>
              <a:rPr lang="pt-BR" sz="1400" dirty="0">
                <a:latin typeface="Gill Sans Std Light" pitchFamily="34" charset="0"/>
              </a:rPr>
              <a:t>longo do </a:t>
            </a:r>
            <a:r>
              <a:rPr lang="pt-BR" sz="1400" dirty="0" smtClean="0">
                <a:latin typeface="Gill Sans Std Light" pitchFamily="34" charset="0"/>
              </a:rPr>
              <a:t>ano, focado em três pontos principais:</a:t>
            </a:r>
          </a:p>
          <a:p>
            <a:pPr marL="285750" indent="-285750">
              <a:spcAft>
                <a:spcPts val="600"/>
              </a:spcAft>
              <a:buFont typeface="Arial" pitchFamily="34" charset="0"/>
              <a:buChar char="•"/>
            </a:pPr>
            <a:r>
              <a:rPr lang="pt-BR" sz="1400" dirty="0" smtClean="0">
                <a:latin typeface="Gill Sans Std Light" pitchFamily="34" charset="0"/>
              </a:rPr>
              <a:t>comunicar nossa </a:t>
            </a:r>
            <a:r>
              <a:rPr lang="pt-BR" sz="1400" dirty="0">
                <a:latin typeface="Gill Sans Std ExtraBold" pitchFamily="34" charset="0"/>
              </a:rPr>
              <a:t>visão de futuro </a:t>
            </a:r>
            <a:r>
              <a:rPr lang="pt-BR" sz="1400" dirty="0" smtClean="0">
                <a:latin typeface="Gill Sans Std Light" pitchFamily="34" charset="0"/>
              </a:rPr>
              <a:t>de </a:t>
            </a:r>
            <a:r>
              <a:rPr lang="pt-BR" sz="1400" dirty="0">
                <a:latin typeface="Gill Sans Std Light" pitchFamily="34" charset="0"/>
              </a:rPr>
              <a:t>forma simples e </a:t>
            </a:r>
            <a:r>
              <a:rPr lang="pt-BR" sz="1400" dirty="0" smtClean="0">
                <a:latin typeface="Gill Sans Std Light" pitchFamily="34" charset="0"/>
              </a:rPr>
              <a:t>engajadora</a:t>
            </a:r>
          </a:p>
          <a:p>
            <a:pPr marL="285750" indent="-285750">
              <a:spcAft>
                <a:spcPts val="600"/>
              </a:spcAft>
              <a:buFont typeface="Arial" pitchFamily="34" charset="0"/>
              <a:buChar char="•"/>
            </a:pPr>
            <a:r>
              <a:rPr lang="pt-BR" sz="1400" dirty="0" smtClean="0">
                <a:latin typeface="Gill Sans Std Light" pitchFamily="34" charset="0"/>
              </a:rPr>
              <a:t>trazer </a:t>
            </a:r>
            <a:r>
              <a:rPr lang="pt-BR" sz="1400" dirty="0" smtClean="0">
                <a:latin typeface="Gill Sans Std ExtraBold" pitchFamily="34" charset="0"/>
              </a:rPr>
              <a:t>perspectivas e </a:t>
            </a:r>
            <a:r>
              <a:rPr lang="pt-BR" sz="1400" dirty="0">
                <a:latin typeface="Gill Sans Std ExtraBold" pitchFamily="34" charset="0"/>
              </a:rPr>
              <a:t>tendências </a:t>
            </a:r>
            <a:r>
              <a:rPr lang="pt-BR" sz="1400" dirty="0">
                <a:latin typeface="Gill Sans Std Light" pitchFamily="34" charset="0"/>
              </a:rPr>
              <a:t>em tecnologia, na sociedade e nos negócios </a:t>
            </a:r>
            <a:r>
              <a:rPr lang="pt-BR" sz="1400" dirty="0" smtClean="0">
                <a:latin typeface="Gill Sans Std Light" pitchFamily="34" charset="0"/>
              </a:rPr>
              <a:t>Natura, compartilhando a </a:t>
            </a:r>
            <a:r>
              <a:rPr lang="pt-BR" sz="1400" dirty="0" smtClean="0">
                <a:latin typeface="Gill Sans Std ExtraBold" pitchFamily="34" charset="0"/>
              </a:rPr>
              <a:t>performance do negócio </a:t>
            </a:r>
            <a:r>
              <a:rPr lang="pt-BR" sz="1400" dirty="0">
                <a:latin typeface="Gill Sans Std Light" pitchFamily="34" charset="0"/>
              </a:rPr>
              <a:t>e das nossas </a:t>
            </a:r>
            <a:r>
              <a:rPr lang="pt-BR" sz="1400" dirty="0" smtClean="0">
                <a:latin typeface="Gill Sans Std ExtraBold" pitchFamily="34" charset="0"/>
              </a:rPr>
              <a:t>operações de tecnologia </a:t>
            </a:r>
            <a:r>
              <a:rPr lang="pt-BR" sz="1400" dirty="0" smtClean="0">
                <a:latin typeface="Gill Sans Std Light" pitchFamily="34" charset="0"/>
              </a:rPr>
              <a:t>com as equipes (resultados)</a:t>
            </a:r>
          </a:p>
          <a:p>
            <a:pPr marL="285750" indent="-285750">
              <a:spcAft>
                <a:spcPts val="600"/>
              </a:spcAft>
              <a:buFont typeface="Arial" pitchFamily="34" charset="0"/>
              <a:buChar char="•"/>
            </a:pPr>
            <a:r>
              <a:rPr lang="pt-BR" sz="1400" dirty="0" smtClean="0">
                <a:latin typeface="Gill Sans Std Light" pitchFamily="34" charset="0"/>
              </a:rPr>
              <a:t>promover a </a:t>
            </a:r>
            <a:r>
              <a:rPr lang="pt-BR" sz="1400" dirty="0" smtClean="0">
                <a:latin typeface="Gill Sans Std ExtraBold" pitchFamily="34" charset="0"/>
              </a:rPr>
              <a:t>integração e diálogo </a:t>
            </a:r>
            <a:r>
              <a:rPr lang="pt-BR" sz="1400" dirty="0">
                <a:latin typeface="Gill Sans Std Light" pitchFamily="34" charset="0"/>
              </a:rPr>
              <a:t>de pessoas com diferentes backgrounds, percepções e </a:t>
            </a:r>
            <a:r>
              <a:rPr lang="pt-BR" sz="1400" dirty="0" smtClean="0">
                <a:latin typeface="Gill Sans Std Light" pitchFamily="34" charset="0"/>
              </a:rPr>
              <a:t>visões., criando </a:t>
            </a:r>
            <a:r>
              <a:rPr lang="pt-BR" sz="1400" dirty="0" smtClean="0">
                <a:latin typeface="Gill Sans Std ExtraBold" pitchFamily="34" charset="0"/>
              </a:rPr>
              <a:t>vínculos e novas conexões</a:t>
            </a:r>
            <a:r>
              <a:rPr lang="pt-BR" sz="1400" dirty="0">
                <a:latin typeface="Gill Sans Std Light" pitchFamily="34" charset="0"/>
              </a:rPr>
              <a:t> </a:t>
            </a:r>
            <a:r>
              <a:rPr lang="pt-BR" sz="1400" dirty="0" smtClean="0">
                <a:latin typeface="Gill Sans Std Light" pitchFamily="34" charset="0"/>
              </a:rPr>
              <a:t>(soft) </a:t>
            </a:r>
            <a:endParaRPr lang="pt-BR" sz="1400" dirty="0">
              <a:latin typeface="Gill Sans Std ExtraBold" pitchFamily="34" charset="0"/>
            </a:endParaRPr>
          </a:p>
        </p:txBody>
      </p:sp>
      <p:sp>
        <p:nvSpPr>
          <p:cNvPr id="11" name="CaixaDeTexto 10"/>
          <p:cNvSpPr txBox="1"/>
          <p:nvPr/>
        </p:nvSpPr>
        <p:spPr>
          <a:xfrm>
            <a:off x="251521" y="87748"/>
            <a:ext cx="4824536" cy="194942"/>
          </a:xfrm>
          <a:prstGeom prst="rect">
            <a:avLst/>
          </a:prstGeom>
          <a:noFill/>
        </p:spPr>
        <p:txBody>
          <a:bodyPr wrap="square" lIns="81633" tIns="40817" rIns="81633" bIns="40817" rtlCol="0">
            <a:spAutoFit/>
          </a:bodyPr>
          <a:lstStyle/>
          <a:p>
            <a:r>
              <a:rPr lang="pt-BR" sz="700" dirty="0">
                <a:solidFill>
                  <a:schemeClr val="bg1">
                    <a:lumMod val="65000"/>
                  </a:schemeClr>
                </a:solidFill>
                <a:latin typeface="Gill Sans Std Light" pitchFamily="34" charset="0"/>
              </a:rPr>
              <a:t>PLANO AÇÕES E EVENTOS TD 2015</a:t>
            </a:r>
          </a:p>
        </p:txBody>
      </p:sp>
      <p:pic>
        <p:nvPicPr>
          <p:cNvPr id="12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8914" y="4557758"/>
            <a:ext cx="489000" cy="44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85833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/>
          <p:cNvSpPr txBox="1"/>
          <p:nvPr/>
        </p:nvSpPr>
        <p:spPr>
          <a:xfrm>
            <a:off x="359867" y="303892"/>
            <a:ext cx="3685575" cy="584405"/>
          </a:xfrm>
          <a:prstGeom prst="rect">
            <a:avLst/>
          </a:prstGeom>
          <a:noFill/>
        </p:spPr>
        <p:txBody>
          <a:bodyPr wrap="square" lIns="81633" tIns="40817" rIns="81633" bIns="40817" rtlCol="0">
            <a:spAutoFit/>
          </a:bodyPr>
          <a:lstStyle/>
          <a:p>
            <a:pPr marR="73130"/>
            <a:r>
              <a:rPr lang="pt-BR" dirty="0" smtClean="0">
                <a:solidFill>
                  <a:srgbClr val="C8102E"/>
                </a:solidFill>
                <a:latin typeface="Gill Sans Std ExtraBold"/>
                <a:ea typeface="Times New Roman"/>
                <a:cs typeface="Tahoma"/>
              </a:rPr>
              <a:t>Racional do Plano de Ações e Eventos TD 2015</a:t>
            </a:r>
            <a:endParaRPr lang="pt-BR" dirty="0">
              <a:solidFill>
                <a:srgbClr val="C8102E"/>
              </a:solidFill>
              <a:latin typeface="Gill Sans Std ExtraBold" pitchFamily="34" charset="0"/>
            </a:endParaRPr>
          </a:p>
        </p:txBody>
      </p:sp>
      <p:sp>
        <p:nvSpPr>
          <p:cNvPr id="5" name="CaixaDeTexto 4"/>
          <p:cNvSpPr txBox="1"/>
          <p:nvPr/>
        </p:nvSpPr>
        <p:spPr>
          <a:xfrm>
            <a:off x="359867" y="911354"/>
            <a:ext cx="8262640" cy="584405"/>
          </a:xfrm>
          <a:prstGeom prst="rect">
            <a:avLst/>
          </a:prstGeom>
          <a:noFill/>
        </p:spPr>
        <p:txBody>
          <a:bodyPr wrap="square" lIns="81633" tIns="40817" rIns="81633" bIns="40817" rtlCol="0">
            <a:spAutoFit/>
          </a:bodyPr>
          <a:lstStyle/>
          <a:p>
            <a:pPr marR="73130"/>
            <a:r>
              <a:rPr lang="pt-BR" dirty="0" smtClean="0">
                <a:solidFill>
                  <a:srgbClr val="404040"/>
                </a:solidFill>
                <a:latin typeface="Gill Sans Std"/>
                <a:ea typeface="Times New Roman"/>
                <a:cs typeface="Tahoma"/>
              </a:rPr>
              <a:t>Teremos 4 frentes de ação, que se diferenciam pelas suas propostas de conteúdo e objetivos estratégicos:</a:t>
            </a:r>
            <a:endParaRPr lang="pt-BR" dirty="0">
              <a:latin typeface="Times New Roman"/>
              <a:ea typeface="Times New Roman"/>
            </a:endParaRPr>
          </a:p>
        </p:txBody>
      </p:sp>
      <p:sp>
        <p:nvSpPr>
          <p:cNvPr id="11" name="CaixaDeTexto 10"/>
          <p:cNvSpPr txBox="1"/>
          <p:nvPr/>
        </p:nvSpPr>
        <p:spPr>
          <a:xfrm>
            <a:off x="251521" y="87748"/>
            <a:ext cx="4824536" cy="194942"/>
          </a:xfrm>
          <a:prstGeom prst="rect">
            <a:avLst/>
          </a:prstGeom>
          <a:noFill/>
        </p:spPr>
        <p:txBody>
          <a:bodyPr wrap="square" lIns="81633" tIns="40817" rIns="81633" bIns="40817" rtlCol="0">
            <a:spAutoFit/>
          </a:bodyPr>
          <a:lstStyle/>
          <a:p>
            <a:r>
              <a:rPr lang="pt-BR" sz="700" dirty="0">
                <a:solidFill>
                  <a:schemeClr val="bg1">
                    <a:lumMod val="65000"/>
                  </a:schemeClr>
                </a:solidFill>
                <a:latin typeface="Gill Sans Std Light" pitchFamily="34" charset="0"/>
              </a:rPr>
              <a:t>PLANO AÇÕES E EVENTOS TD 2015</a:t>
            </a:r>
          </a:p>
        </p:txBody>
      </p:sp>
      <p:pic>
        <p:nvPicPr>
          <p:cNvPr id="12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8914" y="4557758"/>
            <a:ext cx="489000" cy="443784"/>
          </a:xfrm>
          <a:prstGeom prst="rect">
            <a:avLst/>
          </a:prstGeom>
        </p:spPr>
      </p:pic>
      <p:sp>
        <p:nvSpPr>
          <p:cNvPr id="25" name="Retângulo de cantos arredondados 24"/>
          <p:cNvSpPr/>
          <p:nvPr/>
        </p:nvSpPr>
        <p:spPr>
          <a:xfrm>
            <a:off x="4508446" y="1597057"/>
            <a:ext cx="3663954" cy="1622765"/>
          </a:xfrm>
          <a:prstGeom prst="round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latin typeface="Gill Sans Std" pitchFamily="34" charset="0"/>
            </a:endParaRPr>
          </a:p>
        </p:txBody>
      </p:sp>
      <p:sp>
        <p:nvSpPr>
          <p:cNvPr id="26" name="CaixaDeTexto 25"/>
          <p:cNvSpPr txBox="1"/>
          <p:nvPr/>
        </p:nvSpPr>
        <p:spPr>
          <a:xfrm>
            <a:off x="4508446" y="1597057"/>
            <a:ext cx="36639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 smtClean="0">
                <a:latin typeface="Gill Sans Std" pitchFamily="34" charset="0"/>
              </a:rPr>
              <a:t>Mundo Digital</a:t>
            </a:r>
            <a:endParaRPr lang="pt-BR" b="1" dirty="0">
              <a:latin typeface="Gill Sans Std" pitchFamily="34" charset="0"/>
            </a:endParaRPr>
          </a:p>
        </p:txBody>
      </p:sp>
      <p:sp>
        <p:nvSpPr>
          <p:cNvPr id="27" name="CaixaDeTexto 26"/>
          <p:cNvSpPr txBox="1"/>
          <p:nvPr/>
        </p:nvSpPr>
        <p:spPr>
          <a:xfrm>
            <a:off x="4508446" y="1957097"/>
            <a:ext cx="366395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 smtClean="0">
                <a:latin typeface="Gill Sans Std Light" pitchFamily="34" charset="0"/>
              </a:rPr>
              <a:t>Eventos com </a:t>
            </a:r>
            <a:r>
              <a:rPr lang="pt-BR" sz="1200" dirty="0">
                <a:latin typeface="Gill Sans Std Light" pitchFamily="34" charset="0"/>
              </a:rPr>
              <a:t>convidados externos </a:t>
            </a:r>
            <a:r>
              <a:rPr lang="pt-BR" sz="1200" dirty="0" smtClean="0">
                <a:latin typeface="Gill Sans Std Light" pitchFamily="34" charset="0"/>
              </a:rPr>
              <a:t>em temas relevantes (</a:t>
            </a:r>
            <a:r>
              <a:rPr lang="pt-BR" sz="1200" dirty="0">
                <a:latin typeface="Gill Sans Std Light" pitchFamily="34" charset="0"/>
              </a:rPr>
              <a:t>tendências e negócios digitais), </a:t>
            </a:r>
            <a:r>
              <a:rPr lang="pt-BR" sz="1200" dirty="0" smtClean="0">
                <a:latin typeface="Gill Sans Std Light" pitchFamily="34" charset="0"/>
              </a:rPr>
              <a:t>trazendo novos conteúdos para as equipes e oportunidades </a:t>
            </a:r>
            <a:r>
              <a:rPr lang="pt-BR" sz="1200" dirty="0">
                <a:latin typeface="Gill Sans Std Light" pitchFamily="34" charset="0"/>
              </a:rPr>
              <a:t>de </a:t>
            </a:r>
            <a:r>
              <a:rPr lang="pt-BR" sz="1200" dirty="0" smtClean="0">
                <a:latin typeface="Gill Sans Std Light" pitchFamily="34" charset="0"/>
              </a:rPr>
              <a:t>diálogo. Serão </a:t>
            </a:r>
            <a:r>
              <a:rPr lang="pt-BR" sz="1200" dirty="0">
                <a:latin typeface="Gill Sans Std Light" pitchFamily="34" charset="0"/>
              </a:rPr>
              <a:t>desenhados </a:t>
            </a:r>
            <a:r>
              <a:rPr lang="pt-BR" sz="1200" dirty="0" smtClean="0">
                <a:latin typeface="Gill Sans Std Light" pitchFamily="34" charset="0"/>
              </a:rPr>
              <a:t>com foco em “desafios de negócio”, no sentido de fomentar a </a:t>
            </a:r>
            <a:r>
              <a:rPr lang="pt-BR" sz="1200" dirty="0">
                <a:latin typeface="Gill Sans Std Light" pitchFamily="34" charset="0"/>
              </a:rPr>
              <a:t>geração de </a:t>
            </a:r>
            <a:r>
              <a:rPr lang="pt-BR" sz="1200" dirty="0" smtClean="0">
                <a:latin typeface="Gill Sans Std Light" pitchFamily="34" charset="0"/>
              </a:rPr>
              <a:t>insights e </a:t>
            </a:r>
            <a:r>
              <a:rPr lang="pt-BR" sz="1200" dirty="0">
                <a:latin typeface="Gill Sans Std Light" pitchFamily="34" charset="0"/>
              </a:rPr>
              <a:t>“</a:t>
            </a:r>
            <a:r>
              <a:rPr lang="pt-BR" sz="1200" dirty="0" err="1">
                <a:latin typeface="Gill Sans Std Light" pitchFamily="34" charset="0"/>
              </a:rPr>
              <a:t>call</a:t>
            </a:r>
            <a:r>
              <a:rPr lang="pt-BR" sz="1200" dirty="0">
                <a:latin typeface="Gill Sans Std Light" pitchFamily="34" charset="0"/>
              </a:rPr>
              <a:t> </a:t>
            </a:r>
            <a:r>
              <a:rPr lang="pt-BR" sz="1200" dirty="0" err="1">
                <a:latin typeface="Gill Sans Std Light" pitchFamily="34" charset="0"/>
              </a:rPr>
              <a:t>to</a:t>
            </a:r>
            <a:r>
              <a:rPr lang="pt-BR" sz="1200" dirty="0">
                <a:latin typeface="Gill Sans Std Light" pitchFamily="34" charset="0"/>
              </a:rPr>
              <a:t> </a:t>
            </a:r>
            <a:r>
              <a:rPr lang="pt-BR" sz="1200" dirty="0" err="1">
                <a:latin typeface="Gill Sans Std Light" pitchFamily="34" charset="0"/>
              </a:rPr>
              <a:t>action</a:t>
            </a:r>
            <a:r>
              <a:rPr lang="pt-BR" sz="1200" dirty="0">
                <a:latin typeface="Gill Sans Std Light" pitchFamily="34" charset="0"/>
              </a:rPr>
              <a:t>” </a:t>
            </a:r>
            <a:r>
              <a:rPr lang="pt-BR" sz="1200" dirty="0" smtClean="0">
                <a:latin typeface="Gill Sans Std Light" pitchFamily="34" charset="0"/>
              </a:rPr>
              <a:t>para inovação </a:t>
            </a:r>
            <a:r>
              <a:rPr lang="pt-BR" sz="1200" dirty="0">
                <a:latin typeface="Gill Sans Std Light" pitchFamily="34" charset="0"/>
              </a:rPr>
              <a:t>nos </a:t>
            </a:r>
            <a:r>
              <a:rPr lang="pt-BR" sz="1200" dirty="0" smtClean="0">
                <a:latin typeface="Gill Sans Std Light" pitchFamily="34" charset="0"/>
              </a:rPr>
              <a:t>times de TD.</a:t>
            </a:r>
            <a:endParaRPr lang="pt-BR" sz="1200" dirty="0">
              <a:latin typeface="Gill Sans Std Light" pitchFamily="34" charset="0"/>
            </a:endParaRPr>
          </a:p>
        </p:txBody>
      </p:sp>
      <p:sp>
        <p:nvSpPr>
          <p:cNvPr id="37" name="Retângulo de cantos arredondados 36"/>
          <p:cNvSpPr/>
          <p:nvPr/>
        </p:nvSpPr>
        <p:spPr>
          <a:xfrm>
            <a:off x="4516900" y="3397257"/>
            <a:ext cx="3663954" cy="1622765"/>
          </a:xfrm>
          <a:prstGeom prst="round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latin typeface="Gill Sans Std" pitchFamily="34" charset="0"/>
            </a:endParaRPr>
          </a:p>
        </p:txBody>
      </p:sp>
      <p:sp>
        <p:nvSpPr>
          <p:cNvPr id="38" name="CaixaDeTexto 37"/>
          <p:cNvSpPr txBox="1"/>
          <p:nvPr/>
        </p:nvSpPr>
        <p:spPr>
          <a:xfrm>
            <a:off x="4516900" y="3397257"/>
            <a:ext cx="36639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 smtClean="0">
                <a:latin typeface="Gill Sans Std" pitchFamily="34" charset="0"/>
              </a:rPr>
              <a:t>Lançamentos de Tecnologia</a:t>
            </a:r>
            <a:endParaRPr lang="pt-BR" b="1" dirty="0">
              <a:latin typeface="Gill Sans Std" pitchFamily="34" charset="0"/>
            </a:endParaRPr>
          </a:p>
        </p:txBody>
      </p:sp>
      <p:sp>
        <p:nvSpPr>
          <p:cNvPr id="39" name="CaixaDeTexto 38"/>
          <p:cNvSpPr txBox="1"/>
          <p:nvPr/>
        </p:nvSpPr>
        <p:spPr>
          <a:xfrm>
            <a:off x="4516900" y="3757297"/>
            <a:ext cx="366395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 smtClean="0">
                <a:latin typeface="Gill Sans Std Light" pitchFamily="34" charset="0"/>
              </a:rPr>
              <a:t>Ações de difusão das entregas de </a:t>
            </a:r>
            <a:r>
              <a:rPr lang="pt-BR" sz="1200" dirty="0">
                <a:latin typeface="Gill Sans Std Light" pitchFamily="34" charset="0"/>
              </a:rPr>
              <a:t>tecnologia para o negócio. </a:t>
            </a:r>
            <a:r>
              <a:rPr lang="pt-BR" sz="1200" dirty="0" smtClean="0">
                <a:latin typeface="Gill Sans Std Light" pitchFamily="34" charset="0"/>
              </a:rPr>
              <a:t>Acontecem </a:t>
            </a:r>
            <a:r>
              <a:rPr lang="pt-BR" sz="1200" dirty="0">
                <a:latin typeface="Gill Sans Std Light" pitchFamily="34" charset="0"/>
              </a:rPr>
              <a:t>no próprio ambiente de </a:t>
            </a:r>
            <a:r>
              <a:rPr lang="pt-BR" sz="1200" dirty="0" smtClean="0">
                <a:latin typeface="Gill Sans Std Light" pitchFamily="34" charset="0"/>
              </a:rPr>
              <a:t>trabalho, </a:t>
            </a:r>
            <a:r>
              <a:rPr lang="pt-BR" sz="1200" dirty="0">
                <a:latin typeface="Gill Sans Std Light" pitchFamily="34" charset="0"/>
              </a:rPr>
              <a:t>de forma a </a:t>
            </a:r>
            <a:r>
              <a:rPr lang="pt-BR" sz="1200" dirty="0" smtClean="0">
                <a:latin typeface="Gill Sans Std Light" pitchFamily="34" charset="0"/>
              </a:rPr>
              <a:t>integrar as entregas na rotina dos Colaboradores e criar uma percepção da relevância das </a:t>
            </a:r>
            <a:r>
              <a:rPr lang="pt-BR" sz="1200" dirty="0">
                <a:latin typeface="Gill Sans Std Light" pitchFamily="34" charset="0"/>
              </a:rPr>
              <a:t>entregas </a:t>
            </a:r>
            <a:r>
              <a:rPr lang="pt-BR" sz="1200" dirty="0" smtClean="0">
                <a:latin typeface="Gill Sans Std Light" pitchFamily="34" charset="0"/>
              </a:rPr>
              <a:t>de TD para </a:t>
            </a:r>
            <a:r>
              <a:rPr lang="pt-BR" sz="1200" dirty="0">
                <a:latin typeface="Gill Sans Std Light" pitchFamily="34" charset="0"/>
              </a:rPr>
              <a:t>o </a:t>
            </a:r>
            <a:r>
              <a:rPr lang="pt-BR" sz="1200" dirty="0" smtClean="0">
                <a:latin typeface="Gill Sans Std Light" pitchFamily="34" charset="0"/>
              </a:rPr>
              <a:t>negócio.</a:t>
            </a:r>
            <a:endParaRPr lang="pt-BR" sz="1200" dirty="0">
              <a:latin typeface="Gill Sans Std Light" pitchFamily="34" charset="0"/>
            </a:endParaRPr>
          </a:p>
        </p:txBody>
      </p:sp>
      <p:sp>
        <p:nvSpPr>
          <p:cNvPr id="40" name="Retângulo de cantos arredondados 39"/>
          <p:cNvSpPr/>
          <p:nvPr/>
        </p:nvSpPr>
        <p:spPr>
          <a:xfrm>
            <a:off x="539552" y="1597057"/>
            <a:ext cx="3744416" cy="1622765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latin typeface="Gill Sans Std" pitchFamily="34" charset="0"/>
            </a:endParaRPr>
          </a:p>
        </p:txBody>
      </p:sp>
      <p:sp>
        <p:nvSpPr>
          <p:cNvPr id="41" name="CaixaDeTexto 40"/>
          <p:cNvSpPr txBox="1"/>
          <p:nvPr/>
        </p:nvSpPr>
        <p:spPr>
          <a:xfrm>
            <a:off x="539552" y="1597057"/>
            <a:ext cx="37444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 smtClean="0">
                <a:latin typeface="Gill Sans Std" pitchFamily="34" charset="0"/>
              </a:rPr>
              <a:t>Encontro TD</a:t>
            </a:r>
            <a:endParaRPr lang="pt-BR" b="1" dirty="0">
              <a:latin typeface="Gill Sans Std" pitchFamily="34" charset="0"/>
            </a:endParaRPr>
          </a:p>
        </p:txBody>
      </p:sp>
      <p:sp>
        <p:nvSpPr>
          <p:cNvPr id="42" name="CaixaDeTexto 41"/>
          <p:cNvSpPr txBox="1"/>
          <p:nvPr/>
        </p:nvSpPr>
        <p:spPr>
          <a:xfrm>
            <a:off x="539552" y="1957097"/>
            <a:ext cx="374441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 smtClean="0">
                <a:latin typeface="Gill Sans Std Light" pitchFamily="34" charset="0"/>
              </a:rPr>
              <a:t>Eventos do time TD </a:t>
            </a:r>
            <a:r>
              <a:rPr lang="pt-BR" sz="1200" dirty="0">
                <a:latin typeface="Gill Sans Std Light" pitchFamily="34" charset="0"/>
              </a:rPr>
              <a:t>BR </a:t>
            </a:r>
            <a:r>
              <a:rPr lang="pt-BR" sz="1200" dirty="0" smtClean="0">
                <a:latin typeface="Gill Sans Std Light" pitchFamily="34" charset="0"/>
              </a:rPr>
              <a:t>e/ou OIs, </a:t>
            </a:r>
            <a:r>
              <a:rPr lang="pt-BR" sz="1200" dirty="0">
                <a:latin typeface="Gill Sans Std Light" pitchFamily="34" charset="0"/>
              </a:rPr>
              <a:t>como foco em comunicação de aspectos da estratégia, resultados de TD e do </a:t>
            </a:r>
            <a:r>
              <a:rPr lang="pt-BR" sz="1200" dirty="0" smtClean="0">
                <a:latin typeface="Gill Sans Std Light" pitchFamily="34" charset="0"/>
              </a:rPr>
              <a:t>negócio </a:t>
            </a:r>
            <a:r>
              <a:rPr lang="pt-BR" sz="1200" dirty="0">
                <a:latin typeface="Gill Sans Std Light" pitchFamily="34" charset="0"/>
              </a:rPr>
              <a:t>gerando </a:t>
            </a:r>
            <a:r>
              <a:rPr lang="pt-BR" sz="1200" dirty="0" smtClean="0">
                <a:latin typeface="Gill Sans Std Light" pitchFamily="34" charset="0"/>
              </a:rPr>
              <a:t>também oportunidades </a:t>
            </a:r>
            <a:r>
              <a:rPr lang="pt-BR" sz="1200" dirty="0">
                <a:latin typeface="Gill Sans Std Light" pitchFamily="34" charset="0"/>
              </a:rPr>
              <a:t>para atividades com todo o </a:t>
            </a:r>
            <a:r>
              <a:rPr lang="pt-BR" sz="1200" dirty="0" smtClean="0">
                <a:latin typeface="Gill Sans Std Light" pitchFamily="34" charset="0"/>
              </a:rPr>
              <a:t>grupo (p.ex., </a:t>
            </a:r>
            <a:r>
              <a:rPr lang="pt-BR" sz="1200" dirty="0" err="1" smtClean="0">
                <a:latin typeface="Gill Sans Std Light" pitchFamily="34" charset="0"/>
              </a:rPr>
              <a:t>cocriação</a:t>
            </a:r>
            <a:r>
              <a:rPr lang="pt-BR" sz="1200" dirty="0" smtClean="0">
                <a:latin typeface="Gill Sans Std Light" pitchFamily="34" charset="0"/>
              </a:rPr>
              <a:t>, </a:t>
            </a:r>
            <a:r>
              <a:rPr lang="pt-BR" sz="1200" dirty="0" err="1">
                <a:latin typeface="Gill Sans Std Light" pitchFamily="34" charset="0"/>
              </a:rPr>
              <a:t>w</a:t>
            </a:r>
            <a:r>
              <a:rPr lang="pt-BR" sz="1200" dirty="0" err="1" smtClean="0">
                <a:latin typeface="Gill Sans Std Light" pitchFamily="34" charset="0"/>
              </a:rPr>
              <a:t>ord</a:t>
            </a:r>
            <a:r>
              <a:rPr lang="pt-BR" sz="1200" dirty="0" smtClean="0">
                <a:latin typeface="Gill Sans Std Light" pitchFamily="34" charset="0"/>
              </a:rPr>
              <a:t> café).</a:t>
            </a:r>
            <a:endParaRPr lang="pt-BR" sz="1200" dirty="0">
              <a:latin typeface="Gill Sans Std Light" pitchFamily="34" charset="0"/>
            </a:endParaRPr>
          </a:p>
        </p:txBody>
      </p:sp>
      <p:sp>
        <p:nvSpPr>
          <p:cNvPr id="43" name="Retângulo de cantos arredondados 42"/>
          <p:cNvSpPr/>
          <p:nvPr/>
        </p:nvSpPr>
        <p:spPr>
          <a:xfrm>
            <a:off x="548006" y="3397257"/>
            <a:ext cx="3735962" cy="1622765"/>
          </a:xfrm>
          <a:prstGeom prst="roundRect">
            <a:avLst/>
          </a:prstGeom>
          <a:noFill/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latin typeface="Gill Sans Std" pitchFamily="34" charset="0"/>
            </a:endParaRPr>
          </a:p>
        </p:txBody>
      </p:sp>
      <p:sp>
        <p:nvSpPr>
          <p:cNvPr id="44" name="CaixaDeTexto 43"/>
          <p:cNvSpPr txBox="1"/>
          <p:nvPr/>
        </p:nvSpPr>
        <p:spPr>
          <a:xfrm>
            <a:off x="548006" y="3397257"/>
            <a:ext cx="373596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 smtClean="0">
                <a:latin typeface="Gill Sans Std" pitchFamily="34" charset="0"/>
              </a:rPr>
              <a:t>Social TD</a:t>
            </a:r>
            <a:endParaRPr lang="pt-BR" b="1" dirty="0">
              <a:latin typeface="Gill Sans Std" pitchFamily="34" charset="0"/>
            </a:endParaRPr>
          </a:p>
        </p:txBody>
      </p:sp>
      <p:sp>
        <p:nvSpPr>
          <p:cNvPr id="45" name="CaixaDeTexto 44"/>
          <p:cNvSpPr txBox="1"/>
          <p:nvPr/>
        </p:nvSpPr>
        <p:spPr>
          <a:xfrm>
            <a:off x="548006" y="3757297"/>
            <a:ext cx="373596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 smtClean="0">
                <a:latin typeface="Gill Sans Std Light" pitchFamily="34" charset="0"/>
              </a:rPr>
              <a:t>Ações </a:t>
            </a:r>
            <a:r>
              <a:rPr lang="pt-BR" sz="1200" dirty="0">
                <a:latin typeface="Gill Sans Std Light" pitchFamily="34" charset="0"/>
              </a:rPr>
              <a:t>de voluntariado, campanhas internas </a:t>
            </a:r>
            <a:r>
              <a:rPr lang="pt-BR" sz="1200" dirty="0" smtClean="0">
                <a:latin typeface="Gill Sans Std Light" pitchFamily="34" charset="0"/>
              </a:rPr>
              <a:t>e eventos informais de confraternização, com o objetivo </a:t>
            </a:r>
            <a:r>
              <a:rPr lang="pt-BR" sz="1200" dirty="0">
                <a:latin typeface="Gill Sans Std Light" pitchFamily="34" charset="0"/>
              </a:rPr>
              <a:t>de promover maior </a:t>
            </a:r>
            <a:r>
              <a:rPr lang="pt-BR" sz="1200" dirty="0" smtClean="0">
                <a:latin typeface="Gill Sans Std Light" pitchFamily="34" charset="0"/>
              </a:rPr>
              <a:t>integração, criar novas conexões e </a:t>
            </a:r>
            <a:r>
              <a:rPr lang="pt-BR" sz="1200" dirty="0">
                <a:latin typeface="Gill Sans Std Light" pitchFamily="34" charset="0"/>
              </a:rPr>
              <a:t>aprofundar relacionamento interpessoal entre colaboradores de diferentes áreas</a:t>
            </a:r>
            <a:r>
              <a:rPr lang="pt-BR" sz="1200" dirty="0" smtClean="0">
                <a:latin typeface="Gill Sans Std Light" pitchFamily="34" charset="0"/>
              </a:rPr>
              <a:t>..</a:t>
            </a:r>
            <a:endParaRPr lang="pt-BR" sz="1200" dirty="0">
              <a:latin typeface="Gill Sans Std Ligh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72123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/>
          <p:cNvSpPr txBox="1"/>
          <p:nvPr/>
        </p:nvSpPr>
        <p:spPr>
          <a:xfrm>
            <a:off x="359867" y="303892"/>
            <a:ext cx="3685575" cy="584405"/>
          </a:xfrm>
          <a:prstGeom prst="rect">
            <a:avLst/>
          </a:prstGeom>
          <a:noFill/>
        </p:spPr>
        <p:txBody>
          <a:bodyPr wrap="square" lIns="81633" tIns="40817" rIns="81633" bIns="40817" rtlCol="0">
            <a:spAutoFit/>
          </a:bodyPr>
          <a:lstStyle/>
          <a:p>
            <a:pPr marR="73130"/>
            <a:r>
              <a:rPr lang="pt-BR" dirty="0" smtClean="0">
                <a:solidFill>
                  <a:srgbClr val="C8102E"/>
                </a:solidFill>
                <a:latin typeface="Gill Sans Std ExtraBold"/>
                <a:ea typeface="Times New Roman"/>
                <a:cs typeface="Tahoma"/>
              </a:rPr>
              <a:t>Racional do Plano de Ações e Eventos TD 2015</a:t>
            </a:r>
            <a:endParaRPr lang="pt-BR" dirty="0">
              <a:solidFill>
                <a:srgbClr val="C8102E"/>
              </a:solidFill>
              <a:latin typeface="Gill Sans Std ExtraBold" pitchFamily="34" charset="0"/>
            </a:endParaRPr>
          </a:p>
        </p:txBody>
      </p:sp>
      <p:sp>
        <p:nvSpPr>
          <p:cNvPr id="5" name="CaixaDeTexto 4"/>
          <p:cNvSpPr txBox="1"/>
          <p:nvPr/>
        </p:nvSpPr>
        <p:spPr>
          <a:xfrm>
            <a:off x="359867" y="911354"/>
            <a:ext cx="8262640" cy="574874"/>
          </a:xfrm>
          <a:prstGeom prst="rect">
            <a:avLst/>
          </a:prstGeom>
          <a:noFill/>
        </p:spPr>
        <p:txBody>
          <a:bodyPr wrap="square" lIns="81633" tIns="40817" rIns="81633" bIns="40817" rtlCol="0">
            <a:spAutoFit/>
          </a:bodyPr>
          <a:lstStyle/>
          <a:p>
            <a:pPr marR="73130"/>
            <a:r>
              <a:rPr lang="pt-BR" dirty="0" smtClean="0">
                <a:solidFill>
                  <a:srgbClr val="404040"/>
                </a:solidFill>
                <a:latin typeface="Gill Sans Std"/>
                <a:ea typeface="Times New Roman"/>
                <a:cs typeface="Tahoma"/>
              </a:rPr>
              <a:t>Todos os Colaboradores terão ampla visibilidade das ações planejadas na grade anual no Calendário TD, um novo serviço criado com a evolução do Portal TD (lançamento em </a:t>
            </a:r>
            <a:r>
              <a:rPr lang="pt-BR" dirty="0" err="1" smtClean="0">
                <a:solidFill>
                  <a:srgbClr val="404040"/>
                </a:solidFill>
                <a:latin typeface="Gill Sans Std"/>
                <a:ea typeface="Times New Roman"/>
                <a:cs typeface="Tahoma"/>
              </a:rPr>
              <a:t>fev</a:t>
            </a:r>
            <a:r>
              <a:rPr lang="pt-BR" dirty="0" smtClean="0">
                <a:solidFill>
                  <a:srgbClr val="404040"/>
                </a:solidFill>
                <a:latin typeface="Gill Sans Std"/>
                <a:ea typeface="Times New Roman"/>
                <a:cs typeface="Tahoma"/>
              </a:rPr>
              <a:t>/15).</a:t>
            </a:r>
            <a:endParaRPr lang="pt-BR" dirty="0">
              <a:latin typeface="Times New Roman"/>
              <a:ea typeface="Times New Roman"/>
            </a:endParaRPr>
          </a:p>
        </p:txBody>
      </p:sp>
      <p:sp>
        <p:nvSpPr>
          <p:cNvPr id="11" name="CaixaDeTexto 10"/>
          <p:cNvSpPr txBox="1"/>
          <p:nvPr/>
        </p:nvSpPr>
        <p:spPr>
          <a:xfrm>
            <a:off x="251521" y="87748"/>
            <a:ext cx="4824536" cy="194942"/>
          </a:xfrm>
          <a:prstGeom prst="rect">
            <a:avLst/>
          </a:prstGeom>
          <a:noFill/>
        </p:spPr>
        <p:txBody>
          <a:bodyPr wrap="square" lIns="81633" tIns="40817" rIns="81633" bIns="40817" rtlCol="0">
            <a:spAutoFit/>
          </a:bodyPr>
          <a:lstStyle/>
          <a:p>
            <a:r>
              <a:rPr lang="pt-BR" sz="700" dirty="0">
                <a:solidFill>
                  <a:schemeClr val="bg1">
                    <a:lumMod val="65000"/>
                  </a:schemeClr>
                </a:solidFill>
                <a:latin typeface="Gill Sans Std Light" pitchFamily="34" charset="0"/>
              </a:rPr>
              <a:t>PLANO AÇÕES E EVENTOS TD 2015</a:t>
            </a:r>
          </a:p>
        </p:txBody>
      </p:sp>
      <p:pic>
        <p:nvPicPr>
          <p:cNvPr id="12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8914" y="4557758"/>
            <a:ext cx="489000" cy="443784"/>
          </a:xfrm>
          <a:prstGeom prst="rect">
            <a:avLst/>
          </a:prstGeom>
        </p:spPr>
      </p:pic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7378" y="1563638"/>
            <a:ext cx="6058918" cy="34563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" name="Retângulo de cantos arredondados 1"/>
          <p:cNvSpPr/>
          <p:nvPr/>
        </p:nvSpPr>
        <p:spPr>
          <a:xfrm>
            <a:off x="1206466" y="2067694"/>
            <a:ext cx="4013606" cy="2376264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735049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de cantos arredondados 4"/>
          <p:cNvSpPr/>
          <p:nvPr/>
        </p:nvSpPr>
        <p:spPr>
          <a:xfrm>
            <a:off x="0" y="573528"/>
            <a:ext cx="4572000" cy="3947234"/>
          </a:xfrm>
          <a:prstGeom prst="roundRect">
            <a:avLst/>
          </a:prstGeom>
          <a:solidFill>
            <a:srgbClr val="00AEC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1633" tIns="40817" rIns="81633" bIns="40817" rtlCol="0" anchor="ctr"/>
          <a:lstStyle/>
          <a:p>
            <a:pPr algn="ctr"/>
            <a:endParaRPr lang="pt-BR"/>
          </a:p>
        </p:txBody>
      </p:sp>
      <p:sp>
        <p:nvSpPr>
          <p:cNvPr id="4" name="CaixaDeTexto 3"/>
          <p:cNvSpPr txBox="1"/>
          <p:nvPr/>
        </p:nvSpPr>
        <p:spPr>
          <a:xfrm>
            <a:off x="390049" y="2126278"/>
            <a:ext cx="2642780" cy="844046"/>
          </a:xfrm>
          <a:prstGeom prst="rect">
            <a:avLst/>
          </a:prstGeom>
          <a:noFill/>
        </p:spPr>
        <p:txBody>
          <a:bodyPr wrap="square" lIns="81633" tIns="40817" rIns="81633" bIns="40817" rtlCol="0">
            <a:spAutoFit/>
          </a:bodyPr>
          <a:lstStyle/>
          <a:p>
            <a:r>
              <a:rPr lang="pt-BR" sz="2500" dirty="0">
                <a:solidFill>
                  <a:schemeClr val="bg1"/>
                </a:solidFill>
                <a:latin typeface="Gill Sans Std ExtraBold" pitchFamily="34" charset="0"/>
              </a:rPr>
              <a:t>mapa macro TD 2015</a:t>
            </a:r>
          </a:p>
        </p:txBody>
      </p:sp>
      <p:pic>
        <p:nvPicPr>
          <p:cNvPr id="7" name="Imagem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31841" y="2044749"/>
            <a:ext cx="630070" cy="528334"/>
          </a:xfrm>
          <a:prstGeom prst="rect">
            <a:avLst/>
          </a:prstGeom>
        </p:spPr>
      </p:pic>
      <p:pic>
        <p:nvPicPr>
          <p:cNvPr id="8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8538495" y="4555197"/>
            <a:ext cx="489000" cy="4464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CaixaDeTexto 8"/>
          <p:cNvSpPr txBox="1"/>
          <p:nvPr/>
        </p:nvSpPr>
        <p:spPr>
          <a:xfrm>
            <a:off x="5004048" y="1137222"/>
            <a:ext cx="3618458" cy="2851939"/>
          </a:xfrm>
          <a:prstGeom prst="rect">
            <a:avLst/>
          </a:prstGeom>
          <a:noFill/>
        </p:spPr>
        <p:txBody>
          <a:bodyPr wrap="square" lIns="81633" tIns="40817" rIns="81633" bIns="40817" rtlCol="0">
            <a:spAutoFit/>
          </a:bodyPr>
          <a:lstStyle/>
          <a:p>
            <a:pPr marL="306125" indent="-306125">
              <a:lnSpc>
                <a:spcPct val="250000"/>
              </a:lnSpc>
              <a:buAutoNum type="arabicPeriod"/>
            </a:pPr>
            <a:r>
              <a:rPr lang="pt-BR" sz="1800" dirty="0">
                <a:latin typeface="Gill Sans Std" pitchFamily="34" charset="0"/>
              </a:rPr>
              <a:t>Encontros TD</a:t>
            </a:r>
          </a:p>
          <a:p>
            <a:pPr marL="306125" indent="-306125">
              <a:lnSpc>
                <a:spcPct val="250000"/>
              </a:lnSpc>
              <a:buAutoNum type="arabicPeriod"/>
            </a:pPr>
            <a:r>
              <a:rPr lang="pt-BR" sz="1800" dirty="0" smtClean="0">
                <a:latin typeface="Gill Sans Std" pitchFamily="34" charset="0"/>
              </a:rPr>
              <a:t>Mundo </a:t>
            </a:r>
            <a:r>
              <a:rPr lang="pt-BR" sz="1800" dirty="0">
                <a:latin typeface="Gill Sans Std" pitchFamily="34" charset="0"/>
              </a:rPr>
              <a:t>Digital</a:t>
            </a:r>
          </a:p>
          <a:p>
            <a:pPr marL="306125" indent="-306125">
              <a:lnSpc>
                <a:spcPct val="250000"/>
              </a:lnSpc>
              <a:buAutoNum type="arabicPeriod"/>
            </a:pPr>
            <a:r>
              <a:rPr lang="pt-BR" sz="1800" dirty="0">
                <a:latin typeface="Gill Sans Std" pitchFamily="34" charset="0"/>
              </a:rPr>
              <a:t>Social TD</a:t>
            </a:r>
          </a:p>
          <a:p>
            <a:pPr marL="306125" indent="-306125">
              <a:lnSpc>
                <a:spcPct val="250000"/>
              </a:lnSpc>
              <a:buAutoNum type="arabicPeriod"/>
            </a:pPr>
            <a:r>
              <a:rPr lang="pt-BR" sz="1800" dirty="0">
                <a:latin typeface="Gill Sans Std" pitchFamily="34" charset="0"/>
              </a:rPr>
              <a:t>Lançamentos de Tecnologia</a:t>
            </a:r>
          </a:p>
        </p:txBody>
      </p:sp>
    </p:spTree>
    <p:extLst>
      <p:ext uri="{BB962C8B-B14F-4D97-AF65-F5344CB8AC3E}">
        <p14:creationId xmlns:p14="http://schemas.microsoft.com/office/powerpoint/2010/main" val="7421466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/>
          <p:cNvSpPr txBox="1"/>
          <p:nvPr/>
        </p:nvSpPr>
        <p:spPr>
          <a:xfrm>
            <a:off x="359867" y="267496"/>
            <a:ext cx="4212133" cy="328652"/>
          </a:xfrm>
          <a:prstGeom prst="rect">
            <a:avLst/>
          </a:prstGeom>
          <a:noFill/>
        </p:spPr>
        <p:txBody>
          <a:bodyPr wrap="square" lIns="81633" tIns="40817" rIns="81633" bIns="40817" rtlCol="0">
            <a:spAutoFit/>
          </a:bodyPr>
          <a:lstStyle/>
          <a:p>
            <a:pPr marR="73130"/>
            <a:r>
              <a:rPr lang="pt-BR" dirty="0" smtClean="0">
                <a:solidFill>
                  <a:srgbClr val="00AEC7"/>
                </a:solidFill>
                <a:latin typeface="Gill Sans Std ExtraBold"/>
                <a:ea typeface="Times New Roman"/>
                <a:cs typeface="Tahoma"/>
              </a:rPr>
              <a:t>Mapa Ações e Eventos TD 2015</a:t>
            </a:r>
            <a:endParaRPr lang="pt-BR" sz="1800" dirty="0">
              <a:solidFill>
                <a:srgbClr val="00AEC7"/>
              </a:solidFill>
              <a:latin typeface="Times New Roman"/>
              <a:ea typeface="Times New Roman"/>
            </a:endParaRPr>
          </a:p>
        </p:txBody>
      </p:sp>
      <p:sp>
        <p:nvSpPr>
          <p:cNvPr id="10" name="CaixaDeTexto 9"/>
          <p:cNvSpPr txBox="1"/>
          <p:nvPr/>
        </p:nvSpPr>
        <p:spPr>
          <a:xfrm>
            <a:off x="251521" y="87748"/>
            <a:ext cx="4824536" cy="194942"/>
          </a:xfrm>
          <a:prstGeom prst="rect">
            <a:avLst/>
          </a:prstGeom>
          <a:noFill/>
        </p:spPr>
        <p:txBody>
          <a:bodyPr wrap="square" lIns="81633" tIns="40817" rIns="81633" bIns="40817" rtlCol="0">
            <a:spAutoFit/>
          </a:bodyPr>
          <a:lstStyle/>
          <a:p>
            <a:r>
              <a:rPr lang="pt-BR" sz="700" dirty="0">
                <a:solidFill>
                  <a:schemeClr val="bg1">
                    <a:lumMod val="65000"/>
                  </a:schemeClr>
                </a:solidFill>
                <a:latin typeface="Gill Sans Std Light" pitchFamily="34" charset="0"/>
              </a:rPr>
              <a:t>PLANO AÇÕES E EVENTOS TD 2015</a:t>
            </a:r>
          </a:p>
        </p:txBody>
      </p:sp>
      <p:graphicFrame>
        <p:nvGraphicFramePr>
          <p:cNvPr id="2" name="Tabela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9546388"/>
              </p:ext>
            </p:extLst>
          </p:nvPr>
        </p:nvGraphicFramePr>
        <p:xfrm>
          <a:off x="107504" y="627536"/>
          <a:ext cx="8919986" cy="3887314"/>
        </p:xfrm>
        <a:graphic>
          <a:graphicData uri="http://schemas.openxmlformats.org/drawingml/2006/table">
            <a:tbl>
              <a:tblPr firstRow="1" firstCol="1">
                <a:tableStyleId>{7DF18680-E054-41AD-8BC1-D1AEF772440D}</a:tableStyleId>
              </a:tblPr>
              <a:tblGrid>
                <a:gridCol w="864096"/>
                <a:gridCol w="576064"/>
                <a:gridCol w="641170"/>
                <a:gridCol w="621696"/>
                <a:gridCol w="621696"/>
                <a:gridCol w="621696"/>
                <a:gridCol w="621696"/>
                <a:gridCol w="621696"/>
                <a:gridCol w="621696"/>
                <a:gridCol w="621696"/>
                <a:gridCol w="621696"/>
                <a:gridCol w="621696"/>
                <a:gridCol w="621696"/>
                <a:gridCol w="621696"/>
              </a:tblGrid>
              <a:tr h="205147">
                <a:tc>
                  <a:txBody>
                    <a:bodyPr/>
                    <a:lstStyle/>
                    <a:p>
                      <a:pPr algn="l" fontAlgn="ctr"/>
                      <a:r>
                        <a:rPr lang="pt-BR" sz="1000" u="none" strike="noStrike" dirty="0">
                          <a:effectLst/>
                          <a:latin typeface="Gill Sans Std" pitchFamily="34" charset="0"/>
                        </a:rPr>
                        <a:t>Ações</a:t>
                      </a:r>
                      <a:endParaRPr lang="pt-BR" sz="1000" b="1" i="0" u="none" strike="noStrike" dirty="0">
                        <a:solidFill>
                          <a:srgbClr val="FFFFFF"/>
                        </a:solidFill>
                        <a:effectLst/>
                        <a:latin typeface="Gill Sans Std" pitchFamily="34" charset="0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000" u="none" strike="noStrike" dirty="0">
                          <a:effectLst/>
                          <a:latin typeface="Gill Sans Std" pitchFamily="34" charset="0"/>
                        </a:rPr>
                        <a:t>Jan</a:t>
                      </a:r>
                      <a:endParaRPr lang="pt-BR" sz="1000" b="1" i="0" u="none" strike="noStrike" dirty="0">
                        <a:solidFill>
                          <a:srgbClr val="FFFFFF"/>
                        </a:solidFill>
                        <a:effectLst/>
                        <a:latin typeface="Gill Sans Std" pitchFamily="34" charset="0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000" u="none" strike="noStrike">
                          <a:effectLst/>
                          <a:latin typeface="Gill Sans Std" pitchFamily="34" charset="0"/>
                        </a:rPr>
                        <a:t>Fev</a:t>
                      </a:r>
                      <a:endParaRPr lang="pt-BR" sz="1000" b="1" i="0" u="none" strike="noStrike">
                        <a:solidFill>
                          <a:srgbClr val="FFFFFF"/>
                        </a:solidFill>
                        <a:effectLst/>
                        <a:latin typeface="Gill Sans Std" pitchFamily="34" charset="0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000" u="none" strike="noStrike" dirty="0">
                          <a:effectLst/>
                          <a:latin typeface="Gill Sans Std" pitchFamily="34" charset="0"/>
                        </a:rPr>
                        <a:t>Mar</a:t>
                      </a:r>
                      <a:endParaRPr lang="pt-BR" sz="1000" b="1" i="0" u="none" strike="noStrike" dirty="0">
                        <a:solidFill>
                          <a:srgbClr val="FFFFFF"/>
                        </a:solidFill>
                        <a:effectLst/>
                        <a:latin typeface="Gill Sans Std" pitchFamily="34" charset="0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000" u="none" strike="noStrike" dirty="0" err="1">
                          <a:effectLst/>
                          <a:latin typeface="Gill Sans Std" pitchFamily="34" charset="0"/>
                        </a:rPr>
                        <a:t>Abr</a:t>
                      </a:r>
                      <a:endParaRPr lang="pt-BR" sz="1000" b="1" i="0" u="none" strike="noStrike" dirty="0">
                        <a:solidFill>
                          <a:srgbClr val="FFFFFF"/>
                        </a:solidFill>
                        <a:effectLst/>
                        <a:latin typeface="Gill Sans Std" pitchFamily="34" charset="0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000" u="none" strike="noStrike" dirty="0">
                          <a:effectLst/>
                          <a:latin typeface="Gill Sans Std" pitchFamily="34" charset="0"/>
                        </a:rPr>
                        <a:t>Mai</a:t>
                      </a:r>
                      <a:endParaRPr lang="pt-BR" sz="1000" b="1" i="0" u="none" strike="noStrike" dirty="0">
                        <a:solidFill>
                          <a:srgbClr val="FFFFFF"/>
                        </a:solidFill>
                        <a:effectLst/>
                        <a:latin typeface="Gill Sans Std" pitchFamily="34" charset="0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000" u="none" strike="noStrike">
                          <a:effectLst/>
                          <a:latin typeface="Gill Sans Std" pitchFamily="34" charset="0"/>
                        </a:rPr>
                        <a:t>Jun</a:t>
                      </a:r>
                      <a:endParaRPr lang="pt-BR" sz="1000" b="1" i="0" u="none" strike="noStrike">
                        <a:solidFill>
                          <a:srgbClr val="FFFFFF"/>
                        </a:solidFill>
                        <a:effectLst/>
                        <a:latin typeface="Gill Sans Std" pitchFamily="34" charset="0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000" u="none" strike="noStrike">
                          <a:effectLst/>
                          <a:latin typeface="Gill Sans Std" pitchFamily="34" charset="0"/>
                        </a:rPr>
                        <a:t>Jul</a:t>
                      </a:r>
                      <a:endParaRPr lang="pt-BR" sz="1000" b="1" i="0" u="none" strike="noStrike">
                        <a:solidFill>
                          <a:srgbClr val="FFFFFF"/>
                        </a:solidFill>
                        <a:effectLst/>
                        <a:latin typeface="Gill Sans Std" pitchFamily="34" charset="0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000" u="none" strike="noStrike" dirty="0" err="1">
                          <a:effectLst/>
                          <a:latin typeface="Gill Sans Std" pitchFamily="34" charset="0"/>
                        </a:rPr>
                        <a:t>Ago</a:t>
                      </a:r>
                      <a:endParaRPr lang="pt-BR" sz="1000" b="1" i="0" u="none" strike="noStrike" dirty="0">
                        <a:solidFill>
                          <a:srgbClr val="FFFFFF"/>
                        </a:solidFill>
                        <a:effectLst/>
                        <a:latin typeface="Gill Sans Std" pitchFamily="34" charset="0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000" u="none" strike="noStrike">
                          <a:effectLst/>
                          <a:latin typeface="Gill Sans Std" pitchFamily="34" charset="0"/>
                        </a:rPr>
                        <a:t>Set</a:t>
                      </a:r>
                      <a:endParaRPr lang="pt-BR" sz="1000" b="1" i="0" u="none" strike="noStrike">
                        <a:solidFill>
                          <a:srgbClr val="FFFFFF"/>
                        </a:solidFill>
                        <a:effectLst/>
                        <a:latin typeface="Gill Sans Std" pitchFamily="34" charset="0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000" u="none" strike="noStrike">
                          <a:effectLst/>
                          <a:latin typeface="Gill Sans Std" pitchFamily="34" charset="0"/>
                        </a:rPr>
                        <a:t>Out</a:t>
                      </a:r>
                      <a:endParaRPr lang="pt-BR" sz="1000" b="1" i="0" u="none" strike="noStrike">
                        <a:solidFill>
                          <a:srgbClr val="FFFFFF"/>
                        </a:solidFill>
                        <a:effectLst/>
                        <a:latin typeface="Gill Sans Std" pitchFamily="34" charset="0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000" u="none" strike="noStrike">
                          <a:effectLst/>
                          <a:latin typeface="Gill Sans Std" pitchFamily="34" charset="0"/>
                        </a:rPr>
                        <a:t>Nov</a:t>
                      </a:r>
                      <a:endParaRPr lang="pt-BR" sz="1000" b="1" i="0" u="none" strike="noStrike">
                        <a:solidFill>
                          <a:srgbClr val="FFFFFF"/>
                        </a:solidFill>
                        <a:effectLst/>
                        <a:latin typeface="Gill Sans Std" pitchFamily="34" charset="0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000" u="none" strike="noStrike">
                          <a:effectLst/>
                          <a:latin typeface="Gill Sans Std" pitchFamily="34" charset="0"/>
                        </a:rPr>
                        <a:t>Dez</a:t>
                      </a:r>
                      <a:endParaRPr lang="pt-BR" sz="1000" b="1" i="0" u="none" strike="noStrike">
                        <a:solidFill>
                          <a:srgbClr val="FFFFFF"/>
                        </a:solidFill>
                        <a:effectLst/>
                        <a:latin typeface="Gill Sans Std" pitchFamily="34" charset="0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000" b="1" i="0" u="none" strike="noStrike" dirty="0" smtClean="0">
                          <a:solidFill>
                            <a:srgbClr val="FFFFFF"/>
                          </a:solidFill>
                          <a:effectLst/>
                          <a:latin typeface="Gill Sans Std" pitchFamily="34" charset="0"/>
                        </a:rPr>
                        <a:t>Jan 16</a:t>
                      </a:r>
                      <a:endParaRPr lang="pt-BR" sz="1000" b="1" i="0" u="none" strike="noStrike" dirty="0">
                        <a:solidFill>
                          <a:srgbClr val="FFFFFF"/>
                        </a:solidFill>
                        <a:effectLst/>
                        <a:latin typeface="Gill Sans Std" pitchFamily="34" charset="0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00941">
                <a:tc>
                  <a:txBody>
                    <a:bodyPr/>
                    <a:lstStyle/>
                    <a:p>
                      <a:pPr algn="l" fontAlgn="ctr"/>
                      <a:r>
                        <a:rPr lang="pt-BR" sz="1000" u="none" strike="noStrike" dirty="0">
                          <a:effectLst/>
                          <a:latin typeface="Gill Sans Std" pitchFamily="34" charset="0"/>
                        </a:rPr>
                        <a:t>Calendário TD e Natura</a:t>
                      </a:r>
                      <a:endParaRPr lang="pt-BR" sz="1000" b="1" i="0" u="none" strike="noStrike" dirty="0">
                        <a:solidFill>
                          <a:srgbClr val="000000"/>
                        </a:solidFill>
                        <a:effectLst/>
                        <a:latin typeface="Gill Sans Std" pitchFamily="34" charset="0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800" u="none" strike="noStrike" dirty="0">
                          <a:solidFill>
                            <a:srgbClr val="00B050"/>
                          </a:solidFill>
                          <a:effectLst/>
                          <a:latin typeface="Gill Sans Std" pitchFamily="34" charset="0"/>
                        </a:rPr>
                        <a:t>Release Janeiro (24/</a:t>
                      </a:r>
                      <a:r>
                        <a:rPr lang="pt-BR" sz="800" u="none" strike="noStrike" dirty="0" err="1">
                          <a:solidFill>
                            <a:srgbClr val="00B050"/>
                          </a:solidFill>
                          <a:effectLst/>
                          <a:latin typeface="Gill Sans Std" pitchFamily="34" charset="0"/>
                        </a:rPr>
                        <a:t>jan</a:t>
                      </a:r>
                      <a:r>
                        <a:rPr lang="pt-BR" sz="800" u="none" strike="noStrike" dirty="0">
                          <a:solidFill>
                            <a:srgbClr val="00B050"/>
                          </a:solidFill>
                          <a:effectLst/>
                          <a:latin typeface="Gill Sans Std" pitchFamily="34" charset="0"/>
                        </a:rPr>
                        <a:t>)</a:t>
                      </a:r>
                      <a:endParaRPr lang="pt-BR" sz="800" b="0" i="0" u="none" strike="noStrike" dirty="0">
                        <a:solidFill>
                          <a:srgbClr val="00B050"/>
                        </a:solidFill>
                        <a:effectLst/>
                        <a:latin typeface="Gill Sans Std" pitchFamily="34" charset="0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800" u="none" strike="noStrike" dirty="0">
                          <a:effectLst/>
                          <a:latin typeface="Gill Sans Std" pitchFamily="34" charset="0"/>
                        </a:rPr>
                        <a:t>Release Carnaval (14/</a:t>
                      </a:r>
                      <a:r>
                        <a:rPr lang="pt-BR" sz="800" u="none" strike="noStrike" dirty="0" err="1">
                          <a:effectLst/>
                          <a:latin typeface="Gill Sans Std" pitchFamily="34" charset="0"/>
                        </a:rPr>
                        <a:t>fev</a:t>
                      </a:r>
                      <a:r>
                        <a:rPr lang="pt-BR" sz="800" u="none" strike="noStrike" dirty="0">
                          <a:effectLst/>
                          <a:latin typeface="Gill Sans Std" pitchFamily="34" charset="0"/>
                        </a:rPr>
                        <a:t>)</a:t>
                      </a:r>
                      <a:endParaRPr lang="pt-BR" sz="800" b="0" i="0" u="none" strike="noStrike" dirty="0">
                        <a:solidFill>
                          <a:srgbClr val="000000"/>
                        </a:solidFill>
                        <a:effectLst/>
                        <a:latin typeface="Gill Sans Std" pitchFamily="34" charset="0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800" u="none" strike="noStrike" dirty="0">
                          <a:effectLst/>
                          <a:latin typeface="Gill Sans Std" pitchFamily="34" charset="0"/>
                        </a:rPr>
                        <a:t>Encontro Anual </a:t>
                      </a:r>
                      <a:r>
                        <a:rPr lang="pt-BR" sz="800" u="none" strike="noStrike" dirty="0" smtClean="0">
                          <a:effectLst/>
                          <a:latin typeface="Gill Sans Std" pitchFamily="34" charset="0"/>
                        </a:rPr>
                        <a:t>Natura</a:t>
                      </a:r>
                      <a:br>
                        <a:rPr lang="pt-BR" sz="800" u="none" strike="noStrike" dirty="0" smtClean="0">
                          <a:effectLst/>
                          <a:latin typeface="Gill Sans Std" pitchFamily="34" charset="0"/>
                        </a:rPr>
                      </a:br>
                      <a:r>
                        <a:rPr lang="pt-BR" sz="800" u="none" strike="noStrike" dirty="0" smtClean="0">
                          <a:effectLst/>
                          <a:latin typeface="Gill Sans Std" pitchFamily="34" charset="0"/>
                        </a:rPr>
                        <a:t>(2-4/mar</a:t>
                      </a:r>
                      <a:r>
                        <a:rPr lang="pt-BR" sz="800" u="none" strike="noStrike" dirty="0">
                          <a:effectLst/>
                          <a:latin typeface="Gill Sans Std" pitchFamily="34" charset="0"/>
                        </a:rPr>
                        <a:t>)</a:t>
                      </a:r>
                      <a:endParaRPr lang="pt-BR" sz="800" b="0" i="0" u="none" strike="noStrike" dirty="0">
                        <a:solidFill>
                          <a:srgbClr val="000000"/>
                        </a:solidFill>
                        <a:effectLst/>
                        <a:latin typeface="Gill Sans Std" pitchFamily="34" charset="0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pt-BR" sz="800" b="0" i="0" u="none" strike="noStrike" dirty="0">
                        <a:solidFill>
                          <a:srgbClr val="000000"/>
                        </a:solidFill>
                        <a:effectLst/>
                        <a:latin typeface="Gill Sans Std" pitchFamily="34" charset="0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pt-BR" sz="800" b="0" i="0" u="none" strike="noStrike" dirty="0">
                        <a:solidFill>
                          <a:srgbClr val="000000"/>
                        </a:solidFill>
                        <a:effectLst/>
                        <a:latin typeface="Gill Sans Std" pitchFamily="34" charset="0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800" u="none" strike="noStrike" dirty="0">
                          <a:effectLst/>
                          <a:latin typeface="Gill Sans Std" pitchFamily="34" charset="0"/>
                        </a:rPr>
                        <a:t>Release Junho (06/jun)</a:t>
                      </a:r>
                      <a:endParaRPr lang="pt-BR" sz="800" b="0" i="0" u="none" strike="noStrike" dirty="0">
                        <a:solidFill>
                          <a:srgbClr val="000000"/>
                        </a:solidFill>
                        <a:effectLst/>
                        <a:latin typeface="Gill Sans Std" pitchFamily="34" charset="0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pt-BR" sz="800" b="0" i="0" u="none" strike="noStrike">
                        <a:solidFill>
                          <a:srgbClr val="000000"/>
                        </a:solidFill>
                        <a:effectLst/>
                        <a:latin typeface="Gill Sans Std" pitchFamily="34" charset="0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pt-BR" sz="800" b="0" i="0" u="none" strike="noStrike">
                        <a:solidFill>
                          <a:srgbClr val="000000"/>
                        </a:solidFill>
                        <a:effectLst/>
                        <a:latin typeface="Gill Sans Std" pitchFamily="34" charset="0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800" u="none" strike="noStrike">
                          <a:effectLst/>
                          <a:latin typeface="Gill Sans Std" pitchFamily="34" charset="0"/>
                        </a:rPr>
                        <a:t>Release Setembro (07/set)</a:t>
                      </a:r>
                      <a:endParaRPr lang="pt-BR" sz="800" b="0" i="0" u="none" strike="noStrike">
                        <a:solidFill>
                          <a:srgbClr val="000000"/>
                        </a:solidFill>
                        <a:effectLst/>
                        <a:latin typeface="Gill Sans Std" pitchFamily="34" charset="0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pt-BR" sz="800" b="0" i="0" u="none" strike="noStrike">
                        <a:solidFill>
                          <a:srgbClr val="000000"/>
                        </a:solidFill>
                        <a:effectLst/>
                        <a:latin typeface="Gill Sans Std" pitchFamily="34" charset="0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pt-BR" sz="800" b="0" i="0" u="none" strike="noStrike">
                        <a:solidFill>
                          <a:srgbClr val="000000"/>
                        </a:solidFill>
                        <a:effectLst/>
                        <a:latin typeface="Gill Sans Std" pitchFamily="34" charset="0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pt-BR" sz="800" b="0" i="0" u="none" strike="noStrike" dirty="0">
                        <a:solidFill>
                          <a:srgbClr val="000000"/>
                        </a:solidFill>
                        <a:effectLst/>
                        <a:latin typeface="Gill Sans Std" pitchFamily="34" charset="0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pt-BR" sz="800" b="0" i="0" u="none" strike="noStrike">
                        <a:solidFill>
                          <a:srgbClr val="000000"/>
                        </a:solidFill>
                        <a:effectLst/>
                        <a:latin typeface="Gill Sans Std" pitchFamily="34" charset="0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683550">
                <a:tc>
                  <a:txBody>
                    <a:bodyPr/>
                    <a:lstStyle/>
                    <a:p>
                      <a:pPr algn="l" fontAlgn="ctr"/>
                      <a:r>
                        <a:rPr lang="pt-BR" sz="1000" u="none" strike="noStrike">
                          <a:effectLst/>
                          <a:latin typeface="Gill Sans Std" pitchFamily="34" charset="0"/>
                        </a:rPr>
                        <a:t>Encontro TD</a:t>
                      </a:r>
                      <a:endParaRPr lang="pt-BR" sz="1000" b="1" i="0" u="none" strike="noStrike">
                        <a:solidFill>
                          <a:srgbClr val="000000"/>
                        </a:solidFill>
                        <a:effectLst/>
                        <a:latin typeface="Gill Sans Std" pitchFamily="34" charset="0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pt-BR" sz="800" b="0" i="0" u="none" strike="noStrike">
                        <a:solidFill>
                          <a:srgbClr val="000000"/>
                        </a:solidFill>
                        <a:effectLst/>
                        <a:latin typeface="Gill Sans Std" pitchFamily="34" charset="0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pt-BR" sz="800" b="0" i="0" u="none" strike="noStrike" dirty="0">
                        <a:solidFill>
                          <a:srgbClr val="000000"/>
                        </a:solidFill>
                        <a:effectLst/>
                        <a:latin typeface="Gill Sans Std" pitchFamily="34" charset="0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pt-BR" sz="800" b="0" i="0" u="none" strike="noStrike" dirty="0">
                        <a:solidFill>
                          <a:srgbClr val="000000"/>
                        </a:solidFill>
                        <a:effectLst/>
                        <a:latin typeface="Gill Sans Std" pitchFamily="34" charset="0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249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800" u="none" strike="noStrike" dirty="0" smtClean="0">
                          <a:effectLst/>
                          <a:latin typeface="Gill Sans Std" pitchFamily="34" charset="0"/>
                        </a:rPr>
                        <a:t>Encontro </a:t>
                      </a:r>
                      <a:br>
                        <a:rPr lang="pt-BR" sz="800" u="none" strike="noStrike" dirty="0" smtClean="0">
                          <a:effectLst/>
                          <a:latin typeface="Gill Sans Std" pitchFamily="34" charset="0"/>
                        </a:rPr>
                      </a:br>
                      <a:r>
                        <a:rPr lang="pt-BR" sz="800" u="none" strike="noStrike" dirty="0" smtClean="0">
                          <a:effectLst/>
                          <a:latin typeface="Gill Sans Std" pitchFamily="34" charset="0"/>
                        </a:rPr>
                        <a:t>TD BR</a:t>
                      </a:r>
                      <a:r>
                        <a:rPr lang="pt-BR" sz="800" u="none" strike="noStrike" baseline="0" dirty="0" smtClean="0">
                          <a:effectLst/>
                          <a:latin typeface="Gill Sans Std" pitchFamily="34" charset="0"/>
                        </a:rPr>
                        <a:t> 1</a:t>
                      </a:r>
                      <a:endParaRPr lang="pt-BR" sz="800" b="0" i="0" u="none" strike="noStrike" dirty="0">
                        <a:solidFill>
                          <a:srgbClr val="000000"/>
                        </a:solidFill>
                        <a:effectLst/>
                        <a:latin typeface="Gill Sans Std" pitchFamily="34" charset="0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800" b="0" i="0" u="none" strike="noStrike" dirty="0" smtClean="0">
                          <a:solidFill>
                            <a:schemeClr val="accent6"/>
                          </a:solidFill>
                          <a:effectLst/>
                          <a:latin typeface="Gill Sans Std" pitchFamily="34" charset="0"/>
                        </a:rPr>
                        <a:t>Encontro TD OI 25-29 a definir</a:t>
                      </a: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249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800" b="0" i="0" u="none" strike="noStrike" dirty="0" smtClean="0">
                          <a:solidFill>
                            <a:schemeClr val="accent6"/>
                          </a:solidFill>
                          <a:effectLst/>
                          <a:latin typeface="Gill Sans Std" pitchFamily="34" charset="0"/>
                        </a:rPr>
                        <a:t>Encontro TD OI 08-12 a definir</a:t>
                      </a: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249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800" u="none" strike="noStrike" dirty="0" smtClean="0">
                          <a:effectLst/>
                          <a:latin typeface="Gill Sans Std" pitchFamily="34" charset="0"/>
                        </a:rPr>
                        <a:t>Encontro </a:t>
                      </a:r>
                      <a:br>
                        <a:rPr lang="pt-BR" sz="800" u="none" strike="noStrike" dirty="0" smtClean="0">
                          <a:effectLst/>
                          <a:latin typeface="Gill Sans Std" pitchFamily="34" charset="0"/>
                        </a:rPr>
                      </a:br>
                      <a:r>
                        <a:rPr lang="pt-BR" sz="800" u="none" strike="noStrike" dirty="0" smtClean="0">
                          <a:effectLst/>
                          <a:latin typeface="Gill Sans Std" pitchFamily="34" charset="0"/>
                        </a:rPr>
                        <a:t>TD BR</a:t>
                      </a:r>
                      <a:r>
                        <a:rPr lang="pt-BR" sz="800" u="none" strike="noStrike" baseline="0" dirty="0" smtClean="0">
                          <a:effectLst/>
                          <a:latin typeface="Gill Sans Std" pitchFamily="34" charset="0"/>
                        </a:rPr>
                        <a:t> 2</a:t>
                      </a:r>
                      <a:endParaRPr lang="pt-BR" sz="800" b="0" i="0" u="none" strike="noStrike" dirty="0" smtClean="0">
                        <a:solidFill>
                          <a:srgbClr val="000000"/>
                        </a:solidFill>
                        <a:effectLst/>
                        <a:latin typeface="Gill Sans Std" pitchFamily="34" charset="0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pt-BR" sz="800" b="0" i="0" u="none" strike="noStrike" dirty="0">
                        <a:solidFill>
                          <a:srgbClr val="000000"/>
                        </a:solidFill>
                        <a:effectLst/>
                        <a:latin typeface="Gill Sans Std" pitchFamily="34" charset="0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pt-BR" sz="800" b="0" i="0" u="none" strike="noStrike" dirty="0">
                        <a:solidFill>
                          <a:srgbClr val="000000"/>
                        </a:solidFill>
                        <a:effectLst/>
                        <a:latin typeface="Gill Sans Std" pitchFamily="34" charset="0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800" u="none" strike="noStrike" dirty="0">
                          <a:effectLst/>
                          <a:latin typeface="Gill Sans Std" pitchFamily="34" charset="0"/>
                        </a:rPr>
                        <a:t>Encontro </a:t>
                      </a:r>
                      <a:r>
                        <a:rPr lang="pt-BR" sz="800" u="none" strike="noStrike" dirty="0" smtClean="0">
                          <a:effectLst/>
                          <a:latin typeface="Gill Sans Std" pitchFamily="34" charset="0"/>
                        </a:rPr>
                        <a:t/>
                      </a:r>
                      <a:br>
                        <a:rPr lang="pt-BR" sz="800" u="none" strike="noStrike" dirty="0" smtClean="0">
                          <a:effectLst/>
                          <a:latin typeface="Gill Sans Std" pitchFamily="34" charset="0"/>
                        </a:rPr>
                      </a:br>
                      <a:r>
                        <a:rPr lang="pt-BR" sz="800" u="none" strike="noStrike" dirty="0" smtClean="0">
                          <a:effectLst/>
                          <a:latin typeface="Gill Sans Std" pitchFamily="34" charset="0"/>
                        </a:rPr>
                        <a:t>TD BR </a:t>
                      </a:r>
                      <a:r>
                        <a:rPr lang="pt-BR" sz="800" u="none" strike="noStrike" dirty="0" smtClean="0">
                          <a:effectLst/>
                          <a:latin typeface="Gill Sans Std" pitchFamily="34" charset="0"/>
                        </a:rPr>
                        <a:t>3</a:t>
                      </a:r>
                    </a:p>
                    <a:p>
                      <a:pPr algn="ctr" fontAlgn="ctr"/>
                      <a:endParaRPr lang="pt-BR" sz="800" b="0" i="0" u="none" strike="noStrike" dirty="0" smtClean="0">
                        <a:solidFill>
                          <a:srgbClr val="000000"/>
                        </a:solidFill>
                        <a:effectLst/>
                        <a:latin typeface="Gill Sans Std" pitchFamily="34" charset="0"/>
                      </a:endParaRPr>
                    </a:p>
                    <a:p>
                      <a:pPr algn="ctr" fontAlgn="ctr"/>
                      <a:r>
                        <a:rPr lang="pt-BR" sz="8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Gill Sans Std" pitchFamily="34" charset="0"/>
                        </a:rPr>
                        <a:t>GRP´s</a:t>
                      </a:r>
                      <a:r>
                        <a:rPr lang="pt-BR" sz="8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Gill Sans Std" pitchFamily="34" charset="0"/>
                        </a:rPr>
                        <a:t> BR/OI</a:t>
                      </a:r>
                      <a:endParaRPr lang="pt-BR" sz="800" b="0" i="0" u="none" strike="noStrike" dirty="0">
                        <a:solidFill>
                          <a:srgbClr val="000000"/>
                        </a:solidFill>
                        <a:effectLst/>
                        <a:latin typeface="Gill Sans Std" pitchFamily="34" charset="0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pt-BR" sz="800" b="0" i="0" u="none" strike="noStrike" dirty="0">
                        <a:solidFill>
                          <a:srgbClr val="000000"/>
                        </a:solidFill>
                        <a:effectLst/>
                        <a:latin typeface="Gill Sans Std" pitchFamily="34" charset="0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pt-BR" sz="800" b="0" i="0" u="none" strike="noStrike" dirty="0">
                        <a:solidFill>
                          <a:srgbClr val="000000"/>
                        </a:solidFill>
                        <a:effectLst/>
                        <a:latin typeface="Gill Sans Std" pitchFamily="34" charset="0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800" u="none" strike="noStrike" dirty="0" smtClean="0">
                          <a:effectLst/>
                          <a:latin typeface="Gill Sans Std" pitchFamily="34" charset="0"/>
                        </a:rPr>
                        <a:t>Encontro </a:t>
                      </a:r>
                      <a:br>
                        <a:rPr lang="pt-BR" sz="800" u="none" strike="noStrike" dirty="0" smtClean="0">
                          <a:effectLst/>
                          <a:latin typeface="Gill Sans Std" pitchFamily="34" charset="0"/>
                        </a:rPr>
                      </a:br>
                      <a:r>
                        <a:rPr lang="pt-BR" sz="800" u="none" strike="noStrike" dirty="0" smtClean="0">
                          <a:effectLst/>
                          <a:latin typeface="Gill Sans Std" pitchFamily="34" charset="0"/>
                        </a:rPr>
                        <a:t>TD BR</a:t>
                      </a:r>
                      <a:r>
                        <a:rPr lang="pt-BR" sz="800" u="none" strike="noStrike" baseline="0" dirty="0" smtClean="0">
                          <a:effectLst/>
                          <a:latin typeface="Gill Sans Std" pitchFamily="34" charset="0"/>
                        </a:rPr>
                        <a:t> 4</a:t>
                      </a:r>
                      <a:endParaRPr lang="pt-BR" sz="800" b="0" i="0" u="none" strike="noStrike" dirty="0">
                        <a:solidFill>
                          <a:srgbClr val="000000"/>
                        </a:solidFill>
                        <a:effectLst/>
                        <a:latin typeface="Gill Sans Std" pitchFamily="34" charset="0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1198137">
                <a:tc>
                  <a:txBody>
                    <a:bodyPr/>
                    <a:lstStyle/>
                    <a:p>
                      <a:pPr algn="l" fontAlgn="ctr"/>
                      <a:r>
                        <a:rPr lang="pt-BR" sz="1000" u="none" strike="noStrike" dirty="0">
                          <a:effectLst/>
                          <a:latin typeface="Gill Sans Std" pitchFamily="34" charset="0"/>
                        </a:rPr>
                        <a:t>Mundo Digital</a:t>
                      </a:r>
                      <a:endParaRPr lang="pt-BR" sz="1000" b="1" i="0" u="none" strike="noStrike" dirty="0">
                        <a:solidFill>
                          <a:srgbClr val="000000"/>
                        </a:solidFill>
                        <a:effectLst/>
                        <a:latin typeface="Gill Sans Std" pitchFamily="34" charset="0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pt-BR" sz="800" b="0" i="0" u="none" strike="noStrike" dirty="0">
                        <a:solidFill>
                          <a:srgbClr val="000000"/>
                        </a:solidFill>
                        <a:effectLst/>
                        <a:latin typeface="Gill Sans Std" pitchFamily="34" charset="0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pt-BR" sz="800" b="0" i="0" u="none" strike="noStrike" dirty="0">
                        <a:solidFill>
                          <a:srgbClr val="000000"/>
                        </a:solidFill>
                        <a:effectLst/>
                        <a:latin typeface="Gill Sans Std" pitchFamily="34" charset="0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249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800" u="none" strike="noStrike" dirty="0" smtClean="0">
                          <a:effectLst/>
                          <a:latin typeface="Gill Sans Std" pitchFamily="34" charset="0"/>
                        </a:rPr>
                        <a:t>Empreender no digital (</a:t>
                      </a:r>
                      <a:r>
                        <a:rPr lang="pt-BR" sz="800" u="none" strike="noStrike" dirty="0" err="1" smtClean="0">
                          <a:effectLst/>
                          <a:latin typeface="Gill Sans Std" pitchFamily="34" charset="0"/>
                        </a:rPr>
                        <a:t>Evino</a:t>
                      </a:r>
                      <a:r>
                        <a:rPr lang="pt-B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Gill Sans Std" pitchFamily="34" charset="0"/>
                        </a:rPr>
                        <a:t>)</a:t>
                      </a:r>
                      <a:endParaRPr lang="pt-BR" sz="800" b="0" i="0" u="none" strike="noStrike" dirty="0" smtClean="0">
                        <a:solidFill>
                          <a:srgbClr val="000000"/>
                        </a:solidFill>
                        <a:effectLst/>
                        <a:latin typeface="Gill Sans Std" pitchFamily="34" charset="0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800" u="none" strike="noStrike" dirty="0" smtClean="0">
                          <a:effectLst/>
                          <a:latin typeface="Gill Sans Std" pitchFamily="34" charset="0"/>
                        </a:rPr>
                        <a:t>Abundância </a:t>
                      </a:r>
                      <a:r>
                        <a:rPr lang="pt-BR" sz="800" u="none" strike="noStrike" dirty="0">
                          <a:effectLst/>
                          <a:latin typeface="Gill Sans Std" pitchFamily="34" charset="0"/>
                        </a:rPr>
                        <a:t>nas redes (Augusto de Franco)</a:t>
                      </a:r>
                      <a:endParaRPr lang="pt-BR" sz="800" b="0" i="0" u="none" strike="noStrike" dirty="0">
                        <a:solidFill>
                          <a:srgbClr val="000000"/>
                        </a:solidFill>
                        <a:effectLst/>
                        <a:latin typeface="Gill Sans Std" pitchFamily="34" charset="0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pt-BR" sz="800" b="0" i="0" u="none" strike="noStrike" dirty="0">
                        <a:solidFill>
                          <a:srgbClr val="000000"/>
                        </a:solidFill>
                        <a:effectLst/>
                        <a:latin typeface="Gill Sans Std" pitchFamily="34" charset="0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800" u="none" strike="noStrike" dirty="0" smtClean="0">
                          <a:effectLst/>
                          <a:latin typeface="Gill Sans Std" pitchFamily="34" charset="0"/>
                        </a:rPr>
                        <a:t>Negócio </a:t>
                      </a:r>
                      <a:r>
                        <a:rPr lang="pt-BR" sz="800" u="none" strike="noStrike" dirty="0">
                          <a:effectLst/>
                          <a:latin typeface="Gill Sans Std" pitchFamily="34" charset="0"/>
                        </a:rPr>
                        <a:t>digital internacional (Easy Taxi)</a:t>
                      </a:r>
                      <a:endParaRPr lang="pt-BR" sz="800" b="0" i="0" u="none" strike="noStrike" dirty="0">
                        <a:solidFill>
                          <a:srgbClr val="000000"/>
                        </a:solidFill>
                        <a:effectLst/>
                        <a:latin typeface="Gill Sans Std" pitchFamily="34" charset="0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pt-BR" sz="800" b="0" i="0" u="none" strike="noStrike" dirty="0">
                        <a:solidFill>
                          <a:srgbClr val="000000"/>
                        </a:solidFill>
                        <a:effectLst/>
                        <a:latin typeface="Gill Sans Std" pitchFamily="34" charset="0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800" u="none" strike="noStrike" dirty="0">
                          <a:effectLst/>
                          <a:latin typeface="Gill Sans Std" pitchFamily="34" charset="0"/>
                        </a:rPr>
                        <a:t>Conexão e inovação (Artur </a:t>
                      </a:r>
                      <a:r>
                        <a:rPr lang="pt-BR" sz="800" u="none" strike="noStrike" dirty="0" err="1">
                          <a:effectLst/>
                          <a:latin typeface="Gill Sans Std" pitchFamily="34" charset="0"/>
                        </a:rPr>
                        <a:t>Tacla</a:t>
                      </a:r>
                      <a:r>
                        <a:rPr lang="pt-BR" sz="800" u="none" strike="noStrike" dirty="0">
                          <a:effectLst/>
                          <a:latin typeface="Gill Sans Std" pitchFamily="34" charset="0"/>
                        </a:rPr>
                        <a:t>)</a:t>
                      </a:r>
                      <a:endParaRPr lang="pt-BR" sz="800" b="0" i="0" u="none" strike="noStrike" dirty="0">
                        <a:solidFill>
                          <a:srgbClr val="000000"/>
                        </a:solidFill>
                        <a:effectLst/>
                        <a:latin typeface="Gill Sans Std" pitchFamily="34" charset="0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pt-BR" sz="800" b="0" i="0" u="none" strike="noStrike" dirty="0">
                        <a:solidFill>
                          <a:srgbClr val="000000"/>
                        </a:solidFill>
                        <a:effectLst/>
                        <a:latin typeface="Gill Sans Std" pitchFamily="34" charset="0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800" u="none" strike="noStrike" dirty="0">
                          <a:effectLst/>
                          <a:latin typeface="Gill Sans Std" pitchFamily="34" charset="0"/>
                        </a:rPr>
                        <a:t>a definir</a:t>
                      </a:r>
                      <a:endParaRPr lang="pt-BR" sz="800" b="0" i="0" u="none" strike="noStrike" dirty="0">
                        <a:solidFill>
                          <a:srgbClr val="000000"/>
                        </a:solidFill>
                        <a:effectLst/>
                        <a:latin typeface="Gill Sans Std" pitchFamily="34" charset="0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pt-BR" sz="800" b="0" i="0" u="none" strike="noStrike" dirty="0">
                        <a:solidFill>
                          <a:srgbClr val="000000"/>
                        </a:solidFill>
                        <a:effectLst/>
                        <a:latin typeface="Gill Sans Std" pitchFamily="34" charset="0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800" u="none" strike="noStrike">
                          <a:effectLst/>
                          <a:latin typeface="Gill Sans Std" pitchFamily="34" charset="0"/>
                        </a:rPr>
                        <a:t>a definir</a:t>
                      </a:r>
                      <a:endParaRPr lang="pt-BR" sz="800" b="0" i="0" u="none" strike="noStrike">
                        <a:solidFill>
                          <a:srgbClr val="000000"/>
                        </a:solidFill>
                        <a:effectLst/>
                        <a:latin typeface="Gill Sans Std" pitchFamily="34" charset="0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pt-BR" sz="800" b="0" i="0" u="none" strike="noStrike">
                        <a:solidFill>
                          <a:srgbClr val="000000"/>
                        </a:solidFill>
                        <a:effectLst/>
                        <a:latin typeface="Gill Sans Std" pitchFamily="34" charset="0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999539">
                <a:tc>
                  <a:txBody>
                    <a:bodyPr/>
                    <a:lstStyle/>
                    <a:p>
                      <a:pPr algn="l" fontAlgn="ctr"/>
                      <a:r>
                        <a:rPr lang="pt-BR" sz="1000" u="none" strike="noStrike" dirty="0">
                          <a:effectLst/>
                          <a:latin typeface="Gill Sans Std" pitchFamily="34" charset="0"/>
                        </a:rPr>
                        <a:t>Social TD</a:t>
                      </a:r>
                      <a:endParaRPr lang="pt-BR" sz="1000" b="1" i="0" u="none" strike="noStrike" dirty="0">
                        <a:solidFill>
                          <a:srgbClr val="000000"/>
                        </a:solidFill>
                        <a:effectLst/>
                        <a:latin typeface="Gill Sans Std" pitchFamily="34" charset="0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800" b="0" i="0" u="none" strike="noStrike" dirty="0" smtClean="0">
                          <a:solidFill>
                            <a:srgbClr val="00B050"/>
                          </a:solidFill>
                          <a:effectLst/>
                          <a:latin typeface="Gill Sans Std" pitchFamily="34" charset="0"/>
                        </a:rPr>
                        <a:t>Café da Manhã TD - BES</a:t>
                      </a:r>
                      <a:endParaRPr lang="pt-BR" sz="800" b="0" i="0" u="none" strike="noStrike" dirty="0">
                        <a:solidFill>
                          <a:srgbClr val="00B050"/>
                        </a:solidFill>
                        <a:effectLst/>
                        <a:latin typeface="Gill Sans Std" pitchFamily="34" charset="0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800" u="none" strike="noStrike" dirty="0" smtClean="0">
                          <a:effectLst/>
                          <a:latin typeface="Gill Sans Std" pitchFamily="34" charset="0"/>
                        </a:rPr>
                        <a:t>Ação</a:t>
                      </a:r>
                      <a:r>
                        <a:rPr lang="pt-BR" sz="800" u="none" strike="noStrike" baseline="0" dirty="0" smtClean="0">
                          <a:effectLst/>
                          <a:latin typeface="Gill Sans Std" pitchFamily="34" charset="0"/>
                        </a:rPr>
                        <a:t> </a:t>
                      </a:r>
                      <a:r>
                        <a:rPr lang="pt-BR" sz="800" u="none" strike="noStrike" dirty="0" smtClean="0">
                          <a:effectLst/>
                          <a:latin typeface="Gill Sans Std" pitchFamily="34" charset="0"/>
                        </a:rPr>
                        <a:t>Carnaval 2015</a:t>
                      </a:r>
                      <a:endParaRPr lang="pt-BR" sz="800" b="0" i="0" u="none" strike="noStrike" dirty="0">
                        <a:solidFill>
                          <a:srgbClr val="000000"/>
                        </a:solidFill>
                        <a:effectLst/>
                        <a:latin typeface="Gill Sans Std" pitchFamily="34" charset="0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800" u="none" strike="noStrike" dirty="0" err="1" smtClean="0">
                          <a:effectLst/>
                          <a:latin typeface="Gill Sans Std" pitchFamily="34" charset="0"/>
                        </a:rPr>
                        <a:t>Lcto</a:t>
                      </a:r>
                      <a:r>
                        <a:rPr lang="pt-BR" sz="800" u="none" strike="noStrike" dirty="0" smtClean="0">
                          <a:effectLst/>
                          <a:latin typeface="Gill Sans Std" pitchFamily="34" charset="0"/>
                        </a:rPr>
                        <a:t>. Campanha</a:t>
                      </a:r>
                      <a:r>
                        <a:rPr lang="pt-BR" sz="800" u="none" strike="noStrike" baseline="0" dirty="0" smtClean="0">
                          <a:effectLst/>
                          <a:latin typeface="Gill Sans Std" pitchFamily="34" charset="0"/>
                        </a:rPr>
                        <a:t> </a:t>
                      </a:r>
                      <a:r>
                        <a:rPr lang="pt-BR" sz="800" u="none" strike="noStrike" dirty="0" smtClean="0">
                          <a:effectLst/>
                          <a:latin typeface="Gill Sans Std" pitchFamily="34" charset="0"/>
                        </a:rPr>
                        <a:t>Ação </a:t>
                      </a:r>
                      <a:r>
                        <a:rPr lang="pt-BR" sz="800" u="none" strike="noStrike" dirty="0">
                          <a:effectLst/>
                          <a:latin typeface="Gill Sans Std" pitchFamily="34" charset="0"/>
                        </a:rPr>
                        <a:t>Teto 2015</a:t>
                      </a:r>
                      <a:endParaRPr lang="pt-BR" sz="800" b="0" i="0" u="none" strike="noStrike" dirty="0">
                        <a:solidFill>
                          <a:srgbClr val="000000"/>
                        </a:solidFill>
                        <a:effectLst/>
                        <a:latin typeface="Gill Sans Std" pitchFamily="34" charset="0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8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Gill Sans Std" pitchFamily="34" charset="0"/>
                        </a:rPr>
                        <a:t>Programa Ações Sociais TD</a:t>
                      </a:r>
                      <a:endParaRPr lang="pt-BR" sz="800" b="0" i="0" u="none" strike="noStrike" dirty="0">
                        <a:solidFill>
                          <a:srgbClr val="000000"/>
                        </a:solidFill>
                        <a:effectLst/>
                        <a:latin typeface="Gill Sans Std" pitchFamily="34" charset="0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800" u="none" strike="noStrike" dirty="0" smtClean="0">
                          <a:effectLst/>
                          <a:latin typeface="Gill Sans Std" pitchFamily="34" charset="0"/>
                        </a:rPr>
                        <a:t>Campanha do Agasalho</a:t>
                      </a:r>
                      <a:r>
                        <a:rPr lang="pt-BR" sz="800" u="none" strike="noStrike" baseline="0" dirty="0" smtClean="0">
                          <a:effectLst/>
                          <a:latin typeface="Gill Sans Std" pitchFamily="34" charset="0"/>
                        </a:rPr>
                        <a:t> </a:t>
                      </a:r>
                      <a:r>
                        <a:rPr lang="pt-BR" sz="800" u="none" strike="noStrike" dirty="0" smtClean="0">
                          <a:effectLst/>
                          <a:latin typeface="Gill Sans Std" pitchFamily="34" charset="0"/>
                        </a:rPr>
                        <a:t>2015</a:t>
                      </a:r>
                      <a:endParaRPr lang="pt-BR" sz="800" b="0" i="0" u="none" strike="noStrike" dirty="0">
                        <a:solidFill>
                          <a:srgbClr val="000000"/>
                        </a:solidFill>
                        <a:effectLst/>
                        <a:latin typeface="Gill Sans Std" pitchFamily="34" charset="0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8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Gill Sans Std" pitchFamily="34" charset="0"/>
                        </a:rPr>
                        <a:t>Ação Festa Junina 2015</a:t>
                      </a:r>
                      <a:endParaRPr lang="pt-BR" sz="800" b="0" i="0" u="none" strike="noStrike" dirty="0">
                        <a:solidFill>
                          <a:srgbClr val="000000"/>
                        </a:solidFill>
                        <a:effectLst/>
                        <a:latin typeface="Gill Sans Std" pitchFamily="34" charset="0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pt-BR" sz="800" b="0" i="0" u="none" strike="noStrike" dirty="0">
                        <a:solidFill>
                          <a:srgbClr val="000000"/>
                        </a:solidFill>
                        <a:effectLst/>
                        <a:latin typeface="Gill Sans Std" pitchFamily="34" charset="0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pt-BR" sz="800" b="0" i="0" u="none" strike="noStrike" dirty="0">
                        <a:solidFill>
                          <a:srgbClr val="000000"/>
                        </a:solidFill>
                        <a:effectLst/>
                        <a:latin typeface="Gill Sans Std" pitchFamily="34" charset="0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pt-BR" sz="800" b="0" i="0" u="none" strike="noStrike" dirty="0">
                        <a:solidFill>
                          <a:srgbClr val="000000"/>
                        </a:solidFill>
                        <a:effectLst/>
                        <a:latin typeface="Gill Sans Std" pitchFamily="34" charset="0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pt-BR" sz="800" b="0" i="0" u="none" strike="noStrike" dirty="0">
                        <a:solidFill>
                          <a:srgbClr val="000000"/>
                        </a:solidFill>
                        <a:effectLst/>
                        <a:latin typeface="Gill Sans Std" pitchFamily="34" charset="0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800" u="none" strike="noStrike" dirty="0">
                          <a:effectLst/>
                          <a:latin typeface="Gill Sans Std" pitchFamily="34" charset="0"/>
                        </a:rPr>
                        <a:t>Ação Teto 2015</a:t>
                      </a:r>
                      <a:endParaRPr lang="pt-BR" sz="800" b="0" i="0" u="none" strike="noStrike" dirty="0">
                        <a:solidFill>
                          <a:srgbClr val="000000"/>
                        </a:solidFill>
                        <a:effectLst/>
                        <a:latin typeface="Gill Sans Std" pitchFamily="34" charset="0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8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Gill Sans Std" pitchFamily="34" charset="0"/>
                        </a:rPr>
                        <a:t>Ação Natal 2015</a:t>
                      </a:r>
                      <a:endParaRPr lang="pt-BR" sz="800" b="0" i="0" u="none" strike="noStrike" dirty="0">
                        <a:solidFill>
                          <a:srgbClr val="000000"/>
                        </a:solidFill>
                        <a:effectLst/>
                        <a:latin typeface="Gill Sans Std" pitchFamily="34" charset="0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pt-BR" sz="800" b="0" i="0" u="none" strike="noStrike" dirty="0">
                        <a:solidFill>
                          <a:srgbClr val="000000"/>
                        </a:solidFill>
                        <a:effectLst/>
                        <a:latin typeface="Gill Sans Std" pitchFamily="34" charset="0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pic>
        <p:nvPicPr>
          <p:cNvPr id="6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8538495" y="4555197"/>
            <a:ext cx="489000" cy="4464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4541389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/>
          <p:cNvSpPr txBox="1"/>
          <p:nvPr/>
        </p:nvSpPr>
        <p:spPr>
          <a:xfrm>
            <a:off x="359867" y="267496"/>
            <a:ext cx="4212133" cy="328652"/>
          </a:xfrm>
          <a:prstGeom prst="rect">
            <a:avLst/>
          </a:prstGeom>
          <a:noFill/>
        </p:spPr>
        <p:txBody>
          <a:bodyPr wrap="square" lIns="81633" tIns="40817" rIns="81633" bIns="40817" rtlCol="0">
            <a:spAutoFit/>
          </a:bodyPr>
          <a:lstStyle/>
          <a:p>
            <a:pPr marR="73130"/>
            <a:r>
              <a:rPr lang="pt-BR" dirty="0" smtClean="0">
                <a:solidFill>
                  <a:srgbClr val="00AEC7"/>
                </a:solidFill>
                <a:latin typeface="Gill Sans Std ExtraBold"/>
                <a:ea typeface="Times New Roman"/>
                <a:cs typeface="Tahoma"/>
              </a:rPr>
              <a:t>Mapa Ações e Eventos TD 2015</a:t>
            </a:r>
            <a:endParaRPr lang="pt-BR" sz="1800" dirty="0">
              <a:solidFill>
                <a:srgbClr val="00AEC7"/>
              </a:solidFill>
              <a:latin typeface="Times New Roman"/>
              <a:ea typeface="Times New Roman"/>
            </a:endParaRPr>
          </a:p>
        </p:txBody>
      </p:sp>
      <p:sp>
        <p:nvSpPr>
          <p:cNvPr id="10" name="CaixaDeTexto 9"/>
          <p:cNvSpPr txBox="1"/>
          <p:nvPr/>
        </p:nvSpPr>
        <p:spPr>
          <a:xfrm>
            <a:off x="251521" y="87748"/>
            <a:ext cx="4824536" cy="194942"/>
          </a:xfrm>
          <a:prstGeom prst="rect">
            <a:avLst/>
          </a:prstGeom>
          <a:noFill/>
        </p:spPr>
        <p:txBody>
          <a:bodyPr wrap="square" lIns="81633" tIns="40817" rIns="81633" bIns="40817" rtlCol="0">
            <a:spAutoFit/>
          </a:bodyPr>
          <a:lstStyle/>
          <a:p>
            <a:r>
              <a:rPr lang="pt-BR" sz="700" dirty="0">
                <a:solidFill>
                  <a:schemeClr val="bg1">
                    <a:lumMod val="65000"/>
                  </a:schemeClr>
                </a:solidFill>
                <a:latin typeface="Gill Sans Std Light" pitchFamily="34" charset="0"/>
              </a:rPr>
              <a:t>PLANO AÇÕES E EVENTOS TD 2015</a:t>
            </a:r>
          </a:p>
        </p:txBody>
      </p:sp>
      <p:graphicFrame>
        <p:nvGraphicFramePr>
          <p:cNvPr id="2" name="Tabela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2277176"/>
              </p:ext>
            </p:extLst>
          </p:nvPr>
        </p:nvGraphicFramePr>
        <p:xfrm>
          <a:off x="107504" y="627536"/>
          <a:ext cx="8919986" cy="2930597"/>
        </p:xfrm>
        <a:graphic>
          <a:graphicData uri="http://schemas.openxmlformats.org/drawingml/2006/table">
            <a:tbl>
              <a:tblPr firstRow="1" firstCol="1">
                <a:tableStyleId>{7DF18680-E054-41AD-8BC1-D1AEF772440D}</a:tableStyleId>
              </a:tblPr>
              <a:tblGrid>
                <a:gridCol w="864096"/>
                <a:gridCol w="576064"/>
                <a:gridCol w="641170"/>
                <a:gridCol w="621696"/>
                <a:gridCol w="621696"/>
                <a:gridCol w="621696"/>
                <a:gridCol w="621696"/>
                <a:gridCol w="621696"/>
                <a:gridCol w="621696"/>
                <a:gridCol w="621696"/>
                <a:gridCol w="621696"/>
                <a:gridCol w="621696"/>
                <a:gridCol w="621696"/>
                <a:gridCol w="621696"/>
              </a:tblGrid>
              <a:tr h="158359">
                <a:tc>
                  <a:txBody>
                    <a:bodyPr/>
                    <a:lstStyle/>
                    <a:p>
                      <a:pPr algn="l" fontAlgn="ctr"/>
                      <a:r>
                        <a:rPr lang="pt-BR" sz="1000" u="none" strike="noStrike" dirty="0">
                          <a:effectLst/>
                          <a:latin typeface="Gill Sans Std" pitchFamily="34" charset="0"/>
                        </a:rPr>
                        <a:t>Ações</a:t>
                      </a:r>
                      <a:endParaRPr lang="pt-BR" sz="1000" b="1" i="0" u="none" strike="noStrike" dirty="0">
                        <a:solidFill>
                          <a:srgbClr val="FFFFFF"/>
                        </a:solidFill>
                        <a:effectLst/>
                        <a:latin typeface="Gill Sans Std" pitchFamily="34" charset="0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000" u="none" strike="noStrike" dirty="0">
                          <a:effectLst/>
                          <a:latin typeface="Gill Sans Std" pitchFamily="34" charset="0"/>
                        </a:rPr>
                        <a:t>Jan</a:t>
                      </a:r>
                      <a:endParaRPr lang="pt-BR" sz="1000" b="1" i="0" u="none" strike="noStrike" dirty="0">
                        <a:solidFill>
                          <a:srgbClr val="FFFFFF"/>
                        </a:solidFill>
                        <a:effectLst/>
                        <a:latin typeface="Gill Sans Std" pitchFamily="34" charset="0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000" u="none" strike="noStrike">
                          <a:effectLst/>
                          <a:latin typeface="Gill Sans Std" pitchFamily="34" charset="0"/>
                        </a:rPr>
                        <a:t>Fev</a:t>
                      </a:r>
                      <a:endParaRPr lang="pt-BR" sz="1000" b="1" i="0" u="none" strike="noStrike">
                        <a:solidFill>
                          <a:srgbClr val="FFFFFF"/>
                        </a:solidFill>
                        <a:effectLst/>
                        <a:latin typeface="Gill Sans Std" pitchFamily="34" charset="0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000" u="none" strike="noStrike" dirty="0">
                          <a:effectLst/>
                          <a:latin typeface="Gill Sans Std" pitchFamily="34" charset="0"/>
                        </a:rPr>
                        <a:t>Mar</a:t>
                      </a:r>
                      <a:endParaRPr lang="pt-BR" sz="1000" b="1" i="0" u="none" strike="noStrike" dirty="0">
                        <a:solidFill>
                          <a:srgbClr val="FFFFFF"/>
                        </a:solidFill>
                        <a:effectLst/>
                        <a:latin typeface="Gill Sans Std" pitchFamily="34" charset="0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000" u="none" strike="noStrike" dirty="0" err="1">
                          <a:effectLst/>
                          <a:latin typeface="Gill Sans Std" pitchFamily="34" charset="0"/>
                        </a:rPr>
                        <a:t>Abr</a:t>
                      </a:r>
                      <a:endParaRPr lang="pt-BR" sz="1000" b="1" i="0" u="none" strike="noStrike" dirty="0">
                        <a:solidFill>
                          <a:srgbClr val="FFFFFF"/>
                        </a:solidFill>
                        <a:effectLst/>
                        <a:latin typeface="Gill Sans Std" pitchFamily="34" charset="0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000" u="none" strike="noStrike" dirty="0">
                          <a:effectLst/>
                          <a:latin typeface="Gill Sans Std" pitchFamily="34" charset="0"/>
                        </a:rPr>
                        <a:t>Mai</a:t>
                      </a:r>
                      <a:endParaRPr lang="pt-BR" sz="1000" b="1" i="0" u="none" strike="noStrike" dirty="0">
                        <a:solidFill>
                          <a:srgbClr val="FFFFFF"/>
                        </a:solidFill>
                        <a:effectLst/>
                        <a:latin typeface="Gill Sans Std" pitchFamily="34" charset="0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000" u="none" strike="noStrike">
                          <a:effectLst/>
                          <a:latin typeface="Gill Sans Std" pitchFamily="34" charset="0"/>
                        </a:rPr>
                        <a:t>Jun</a:t>
                      </a:r>
                      <a:endParaRPr lang="pt-BR" sz="1000" b="1" i="0" u="none" strike="noStrike">
                        <a:solidFill>
                          <a:srgbClr val="FFFFFF"/>
                        </a:solidFill>
                        <a:effectLst/>
                        <a:latin typeface="Gill Sans Std" pitchFamily="34" charset="0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000" u="none" strike="noStrike">
                          <a:effectLst/>
                          <a:latin typeface="Gill Sans Std" pitchFamily="34" charset="0"/>
                        </a:rPr>
                        <a:t>Jul</a:t>
                      </a:r>
                      <a:endParaRPr lang="pt-BR" sz="1000" b="1" i="0" u="none" strike="noStrike">
                        <a:solidFill>
                          <a:srgbClr val="FFFFFF"/>
                        </a:solidFill>
                        <a:effectLst/>
                        <a:latin typeface="Gill Sans Std" pitchFamily="34" charset="0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000" u="none" strike="noStrike" dirty="0" err="1">
                          <a:effectLst/>
                          <a:latin typeface="Gill Sans Std" pitchFamily="34" charset="0"/>
                        </a:rPr>
                        <a:t>Ago</a:t>
                      </a:r>
                      <a:endParaRPr lang="pt-BR" sz="1000" b="1" i="0" u="none" strike="noStrike" dirty="0">
                        <a:solidFill>
                          <a:srgbClr val="FFFFFF"/>
                        </a:solidFill>
                        <a:effectLst/>
                        <a:latin typeface="Gill Sans Std" pitchFamily="34" charset="0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000" u="none" strike="noStrike">
                          <a:effectLst/>
                          <a:latin typeface="Gill Sans Std" pitchFamily="34" charset="0"/>
                        </a:rPr>
                        <a:t>Set</a:t>
                      </a:r>
                      <a:endParaRPr lang="pt-BR" sz="1000" b="1" i="0" u="none" strike="noStrike">
                        <a:solidFill>
                          <a:srgbClr val="FFFFFF"/>
                        </a:solidFill>
                        <a:effectLst/>
                        <a:latin typeface="Gill Sans Std" pitchFamily="34" charset="0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000" u="none" strike="noStrike">
                          <a:effectLst/>
                          <a:latin typeface="Gill Sans Std" pitchFamily="34" charset="0"/>
                        </a:rPr>
                        <a:t>Out</a:t>
                      </a:r>
                      <a:endParaRPr lang="pt-BR" sz="1000" b="1" i="0" u="none" strike="noStrike">
                        <a:solidFill>
                          <a:srgbClr val="FFFFFF"/>
                        </a:solidFill>
                        <a:effectLst/>
                        <a:latin typeface="Gill Sans Std" pitchFamily="34" charset="0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000" u="none" strike="noStrike">
                          <a:effectLst/>
                          <a:latin typeface="Gill Sans Std" pitchFamily="34" charset="0"/>
                        </a:rPr>
                        <a:t>Nov</a:t>
                      </a:r>
                      <a:endParaRPr lang="pt-BR" sz="1000" b="1" i="0" u="none" strike="noStrike">
                        <a:solidFill>
                          <a:srgbClr val="FFFFFF"/>
                        </a:solidFill>
                        <a:effectLst/>
                        <a:latin typeface="Gill Sans Std" pitchFamily="34" charset="0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000" u="none" strike="noStrike">
                          <a:effectLst/>
                          <a:latin typeface="Gill Sans Std" pitchFamily="34" charset="0"/>
                        </a:rPr>
                        <a:t>Dez</a:t>
                      </a:r>
                      <a:endParaRPr lang="pt-BR" sz="1000" b="1" i="0" u="none" strike="noStrike">
                        <a:solidFill>
                          <a:srgbClr val="FFFFFF"/>
                        </a:solidFill>
                        <a:effectLst/>
                        <a:latin typeface="Gill Sans Std" pitchFamily="34" charset="0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000" b="1" i="0" u="none" strike="noStrike" dirty="0" smtClean="0">
                          <a:solidFill>
                            <a:srgbClr val="FFFFFF"/>
                          </a:solidFill>
                          <a:effectLst/>
                          <a:latin typeface="Gill Sans Std" pitchFamily="34" charset="0"/>
                        </a:rPr>
                        <a:t>Jan 16</a:t>
                      </a:r>
                      <a:endParaRPr lang="pt-BR" sz="1000" b="1" i="0" u="none" strike="noStrike" dirty="0">
                        <a:solidFill>
                          <a:srgbClr val="FFFFFF"/>
                        </a:solidFill>
                        <a:effectLst/>
                        <a:latin typeface="Gill Sans Std" pitchFamily="34" charset="0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7653">
                <a:tc>
                  <a:txBody>
                    <a:bodyPr/>
                    <a:lstStyle/>
                    <a:p>
                      <a:pPr algn="l" fontAlgn="ctr"/>
                      <a:r>
                        <a:rPr lang="pt-BR" sz="1000" u="none" strike="noStrike" dirty="0">
                          <a:effectLst/>
                          <a:latin typeface="Gill Sans Std" pitchFamily="34" charset="0"/>
                        </a:rPr>
                        <a:t>Lançamentos de </a:t>
                      </a:r>
                      <a:r>
                        <a:rPr lang="pt-BR" sz="1000" u="none" strike="noStrike" dirty="0" smtClean="0">
                          <a:effectLst/>
                          <a:latin typeface="Gill Sans Std" pitchFamily="34" charset="0"/>
                        </a:rPr>
                        <a:t>Tecnologia</a:t>
                      </a:r>
                      <a:br>
                        <a:rPr lang="pt-BR" sz="1000" u="none" strike="noStrike" dirty="0" smtClean="0">
                          <a:effectLst/>
                          <a:latin typeface="Gill Sans Std" pitchFamily="34" charset="0"/>
                        </a:rPr>
                      </a:br>
                      <a:endParaRPr lang="pt-BR" sz="1000" u="none" strike="noStrike" dirty="0" smtClean="0">
                        <a:effectLst/>
                        <a:latin typeface="Gill Sans Std" pitchFamily="34" charset="0"/>
                      </a:endParaRPr>
                    </a:p>
                    <a:p>
                      <a:pPr algn="l" fontAlgn="ctr"/>
                      <a:r>
                        <a:rPr lang="pt-BR" sz="800" b="0" u="none" strike="noStrike" dirty="0" smtClean="0">
                          <a:effectLst/>
                          <a:latin typeface="Gill Sans Std" pitchFamily="34" charset="0"/>
                        </a:rPr>
                        <a:t>Plataforma</a:t>
                      </a:r>
                      <a:r>
                        <a:rPr lang="pt-BR" sz="800" b="0" u="none" strike="noStrike" baseline="0" dirty="0" smtClean="0">
                          <a:effectLst/>
                          <a:latin typeface="Gill Sans Std" pitchFamily="34" charset="0"/>
                        </a:rPr>
                        <a:t> Corporativa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Gill Sans Std" pitchFamily="34" charset="0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pt-BR" sz="800" b="0" i="0" u="none" strike="noStrike" dirty="0">
                        <a:solidFill>
                          <a:srgbClr val="000000"/>
                        </a:solidFill>
                        <a:effectLst/>
                        <a:latin typeface="Gill Sans Std" pitchFamily="34" charset="0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9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800" u="none" strike="noStrike" dirty="0" err="1" smtClean="0">
                          <a:effectLst/>
                          <a:latin typeface="Gill Sans Std" pitchFamily="34" charset="0"/>
                        </a:rPr>
                        <a:t>Fev</a:t>
                      </a:r>
                      <a:r>
                        <a:rPr lang="pt-BR" sz="800" u="none" strike="noStrike" dirty="0" smtClean="0">
                          <a:effectLst/>
                          <a:latin typeface="Gill Sans Std" pitchFamily="34" charset="0"/>
                        </a:rPr>
                        <a:t> 21 - Novo Portal TD</a:t>
                      </a:r>
                    </a:p>
                    <a:p>
                      <a:pPr marL="0" marR="0" indent="0" algn="l" defTabSz="914249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8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Gill Sans Std" pitchFamily="34" charset="0"/>
                        </a:rPr>
                        <a:t>Diferimento ICMS Brasil e  Novo Layout </a:t>
                      </a:r>
                      <a:r>
                        <a:rPr lang="pt-BR" sz="8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Gill Sans Std" pitchFamily="34" charset="0"/>
                        </a:rPr>
                        <a:t>NFe</a:t>
                      </a:r>
                      <a:r>
                        <a:rPr lang="pt-BR" sz="8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Gill Sans Std" pitchFamily="34" charset="0"/>
                        </a:rPr>
                        <a:t> 3.0</a:t>
                      </a: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9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8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Gill Sans Std" pitchFamily="34" charset="0"/>
                        </a:rPr>
                        <a:t>Projetos SAP FUN</a:t>
                      </a:r>
                      <a:r>
                        <a:rPr lang="pt-BR" sz="800" b="0" i="0" u="none" strike="noStrike" baseline="0" dirty="0" smtClean="0">
                          <a:solidFill>
                            <a:srgbClr val="000000"/>
                          </a:solidFill>
                          <a:effectLst/>
                          <a:latin typeface="Gill Sans Std" pitchFamily="34" charset="0"/>
                        </a:rPr>
                        <a:t> e </a:t>
                      </a:r>
                      <a:r>
                        <a:rPr lang="pt-BR" sz="8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Gill Sans Std" pitchFamily="34" charset="0"/>
                        </a:rPr>
                        <a:t>Ponto Eletrônico</a:t>
                      </a: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pt-BR" sz="800" b="0" i="0" u="none" strike="noStrike" dirty="0">
                        <a:solidFill>
                          <a:srgbClr val="000000"/>
                        </a:solidFill>
                        <a:effectLst/>
                        <a:latin typeface="Gill Sans Std" pitchFamily="34" charset="0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pt-BR" sz="8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Gill Sans Std" pitchFamily="34" charset="0"/>
                        </a:rPr>
                        <a:t>Nova Intranet  e </a:t>
                      </a:r>
                      <a:r>
                        <a:rPr lang="pt-BR" sz="8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Gill Sans Std" pitchFamily="34" charset="0"/>
                        </a:rPr>
                        <a:t>Natura.Doc</a:t>
                      </a:r>
                      <a:endParaRPr lang="pt-BR" sz="800" b="0" i="0" u="none" strike="noStrike" dirty="0">
                        <a:solidFill>
                          <a:srgbClr val="000000"/>
                        </a:solidFill>
                        <a:effectLst/>
                        <a:latin typeface="Gill Sans Std" pitchFamily="34" charset="0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pt-BR" sz="800" b="0" i="0" u="none" strike="noStrike" dirty="0">
                        <a:solidFill>
                          <a:srgbClr val="000000"/>
                        </a:solidFill>
                        <a:effectLst/>
                        <a:latin typeface="Gill Sans Std" pitchFamily="34" charset="0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pt-BR" sz="800" b="0" i="0" u="none" strike="noStrike" dirty="0">
                        <a:solidFill>
                          <a:srgbClr val="000000"/>
                        </a:solidFill>
                        <a:effectLst/>
                        <a:latin typeface="Gill Sans Std" pitchFamily="34" charset="0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pt-BR" sz="800" b="0" i="0" u="none" strike="noStrike" dirty="0">
                        <a:solidFill>
                          <a:srgbClr val="000000"/>
                        </a:solidFill>
                        <a:effectLst/>
                        <a:latin typeface="Gill Sans Std" pitchFamily="34" charset="0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pt-BR" sz="800" b="0" i="0" u="none" strike="noStrike" dirty="0">
                        <a:solidFill>
                          <a:srgbClr val="000000"/>
                        </a:solidFill>
                        <a:effectLst/>
                        <a:latin typeface="Gill Sans Std" pitchFamily="34" charset="0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pt-BR" sz="8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Gill Sans Std" pitchFamily="34" charset="0"/>
                        </a:rPr>
                        <a:t>Programa SPED Fiscal e Trabalhista</a:t>
                      </a:r>
                      <a:endParaRPr lang="pt-BR" sz="800" b="0" i="0" u="none" strike="noStrike" dirty="0">
                        <a:solidFill>
                          <a:srgbClr val="000000"/>
                        </a:solidFill>
                        <a:effectLst/>
                        <a:latin typeface="Gill Sans Std" pitchFamily="34" charset="0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pt-BR" sz="800" b="0" i="0" u="none" strike="noStrike" dirty="0">
                        <a:solidFill>
                          <a:srgbClr val="000000"/>
                        </a:solidFill>
                        <a:effectLst/>
                        <a:latin typeface="Gill Sans Std" pitchFamily="34" charset="0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pt-BR" sz="800" b="0" i="0" u="none" strike="noStrike" dirty="0">
                        <a:solidFill>
                          <a:srgbClr val="000000"/>
                        </a:solidFill>
                        <a:effectLst/>
                        <a:latin typeface="Gill Sans Std" pitchFamily="34" charset="0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pt-BR" sz="800" b="0" i="0" u="none" strike="noStrike" dirty="0">
                        <a:solidFill>
                          <a:srgbClr val="000000"/>
                        </a:solidFill>
                        <a:effectLst/>
                        <a:latin typeface="Gill Sans Std" pitchFamily="34" charset="0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27653">
                <a:tc>
                  <a:txBody>
                    <a:bodyPr/>
                    <a:lstStyle/>
                    <a:p>
                      <a:pPr marL="0" algn="l" defTabSz="914249" rtl="0" eaLnBrk="1" fontAlgn="ctr" latinLnBrk="0" hangingPunct="1"/>
                      <a:r>
                        <a:rPr lang="pt-BR" sz="800" b="0" u="none" strike="noStrike" kern="1200" dirty="0" smtClean="0">
                          <a:solidFill>
                            <a:schemeClr val="lt1"/>
                          </a:solidFill>
                          <a:effectLst/>
                          <a:latin typeface="Gill Sans Std" pitchFamily="34" charset="0"/>
                          <a:ea typeface="+mn-ea"/>
                          <a:cs typeface="+mn-cs"/>
                        </a:rPr>
                        <a:t>Natura Labs</a:t>
                      </a:r>
                      <a:endParaRPr lang="pt-BR" sz="800" b="0" u="none" strike="noStrike" kern="1200" dirty="0">
                        <a:solidFill>
                          <a:schemeClr val="lt1"/>
                        </a:solidFill>
                        <a:effectLst/>
                        <a:latin typeface="Gill Sans Std" pitchFamily="34" charset="0"/>
                        <a:ea typeface="+mn-ea"/>
                        <a:cs typeface="+mn-cs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249" rtl="0" eaLnBrk="1" fontAlgn="ctr" latinLnBrk="0" hangingPunct="1"/>
                      <a:endParaRPr lang="pt-BR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Gill Sans Std" pitchFamily="34" charset="0"/>
                        <a:ea typeface="+mn-ea"/>
                        <a:cs typeface="+mn-cs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249" rtl="0" eaLnBrk="1" fontAlgn="ctr" latinLnBrk="0" hangingPunct="1"/>
                      <a:endParaRPr lang="pt-BR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Gill Sans Std" pitchFamily="34" charset="0"/>
                        <a:ea typeface="+mn-ea"/>
                        <a:cs typeface="+mn-cs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249" rtl="0" eaLnBrk="1" fontAlgn="ctr" latinLnBrk="0" hangingPunct="1"/>
                      <a:r>
                        <a:rPr lang="pt-BR" sz="8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Gill Sans Std" pitchFamily="34" charset="0"/>
                          <a:ea typeface="+mn-ea"/>
                          <a:cs typeface="+mn-cs"/>
                        </a:rPr>
                        <a:t>Mar 03-Chip e Meios de Pagamento CN</a:t>
                      </a:r>
                      <a:endParaRPr lang="pt-BR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Gill Sans Std" pitchFamily="34" charset="0"/>
                        <a:ea typeface="+mn-ea"/>
                        <a:cs typeface="+mn-cs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249" rtl="0" eaLnBrk="1" fontAlgn="ctr" latinLnBrk="0" hangingPunct="1"/>
                      <a:endParaRPr lang="pt-BR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Gill Sans Std" pitchFamily="34" charset="0"/>
                        <a:ea typeface="+mn-ea"/>
                        <a:cs typeface="+mn-cs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249" rtl="0" eaLnBrk="1" fontAlgn="ctr" latinLnBrk="0" hangingPunct="1"/>
                      <a:endParaRPr lang="pt-BR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Gill Sans Std" pitchFamily="34" charset="0"/>
                        <a:ea typeface="+mn-ea"/>
                        <a:cs typeface="+mn-cs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249" rtl="0" eaLnBrk="1" fontAlgn="ctr" latinLnBrk="0" hangingPunct="1"/>
                      <a:endParaRPr lang="pt-BR" sz="800" b="0" i="0" u="none" strike="noStrike" kern="1200">
                        <a:solidFill>
                          <a:srgbClr val="000000"/>
                        </a:solidFill>
                        <a:effectLst/>
                        <a:latin typeface="Gill Sans Std" pitchFamily="34" charset="0"/>
                        <a:ea typeface="+mn-ea"/>
                        <a:cs typeface="+mn-cs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249" rtl="0" eaLnBrk="1" fontAlgn="ctr" latinLnBrk="0" hangingPunct="1"/>
                      <a:endParaRPr lang="pt-BR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Gill Sans Std" pitchFamily="34" charset="0"/>
                        <a:ea typeface="+mn-ea"/>
                        <a:cs typeface="+mn-cs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249" rtl="0" eaLnBrk="1" fontAlgn="ctr" latinLnBrk="0" hangingPunct="1"/>
                      <a:endParaRPr lang="pt-BR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Gill Sans Std" pitchFamily="34" charset="0"/>
                        <a:ea typeface="+mn-ea"/>
                        <a:cs typeface="+mn-cs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249" rtl="0" eaLnBrk="1" fontAlgn="ctr" latinLnBrk="0" hangingPunct="1"/>
                      <a:endParaRPr lang="pt-BR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Gill Sans Std" pitchFamily="34" charset="0"/>
                        <a:ea typeface="+mn-ea"/>
                        <a:cs typeface="+mn-cs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249" rtl="0" eaLnBrk="1" fontAlgn="ctr" latinLnBrk="0" hangingPunct="1"/>
                      <a:endParaRPr lang="pt-BR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Gill Sans Std" pitchFamily="34" charset="0"/>
                        <a:ea typeface="+mn-ea"/>
                        <a:cs typeface="+mn-cs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249" rtl="0" eaLnBrk="1" fontAlgn="ctr" latinLnBrk="0" hangingPunct="1"/>
                      <a:endParaRPr lang="pt-BR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Gill Sans Std" pitchFamily="34" charset="0"/>
                        <a:ea typeface="+mn-ea"/>
                        <a:cs typeface="+mn-cs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249" rtl="0" eaLnBrk="1" fontAlgn="ctr" latinLnBrk="0" hangingPunct="1"/>
                      <a:endParaRPr lang="pt-BR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Gill Sans Std" pitchFamily="34" charset="0"/>
                        <a:ea typeface="+mn-ea"/>
                        <a:cs typeface="+mn-cs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249" rtl="0" eaLnBrk="1" fontAlgn="ctr" latinLnBrk="0" hangingPunct="1"/>
                      <a:endParaRPr lang="pt-BR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Gill Sans Std" pitchFamily="34" charset="0"/>
                        <a:ea typeface="+mn-ea"/>
                        <a:cs typeface="+mn-cs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27653">
                <a:tc>
                  <a:txBody>
                    <a:bodyPr/>
                    <a:lstStyle/>
                    <a:p>
                      <a:pPr marL="0" algn="l" defTabSz="914249" rtl="0" eaLnBrk="1" fontAlgn="ctr" latinLnBrk="0" hangingPunct="1"/>
                      <a:r>
                        <a:rPr lang="pt-BR" sz="800" b="0" u="none" strike="noStrike" kern="1200" dirty="0" smtClean="0">
                          <a:solidFill>
                            <a:schemeClr val="lt1"/>
                          </a:solidFill>
                          <a:effectLst/>
                          <a:latin typeface="Gill Sans Std" pitchFamily="34" charset="0"/>
                          <a:ea typeface="+mn-ea"/>
                          <a:cs typeface="+mn-cs"/>
                        </a:rPr>
                        <a:t>Plataforma Rede Natura</a:t>
                      </a:r>
                      <a:endParaRPr lang="pt-BR" sz="800" b="0" u="none" strike="noStrike" kern="1200" dirty="0">
                        <a:solidFill>
                          <a:schemeClr val="lt1"/>
                        </a:solidFill>
                        <a:effectLst/>
                        <a:latin typeface="Gill Sans Std" pitchFamily="34" charset="0"/>
                        <a:ea typeface="+mn-ea"/>
                        <a:cs typeface="+mn-cs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249" rtl="0" eaLnBrk="1" fontAlgn="ctr" latinLnBrk="0" hangingPunct="1"/>
                      <a:r>
                        <a:rPr lang="pt-BR" sz="800" b="0" i="0" u="none" strike="noStrike" kern="1200" dirty="0" err="1" smtClean="0">
                          <a:solidFill>
                            <a:srgbClr val="000000"/>
                          </a:solidFill>
                          <a:effectLst/>
                          <a:latin typeface="Gill Sans Std" pitchFamily="34" charset="0"/>
                          <a:ea typeface="+mn-ea"/>
                          <a:cs typeface="+mn-cs"/>
                        </a:rPr>
                        <a:t>ATG+Mobile</a:t>
                      </a:r>
                      <a:r>
                        <a:rPr lang="pt-BR" sz="8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Gill Sans Std" pitchFamily="34" charset="0"/>
                          <a:ea typeface="+mn-ea"/>
                          <a:cs typeface="+mn-cs"/>
                        </a:rPr>
                        <a:t> - 7 pacotes (1.6.16)</a:t>
                      </a:r>
                    </a:p>
                    <a:p>
                      <a:pPr marL="0" algn="l" defTabSz="914249" rtl="0" eaLnBrk="1" fontAlgn="ctr" latinLnBrk="0" hangingPunct="1"/>
                      <a:r>
                        <a:rPr lang="pt-BR" sz="800" b="0" i="0" u="none" strike="noStrike" kern="1200" dirty="0" err="1" smtClean="0">
                          <a:solidFill>
                            <a:srgbClr val="000000"/>
                          </a:solidFill>
                          <a:effectLst/>
                          <a:latin typeface="Gill Sans Std" pitchFamily="34" charset="0"/>
                          <a:ea typeface="+mn-ea"/>
                          <a:cs typeface="+mn-cs"/>
                        </a:rPr>
                        <a:t>Cadastro+Admin</a:t>
                      </a:r>
                      <a:r>
                        <a:rPr lang="pt-BR" sz="8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Gill Sans Std" pitchFamily="34" charset="0"/>
                          <a:ea typeface="+mn-ea"/>
                          <a:cs typeface="+mn-cs"/>
                        </a:rPr>
                        <a:t> - 5 pacotes (3.0.1) </a:t>
                      </a:r>
                      <a:endParaRPr lang="pt-BR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Gill Sans Std" pitchFamily="34" charset="0"/>
                        <a:ea typeface="+mn-ea"/>
                        <a:cs typeface="+mn-cs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9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800" b="0" i="0" u="none" strike="noStrike" kern="1200" dirty="0" err="1" smtClean="0">
                          <a:solidFill>
                            <a:srgbClr val="000000"/>
                          </a:solidFill>
                          <a:effectLst/>
                          <a:latin typeface="Gill Sans Std" pitchFamily="34" charset="0"/>
                          <a:ea typeface="+mn-ea"/>
                          <a:cs typeface="+mn-cs"/>
                        </a:rPr>
                        <a:t>ATG+Mobile</a:t>
                      </a:r>
                      <a:r>
                        <a:rPr lang="pt-BR" sz="8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Gill Sans Std" pitchFamily="34" charset="0"/>
                          <a:ea typeface="+mn-ea"/>
                          <a:cs typeface="+mn-cs"/>
                        </a:rPr>
                        <a:t> - 10 pacotes (1.6.17)</a:t>
                      </a:r>
                    </a:p>
                    <a:p>
                      <a:pPr marL="0" marR="0" indent="0" algn="l" defTabSz="914249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800" b="0" i="0" u="none" strike="noStrike" kern="1200" dirty="0" err="1" smtClean="0">
                          <a:solidFill>
                            <a:srgbClr val="000000"/>
                          </a:solidFill>
                          <a:effectLst/>
                          <a:latin typeface="Gill Sans Std" pitchFamily="34" charset="0"/>
                          <a:ea typeface="+mn-ea"/>
                          <a:cs typeface="+mn-cs"/>
                        </a:rPr>
                        <a:t>Cadastro+Admin</a:t>
                      </a:r>
                      <a:r>
                        <a:rPr lang="pt-BR" sz="8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Gill Sans Std" pitchFamily="34" charset="0"/>
                          <a:ea typeface="+mn-ea"/>
                          <a:cs typeface="+mn-cs"/>
                        </a:rPr>
                        <a:t> - 3 pacotes (3.0.2) </a:t>
                      </a:r>
                    </a:p>
                    <a:p>
                      <a:pPr marL="0" marR="0" indent="0" algn="l" defTabSz="914249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8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Gill Sans Std" pitchFamily="34" charset="0"/>
                          <a:ea typeface="+mn-ea"/>
                          <a:cs typeface="+mn-cs"/>
                        </a:rPr>
                        <a:t>GO LIVE novo ADMIN)</a:t>
                      </a: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9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800" b="0" i="0" u="none" strike="noStrike" kern="1200" dirty="0" err="1" smtClean="0">
                          <a:solidFill>
                            <a:srgbClr val="000000"/>
                          </a:solidFill>
                          <a:effectLst/>
                          <a:latin typeface="Gill Sans Std" pitchFamily="34" charset="0"/>
                          <a:ea typeface="+mn-ea"/>
                          <a:cs typeface="+mn-cs"/>
                        </a:rPr>
                        <a:t>ATG+Mobile</a:t>
                      </a:r>
                      <a:r>
                        <a:rPr lang="pt-BR" sz="8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Gill Sans Std" pitchFamily="34" charset="0"/>
                          <a:ea typeface="+mn-ea"/>
                          <a:cs typeface="+mn-cs"/>
                        </a:rPr>
                        <a:t> - 4 pacotes (1.6.18)</a:t>
                      </a:r>
                    </a:p>
                    <a:p>
                      <a:pPr marL="0" marR="0" indent="0" algn="l" defTabSz="914249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pt-BR" sz="800" b="0" i="0" u="none" strike="noStrike" kern="1200" dirty="0" smtClean="0">
                        <a:solidFill>
                          <a:srgbClr val="000000"/>
                        </a:solidFill>
                        <a:effectLst/>
                        <a:latin typeface="Gill Sans Std" pitchFamily="34" charset="0"/>
                        <a:ea typeface="+mn-ea"/>
                        <a:cs typeface="+mn-cs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249" rtl="0" eaLnBrk="1" fontAlgn="ctr" latinLnBrk="0" hangingPunct="1"/>
                      <a:r>
                        <a:rPr lang="pt-BR" sz="8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Gill Sans Std" pitchFamily="34" charset="0"/>
                          <a:ea typeface="+mn-ea"/>
                          <a:cs typeface="+mn-cs"/>
                        </a:rPr>
                        <a:t>Novo </a:t>
                      </a:r>
                      <a:r>
                        <a:rPr lang="pt-BR" sz="800" b="0" i="0" u="none" strike="noStrike" kern="1200" dirty="0" err="1" smtClean="0">
                          <a:solidFill>
                            <a:srgbClr val="000000"/>
                          </a:solidFill>
                          <a:effectLst/>
                          <a:latin typeface="Gill Sans Std" pitchFamily="34" charset="0"/>
                          <a:ea typeface="+mn-ea"/>
                          <a:cs typeface="+mn-cs"/>
                        </a:rPr>
                        <a:t>Check</a:t>
                      </a:r>
                      <a:r>
                        <a:rPr lang="pt-BR" sz="8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Gill Sans Std" pitchFamily="34" charset="0"/>
                          <a:ea typeface="+mn-ea"/>
                          <a:cs typeface="+mn-cs"/>
                        </a:rPr>
                        <a:t>-out Rede Natura</a:t>
                      </a:r>
                      <a:endParaRPr lang="pt-BR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Gill Sans Std" pitchFamily="34" charset="0"/>
                        <a:ea typeface="+mn-ea"/>
                        <a:cs typeface="+mn-cs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249" rtl="0" eaLnBrk="1" fontAlgn="ctr" latinLnBrk="0" hangingPunct="1"/>
                      <a:r>
                        <a:rPr lang="pt-BR" sz="8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Gill Sans Std" pitchFamily="34" charset="0"/>
                          <a:ea typeface="+mn-ea"/>
                          <a:cs typeface="+mn-cs"/>
                        </a:rPr>
                        <a:t>Upgrade ATG v 11.0</a:t>
                      </a:r>
                      <a:endParaRPr lang="pt-BR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Gill Sans Std" pitchFamily="34" charset="0"/>
                        <a:ea typeface="+mn-ea"/>
                        <a:cs typeface="+mn-cs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249" rtl="0" eaLnBrk="1" fontAlgn="ctr" latinLnBrk="0" hangingPunct="1"/>
                      <a:endParaRPr lang="pt-BR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Gill Sans Std" pitchFamily="34" charset="0"/>
                        <a:ea typeface="+mn-ea"/>
                        <a:cs typeface="+mn-cs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249" rtl="0" eaLnBrk="1" fontAlgn="ctr" latinLnBrk="0" hangingPunct="1"/>
                      <a:endParaRPr lang="pt-BR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Gill Sans Std" pitchFamily="34" charset="0"/>
                        <a:ea typeface="+mn-ea"/>
                        <a:cs typeface="+mn-cs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249" rtl="0" eaLnBrk="1" fontAlgn="ctr" latinLnBrk="0" hangingPunct="1"/>
                      <a:r>
                        <a:rPr lang="pt-BR" sz="8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Gill Sans Std" pitchFamily="34" charset="0"/>
                          <a:ea typeface="+mn-ea"/>
                          <a:cs typeface="+mn-cs"/>
                        </a:rPr>
                        <a:t>Go</a:t>
                      </a:r>
                      <a:r>
                        <a:rPr lang="pt-BR" sz="800" b="0" i="0" u="none" strike="noStrike" kern="1200" baseline="0" dirty="0" smtClean="0">
                          <a:solidFill>
                            <a:srgbClr val="000000"/>
                          </a:solidFill>
                          <a:effectLst/>
                          <a:latin typeface="Gill Sans Std" pitchFamily="34" charset="0"/>
                          <a:ea typeface="+mn-ea"/>
                          <a:cs typeface="+mn-cs"/>
                        </a:rPr>
                        <a:t> Live Rede Natura Chile</a:t>
                      </a:r>
                      <a:endParaRPr lang="pt-BR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Gill Sans Std" pitchFamily="34" charset="0"/>
                        <a:ea typeface="+mn-ea"/>
                        <a:cs typeface="+mn-cs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249" rtl="0" eaLnBrk="1" fontAlgn="ctr" latinLnBrk="0" hangingPunct="1"/>
                      <a:r>
                        <a:rPr lang="pt-BR" sz="8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Gill Sans Std" pitchFamily="34" charset="0"/>
                          <a:ea typeface="+mn-ea"/>
                          <a:cs typeface="+mn-cs"/>
                        </a:rPr>
                        <a:t>Meios de Pagamento</a:t>
                      </a:r>
                      <a:endParaRPr lang="pt-BR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Gill Sans Std" pitchFamily="34" charset="0"/>
                        <a:ea typeface="+mn-ea"/>
                        <a:cs typeface="+mn-cs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249" rtl="0" eaLnBrk="1" fontAlgn="ctr" latinLnBrk="0" hangingPunct="1"/>
                      <a:endParaRPr lang="pt-BR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Gill Sans Std" pitchFamily="34" charset="0"/>
                        <a:ea typeface="+mn-ea"/>
                        <a:cs typeface="+mn-cs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249" rtl="0" eaLnBrk="1" fontAlgn="ctr" latinLnBrk="0" hangingPunct="1"/>
                      <a:endParaRPr lang="pt-BR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Gill Sans Std" pitchFamily="34" charset="0"/>
                        <a:ea typeface="+mn-ea"/>
                        <a:cs typeface="+mn-cs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249" rtl="0" eaLnBrk="1" fontAlgn="ctr" latinLnBrk="0" hangingPunct="1"/>
                      <a:endParaRPr lang="pt-BR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Gill Sans Std" pitchFamily="34" charset="0"/>
                        <a:ea typeface="+mn-ea"/>
                        <a:cs typeface="+mn-cs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249" rtl="0" eaLnBrk="1" fontAlgn="ctr" latinLnBrk="0" hangingPunct="1"/>
                      <a:endParaRPr lang="pt-BR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Gill Sans Std" pitchFamily="34" charset="0"/>
                        <a:ea typeface="+mn-ea"/>
                        <a:cs typeface="+mn-cs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27653">
                <a:tc>
                  <a:txBody>
                    <a:bodyPr/>
                    <a:lstStyle/>
                    <a:p>
                      <a:pPr marL="0" algn="l" defTabSz="914249" rtl="0" eaLnBrk="1" fontAlgn="ctr" latinLnBrk="0" hangingPunct="1"/>
                      <a:endParaRPr lang="pt-BR" sz="800" b="0" u="none" strike="noStrike" kern="1200" dirty="0">
                        <a:solidFill>
                          <a:schemeClr val="lt1"/>
                        </a:solidFill>
                        <a:effectLst/>
                        <a:latin typeface="Gill Sans Std" pitchFamily="34" charset="0"/>
                        <a:ea typeface="+mn-ea"/>
                        <a:cs typeface="+mn-cs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249" rtl="0" eaLnBrk="1" fontAlgn="ctr" latinLnBrk="0" hangingPunct="1"/>
                      <a:endParaRPr lang="pt-BR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Gill Sans Std" pitchFamily="34" charset="0"/>
                        <a:ea typeface="+mn-ea"/>
                        <a:cs typeface="+mn-cs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249" rtl="0" eaLnBrk="1" fontAlgn="ctr" latinLnBrk="0" hangingPunct="1"/>
                      <a:endParaRPr lang="pt-BR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Gill Sans Std" pitchFamily="34" charset="0"/>
                        <a:ea typeface="+mn-ea"/>
                        <a:cs typeface="+mn-cs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249" rtl="0" eaLnBrk="1" fontAlgn="ctr" latinLnBrk="0" hangingPunct="1"/>
                      <a:endParaRPr lang="pt-BR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Gill Sans Std" pitchFamily="34" charset="0"/>
                        <a:ea typeface="+mn-ea"/>
                        <a:cs typeface="+mn-cs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249" rtl="0" eaLnBrk="1" fontAlgn="ctr" latinLnBrk="0" hangingPunct="1"/>
                      <a:endParaRPr lang="pt-BR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Gill Sans Std" pitchFamily="34" charset="0"/>
                        <a:ea typeface="+mn-ea"/>
                        <a:cs typeface="+mn-cs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249" rtl="0" eaLnBrk="1" fontAlgn="ctr" latinLnBrk="0" hangingPunct="1"/>
                      <a:endParaRPr lang="pt-BR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Gill Sans Std" pitchFamily="34" charset="0"/>
                        <a:ea typeface="+mn-ea"/>
                        <a:cs typeface="+mn-cs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249" rtl="0" eaLnBrk="1" fontAlgn="ctr" latinLnBrk="0" hangingPunct="1"/>
                      <a:endParaRPr lang="pt-BR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Gill Sans Std" pitchFamily="34" charset="0"/>
                        <a:ea typeface="+mn-ea"/>
                        <a:cs typeface="+mn-cs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249" rtl="0" eaLnBrk="1" fontAlgn="ctr" latinLnBrk="0" hangingPunct="1"/>
                      <a:endParaRPr lang="pt-BR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Gill Sans Std" pitchFamily="34" charset="0"/>
                        <a:ea typeface="+mn-ea"/>
                        <a:cs typeface="+mn-cs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249" rtl="0" eaLnBrk="1" fontAlgn="ctr" latinLnBrk="0" hangingPunct="1"/>
                      <a:endParaRPr lang="pt-BR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Gill Sans Std" pitchFamily="34" charset="0"/>
                        <a:ea typeface="+mn-ea"/>
                        <a:cs typeface="+mn-cs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249" rtl="0" eaLnBrk="1" fontAlgn="ctr" latinLnBrk="0" hangingPunct="1"/>
                      <a:endParaRPr lang="pt-BR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Gill Sans Std" pitchFamily="34" charset="0"/>
                        <a:ea typeface="+mn-ea"/>
                        <a:cs typeface="+mn-cs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249" rtl="0" eaLnBrk="1" fontAlgn="ctr" latinLnBrk="0" hangingPunct="1"/>
                      <a:endParaRPr lang="pt-BR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Gill Sans Std" pitchFamily="34" charset="0"/>
                        <a:ea typeface="+mn-ea"/>
                        <a:cs typeface="+mn-cs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249" rtl="0" eaLnBrk="1" fontAlgn="ctr" latinLnBrk="0" hangingPunct="1"/>
                      <a:endParaRPr lang="pt-BR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Gill Sans Std" pitchFamily="34" charset="0"/>
                        <a:ea typeface="+mn-ea"/>
                        <a:cs typeface="+mn-cs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249" rtl="0" eaLnBrk="1" fontAlgn="ctr" latinLnBrk="0" hangingPunct="1"/>
                      <a:endParaRPr lang="pt-BR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Gill Sans Std" pitchFamily="34" charset="0"/>
                        <a:ea typeface="+mn-ea"/>
                        <a:cs typeface="+mn-cs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249" rtl="0" eaLnBrk="1" fontAlgn="ctr" latinLnBrk="0" hangingPunct="1"/>
                      <a:endParaRPr lang="pt-BR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Gill Sans Std" pitchFamily="34" charset="0"/>
                        <a:ea typeface="+mn-ea"/>
                        <a:cs typeface="+mn-cs"/>
                      </a:endParaRPr>
                    </a:p>
                  </a:txBody>
                  <a:tcPr marL="5026" marR="5026" marT="502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pic>
        <p:nvPicPr>
          <p:cNvPr id="6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8538495" y="4555197"/>
            <a:ext cx="489000" cy="4464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4188075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de cantos arredondados 4"/>
          <p:cNvSpPr/>
          <p:nvPr/>
        </p:nvSpPr>
        <p:spPr>
          <a:xfrm>
            <a:off x="0" y="586579"/>
            <a:ext cx="4572000" cy="3928380"/>
          </a:xfrm>
          <a:prstGeom prst="roundRect">
            <a:avLst/>
          </a:prstGeom>
          <a:solidFill>
            <a:srgbClr val="FF82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1633" tIns="40817" rIns="81633" bIns="40817" rtlCol="0" anchor="ctr"/>
          <a:lstStyle/>
          <a:p>
            <a:pPr algn="ctr"/>
            <a:endParaRPr lang="pt-BR"/>
          </a:p>
        </p:txBody>
      </p:sp>
      <p:sp>
        <p:nvSpPr>
          <p:cNvPr id="4" name="CaixaDeTexto 3"/>
          <p:cNvSpPr txBox="1"/>
          <p:nvPr/>
        </p:nvSpPr>
        <p:spPr>
          <a:xfrm>
            <a:off x="377788" y="2111170"/>
            <a:ext cx="2754053" cy="463238"/>
          </a:xfrm>
          <a:prstGeom prst="rect">
            <a:avLst/>
          </a:prstGeom>
          <a:noFill/>
        </p:spPr>
        <p:txBody>
          <a:bodyPr wrap="square" lIns="81633" tIns="40817" rIns="81633" bIns="40817" rtlCol="0">
            <a:spAutoFit/>
          </a:bodyPr>
          <a:lstStyle/>
          <a:p>
            <a:r>
              <a:rPr lang="pt-BR" sz="2500" dirty="0">
                <a:solidFill>
                  <a:schemeClr val="bg1"/>
                </a:solidFill>
                <a:latin typeface="Gill Sans Std ExtraBold" pitchFamily="34" charset="0"/>
              </a:rPr>
              <a:t>detalhamento</a:t>
            </a:r>
          </a:p>
        </p:txBody>
      </p:sp>
      <p:pic>
        <p:nvPicPr>
          <p:cNvPr id="8" name="Picture 1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51593" y="4546822"/>
            <a:ext cx="489000" cy="443784"/>
          </a:xfrm>
          <a:prstGeom prst="rect">
            <a:avLst/>
          </a:prstGeom>
        </p:spPr>
      </p:pic>
      <p:pic>
        <p:nvPicPr>
          <p:cNvPr id="9" name="Imagem 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31841" y="2044749"/>
            <a:ext cx="630070" cy="528334"/>
          </a:xfrm>
          <a:prstGeom prst="rect">
            <a:avLst/>
          </a:prstGeom>
        </p:spPr>
      </p:pic>
      <p:sp>
        <p:nvSpPr>
          <p:cNvPr id="10" name="CaixaDeTexto 9"/>
          <p:cNvSpPr txBox="1"/>
          <p:nvPr/>
        </p:nvSpPr>
        <p:spPr>
          <a:xfrm>
            <a:off x="5004048" y="1137222"/>
            <a:ext cx="3618458" cy="2851939"/>
          </a:xfrm>
          <a:prstGeom prst="rect">
            <a:avLst/>
          </a:prstGeom>
          <a:noFill/>
        </p:spPr>
        <p:txBody>
          <a:bodyPr wrap="square" lIns="81633" tIns="40817" rIns="81633" bIns="40817" rtlCol="0">
            <a:spAutoFit/>
          </a:bodyPr>
          <a:lstStyle/>
          <a:p>
            <a:pPr marL="306125" indent="-306125">
              <a:lnSpc>
                <a:spcPct val="250000"/>
              </a:lnSpc>
              <a:buAutoNum type="arabicPeriod"/>
            </a:pPr>
            <a:r>
              <a:rPr lang="pt-BR" sz="1800" dirty="0">
                <a:latin typeface="Gill Sans Std" pitchFamily="34" charset="0"/>
              </a:rPr>
              <a:t>Encontros TD</a:t>
            </a:r>
          </a:p>
          <a:p>
            <a:pPr marL="306125" indent="-306125">
              <a:lnSpc>
                <a:spcPct val="250000"/>
              </a:lnSpc>
              <a:buAutoNum type="arabicPeriod"/>
            </a:pPr>
            <a:r>
              <a:rPr lang="pt-BR" sz="1800" dirty="0" smtClean="0">
                <a:latin typeface="Gill Sans Std" pitchFamily="34" charset="0"/>
              </a:rPr>
              <a:t>Mundo </a:t>
            </a:r>
            <a:r>
              <a:rPr lang="pt-BR" sz="1800" dirty="0">
                <a:latin typeface="Gill Sans Std" pitchFamily="34" charset="0"/>
              </a:rPr>
              <a:t>Digital</a:t>
            </a:r>
          </a:p>
          <a:p>
            <a:pPr marL="306125" indent="-306125">
              <a:lnSpc>
                <a:spcPct val="250000"/>
              </a:lnSpc>
              <a:buAutoNum type="arabicPeriod"/>
            </a:pPr>
            <a:r>
              <a:rPr lang="pt-BR" sz="1800" dirty="0">
                <a:latin typeface="Gill Sans Std" pitchFamily="34" charset="0"/>
              </a:rPr>
              <a:t>Social TD</a:t>
            </a:r>
          </a:p>
          <a:p>
            <a:pPr marL="306125" indent="-306125">
              <a:lnSpc>
                <a:spcPct val="250000"/>
              </a:lnSpc>
              <a:buAutoNum type="arabicPeriod"/>
            </a:pPr>
            <a:r>
              <a:rPr lang="pt-BR" sz="1800" dirty="0">
                <a:latin typeface="Gill Sans Std" pitchFamily="34" charset="0"/>
              </a:rPr>
              <a:t>Lançamentos de Tecnologia</a:t>
            </a:r>
          </a:p>
        </p:txBody>
      </p:sp>
    </p:spTree>
    <p:extLst>
      <p:ext uri="{BB962C8B-B14F-4D97-AF65-F5344CB8AC3E}">
        <p14:creationId xmlns:p14="http://schemas.microsoft.com/office/powerpoint/2010/main" val="31319512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/>
          <p:cNvSpPr txBox="1"/>
          <p:nvPr/>
        </p:nvSpPr>
        <p:spPr>
          <a:xfrm>
            <a:off x="368533" y="425384"/>
            <a:ext cx="2664296" cy="333418"/>
          </a:xfrm>
          <a:prstGeom prst="rect">
            <a:avLst/>
          </a:prstGeom>
          <a:noFill/>
        </p:spPr>
        <p:txBody>
          <a:bodyPr wrap="square" lIns="81633" tIns="40817" rIns="81633" bIns="40817" rtlCol="0">
            <a:spAutoFit/>
          </a:bodyPr>
          <a:lstStyle/>
          <a:p>
            <a:pPr marL="4763" marR="73130"/>
            <a:r>
              <a:rPr lang="pt-BR" dirty="0" smtClean="0">
                <a:solidFill>
                  <a:srgbClr val="FF8200"/>
                </a:solidFill>
                <a:latin typeface="Gill Sans Std ExtraBold"/>
                <a:ea typeface="Times New Roman"/>
                <a:cs typeface="Tahoma"/>
              </a:rPr>
              <a:t>Encontros TD</a:t>
            </a:r>
            <a:endParaRPr lang="pt-BR" sz="1800" dirty="0">
              <a:latin typeface="Times New Roman"/>
              <a:ea typeface="Times New Roman"/>
            </a:endParaRPr>
          </a:p>
        </p:txBody>
      </p:sp>
      <p:sp>
        <p:nvSpPr>
          <p:cNvPr id="7" name="CaixaDeTexto 6"/>
          <p:cNvSpPr txBox="1"/>
          <p:nvPr/>
        </p:nvSpPr>
        <p:spPr>
          <a:xfrm>
            <a:off x="368937" y="839519"/>
            <a:ext cx="8253569" cy="2236867"/>
          </a:xfrm>
          <a:prstGeom prst="rect">
            <a:avLst/>
          </a:prstGeom>
          <a:noFill/>
        </p:spPr>
        <p:txBody>
          <a:bodyPr wrap="square" lIns="81633" tIns="40817" rIns="81633" bIns="40817" rtlCol="0">
            <a:spAutoFit/>
          </a:bodyPr>
          <a:lstStyle/>
          <a:p>
            <a:r>
              <a:rPr lang="pt-BR" sz="1400" dirty="0">
                <a:solidFill>
                  <a:srgbClr val="404040"/>
                </a:solidFill>
                <a:latin typeface="Gill Sans Std"/>
                <a:ea typeface="Times New Roman"/>
                <a:cs typeface="Tahoma"/>
              </a:rPr>
              <a:t>Encontros TD BR</a:t>
            </a:r>
            <a:endParaRPr lang="pt-BR" sz="1400" dirty="0">
              <a:latin typeface="Times New Roman"/>
              <a:ea typeface="Times New Roman"/>
            </a:endParaRPr>
          </a:p>
          <a:p>
            <a:r>
              <a:rPr lang="pt-BR" sz="1400" dirty="0" smtClean="0">
                <a:latin typeface="Gill Sans Std Light" pitchFamily="34" charset="0"/>
              </a:rPr>
              <a:t>Proposta</a:t>
            </a:r>
            <a:r>
              <a:rPr lang="pt-BR" sz="1400" dirty="0">
                <a:latin typeface="Gill Sans Std Light" pitchFamily="34" charset="0"/>
              </a:rPr>
              <a:t>: </a:t>
            </a:r>
            <a:r>
              <a:rPr lang="pt-BR" sz="1400" dirty="0" smtClean="0">
                <a:latin typeface="Gill Sans Std Light" pitchFamily="34" charset="0"/>
              </a:rPr>
              <a:t>realizaremos 4 encontros, sempre após o fechamento do trimestres com a seguinte agenda de trabalho: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pt-BR" sz="1400" dirty="0" smtClean="0">
                <a:latin typeface="Gill Sans Std Light" pitchFamily="34" charset="0"/>
              </a:rPr>
              <a:t>resultados do trimestre - negócio e operação de TD - e perspectivas do próximo ciclo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pt-BR" sz="1400" dirty="0" smtClean="0">
                <a:latin typeface="Gill Sans Std Light" pitchFamily="34" charset="0"/>
              </a:rPr>
              <a:t>atualização TD - aconteceu e acontecerá em TD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pt-BR" sz="1400" dirty="0" smtClean="0">
                <a:latin typeface="Gill Sans Std Light" pitchFamily="34" charset="0"/>
              </a:rPr>
              <a:t>destaque - projeto ou ação para compartilhar com todo o time (p.ex.,  entrega de projeto)</a:t>
            </a:r>
          </a:p>
          <a:p>
            <a:r>
              <a:rPr lang="pt-BR" sz="1400" dirty="0" smtClean="0">
                <a:latin typeface="Gill Sans Std Light" pitchFamily="34" charset="0"/>
              </a:rPr>
              <a:t>Local</a:t>
            </a:r>
            <a:r>
              <a:rPr lang="pt-BR" sz="1400" dirty="0" smtClean="0">
                <a:latin typeface="Gill Sans Std Light" pitchFamily="34" charset="0"/>
              </a:rPr>
              <a:t>: preferencialmente </a:t>
            </a:r>
            <a:r>
              <a:rPr lang="pt-BR" sz="1400" dirty="0">
                <a:latin typeface="Gill Sans Std Light" pitchFamily="34" charset="0"/>
              </a:rPr>
              <a:t>n</a:t>
            </a:r>
            <a:r>
              <a:rPr lang="pt-BR" sz="1400" dirty="0" smtClean="0">
                <a:latin typeface="Gill Sans Std Light" pitchFamily="34" charset="0"/>
              </a:rPr>
              <a:t>o Espaço do Bosque</a:t>
            </a:r>
          </a:p>
          <a:p>
            <a:endParaRPr lang="pt-BR" sz="1400" dirty="0" smtClean="0">
              <a:latin typeface="Gill Sans Std Light" pitchFamily="34" charset="0"/>
            </a:endParaRPr>
          </a:p>
          <a:p>
            <a:r>
              <a:rPr lang="pt-BR" sz="1400" dirty="0">
                <a:solidFill>
                  <a:srgbClr val="404040"/>
                </a:solidFill>
                <a:latin typeface="Gill Sans Std"/>
                <a:ea typeface="Times New Roman"/>
                <a:cs typeface="Tahoma"/>
              </a:rPr>
              <a:t>Encontros TD </a:t>
            </a:r>
            <a:r>
              <a:rPr lang="pt-BR" sz="1400" dirty="0" smtClean="0">
                <a:solidFill>
                  <a:srgbClr val="404040"/>
                </a:solidFill>
                <a:latin typeface="Gill Sans Std"/>
                <a:ea typeface="Times New Roman"/>
                <a:cs typeface="Tahoma"/>
              </a:rPr>
              <a:t>OIs</a:t>
            </a:r>
            <a:endParaRPr lang="pt-BR" sz="1400" dirty="0">
              <a:latin typeface="Times New Roman"/>
              <a:ea typeface="Times New Roman"/>
            </a:endParaRPr>
          </a:p>
          <a:p>
            <a:r>
              <a:rPr lang="pt-BR" sz="1400" dirty="0" smtClean="0">
                <a:latin typeface="Gill Sans Std Light" pitchFamily="34" charset="0"/>
              </a:rPr>
              <a:t>Primeiro será no Brasil.</a:t>
            </a:r>
            <a:endParaRPr lang="pt-BR" sz="1400" dirty="0">
              <a:latin typeface="Gill Sans Std Light" pitchFamily="34" charset="0"/>
            </a:endParaRPr>
          </a:p>
          <a:p>
            <a:r>
              <a:rPr lang="pt-BR" sz="1400" dirty="0" smtClean="0">
                <a:latin typeface="Gill Sans Std Light" pitchFamily="34" charset="0"/>
              </a:rPr>
              <a:t>Datas: </a:t>
            </a:r>
            <a:r>
              <a:rPr lang="pt-BR" sz="1400" dirty="0">
                <a:latin typeface="Gill Sans Std Light" pitchFamily="34" charset="0"/>
              </a:rPr>
              <a:t> </a:t>
            </a:r>
            <a:r>
              <a:rPr lang="pt-BR" sz="1400" dirty="0" smtClean="0">
                <a:latin typeface="Gill Sans Std Light" pitchFamily="34" charset="0"/>
              </a:rPr>
              <a:t>maio ou junho - a definir</a:t>
            </a:r>
            <a:endParaRPr lang="pt-BR" sz="1400" dirty="0">
              <a:latin typeface="Gill Sans Std Light" pitchFamily="34" charset="0"/>
            </a:endParaRPr>
          </a:p>
        </p:txBody>
      </p:sp>
      <p:pic>
        <p:nvPicPr>
          <p:cNvPr id="10" name="Picture 1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1593" y="4546822"/>
            <a:ext cx="489000" cy="443784"/>
          </a:xfrm>
          <a:prstGeom prst="rect">
            <a:avLst/>
          </a:prstGeom>
        </p:spPr>
      </p:pic>
      <p:sp>
        <p:nvSpPr>
          <p:cNvPr id="12" name="CaixaDeTexto 11"/>
          <p:cNvSpPr txBox="1"/>
          <p:nvPr/>
        </p:nvSpPr>
        <p:spPr>
          <a:xfrm>
            <a:off x="251521" y="87748"/>
            <a:ext cx="4824536" cy="194942"/>
          </a:xfrm>
          <a:prstGeom prst="rect">
            <a:avLst/>
          </a:prstGeom>
          <a:noFill/>
        </p:spPr>
        <p:txBody>
          <a:bodyPr wrap="square" lIns="81633" tIns="40817" rIns="81633" bIns="40817" rtlCol="0">
            <a:spAutoFit/>
          </a:bodyPr>
          <a:lstStyle/>
          <a:p>
            <a:r>
              <a:rPr lang="pt-BR" sz="700" dirty="0">
                <a:solidFill>
                  <a:schemeClr val="bg1">
                    <a:lumMod val="65000"/>
                  </a:schemeClr>
                </a:solidFill>
                <a:latin typeface="Gill Sans Std Light" pitchFamily="34" charset="0"/>
              </a:rPr>
              <a:t>PLANO AÇÕES E EVENTOS TD 2015</a:t>
            </a:r>
          </a:p>
        </p:txBody>
      </p:sp>
    </p:spTree>
    <p:extLst>
      <p:ext uri="{BB962C8B-B14F-4D97-AF65-F5344CB8AC3E}">
        <p14:creationId xmlns:p14="http://schemas.microsoft.com/office/powerpoint/2010/main" val="2376805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/>
          <p:cNvSpPr txBox="1"/>
          <p:nvPr/>
        </p:nvSpPr>
        <p:spPr>
          <a:xfrm>
            <a:off x="368533" y="411510"/>
            <a:ext cx="2664296" cy="328652"/>
          </a:xfrm>
          <a:prstGeom prst="rect">
            <a:avLst/>
          </a:prstGeom>
          <a:noFill/>
        </p:spPr>
        <p:txBody>
          <a:bodyPr wrap="square" lIns="81633" tIns="40817" rIns="81633" bIns="40817" rtlCol="0">
            <a:spAutoFit/>
          </a:bodyPr>
          <a:lstStyle/>
          <a:p>
            <a:pPr marL="4763" marR="73130"/>
            <a:r>
              <a:rPr lang="pt-BR" dirty="0" smtClean="0">
                <a:solidFill>
                  <a:srgbClr val="FF8200"/>
                </a:solidFill>
                <a:latin typeface="Gill Sans Std ExtraBold"/>
                <a:ea typeface="Times New Roman"/>
                <a:cs typeface="Tahoma"/>
              </a:rPr>
              <a:t>Mundo Digital</a:t>
            </a:r>
            <a:endParaRPr lang="pt-BR" sz="1800" dirty="0">
              <a:latin typeface="Times New Roman"/>
              <a:ea typeface="Times New Roman"/>
            </a:endParaRPr>
          </a:p>
        </p:txBody>
      </p:sp>
      <p:sp>
        <p:nvSpPr>
          <p:cNvPr id="5" name="CaixaDeTexto 4"/>
          <p:cNvSpPr txBox="1"/>
          <p:nvPr/>
        </p:nvSpPr>
        <p:spPr>
          <a:xfrm>
            <a:off x="368938" y="960744"/>
            <a:ext cx="4163376" cy="328652"/>
          </a:xfrm>
          <a:prstGeom prst="rect">
            <a:avLst/>
          </a:prstGeom>
          <a:noFill/>
        </p:spPr>
        <p:txBody>
          <a:bodyPr wrap="square" lIns="81633" tIns="40817" rIns="81633" bIns="40817" rtlCol="0">
            <a:spAutoFit/>
          </a:bodyPr>
          <a:lstStyle/>
          <a:p>
            <a:pPr marR="73130"/>
            <a:r>
              <a:rPr lang="pt-BR" dirty="0" smtClean="0">
                <a:solidFill>
                  <a:srgbClr val="404040"/>
                </a:solidFill>
                <a:latin typeface="Gill Sans Std"/>
                <a:ea typeface="Times New Roman"/>
                <a:cs typeface="Tahoma"/>
              </a:rPr>
              <a:t>Ação I: Empreender no digital</a:t>
            </a:r>
            <a:endParaRPr lang="pt-BR" dirty="0">
              <a:effectLst/>
              <a:latin typeface="Times New Roman"/>
              <a:ea typeface="Times New Roman"/>
            </a:endParaRPr>
          </a:p>
        </p:txBody>
      </p:sp>
      <p:sp>
        <p:nvSpPr>
          <p:cNvPr id="7" name="CaixaDeTexto 6"/>
          <p:cNvSpPr txBox="1"/>
          <p:nvPr/>
        </p:nvSpPr>
        <p:spPr>
          <a:xfrm>
            <a:off x="368938" y="1316328"/>
            <a:ext cx="4126784" cy="944206"/>
          </a:xfrm>
          <a:prstGeom prst="rect">
            <a:avLst/>
          </a:prstGeom>
          <a:noFill/>
        </p:spPr>
        <p:txBody>
          <a:bodyPr wrap="square" lIns="81633" tIns="40817" rIns="81633" bIns="40817" rtlCol="0">
            <a:spAutoFit/>
          </a:bodyPr>
          <a:lstStyle/>
          <a:p>
            <a:r>
              <a:rPr lang="pt-BR" sz="1400" dirty="0" smtClean="0">
                <a:latin typeface="Gill Sans Std Light" pitchFamily="34" charset="0"/>
              </a:rPr>
              <a:t>Ari </a:t>
            </a:r>
            <a:r>
              <a:rPr lang="pt-BR" sz="1400" dirty="0" err="1" smtClean="0">
                <a:latin typeface="Gill Sans Std Light" pitchFamily="34" charset="0"/>
              </a:rPr>
              <a:t>Gorenstein</a:t>
            </a:r>
            <a:r>
              <a:rPr lang="pt-BR" sz="1400" dirty="0" smtClean="0">
                <a:latin typeface="Gill Sans Std Light" pitchFamily="34" charset="0"/>
              </a:rPr>
              <a:t>, empreendedor e </a:t>
            </a:r>
            <a:r>
              <a:rPr lang="pt-BR" sz="1400" dirty="0" err="1" smtClean="0">
                <a:latin typeface="Gill Sans Std Light" pitchFamily="34" charset="0"/>
              </a:rPr>
              <a:t>co-fundador</a:t>
            </a:r>
            <a:r>
              <a:rPr lang="pt-BR" sz="1400" dirty="0" smtClean="0">
                <a:latin typeface="Gill Sans Std Light" pitchFamily="34" charset="0"/>
              </a:rPr>
              <a:t> do </a:t>
            </a:r>
            <a:r>
              <a:rPr lang="pt-BR" sz="1400" dirty="0" err="1" smtClean="0">
                <a:latin typeface="Gill Sans Std Light" pitchFamily="34" charset="0"/>
              </a:rPr>
              <a:t>Evino</a:t>
            </a:r>
            <a:r>
              <a:rPr lang="pt-BR" sz="1400" dirty="0" smtClean="0">
                <a:latin typeface="Gill Sans Std Light" pitchFamily="34" charset="0"/>
              </a:rPr>
              <a:t>. Foco em compartilhar experiências e aprendizados da criação e lançamento de um novo negócio digital e sobre a dinâmica de evolução contínua do negócio.</a:t>
            </a:r>
            <a:endParaRPr lang="pt-BR" sz="1400" dirty="0">
              <a:latin typeface="Gill Sans Std Light" pitchFamily="34" charset="0"/>
            </a:endParaRPr>
          </a:p>
        </p:txBody>
      </p:sp>
      <p:pic>
        <p:nvPicPr>
          <p:cNvPr id="10" name="Picture 1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1593" y="4546822"/>
            <a:ext cx="489000" cy="443784"/>
          </a:xfrm>
          <a:prstGeom prst="rect">
            <a:avLst/>
          </a:prstGeom>
        </p:spPr>
      </p:pic>
      <p:sp>
        <p:nvSpPr>
          <p:cNvPr id="12" name="CaixaDeTexto 11"/>
          <p:cNvSpPr txBox="1"/>
          <p:nvPr/>
        </p:nvSpPr>
        <p:spPr>
          <a:xfrm>
            <a:off x="251521" y="87748"/>
            <a:ext cx="4824536" cy="194942"/>
          </a:xfrm>
          <a:prstGeom prst="rect">
            <a:avLst/>
          </a:prstGeom>
          <a:noFill/>
        </p:spPr>
        <p:txBody>
          <a:bodyPr wrap="square" lIns="81633" tIns="40817" rIns="81633" bIns="40817" rtlCol="0">
            <a:spAutoFit/>
          </a:bodyPr>
          <a:lstStyle/>
          <a:p>
            <a:r>
              <a:rPr lang="pt-BR" sz="700" dirty="0">
                <a:solidFill>
                  <a:schemeClr val="bg1">
                    <a:lumMod val="65000"/>
                  </a:schemeClr>
                </a:solidFill>
                <a:latin typeface="Gill Sans Std Light" pitchFamily="34" charset="0"/>
              </a:rPr>
              <a:t>PLANO AÇÕES E EVENTOS TD 2015</a:t>
            </a:r>
          </a:p>
        </p:txBody>
      </p:sp>
      <p:sp>
        <p:nvSpPr>
          <p:cNvPr id="9" name="CaixaDeTexto 8"/>
          <p:cNvSpPr txBox="1"/>
          <p:nvPr/>
        </p:nvSpPr>
        <p:spPr>
          <a:xfrm>
            <a:off x="4585088" y="984509"/>
            <a:ext cx="4163376" cy="328652"/>
          </a:xfrm>
          <a:prstGeom prst="rect">
            <a:avLst/>
          </a:prstGeom>
          <a:noFill/>
        </p:spPr>
        <p:txBody>
          <a:bodyPr wrap="square" lIns="81633" tIns="40817" rIns="81633" bIns="40817" rtlCol="0">
            <a:spAutoFit/>
          </a:bodyPr>
          <a:lstStyle/>
          <a:p>
            <a:pPr marR="73130"/>
            <a:r>
              <a:rPr lang="pt-BR" dirty="0" smtClean="0">
                <a:solidFill>
                  <a:srgbClr val="404040"/>
                </a:solidFill>
                <a:latin typeface="Gill Sans Std"/>
                <a:ea typeface="Times New Roman"/>
                <a:cs typeface="Tahoma"/>
              </a:rPr>
              <a:t>Ação II: </a:t>
            </a:r>
            <a:r>
              <a:rPr lang="pt-BR" dirty="0">
                <a:solidFill>
                  <a:srgbClr val="404040"/>
                </a:solidFill>
                <a:latin typeface="Gill Sans Std"/>
                <a:ea typeface="Times New Roman"/>
                <a:cs typeface="Tahoma"/>
              </a:rPr>
              <a:t>Trabalhando com abundância nas </a:t>
            </a:r>
            <a:r>
              <a:rPr lang="pt-BR" dirty="0" smtClean="0">
                <a:solidFill>
                  <a:srgbClr val="404040"/>
                </a:solidFill>
                <a:latin typeface="Gill Sans Std"/>
                <a:ea typeface="Times New Roman"/>
                <a:cs typeface="Tahoma"/>
              </a:rPr>
              <a:t>redes</a:t>
            </a:r>
            <a:endParaRPr lang="pt-BR" dirty="0">
              <a:effectLst/>
              <a:latin typeface="Times New Roman"/>
              <a:ea typeface="Times New Roman"/>
            </a:endParaRPr>
          </a:p>
        </p:txBody>
      </p:sp>
      <p:sp>
        <p:nvSpPr>
          <p:cNvPr id="11" name="CaixaDeTexto 10"/>
          <p:cNvSpPr txBox="1"/>
          <p:nvPr/>
        </p:nvSpPr>
        <p:spPr>
          <a:xfrm>
            <a:off x="4585088" y="1340093"/>
            <a:ext cx="4126784" cy="1159649"/>
          </a:xfrm>
          <a:prstGeom prst="rect">
            <a:avLst/>
          </a:prstGeom>
          <a:noFill/>
        </p:spPr>
        <p:txBody>
          <a:bodyPr wrap="square" lIns="81633" tIns="40817" rIns="81633" bIns="40817" rtlCol="0">
            <a:spAutoFit/>
          </a:bodyPr>
          <a:lstStyle/>
          <a:p>
            <a:r>
              <a:rPr lang="pt-BR" sz="1400" dirty="0" smtClean="0">
                <a:latin typeface="Gill Sans Std Light" pitchFamily="34" charset="0"/>
              </a:rPr>
              <a:t>Augusto de Franco, pesquisador e prático de teoria de redes e cidadania. Foco em compartilhar conceitos e experiências sobre novas formas de trabalho em redes na sociedade e nas empresas e vantagens que estes modelos criar para as organizações e para as pessoas.</a:t>
            </a:r>
            <a:endParaRPr lang="pt-BR" sz="1400" dirty="0">
              <a:latin typeface="Gill Sans Std Light" pitchFamily="34" charset="0"/>
            </a:endParaRPr>
          </a:p>
        </p:txBody>
      </p:sp>
      <p:pic>
        <p:nvPicPr>
          <p:cNvPr id="8194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9984" y="2571750"/>
            <a:ext cx="4068000" cy="15365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8195" name="Picture 3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0" y="2571750"/>
            <a:ext cx="4068000" cy="16857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41618885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/>
          <p:cNvSpPr txBox="1"/>
          <p:nvPr/>
        </p:nvSpPr>
        <p:spPr>
          <a:xfrm>
            <a:off x="368533" y="411510"/>
            <a:ext cx="2664296" cy="328652"/>
          </a:xfrm>
          <a:prstGeom prst="rect">
            <a:avLst/>
          </a:prstGeom>
          <a:noFill/>
        </p:spPr>
        <p:txBody>
          <a:bodyPr wrap="square" lIns="81633" tIns="40817" rIns="81633" bIns="40817" rtlCol="0">
            <a:spAutoFit/>
          </a:bodyPr>
          <a:lstStyle/>
          <a:p>
            <a:pPr marL="4763" marR="73130"/>
            <a:r>
              <a:rPr lang="pt-BR" dirty="0" smtClean="0">
                <a:solidFill>
                  <a:srgbClr val="FF8200"/>
                </a:solidFill>
                <a:latin typeface="Gill Sans Std ExtraBold"/>
                <a:ea typeface="Times New Roman"/>
                <a:cs typeface="Tahoma"/>
              </a:rPr>
              <a:t>Mundo Digital</a:t>
            </a:r>
            <a:endParaRPr lang="pt-BR" sz="1800" dirty="0">
              <a:latin typeface="Times New Roman"/>
              <a:ea typeface="Times New Roman"/>
            </a:endParaRPr>
          </a:p>
        </p:txBody>
      </p:sp>
      <p:sp>
        <p:nvSpPr>
          <p:cNvPr id="5" name="CaixaDeTexto 4"/>
          <p:cNvSpPr txBox="1"/>
          <p:nvPr/>
        </p:nvSpPr>
        <p:spPr>
          <a:xfrm>
            <a:off x="368938" y="960744"/>
            <a:ext cx="4163376" cy="328652"/>
          </a:xfrm>
          <a:prstGeom prst="rect">
            <a:avLst/>
          </a:prstGeom>
          <a:noFill/>
        </p:spPr>
        <p:txBody>
          <a:bodyPr wrap="square" lIns="81633" tIns="40817" rIns="81633" bIns="40817" rtlCol="0">
            <a:spAutoFit/>
          </a:bodyPr>
          <a:lstStyle/>
          <a:p>
            <a:pPr marR="73130"/>
            <a:r>
              <a:rPr lang="pt-BR" dirty="0" smtClean="0">
                <a:solidFill>
                  <a:srgbClr val="404040"/>
                </a:solidFill>
                <a:latin typeface="Gill Sans Std"/>
                <a:ea typeface="Times New Roman"/>
                <a:cs typeface="Tahoma"/>
              </a:rPr>
              <a:t>Ação III: </a:t>
            </a:r>
            <a:r>
              <a:rPr lang="pt-BR" dirty="0">
                <a:latin typeface="Gill Sans Std Light" pitchFamily="34" charset="0"/>
              </a:rPr>
              <a:t>Um negócio digital </a:t>
            </a:r>
            <a:r>
              <a:rPr lang="pt-BR" dirty="0" smtClean="0">
                <a:latin typeface="Gill Sans Std Light" pitchFamily="34" charset="0"/>
              </a:rPr>
              <a:t>internacional</a:t>
            </a:r>
            <a:endParaRPr lang="pt-BR" dirty="0">
              <a:effectLst/>
              <a:latin typeface="Times New Roman"/>
              <a:ea typeface="Times New Roman"/>
            </a:endParaRPr>
          </a:p>
        </p:txBody>
      </p:sp>
      <p:sp>
        <p:nvSpPr>
          <p:cNvPr id="7" name="CaixaDeTexto 6"/>
          <p:cNvSpPr txBox="1"/>
          <p:nvPr/>
        </p:nvSpPr>
        <p:spPr>
          <a:xfrm>
            <a:off x="368938" y="1316328"/>
            <a:ext cx="4126784" cy="944206"/>
          </a:xfrm>
          <a:prstGeom prst="rect">
            <a:avLst/>
          </a:prstGeom>
          <a:noFill/>
        </p:spPr>
        <p:txBody>
          <a:bodyPr wrap="square" lIns="81633" tIns="40817" rIns="81633" bIns="40817" rtlCol="0">
            <a:spAutoFit/>
          </a:bodyPr>
          <a:lstStyle/>
          <a:p>
            <a:r>
              <a:rPr lang="pt-BR" sz="1400" dirty="0" err="1" smtClean="0">
                <a:latin typeface="Gill Sans Std Light" pitchFamily="34" charset="0"/>
              </a:rPr>
              <a:t>Tallis</a:t>
            </a:r>
            <a:r>
              <a:rPr lang="pt-BR" sz="1400" dirty="0" smtClean="0">
                <a:latin typeface="Gill Sans Std Light" pitchFamily="34" charset="0"/>
              </a:rPr>
              <a:t> Gomes, fundador e </a:t>
            </a:r>
            <a:r>
              <a:rPr lang="pt-BR" sz="1400" dirty="0" err="1" smtClean="0">
                <a:latin typeface="Gill Sans Std Light" pitchFamily="34" charset="0"/>
              </a:rPr>
              <a:t>ex-CEO</a:t>
            </a:r>
            <a:r>
              <a:rPr lang="pt-BR" sz="1400" dirty="0" smtClean="0">
                <a:latin typeface="Gill Sans Std Light" pitchFamily="34" charset="0"/>
              </a:rPr>
              <a:t> da Easy Taxi. Foco em compartilhar a história da criação e expansão internacional da empresa, e desafios da operação de um negócio digital internacional.</a:t>
            </a:r>
            <a:endParaRPr lang="pt-BR" sz="1400" dirty="0">
              <a:latin typeface="Gill Sans Std Light" pitchFamily="34" charset="0"/>
            </a:endParaRPr>
          </a:p>
        </p:txBody>
      </p:sp>
      <p:pic>
        <p:nvPicPr>
          <p:cNvPr id="10" name="Picture 1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1593" y="4546822"/>
            <a:ext cx="489000" cy="443784"/>
          </a:xfrm>
          <a:prstGeom prst="rect">
            <a:avLst/>
          </a:prstGeom>
        </p:spPr>
      </p:pic>
      <p:sp>
        <p:nvSpPr>
          <p:cNvPr id="12" name="CaixaDeTexto 11"/>
          <p:cNvSpPr txBox="1"/>
          <p:nvPr/>
        </p:nvSpPr>
        <p:spPr>
          <a:xfrm>
            <a:off x="251521" y="87748"/>
            <a:ext cx="4824536" cy="194942"/>
          </a:xfrm>
          <a:prstGeom prst="rect">
            <a:avLst/>
          </a:prstGeom>
          <a:noFill/>
        </p:spPr>
        <p:txBody>
          <a:bodyPr wrap="square" lIns="81633" tIns="40817" rIns="81633" bIns="40817" rtlCol="0">
            <a:spAutoFit/>
          </a:bodyPr>
          <a:lstStyle/>
          <a:p>
            <a:r>
              <a:rPr lang="pt-BR" sz="700" dirty="0">
                <a:solidFill>
                  <a:schemeClr val="bg1">
                    <a:lumMod val="65000"/>
                  </a:schemeClr>
                </a:solidFill>
                <a:latin typeface="Gill Sans Std Light" pitchFamily="34" charset="0"/>
              </a:rPr>
              <a:t>PLANO AÇÕES E EVENTOS TD 2015</a:t>
            </a:r>
          </a:p>
        </p:txBody>
      </p:sp>
      <p:sp>
        <p:nvSpPr>
          <p:cNvPr id="9" name="CaixaDeTexto 8"/>
          <p:cNvSpPr txBox="1"/>
          <p:nvPr/>
        </p:nvSpPr>
        <p:spPr>
          <a:xfrm>
            <a:off x="4585088" y="984509"/>
            <a:ext cx="4163376" cy="328652"/>
          </a:xfrm>
          <a:prstGeom prst="rect">
            <a:avLst/>
          </a:prstGeom>
          <a:noFill/>
        </p:spPr>
        <p:txBody>
          <a:bodyPr wrap="square" lIns="81633" tIns="40817" rIns="81633" bIns="40817" rtlCol="0">
            <a:spAutoFit/>
          </a:bodyPr>
          <a:lstStyle/>
          <a:p>
            <a:pPr marR="73130"/>
            <a:r>
              <a:rPr lang="pt-BR" dirty="0" smtClean="0">
                <a:solidFill>
                  <a:srgbClr val="404040"/>
                </a:solidFill>
                <a:latin typeface="Gill Sans Std"/>
                <a:ea typeface="Times New Roman"/>
                <a:cs typeface="Tahoma"/>
              </a:rPr>
              <a:t>Ação IV: Conexão, inovação e felicidade</a:t>
            </a:r>
            <a:endParaRPr lang="pt-BR" dirty="0">
              <a:effectLst/>
              <a:latin typeface="Times New Roman"/>
              <a:ea typeface="Times New Roman"/>
            </a:endParaRPr>
          </a:p>
        </p:txBody>
      </p:sp>
      <p:sp>
        <p:nvSpPr>
          <p:cNvPr id="11" name="CaixaDeTexto 10"/>
          <p:cNvSpPr txBox="1"/>
          <p:nvPr/>
        </p:nvSpPr>
        <p:spPr>
          <a:xfrm>
            <a:off x="4585088" y="1340093"/>
            <a:ext cx="4126784" cy="1159649"/>
          </a:xfrm>
          <a:prstGeom prst="rect">
            <a:avLst/>
          </a:prstGeom>
          <a:noFill/>
        </p:spPr>
        <p:txBody>
          <a:bodyPr wrap="square" lIns="81633" tIns="40817" rIns="81633" bIns="40817" rtlCol="0">
            <a:spAutoFit/>
          </a:bodyPr>
          <a:lstStyle/>
          <a:p>
            <a:r>
              <a:rPr lang="pt-BR" sz="1400" dirty="0" smtClean="0">
                <a:latin typeface="Gill Sans Std Light" pitchFamily="34" charset="0"/>
              </a:rPr>
              <a:t>Artur </a:t>
            </a:r>
            <a:r>
              <a:rPr lang="pt-BR" sz="1400" dirty="0" err="1" smtClean="0">
                <a:latin typeface="Gill Sans Std Light" pitchFamily="34" charset="0"/>
              </a:rPr>
              <a:t>Tacla</a:t>
            </a:r>
            <a:r>
              <a:rPr lang="pt-BR" sz="1400" dirty="0" smtClean="0">
                <a:latin typeface="Gill Sans Std Light" pitchFamily="34" charset="0"/>
              </a:rPr>
              <a:t>., </a:t>
            </a:r>
            <a:r>
              <a:rPr lang="pt-BR" sz="1400" dirty="0" err="1" smtClean="0">
                <a:latin typeface="Gill Sans Std Light" pitchFamily="34" charset="0"/>
              </a:rPr>
              <a:t>Corall</a:t>
            </a:r>
            <a:r>
              <a:rPr lang="pt-BR" sz="1400" dirty="0" smtClean="0">
                <a:latin typeface="Gill Sans Std Light" pitchFamily="34" charset="0"/>
              </a:rPr>
              <a:t> Consultoria. Foco em apresentar a importância de conexões interpessoais na dinâmica de trabalho, na geração de inovação e realização profissional e como isso pode ser incorporado no rotina de qualquer pessoa no trabalho.</a:t>
            </a:r>
            <a:endParaRPr lang="pt-BR" sz="1400" dirty="0">
              <a:latin typeface="Gill Sans Std Light" pitchFamily="34" charset="0"/>
            </a:endParaRPr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9984" y="2576865"/>
            <a:ext cx="4068000" cy="14964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5123" name="Picture 3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0" y="2576865"/>
            <a:ext cx="4068000" cy="152234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7549604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/>
          <p:cNvSpPr txBox="1"/>
          <p:nvPr/>
        </p:nvSpPr>
        <p:spPr>
          <a:xfrm>
            <a:off x="368533" y="410999"/>
            <a:ext cx="2664296" cy="328652"/>
          </a:xfrm>
          <a:prstGeom prst="rect">
            <a:avLst/>
          </a:prstGeom>
          <a:noFill/>
        </p:spPr>
        <p:txBody>
          <a:bodyPr wrap="square" lIns="81633" tIns="40817" rIns="81633" bIns="40817" rtlCol="0">
            <a:spAutoFit/>
          </a:bodyPr>
          <a:lstStyle/>
          <a:p>
            <a:pPr marL="4763" marR="73130"/>
            <a:r>
              <a:rPr lang="pt-BR" dirty="0" smtClean="0">
                <a:solidFill>
                  <a:srgbClr val="FF8200"/>
                </a:solidFill>
                <a:latin typeface="Gill Sans Std ExtraBold"/>
                <a:ea typeface="Times New Roman"/>
                <a:cs typeface="Tahoma"/>
              </a:rPr>
              <a:t>Mundo Digital</a:t>
            </a:r>
            <a:endParaRPr lang="pt-BR" sz="1800" dirty="0">
              <a:latin typeface="Times New Roman"/>
              <a:ea typeface="Times New Roman"/>
            </a:endParaRPr>
          </a:p>
        </p:txBody>
      </p:sp>
      <p:sp>
        <p:nvSpPr>
          <p:cNvPr id="5" name="CaixaDeTexto 4"/>
          <p:cNvSpPr txBox="1"/>
          <p:nvPr/>
        </p:nvSpPr>
        <p:spPr>
          <a:xfrm>
            <a:off x="368938" y="960744"/>
            <a:ext cx="4163376" cy="333418"/>
          </a:xfrm>
          <a:prstGeom prst="rect">
            <a:avLst/>
          </a:prstGeom>
          <a:noFill/>
        </p:spPr>
        <p:txBody>
          <a:bodyPr wrap="square" lIns="81633" tIns="40817" rIns="81633" bIns="40817" rtlCol="0">
            <a:spAutoFit/>
          </a:bodyPr>
          <a:lstStyle/>
          <a:p>
            <a:pPr marR="73130"/>
            <a:r>
              <a:rPr lang="pt-BR" dirty="0" smtClean="0">
                <a:solidFill>
                  <a:srgbClr val="404040"/>
                </a:solidFill>
                <a:latin typeface="Gill Sans Std"/>
                <a:ea typeface="Times New Roman"/>
                <a:cs typeface="Tahoma"/>
              </a:rPr>
              <a:t>Ação V: A definir</a:t>
            </a:r>
            <a:endParaRPr lang="pt-BR" dirty="0">
              <a:effectLst/>
              <a:latin typeface="Times New Roman"/>
              <a:ea typeface="Times New Roman"/>
            </a:endParaRPr>
          </a:p>
        </p:txBody>
      </p:sp>
      <p:sp>
        <p:nvSpPr>
          <p:cNvPr id="7" name="CaixaDeTexto 6"/>
          <p:cNvSpPr txBox="1"/>
          <p:nvPr/>
        </p:nvSpPr>
        <p:spPr>
          <a:xfrm>
            <a:off x="368938" y="1316328"/>
            <a:ext cx="4126784" cy="297875"/>
          </a:xfrm>
          <a:prstGeom prst="rect">
            <a:avLst/>
          </a:prstGeom>
          <a:noFill/>
        </p:spPr>
        <p:txBody>
          <a:bodyPr wrap="square" lIns="81633" tIns="40817" rIns="81633" bIns="40817" rtlCol="0">
            <a:spAutoFit/>
          </a:bodyPr>
          <a:lstStyle/>
          <a:p>
            <a:r>
              <a:rPr lang="pt-BR" sz="1400" dirty="0" smtClean="0">
                <a:latin typeface="Gill Sans Std Light" pitchFamily="34" charset="0"/>
              </a:rPr>
              <a:t>A definir.</a:t>
            </a:r>
            <a:endParaRPr lang="pt-BR" sz="1400" dirty="0">
              <a:latin typeface="Gill Sans Std Light" pitchFamily="34" charset="0"/>
            </a:endParaRPr>
          </a:p>
        </p:txBody>
      </p:sp>
      <p:pic>
        <p:nvPicPr>
          <p:cNvPr id="10" name="Picture 1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1593" y="4546822"/>
            <a:ext cx="489000" cy="443784"/>
          </a:xfrm>
          <a:prstGeom prst="rect">
            <a:avLst/>
          </a:prstGeom>
        </p:spPr>
      </p:pic>
      <p:sp>
        <p:nvSpPr>
          <p:cNvPr id="12" name="CaixaDeTexto 11"/>
          <p:cNvSpPr txBox="1"/>
          <p:nvPr/>
        </p:nvSpPr>
        <p:spPr>
          <a:xfrm>
            <a:off x="251521" y="87748"/>
            <a:ext cx="4824536" cy="194942"/>
          </a:xfrm>
          <a:prstGeom prst="rect">
            <a:avLst/>
          </a:prstGeom>
          <a:noFill/>
        </p:spPr>
        <p:txBody>
          <a:bodyPr wrap="square" lIns="81633" tIns="40817" rIns="81633" bIns="40817" rtlCol="0">
            <a:spAutoFit/>
          </a:bodyPr>
          <a:lstStyle/>
          <a:p>
            <a:r>
              <a:rPr lang="pt-BR" sz="700" dirty="0">
                <a:solidFill>
                  <a:schemeClr val="bg1">
                    <a:lumMod val="65000"/>
                  </a:schemeClr>
                </a:solidFill>
                <a:latin typeface="Gill Sans Std Light" pitchFamily="34" charset="0"/>
              </a:rPr>
              <a:t>PLANO AÇÕES E EVENTOS TD 2015</a:t>
            </a:r>
          </a:p>
        </p:txBody>
      </p:sp>
      <p:sp>
        <p:nvSpPr>
          <p:cNvPr id="9" name="CaixaDeTexto 8"/>
          <p:cNvSpPr txBox="1"/>
          <p:nvPr/>
        </p:nvSpPr>
        <p:spPr>
          <a:xfrm>
            <a:off x="4585088" y="984509"/>
            <a:ext cx="4163376" cy="333418"/>
          </a:xfrm>
          <a:prstGeom prst="rect">
            <a:avLst/>
          </a:prstGeom>
          <a:noFill/>
        </p:spPr>
        <p:txBody>
          <a:bodyPr wrap="square" lIns="81633" tIns="40817" rIns="81633" bIns="40817" rtlCol="0">
            <a:spAutoFit/>
          </a:bodyPr>
          <a:lstStyle/>
          <a:p>
            <a:pPr marR="73130"/>
            <a:r>
              <a:rPr lang="pt-BR" dirty="0" smtClean="0">
                <a:solidFill>
                  <a:srgbClr val="404040"/>
                </a:solidFill>
                <a:latin typeface="Gill Sans Std"/>
                <a:ea typeface="Times New Roman"/>
                <a:cs typeface="Tahoma"/>
              </a:rPr>
              <a:t>Ação VI: A definir</a:t>
            </a:r>
            <a:endParaRPr lang="pt-BR" dirty="0">
              <a:effectLst/>
              <a:latin typeface="Times New Roman"/>
              <a:ea typeface="Times New Roman"/>
            </a:endParaRPr>
          </a:p>
        </p:txBody>
      </p:sp>
      <p:sp>
        <p:nvSpPr>
          <p:cNvPr id="11" name="CaixaDeTexto 10"/>
          <p:cNvSpPr txBox="1"/>
          <p:nvPr/>
        </p:nvSpPr>
        <p:spPr>
          <a:xfrm>
            <a:off x="4585088" y="1340093"/>
            <a:ext cx="4126784" cy="297875"/>
          </a:xfrm>
          <a:prstGeom prst="rect">
            <a:avLst/>
          </a:prstGeom>
          <a:noFill/>
        </p:spPr>
        <p:txBody>
          <a:bodyPr wrap="square" lIns="81633" tIns="40817" rIns="81633" bIns="40817" rtlCol="0">
            <a:spAutoFit/>
          </a:bodyPr>
          <a:lstStyle/>
          <a:p>
            <a:r>
              <a:rPr lang="pt-BR" sz="1400" dirty="0" smtClean="0">
                <a:latin typeface="Gill Sans Std Light" pitchFamily="34" charset="0"/>
              </a:rPr>
              <a:t>A definir.</a:t>
            </a:r>
            <a:endParaRPr lang="pt-BR" sz="1400" dirty="0">
              <a:latin typeface="Gill Sans Std Ligh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502610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/>
          <p:cNvSpPr txBox="1"/>
          <p:nvPr/>
        </p:nvSpPr>
        <p:spPr>
          <a:xfrm>
            <a:off x="368533" y="410999"/>
            <a:ext cx="2664296" cy="328652"/>
          </a:xfrm>
          <a:prstGeom prst="rect">
            <a:avLst/>
          </a:prstGeom>
          <a:noFill/>
        </p:spPr>
        <p:txBody>
          <a:bodyPr wrap="square" lIns="81633" tIns="40817" rIns="81633" bIns="40817" rtlCol="0">
            <a:spAutoFit/>
          </a:bodyPr>
          <a:lstStyle/>
          <a:p>
            <a:pPr marL="4763" marR="73130"/>
            <a:r>
              <a:rPr lang="pt-BR" dirty="0" smtClean="0">
                <a:solidFill>
                  <a:srgbClr val="FF8200"/>
                </a:solidFill>
                <a:latin typeface="Gill Sans Std ExtraBold"/>
                <a:ea typeface="Times New Roman"/>
                <a:cs typeface="Tahoma"/>
              </a:rPr>
              <a:t>Social TD</a:t>
            </a:r>
            <a:endParaRPr lang="pt-BR" sz="1800" dirty="0">
              <a:latin typeface="Times New Roman"/>
              <a:ea typeface="Times New Roman"/>
            </a:endParaRPr>
          </a:p>
        </p:txBody>
      </p:sp>
      <p:sp>
        <p:nvSpPr>
          <p:cNvPr id="5" name="CaixaDeTexto 4"/>
          <p:cNvSpPr txBox="1"/>
          <p:nvPr/>
        </p:nvSpPr>
        <p:spPr>
          <a:xfrm>
            <a:off x="368938" y="960744"/>
            <a:ext cx="4163376" cy="333418"/>
          </a:xfrm>
          <a:prstGeom prst="rect">
            <a:avLst/>
          </a:prstGeom>
          <a:noFill/>
        </p:spPr>
        <p:txBody>
          <a:bodyPr wrap="square" lIns="81633" tIns="40817" rIns="81633" bIns="40817" rtlCol="0">
            <a:spAutoFit/>
          </a:bodyPr>
          <a:lstStyle/>
          <a:p>
            <a:pPr marR="73130"/>
            <a:r>
              <a:rPr lang="pt-BR" dirty="0" smtClean="0">
                <a:solidFill>
                  <a:srgbClr val="404040"/>
                </a:solidFill>
                <a:latin typeface="Gill Sans Std"/>
                <a:ea typeface="Times New Roman"/>
                <a:cs typeface="Tahoma"/>
              </a:rPr>
              <a:t>Ação </a:t>
            </a:r>
            <a:r>
              <a:rPr lang="pt-BR" dirty="0" smtClean="0">
                <a:solidFill>
                  <a:srgbClr val="404040"/>
                </a:solidFill>
                <a:latin typeface="Gill Sans Std"/>
                <a:ea typeface="Times New Roman"/>
                <a:cs typeface="Tahoma"/>
              </a:rPr>
              <a:t>Teto 2015</a:t>
            </a:r>
            <a:endParaRPr lang="pt-BR" dirty="0">
              <a:effectLst/>
              <a:latin typeface="Times New Roman"/>
              <a:ea typeface="Times New Roman"/>
            </a:endParaRPr>
          </a:p>
        </p:txBody>
      </p:sp>
      <p:sp>
        <p:nvSpPr>
          <p:cNvPr id="7" name="CaixaDeTexto 6"/>
          <p:cNvSpPr txBox="1"/>
          <p:nvPr/>
        </p:nvSpPr>
        <p:spPr>
          <a:xfrm>
            <a:off x="368938" y="1316328"/>
            <a:ext cx="4126784" cy="513318"/>
          </a:xfrm>
          <a:prstGeom prst="rect">
            <a:avLst/>
          </a:prstGeom>
          <a:noFill/>
        </p:spPr>
        <p:txBody>
          <a:bodyPr wrap="square" lIns="81633" tIns="40817" rIns="81633" bIns="40817" rtlCol="0">
            <a:spAutoFit/>
          </a:bodyPr>
          <a:lstStyle/>
          <a:p>
            <a:r>
              <a:rPr lang="pt-BR" sz="1400" dirty="0" smtClean="0">
                <a:latin typeface="Gill Sans Std Light" pitchFamily="34" charset="0"/>
              </a:rPr>
              <a:t>Update da ação dez/2013 e convite para ação de voluntariado 2015.</a:t>
            </a:r>
            <a:endParaRPr lang="pt-BR" sz="1400" dirty="0">
              <a:latin typeface="Gill Sans Std Light" pitchFamily="34" charset="0"/>
            </a:endParaRPr>
          </a:p>
        </p:txBody>
      </p:sp>
      <p:pic>
        <p:nvPicPr>
          <p:cNvPr id="10" name="Picture 1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1593" y="4546822"/>
            <a:ext cx="489000" cy="443784"/>
          </a:xfrm>
          <a:prstGeom prst="rect">
            <a:avLst/>
          </a:prstGeom>
        </p:spPr>
      </p:pic>
      <p:sp>
        <p:nvSpPr>
          <p:cNvPr id="12" name="CaixaDeTexto 11"/>
          <p:cNvSpPr txBox="1"/>
          <p:nvPr/>
        </p:nvSpPr>
        <p:spPr>
          <a:xfrm>
            <a:off x="251521" y="87748"/>
            <a:ext cx="4824536" cy="194942"/>
          </a:xfrm>
          <a:prstGeom prst="rect">
            <a:avLst/>
          </a:prstGeom>
          <a:noFill/>
        </p:spPr>
        <p:txBody>
          <a:bodyPr wrap="square" lIns="81633" tIns="40817" rIns="81633" bIns="40817" rtlCol="0">
            <a:spAutoFit/>
          </a:bodyPr>
          <a:lstStyle/>
          <a:p>
            <a:r>
              <a:rPr lang="pt-BR" sz="700" dirty="0">
                <a:solidFill>
                  <a:schemeClr val="bg1">
                    <a:lumMod val="65000"/>
                  </a:schemeClr>
                </a:solidFill>
                <a:latin typeface="Gill Sans Std Light" pitchFamily="34" charset="0"/>
              </a:rPr>
              <a:t>PLANO AÇÕES E EVENTOS TD 2015</a:t>
            </a:r>
          </a:p>
        </p:txBody>
      </p:sp>
      <p:sp>
        <p:nvSpPr>
          <p:cNvPr id="9" name="CaixaDeTexto 8"/>
          <p:cNvSpPr txBox="1"/>
          <p:nvPr/>
        </p:nvSpPr>
        <p:spPr>
          <a:xfrm>
            <a:off x="4585088" y="984509"/>
            <a:ext cx="4163376" cy="333418"/>
          </a:xfrm>
          <a:prstGeom prst="rect">
            <a:avLst/>
          </a:prstGeom>
          <a:noFill/>
        </p:spPr>
        <p:txBody>
          <a:bodyPr wrap="square" lIns="81633" tIns="40817" rIns="81633" bIns="40817" rtlCol="0">
            <a:spAutoFit/>
          </a:bodyPr>
          <a:lstStyle/>
          <a:p>
            <a:pPr marR="73130"/>
            <a:r>
              <a:rPr lang="pt-BR" dirty="0" smtClean="0">
                <a:solidFill>
                  <a:srgbClr val="404040"/>
                </a:solidFill>
                <a:latin typeface="Gill Sans Std"/>
                <a:ea typeface="Times New Roman"/>
                <a:cs typeface="Tahoma"/>
              </a:rPr>
              <a:t>Campanha do Agasalho 2015</a:t>
            </a:r>
            <a:endParaRPr lang="pt-BR" dirty="0">
              <a:effectLst/>
              <a:latin typeface="Times New Roman"/>
              <a:ea typeface="Times New Roman"/>
            </a:endParaRPr>
          </a:p>
        </p:txBody>
      </p:sp>
      <p:sp>
        <p:nvSpPr>
          <p:cNvPr id="11" name="CaixaDeTexto 10"/>
          <p:cNvSpPr txBox="1"/>
          <p:nvPr/>
        </p:nvSpPr>
        <p:spPr>
          <a:xfrm>
            <a:off x="4585088" y="1340093"/>
            <a:ext cx="4126784" cy="728762"/>
          </a:xfrm>
          <a:prstGeom prst="rect">
            <a:avLst/>
          </a:prstGeom>
          <a:noFill/>
        </p:spPr>
        <p:txBody>
          <a:bodyPr wrap="square" lIns="81633" tIns="40817" rIns="81633" bIns="40817" rtlCol="0">
            <a:spAutoFit/>
          </a:bodyPr>
          <a:lstStyle/>
          <a:p>
            <a:r>
              <a:rPr lang="pt-BR" sz="1400" dirty="0" smtClean="0">
                <a:latin typeface="Gill Sans Std Light" pitchFamily="34" charset="0"/>
              </a:rPr>
              <a:t>Proposta de conduzirmos uma ação em TD focada na Campanha do Agasalho.</a:t>
            </a:r>
          </a:p>
          <a:p>
            <a:r>
              <a:rPr lang="pt-BR" sz="1400" dirty="0" smtClean="0">
                <a:latin typeface="Gill Sans Std Light" pitchFamily="34" charset="0"/>
              </a:rPr>
              <a:t>Lançamento em maio/2015.</a:t>
            </a:r>
            <a:endParaRPr lang="pt-BR" sz="1400" dirty="0">
              <a:latin typeface="Gill Sans Std Ligh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176837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/>
          <p:cNvSpPr txBox="1"/>
          <p:nvPr/>
        </p:nvSpPr>
        <p:spPr>
          <a:xfrm>
            <a:off x="368532" y="442898"/>
            <a:ext cx="4203467" cy="328652"/>
          </a:xfrm>
          <a:prstGeom prst="rect">
            <a:avLst/>
          </a:prstGeom>
          <a:noFill/>
        </p:spPr>
        <p:txBody>
          <a:bodyPr wrap="square" lIns="81633" tIns="40817" rIns="81633" bIns="40817" rtlCol="0">
            <a:spAutoFit/>
          </a:bodyPr>
          <a:lstStyle/>
          <a:p>
            <a:pPr marL="4763" marR="73130"/>
            <a:r>
              <a:rPr lang="pt-BR" dirty="0" smtClean="0">
                <a:solidFill>
                  <a:srgbClr val="FF8200"/>
                </a:solidFill>
                <a:latin typeface="Gill Sans Std ExtraBold"/>
                <a:ea typeface="Times New Roman"/>
                <a:cs typeface="Tahoma"/>
              </a:rPr>
              <a:t>Lançamentos de Tecnologia</a:t>
            </a:r>
            <a:endParaRPr lang="pt-BR" sz="1800" dirty="0">
              <a:latin typeface="Times New Roman"/>
              <a:ea typeface="Times New Roman"/>
            </a:endParaRPr>
          </a:p>
        </p:txBody>
      </p:sp>
      <p:sp>
        <p:nvSpPr>
          <p:cNvPr id="5" name="CaixaDeTexto 4"/>
          <p:cNvSpPr txBox="1"/>
          <p:nvPr/>
        </p:nvSpPr>
        <p:spPr>
          <a:xfrm>
            <a:off x="368938" y="960744"/>
            <a:ext cx="4163376" cy="328652"/>
          </a:xfrm>
          <a:prstGeom prst="rect">
            <a:avLst/>
          </a:prstGeom>
          <a:noFill/>
        </p:spPr>
        <p:txBody>
          <a:bodyPr wrap="square" lIns="81633" tIns="40817" rIns="81633" bIns="40817" rtlCol="0">
            <a:spAutoFit/>
          </a:bodyPr>
          <a:lstStyle/>
          <a:p>
            <a:pPr marR="73130"/>
            <a:r>
              <a:rPr lang="pt-BR" dirty="0" smtClean="0">
                <a:solidFill>
                  <a:srgbClr val="404040"/>
                </a:solidFill>
                <a:latin typeface="Gill Sans Std"/>
                <a:ea typeface="Times New Roman"/>
                <a:cs typeface="Tahoma"/>
              </a:rPr>
              <a:t>Novo Portal TD</a:t>
            </a:r>
            <a:endParaRPr lang="pt-BR" dirty="0">
              <a:effectLst/>
              <a:latin typeface="Times New Roman"/>
              <a:ea typeface="Times New Roman"/>
            </a:endParaRPr>
          </a:p>
        </p:txBody>
      </p:sp>
      <p:sp>
        <p:nvSpPr>
          <p:cNvPr id="7" name="CaixaDeTexto 6"/>
          <p:cNvSpPr txBox="1"/>
          <p:nvPr/>
        </p:nvSpPr>
        <p:spPr>
          <a:xfrm>
            <a:off x="368938" y="1316328"/>
            <a:ext cx="4126784" cy="1159649"/>
          </a:xfrm>
          <a:prstGeom prst="rect">
            <a:avLst/>
          </a:prstGeom>
          <a:noFill/>
        </p:spPr>
        <p:txBody>
          <a:bodyPr wrap="square" lIns="81633" tIns="40817" rIns="81633" bIns="40817" rtlCol="0">
            <a:spAutoFit/>
          </a:bodyPr>
          <a:lstStyle/>
          <a:p>
            <a:r>
              <a:rPr lang="pt-BR" sz="1400" dirty="0" smtClean="0">
                <a:latin typeface="Gill Sans Std Light" pitchFamily="34" charset="0"/>
              </a:rPr>
              <a:t>Lançamento </a:t>
            </a:r>
            <a:r>
              <a:rPr lang="pt-BR" sz="1400" dirty="0" err="1" smtClean="0">
                <a:latin typeface="Gill Sans Std Light" pitchFamily="34" charset="0"/>
              </a:rPr>
              <a:t>fev</a:t>
            </a:r>
            <a:r>
              <a:rPr lang="pt-BR" sz="1400" dirty="0" smtClean="0">
                <a:latin typeface="Gill Sans Std Light" pitchFamily="34" charset="0"/>
              </a:rPr>
              <a:t>/2015. Foco em trazer para um portal interativo um conteúdo de comunicação e apoio à rotina de trabalho dos times de TD, incluindo visão de futuro, estratégia, posicionamentos, blog, agenda, indicadores, acervo de materiais, processos e estrutura.</a:t>
            </a:r>
            <a:endParaRPr lang="pt-BR" sz="1400" dirty="0">
              <a:latin typeface="Gill Sans Std Light" pitchFamily="34" charset="0"/>
            </a:endParaRPr>
          </a:p>
        </p:txBody>
      </p:sp>
      <p:pic>
        <p:nvPicPr>
          <p:cNvPr id="10" name="Picture 1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1593" y="4546822"/>
            <a:ext cx="489000" cy="443784"/>
          </a:xfrm>
          <a:prstGeom prst="rect">
            <a:avLst/>
          </a:prstGeom>
        </p:spPr>
      </p:pic>
      <p:sp>
        <p:nvSpPr>
          <p:cNvPr id="12" name="CaixaDeTexto 11"/>
          <p:cNvSpPr txBox="1"/>
          <p:nvPr/>
        </p:nvSpPr>
        <p:spPr>
          <a:xfrm>
            <a:off x="251521" y="87748"/>
            <a:ext cx="4824536" cy="194942"/>
          </a:xfrm>
          <a:prstGeom prst="rect">
            <a:avLst/>
          </a:prstGeom>
          <a:noFill/>
        </p:spPr>
        <p:txBody>
          <a:bodyPr wrap="square" lIns="81633" tIns="40817" rIns="81633" bIns="40817" rtlCol="0">
            <a:spAutoFit/>
          </a:bodyPr>
          <a:lstStyle/>
          <a:p>
            <a:r>
              <a:rPr lang="pt-BR" sz="700" dirty="0">
                <a:solidFill>
                  <a:schemeClr val="bg1">
                    <a:lumMod val="65000"/>
                  </a:schemeClr>
                </a:solidFill>
                <a:latin typeface="Gill Sans Std Light" pitchFamily="34" charset="0"/>
              </a:rPr>
              <a:t>PLANO AÇÕES E EVENTOS TD 2015</a:t>
            </a:r>
          </a:p>
        </p:txBody>
      </p:sp>
      <p:sp>
        <p:nvSpPr>
          <p:cNvPr id="9" name="CaixaDeTexto 8"/>
          <p:cNvSpPr txBox="1"/>
          <p:nvPr/>
        </p:nvSpPr>
        <p:spPr>
          <a:xfrm>
            <a:off x="4585088" y="984509"/>
            <a:ext cx="4163376" cy="333418"/>
          </a:xfrm>
          <a:prstGeom prst="rect">
            <a:avLst/>
          </a:prstGeom>
          <a:noFill/>
        </p:spPr>
        <p:txBody>
          <a:bodyPr wrap="square" lIns="81633" tIns="40817" rIns="81633" bIns="40817" rtlCol="0">
            <a:spAutoFit/>
          </a:bodyPr>
          <a:lstStyle/>
          <a:p>
            <a:pPr marR="73130"/>
            <a:r>
              <a:rPr lang="pt-BR" dirty="0">
                <a:solidFill>
                  <a:srgbClr val="404040"/>
                </a:solidFill>
                <a:latin typeface="Gill Sans Std"/>
                <a:ea typeface="Times New Roman"/>
                <a:cs typeface="Tahoma"/>
              </a:rPr>
              <a:t>Mobilidade e meios de pagamento CN</a:t>
            </a:r>
            <a:endParaRPr lang="pt-BR" dirty="0">
              <a:latin typeface="Times New Roman"/>
              <a:ea typeface="Times New Roman"/>
            </a:endParaRPr>
          </a:p>
        </p:txBody>
      </p:sp>
      <p:sp>
        <p:nvSpPr>
          <p:cNvPr id="11" name="CaixaDeTexto 10"/>
          <p:cNvSpPr txBox="1"/>
          <p:nvPr/>
        </p:nvSpPr>
        <p:spPr>
          <a:xfrm>
            <a:off x="4585088" y="1340093"/>
            <a:ext cx="4126784" cy="944206"/>
          </a:xfrm>
          <a:prstGeom prst="rect">
            <a:avLst/>
          </a:prstGeom>
          <a:noFill/>
        </p:spPr>
        <p:txBody>
          <a:bodyPr wrap="square" lIns="81633" tIns="40817" rIns="81633" bIns="40817" rtlCol="0">
            <a:spAutoFit/>
          </a:bodyPr>
          <a:lstStyle/>
          <a:p>
            <a:r>
              <a:rPr lang="pt-BR" sz="1400" dirty="0">
                <a:latin typeface="Gill Sans Std Light" pitchFamily="34" charset="0"/>
              </a:rPr>
              <a:t>L</a:t>
            </a:r>
            <a:r>
              <a:rPr lang="pt-BR" sz="1400" dirty="0" smtClean="0">
                <a:latin typeface="Gill Sans Std Light" pitchFamily="34" charset="0"/>
              </a:rPr>
              <a:t>ançamento da plataforma e aplicativo que permitirá o pacote de comunicação, dados e meios de pagamento para a CN. Aproveitamento do conteúdo lançado no EA 2015 e stand na área de </a:t>
            </a:r>
            <a:r>
              <a:rPr lang="pt-BR" sz="1400" dirty="0">
                <a:latin typeface="Gill Sans Std Light" pitchFamily="34" charset="0"/>
              </a:rPr>
              <a:t>C</a:t>
            </a:r>
            <a:r>
              <a:rPr lang="pt-BR" sz="1400" dirty="0" smtClean="0">
                <a:latin typeface="Gill Sans Std Light" pitchFamily="34" charset="0"/>
              </a:rPr>
              <a:t>afé  TD 9 andar.</a:t>
            </a:r>
            <a:endParaRPr lang="pt-BR" sz="1400" dirty="0">
              <a:latin typeface="Gill Sans Std Light" pitchFamily="34" charset="0"/>
            </a:endParaRPr>
          </a:p>
        </p:txBody>
      </p:sp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9984" y="2571750"/>
            <a:ext cx="4068000" cy="20147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7293288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555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8" name="CaixaDeTexto 7"/>
          <p:cNvSpPr txBox="1"/>
          <p:nvPr/>
        </p:nvSpPr>
        <p:spPr>
          <a:xfrm>
            <a:off x="251521" y="2884025"/>
            <a:ext cx="1584176" cy="688261"/>
          </a:xfrm>
          <a:prstGeom prst="rect">
            <a:avLst/>
          </a:prstGeom>
          <a:noFill/>
        </p:spPr>
        <p:txBody>
          <a:bodyPr wrap="square" lIns="81633" tIns="40817" rIns="81633" bIns="40817" rtlCol="0">
            <a:spAutoFit/>
          </a:bodyPr>
          <a:lstStyle/>
          <a:p>
            <a:r>
              <a:rPr lang="pt-BR" sz="3900" dirty="0">
                <a:solidFill>
                  <a:schemeClr val="bg1"/>
                </a:solidFill>
                <a:latin typeface="Gill Sans Std ExtraBold" pitchFamily="34" charset="0"/>
              </a:rPr>
              <a:t>Fim.</a:t>
            </a:r>
          </a:p>
        </p:txBody>
      </p:sp>
      <p:pic>
        <p:nvPicPr>
          <p:cNvPr id="5" name="Imagem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5401" y="3786674"/>
            <a:ext cx="886599" cy="826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97711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27_Template-Afrodite_FFC_NJ1781">
  <a:themeElements>
    <a:clrScheme name="Escala de Cinza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Template-Afrodite_FFC_NJ1781">
      <a:majorFont>
        <a:latin typeface="Arial"/>
        <a:ea typeface=""/>
        <a:cs typeface="Arial"/>
      </a:majorFont>
      <a:minorFont>
        <a:latin typeface="Arial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>
          <a:noFill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91240B29-F687-4F45-9708-019B960494DF}">
            <a14:hiddenLine xmlns:a14="http://schemas.microsoft.com/office/drawing/2010/main"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14:hiddenLine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0" tIns="0" rIns="0" bIns="0" numCol="1" anchor="t" anchorCtr="0" compatLnSpc="1">
        <a:prstTxWarp prst="textNoShape">
          <a:avLst/>
        </a:prstTxWarp>
        <a:spAutoFit/>
      </a:bodyPr>
      <a:lstStyle>
        <a:defPPr marL="0" marR="0" indent="0" algn="l" defTabSz="895350" rtl="0" eaLnBrk="1" fontAlgn="base" latinLnBrk="0" hangingPunct="1">
          <a:lnSpc>
            <a:spcPct val="100000"/>
          </a:lnSpc>
          <a:spcBef>
            <a:spcPct val="50000"/>
          </a:spcBef>
          <a:spcAft>
            <a:spcPct val="0"/>
          </a:spcAft>
          <a:buClr>
            <a:schemeClr val="tx2"/>
          </a:buClr>
          <a:buSzPct val="100000"/>
          <a:buFont typeface="Arial" charset="0"/>
          <a:buChar char="•"/>
          <a:tabLst/>
          <a:defRPr kumimoji="0" lang="en-US" sz="1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cs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>
          <a:noFill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91240B29-F687-4F45-9708-019B960494DF}">
            <a14:hiddenLine xmlns:a14="http://schemas.microsoft.com/office/drawing/2010/main"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14:hiddenLine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0" tIns="0" rIns="0" bIns="0" numCol="1" anchor="t" anchorCtr="0" compatLnSpc="1">
        <a:prstTxWarp prst="textNoShape">
          <a:avLst/>
        </a:prstTxWarp>
        <a:spAutoFit/>
      </a:bodyPr>
      <a:lstStyle>
        <a:defPPr marL="0" marR="0" indent="0" algn="l" defTabSz="895350" rtl="0" eaLnBrk="1" fontAlgn="base" latinLnBrk="0" hangingPunct="1">
          <a:lnSpc>
            <a:spcPct val="100000"/>
          </a:lnSpc>
          <a:spcBef>
            <a:spcPct val="50000"/>
          </a:spcBef>
          <a:spcAft>
            <a:spcPct val="0"/>
          </a:spcAft>
          <a:buClr>
            <a:schemeClr val="tx2"/>
          </a:buClr>
          <a:buSzPct val="100000"/>
          <a:buFont typeface="Arial" charset="0"/>
          <a:buChar char="•"/>
          <a:tabLst/>
          <a:defRPr kumimoji="0" lang="en-US" sz="1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cs typeface="Arial" charset="0"/>
          </a:defRPr>
        </a:defPPr>
      </a:lstStyle>
    </a:lnDef>
  </a:objectDefaults>
  <a:extraClrSchemeLst>
    <a:extraClrScheme>
      <a:clrScheme name="Template-Afrodite_FFC_NJ1781 1">
        <a:dk1>
          <a:srgbClr val="000000"/>
        </a:dk1>
        <a:lt1>
          <a:srgbClr val="FFFFFF"/>
        </a:lt1>
        <a:dk2>
          <a:srgbClr val="443C28"/>
        </a:dk2>
        <a:lt2>
          <a:srgbClr val="FFFFFF"/>
        </a:lt2>
        <a:accent1>
          <a:srgbClr val="E0E5CF"/>
        </a:accent1>
        <a:accent2>
          <a:srgbClr val="FBB74C"/>
        </a:accent2>
        <a:accent3>
          <a:srgbClr val="FFFFFF"/>
        </a:accent3>
        <a:accent4>
          <a:srgbClr val="000000"/>
        </a:accent4>
        <a:accent5>
          <a:srgbClr val="EDF0E4"/>
        </a:accent5>
        <a:accent6>
          <a:srgbClr val="E3A644"/>
        </a:accent6>
        <a:hlink>
          <a:srgbClr val="9CB25D"/>
        </a:hlink>
        <a:folHlink>
          <a:srgbClr val="71742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18_Template-Afrodite_FFC_NJ1781">
  <a:themeElements>
    <a:clrScheme name="Template-Afrodite_FFC_NJ1781 1">
      <a:dk1>
        <a:srgbClr val="000000"/>
      </a:dk1>
      <a:lt1>
        <a:srgbClr val="FFFFFF"/>
      </a:lt1>
      <a:dk2>
        <a:srgbClr val="443C28"/>
      </a:dk2>
      <a:lt2>
        <a:srgbClr val="FFFFFF"/>
      </a:lt2>
      <a:accent1>
        <a:srgbClr val="E0E5CF"/>
      </a:accent1>
      <a:accent2>
        <a:srgbClr val="FBB74C"/>
      </a:accent2>
      <a:accent3>
        <a:srgbClr val="FFFFFF"/>
      </a:accent3>
      <a:accent4>
        <a:srgbClr val="000000"/>
      </a:accent4>
      <a:accent5>
        <a:srgbClr val="EDF0E4"/>
      </a:accent5>
      <a:accent6>
        <a:srgbClr val="E3A644"/>
      </a:accent6>
      <a:hlink>
        <a:srgbClr val="9CB25D"/>
      </a:hlink>
      <a:folHlink>
        <a:srgbClr val="71742D"/>
      </a:folHlink>
    </a:clrScheme>
    <a:fontScheme name="Template-Afrodite_FFC_NJ1781">
      <a:majorFont>
        <a:latin typeface="Arial"/>
        <a:ea typeface=""/>
        <a:cs typeface="Arial"/>
      </a:majorFont>
      <a:minorFont>
        <a:latin typeface="Arial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>
          <a:noFill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91240B29-F687-4F45-9708-019B960494DF}">
            <a14:hiddenLine xmlns:a14="http://schemas.microsoft.com/office/drawing/2010/main"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14:hiddenLine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0" tIns="0" rIns="0" bIns="0" numCol="1" anchor="t" anchorCtr="0" compatLnSpc="1">
        <a:prstTxWarp prst="textNoShape">
          <a:avLst/>
        </a:prstTxWarp>
        <a:spAutoFit/>
      </a:bodyPr>
      <a:lstStyle>
        <a:defPPr marL="0" marR="0" indent="0" algn="l" defTabSz="895350" rtl="0" eaLnBrk="1" fontAlgn="base" latinLnBrk="0" hangingPunct="1">
          <a:lnSpc>
            <a:spcPct val="100000"/>
          </a:lnSpc>
          <a:spcBef>
            <a:spcPct val="50000"/>
          </a:spcBef>
          <a:spcAft>
            <a:spcPct val="0"/>
          </a:spcAft>
          <a:buClr>
            <a:schemeClr val="tx2"/>
          </a:buClr>
          <a:buSzPct val="100000"/>
          <a:buFont typeface="Arial" charset="0"/>
          <a:buChar char="•"/>
          <a:tabLst/>
          <a:defRPr kumimoji="0" lang="en-US" sz="1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cs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>
          <a:noFill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91240B29-F687-4F45-9708-019B960494DF}">
            <a14:hiddenLine xmlns:a14="http://schemas.microsoft.com/office/drawing/2010/main"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14:hiddenLine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0" tIns="0" rIns="0" bIns="0" numCol="1" anchor="t" anchorCtr="0" compatLnSpc="1">
        <a:prstTxWarp prst="textNoShape">
          <a:avLst/>
        </a:prstTxWarp>
        <a:spAutoFit/>
      </a:bodyPr>
      <a:lstStyle>
        <a:defPPr marL="0" marR="0" indent="0" algn="l" defTabSz="895350" rtl="0" eaLnBrk="1" fontAlgn="base" latinLnBrk="0" hangingPunct="1">
          <a:lnSpc>
            <a:spcPct val="100000"/>
          </a:lnSpc>
          <a:spcBef>
            <a:spcPct val="50000"/>
          </a:spcBef>
          <a:spcAft>
            <a:spcPct val="0"/>
          </a:spcAft>
          <a:buClr>
            <a:schemeClr val="tx2"/>
          </a:buClr>
          <a:buSzPct val="100000"/>
          <a:buFont typeface="Arial" charset="0"/>
          <a:buChar char="•"/>
          <a:tabLst/>
          <a:defRPr kumimoji="0" lang="en-US" sz="1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cs typeface="Arial" charset="0"/>
          </a:defRPr>
        </a:defPPr>
      </a:lstStyle>
    </a:lnDef>
  </a:objectDefaults>
  <a:extraClrSchemeLst>
    <a:extraClrScheme>
      <a:clrScheme name="Template-Afrodite_FFC_NJ1781 1">
        <a:dk1>
          <a:srgbClr val="000000"/>
        </a:dk1>
        <a:lt1>
          <a:srgbClr val="FFFFFF"/>
        </a:lt1>
        <a:dk2>
          <a:srgbClr val="443C28"/>
        </a:dk2>
        <a:lt2>
          <a:srgbClr val="FFFFFF"/>
        </a:lt2>
        <a:accent1>
          <a:srgbClr val="E0E5CF"/>
        </a:accent1>
        <a:accent2>
          <a:srgbClr val="FBB74C"/>
        </a:accent2>
        <a:accent3>
          <a:srgbClr val="FFFFFF"/>
        </a:accent3>
        <a:accent4>
          <a:srgbClr val="000000"/>
        </a:accent4>
        <a:accent5>
          <a:srgbClr val="EDF0E4"/>
        </a:accent5>
        <a:accent6>
          <a:srgbClr val="E3A644"/>
        </a:accent6>
        <a:hlink>
          <a:srgbClr val="9CB25D"/>
        </a:hlink>
        <a:folHlink>
          <a:srgbClr val="71742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20_Template-Afrodite_FFC_NJ1781">
  <a:themeElements>
    <a:clrScheme name="Template-Afrodite_FFC_NJ1781 1">
      <a:dk1>
        <a:srgbClr val="000000"/>
      </a:dk1>
      <a:lt1>
        <a:srgbClr val="FFFFFF"/>
      </a:lt1>
      <a:dk2>
        <a:srgbClr val="443C28"/>
      </a:dk2>
      <a:lt2>
        <a:srgbClr val="FFFFFF"/>
      </a:lt2>
      <a:accent1>
        <a:srgbClr val="E0E5CF"/>
      </a:accent1>
      <a:accent2>
        <a:srgbClr val="FBB74C"/>
      </a:accent2>
      <a:accent3>
        <a:srgbClr val="FFFFFF"/>
      </a:accent3>
      <a:accent4>
        <a:srgbClr val="000000"/>
      </a:accent4>
      <a:accent5>
        <a:srgbClr val="EDF0E4"/>
      </a:accent5>
      <a:accent6>
        <a:srgbClr val="E3A644"/>
      </a:accent6>
      <a:hlink>
        <a:srgbClr val="9CB25D"/>
      </a:hlink>
      <a:folHlink>
        <a:srgbClr val="71742D"/>
      </a:folHlink>
    </a:clrScheme>
    <a:fontScheme name="Template-Afrodite_FFC_NJ1781">
      <a:majorFont>
        <a:latin typeface="Arial"/>
        <a:ea typeface=""/>
        <a:cs typeface="Arial"/>
      </a:majorFont>
      <a:minorFont>
        <a:latin typeface="Arial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>
          <a:noFill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91240B29-F687-4F45-9708-019B960494DF}">
            <a14:hiddenLine xmlns:a14="http://schemas.microsoft.com/office/drawing/2010/main"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14:hiddenLine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0" tIns="0" rIns="0" bIns="0" numCol="1" anchor="t" anchorCtr="0" compatLnSpc="1">
        <a:prstTxWarp prst="textNoShape">
          <a:avLst/>
        </a:prstTxWarp>
        <a:spAutoFit/>
      </a:bodyPr>
      <a:lstStyle>
        <a:defPPr marL="0" marR="0" indent="0" algn="l" defTabSz="895350" rtl="0" eaLnBrk="1" fontAlgn="base" latinLnBrk="0" hangingPunct="1">
          <a:lnSpc>
            <a:spcPct val="100000"/>
          </a:lnSpc>
          <a:spcBef>
            <a:spcPct val="50000"/>
          </a:spcBef>
          <a:spcAft>
            <a:spcPct val="0"/>
          </a:spcAft>
          <a:buClr>
            <a:schemeClr val="tx2"/>
          </a:buClr>
          <a:buSzPct val="100000"/>
          <a:buFont typeface="Arial" charset="0"/>
          <a:buChar char="•"/>
          <a:tabLst/>
          <a:defRPr kumimoji="0" lang="en-US" sz="1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cs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>
          <a:noFill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91240B29-F687-4F45-9708-019B960494DF}">
            <a14:hiddenLine xmlns:a14="http://schemas.microsoft.com/office/drawing/2010/main"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14:hiddenLine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0" tIns="0" rIns="0" bIns="0" numCol="1" anchor="t" anchorCtr="0" compatLnSpc="1">
        <a:prstTxWarp prst="textNoShape">
          <a:avLst/>
        </a:prstTxWarp>
        <a:spAutoFit/>
      </a:bodyPr>
      <a:lstStyle>
        <a:defPPr marL="0" marR="0" indent="0" algn="l" defTabSz="895350" rtl="0" eaLnBrk="1" fontAlgn="base" latinLnBrk="0" hangingPunct="1">
          <a:lnSpc>
            <a:spcPct val="100000"/>
          </a:lnSpc>
          <a:spcBef>
            <a:spcPct val="50000"/>
          </a:spcBef>
          <a:spcAft>
            <a:spcPct val="0"/>
          </a:spcAft>
          <a:buClr>
            <a:schemeClr val="tx2"/>
          </a:buClr>
          <a:buSzPct val="100000"/>
          <a:buFont typeface="Arial" charset="0"/>
          <a:buChar char="•"/>
          <a:tabLst/>
          <a:defRPr kumimoji="0" lang="en-US" sz="1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cs typeface="Arial" charset="0"/>
          </a:defRPr>
        </a:defPPr>
      </a:lstStyle>
    </a:lnDef>
  </a:objectDefaults>
  <a:extraClrSchemeLst>
    <a:extraClrScheme>
      <a:clrScheme name="Template-Afrodite_FFC_NJ1781 1">
        <a:dk1>
          <a:srgbClr val="000000"/>
        </a:dk1>
        <a:lt1>
          <a:srgbClr val="FFFFFF"/>
        </a:lt1>
        <a:dk2>
          <a:srgbClr val="443C28"/>
        </a:dk2>
        <a:lt2>
          <a:srgbClr val="FFFFFF"/>
        </a:lt2>
        <a:accent1>
          <a:srgbClr val="E0E5CF"/>
        </a:accent1>
        <a:accent2>
          <a:srgbClr val="FBB74C"/>
        </a:accent2>
        <a:accent3>
          <a:srgbClr val="FFFFFF"/>
        </a:accent3>
        <a:accent4>
          <a:srgbClr val="000000"/>
        </a:accent4>
        <a:accent5>
          <a:srgbClr val="EDF0E4"/>
        </a:accent5>
        <a:accent6>
          <a:srgbClr val="E3A644"/>
        </a:accent6>
        <a:hlink>
          <a:srgbClr val="9CB25D"/>
        </a:hlink>
        <a:folHlink>
          <a:srgbClr val="71742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4.xml><?xml version="1.0" encoding="utf-8"?>
<a:theme xmlns:a="http://schemas.openxmlformats.org/drawingml/2006/main" name="19_Template-Afrodite_FFC_NJ1781">
  <a:themeElements>
    <a:clrScheme name="Template-Afrodite_FFC_NJ1781 1">
      <a:dk1>
        <a:srgbClr val="000000"/>
      </a:dk1>
      <a:lt1>
        <a:srgbClr val="FFFFFF"/>
      </a:lt1>
      <a:dk2>
        <a:srgbClr val="443C28"/>
      </a:dk2>
      <a:lt2>
        <a:srgbClr val="FFFFFF"/>
      </a:lt2>
      <a:accent1>
        <a:srgbClr val="E0E5CF"/>
      </a:accent1>
      <a:accent2>
        <a:srgbClr val="FBB74C"/>
      </a:accent2>
      <a:accent3>
        <a:srgbClr val="FFFFFF"/>
      </a:accent3>
      <a:accent4>
        <a:srgbClr val="000000"/>
      </a:accent4>
      <a:accent5>
        <a:srgbClr val="EDF0E4"/>
      </a:accent5>
      <a:accent6>
        <a:srgbClr val="E3A644"/>
      </a:accent6>
      <a:hlink>
        <a:srgbClr val="9CB25D"/>
      </a:hlink>
      <a:folHlink>
        <a:srgbClr val="71742D"/>
      </a:folHlink>
    </a:clrScheme>
    <a:fontScheme name="Template-Afrodite_FFC_NJ1781">
      <a:majorFont>
        <a:latin typeface="Arial"/>
        <a:ea typeface=""/>
        <a:cs typeface="Arial"/>
      </a:majorFont>
      <a:minorFont>
        <a:latin typeface="Arial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>
          <a:noFill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91240B29-F687-4F45-9708-019B960494DF}">
            <a14:hiddenLine xmlns:a14="http://schemas.microsoft.com/office/drawing/2010/main"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14:hiddenLine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0" tIns="0" rIns="0" bIns="0" numCol="1" anchor="t" anchorCtr="0" compatLnSpc="1">
        <a:prstTxWarp prst="textNoShape">
          <a:avLst/>
        </a:prstTxWarp>
        <a:spAutoFit/>
      </a:bodyPr>
      <a:lstStyle>
        <a:defPPr marL="0" marR="0" indent="0" algn="l" defTabSz="895350" rtl="0" eaLnBrk="1" fontAlgn="base" latinLnBrk="0" hangingPunct="1">
          <a:lnSpc>
            <a:spcPct val="100000"/>
          </a:lnSpc>
          <a:spcBef>
            <a:spcPct val="50000"/>
          </a:spcBef>
          <a:spcAft>
            <a:spcPct val="0"/>
          </a:spcAft>
          <a:buClr>
            <a:schemeClr val="tx2"/>
          </a:buClr>
          <a:buSzPct val="100000"/>
          <a:buFont typeface="Arial" charset="0"/>
          <a:buChar char="•"/>
          <a:tabLst/>
          <a:defRPr kumimoji="0" lang="en-US" sz="1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cs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>
          <a:noFill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91240B29-F687-4F45-9708-019B960494DF}">
            <a14:hiddenLine xmlns:a14="http://schemas.microsoft.com/office/drawing/2010/main"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14:hiddenLine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0" tIns="0" rIns="0" bIns="0" numCol="1" anchor="t" anchorCtr="0" compatLnSpc="1">
        <a:prstTxWarp prst="textNoShape">
          <a:avLst/>
        </a:prstTxWarp>
        <a:spAutoFit/>
      </a:bodyPr>
      <a:lstStyle>
        <a:defPPr marL="0" marR="0" indent="0" algn="l" defTabSz="895350" rtl="0" eaLnBrk="1" fontAlgn="base" latinLnBrk="0" hangingPunct="1">
          <a:lnSpc>
            <a:spcPct val="100000"/>
          </a:lnSpc>
          <a:spcBef>
            <a:spcPct val="50000"/>
          </a:spcBef>
          <a:spcAft>
            <a:spcPct val="0"/>
          </a:spcAft>
          <a:buClr>
            <a:schemeClr val="tx2"/>
          </a:buClr>
          <a:buSzPct val="100000"/>
          <a:buFont typeface="Arial" charset="0"/>
          <a:buChar char="•"/>
          <a:tabLst/>
          <a:defRPr kumimoji="0" lang="en-US" sz="1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cs typeface="Arial" charset="0"/>
          </a:defRPr>
        </a:defPPr>
      </a:lstStyle>
    </a:lnDef>
  </a:objectDefaults>
  <a:extraClrSchemeLst>
    <a:extraClrScheme>
      <a:clrScheme name="Template-Afrodite_FFC_NJ1781 1">
        <a:dk1>
          <a:srgbClr val="000000"/>
        </a:dk1>
        <a:lt1>
          <a:srgbClr val="FFFFFF"/>
        </a:lt1>
        <a:dk2>
          <a:srgbClr val="443C28"/>
        </a:dk2>
        <a:lt2>
          <a:srgbClr val="FFFFFF"/>
        </a:lt2>
        <a:accent1>
          <a:srgbClr val="E0E5CF"/>
        </a:accent1>
        <a:accent2>
          <a:srgbClr val="FBB74C"/>
        </a:accent2>
        <a:accent3>
          <a:srgbClr val="FFFFFF"/>
        </a:accent3>
        <a:accent4>
          <a:srgbClr val="000000"/>
        </a:accent4>
        <a:accent5>
          <a:srgbClr val="EDF0E4"/>
        </a:accent5>
        <a:accent6>
          <a:srgbClr val="E3A644"/>
        </a:accent6>
        <a:hlink>
          <a:srgbClr val="9CB25D"/>
        </a:hlink>
        <a:folHlink>
          <a:srgbClr val="71742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5.xml><?xml version="1.0" encoding="utf-8"?>
<a:theme xmlns:a="http://schemas.openxmlformats.org/drawingml/2006/main" name="Blank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Aspecto">
      <a:majorFont>
        <a:latin typeface="Verdana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Verdana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B71FF9A933D83A4CA8A793646E89922D" ma:contentTypeVersion="0" ma:contentTypeDescription="Crie um novo documento." ma:contentTypeScope="" ma:versionID="8d8b1314ac16b93776d3b1ce6fd8d182">
  <xsd:schema xmlns:xsd="http://www.w3.org/2001/XMLSchema" xmlns:xs="http://www.w3.org/2001/XMLSchema" xmlns:p="http://schemas.microsoft.com/office/2006/metadata/properties" targetNamespace="http://schemas.microsoft.com/office/2006/metadata/properties" ma:root="true" ma:fieldsID="acb358bd3c4937f8c29cf3e1e721863a">
    <xsd:element name="properties">
      <xsd:complexType>
        <xsd:sequence>
          <xsd:element name="documentManagement">
            <xsd:complexType>
              <xsd:all/>
            </xsd:complexType>
          </xsd:element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AD616504-3983-4F88-A8B4-E9648F4C6786}"/>
</file>

<file path=customXml/itemProps2.xml><?xml version="1.0" encoding="utf-8"?>
<ds:datastoreItem xmlns:ds="http://schemas.openxmlformats.org/officeDocument/2006/customXml" ds:itemID="{A854F7C5-01A9-4E6A-9A3B-9F2B537DC06B}"/>
</file>

<file path=customXml/itemProps3.xml><?xml version="1.0" encoding="utf-8"?>
<ds:datastoreItem xmlns:ds="http://schemas.openxmlformats.org/officeDocument/2006/customXml" ds:itemID="{6225D04D-D5BE-4011-B73E-CE6D7CBE1FB3}"/>
</file>

<file path=docProps/app.xml><?xml version="1.0" encoding="utf-8"?>
<Properties xmlns="http://schemas.openxmlformats.org/officeDocument/2006/extended-properties" xmlns:vt="http://schemas.openxmlformats.org/officeDocument/2006/docPropsVTypes">
  <Template>blank</Template>
  <TotalTime>28182</TotalTime>
  <Words>1289</Words>
  <Application>Microsoft Office PowerPoint</Application>
  <PresentationFormat>Apresentação na tela (16:9)</PresentationFormat>
  <Paragraphs>180</Paragraphs>
  <Slides>16</Slides>
  <Notes>11</Notes>
  <HiddenSlides>0</HiddenSlides>
  <MMClips>0</MMClips>
  <ScaleCrop>false</ScaleCrop>
  <HeadingPairs>
    <vt:vector size="6" baseType="variant">
      <vt:variant>
        <vt:lpstr>Tema</vt:lpstr>
      </vt:variant>
      <vt:variant>
        <vt:i4>5</vt:i4>
      </vt:variant>
      <vt:variant>
        <vt:lpstr>Servidores OLE incorporados</vt:lpstr>
      </vt:variant>
      <vt:variant>
        <vt:i4>1</vt:i4>
      </vt:variant>
      <vt:variant>
        <vt:lpstr>Títulos de slides</vt:lpstr>
      </vt:variant>
      <vt:variant>
        <vt:i4>16</vt:i4>
      </vt:variant>
    </vt:vector>
  </HeadingPairs>
  <TitlesOfParts>
    <vt:vector size="22" baseType="lpstr">
      <vt:lpstr>27_Template-Afrodite_FFC_NJ1781</vt:lpstr>
      <vt:lpstr>18_Template-Afrodite_FFC_NJ1781</vt:lpstr>
      <vt:lpstr>20_Template-Afrodite_FFC_NJ1781</vt:lpstr>
      <vt:lpstr>19_Template-Afrodite_FFC_NJ1781</vt:lpstr>
      <vt:lpstr>Blank</vt:lpstr>
      <vt:lpstr>think-cell Slide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Natura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ANA LUISA DE TOLEDO CAMARGO BR91297</dc:creator>
  <cp:lastModifiedBy>Gilson Manfio</cp:lastModifiedBy>
  <cp:revision>1512</cp:revision>
  <cp:lastPrinted>2015-01-15T13:24:20Z</cp:lastPrinted>
  <dcterms:created xsi:type="dcterms:W3CDTF">2012-08-22T18:31:32Z</dcterms:created>
  <dcterms:modified xsi:type="dcterms:W3CDTF">2015-02-05T15:31:17Z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0x010100B71FF9A933D83A4CA8A793646E89922D</vt:lpwstr>
  </property>
</Properties>
</file>