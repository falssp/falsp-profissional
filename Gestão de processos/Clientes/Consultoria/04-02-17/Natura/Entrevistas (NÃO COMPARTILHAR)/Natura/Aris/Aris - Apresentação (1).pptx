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300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279" r:id="rId1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2" autoAdjust="0"/>
    <p:restoredTop sz="94660"/>
  </p:normalViewPr>
  <p:slideViewPr>
    <p:cSldViewPr snapToObjects="1">
      <p:cViewPr varScale="1">
        <p:scale>
          <a:sx n="74" d="100"/>
          <a:sy n="74" d="100"/>
        </p:scale>
        <p:origin x="-13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BCF46A-61AF-46F2-A229-BCB803164CE4}" type="doc">
      <dgm:prSet loTypeId="urn:microsoft.com/office/officeart/2005/8/layout/cycle7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ABDF4C50-C358-4C9C-8F1A-0B8FF14F4BF8}">
      <dgm:prSet phldrT="[Texto]"/>
      <dgm:spPr>
        <a:solidFill>
          <a:srgbClr val="7030A0"/>
        </a:solidFill>
      </dgm:spPr>
      <dgm:t>
        <a:bodyPr/>
        <a:lstStyle/>
        <a:p>
          <a:r>
            <a:rPr lang="pt-BR" dirty="0" smtClean="0"/>
            <a:t>ARIS Designer</a:t>
          </a:r>
          <a:endParaRPr lang="pt-BR" dirty="0"/>
        </a:p>
      </dgm:t>
    </dgm:pt>
    <dgm:pt modelId="{72D8A7C8-9865-49DA-9568-55C86EA0467C}" type="parTrans" cxnId="{CCB88D79-79B0-4CE7-870A-CE63E9B8AFD0}">
      <dgm:prSet/>
      <dgm:spPr/>
      <dgm:t>
        <a:bodyPr/>
        <a:lstStyle/>
        <a:p>
          <a:endParaRPr lang="pt-BR"/>
        </a:p>
      </dgm:t>
    </dgm:pt>
    <dgm:pt modelId="{FED2FF5B-4188-443A-8B88-E519A26499D1}" type="sibTrans" cxnId="{CCB88D79-79B0-4CE7-870A-CE63E9B8AFD0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pt-BR"/>
        </a:p>
      </dgm:t>
    </dgm:pt>
    <dgm:pt modelId="{41C8BC13-BCA4-4495-97E5-55290562C891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dirty="0" smtClean="0"/>
            <a:t>ARIS Business Publisher</a:t>
          </a:r>
          <a:endParaRPr lang="pt-BR" dirty="0"/>
        </a:p>
      </dgm:t>
    </dgm:pt>
    <dgm:pt modelId="{A64A5E09-0227-453F-A95A-5F3FEB0FFAE7}" type="parTrans" cxnId="{E6001DE5-0C20-4CBE-B67A-A03A88520118}">
      <dgm:prSet/>
      <dgm:spPr/>
      <dgm:t>
        <a:bodyPr/>
        <a:lstStyle/>
        <a:p>
          <a:endParaRPr lang="pt-BR"/>
        </a:p>
      </dgm:t>
    </dgm:pt>
    <dgm:pt modelId="{82D07348-726E-46D8-A96B-00D39185020C}" type="sibTrans" cxnId="{E6001DE5-0C20-4CBE-B67A-A03A88520118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pt-BR"/>
        </a:p>
      </dgm:t>
    </dgm:pt>
    <dgm:pt modelId="{5F1D245D-2205-4A3D-BBA8-D5065359B246}" type="pres">
      <dgm:prSet presAssocID="{72BCF46A-61AF-46F2-A229-BCB803164CE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61C1690-8538-4B33-A8C2-FF613618BC6A}" type="pres">
      <dgm:prSet presAssocID="{ABDF4C50-C358-4C9C-8F1A-0B8FF14F4BF8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68D5A16-5B13-464C-8341-C6F89CB8744A}" type="pres">
      <dgm:prSet presAssocID="{FED2FF5B-4188-443A-8B88-E519A26499D1}" presName="sibTrans" presStyleLbl="sibTrans2D1" presStyleIdx="0" presStyleCnt="2"/>
      <dgm:spPr/>
      <dgm:t>
        <a:bodyPr/>
        <a:lstStyle/>
        <a:p>
          <a:endParaRPr lang="pt-BR"/>
        </a:p>
      </dgm:t>
    </dgm:pt>
    <dgm:pt modelId="{7C194AC4-0065-4758-AC3E-8DF0A2526936}" type="pres">
      <dgm:prSet presAssocID="{FED2FF5B-4188-443A-8B88-E519A26499D1}" presName="connectorText" presStyleLbl="sibTrans2D1" presStyleIdx="0" presStyleCnt="2"/>
      <dgm:spPr/>
      <dgm:t>
        <a:bodyPr/>
        <a:lstStyle/>
        <a:p>
          <a:endParaRPr lang="pt-BR"/>
        </a:p>
      </dgm:t>
    </dgm:pt>
    <dgm:pt modelId="{EF42C352-88A6-4C72-98F7-0B7758A3F784}" type="pres">
      <dgm:prSet presAssocID="{41C8BC13-BCA4-4495-97E5-55290562C891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8779D7A-6F21-460A-B6F7-95170110ADE2}" type="pres">
      <dgm:prSet presAssocID="{82D07348-726E-46D8-A96B-00D39185020C}" presName="sibTrans" presStyleLbl="sibTrans2D1" presStyleIdx="1" presStyleCnt="2"/>
      <dgm:spPr/>
      <dgm:t>
        <a:bodyPr/>
        <a:lstStyle/>
        <a:p>
          <a:endParaRPr lang="pt-BR"/>
        </a:p>
      </dgm:t>
    </dgm:pt>
    <dgm:pt modelId="{465601B3-128A-4658-B412-8B5D27E42FBD}" type="pres">
      <dgm:prSet presAssocID="{82D07348-726E-46D8-A96B-00D39185020C}" presName="connectorText" presStyleLbl="sibTrans2D1" presStyleIdx="1" presStyleCnt="2"/>
      <dgm:spPr/>
      <dgm:t>
        <a:bodyPr/>
        <a:lstStyle/>
        <a:p>
          <a:endParaRPr lang="pt-BR"/>
        </a:p>
      </dgm:t>
    </dgm:pt>
  </dgm:ptLst>
  <dgm:cxnLst>
    <dgm:cxn modelId="{451D2721-AC92-435B-A253-1AFECC5964C6}" type="presOf" srcId="{82D07348-726E-46D8-A96B-00D39185020C}" destId="{465601B3-128A-4658-B412-8B5D27E42FBD}" srcOrd="1" destOrd="0" presId="urn:microsoft.com/office/officeart/2005/8/layout/cycle7"/>
    <dgm:cxn modelId="{FE9BE7E9-DDCF-42C4-BA4C-25F00C7EA9E0}" type="presOf" srcId="{41C8BC13-BCA4-4495-97E5-55290562C891}" destId="{EF42C352-88A6-4C72-98F7-0B7758A3F784}" srcOrd="0" destOrd="0" presId="urn:microsoft.com/office/officeart/2005/8/layout/cycle7"/>
    <dgm:cxn modelId="{DDA83CD3-EC00-4147-9D25-E18FE2482520}" type="presOf" srcId="{FED2FF5B-4188-443A-8B88-E519A26499D1}" destId="{7C194AC4-0065-4758-AC3E-8DF0A2526936}" srcOrd="1" destOrd="0" presId="urn:microsoft.com/office/officeart/2005/8/layout/cycle7"/>
    <dgm:cxn modelId="{CCB88D79-79B0-4CE7-870A-CE63E9B8AFD0}" srcId="{72BCF46A-61AF-46F2-A229-BCB803164CE4}" destId="{ABDF4C50-C358-4C9C-8F1A-0B8FF14F4BF8}" srcOrd="0" destOrd="0" parTransId="{72D8A7C8-9865-49DA-9568-55C86EA0467C}" sibTransId="{FED2FF5B-4188-443A-8B88-E519A26499D1}"/>
    <dgm:cxn modelId="{94F99DC0-E75F-4659-BB29-9FDBFDACF0D9}" type="presOf" srcId="{82D07348-726E-46D8-A96B-00D39185020C}" destId="{48779D7A-6F21-460A-B6F7-95170110ADE2}" srcOrd="0" destOrd="0" presId="urn:microsoft.com/office/officeart/2005/8/layout/cycle7"/>
    <dgm:cxn modelId="{E6001DE5-0C20-4CBE-B67A-A03A88520118}" srcId="{72BCF46A-61AF-46F2-A229-BCB803164CE4}" destId="{41C8BC13-BCA4-4495-97E5-55290562C891}" srcOrd="1" destOrd="0" parTransId="{A64A5E09-0227-453F-A95A-5F3FEB0FFAE7}" sibTransId="{82D07348-726E-46D8-A96B-00D39185020C}"/>
    <dgm:cxn modelId="{6D184412-40BC-47F0-B57A-274CB12D9288}" type="presOf" srcId="{ABDF4C50-C358-4C9C-8F1A-0B8FF14F4BF8}" destId="{161C1690-8538-4B33-A8C2-FF613618BC6A}" srcOrd="0" destOrd="0" presId="urn:microsoft.com/office/officeart/2005/8/layout/cycle7"/>
    <dgm:cxn modelId="{DF103AB5-A158-4BD9-AF3C-803887E36C94}" type="presOf" srcId="{FED2FF5B-4188-443A-8B88-E519A26499D1}" destId="{C68D5A16-5B13-464C-8341-C6F89CB8744A}" srcOrd="0" destOrd="0" presId="urn:microsoft.com/office/officeart/2005/8/layout/cycle7"/>
    <dgm:cxn modelId="{06393A87-6381-4A1F-87E8-8C6CC6E5525B}" type="presOf" srcId="{72BCF46A-61AF-46F2-A229-BCB803164CE4}" destId="{5F1D245D-2205-4A3D-BBA8-D5065359B246}" srcOrd="0" destOrd="0" presId="urn:microsoft.com/office/officeart/2005/8/layout/cycle7"/>
    <dgm:cxn modelId="{786D2A0C-8040-4DB6-AFFB-BF4FAF959CA7}" type="presParOf" srcId="{5F1D245D-2205-4A3D-BBA8-D5065359B246}" destId="{161C1690-8538-4B33-A8C2-FF613618BC6A}" srcOrd="0" destOrd="0" presId="urn:microsoft.com/office/officeart/2005/8/layout/cycle7"/>
    <dgm:cxn modelId="{E1C7F6AD-96EE-4792-A922-9F2AE64E3F42}" type="presParOf" srcId="{5F1D245D-2205-4A3D-BBA8-D5065359B246}" destId="{C68D5A16-5B13-464C-8341-C6F89CB8744A}" srcOrd="1" destOrd="0" presId="urn:microsoft.com/office/officeart/2005/8/layout/cycle7"/>
    <dgm:cxn modelId="{30ABDCB2-3535-46D0-92B7-43E24D6A5087}" type="presParOf" srcId="{C68D5A16-5B13-464C-8341-C6F89CB8744A}" destId="{7C194AC4-0065-4758-AC3E-8DF0A2526936}" srcOrd="0" destOrd="0" presId="urn:microsoft.com/office/officeart/2005/8/layout/cycle7"/>
    <dgm:cxn modelId="{F2D28663-A657-4502-A21D-4812FE539E0B}" type="presParOf" srcId="{5F1D245D-2205-4A3D-BBA8-D5065359B246}" destId="{EF42C352-88A6-4C72-98F7-0B7758A3F784}" srcOrd="2" destOrd="0" presId="urn:microsoft.com/office/officeart/2005/8/layout/cycle7"/>
    <dgm:cxn modelId="{DFC5B6F1-58B3-4BC2-8773-EE98219769B6}" type="presParOf" srcId="{5F1D245D-2205-4A3D-BBA8-D5065359B246}" destId="{48779D7A-6F21-460A-B6F7-95170110ADE2}" srcOrd="3" destOrd="0" presId="urn:microsoft.com/office/officeart/2005/8/layout/cycle7"/>
    <dgm:cxn modelId="{23625996-D1F3-491F-AFF7-12008701BD26}" type="presParOf" srcId="{48779D7A-6F21-460A-B6F7-95170110ADE2}" destId="{465601B3-128A-4658-B412-8B5D27E42FBD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C1690-8538-4B33-A8C2-FF613618BC6A}">
      <dsp:nvSpPr>
        <dsp:cNvPr id="0" name=""/>
        <dsp:cNvSpPr/>
      </dsp:nvSpPr>
      <dsp:spPr>
        <a:xfrm>
          <a:off x="1818679" y="712"/>
          <a:ext cx="2458640" cy="1229320"/>
        </a:xfrm>
        <a:prstGeom prst="roundRect">
          <a:avLst>
            <a:gd name="adj" fmla="val 10000"/>
          </a:avLst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000" kern="1200" dirty="0" smtClean="0"/>
            <a:t>ARIS Designer</a:t>
          </a:r>
          <a:endParaRPr lang="pt-BR" sz="3000" kern="1200" dirty="0"/>
        </a:p>
      </dsp:txBody>
      <dsp:txXfrm>
        <a:off x="1854685" y="36718"/>
        <a:ext cx="2386628" cy="1157308"/>
      </dsp:txXfrm>
    </dsp:sp>
    <dsp:sp modelId="{C68D5A16-5B13-464C-8341-C6F89CB8744A}">
      <dsp:nvSpPr>
        <dsp:cNvPr id="0" name=""/>
        <dsp:cNvSpPr/>
      </dsp:nvSpPr>
      <dsp:spPr>
        <a:xfrm rot="5400000">
          <a:off x="2406426" y="1816868"/>
          <a:ext cx="1283147" cy="430262"/>
        </a:xfrm>
        <a:prstGeom prst="left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>
        <a:off x="2535505" y="1902920"/>
        <a:ext cx="1024989" cy="258158"/>
      </dsp:txXfrm>
    </dsp:sp>
    <dsp:sp modelId="{EF42C352-88A6-4C72-98F7-0B7758A3F784}">
      <dsp:nvSpPr>
        <dsp:cNvPr id="0" name=""/>
        <dsp:cNvSpPr/>
      </dsp:nvSpPr>
      <dsp:spPr>
        <a:xfrm>
          <a:off x="1818679" y="2833967"/>
          <a:ext cx="2458640" cy="122932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000" kern="1200" dirty="0" smtClean="0"/>
            <a:t>ARIS Business Publisher</a:t>
          </a:r>
          <a:endParaRPr lang="pt-BR" sz="3000" kern="1200" dirty="0"/>
        </a:p>
      </dsp:txBody>
      <dsp:txXfrm>
        <a:off x="1854685" y="2869973"/>
        <a:ext cx="2386628" cy="1157308"/>
      </dsp:txXfrm>
    </dsp:sp>
    <dsp:sp modelId="{48779D7A-6F21-460A-B6F7-95170110ADE2}">
      <dsp:nvSpPr>
        <dsp:cNvPr id="0" name=""/>
        <dsp:cNvSpPr/>
      </dsp:nvSpPr>
      <dsp:spPr>
        <a:xfrm rot="16200000">
          <a:off x="2406426" y="1816868"/>
          <a:ext cx="1283147" cy="430262"/>
        </a:xfrm>
        <a:prstGeom prst="left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>
        <a:off x="2535505" y="1902920"/>
        <a:ext cx="1024989" cy="258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A55E0F-6CA2-445D-9F4F-5D7D0E361979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F22D0-821E-4D68-BE7C-1102983D83C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160824-E963-4D7B-8438-BA047AFEAF87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65A1AE-2A15-4F00-82E1-62E70F62E07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A6B132-EDBF-4529-B2B9-8E1193176450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15D651-8FFB-4FE1-B337-887A6CEA196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BD9250-3BA4-4FA1-8D07-C2E1A17765BF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85975-C9BE-405E-8A74-4ED08F5132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A71B2E-67B9-4D3B-AC8A-C865368475D3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33407-0694-45EE-99DC-8D8661E3AAF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E9F4E4-5609-4639-83CD-DEAA0591291B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2E7BB-831C-4D8B-A140-7EA1FC9DF0C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84D293-8205-4029-87BF-403CD0310A64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855B5-85EE-45B2-A37B-88C9087C35A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345DD7-975E-477E-A639-091887198348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C8474-70AB-4B6D-B7E0-54E0FDEC34D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016864-274B-4982-981E-055E01AFCB69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AF7D9-611A-4DE2-AA91-E873431FF32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F40B35-304E-47FD-B224-42F26D7E374A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252B1-3297-41D9-B962-531C609C674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C769EB-6D60-47A4-B370-3F610531C2AB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927E3E-CB5E-4C32-B32A-C3B8D63FDCE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71DF0B23-00F6-417F-8715-E24F623F5053}" type="datetime1">
              <a:rPr lang="en-US"/>
              <a:pPr/>
              <a:t>1/15/2013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463946DE-A6BD-4EB4-A8F1-974239C923DA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ris.natura.ne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s8k126br:9090/businesspublisher" TargetMode="External"/><Relationship Id="rId5" Type="http://schemas.openxmlformats.org/officeDocument/2006/relationships/hyperlink" Target="http://aris.natura.net/businesspublisher" TargetMode="External"/><Relationship Id="rId4" Type="http://schemas.openxmlformats.org/officeDocument/2006/relationships/hyperlink" Target="http://as8k126br:8001/index_app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DSC_5686 (Mãos).jpg"/>
          <p:cNvPicPr>
            <a:picLocks noChangeAspect="1"/>
          </p:cNvPicPr>
          <p:nvPr/>
        </p:nvPicPr>
        <p:blipFill>
          <a:blip r:embed="rId2"/>
          <a:srcRect l="11545"/>
          <a:stretch>
            <a:fillRect/>
          </a:stretch>
        </p:blipFill>
        <p:spPr bwMode="auto">
          <a:xfrm>
            <a:off x="0" y="0"/>
            <a:ext cx="92202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457200" y="5786438"/>
            <a:ext cx="116570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 b="1" dirty="0" smtClean="0">
                <a:solidFill>
                  <a:schemeClr val="bg1"/>
                </a:solidFill>
                <a:latin typeface="Verdana" charset="0"/>
              </a:rPr>
              <a:t>Janeiro/2013</a:t>
            </a:r>
            <a:endParaRPr lang="pt-BR" sz="10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323528" y="1340768"/>
            <a:ext cx="73247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Transição Projeto </a:t>
            </a:r>
            <a:r>
              <a:rPr lang="pt-BR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Aris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</p:txBody>
      </p:sp>
      <p:pic>
        <p:nvPicPr>
          <p:cNvPr id="13318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01025" y="5786438"/>
            <a:ext cx="749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2" descr="AAM_ANDES_2004_COMUNIDADES_40400003.jpg"/>
          <p:cNvPicPr>
            <a:picLocks noChangeAspect="1"/>
          </p:cNvPicPr>
          <p:nvPr/>
        </p:nvPicPr>
        <p:blipFill>
          <a:blip r:embed="rId2"/>
          <a:srcRect r="1157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323528" y="980728"/>
            <a:ext cx="82169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A Aplicação</a:t>
            </a:r>
          </a:p>
          <a:p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Acesso (E como é a liberação dele)</a:t>
            </a:r>
          </a:p>
          <a:p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Landscape</a:t>
            </a:r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charset="0"/>
              </a:rPr>
              <a:t>Pontos Importantes</a:t>
            </a:r>
            <a:endParaRPr lang="pt-BR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charset="0"/>
            </a:endParaRPr>
          </a:p>
          <a:p>
            <a:endParaRPr lang="pt-BR" sz="3200" b="1" dirty="0" smtClean="0">
              <a:solidFill>
                <a:schemeClr val="bg1"/>
              </a:solidFill>
              <a:latin typeface="Verdana" charset="0"/>
            </a:endParaRPr>
          </a:p>
          <a:p>
            <a:endParaRPr lang="pt-BR" sz="3200" dirty="0">
              <a:solidFill>
                <a:schemeClr val="bg1"/>
              </a:solidFill>
              <a:latin typeface="Verdana" charset="0"/>
            </a:endParaRPr>
          </a:p>
        </p:txBody>
      </p:sp>
      <p:pic>
        <p:nvPicPr>
          <p:cNvPr id="14341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24800" y="5802313"/>
            <a:ext cx="749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042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665986271"/>
              </p:ext>
            </p:extLst>
          </p:nvPr>
        </p:nvGraphicFramePr>
        <p:xfrm>
          <a:off x="-1476672" y="148478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A Aplicação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843808" y="1514255"/>
            <a:ext cx="5687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Utilizado pela área de Sistemas de Gestão para modelagem dos processos da companhia. Permite a importação de fluxos do SOLMAN.</a:t>
            </a:r>
          </a:p>
          <a:p>
            <a:endParaRPr lang="pt-BR" dirty="0" smtClean="0"/>
          </a:p>
          <a:p>
            <a:r>
              <a:rPr lang="pt-BR" dirty="0" smtClean="0"/>
              <a:t>Necessário </a:t>
            </a:r>
            <a:r>
              <a:rPr lang="pt-BR" dirty="0" err="1" smtClean="0"/>
              <a:t>login</a:t>
            </a:r>
            <a:r>
              <a:rPr lang="pt-BR" dirty="0" smtClean="0"/>
              <a:t> e licença para acesso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2843808" y="4348455"/>
            <a:ext cx="5687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Permite a visualização/consulta dos processos desenhados.</a:t>
            </a:r>
          </a:p>
          <a:p>
            <a:endParaRPr lang="pt-BR" dirty="0" smtClean="0"/>
          </a:p>
          <a:p>
            <a:r>
              <a:rPr lang="pt-BR" dirty="0" smtClean="0"/>
              <a:t>Pode ser feito o acesso anônimo.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48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2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Acesso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Acesso pelo Client instalado/virtualizado na máquina. 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9" name="Imagem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80928"/>
            <a:ext cx="6768752" cy="34045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80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Acesso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Como alternativa há o acesso pelas </a:t>
            </a:r>
            <a:r>
              <a:rPr lang="pt-BR" dirty="0" err="1" smtClean="0"/>
              <a:t>URLs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r>
              <a:rPr lang="pt-BR" u="sng" dirty="0">
                <a:hlinkClick r:id="rId3"/>
              </a:rPr>
              <a:t>http://aris.natura.net</a:t>
            </a:r>
            <a:r>
              <a:rPr lang="pt-BR" dirty="0"/>
              <a:t> </a:t>
            </a:r>
            <a:r>
              <a:rPr lang="pt-BR" dirty="0"/>
              <a:t>(</a:t>
            </a:r>
            <a:r>
              <a:rPr lang="pt-BR" u="sng" dirty="0" smtClean="0">
                <a:hlinkClick r:id="rId4"/>
              </a:rPr>
              <a:t>http</a:t>
            </a:r>
            <a:r>
              <a:rPr lang="pt-BR" u="sng" dirty="0">
                <a:hlinkClick r:id="rId4"/>
              </a:rPr>
              <a:t>://</a:t>
            </a:r>
            <a:r>
              <a:rPr lang="pt-BR" u="sng" dirty="0" smtClean="0">
                <a:hlinkClick r:id="rId4"/>
              </a:rPr>
              <a:t>as8k126br:8001/index_app.html</a:t>
            </a:r>
            <a:r>
              <a:rPr lang="pt-BR" u="sng" dirty="0" smtClean="0"/>
              <a:t>)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u="sng" dirty="0">
                <a:hlinkClick r:id="rId5"/>
              </a:rPr>
              <a:t>http://</a:t>
            </a:r>
            <a:r>
              <a:rPr lang="pt-BR" u="sng" dirty="0" smtClean="0">
                <a:hlinkClick r:id="rId5"/>
              </a:rPr>
              <a:t>aris.natura.net/businesspublisher</a:t>
            </a:r>
            <a:r>
              <a:rPr lang="pt-BR" dirty="0" smtClean="0"/>
              <a:t> (</a:t>
            </a:r>
            <a:r>
              <a:rPr lang="pt-BR" u="sng" dirty="0" smtClean="0">
                <a:hlinkClick r:id="rId6"/>
              </a:rPr>
              <a:t>http</a:t>
            </a:r>
            <a:r>
              <a:rPr lang="pt-BR" u="sng" dirty="0">
                <a:hlinkClick r:id="rId6"/>
              </a:rPr>
              <a:t>://</a:t>
            </a:r>
            <a:r>
              <a:rPr lang="pt-BR" u="sng" dirty="0" smtClean="0">
                <a:hlinkClick r:id="rId6"/>
              </a:rPr>
              <a:t>as8k126br:9090/businesspublisher</a:t>
            </a:r>
            <a:r>
              <a:rPr lang="pt-BR" u="sng" dirty="0" smtClean="0"/>
              <a:t>)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828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Liberação de Acesso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Microinformática identifica a licença a utilizar</a:t>
            </a:r>
          </a:p>
          <a:p>
            <a:r>
              <a:rPr lang="pt-BR" dirty="0" smtClean="0"/>
              <a:t>Finity faz a criação de usuário ARIS</a:t>
            </a:r>
          </a:p>
          <a:p>
            <a:r>
              <a:rPr lang="pt-BR" dirty="0" smtClean="0"/>
              <a:t>Equipe de Virtualização libera o acesso a aplicação pelo APPV</a:t>
            </a:r>
          </a:p>
          <a:p>
            <a:r>
              <a:rPr lang="pt-BR" dirty="0" smtClean="0"/>
              <a:t>Equipe Field insere a licença disponibilizada na máquina do usuário.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31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err="1" smtClean="0">
                <a:solidFill>
                  <a:srgbClr val="6C7F30"/>
                </a:solidFill>
                <a:latin typeface="Verdana" charset="0"/>
              </a:rPr>
              <a:t>Landscape</a:t>
            </a:r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 - Produção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61" y="1394405"/>
            <a:ext cx="7601273" cy="544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o Explicativo 1 (Ênfase) 2"/>
          <p:cNvSpPr/>
          <p:nvPr/>
        </p:nvSpPr>
        <p:spPr>
          <a:xfrm>
            <a:off x="5940152" y="5641156"/>
            <a:ext cx="1728192" cy="956195"/>
          </a:xfrm>
          <a:prstGeom prst="accentCallout1">
            <a:avLst>
              <a:gd name="adj1" fmla="val 18750"/>
              <a:gd name="adj2" fmla="val -8333"/>
              <a:gd name="adj3" fmla="val 58624"/>
              <a:gd name="adj4" fmla="val -457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Interface com </a:t>
            </a:r>
            <a:r>
              <a:rPr lang="pt-BR" dirty="0" err="1" smtClean="0"/>
              <a:t>DataProtector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29094" y="5954314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Storage:</a:t>
            </a:r>
          </a:p>
          <a:p>
            <a:r>
              <a:rPr lang="pt-BR" dirty="0" smtClean="0"/>
              <a:t>EVA 4400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246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err="1" smtClean="0">
                <a:solidFill>
                  <a:srgbClr val="6C7F30"/>
                </a:solidFill>
                <a:latin typeface="Verdana" charset="0"/>
              </a:rPr>
              <a:t>Landscape</a:t>
            </a:r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 - Homologação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7483169" cy="485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31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5802313"/>
            <a:ext cx="7508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363" y="692696"/>
            <a:ext cx="7774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pt-BR" sz="3000" b="1" dirty="0" smtClean="0">
                <a:solidFill>
                  <a:srgbClr val="6C7F30"/>
                </a:solidFill>
                <a:latin typeface="Verdana" charset="0"/>
              </a:rPr>
              <a:t>Pontos Importantes</a:t>
            </a:r>
            <a:endParaRPr lang="pt-BR" sz="3000" dirty="0">
              <a:solidFill>
                <a:srgbClr val="6C7F30"/>
              </a:solidFill>
              <a:latin typeface="Verdana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Não possui contingência;</a:t>
            </a:r>
          </a:p>
          <a:p>
            <a:r>
              <a:rPr lang="pt-BR" dirty="0" smtClean="0"/>
              <a:t>Não possui performance definida;</a:t>
            </a:r>
          </a:p>
          <a:p>
            <a:r>
              <a:rPr lang="pt-BR" dirty="0" smtClean="0"/>
              <a:t>Back-up semanal roda nas sextas às 11h</a:t>
            </a:r>
          </a:p>
          <a:p>
            <a:r>
              <a:rPr lang="pt-BR" dirty="0" smtClean="0"/>
              <a:t>Projeto não incluiu banco de dados no calendário anual de </a:t>
            </a:r>
            <a:r>
              <a:rPr lang="pt-BR" dirty="0" err="1" smtClean="0"/>
              <a:t>refresh</a:t>
            </a:r>
            <a:r>
              <a:rPr lang="pt-BR" dirty="0" smtClean="0"/>
              <a:t> nem estimou crescimento vegetativo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534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2" descr="AAM_ANDES_2004_COMUNIDADES_40400003.jpg"/>
          <p:cNvPicPr>
            <a:picLocks noChangeAspect="1"/>
          </p:cNvPicPr>
          <p:nvPr/>
        </p:nvPicPr>
        <p:blipFill>
          <a:blip r:embed="rId2"/>
          <a:srcRect r="1157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533400" y="2862263"/>
            <a:ext cx="8216900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4200" b="1" dirty="0" err="1" smtClean="0">
                <a:solidFill>
                  <a:schemeClr val="bg1"/>
                </a:solidFill>
                <a:latin typeface="Verdana" charset="0"/>
              </a:rPr>
              <a:t>Fim</a:t>
            </a:r>
            <a:endParaRPr lang="en-US" sz="4200" dirty="0">
              <a:solidFill>
                <a:schemeClr val="bg1"/>
              </a:solidFill>
              <a:latin typeface="Verdana" charset="0"/>
            </a:endParaRPr>
          </a:p>
        </p:txBody>
      </p:sp>
      <p:pic>
        <p:nvPicPr>
          <p:cNvPr id="14341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24800" y="5802313"/>
            <a:ext cx="749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6302010044318_modelo_2_de_pp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B3E7A79FDF464B85B9A2E460D0DB73" ma:contentTypeVersion="0" ma:contentTypeDescription="Crie um novo documento." ma:contentTypeScope="" ma:versionID="46c4eff5e15e0e218bc482926215e04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793C95-EECE-4864-B17B-4FCE20B08257}"/>
</file>

<file path=customXml/itemProps2.xml><?xml version="1.0" encoding="utf-8"?>
<ds:datastoreItem xmlns:ds="http://schemas.openxmlformats.org/officeDocument/2006/customXml" ds:itemID="{D5072235-6634-4009-B950-195AC5A71B5B}"/>
</file>

<file path=customXml/itemProps3.xml><?xml version="1.0" encoding="utf-8"?>
<ds:datastoreItem xmlns:ds="http://schemas.openxmlformats.org/officeDocument/2006/customXml" ds:itemID="{DB76BF53-238A-473F-8CD6-380AC9384941}"/>
</file>

<file path=docProps/app.xml><?xml version="1.0" encoding="utf-8"?>
<Properties xmlns="http://schemas.openxmlformats.org/officeDocument/2006/extended-properties" xmlns:vt="http://schemas.openxmlformats.org/officeDocument/2006/docPropsVTypes">
  <Template>06302010044318_modelo_2_de_ppt</Template>
  <TotalTime>1469</TotalTime>
  <Words>184</Words>
  <Application>Microsoft Office PowerPoint</Application>
  <PresentationFormat>Apresentação na tela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06302010044318_modelo_2_de_ppt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Aris - Apresentação</dc:title>
  <dc:creator>Tamiris Silva</dc:creator>
  <cp:lastModifiedBy>Tamiris Silva</cp:lastModifiedBy>
  <cp:revision>129</cp:revision>
  <dcterms:created xsi:type="dcterms:W3CDTF">2010-07-19T19:16:53Z</dcterms:created>
  <dcterms:modified xsi:type="dcterms:W3CDTF">2013-01-15T13:25:33Z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0x0101002BB3E7A79FDF464B85B9A2E460D0DB73</vt:lpwstr>
  </property>
</Properties>
</file>