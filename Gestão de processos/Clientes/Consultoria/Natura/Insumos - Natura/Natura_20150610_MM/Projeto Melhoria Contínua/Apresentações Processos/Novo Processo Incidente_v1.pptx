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sldIdLst>
    <p:sldId id="257" r:id="rId5"/>
    <p:sldId id="297" r:id="rId6"/>
    <p:sldId id="298" r:id="rId7"/>
    <p:sldId id="309" r:id="rId8"/>
    <p:sldId id="307" r:id="rId9"/>
    <p:sldId id="308" r:id="rId10"/>
    <p:sldId id="301" r:id="rId11"/>
    <p:sldId id="299" r:id="rId12"/>
    <p:sldId id="311" r:id="rId13"/>
    <p:sldId id="303" r:id="rId14"/>
    <p:sldId id="302" r:id="rId15"/>
    <p:sldId id="310" r:id="rId16"/>
    <p:sldId id="306" r:id="rId17"/>
    <p:sldId id="271" r:id="rId18"/>
  </p:sldIdLst>
  <p:sldSz cx="16202025" cy="9001125"/>
  <p:notesSz cx="6858000" cy="9144000"/>
  <p:defaultTextStyle>
    <a:defPPr>
      <a:defRPr lang="pt-BR"/>
    </a:defPPr>
    <a:lvl1pPr marL="0" algn="l" defTabSz="144018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720090" algn="l" defTabSz="144018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1440180" algn="l" defTabSz="144018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2160270" algn="l" defTabSz="144018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2880360" algn="l" defTabSz="144018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3600450" algn="l" defTabSz="144018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4320540" algn="l" defTabSz="144018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5040630" algn="l" defTabSz="144018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5760720" algn="l" defTabSz="144018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  <a:srgbClr val="FFFF66"/>
    <a:srgbClr val="FF6600"/>
    <a:srgbClr val="14F709"/>
    <a:srgbClr val="9933FF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3040" autoAdjust="0"/>
    <p:restoredTop sz="89541" autoAdjust="0"/>
  </p:normalViewPr>
  <p:slideViewPr>
    <p:cSldViewPr>
      <p:cViewPr>
        <p:scale>
          <a:sx n="60" d="100"/>
          <a:sy n="60" d="100"/>
        </p:scale>
        <p:origin x="-948" y="-240"/>
      </p:cViewPr>
      <p:guideLst>
        <p:guide orient="horz" pos="2835"/>
        <p:guide pos="510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12ADC9-2907-45D9-ACC1-895103A35B71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5C32D4A4-2B38-4D72-A53D-C0DDEC87FC1F}">
      <dgm:prSet phldrT="[Texto]"/>
      <dgm:spPr>
        <a:solidFill>
          <a:srgbClr val="00B050"/>
        </a:solidFill>
      </dgm:spPr>
      <dgm:t>
        <a:bodyPr/>
        <a:lstStyle/>
        <a:p>
          <a:r>
            <a:rPr lang="pt-BR" dirty="0" smtClean="0"/>
            <a:t>Inicio</a:t>
          </a:r>
          <a:endParaRPr lang="pt-BR" dirty="0"/>
        </a:p>
      </dgm:t>
    </dgm:pt>
    <dgm:pt modelId="{D6EC1C43-448A-4891-B193-2E7942A7CB8B}" type="parTrans" cxnId="{DB826E4F-D067-4268-A656-AC9409BBBE06}">
      <dgm:prSet/>
      <dgm:spPr/>
      <dgm:t>
        <a:bodyPr/>
        <a:lstStyle/>
        <a:p>
          <a:endParaRPr lang="pt-BR"/>
        </a:p>
      </dgm:t>
    </dgm:pt>
    <dgm:pt modelId="{D0437B4B-B5C4-4016-A6DC-B955FB3DD442}" type="sibTrans" cxnId="{DB826E4F-D067-4268-A656-AC9409BBBE06}">
      <dgm:prSet/>
      <dgm:spPr/>
      <dgm:t>
        <a:bodyPr/>
        <a:lstStyle/>
        <a:p>
          <a:endParaRPr lang="pt-BR"/>
        </a:p>
      </dgm:t>
    </dgm:pt>
    <dgm:pt modelId="{D5A72885-B0D0-46E8-9171-0A2CB31FE852}">
      <dgm:prSet phldrT="[Texto]"/>
      <dgm:spPr>
        <a:solidFill>
          <a:srgbClr val="00B050"/>
        </a:solidFill>
      </dgm:spPr>
      <dgm:t>
        <a:bodyPr/>
        <a:lstStyle/>
        <a:p>
          <a:r>
            <a:rPr lang="pt-BR" dirty="0" smtClean="0"/>
            <a:t> Identificação do incidente crítico e impacto</a:t>
          </a:r>
          <a:endParaRPr lang="pt-BR" dirty="0"/>
        </a:p>
      </dgm:t>
    </dgm:pt>
    <dgm:pt modelId="{4C255984-39E8-45B0-B9DE-45114098BDF8}" type="parTrans" cxnId="{759B8E9F-4987-4566-BB28-C27D0695B148}">
      <dgm:prSet/>
      <dgm:spPr/>
      <dgm:t>
        <a:bodyPr/>
        <a:lstStyle/>
        <a:p>
          <a:endParaRPr lang="pt-BR"/>
        </a:p>
      </dgm:t>
    </dgm:pt>
    <dgm:pt modelId="{16FED719-CADF-464B-A8D4-C5CA98E574CA}" type="sibTrans" cxnId="{759B8E9F-4987-4566-BB28-C27D0695B148}">
      <dgm:prSet/>
      <dgm:spPr/>
      <dgm:t>
        <a:bodyPr/>
        <a:lstStyle/>
        <a:p>
          <a:endParaRPr lang="pt-BR"/>
        </a:p>
      </dgm:t>
    </dgm:pt>
    <dgm:pt modelId="{834EDE2E-DB8D-4F6D-95DE-68180ACBE484}">
      <dgm:prSet phldrT="[Texto]"/>
      <dgm:spPr>
        <a:solidFill>
          <a:srgbClr val="00B050"/>
        </a:solidFill>
      </dgm:spPr>
      <dgm:t>
        <a:bodyPr/>
        <a:lstStyle/>
        <a:p>
          <a:r>
            <a:rPr lang="pt-BR" dirty="0" smtClean="0"/>
            <a:t>15 Minutos</a:t>
          </a:r>
          <a:endParaRPr lang="pt-BR" dirty="0"/>
        </a:p>
      </dgm:t>
    </dgm:pt>
    <dgm:pt modelId="{25F2560C-6038-47BE-9E1D-639BD3F51FB6}" type="parTrans" cxnId="{7FAB5EA8-1259-48B6-8A8A-33014BC1551F}">
      <dgm:prSet/>
      <dgm:spPr/>
      <dgm:t>
        <a:bodyPr/>
        <a:lstStyle/>
        <a:p>
          <a:endParaRPr lang="pt-BR"/>
        </a:p>
      </dgm:t>
    </dgm:pt>
    <dgm:pt modelId="{B1438893-D4BE-4725-A7D2-1EEE25C6CDFC}" type="sibTrans" cxnId="{7FAB5EA8-1259-48B6-8A8A-33014BC1551F}">
      <dgm:prSet/>
      <dgm:spPr/>
      <dgm:t>
        <a:bodyPr/>
        <a:lstStyle/>
        <a:p>
          <a:endParaRPr lang="pt-BR"/>
        </a:p>
      </dgm:t>
    </dgm:pt>
    <dgm:pt modelId="{A464EA3F-6031-4F9F-A724-05A3AF71B951}">
      <dgm:prSet phldrT="[Texto]"/>
      <dgm:spPr>
        <a:solidFill>
          <a:srgbClr val="00B050"/>
        </a:solidFill>
      </dgm:spPr>
      <dgm:t>
        <a:bodyPr/>
        <a:lstStyle/>
        <a:p>
          <a:r>
            <a:rPr lang="pt-BR" dirty="0" smtClean="0"/>
            <a:t> Envolvimento do time técnico Natura e Prestadores</a:t>
          </a:r>
          <a:endParaRPr lang="pt-BR" dirty="0"/>
        </a:p>
      </dgm:t>
    </dgm:pt>
    <dgm:pt modelId="{FD8FD5C4-D636-4F77-A6A8-B9AD1EC9399A}" type="parTrans" cxnId="{EC16F21D-8689-4639-ACE5-E53DA927CA41}">
      <dgm:prSet/>
      <dgm:spPr/>
      <dgm:t>
        <a:bodyPr/>
        <a:lstStyle/>
        <a:p>
          <a:endParaRPr lang="pt-BR"/>
        </a:p>
      </dgm:t>
    </dgm:pt>
    <dgm:pt modelId="{3B36A9F2-4221-441B-8C24-6FC73F78542E}" type="sibTrans" cxnId="{EC16F21D-8689-4639-ACE5-E53DA927CA41}">
      <dgm:prSet/>
      <dgm:spPr/>
      <dgm:t>
        <a:bodyPr/>
        <a:lstStyle/>
        <a:p>
          <a:endParaRPr lang="pt-BR"/>
        </a:p>
      </dgm:t>
    </dgm:pt>
    <dgm:pt modelId="{79E893B5-8D99-4179-91C5-34F54095C9DD}">
      <dgm:prSet phldrT="[Texto]"/>
      <dgm:spPr>
        <a:solidFill>
          <a:srgbClr val="00B050"/>
        </a:solidFill>
      </dgm:spPr>
      <dgm:t>
        <a:bodyPr/>
        <a:lstStyle/>
        <a:p>
          <a:r>
            <a:rPr lang="pt-BR" dirty="0" smtClean="0"/>
            <a:t>30 Minutos</a:t>
          </a:r>
          <a:endParaRPr lang="pt-BR" dirty="0"/>
        </a:p>
      </dgm:t>
    </dgm:pt>
    <dgm:pt modelId="{276DC149-196F-41AE-B33F-B0D028C59454}" type="parTrans" cxnId="{19FB4555-588F-4391-848A-7B3453A04BE2}">
      <dgm:prSet/>
      <dgm:spPr/>
      <dgm:t>
        <a:bodyPr/>
        <a:lstStyle/>
        <a:p>
          <a:endParaRPr lang="pt-BR"/>
        </a:p>
      </dgm:t>
    </dgm:pt>
    <dgm:pt modelId="{E58EB54E-7D7F-46E5-BE50-A51CE3412149}" type="sibTrans" cxnId="{19FB4555-588F-4391-848A-7B3453A04BE2}">
      <dgm:prSet/>
      <dgm:spPr/>
      <dgm:t>
        <a:bodyPr/>
        <a:lstStyle/>
        <a:p>
          <a:endParaRPr lang="pt-BR"/>
        </a:p>
      </dgm:t>
    </dgm:pt>
    <dgm:pt modelId="{8A9A3696-EDB2-4440-B2A3-8919751EDC9A}">
      <dgm:prSet phldrT="[Texto]"/>
      <dgm:spPr>
        <a:solidFill>
          <a:srgbClr val="00B050"/>
        </a:solidFill>
      </dgm:spPr>
      <dgm:t>
        <a:bodyPr/>
        <a:lstStyle/>
        <a:p>
          <a:r>
            <a:rPr lang="pt-BR" dirty="0" smtClean="0"/>
            <a:t> Abertura da conferência 3919</a:t>
          </a:r>
          <a:endParaRPr lang="pt-BR" dirty="0"/>
        </a:p>
      </dgm:t>
    </dgm:pt>
    <dgm:pt modelId="{2D73C1DB-FA87-444B-9F53-AFCCA7773815}" type="parTrans" cxnId="{56B095A9-7292-4285-93D7-6E577D04EC0F}">
      <dgm:prSet/>
      <dgm:spPr/>
      <dgm:t>
        <a:bodyPr/>
        <a:lstStyle/>
        <a:p>
          <a:endParaRPr lang="pt-BR"/>
        </a:p>
      </dgm:t>
    </dgm:pt>
    <dgm:pt modelId="{127D5193-90F6-438F-93F9-B3AF0D6D9014}" type="sibTrans" cxnId="{56B095A9-7292-4285-93D7-6E577D04EC0F}">
      <dgm:prSet/>
      <dgm:spPr/>
      <dgm:t>
        <a:bodyPr/>
        <a:lstStyle/>
        <a:p>
          <a:endParaRPr lang="pt-BR"/>
        </a:p>
      </dgm:t>
    </dgm:pt>
    <dgm:pt modelId="{DB4D8B08-EE4D-4FF2-8C7D-EA1BAB889EFF}">
      <dgm:prSet phldrT="[Texto]"/>
      <dgm:spPr>
        <a:solidFill>
          <a:srgbClr val="00B050"/>
        </a:solidFill>
      </dgm:spPr>
      <dgm:t>
        <a:bodyPr/>
        <a:lstStyle/>
        <a:p>
          <a:r>
            <a:rPr lang="pt-BR" dirty="0" smtClean="0"/>
            <a:t>45 Minutos</a:t>
          </a:r>
          <a:endParaRPr lang="pt-BR" dirty="0"/>
        </a:p>
      </dgm:t>
    </dgm:pt>
    <dgm:pt modelId="{D9C139B4-52C3-4FA4-9C7A-4C6BCF82A5DD}" type="parTrans" cxnId="{B1E59B27-E091-4107-B495-96389B594479}">
      <dgm:prSet/>
      <dgm:spPr/>
      <dgm:t>
        <a:bodyPr/>
        <a:lstStyle/>
        <a:p>
          <a:endParaRPr lang="pt-BR"/>
        </a:p>
      </dgm:t>
    </dgm:pt>
    <dgm:pt modelId="{E7DAF304-8F89-461B-9BE3-EBD097589F31}" type="sibTrans" cxnId="{B1E59B27-E091-4107-B495-96389B594479}">
      <dgm:prSet/>
      <dgm:spPr/>
      <dgm:t>
        <a:bodyPr/>
        <a:lstStyle/>
        <a:p>
          <a:endParaRPr lang="pt-BR"/>
        </a:p>
      </dgm:t>
    </dgm:pt>
    <dgm:pt modelId="{FB2CE0C3-54C6-40BE-BA8C-0454FA84B473}">
      <dgm:prSet phldrT="[Texto]"/>
      <dgm:spPr>
        <a:solidFill>
          <a:srgbClr val="00B050"/>
        </a:solidFill>
      </dgm:spPr>
      <dgm:t>
        <a:bodyPr/>
        <a:lstStyle/>
        <a:p>
          <a:r>
            <a:rPr lang="pt-BR" dirty="0" smtClean="0"/>
            <a:t> Envio do comunicado de incidente crítico</a:t>
          </a:r>
          <a:endParaRPr lang="pt-BR" dirty="0"/>
        </a:p>
      </dgm:t>
    </dgm:pt>
    <dgm:pt modelId="{CB86C110-A52B-42D2-A2C5-FE787F61D8FA}" type="parTrans" cxnId="{E713E85F-7FE3-4280-82C5-4F5B8CF972CE}">
      <dgm:prSet/>
      <dgm:spPr/>
      <dgm:t>
        <a:bodyPr/>
        <a:lstStyle/>
        <a:p>
          <a:endParaRPr lang="pt-BR"/>
        </a:p>
      </dgm:t>
    </dgm:pt>
    <dgm:pt modelId="{43BE3493-4C0E-4D0F-9098-000C4D7E070C}" type="sibTrans" cxnId="{E713E85F-7FE3-4280-82C5-4F5B8CF972CE}">
      <dgm:prSet/>
      <dgm:spPr/>
      <dgm:t>
        <a:bodyPr/>
        <a:lstStyle/>
        <a:p>
          <a:endParaRPr lang="pt-BR"/>
        </a:p>
      </dgm:t>
    </dgm:pt>
    <dgm:pt modelId="{236FAF75-C270-40A0-92A8-841B3B4A87B0}">
      <dgm:prSet phldrT="[Texto]"/>
      <dgm:spPr>
        <a:solidFill>
          <a:srgbClr val="00B050"/>
        </a:solidFill>
      </dgm:spPr>
      <dgm:t>
        <a:bodyPr/>
        <a:lstStyle/>
        <a:p>
          <a:r>
            <a:rPr lang="pt-BR" dirty="0" smtClean="0"/>
            <a:t>60 Minutos</a:t>
          </a:r>
          <a:endParaRPr lang="pt-BR" dirty="0"/>
        </a:p>
      </dgm:t>
    </dgm:pt>
    <dgm:pt modelId="{0E4AF42C-9FDD-4CF0-8555-A26B343515FD}" type="parTrans" cxnId="{029C182A-5541-4749-AEE9-9EB15A7D040F}">
      <dgm:prSet/>
      <dgm:spPr/>
      <dgm:t>
        <a:bodyPr/>
        <a:lstStyle/>
        <a:p>
          <a:endParaRPr lang="pt-BR"/>
        </a:p>
      </dgm:t>
    </dgm:pt>
    <dgm:pt modelId="{2E45C116-F54C-4901-A8E4-0704D089474E}" type="sibTrans" cxnId="{029C182A-5541-4749-AEE9-9EB15A7D040F}">
      <dgm:prSet/>
      <dgm:spPr/>
      <dgm:t>
        <a:bodyPr/>
        <a:lstStyle/>
        <a:p>
          <a:endParaRPr lang="pt-BR"/>
        </a:p>
      </dgm:t>
    </dgm:pt>
    <dgm:pt modelId="{9F524E7C-EF2D-46C0-AC8D-14DFB4819F5B}">
      <dgm:prSet phldrT="[Texto]"/>
      <dgm:spPr>
        <a:solidFill>
          <a:srgbClr val="00B050"/>
        </a:solidFill>
      </dgm:spPr>
      <dgm:t>
        <a:bodyPr/>
        <a:lstStyle/>
        <a:p>
          <a:endParaRPr lang="pt-BR" dirty="0"/>
        </a:p>
      </dgm:t>
    </dgm:pt>
    <dgm:pt modelId="{87EC1B9B-7525-4821-82C2-73B8B781D97E}" type="parTrans" cxnId="{30C42A47-563D-48A7-B4E8-F986463F3B60}">
      <dgm:prSet/>
      <dgm:spPr/>
      <dgm:t>
        <a:bodyPr/>
        <a:lstStyle/>
        <a:p>
          <a:endParaRPr lang="pt-BR"/>
        </a:p>
      </dgm:t>
    </dgm:pt>
    <dgm:pt modelId="{F044B2D0-F29C-40E6-AE3A-1CA2A8157969}" type="sibTrans" cxnId="{30C42A47-563D-48A7-B4E8-F986463F3B60}">
      <dgm:prSet/>
      <dgm:spPr/>
      <dgm:t>
        <a:bodyPr/>
        <a:lstStyle/>
        <a:p>
          <a:endParaRPr lang="pt-BR"/>
        </a:p>
      </dgm:t>
    </dgm:pt>
    <dgm:pt modelId="{CE10EB8C-DBC0-4FC8-A15F-07E342ECAFB6}">
      <dgm:prSet phldrT="[Texto]"/>
      <dgm:spPr>
        <a:solidFill>
          <a:srgbClr val="00B050"/>
        </a:solidFill>
      </dgm:spPr>
      <dgm:t>
        <a:bodyPr/>
        <a:lstStyle/>
        <a:p>
          <a:r>
            <a:rPr lang="pt-BR" dirty="0" smtClean="0"/>
            <a:t> FUP e envio dos comunicados</a:t>
          </a:r>
          <a:endParaRPr lang="pt-BR" dirty="0"/>
        </a:p>
      </dgm:t>
    </dgm:pt>
    <dgm:pt modelId="{5A29FBFA-F20E-4C7C-872E-9D9A4DF2FFF1}" type="parTrans" cxnId="{6FAA5233-7C01-427A-975D-5E2057ED3770}">
      <dgm:prSet/>
      <dgm:spPr/>
      <dgm:t>
        <a:bodyPr/>
        <a:lstStyle/>
        <a:p>
          <a:endParaRPr lang="pt-BR"/>
        </a:p>
      </dgm:t>
    </dgm:pt>
    <dgm:pt modelId="{2C927FFC-721C-4596-A14C-9881FD321EA9}" type="sibTrans" cxnId="{6FAA5233-7C01-427A-975D-5E2057ED3770}">
      <dgm:prSet/>
      <dgm:spPr/>
      <dgm:t>
        <a:bodyPr/>
        <a:lstStyle/>
        <a:p>
          <a:endParaRPr lang="pt-BR"/>
        </a:p>
      </dgm:t>
    </dgm:pt>
    <dgm:pt modelId="{B1E2B206-4941-4AD0-85DB-C5A5B9BB1A62}" type="pres">
      <dgm:prSet presAssocID="{2812ADC9-2907-45D9-ACC1-895103A35B71}" presName="CompostProcess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F7AB1713-3F1C-47A7-9CFD-02ECAFCE0BF1}" type="pres">
      <dgm:prSet presAssocID="{2812ADC9-2907-45D9-ACC1-895103A35B71}" presName="arrow" presStyleLbl="bgShp" presStyleIdx="0" presStyleCnt="1"/>
      <dgm:spPr>
        <a:solidFill>
          <a:schemeClr val="bg1"/>
        </a:solidFill>
      </dgm:spPr>
    </dgm:pt>
    <dgm:pt modelId="{BBE5EE81-431D-485C-A634-F4F1E98E5A6B}" type="pres">
      <dgm:prSet presAssocID="{2812ADC9-2907-45D9-ACC1-895103A35B71}" presName="linearProcess" presStyleCnt="0"/>
      <dgm:spPr/>
    </dgm:pt>
    <dgm:pt modelId="{7204372C-9704-4CE6-96D8-A4139B17E53F}" type="pres">
      <dgm:prSet presAssocID="{5C32D4A4-2B38-4D72-A53D-C0DDEC87FC1F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5D31D074-86CB-483C-A648-0A0DAE676D7D}" type="pres">
      <dgm:prSet presAssocID="{D0437B4B-B5C4-4016-A6DC-B955FB3DD442}" presName="sibTrans" presStyleCnt="0"/>
      <dgm:spPr/>
    </dgm:pt>
    <dgm:pt modelId="{3DA42E86-5C6F-4B00-AC05-2601BF691510}" type="pres">
      <dgm:prSet presAssocID="{834EDE2E-DB8D-4F6D-95DE-68180ACBE484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25DF8465-8B10-45B1-B0BC-E51D2BA9C132}" type="pres">
      <dgm:prSet presAssocID="{B1438893-D4BE-4725-A7D2-1EEE25C6CDFC}" presName="sibTrans" presStyleCnt="0"/>
      <dgm:spPr/>
    </dgm:pt>
    <dgm:pt modelId="{2C68605E-C9D7-4755-87AE-4C75BCC1015C}" type="pres">
      <dgm:prSet presAssocID="{79E893B5-8D99-4179-91C5-34F54095C9DD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A39B3DEC-8C71-46AE-B302-A701A83FD5A0}" type="pres">
      <dgm:prSet presAssocID="{E58EB54E-7D7F-46E5-BE50-A51CE3412149}" presName="sibTrans" presStyleCnt="0"/>
      <dgm:spPr/>
    </dgm:pt>
    <dgm:pt modelId="{D4F21D6F-EA5E-43FC-AC35-830B01EAB366}" type="pres">
      <dgm:prSet presAssocID="{DB4D8B08-EE4D-4FF2-8C7D-EA1BAB889EFF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7920DE18-CC78-4345-A270-5C9DEAC1AFB3}" type="pres">
      <dgm:prSet presAssocID="{E7DAF304-8F89-461B-9BE3-EBD097589F31}" presName="sibTrans" presStyleCnt="0"/>
      <dgm:spPr/>
    </dgm:pt>
    <dgm:pt modelId="{3D25BCE9-E021-40F4-A884-9687B0EE4F66}" type="pres">
      <dgm:prSet presAssocID="{236FAF75-C270-40A0-92A8-841B3B4A87B0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</dgm:ptLst>
  <dgm:cxnLst>
    <dgm:cxn modelId="{029C182A-5541-4749-AEE9-9EB15A7D040F}" srcId="{2812ADC9-2907-45D9-ACC1-895103A35B71}" destId="{236FAF75-C270-40A0-92A8-841B3B4A87B0}" srcOrd="4" destOrd="0" parTransId="{0E4AF42C-9FDD-4CF0-8555-A26B343515FD}" sibTransId="{2E45C116-F54C-4901-A8E4-0704D089474E}"/>
    <dgm:cxn modelId="{30C42A47-563D-48A7-B4E8-F986463F3B60}" srcId="{236FAF75-C270-40A0-92A8-841B3B4A87B0}" destId="{9F524E7C-EF2D-46C0-AC8D-14DFB4819F5B}" srcOrd="1" destOrd="0" parTransId="{87EC1B9B-7525-4821-82C2-73B8B781D97E}" sibTransId="{F044B2D0-F29C-40E6-AE3A-1CA2A8157969}"/>
    <dgm:cxn modelId="{B1E59B27-E091-4107-B495-96389B594479}" srcId="{2812ADC9-2907-45D9-ACC1-895103A35B71}" destId="{DB4D8B08-EE4D-4FF2-8C7D-EA1BAB889EFF}" srcOrd="3" destOrd="0" parTransId="{D9C139B4-52C3-4FA4-9C7A-4C6BCF82A5DD}" sibTransId="{E7DAF304-8F89-461B-9BE3-EBD097589F31}"/>
    <dgm:cxn modelId="{DB826E4F-D067-4268-A656-AC9409BBBE06}" srcId="{2812ADC9-2907-45D9-ACC1-895103A35B71}" destId="{5C32D4A4-2B38-4D72-A53D-C0DDEC87FC1F}" srcOrd="0" destOrd="0" parTransId="{D6EC1C43-448A-4891-B193-2E7942A7CB8B}" sibTransId="{D0437B4B-B5C4-4016-A6DC-B955FB3DD442}"/>
    <dgm:cxn modelId="{89C4B855-20CA-4102-83EF-19B7DC113F01}" type="presOf" srcId="{9F524E7C-EF2D-46C0-AC8D-14DFB4819F5B}" destId="{3D25BCE9-E021-40F4-A884-9687B0EE4F66}" srcOrd="0" destOrd="2" presId="urn:microsoft.com/office/officeart/2005/8/layout/hProcess9"/>
    <dgm:cxn modelId="{E713E85F-7FE3-4280-82C5-4F5B8CF972CE}" srcId="{DB4D8B08-EE4D-4FF2-8C7D-EA1BAB889EFF}" destId="{FB2CE0C3-54C6-40BE-BA8C-0454FA84B473}" srcOrd="0" destOrd="0" parTransId="{CB86C110-A52B-42D2-A2C5-FE787F61D8FA}" sibTransId="{43BE3493-4C0E-4D0F-9098-000C4D7E070C}"/>
    <dgm:cxn modelId="{E4030091-4761-4226-AA34-D8A8AFAB34BB}" type="presOf" srcId="{834EDE2E-DB8D-4F6D-95DE-68180ACBE484}" destId="{3DA42E86-5C6F-4B00-AC05-2601BF691510}" srcOrd="0" destOrd="0" presId="urn:microsoft.com/office/officeart/2005/8/layout/hProcess9"/>
    <dgm:cxn modelId="{EDB4A439-6285-400E-ABE5-035CC7C6E7B0}" type="presOf" srcId="{2812ADC9-2907-45D9-ACC1-895103A35B71}" destId="{B1E2B206-4941-4AD0-85DB-C5A5B9BB1A62}" srcOrd="0" destOrd="0" presId="urn:microsoft.com/office/officeart/2005/8/layout/hProcess9"/>
    <dgm:cxn modelId="{56B095A9-7292-4285-93D7-6E577D04EC0F}" srcId="{79E893B5-8D99-4179-91C5-34F54095C9DD}" destId="{8A9A3696-EDB2-4440-B2A3-8919751EDC9A}" srcOrd="0" destOrd="0" parTransId="{2D73C1DB-FA87-444B-9F53-AFCCA7773815}" sibTransId="{127D5193-90F6-438F-93F9-B3AF0D6D9014}"/>
    <dgm:cxn modelId="{1617B77B-34ED-4D45-AA3F-06147FD64079}" type="presOf" srcId="{8A9A3696-EDB2-4440-B2A3-8919751EDC9A}" destId="{2C68605E-C9D7-4755-87AE-4C75BCC1015C}" srcOrd="0" destOrd="1" presId="urn:microsoft.com/office/officeart/2005/8/layout/hProcess9"/>
    <dgm:cxn modelId="{19FB4555-588F-4391-848A-7B3453A04BE2}" srcId="{2812ADC9-2907-45D9-ACC1-895103A35B71}" destId="{79E893B5-8D99-4179-91C5-34F54095C9DD}" srcOrd="2" destOrd="0" parTransId="{276DC149-196F-41AE-B33F-B0D028C59454}" sibTransId="{E58EB54E-7D7F-46E5-BE50-A51CE3412149}"/>
    <dgm:cxn modelId="{6FAA5233-7C01-427A-975D-5E2057ED3770}" srcId="{236FAF75-C270-40A0-92A8-841B3B4A87B0}" destId="{CE10EB8C-DBC0-4FC8-A15F-07E342ECAFB6}" srcOrd="0" destOrd="0" parTransId="{5A29FBFA-F20E-4C7C-872E-9D9A4DF2FFF1}" sibTransId="{2C927FFC-721C-4596-A14C-9881FD321EA9}"/>
    <dgm:cxn modelId="{EC16F21D-8689-4639-ACE5-E53DA927CA41}" srcId="{834EDE2E-DB8D-4F6D-95DE-68180ACBE484}" destId="{A464EA3F-6031-4F9F-A724-05A3AF71B951}" srcOrd="0" destOrd="0" parTransId="{FD8FD5C4-D636-4F77-A6A8-B9AD1EC9399A}" sibTransId="{3B36A9F2-4221-441B-8C24-6FC73F78542E}"/>
    <dgm:cxn modelId="{7A2952E3-24F1-4939-B70D-108371AFAF8E}" type="presOf" srcId="{D5A72885-B0D0-46E8-9171-0A2CB31FE852}" destId="{7204372C-9704-4CE6-96D8-A4139B17E53F}" srcOrd="0" destOrd="1" presId="urn:microsoft.com/office/officeart/2005/8/layout/hProcess9"/>
    <dgm:cxn modelId="{19507993-76D2-4781-998C-DE46C7CFB6A3}" type="presOf" srcId="{FB2CE0C3-54C6-40BE-BA8C-0454FA84B473}" destId="{D4F21D6F-EA5E-43FC-AC35-830B01EAB366}" srcOrd="0" destOrd="1" presId="urn:microsoft.com/office/officeart/2005/8/layout/hProcess9"/>
    <dgm:cxn modelId="{491A014D-8BD7-431D-999C-2268DFFFDE56}" type="presOf" srcId="{CE10EB8C-DBC0-4FC8-A15F-07E342ECAFB6}" destId="{3D25BCE9-E021-40F4-A884-9687B0EE4F66}" srcOrd="0" destOrd="1" presId="urn:microsoft.com/office/officeart/2005/8/layout/hProcess9"/>
    <dgm:cxn modelId="{05683666-A7EA-48F4-95DD-AB09CFB3246D}" type="presOf" srcId="{DB4D8B08-EE4D-4FF2-8C7D-EA1BAB889EFF}" destId="{D4F21D6F-EA5E-43FC-AC35-830B01EAB366}" srcOrd="0" destOrd="0" presId="urn:microsoft.com/office/officeart/2005/8/layout/hProcess9"/>
    <dgm:cxn modelId="{63E3F40E-139C-4263-97A6-E2B0784866AE}" type="presOf" srcId="{5C32D4A4-2B38-4D72-A53D-C0DDEC87FC1F}" destId="{7204372C-9704-4CE6-96D8-A4139B17E53F}" srcOrd="0" destOrd="0" presId="urn:microsoft.com/office/officeart/2005/8/layout/hProcess9"/>
    <dgm:cxn modelId="{759B8E9F-4987-4566-BB28-C27D0695B148}" srcId="{5C32D4A4-2B38-4D72-A53D-C0DDEC87FC1F}" destId="{D5A72885-B0D0-46E8-9171-0A2CB31FE852}" srcOrd="0" destOrd="0" parTransId="{4C255984-39E8-45B0-B9DE-45114098BDF8}" sibTransId="{16FED719-CADF-464B-A8D4-C5CA98E574CA}"/>
    <dgm:cxn modelId="{29EDE14D-7221-4987-A02C-85D8A7F35C16}" type="presOf" srcId="{236FAF75-C270-40A0-92A8-841B3B4A87B0}" destId="{3D25BCE9-E021-40F4-A884-9687B0EE4F66}" srcOrd="0" destOrd="0" presId="urn:microsoft.com/office/officeart/2005/8/layout/hProcess9"/>
    <dgm:cxn modelId="{FC9DFDD0-BB56-4C69-A371-8FCA4B953EC6}" type="presOf" srcId="{79E893B5-8D99-4179-91C5-34F54095C9DD}" destId="{2C68605E-C9D7-4755-87AE-4C75BCC1015C}" srcOrd="0" destOrd="0" presId="urn:microsoft.com/office/officeart/2005/8/layout/hProcess9"/>
    <dgm:cxn modelId="{7FAB5EA8-1259-48B6-8A8A-33014BC1551F}" srcId="{2812ADC9-2907-45D9-ACC1-895103A35B71}" destId="{834EDE2E-DB8D-4F6D-95DE-68180ACBE484}" srcOrd="1" destOrd="0" parTransId="{25F2560C-6038-47BE-9E1D-639BD3F51FB6}" sibTransId="{B1438893-D4BE-4725-A7D2-1EEE25C6CDFC}"/>
    <dgm:cxn modelId="{4B4F91E0-7988-4257-9A5F-388C64CD73BE}" type="presOf" srcId="{A464EA3F-6031-4F9F-A724-05A3AF71B951}" destId="{3DA42E86-5C6F-4B00-AC05-2601BF691510}" srcOrd="0" destOrd="1" presId="urn:microsoft.com/office/officeart/2005/8/layout/hProcess9"/>
    <dgm:cxn modelId="{CC298123-B15B-45E7-83C8-8338030796DC}" type="presParOf" srcId="{B1E2B206-4941-4AD0-85DB-C5A5B9BB1A62}" destId="{F7AB1713-3F1C-47A7-9CFD-02ECAFCE0BF1}" srcOrd="0" destOrd="0" presId="urn:microsoft.com/office/officeart/2005/8/layout/hProcess9"/>
    <dgm:cxn modelId="{59DA74FE-F3C6-4849-A5B4-9F3A4FFB76C7}" type="presParOf" srcId="{B1E2B206-4941-4AD0-85DB-C5A5B9BB1A62}" destId="{BBE5EE81-431D-485C-A634-F4F1E98E5A6B}" srcOrd="1" destOrd="0" presId="urn:microsoft.com/office/officeart/2005/8/layout/hProcess9"/>
    <dgm:cxn modelId="{DD5327FF-89AC-4D78-BCC7-446B2887B8AB}" type="presParOf" srcId="{BBE5EE81-431D-485C-A634-F4F1E98E5A6B}" destId="{7204372C-9704-4CE6-96D8-A4139B17E53F}" srcOrd="0" destOrd="0" presId="urn:microsoft.com/office/officeart/2005/8/layout/hProcess9"/>
    <dgm:cxn modelId="{84B9218A-38F9-49BC-827A-B91780B3AE26}" type="presParOf" srcId="{BBE5EE81-431D-485C-A634-F4F1E98E5A6B}" destId="{5D31D074-86CB-483C-A648-0A0DAE676D7D}" srcOrd="1" destOrd="0" presId="urn:microsoft.com/office/officeart/2005/8/layout/hProcess9"/>
    <dgm:cxn modelId="{6E5E205A-DDAB-4557-AA3D-82F72A6F8D39}" type="presParOf" srcId="{BBE5EE81-431D-485C-A634-F4F1E98E5A6B}" destId="{3DA42E86-5C6F-4B00-AC05-2601BF691510}" srcOrd="2" destOrd="0" presId="urn:microsoft.com/office/officeart/2005/8/layout/hProcess9"/>
    <dgm:cxn modelId="{06350718-D72C-4362-B50B-78F3DA068E1C}" type="presParOf" srcId="{BBE5EE81-431D-485C-A634-F4F1E98E5A6B}" destId="{25DF8465-8B10-45B1-B0BC-E51D2BA9C132}" srcOrd="3" destOrd="0" presId="urn:microsoft.com/office/officeart/2005/8/layout/hProcess9"/>
    <dgm:cxn modelId="{9B10731A-16F5-4F42-8EC5-9A10C337BB7C}" type="presParOf" srcId="{BBE5EE81-431D-485C-A634-F4F1E98E5A6B}" destId="{2C68605E-C9D7-4755-87AE-4C75BCC1015C}" srcOrd="4" destOrd="0" presId="urn:microsoft.com/office/officeart/2005/8/layout/hProcess9"/>
    <dgm:cxn modelId="{DEC9FC68-82D6-4617-8C44-36C722D1648E}" type="presParOf" srcId="{BBE5EE81-431D-485C-A634-F4F1E98E5A6B}" destId="{A39B3DEC-8C71-46AE-B302-A701A83FD5A0}" srcOrd="5" destOrd="0" presId="urn:microsoft.com/office/officeart/2005/8/layout/hProcess9"/>
    <dgm:cxn modelId="{A9BC85EF-0B44-4E05-B5D0-412680301EC6}" type="presParOf" srcId="{BBE5EE81-431D-485C-A634-F4F1E98E5A6B}" destId="{D4F21D6F-EA5E-43FC-AC35-830B01EAB366}" srcOrd="6" destOrd="0" presId="urn:microsoft.com/office/officeart/2005/8/layout/hProcess9"/>
    <dgm:cxn modelId="{D568ACAE-8C7F-4C44-9E9F-06844EDA2305}" type="presParOf" srcId="{BBE5EE81-431D-485C-A634-F4F1E98E5A6B}" destId="{7920DE18-CC78-4345-A270-5C9DEAC1AFB3}" srcOrd="7" destOrd="0" presId="urn:microsoft.com/office/officeart/2005/8/layout/hProcess9"/>
    <dgm:cxn modelId="{81DC47EA-56A6-42CE-864E-45F1A98AA7E5}" type="presParOf" srcId="{BBE5EE81-431D-485C-A634-F4F1E98E5A6B}" destId="{3D25BCE9-E021-40F4-A884-9687B0EE4F66}" srcOrd="8" destOrd="0" presId="urn:microsoft.com/office/officeart/2005/8/layout/hProcess9"/>
  </dgm:cxnLst>
  <dgm:bg>
    <a:solidFill>
      <a:schemeClr val="accent3">
        <a:lumMod val="40000"/>
        <a:lumOff val="60000"/>
      </a:schemeClr>
    </a:solidFill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812ADC9-2907-45D9-ACC1-895103A35B71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5C32D4A4-2B38-4D72-A53D-C0DDEC87FC1F}">
      <dgm:prSet phldrT="[Texto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pt-BR" dirty="0" smtClean="0"/>
            <a:t>Inicio</a:t>
          </a:r>
          <a:endParaRPr lang="pt-BR" dirty="0"/>
        </a:p>
      </dgm:t>
    </dgm:pt>
    <dgm:pt modelId="{D6EC1C43-448A-4891-B193-2E7942A7CB8B}" type="parTrans" cxnId="{DB826E4F-D067-4268-A656-AC9409BBBE06}">
      <dgm:prSet/>
      <dgm:spPr/>
      <dgm:t>
        <a:bodyPr/>
        <a:lstStyle/>
        <a:p>
          <a:endParaRPr lang="pt-BR"/>
        </a:p>
      </dgm:t>
    </dgm:pt>
    <dgm:pt modelId="{D0437B4B-B5C4-4016-A6DC-B955FB3DD442}" type="sibTrans" cxnId="{DB826E4F-D067-4268-A656-AC9409BBBE06}">
      <dgm:prSet/>
      <dgm:spPr/>
      <dgm:t>
        <a:bodyPr/>
        <a:lstStyle/>
        <a:p>
          <a:endParaRPr lang="pt-BR"/>
        </a:p>
      </dgm:t>
    </dgm:pt>
    <dgm:pt modelId="{834EDE2E-DB8D-4F6D-95DE-68180ACBE484}">
      <dgm:prSet phldrT="[Texto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pt-BR" dirty="0" smtClean="0"/>
            <a:t>Até 15 Minutos</a:t>
          </a:r>
          <a:endParaRPr lang="pt-BR" dirty="0"/>
        </a:p>
      </dgm:t>
    </dgm:pt>
    <dgm:pt modelId="{25F2560C-6038-47BE-9E1D-639BD3F51FB6}" type="parTrans" cxnId="{7FAB5EA8-1259-48B6-8A8A-33014BC1551F}">
      <dgm:prSet/>
      <dgm:spPr/>
      <dgm:t>
        <a:bodyPr/>
        <a:lstStyle/>
        <a:p>
          <a:endParaRPr lang="pt-BR"/>
        </a:p>
      </dgm:t>
    </dgm:pt>
    <dgm:pt modelId="{B1438893-D4BE-4725-A7D2-1EEE25C6CDFC}" type="sibTrans" cxnId="{7FAB5EA8-1259-48B6-8A8A-33014BC1551F}">
      <dgm:prSet/>
      <dgm:spPr/>
      <dgm:t>
        <a:bodyPr/>
        <a:lstStyle/>
        <a:p>
          <a:endParaRPr lang="pt-BR"/>
        </a:p>
      </dgm:t>
    </dgm:pt>
    <dgm:pt modelId="{A464EA3F-6031-4F9F-A724-05A3AF71B951}">
      <dgm:prSet phldrT="[Texto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pt-BR" dirty="0" smtClean="0"/>
            <a:t> Comunicar o time da GRC (Gerente de Incidente)</a:t>
          </a:r>
          <a:endParaRPr lang="pt-BR" dirty="0"/>
        </a:p>
      </dgm:t>
    </dgm:pt>
    <dgm:pt modelId="{FD8FD5C4-D636-4F77-A6A8-B9AD1EC9399A}" type="parTrans" cxnId="{EC16F21D-8689-4639-ACE5-E53DA927CA41}">
      <dgm:prSet/>
      <dgm:spPr/>
      <dgm:t>
        <a:bodyPr/>
        <a:lstStyle/>
        <a:p>
          <a:endParaRPr lang="pt-BR"/>
        </a:p>
      </dgm:t>
    </dgm:pt>
    <dgm:pt modelId="{3B36A9F2-4221-441B-8C24-6FC73F78542E}" type="sibTrans" cxnId="{EC16F21D-8689-4639-ACE5-E53DA927CA41}">
      <dgm:prSet/>
      <dgm:spPr/>
      <dgm:t>
        <a:bodyPr/>
        <a:lstStyle/>
        <a:p>
          <a:endParaRPr lang="pt-BR"/>
        </a:p>
      </dgm:t>
    </dgm:pt>
    <dgm:pt modelId="{79E893B5-8D99-4179-91C5-34F54095C9DD}">
      <dgm:prSet phldrT="[Texto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pt-BR" dirty="0" smtClean="0"/>
            <a:t>Até 30 Minutos</a:t>
          </a:r>
          <a:endParaRPr lang="pt-BR" dirty="0"/>
        </a:p>
      </dgm:t>
    </dgm:pt>
    <dgm:pt modelId="{276DC149-196F-41AE-B33F-B0D028C59454}" type="parTrans" cxnId="{19FB4555-588F-4391-848A-7B3453A04BE2}">
      <dgm:prSet/>
      <dgm:spPr/>
      <dgm:t>
        <a:bodyPr/>
        <a:lstStyle/>
        <a:p>
          <a:endParaRPr lang="pt-BR"/>
        </a:p>
      </dgm:t>
    </dgm:pt>
    <dgm:pt modelId="{E58EB54E-7D7F-46E5-BE50-A51CE3412149}" type="sibTrans" cxnId="{19FB4555-588F-4391-848A-7B3453A04BE2}">
      <dgm:prSet/>
      <dgm:spPr/>
      <dgm:t>
        <a:bodyPr/>
        <a:lstStyle/>
        <a:p>
          <a:endParaRPr lang="pt-BR"/>
        </a:p>
      </dgm:t>
    </dgm:pt>
    <dgm:pt modelId="{DB4D8B08-EE4D-4FF2-8C7D-EA1BAB889EFF}">
      <dgm:prSet phldrT="[Texto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pt-BR" dirty="0" smtClean="0"/>
            <a:t>Até 45 Minutos</a:t>
          </a:r>
          <a:endParaRPr lang="pt-BR" dirty="0"/>
        </a:p>
      </dgm:t>
    </dgm:pt>
    <dgm:pt modelId="{D9C139B4-52C3-4FA4-9C7A-4C6BCF82A5DD}" type="parTrans" cxnId="{B1E59B27-E091-4107-B495-96389B594479}">
      <dgm:prSet/>
      <dgm:spPr/>
      <dgm:t>
        <a:bodyPr/>
        <a:lstStyle/>
        <a:p>
          <a:endParaRPr lang="pt-BR"/>
        </a:p>
      </dgm:t>
    </dgm:pt>
    <dgm:pt modelId="{E7DAF304-8F89-461B-9BE3-EBD097589F31}" type="sibTrans" cxnId="{B1E59B27-E091-4107-B495-96389B594479}">
      <dgm:prSet/>
      <dgm:spPr/>
      <dgm:t>
        <a:bodyPr/>
        <a:lstStyle/>
        <a:p>
          <a:endParaRPr lang="pt-BR"/>
        </a:p>
      </dgm:t>
    </dgm:pt>
    <dgm:pt modelId="{AA630E63-C7EE-4004-B89A-39948204EBA2}">
      <dgm:prSet phldrT="[Texto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pt-BR" dirty="0" smtClean="0"/>
            <a:t>Até 60 Minutos</a:t>
          </a:r>
          <a:endParaRPr lang="pt-BR" dirty="0"/>
        </a:p>
      </dgm:t>
    </dgm:pt>
    <dgm:pt modelId="{1A65A3A3-0564-4E38-8038-83467D775A74}" type="parTrans" cxnId="{17EA47AC-6020-4222-9268-904D7050BEC3}">
      <dgm:prSet/>
      <dgm:spPr/>
      <dgm:t>
        <a:bodyPr/>
        <a:lstStyle/>
        <a:p>
          <a:endParaRPr lang="pt-BR"/>
        </a:p>
      </dgm:t>
    </dgm:pt>
    <dgm:pt modelId="{08590F89-6895-4309-A091-4263397B5FB2}" type="sibTrans" cxnId="{17EA47AC-6020-4222-9268-904D7050BEC3}">
      <dgm:prSet/>
      <dgm:spPr/>
      <dgm:t>
        <a:bodyPr/>
        <a:lstStyle/>
        <a:p>
          <a:endParaRPr lang="pt-BR"/>
        </a:p>
      </dgm:t>
    </dgm:pt>
    <dgm:pt modelId="{FB2CE0C3-54C6-40BE-BA8C-0454FA84B473}">
      <dgm:prSet phldrT="[Texto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pt-BR" dirty="0" smtClean="0"/>
            <a:t> Comunicar Diretor de Infraestrutura TD</a:t>
          </a:r>
          <a:endParaRPr lang="pt-BR" dirty="0"/>
        </a:p>
      </dgm:t>
    </dgm:pt>
    <dgm:pt modelId="{CB86C110-A52B-42D2-A2C5-FE787F61D8FA}" type="parTrans" cxnId="{E713E85F-7FE3-4280-82C5-4F5B8CF972CE}">
      <dgm:prSet/>
      <dgm:spPr/>
      <dgm:t>
        <a:bodyPr/>
        <a:lstStyle/>
        <a:p>
          <a:endParaRPr lang="pt-BR"/>
        </a:p>
      </dgm:t>
    </dgm:pt>
    <dgm:pt modelId="{43BE3493-4C0E-4D0F-9098-000C4D7E070C}" type="sibTrans" cxnId="{E713E85F-7FE3-4280-82C5-4F5B8CF972CE}">
      <dgm:prSet/>
      <dgm:spPr/>
      <dgm:t>
        <a:bodyPr/>
        <a:lstStyle/>
        <a:p>
          <a:endParaRPr lang="pt-BR"/>
        </a:p>
      </dgm:t>
    </dgm:pt>
    <dgm:pt modelId="{D5A72885-B0D0-46E8-9171-0A2CB31FE852}">
      <dgm:prSet phldrT="[Texto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pt-BR" dirty="0" smtClean="0"/>
            <a:t> Identificação do incidente crítico e impacto</a:t>
          </a:r>
          <a:endParaRPr lang="pt-BR" dirty="0"/>
        </a:p>
      </dgm:t>
    </dgm:pt>
    <dgm:pt modelId="{16FED719-CADF-464B-A8D4-C5CA98E574CA}" type="sibTrans" cxnId="{759B8E9F-4987-4566-BB28-C27D0695B148}">
      <dgm:prSet/>
      <dgm:spPr/>
      <dgm:t>
        <a:bodyPr/>
        <a:lstStyle/>
        <a:p>
          <a:endParaRPr lang="pt-BR"/>
        </a:p>
      </dgm:t>
    </dgm:pt>
    <dgm:pt modelId="{4C255984-39E8-45B0-B9DE-45114098BDF8}" type="parTrans" cxnId="{759B8E9F-4987-4566-BB28-C27D0695B148}">
      <dgm:prSet/>
      <dgm:spPr/>
      <dgm:t>
        <a:bodyPr/>
        <a:lstStyle/>
        <a:p>
          <a:endParaRPr lang="pt-BR"/>
        </a:p>
      </dgm:t>
    </dgm:pt>
    <dgm:pt modelId="{8A9A3696-EDB2-4440-B2A3-8919751EDC9A}">
      <dgm:prSet phldrT="[Texto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pt-BR" dirty="0" smtClean="0"/>
            <a:t> Comunicar Gerência GRC / GSA / GST</a:t>
          </a:r>
          <a:endParaRPr lang="pt-BR" dirty="0"/>
        </a:p>
      </dgm:t>
    </dgm:pt>
    <dgm:pt modelId="{127D5193-90F6-438F-93F9-B3AF0D6D9014}" type="sibTrans" cxnId="{56B095A9-7292-4285-93D7-6E577D04EC0F}">
      <dgm:prSet/>
      <dgm:spPr/>
      <dgm:t>
        <a:bodyPr/>
        <a:lstStyle/>
        <a:p>
          <a:endParaRPr lang="pt-BR"/>
        </a:p>
      </dgm:t>
    </dgm:pt>
    <dgm:pt modelId="{2D73C1DB-FA87-444B-9F53-AFCCA7773815}" type="parTrans" cxnId="{56B095A9-7292-4285-93D7-6E577D04EC0F}">
      <dgm:prSet/>
      <dgm:spPr/>
      <dgm:t>
        <a:bodyPr/>
        <a:lstStyle/>
        <a:p>
          <a:endParaRPr lang="pt-BR"/>
        </a:p>
      </dgm:t>
    </dgm:pt>
    <dgm:pt modelId="{2C2C1DE0-7D58-4A81-AE0C-EEE08F74003B}">
      <dgm:prSet phldrT="[Texto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pt-BR" dirty="0" smtClean="0"/>
            <a:t>Informar VP TD</a:t>
          </a:r>
          <a:endParaRPr lang="pt-BR" dirty="0"/>
        </a:p>
      </dgm:t>
    </dgm:pt>
    <dgm:pt modelId="{B067D1D4-1C75-43AE-9776-3B476CB80131}" type="parTrans" cxnId="{5895ED75-17F9-40D4-9BB8-DBD9E65F75BB}">
      <dgm:prSet/>
      <dgm:spPr/>
      <dgm:t>
        <a:bodyPr/>
        <a:lstStyle/>
        <a:p>
          <a:endParaRPr lang="pt-BR"/>
        </a:p>
      </dgm:t>
    </dgm:pt>
    <dgm:pt modelId="{2D7505E7-2F84-46F7-87E2-801605DA401D}" type="sibTrans" cxnId="{5895ED75-17F9-40D4-9BB8-DBD9E65F75BB}">
      <dgm:prSet/>
      <dgm:spPr/>
      <dgm:t>
        <a:bodyPr/>
        <a:lstStyle/>
        <a:p>
          <a:endParaRPr lang="pt-BR"/>
        </a:p>
      </dgm:t>
    </dgm:pt>
    <dgm:pt modelId="{7E026C64-D21C-4769-B7B8-7DCCAE01DE0F}">
      <dgm:prSet phldrT="[Texto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pt-BR" dirty="0" smtClean="0"/>
            <a:t> Escalonar Gerência  dos Fornecedores TD</a:t>
          </a:r>
          <a:endParaRPr lang="pt-BR" dirty="0"/>
        </a:p>
      </dgm:t>
    </dgm:pt>
    <dgm:pt modelId="{6B66F8FB-A50B-4432-8671-714B1C274C97}" type="parTrans" cxnId="{A67F4D13-347F-40F6-B394-84ABC9B03904}">
      <dgm:prSet/>
      <dgm:spPr/>
      <dgm:t>
        <a:bodyPr/>
        <a:lstStyle/>
        <a:p>
          <a:endParaRPr lang="pt-BR"/>
        </a:p>
      </dgm:t>
    </dgm:pt>
    <dgm:pt modelId="{89DC5834-AA24-4447-8328-FE1EAD70EAEC}" type="sibTrans" cxnId="{A67F4D13-347F-40F6-B394-84ABC9B03904}">
      <dgm:prSet/>
      <dgm:spPr/>
      <dgm:t>
        <a:bodyPr/>
        <a:lstStyle/>
        <a:p>
          <a:endParaRPr lang="pt-BR"/>
        </a:p>
      </dgm:t>
    </dgm:pt>
    <dgm:pt modelId="{D930F992-DDD5-4C18-A8FB-51F91D713EF7}">
      <dgm:prSet phldrT="[Texto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pt-BR" dirty="0" smtClean="0"/>
            <a:t> Escalonar Diretoria dos Fornecedores TD</a:t>
          </a:r>
          <a:endParaRPr lang="pt-BR" dirty="0"/>
        </a:p>
      </dgm:t>
    </dgm:pt>
    <dgm:pt modelId="{F69AD54B-CB24-4BB8-A556-FB0905ADCAD8}" type="parTrans" cxnId="{E56EA483-9692-46B9-9315-1A5C5116034F}">
      <dgm:prSet/>
      <dgm:spPr/>
      <dgm:t>
        <a:bodyPr/>
        <a:lstStyle/>
        <a:p>
          <a:endParaRPr lang="pt-BR"/>
        </a:p>
      </dgm:t>
    </dgm:pt>
    <dgm:pt modelId="{9A9C6F9D-A7F0-4A02-839F-C8221EA7B50B}" type="sibTrans" cxnId="{E56EA483-9692-46B9-9315-1A5C5116034F}">
      <dgm:prSet/>
      <dgm:spPr/>
      <dgm:t>
        <a:bodyPr/>
        <a:lstStyle/>
        <a:p>
          <a:endParaRPr lang="pt-BR"/>
        </a:p>
      </dgm:t>
    </dgm:pt>
    <dgm:pt modelId="{B1E2B206-4941-4AD0-85DB-C5A5B9BB1A62}" type="pres">
      <dgm:prSet presAssocID="{2812ADC9-2907-45D9-ACC1-895103A35B71}" presName="CompostProcess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F7AB1713-3F1C-47A7-9CFD-02ECAFCE0BF1}" type="pres">
      <dgm:prSet presAssocID="{2812ADC9-2907-45D9-ACC1-895103A35B71}" presName="arrow" presStyleLbl="bgShp" presStyleIdx="0" presStyleCnt="1"/>
      <dgm:spPr>
        <a:solidFill>
          <a:schemeClr val="bg1"/>
        </a:solidFill>
      </dgm:spPr>
    </dgm:pt>
    <dgm:pt modelId="{BBE5EE81-431D-485C-A634-F4F1E98E5A6B}" type="pres">
      <dgm:prSet presAssocID="{2812ADC9-2907-45D9-ACC1-895103A35B71}" presName="linearProcess" presStyleCnt="0"/>
      <dgm:spPr/>
    </dgm:pt>
    <dgm:pt modelId="{7204372C-9704-4CE6-96D8-A4139B17E53F}" type="pres">
      <dgm:prSet presAssocID="{5C32D4A4-2B38-4D72-A53D-C0DDEC87FC1F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5D31D074-86CB-483C-A648-0A0DAE676D7D}" type="pres">
      <dgm:prSet presAssocID="{D0437B4B-B5C4-4016-A6DC-B955FB3DD442}" presName="sibTrans" presStyleCnt="0"/>
      <dgm:spPr/>
    </dgm:pt>
    <dgm:pt modelId="{3DA42E86-5C6F-4B00-AC05-2601BF691510}" type="pres">
      <dgm:prSet presAssocID="{834EDE2E-DB8D-4F6D-95DE-68180ACBE484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25DF8465-8B10-45B1-B0BC-E51D2BA9C132}" type="pres">
      <dgm:prSet presAssocID="{B1438893-D4BE-4725-A7D2-1EEE25C6CDFC}" presName="sibTrans" presStyleCnt="0"/>
      <dgm:spPr/>
    </dgm:pt>
    <dgm:pt modelId="{2C68605E-C9D7-4755-87AE-4C75BCC1015C}" type="pres">
      <dgm:prSet presAssocID="{79E893B5-8D99-4179-91C5-34F54095C9DD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A39B3DEC-8C71-46AE-B302-A701A83FD5A0}" type="pres">
      <dgm:prSet presAssocID="{E58EB54E-7D7F-46E5-BE50-A51CE3412149}" presName="sibTrans" presStyleCnt="0"/>
      <dgm:spPr/>
    </dgm:pt>
    <dgm:pt modelId="{D4F21D6F-EA5E-43FC-AC35-830B01EAB366}" type="pres">
      <dgm:prSet presAssocID="{DB4D8B08-EE4D-4FF2-8C7D-EA1BAB889EFF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7920DE18-CC78-4345-A270-5C9DEAC1AFB3}" type="pres">
      <dgm:prSet presAssocID="{E7DAF304-8F89-461B-9BE3-EBD097589F31}" presName="sibTrans" presStyleCnt="0"/>
      <dgm:spPr/>
    </dgm:pt>
    <dgm:pt modelId="{B8E8AE83-33E3-4531-A9A9-FC6D6D744784}" type="pres">
      <dgm:prSet presAssocID="{AA630E63-C7EE-4004-B89A-39948204EBA2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</dgm:ptLst>
  <dgm:cxnLst>
    <dgm:cxn modelId="{E56EA483-9692-46B9-9315-1A5C5116034F}" srcId="{DB4D8B08-EE4D-4FF2-8C7D-EA1BAB889EFF}" destId="{D930F992-DDD5-4C18-A8FB-51F91D713EF7}" srcOrd="1" destOrd="0" parTransId="{F69AD54B-CB24-4BB8-A556-FB0905ADCAD8}" sibTransId="{9A9C6F9D-A7F0-4A02-839F-C8221EA7B50B}"/>
    <dgm:cxn modelId="{B1E59B27-E091-4107-B495-96389B594479}" srcId="{2812ADC9-2907-45D9-ACC1-895103A35B71}" destId="{DB4D8B08-EE4D-4FF2-8C7D-EA1BAB889EFF}" srcOrd="3" destOrd="0" parTransId="{D9C139B4-52C3-4FA4-9C7A-4C6BCF82A5DD}" sibTransId="{E7DAF304-8F89-461B-9BE3-EBD097589F31}"/>
    <dgm:cxn modelId="{DB826E4F-D067-4268-A656-AC9409BBBE06}" srcId="{2812ADC9-2907-45D9-ACC1-895103A35B71}" destId="{5C32D4A4-2B38-4D72-A53D-C0DDEC87FC1F}" srcOrd="0" destOrd="0" parTransId="{D6EC1C43-448A-4891-B193-2E7942A7CB8B}" sibTransId="{D0437B4B-B5C4-4016-A6DC-B955FB3DD442}"/>
    <dgm:cxn modelId="{AB82A493-07A8-4EA7-A72B-052EB95F7684}" type="presOf" srcId="{FB2CE0C3-54C6-40BE-BA8C-0454FA84B473}" destId="{D4F21D6F-EA5E-43FC-AC35-830B01EAB366}" srcOrd="0" destOrd="1" presId="urn:microsoft.com/office/officeart/2005/8/layout/hProcess9"/>
    <dgm:cxn modelId="{F389ECC5-C77A-4085-BCBF-1C47FF0CB6E1}" type="presOf" srcId="{DB4D8B08-EE4D-4FF2-8C7D-EA1BAB889EFF}" destId="{D4F21D6F-EA5E-43FC-AC35-830B01EAB366}" srcOrd="0" destOrd="0" presId="urn:microsoft.com/office/officeart/2005/8/layout/hProcess9"/>
    <dgm:cxn modelId="{17EA47AC-6020-4222-9268-904D7050BEC3}" srcId="{2812ADC9-2907-45D9-ACC1-895103A35B71}" destId="{AA630E63-C7EE-4004-B89A-39948204EBA2}" srcOrd="4" destOrd="0" parTransId="{1A65A3A3-0564-4E38-8038-83467D775A74}" sibTransId="{08590F89-6895-4309-A091-4263397B5FB2}"/>
    <dgm:cxn modelId="{5895ED75-17F9-40D4-9BB8-DBD9E65F75BB}" srcId="{AA630E63-C7EE-4004-B89A-39948204EBA2}" destId="{2C2C1DE0-7D58-4A81-AE0C-EEE08F74003B}" srcOrd="0" destOrd="0" parTransId="{B067D1D4-1C75-43AE-9776-3B476CB80131}" sibTransId="{2D7505E7-2F84-46F7-87E2-801605DA401D}"/>
    <dgm:cxn modelId="{E713E85F-7FE3-4280-82C5-4F5B8CF972CE}" srcId="{DB4D8B08-EE4D-4FF2-8C7D-EA1BAB889EFF}" destId="{FB2CE0C3-54C6-40BE-BA8C-0454FA84B473}" srcOrd="0" destOrd="0" parTransId="{CB86C110-A52B-42D2-A2C5-FE787F61D8FA}" sibTransId="{43BE3493-4C0E-4D0F-9098-000C4D7E070C}"/>
    <dgm:cxn modelId="{76E25E6E-F90F-4088-A49C-C93A855D09E3}" type="presOf" srcId="{D5A72885-B0D0-46E8-9171-0A2CB31FE852}" destId="{7204372C-9704-4CE6-96D8-A4139B17E53F}" srcOrd="0" destOrd="1" presId="urn:microsoft.com/office/officeart/2005/8/layout/hProcess9"/>
    <dgm:cxn modelId="{E088AD90-AB2F-4A54-9B60-BA545C590D55}" type="presOf" srcId="{79E893B5-8D99-4179-91C5-34F54095C9DD}" destId="{2C68605E-C9D7-4755-87AE-4C75BCC1015C}" srcOrd="0" destOrd="0" presId="urn:microsoft.com/office/officeart/2005/8/layout/hProcess9"/>
    <dgm:cxn modelId="{E8566A69-79A8-448A-8F11-3DC146A90286}" type="presOf" srcId="{2C2C1DE0-7D58-4A81-AE0C-EEE08F74003B}" destId="{B8E8AE83-33E3-4531-A9A9-FC6D6D744784}" srcOrd="0" destOrd="1" presId="urn:microsoft.com/office/officeart/2005/8/layout/hProcess9"/>
    <dgm:cxn modelId="{56B095A9-7292-4285-93D7-6E577D04EC0F}" srcId="{79E893B5-8D99-4179-91C5-34F54095C9DD}" destId="{8A9A3696-EDB2-4440-B2A3-8919751EDC9A}" srcOrd="0" destOrd="0" parTransId="{2D73C1DB-FA87-444B-9F53-AFCCA7773815}" sibTransId="{127D5193-90F6-438F-93F9-B3AF0D6D9014}"/>
    <dgm:cxn modelId="{41FA329A-62F6-4E3D-8E1F-198FE7F35452}" type="presOf" srcId="{AA630E63-C7EE-4004-B89A-39948204EBA2}" destId="{B8E8AE83-33E3-4531-A9A9-FC6D6D744784}" srcOrd="0" destOrd="0" presId="urn:microsoft.com/office/officeart/2005/8/layout/hProcess9"/>
    <dgm:cxn modelId="{F6FA23F1-A2AF-4A26-930E-2FC7F8DE4DFC}" type="presOf" srcId="{834EDE2E-DB8D-4F6D-95DE-68180ACBE484}" destId="{3DA42E86-5C6F-4B00-AC05-2601BF691510}" srcOrd="0" destOrd="0" presId="urn:microsoft.com/office/officeart/2005/8/layout/hProcess9"/>
    <dgm:cxn modelId="{19FB4555-588F-4391-848A-7B3453A04BE2}" srcId="{2812ADC9-2907-45D9-ACC1-895103A35B71}" destId="{79E893B5-8D99-4179-91C5-34F54095C9DD}" srcOrd="2" destOrd="0" parTransId="{276DC149-196F-41AE-B33F-B0D028C59454}" sibTransId="{E58EB54E-7D7F-46E5-BE50-A51CE3412149}"/>
    <dgm:cxn modelId="{3F967BD7-5BBD-46E8-9FAE-6910C1A00398}" type="presOf" srcId="{D930F992-DDD5-4C18-A8FB-51F91D713EF7}" destId="{D4F21D6F-EA5E-43FC-AC35-830B01EAB366}" srcOrd="0" destOrd="2" presId="urn:microsoft.com/office/officeart/2005/8/layout/hProcess9"/>
    <dgm:cxn modelId="{D98D447E-B204-4C16-9D9F-6F48D494D47E}" type="presOf" srcId="{2812ADC9-2907-45D9-ACC1-895103A35B71}" destId="{B1E2B206-4941-4AD0-85DB-C5A5B9BB1A62}" srcOrd="0" destOrd="0" presId="urn:microsoft.com/office/officeart/2005/8/layout/hProcess9"/>
    <dgm:cxn modelId="{EC16F21D-8689-4639-ACE5-E53DA927CA41}" srcId="{834EDE2E-DB8D-4F6D-95DE-68180ACBE484}" destId="{A464EA3F-6031-4F9F-A724-05A3AF71B951}" srcOrd="0" destOrd="0" parTransId="{FD8FD5C4-D636-4F77-A6A8-B9AD1EC9399A}" sibTransId="{3B36A9F2-4221-441B-8C24-6FC73F78542E}"/>
    <dgm:cxn modelId="{4655CF65-9BA9-4A22-8A45-23B67D53C31F}" type="presOf" srcId="{A464EA3F-6031-4F9F-A724-05A3AF71B951}" destId="{3DA42E86-5C6F-4B00-AC05-2601BF691510}" srcOrd="0" destOrd="1" presId="urn:microsoft.com/office/officeart/2005/8/layout/hProcess9"/>
    <dgm:cxn modelId="{88D63F28-2501-4AED-9F08-D95F029AF093}" type="presOf" srcId="{8A9A3696-EDB2-4440-B2A3-8919751EDC9A}" destId="{2C68605E-C9D7-4755-87AE-4C75BCC1015C}" srcOrd="0" destOrd="1" presId="urn:microsoft.com/office/officeart/2005/8/layout/hProcess9"/>
    <dgm:cxn modelId="{759B8E9F-4987-4566-BB28-C27D0695B148}" srcId="{5C32D4A4-2B38-4D72-A53D-C0DDEC87FC1F}" destId="{D5A72885-B0D0-46E8-9171-0A2CB31FE852}" srcOrd="0" destOrd="0" parTransId="{4C255984-39E8-45B0-B9DE-45114098BDF8}" sibTransId="{16FED719-CADF-464B-A8D4-C5CA98E574CA}"/>
    <dgm:cxn modelId="{A67F4D13-347F-40F6-B394-84ABC9B03904}" srcId="{79E893B5-8D99-4179-91C5-34F54095C9DD}" destId="{7E026C64-D21C-4769-B7B8-7DCCAE01DE0F}" srcOrd="1" destOrd="0" parTransId="{6B66F8FB-A50B-4432-8671-714B1C274C97}" sibTransId="{89DC5834-AA24-4447-8328-FE1EAD70EAEC}"/>
    <dgm:cxn modelId="{7FAB5EA8-1259-48B6-8A8A-33014BC1551F}" srcId="{2812ADC9-2907-45D9-ACC1-895103A35B71}" destId="{834EDE2E-DB8D-4F6D-95DE-68180ACBE484}" srcOrd="1" destOrd="0" parTransId="{25F2560C-6038-47BE-9E1D-639BD3F51FB6}" sibTransId="{B1438893-D4BE-4725-A7D2-1EEE25C6CDFC}"/>
    <dgm:cxn modelId="{5BCC1F36-F0F9-4821-B2D0-45C10E3F10D6}" type="presOf" srcId="{5C32D4A4-2B38-4D72-A53D-C0DDEC87FC1F}" destId="{7204372C-9704-4CE6-96D8-A4139B17E53F}" srcOrd="0" destOrd="0" presId="urn:microsoft.com/office/officeart/2005/8/layout/hProcess9"/>
    <dgm:cxn modelId="{0B6F7382-7A27-4AF0-9C64-2EE2D948EDA8}" type="presOf" srcId="{7E026C64-D21C-4769-B7B8-7DCCAE01DE0F}" destId="{2C68605E-C9D7-4755-87AE-4C75BCC1015C}" srcOrd="0" destOrd="2" presId="urn:microsoft.com/office/officeart/2005/8/layout/hProcess9"/>
    <dgm:cxn modelId="{57B7C198-4B3E-413B-B63F-F8744EC99F02}" type="presParOf" srcId="{B1E2B206-4941-4AD0-85DB-C5A5B9BB1A62}" destId="{F7AB1713-3F1C-47A7-9CFD-02ECAFCE0BF1}" srcOrd="0" destOrd="0" presId="urn:microsoft.com/office/officeart/2005/8/layout/hProcess9"/>
    <dgm:cxn modelId="{50021B65-E5E7-42AE-8187-6B7ECA9873CF}" type="presParOf" srcId="{B1E2B206-4941-4AD0-85DB-C5A5B9BB1A62}" destId="{BBE5EE81-431D-485C-A634-F4F1E98E5A6B}" srcOrd="1" destOrd="0" presId="urn:microsoft.com/office/officeart/2005/8/layout/hProcess9"/>
    <dgm:cxn modelId="{1188EE45-313D-4737-86B1-DE175AB7B861}" type="presParOf" srcId="{BBE5EE81-431D-485C-A634-F4F1E98E5A6B}" destId="{7204372C-9704-4CE6-96D8-A4139B17E53F}" srcOrd="0" destOrd="0" presId="urn:microsoft.com/office/officeart/2005/8/layout/hProcess9"/>
    <dgm:cxn modelId="{4585742E-EA48-4BA3-9C49-CF288926CD50}" type="presParOf" srcId="{BBE5EE81-431D-485C-A634-F4F1E98E5A6B}" destId="{5D31D074-86CB-483C-A648-0A0DAE676D7D}" srcOrd="1" destOrd="0" presId="urn:microsoft.com/office/officeart/2005/8/layout/hProcess9"/>
    <dgm:cxn modelId="{E3F77CF0-1270-4183-8605-C505B7F0CDF0}" type="presParOf" srcId="{BBE5EE81-431D-485C-A634-F4F1E98E5A6B}" destId="{3DA42E86-5C6F-4B00-AC05-2601BF691510}" srcOrd="2" destOrd="0" presId="urn:microsoft.com/office/officeart/2005/8/layout/hProcess9"/>
    <dgm:cxn modelId="{87473188-6112-41CC-8C7D-988016A226BD}" type="presParOf" srcId="{BBE5EE81-431D-485C-A634-F4F1E98E5A6B}" destId="{25DF8465-8B10-45B1-B0BC-E51D2BA9C132}" srcOrd="3" destOrd="0" presId="urn:microsoft.com/office/officeart/2005/8/layout/hProcess9"/>
    <dgm:cxn modelId="{E62FCCE7-4922-4665-9832-048F82B749AA}" type="presParOf" srcId="{BBE5EE81-431D-485C-A634-F4F1E98E5A6B}" destId="{2C68605E-C9D7-4755-87AE-4C75BCC1015C}" srcOrd="4" destOrd="0" presId="urn:microsoft.com/office/officeart/2005/8/layout/hProcess9"/>
    <dgm:cxn modelId="{2627F795-2DCB-4B90-ADCE-E697245E1F02}" type="presParOf" srcId="{BBE5EE81-431D-485C-A634-F4F1E98E5A6B}" destId="{A39B3DEC-8C71-46AE-B302-A701A83FD5A0}" srcOrd="5" destOrd="0" presId="urn:microsoft.com/office/officeart/2005/8/layout/hProcess9"/>
    <dgm:cxn modelId="{FA983042-297E-4654-999F-D2EF5C375B6B}" type="presParOf" srcId="{BBE5EE81-431D-485C-A634-F4F1E98E5A6B}" destId="{D4F21D6F-EA5E-43FC-AC35-830B01EAB366}" srcOrd="6" destOrd="0" presId="urn:microsoft.com/office/officeart/2005/8/layout/hProcess9"/>
    <dgm:cxn modelId="{1D814E93-330C-40A7-8A1C-C64B4760BABB}" type="presParOf" srcId="{BBE5EE81-431D-485C-A634-F4F1E98E5A6B}" destId="{7920DE18-CC78-4345-A270-5C9DEAC1AFB3}" srcOrd="7" destOrd="0" presId="urn:microsoft.com/office/officeart/2005/8/layout/hProcess9"/>
    <dgm:cxn modelId="{0E542368-F2DB-4688-9B59-343B17465650}" type="presParOf" srcId="{BBE5EE81-431D-485C-A634-F4F1E98E5A6B}" destId="{B8E8AE83-33E3-4531-A9A9-FC6D6D744784}" srcOrd="8" destOrd="0" presId="urn:microsoft.com/office/officeart/2005/8/layout/hProcess9"/>
  </dgm:cxnLst>
  <dgm:bg>
    <a:solidFill>
      <a:schemeClr val="accent6">
        <a:lumMod val="60000"/>
        <a:lumOff val="40000"/>
      </a:schemeClr>
    </a:solidFill>
  </dgm:bg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AB1713-3F1C-47A7-9CFD-02ECAFCE0BF1}">
      <dsp:nvSpPr>
        <dsp:cNvPr id="0" name=""/>
        <dsp:cNvSpPr/>
      </dsp:nvSpPr>
      <dsp:spPr>
        <a:xfrm>
          <a:off x="745282" y="0"/>
          <a:ext cx="8446538" cy="2826732"/>
        </a:xfrm>
        <a:prstGeom prst="rightArrow">
          <a:avLst/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204372C-9704-4CE6-96D8-A4139B17E53F}">
      <dsp:nvSpPr>
        <dsp:cNvPr id="0" name=""/>
        <dsp:cNvSpPr/>
      </dsp:nvSpPr>
      <dsp:spPr>
        <a:xfrm>
          <a:off x="4366" y="848019"/>
          <a:ext cx="1909301" cy="1130692"/>
        </a:xfrm>
        <a:prstGeom prst="roundRect">
          <a:avLst/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kern="1200" dirty="0" smtClean="0"/>
            <a:t>Inicio</a:t>
          </a:r>
          <a:endParaRPr lang="pt-BR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200" kern="1200" dirty="0" smtClean="0"/>
            <a:t> Identificação do incidente crítico e impacto</a:t>
          </a:r>
          <a:endParaRPr lang="pt-BR" sz="1200" kern="1200" dirty="0"/>
        </a:p>
      </dsp:txBody>
      <dsp:txXfrm>
        <a:off x="59562" y="903215"/>
        <a:ext cx="1798909" cy="1020300"/>
      </dsp:txXfrm>
    </dsp:sp>
    <dsp:sp modelId="{3DA42E86-5C6F-4B00-AC05-2601BF691510}">
      <dsp:nvSpPr>
        <dsp:cNvPr id="0" name=""/>
        <dsp:cNvSpPr/>
      </dsp:nvSpPr>
      <dsp:spPr>
        <a:xfrm>
          <a:off x="2009133" y="848019"/>
          <a:ext cx="1909301" cy="1130692"/>
        </a:xfrm>
        <a:prstGeom prst="roundRect">
          <a:avLst/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kern="1200" dirty="0" smtClean="0"/>
            <a:t>15 Minutos</a:t>
          </a:r>
          <a:endParaRPr lang="pt-BR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200" kern="1200" dirty="0" smtClean="0"/>
            <a:t> Envolvimento do time técnico Natura e Prestadores</a:t>
          </a:r>
          <a:endParaRPr lang="pt-BR" sz="1200" kern="1200" dirty="0"/>
        </a:p>
      </dsp:txBody>
      <dsp:txXfrm>
        <a:off x="2064329" y="903215"/>
        <a:ext cx="1798909" cy="1020300"/>
      </dsp:txXfrm>
    </dsp:sp>
    <dsp:sp modelId="{2C68605E-C9D7-4755-87AE-4C75BCC1015C}">
      <dsp:nvSpPr>
        <dsp:cNvPr id="0" name=""/>
        <dsp:cNvSpPr/>
      </dsp:nvSpPr>
      <dsp:spPr>
        <a:xfrm>
          <a:off x="4013901" y="848019"/>
          <a:ext cx="1909301" cy="1130692"/>
        </a:xfrm>
        <a:prstGeom prst="roundRect">
          <a:avLst/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kern="1200" dirty="0" smtClean="0"/>
            <a:t>30 Minutos</a:t>
          </a:r>
          <a:endParaRPr lang="pt-BR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200" kern="1200" dirty="0" smtClean="0"/>
            <a:t> Abertura da conferência 3919</a:t>
          </a:r>
          <a:endParaRPr lang="pt-BR" sz="1200" kern="1200" dirty="0"/>
        </a:p>
      </dsp:txBody>
      <dsp:txXfrm>
        <a:off x="4069097" y="903215"/>
        <a:ext cx="1798909" cy="1020300"/>
      </dsp:txXfrm>
    </dsp:sp>
    <dsp:sp modelId="{D4F21D6F-EA5E-43FC-AC35-830B01EAB366}">
      <dsp:nvSpPr>
        <dsp:cNvPr id="0" name=""/>
        <dsp:cNvSpPr/>
      </dsp:nvSpPr>
      <dsp:spPr>
        <a:xfrm>
          <a:off x="6018668" y="848019"/>
          <a:ext cx="1909301" cy="1130692"/>
        </a:xfrm>
        <a:prstGeom prst="roundRect">
          <a:avLst/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kern="1200" dirty="0" smtClean="0"/>
            <a:t>45 Minutos</a:t>
          </a:r>
          <a:endParaRPr lang="pt-BR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200" kern="1200" dirty="0" smtClean="0"/>
            <a:t> Envio do comunicado de incidente crítico</a:t>
          </a:r>
          <a:endParaRPr lang="pt-BR" sz="1200" kern="1200" dirty="0"/>
        </a:p>
      </dsp:txBody>
      <dsp:txXfrm>
        <a:off x="6073864" y="903215"/>
        <a:ext cx="1798909" cy="1020300"/>
      </dsp:txXfrm>
    </dsp:sp>
    <dsp:sp modelId="{3D25BCE9-E021-40F4-A884-9687B0EE4F66}">
      <dsp:nvSpPr>
        <dsp:cNvPr id="0" name=""/>
        <dsp:cNvSpPr/>
      </dsp:nvSpPr>
      <dsp:spPr>
        <a:xfrm>
          <a:off x="8023435" y="848019"/>
          <a:ext cx="1909301" cy="1130692"/>
        </a:xfrm>
        <a:prstGeom prst="roundRect">
          <a:avLst/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600" kern="1200" dirty="0" smtClean="0"/>
            <a:t>60 Minutos</a:t>
          </a:r>
          <a:endParaRPr lang="pt-BR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200" kern="1200" dirty="0" smtClean="0"/>
            <a:t> FUP e envio dos comunicados</a:t>
          </a:r>
          <a:endParaRPr lang="pt-BR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pt-BR" sz="1200" kern="1200" dirty="0"/>
        </a:p>
      </dsp:txBody>
      <dsp:txXfrm>
        <a:off x="8078631" y="903215"/>
        <a:ext cx="1798909" cy="10203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AB1713-3F1C-47A7-9CFD-02ECAFCE0BF1}">
      <dsp:nvSpPr>
        <dsp:cNvPr id="0" name=""/>
        <dsp:cNvSpPr/>
      </dsp:nvSpPr>
      <dsp:spPr>
        <a:xfrm>
          <a:off x="745282" y="0"/>
          <a:ext cx="8446538" cy="2826732"/>
        </a:xfrm>
        <a:prstGeom prst="rightArrow">
          <a:avLst/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204372C-9704-4CE6-96D8-A4139B17E53F}">
      <dsp:nvSpPr>
        <dsp:cNvPr id="0" name=""/>
        <dsp:cNvSpPr/>
      </dsp:nvSpPr>
      <dsp:spPr>
        <a:xfrm>
          <a:off x="4366" y="848019"/>
          <a:ext cx="1909301" cy="1130692"/>
        </a:xfrm>
        <a:prstGeom prst="roundRect">
          <a:avLst/>
        </a:prstGeom>
        <a:solidFill>
          <a:schemeClr val="accent6">
            <a:lumMod val="7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Inicio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 Identificação do incidente crítico e impacto</a:t>
          </a:r>
          <a:endParaRPr lang="pt-BR" sz="1100" kern="1200" dirty="0"/>
        </a:p>
      </dsp:txBody>
      <dsp:txXfrm>
        <a:off x="59562" y="903215"/>
        <a:ext cx="1798909" cy="1020300"/>
      </dsp:txXfrm>
    </dsp:sp>
    <dsp:sp modelId="{3DA42E86-5C6F-4B00-AC05-2601BF691510}">
      <dsp:nvSpPr>
        <dsp:cNvPr id="0" name=""/>
        <dsp:cNvSpPr/>
      </dsp:nvSpPr>
      <dsp:spPr>
        <a:xfrm>
          <a:off x="2009133" y="848019"/>
          <a:ext cx="1909301" cy="1130692"/>
        </a:xfrm>
        <a:prstGeom prst="roundRect">
          <a:avLst/>
        </a:prstGeom>
        <a:solidFill>
          <a:schemeClr val="accent6">
            <a:lumMod val="7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Até 15 Minutos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 Comunicar o time da GRC (Gerente de Incidente)</a:t>
          </a:r>
          <a:endParaRPr lang="pt-BR" sz="1100" kern="1200" dirty="0"/>
        </a:p>
      </dsp:txBody>
      <dsp:txXfrm>
        <a:off x="2064329" y="903215"/>
        <a:ext cx="1798909" cy="1020300"/>
      </dsp:txXfrm>
    </dsp:sp>
    <dsp:sp modelId="{2C68605E-C9D7-4755-87AE-4C75BCC1015C}">
      <dsp:nvSpPr>
        <dsp:cNvPr id="0" name=""/>
        <dsp:cNvSpPr/>
      </dsp:nvSpPr>
      <dsp:spPr>
        <a:xfrm>
          <a:off x="4013901" y="848019"/>
          <a:ext cx="1909301" cy="1130692"/>
        </a:xfrm>
        <a:prstGeom prst="roundRect">
          <a:avLst/>
        </a:prstGeom>
        <a:solidFill>
          <a:schemeClr val="accent6">
            <a:lumMod val="7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Até 30 Minutos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 Comunicar Gerência GRC / GSA / GST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 Escalonar Gerência  dos Fornecedores TD</a:t>
          </a:r>
          <a:endParaRPr lang="pt-BR" sz="1100" kern="1200" dirty="0"/>
        </a:p>
      </dsp:txBody>
      <dsp:txXfrm>
        <a:off x="4069097" y="903215"/>
        <a:ext cx="1798909" cy="1020300"/>
      </dsp:txXfrm>
    </dsp:sp>
    <dsp:sp modelId="{D4F21D6F-EA5E-43FC-AC35-830B01EAB366}">
      <dsp:nvSpPr>
        <dsp:cNvPr id="0" name=""/>
        <dsp:cNvSpPr/>
      </dsp:nvSpPr>
      <dsp:spPr>
        <a:xfrm>
          <a:off x="6018668" y="848019"/>
          <a:ext cx="1909301" cy="1130692"/>
        </a:xfrm>
        <a:prstGeom prst="roundRect">
          <a:avLst/>
        </a:prstGeom>
        <a:solidFill>
          <a:schemeClr val="accent6">
            <a:lumMod val="7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Até 45 Minutos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 Comunicar Diretor de Infraestrutura TD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 Escalonar Diretoria dos Fornecedores TD</a:t>
          </a:r>
          <a:endParaRPr lang="pt-BR" sz="1100" kern="1200" dirty="0"/>
        </a:p>
      </dsp:txBody>
      <dsp:txXfrm>
        <a:off x="6073864" y="903215"/>
        <a:ext cx="1798909" cy="1020300"/>
      </dsp:txXfrm>
    </dsp:sp>
    <dsp:sp modelId="{B8E8AE83-33E3-4531-A9A9-FC6D6D744784}">
      <dsp:nvSpPr>
        <dsp:cNvPr id="0" name=""/>
        <dsp:cNvSpPr/>
      </dsp:nvSpPr>
      <dsp:spPr>
        <a:xfrm>
          <a:off x="8023435" y="848019"/>
          <a:ext cx="1909301" cy="1130692"/>
        </a:xfrm>
        <a:prstGeom prst="roundRect">
          <a:avLst/>
        </a:prstGeom>
        <a:solidFill>
          <a:schemeClr val="accent6">
            <a:lumMod val="7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Até 60 Minutos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Informar VP TD</a:t>
          </a:r>
          <a:endParaRPr lang="pt-BR" sz="1100" kern="1200" dirty="0"/>
        </a:p>
      </dsp:txBody>
      <dsp:txXfrm>
        <a:off x="8078631" y="903215"/>
        <a:ext cx="1798909" cy="10203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5.wmf"/><Relationship Id="rId1" Type="http://schemas.openxmlformats.org/officeDocument/2006/relationships/image" Target="../media/image4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7630EE-7AD9-403E-903B-7BFB39DF250C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42900" y="685800"/>
            <a:ext cx="61722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FD6D97-C912-4A4B-82AA-32792AAA787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86224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 dirty="0" smtClean="0"/>
              <a:t>Apresentar o projeto para</a:t>
            </a:r>
            <a:r>
              <a:rPr lang="pt-BR" baseline="0" dirty="0" smtClean="0"/>
              <a:t> a área de atendimento.</a:t>
            </a:r>
          </a:p>
          <a:p>
            <a:pPr marL="171450" indent="-171450">
              <a:buFontTx/>
              <a:buChar char="-"/>
            </a:pPr>
            <a:endParaRPr lang="pt-BR" baseline="0" dirty="0" smtClean="0"/>
          </a:p>
          <a:p>
            <a:pPr marL="171450" indent="-171450">
              <a:buFontTx/>
              <a:buChar char="-"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2FD6D97-C912-4A4B-82AA-32792AAA787E}" type="slidenum">
              <a:rPr lang="pt-BR" smtClean="0"/>
              <a:t>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429448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215152" y="2796183"/>
            <a:ext cx="13771721" cy="1929408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430304" y="5100637"/>
            <a:ext cx="11341418" cy="230028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200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401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880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004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205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040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760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8578304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36904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279848" y="5784057"/>
            <a:ext cx="13771721" cy="1787723"/>
          </a:xfrm>
        </p:spPr>
        <p:txBody>
          <a:bodyPr anchor="t"/>
          <a:lstStyle>
            <a:lvl1pPr algn="l">
              <a:defRPr sz="6300" b="1" cap="all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279848" y="3815062"/>
            <a:ext cx="13771721" cy="1968995"/>
          </a:xfrm>
        </p:spPr>
        <p:txBody>
          <a:bodyPr anchor="b"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72009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44018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16027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4pPr>
            <a:lvl5pPr marL="288036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8pPr>
            <a:lvl9pPr marL="57607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13649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10101" y="2100263"/>
            <a:ext cx="7155894" cy="5940326"/>
          </a:xfrm>
        </p:spPr>
        <p:txBody>
          <a:bodyPr/>
          <a:lstStyle>
            <a:lvl1pPr>
              <a:defRPr sz="4400"/>
            </a:lvl1pPr>
            <a:lvl2pPr>
              <a:defRPr sz="3800"/>
            </a:lvl2pPr>
            <a:lvl3pPr>
              <a:defRPr sz="32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236030" y="2100263"/>
            <a:ext cx="7155894" cy="5940326"/>
          </a:xfrm>
        </p:spPr>
        <p:txBody>
          <a:bodyPr/>
          <a:lstStyle>
            <a:lvl1pPr>
              <a:defRPr sz="4400"/>
            </a:lvl1pPr>
            <a:lvl2pPr>
              <a:defRPr sz="3800"/>
            </a:lvl2pPr>
            <a:lvl3pPr>
              <a:defRPr sz="32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304547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10101" y="2014836"/>
            <a:ext cx="7158708" cy="839688"/>
          </a:xfrm>
        </p:spPr>
        <p:txBody>
          <a:bodyPr anchor="b"/>
          <a:lstStyle>
            <a:lvl1pPr marL="0" indent="0">
              <a:buNone/>
              <a:defRPr sz="3800" b="1"/>
            </a:lvl1pPr>
            <a:lvl2pPr marL="720090" indent="0">
              <a:buNone/>
              <a:defRPr sz="3200" b="1"/>
            </a:lvl2pPr>
            <a:lvl3pPr marL="1440180" indent="0">
              <a:buNone/>
              <a:defRPr sz="2800" b="1"/>
            </a:lvl3pPr>
            <a:lvl4pPr marL="2160270" indent="0">
              <a:buNone/>
              <a:defRPr sz="2500" b="1"/>
            </a:lvl4pPr>
            <a:lvl5pPr marL="2880360" indent="0">
              <a:buNone/>
              <a:defRPr sz="2500" b="1"/>
            </a:lvl5pPr>
            <a:lvl6pPr marL="3600450" indent="0">
              <a:buNone/>
              <a:defRPr sz="2500" b="1"/>
            </a:lvl6pPr>
            <a:lvl7pPr marL="4320540" indent="0">
              <a:buNone/>
              <a:defRPr sz="2500" b="1"/>
            </a:lvl7pPr>
            <a:lvl8pPr marL="5040630" indent="0">
              <a:buNone/>
              <a:defRPr sz="2500" b="1"/>
            </a:lvl8pPr>
            <a:lvl9pPr marL="5760720" indent="0">
              <a:buNone/>
              <a:defRPr sz="25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10101" y="2854523"/>
            <a:ext cx="7158708" cy="5186066"/>
          </a:xfrm>
        </p:spPr>
        <p:txBody>
          <a:bodyPr/>
          <a:lstStyle>
            <a:lvl1pPr>
              <a:defRPr sz="3800"/>
            </a:lvl1pPr>
            <a:lvl2pPr>
              <a:defRPr sz="3200"/>
            </a:lvl2pPr>
            <a:lvl3pPr>
              <a:defRPr sz="28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8230405" y="2014836"/>
            <a:ext cx="7161520" cy="839688"/>
          </a:xfrm>
        </p:spPr>
        <p:txBody>
          <a:bodyPr anchor="b"/>
          <a:lstStyle>
            <a:lvl1pPr marL="0" indent="0">
              <a:buNone/>
              <a:defRPr sz="3800" b="1"/>
            </a:lvl1pPr>
            <a:lvl2pPr marL="720090" indent="0">
              <a:buNone/>
              <a:defRPr sz="3200" b="1"/>
            </a:lvl2pPr>
            <a:lvl3pPr marL="1440180" indent="0">
              <a:buNone/>
              <a:defRPr sz="2800" b="1"/>
            </a:lvl3pPr>
            <a:lvl4pPr marL="2160270" indent="0">
              <a:buNone/>
              <a:defRPr sz="2500" b="1"/>
            </a:lvl4pPr>
            <a:lvl5pPr marL="2880360" indent="0">
              <a:buNone/>
              <a:defRPr sz="2500" b="1"/>
            </a:lvl5pPr>
            <a:lvl6pPr marL="3600450" indent="0">
              <a:buNone/>
              <a:defRPr sz="2500" b="1"/>
            </a:lvl6pPr>
            <a:lvl7pPr marL="4320540" indent="0">
              <a:buNone/>
              <a:defRPr sz="2500" b="1"/>
            </a:lvl7pPr>
            <a:lvl8pPr marL="5040630" indent="0">
              <a:buNone/>
              <a:defRPr sz="2500" b="1"/>
            </a:lvl8pPr>
            <a:lvl9pPr marL="5760720" indent="0">
              <a:buNone/>
              <a:defRPr sz="25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8230405" y="2854523"/>
            <a:ext cx="7161520" cy="5186066"/>
          </a:xfrm>
        </p:spPr>
        <p:txBody>
          <a:bodyPr/>
          <a:lstStyle>
            <a:lvl1pPr>
              <a:defRPr sz="3800"/>
            </a:lvl1pPr>
            <a:lvl2pPr>
              <a:defRPr sz="3200"/>
            </a:lvl2pPr>
            <a:lvl3pPr>
              <a:defRPr sz="28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91268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8850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17574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10102" y="358378"/>
            <a:ext cx="5330355" cy="1525191"/>
          </a:xfrm>
        </p:spPr>
        <p:txBody>
          <a:bodyPr anchor="b"/>
          <a:lstStyle>
            <a:lvl1pPr algn="l">
              <a:defRPr sz="3200" b="1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334542" y="358379"/>
            <a:ext cx="9057382" cy="7682211"/>
          </a:xfrm>
        </p:spPr>
        <p:txBody>
          <a:bodyPr/>
          <a:lstStyle>
            <a:lvl1pPr>
              <a:defRPr sz="5000"/>
            </a:lvl1pPr>
            <a:lvl2pPr>
              <a:defRPr sz="4400"/>
            </a:lvl2pPr>
            <a:lvl3pPr>
              <a:defRPr sz="380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10102" y="1883570"/>
            <a:ext cx="5330355" cy="6157020"/>
          </a:xfrm>
        </p:spPr>
        <p:txBody>
          <a:bodyPr/>
          <a:lstStyle>
            <a:lvl1pPr marL="0" indent="0">
              <a:buNone/>
              <a:defRPr sz="2200"/>
            </a:lvl1pPr>
            <a:lvl2pPr marL="720090" indent="0">
              <a:buNone/>
              <a:defRPr sz="1900"/>
            </a:lvl2pPr>
            <a:lvl3pPr marL="1440180" indent="0">
              <a:buNone/>
              <a:defRPr sz="1600"/>
            </a:lvl3pPr>
            <a:lvl4pPr marL="2160270" indent="0">
              <a:buNone/>
              <a:defRPr sz="1400"/>
            </a:lvl4pPr>
            <a:lvl5pPr marL="2880360" indent="0">
              <a:buNone/>
              <a:defRPr sz="1400"/>
            </a:lvl5pPr>
            <a:lvl6pPr marL="3600450" indent="0">
              <a:buNone/>
              <a:defRPr sz="1400"/>
            </a:lvl6pPr>
            <a:lvl7pPr marL="4320540" indent="0">
              <a:buNone/>
              <a:defRPr sz="1400"/>
            </a:lvl7pPr>
            <a:lvl8pPr marL="5040630" indent="0">
              <a:buNone/>
              <a:defRPr sz="1400"/>
            </a:lvl8pPr>
            <a:lvl9pPr marL="5760720" indent="0">
              <a:buNone/>
              <a:defRPr sz="14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3910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75710" y="6300787"/>
            <a:ext cx="9721215" cy="743844"/>
          </a:xfrm>
        </p:spPr>
        <p:txBody>
          <a:bodyPr anchor="b"/>
          <a:lstStyle>
            <a:lvl1pPr algn="l">
              <a:defRPr sz="3200" b="1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3175710" y="804267"/>
            <a:ext cx="9721215" cy="5400675"/>
          </a:xfrm>
        </p:spPr>
        <p:txBody>
          <a:bodyPr/>
          <a:lstStyle>
            <a:lvl1pPr marL="0" indent="0">
              <a:buNone/>
              <a:defRPr sz="5000"/>
            </a:lvl1pPr>
            <a:lvl2pPr marL="720090" indent="0">
              <a:buNone/>
              <a:defRPr sz="4400"/>
            </a:lvl2pPr>
            <a:lvl3pPr marL="1440180" indent="0">
              <a:buNone/>
              <a:defRPr sz="3800"/>
            </a:lvl3pPr>
            <a:lvl4pPr marL="2160270" indent="0">
              <a:buNone/>
              <a:defRPr sz="3200"/>
            </a:lvl4pPr>
            <a:lvl5pPr marL="2880360" indent="0">
              <a:buNone/>
              <a:defRPr sz="3200"/>
            </a:lvl5pPr>
            <a:lvl6pPr marL="3600450" indent="0">
              <a:buNone/>
              <a:defRPr sz="3200"/>
            </a:lvl6pPr>
            <a:lvl7pPr marL="4320540" indent="0">
              <a:buNone/>
              <a:defRPr sz="3200"/>
            </a:lvl7pPr>
            <a:lvl8pPr marL="5040630" indent="0">
              <a:buNone/>
              <a:defRPr sz="3200"/>
            </a:lvl8pPr>
            <a:lvl9pPr marL="5760720" indent="0">
              <a:buNone/>
              <a:defRPr sz="3200"/>
            </a:lvl9pPr>
          </a:lstStyle>
          <a:p>
            <a:r>
              <a:rPr lang="pt-BR" dirty="0" smtClean="0"/>
              <a:t>Clique no ícone para adicionar uma imagem</a:t>
            </a:r>
            <a:endParaRPr lang="pt-BR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3175710" y="7044631"/>
            <a:ext cx="9721215" cy="1056381"/>
          </a:xfrm>
        </p:spPr>
        <p:txBody>
          <a:bodyPr/>
          <a:lstStyle>
            <a:lvl1pPr marL="0" indent="0">
              <a:buNone/>
              <a:defRPr sz="2200"/>
            </a:lvl1pPr>
            <a:lvl2pPr marL="720090" indent="0">
              <a:buNone/>
              <a:defRPr sz="1900"/>
            </a:lvl2pPr>
            <a:lvl3pPr marL="1440180" indent="0">
              <a:buNone/>
              <a:defRPr sz="1600"/>
            </a:lvl3pPr>
            <a:lvl4pPr marL="2160270" indent="0">
              <a:buNone/>
              <a:defRPr sz="1400"/>
            </a:lvl4pPr>
            <a:lvl5pPr marL="2880360" indent="0">
              <a:buNone/>
              <a:defRPr sz="1400"/>
            </a:lvl5pPr>
            <a:lvl6pPr marL="3600450" indent="0">
              <a:buNone/>
              <a:defRPr sz="1400"/>
            </a:lvl6pPr>
            <a:lvl7pPr marL="4320540" indent="0">
              <a:buNone/>
              <a:defRPr sz="1400"/>
            </a:lvl7pPr>
            <a:lvl8pPr marL="5040630" indent="0">
              <a:buNone/>
              <a:defRPr sz="1400"/>
            </a:lvl8pPr>
            <a:lvl9pPr marL="5760720" indent="0">
              <a:buNone/>
              <a:defRPr sz="14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0004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97012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1746468" y="360463"/>
            <a:ext cx="3645456" cy="7680127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10101" y="360463"/>
            <a:ext cx="10666333" cy="7680127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58116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10101" y="360462"/>
            <a:ext cx="14581823" cy="1500188"/>
          </a:xfrm>
          <a:prstGeom prst="rect">
            <a:avLst/>
          </a:prstGeom>
        </p:spPr>
        <p:txBody>
          <a:bodyPr vert="horz" lIns="144018" tIns="72009" rIns="144018" bIns="72009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10101" y="2100263"/>
            <a:ext cx="14581823" cy="5940326"/>
          </a:xfrm>
          <a:prstGeom prst="rect">
            <a:avLst/>
          </a:prstGeom>
        </p:spPr>
        <p:txBody>
          <a:bodyPr vert="horz" lIns="144018" tIns="72009" rIns="144018" bIns="72009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10101" y="8342710"/>
            <a:ext cx="3780473" cy="479227"/>
          </a:xfrm>
          <a:prstGeom prst="rect">
            <a:avLst/>
          </a:prstGeom>
        </p:spPr>
        <p:txBody>
          <a:bodyPr vert="horz" lIns="144018" tIns="72009" rIns="144018" bIns="72009" rtlCol="0" anchor="ctr"/>
          <a:lstStyle>
            <a:lvl1pPr algn="l">
              <a:defRPr sz="1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5793EF-9FB5-4406-A656-BF1DB2720DA9}" type="datetimeFigureOut">
              <a:rPr lang="pt-BR" smtClean="0"/>
              <a:t>30/07/2014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5535692" y="8342710"/>
            <a:ext cx="5130641" cy="479227"/>
          </a:xfrm>
          <a:prstGeom prst="rect">
            <a:avLst/>
          </a:prstGeom>
        </p:spPr>
        <p:txBody>
          <a:bodyPr vert="horz" lIns="144018" tIns="72009" rIns="144018" bIns="72009" rtlCol="0" anchor="ctr"/>
          <a:lstStyle>
            <a:lvl1pPr algn="ctr">
              <a:defRPr sz="1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11611451" y="8342710"/>
            <a:ext cx="3780473" cy="479227"/>
          </a:xfrm>
          <a:prstGeom prst="rect">
            <a:avLst/>
          </a:prstGeom>
        </p:spPr>
        <p:txBody>
          <a:bodyPr vert="horz" lIns="144018" tIns="72009" rIns="144018" bIns="72009" rtlCol="0" anchor="ctr"/>
          <a:lstStyle>
            <a:lvl1pPr algn="r">
              <a:defRPr sz="1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490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40180" rtl="0" eaLnBrk="1" latinLnBrk="0" hangingPunct="1">
        <a:spcBef>
          <a:spcPct val="0"/>
        </a:spcBef>
        <a:buNone/>
        <a:defRPr sz="6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0068" indent="-540068" algn="l" defTabSz="1440180" rtl="0" eaLnBrk="1" latinLnBrk="0" hangingPunct="1">
        <a:spcBef>
          <a:spcPct val="20000"/>
        </a:spcBef>
        <a:buFont typeface="Arial" pitchFamily="34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170146" indent="-450056" algn="l" defTabSz="1440180" rtl="0" eaLnBrk="1" latinLnBrk="0" hangingPunct="1">
        <a:spcBef>
          <a:spcPct val="20000"/>
        </a:spcBef>
        <a:buFont typeface="Arial" pitchFamily="34" charset="0"/>
        <a:buChar char="–"/>
        <a:defRPr sz="44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225" indent="-360045" algn="l" defTabSz="1440180" rtl="0" eaLnBrk="1" latinLnBrk="0" hangingPunct="1">
        <a:spcBef>
          <a:spcPct val="20000"/>
        </a:spcBef>
        <a:buFont typeface="Arial" pitchFamily="34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3pPr>
      <a:lvl4pPr marL="2520315" indent="-360045" algn="l" defTabSz="1440180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40405" indent="-360045" algn="l" defTabSz="1440180" rtl="0" eaLnBrk="1" latinLnBrk="0" hangingPunct="1">
        <a:spcBef>
          <a:spcPct val="20000"/>
        </a:spcBef>
        <a:buFont typeface="Arial" pitchFamily="34" charset="0"/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3960495" indent="-360045" algn="l" defTabSz="144018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18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18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120765" indent="-360045" algn="l" defTabSz="144018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44018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18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0" algn="l" defTabSz="144018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160270" algn="l" defTabSz="144018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algn="l" defTabSz="144018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18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18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18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8pPr>
      <a:lvl9pPr marL="5760720" algn="l" defTabSz="144018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13" Type="http://schemas.microsoft.com/office/2007/relationships/diagramDrawing" Target="../diagrams/drawing2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12" Type="http://schemas.openxmlformats.org/officeDocument/2006/relationships/diagramColors" Target="../diagrams/colors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1.xml"/><Relationship Id="rId11" Type="http://schemas.openxmlformats.org/officeDocument/2006/relationships/diagramQuickStyle" Target="../diagrams/quickStyle2.xml"/><Relationship Id="rId5" Type="http://schemas.openxmlformats.org/officeDocument/2006/relationships/diagramLayout" Target="../diagrams/layout1.xml"/><Relationship Id="rId10" Type="http://schemas.openxmlformats.org/officeDocument/2006/relationships/diagramLayout" Target="../diagrams/layout2.xml"/><Relationship Id="rId4" Type="http://schemas.openxmlformats.org/officeDocument/2006/relationships/diagramData" Target="../diagrams/data1.xml"/><Relationship Id="rId9" Type="http://schemas.openxmlformats.org/officeDocument/2006/relationships/diagramData" Target="../diagrams/data2.xml"/><Relationship Id="rId14" Type="http://schemas.openxmlformats.org/officeDocument/2006/relationships/slide" Target="slide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slide" Target="slide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.bin"/><Relationship Id="rId3" Type="http://schemas.openxmlformats.org/officeDocument/2006/relationships/image" Target="../media/image1.png"/><Relationship Id="rId7" Type="http://schemas.openxmlformats.org/officeDocument/2006/relationships/image" Target="../media/image4.emf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6" Type="http://schemas.openxmlformats.org/officeDocument/2006/relationships/package" Target="../embeddings/Planilha_do_Microsoft_Excel1.xlsx"/><Relationship Id="rId5" Type="http://schemas.openxmlformats.org/officeDocument/2006/relationships/oleObject" Target="../embeddings/oleObject1.bin"/><Relationship Id="rId10" Type="http://schemas.openxmlformats.org/officeDocument/2006/relationships/image" Target="../media/image5.wmf"/><Relationship Id="rId4" Type="http://schemas.openxmlformats.org/officeDocument/2006/relationships/image" Target="../media/image2.png"/><Relationship Id="rId9" Type="http://schemas.openxmlformats.org/officeDocument/2006/relationships/package" Target="../embeddings/Planilha_do_Microsoft_Excel2.xlsx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slide" Target="slide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jpeg"/><Relationship Id="rId4" Type="http://schemas.openxmlformats.org/officeDocument/2006/relationships/slide" Target="slide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0"/>
            <a:ext cx="16202027" cy="8994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Título 1"/>
          <p:cNvSpPr txBox="1">
            <a:spLocks/>
          </p:cNvSpPr>
          <p:nvPr/>
        </p:nvSpPr>
        <p:spPr>
          <a:xfrm>
            <a:off x="35523" y="2723358"/>
            <a:ext cx="7272808" cy="625076"/>
          </a:xfrm>
          <a:prstGeom prst="rect">
            <a:avLst/>
          </a:prstGeom>
        </p:spPr>
        <p:txBody>
          <a:bodyPr lIns="91437" tIns="45719" rIns="91437" bIns="45719">
            <a:noAutofit/>
          </a:bodyPr>
          <a:lstStyle>
            <a:lvl1pPr algn="ctr" defTabSz="1440180" rtl="0" eaLnBrk="1" latinLnBrk="0" hangingPunct="1">
              <a:spcBef>
                <a:spcPct val="0"/>
              </a:spcBef>
              <a:buNone/>
              <a:defRPr sz="69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8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" pitchFamily="34" charset="0"/>
                <a:cs typeface="Gill Sans Std Light"/>
              </a:rPr>
              <a:t>GPI- Gerência de Processos e Indicadores</a:t>
            </a:r>
            <a:endParaRPr lang="pt-BR" sz="2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" pitchFamily="34" charset="0"/>
              <a:cs typeface="Gill Sans Std Light"/>
            </a:endParaRPr>
          </a:p>
        </p:txBody>
      </p:sp>
      <p:sp>
        <p:nvSpPr>
          <p:cNvPr id="6" name="Título 1"/>
          <p:cNvSpPr txBox="1">
            <a:spLocks/>
          </p:cNvSpPr>
          <p:nvPr/>
        </p:nvSpPr>
        <p:spPr>
          <a:xfrm>
            <a:off x="405950" y="7164858"/>
            <a:ext cx="12519598" cy="1399845"/>
          </a:xfrm>
          <a:prstGeom prst="rect">
            <a:avLst/>
          </a:prstGeom>
        </p:spPr>
        <p:txBody>
          <a:bodyPr vert="horz" lIns="91437" tIns="45719" rIns="91437" bIns="45719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8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Light"/>
                <a:cs typeface="Gill Sans Std Light"/>
              </a:rPr>
              <a:t>Apresentador:  Marcus Marques</a:t>
            </a:r>
          </a:p>
          <a:p>
            <a:pPr algn="l"/>
            <a:r>
              <a:rPr lang="pt-BR" sz="28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Light"/>
                <a:cs typeface="Gill Sans Std Light"/>
              </a:rPr>
              <a:t>Diretoria de TD</a:t>
            </a:r>
            <a:endParaRPr lang="pt-BR" sz="2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/>
              <a:cs typeface="Gill Sans Std Light"/>
            </a:endParaRPr>
          </a:p>
          <a:p>
            <a:pPr algn="l"/>
            <a:r>
              <a:rPr lang="pt-BR" sz="28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Light"/>
                <a:cs typeface="Gill Sans Std Light"/>
              </a:rPr>
              <a:t>Agosto/ 2014</a:t>
            </a:r>
            <a:endParaRPr lang="pt-BR" sz="2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/>
              <a:cs typeface="Gill Sans Std Light"/>
            </a:endParaRPr>
          </a:p>
        </p:txBody>
      </p:sp>
      <p:pic>
        <p:nvPicPr>
          <p:cNvPr id="8" name="Picture 2" descr="NAT_marca_branca_natura-01.pn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69726" y="7164858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upo 1"/>
          <p:cNvGrpSpPr/>
          <p:nvPr/>
        </p:nvGrpSpPr>
        <p:grpSpPr>
          <a:xfrm>
            <a:off x="-1" y="542391"/>
            <a:ext cx="11880953" cy="1941947"/>
            <a:chOff x="-1" y="756146"/>
            <a:chExt cx="11880953" cy="1941947"/>
          </a:xfrm>
        </p:grpSpPr>
        <p:sp>
          <p:nvSpPr>
            <p:cNvPr id="3" name="TextBox 2"/>
            <p:cNvSpPr txBox="1"/>
            <p:nvPr/>
          </p:nvSpPr>
          <p:spPr>
            <a:xfrm>
              <a:off x="-1" y="1476226"/>
              <a:ext cx="10441753" cy="1221867"/>
            </a:xfrm>
            <a:prstGeom prst="rect">
              <a:avLst/>
            </a:prstGeom>
            <a:noFill/>
          </p:spPr>
          <p:txBody>
            <a:bodyPr wrap="square" lIns="160015" tIns="80007" rIns="160015" bIns="80007" rtlCol="0">
              <a:spAutoFit/>
            </a:bodyPr>
            <a:lstStyle>
              <a:defPPr>
                <a:defRPr lang="pt-BR"/>
              </a:defPPr>
              <a:lvl1pPr>
                <a:lnSpc>
                  <a:spcPts val="9625"/>
                </a:lnSpc>
                <a:defRPr sz="8000" b="1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Gill Sans Std Light"/>
                  <a:cs typeface="Gill Sans Std Light"/>
                </a:defRPr>
              </a:lvl1pPr>
            </a:lstStyle>
            <a:p>
              <a:r>
                <a:rPr lang="pt-BR" sz="4400" dirty="0" smtClean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ill Sans Std UltraBold" pitchFamily="34" charset="0"/>
                </a:rPr>
                <a:t>Incidentes Críticos</a:t>
              </a:r>
            </a:p>
          </p:txBody>
        </p:sp>
        <p:sp>
          <p:nvSpPr>
            <p:cNvPr id="9" name="TextBox 2"/>
            <p:cNvSpPr txBox="1"/>
            <p:nvPr/>
          </p:nvSpPr>
          <p:spPr>
            <a:xfrm>
              <a:off x="35523" y="756146"/>
              <a:ext cx="11845429" cy="1221867"/>
            </a:xfrm>
            <a:prstGeom prst="rect">
              <a:avLst/>
            </a:prstGeom>
            <a:noFill/>
          </p:spPr>
          <p:txBody>
            <a:bodyPr wrap="square" lIns="160015" tIns="80007" rIns="160015" bIns="80007" rtlCol="0">
              <a:spAutoFit/>
            </a:bodyPr>
            <a:lstStyle>
              <a:defPPr>
                <a:defRPr lang="pt-BR"/>
              </a:defPPr>
              <a:lvl1pPr>
                <a:lnSpc>
                  <a:spcPts val="9625"/>
                </a:lnSpc>
                <a:defRPr sz="8000" b="1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Gill Sans Std Light"/>
                  <a:cs typeface="Gill Sans Std Light"/>
                </a:defRPr>
              </a:lvl1pPr>
            </a:lstStyle>
            <a:p>
              <a:r>
                <a:rPr lang="pt-BR" sz="4400" dirty="0" smtClean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ill Sans Std UltraBold" pitchFamily="34" charset="0"/>
                </a:rPr>
                <a:t>Novo processo de escalonamento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0555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1"/>
            <a:ext cx="16202027" cy="9037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3"/>
          <p:cNvSpPr/>
          <p:nvPr/>
        </p:nvSpPr>
        <p:spPr>
          <a:xfrm>
            <a:off x="433798" y="1170222"/>
            <a:ext cx="15300062" cy="3474356"/>
          </a:xfrm>
          <a:prstGeom prst="rect">
            <a:avLst/>
          </a:prstGeom>
          <a:solidFill>
            <a:srgbClr val="FFCCCC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just">
              <a:lnSpc>
                <a:spcPct val="90000"/>
              </a:lnSpc>
              <a:defRPr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36116" y="36066"/>
            <a:ext cx="3398366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Objetivo</a:t>
            </a:r>
            <a:endParaRPr lang="pt-BR" sz="4800" b="1" dirty="0">
              <a:solidFill>
                <a:schemeClr val="accent2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UltraBold" pitchFamily="34" charset="0"/>
              <a:cs typeface="Gill Sans Std Light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84188" y="1649390"/>
            <a:ext cx="14833648" cy="12557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defRPr/>
            </a:pPr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Este documento 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tem por objetivo apresentar o novo processo de escalonamento de incidentes críticos em TD, bem como a comunicação e os respectivos planos de ação que estão sendo tomados para correção dos gaps atuais.</a:t>
            </a: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pic>
        <p:nvPicPr>
          <p:cNvPr id="25" name="Picture 2" descr="NAT_marca_branca_natura-01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69726" y="7164858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42198737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1"/>
            <a:ext cx="16202027" cy="9037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3"/>
          <p:cNvSpPr/>
          <p:nvPr/>
        </p:nvSpPr>
        <p:spPr>
          <a:xfrm>
            <a:off x="505806" y="900162"/>
            <a:ext cx="15300062" cy="7881971"/>
          </a:xfrm>
          <a:prstGeom prst="rect">
            <a:avLst/>
          </a:prstGeom>
          <a:solidFill>
            <a:srgbClr val="FFCCCC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just">
              <a:lnSpc>
                <a:spcPct val="90000"/>
              </a:lnSpc>
              <a:defRPr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36116" y="36066"/>
            <a:ext cx="10927350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Fluxo Escalonamento: Sev 0 </a:t>
            </a:r>
            <a:endParaRPr lang="pt-BR" sz="4800" b="1" dirty="0">
              <a:solidFill>
                <a:schemeClr val="accent2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UltraBold" pitchFamily="34" charset="0"/>
              <a:cs typeface="Gill Sans Std Light"/>
            </a:endParaRPr>
          </a:p>
        </p:txBody>
      </p:sp>
      <p:pic>
        <p:nvPicPr>
          <p:cNvPr id="25" name="Picture 2" descr="NAT_marca_branca_natura-01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21692" y="7308874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Diagrama 10"/>
          <p:cNvGraphicFramePr/>
          <p:nvPr>
            <p:extLst>
              <p:ext uri="{D42A27DB-BD31-4B8C-83A1-F6EECF244321}">
                <p14:modId xmlns:p14="http://schemas.microsoft.com/office/powerpoint/2010/main" val="3845143547"/>
              </p:ext>
            </p:extLst>
          </p:nvPr>
        </p:nvGraphicFramePr>
        <p:xfrm>
          <a:off x="3348484" y="5634270"/>
          <a:ext cx="9937104" cy="28267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aphicFrame>
        <p:nvGraphicFramePr>
          <p:cNvPr id="12" name="Diagrama 11"/>
          <p:cNvGraphicFramePr/>
          <p:nvPr>
            <p:extLst>
              <p:ext uri="{D42A27DB-BD31-4B8C-83A1-F6EECF244321}">
                <p14:modId xmlns:p14="http://schemas.microsoft.com/office/powerpoint/2010/main" val="1196071590"/>
              </p:ext>
            </p:extLst>
          </p:nvPr>
        </p:nvGraphicFramePr>
        <p:xfrm>
          <a:off x="3348484" y="1713305"/>
          <a:ext cx="9937104" cy="28267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sp>
        <p:nvSpPr>
          <p:cNvPr id="2" name="Retângulo 1"/>
          <p:cNvSpPr/>
          <p:nvPr/>
        </p:nvSpPr>
        <p:spPr>
          <a:xfrm>
            <a:off x="684188" y="972170"/>
            <a:ext cx="50550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Escalonamento Gerencial</a:t>
            </a:r>
            <a:endParaRPr lang="pt-BR" dirty="0"/>
          </a:p>
        </p:txBody>
      </p:sp>
      <p:sp>
        <p:nvSpPr>
          <p:cNvPr id="14" name="Retângulo 13"/>
          <p:cNvSpPr/>
          <p:nvPr/>
        </p:nvSpPr>
        <p:spPr>
          <a:xfrm>
            <a:off x="943736" y="4808048"/>
            <a:ext cx="372454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Fluxo Operacional</a:t>
            </a:r>
            <a:endParaRPr lang="pt-BR" dirty="0"/>
          </a:p>
        </p:txBody>
      </p:sp>
      <p:sp>
        <p:nvSpPr>
          <p:cNvPr id="3" name="Botão de ação: Documento 2">
            <a:hlinkClick r:id="rId14" action="ppaction://hlinksldjump" highlightClick="1"/>
          </p:cNvPr>
          <p:cNvSpPr/>
          <p:nvPr/>
        </p:nvSpPr>
        <p:spPr>
          <a:xfrm>
            <a:off x="7776976" y="4719345"/>
            <a:ext cx="1080120" cy="700626"/>
          </a:xfrm>
          <a:prstGeom prst="actionButtonDocumen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7953243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1"/>
            <a:ext cx="16202027" cy="9037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3"/>
          <p:cNvSpPr/>
          <p:nvPr/>
        </p:nvSpPr>
        <p:spPr>
          <a:xfrm>
            <a:off x="468164" y="1044178"/>
            <a:ext cx="15300062" cy="7776864"/>
          </a:xfrm>
          <a:prstGeom prst="rect">
            <a:avLst/>
          </a:prstGeom>
          <a:solidFill>
            <a:srgbClr val="FFCCCC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just">
              <a:lnSpc>
                <a:spcPct val="90000"/>
              </a:lnSpc>
              <a:defRPr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36116" y="36066"/>
            <a:ext cx="938231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Severidade do Incidente</a:t>
            </a:r>
          </a:p>
        </p:txBody>
      </p:sp>
      <p:pic>
        <p:nvPicPr>
          <p:cNvPr id="25" name="Picture 2" descr="NAT_marca_branca_natura-01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77676" y="7308874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909776" y="1332210"/>
            <a:ext cx="14109577" cy="68018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Definição</a:t>
            </a:r>
          </a:p>
          <a:p>
            <a:endParaRPr lang="pt-BR" dirty="0">
              <a:solidFill>
                <a:schemeClr val="accent2">
                  <a:lumMod val="50000"/>
                </a:schemeClr>
              </a:solidFill>
              <a:latin typeface="Gill Sans Std ExtraBold" pitchFamily="34" charset="0"/>
            </a:endParaRPr>
          </a:p>
          <a:p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SEV 0: 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Intermitência/ indisponibilidade com alto impacto ao Negócio e/ou erros que impedem a execução das principais funções de uma 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  <a:hlinkClick r:id="rId4" action="ppaction://hlinksldjump"/>
              </a:rPr>
              <a:t>aplicação crítica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.  Dada a criticidade, o chamado deve ser obrigatoriamente aberto por telefone na CATI para agilidade no atendimento.</a:t>
            </a:r>
          </a:p>
          <a:p>
            <a:endParaRPr lang="pt-BR" dirty="0" smtClean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SEV 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1: 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Intermitência, indisponibilidade ou erros com </a:t>
            </a:r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alto impacto 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nas demais aplicações existentes no portfólio. O chamado pode ser aberto por telefone ou pelo portal da CATI Interativa.</a:t>
            </a: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endParaRPr lang="pt-BR" dirty="0" smtClean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SEV 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2: 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Lentidão com alto impacto em aplicações mas que não impede a utilização do sistema. O </a:t>
            </a:r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chamado pode ser aberto por telefone ou pelo portal da CATI Interativa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.</a:t>
            </a:r>
          </a:p>
          <a:p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r>
              <a:rPr lang="pt-BR" sz="2300" b="1" i="1" dirty="0" smtClean="0">
                <a:solidFill>
                  <a:srgbClr val="FF0000"/>
                </a:solidFill>
                <a:latin typeface="Gill Sans Std" pitchFamily="34" charset="0"/>
              </a:rPr>
              <a:t>Nota: </a:t>
            </a:r>
          </a:p>
          <a:p>
            <a:r>
              <a:rPr lang="pt-BR" sz="2300" b="1" i="1" dirty="0" smtClean="0">
                <a:solidFill>
                  <a:srgbClr val="FF0000"/>
                </a:solidFill>
                <a:latin typeface="Gill Sans Std" pitchFamily="34" charset="0"/>
              </a:rPr>
              <a:t>Neste primeiro momento a definição da severidade será feita manualmente pela equipe GRC até que a matriz final esteja validada e acordada com as áreas de Negócio.</a:t>
            </a:r>
            <a:endParaRPr lang="pt-BR" sz="2300" b="1" i="1" dirty="0">
              <a:solidFill>
                <a:srgbClr val="FF0000"/>
              </a:solidFill>
              <a:latin typeface="Gill Sans St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9545474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1"/>
            <a:ext cx="16202027" cy="9037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3"/>
          <p:cNvSpPr/>
          <p:nvPr/>
        </p:nvSpPr>
        <p:spPr>
          <a:xfrm>
            <a:off x="468164" y="1044178"/>
            <a:ext cx="15300062" cy="7776864"/>
          </a:xfrm>
          <a:prstGeom prst="rect">
            <a:avLst/>
          </a:prstGeom>
          <a:solidFill>
            <a:srgbClr val="FFCCCC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just">
              <a:lnSpc>
                <a:spcPct val="90000"/>
              </a:lnSpc>
              <a:defRPr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36116" y="36066"/>
            <a:ext cx="1045465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Papéis e responsabilidades</a:t>
            </a:r>
          </a:p>
        </p:txBody>
      </p:sp>
      <p:pic>
        <p:nvPicPr>
          <p:cNvPr id="25" name="Picture 2" descr="NAT_marca_branca_natura-01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77676" y="7308874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909776" y="1332210"/>
            <a:ext cx="14109577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NCC:</a:t>
            </a:r>
            <a:endParaRPr lang="pt-BR" dirty="0">
              <a:solidFill>
                <a:schemeClr val="accent2">
                  <a:lumMod val="50000"/>
                </a:schemeClr>
              </a:solidFill>
              <a:latin typeface="Gill Sans Std ExtraBold" pitchFamily="34" charset="0"/>
            </a:endParaRP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Ser o ponto focal do incidente (primeiro nível)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Monitorar e validar os alertas das aplicações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Acionar a equipe GRC e fornecedores para iniciar a análise  do incidente crítico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Abrir a conferência com os times técnicos (Natura e fornecedores)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Fazer a comunicação do incidente (SMS e e-mail)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Validar o término do incidente com a área usuária</a:t>
            </a:r>
          </a:p>
          <a:p>
            <a:endParaRPr lang="pt-BR" dirty="0" smtClean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GRC:</a:t>
            </a:r>
            <a:endParaRPr lang="pt-BR" dirty="0">
              <a:solidFill>
                <a:schemeClr val="accent2">
                  <a:lumMod val="50000"/>
                </a:schemeClr>
              </a:solidFill>
              <a:latin typeface="Gill Sans Std ExtraBold" pitchFamily="34" charset="0"/>
            </a:endParaRP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Validar as informações do incidente providas pela NCC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Definir a prioridade e autorizar a abertura do incidente crítico (Sev 0, 1 e 2)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Conduzir as discussões técnicas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Escalar fornecedores e áreas técnicas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Validar os comunicados a serem enviados pela NCC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Comunicar  a gerência e diretoria de TD sobre o incidente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Fazer a gestão do incidente</a:t>
            </a: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6146835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1"/>
            <a:ext cx="16202027" cy="9037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3"/>
          <p:cNvSpPr/>
          <p:nvPr/>
        </p:nvSpPr>
        <p:spPr>
          <a:xfrm>
            <a:off x="468164" y="1044178"/>
            <a:ext cx="15300062" cy="7776864"/>
          </a:xfrm>
          <a:prstGeom prst="rect">
            <a:avLst/>
          </a:prstGeom>
          <a:solidFill>
            <a:srgbClr val="FFCCCC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just">
              <a:lnSpc>
                <a:spcPct val="90000"/>
              </a:lnSpc>
              <a:defRPr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36116" y="36066"/>
            <a:ext cx="1045465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Papéis e responsabilidades</a:t>
            </a:r>
          </a:p>
        </p:txBody>
      </p:sp>
      <p:pic>
        <p:nvPicPr>
          <p:cNvPr id="25" name="Picture 2" descr="NAT_marca_branca_natura-01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77676" y="7308874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909776" y="1332210"/>
            <a:ext cx="14109577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Áreas Técnicas (GSA, GST e Projetos):</a:t>
            </a:r>
            <a:endParaRPr lang="pt-BR" dirty="0">
              <a:solidFill>
                <a:schemeClr val="accent2">
                  <a:lumMod val="50000"/>
                </a:schemeClr>
              </a:solidFill>
              <a:latin typeface="Gill Sans Std ExtraBold" pitchFamily="34" charset="0"/>
            </a:endParaRP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Ser o ponto focal com os provedores da solução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Analisar o incidente e desafiar as equipes técnicas quanto </a:t>
            </a:r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à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 solução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Apoiar a GRC na condução do incidente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Acionar a NCC/ GRC quando houver incidentes ocorridos fora do fluxo definido</a:t>
            </a:r>
          </a:p>
          <a:p>
            <a:endParaRPr lang="pt-BR" dirty="0" smtClean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Fornecedores: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Acionar a NCC/ GRC quando houver incidentes ocorridos fora do fluxo definido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Tratar os incidentes (análise, solução de contorno e/ou definitiva)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Participar das discussões técnicas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Gerar relatório de impacto (quando elegível)</a:t>
            </a:r>
          </a:p>
          <a:p>
            <a:pPr marL="457200" indent="-457200">
              <a:buFont typeface="Arial" pitchFamily="34" charset="0"/>
              <a:buChar char="•"/>
            </a:pPr>
            <a:endParaRPr lang="pt-BR" dirty="0" smtClean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Diretores e VP:</a:t>
            </a:r>
            <a:endParaRPr lang="pt-BR" dirty="0">
              <a:solidFill>
                <a:schemeClr val="accent2">
                  <a:lumMod val="50000"/>
                </a:schemeClr>
              </a:solidFill>
              <a:latin typeface="Gill Sans Std ExtraBold" pitchFamily="34" charset="0"/>
            </a:endParaRP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Disseminar as informações do incidente para os parceiros de Negócio</a:t>
            </a: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443809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1"/>
            <a:ext cx="16202027" cy="9037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3"/>
          <p:cNvSpPr/>
          <p:nvPr/>
        </p:nvSpPr>
        <p:spPr>
          <a:xfrm>
            <a:off x="465639" y="867063"/>
            <a:ext cx="15300062" cy="7881971"/>
          </a:xfrm>
          <a:prstGeom prst="rect">
            <a:avLst/>
          </a:prstGeom>
          <a:solidFill>
            <a:srgbClr val="FFCCCC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just">
              <a:lnSpc>
                <a:spcPct val="90000"/>
              </a:lnSpc>
              <a:defRPr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36116" y="36066"/>
            <a:ext cx="4160113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Benefícios</a:t>
            </a:r>
            <a:endParaRPr lang="pt-BR" sz="4800" b="1" dirty="0">
              <a:solidFill>
                <a:schemeClr val="accent2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UltraBold" pitchFamily="34" charset="0"/>
              <a:cs typeface="Gill Sans Std Light"/>
            </a:endParaRPr>
          </a:p>
        </p:txBody>
      </p:sp>
      <p:pic>
        <p:nvPicPr>
          <p:cNvPr id="25" name="Picture 2" descr="NAT_marca_branca_natura-01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77676" y="7236866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Retângulo 11"/>
          <p:cNvSpPr/>
          <p:nvPr/>
        </p:nvSpPr>
        <p:spPr>
          <a:xfrm>
            <a:off x="1188244" y="1332210"/>
            <a:ext cx="13609512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Agilidade no escalonamento dos incidentes críticos</a:t>
            </a:r>
          </a:p>
          <a:p>
            <a:pPr marL="457200" indent="-457200">
              <a:buFont typeface="Arial" pitchFamily="34" charset="0"/>
              <a:buChar char="•"/>
            </a:pPr>
            <a:endParaRPr lang="pt-BR" dirty="0" smtClean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Comunicação clara, objetiva, simplificada e assertiva</a:t>
            </a:r>
          </a:p>
          <a:p>
            <a:pPr marL="457200" indent="-457200">
              <a:buFont typeface="Arial" pitchFamily="34" charset="0"/>
              <a:buChar char="•"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pPr marL="457200" indent="-457200">
              <a:buFont typeface="Arial" pitchFamily="34" charset="0"/>
              <a:buChar char="•"/>
            </a:pP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Redução nas falhas de escalonamento com o público alvo.</a:t>
            </a:r>
          </a:p>
          <a:p>
            <a:pPr marL="457200" indent="-457200">
              <a:buFont typeface="Arial" pitchFamily="34" charset="0"/>
              <a:buChar char="•"/>
            </a:pPr>
            <a:endParaRPr lang="pt-BR" dirty="0" smtClean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pPr marL="457200" indent="-457200">
              <a:buFont typeface="Arial" pitchFamily="34" charset="0"/>
              <a:buChar char="•"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9703542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1"/>
            <a:ext cx="16202027" cy="9037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47832" y="1359505"/>
            <a:ext cx="15007370" cy="7461537"/>
          </a:xfrm>
          <a:prstGeom prst="rect">
            <a:avLst/>
          </a:prstGeom>
          <a:solidFill>
            <a:srgbClr val="FFCCCC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just">
              <a:lnSpc>
                <a:spcPct val="90000"/>
              </a:lnSpc>
              <a:defRPr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36116" y="36066"/>
            <a:ext cx="7526419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Ações em destaque</a:t>
            </a:r>
          </a:p>
          <a:p>
            <a:r>
              <a:rPr lang="pt-BR" sz="32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Comunicação: SMS </a:t>
            </a:r>
            <a:endParaRPr lang="pt-BR" sz="3200" b="1" dirty="0">
              <a:solidFill>
                <a:schemeClr val="accent2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UltraBold" pitchFamily="34" charset="0"/>
              <a:cs typeface="Gill Sans Std Light"/>
            </a:endParaRPr>
          </a:p>
        </p:txBody>
      </p:sp>
      <p:pic>
        <p:nvPicPr>
          <p:cNvPr id="25" name="Picture 2" descr="NAT_marca_branca_natura-01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77676" y="7308874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878870" y="1620242"/>
            <a:ext cx="15071014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Reformulação torpedo:</a:t>
            </a:r>
          </a:p>
          <a:p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Conteúdo simplificado para envio do 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SMS para facilitar a visualização do problema.</a:t>
            </a: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pPr marL="457200" indent="-457200">
              <a:buFontTx/>
              <a:buChar char="-"/>
            </a:pPr>
            <a:endParaRPr lang="pt-BR" dirty="0"/>
          </a:p>
          <a:p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Estrutura:</a:t>
            </a:r>
          </a:p>
          <a:p>
            <a:pPr marL="457200" indent="-457200">
              <a:buFontTx/>
              <a:buChar char="-"/>
            </a:pPr>
            <a:endParaRPr lang="pt-BR" sz="800" dirty="0"/>
          </a:p>
          <a:p>
            <a:r>
              <a:rPr lang="pt-BR" i="1" dirty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[Número do Chamado + Tipo do Problema + Sistema afetado + Status + </a:t>
            </a:r>
            <a:r>
              <a:rPr lang="pt-BR" i="1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Previsão de solução]</a:t>
            </a:r>
            <a:endParaRPr lang="pt-BR" i="1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endParaRPr lang="pt-BR" sz="2400" b="1" dirty="0"/>
          </a:p>
          <a:p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Tipo do problema: </a:t>
            </a:r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Indisponibilidade / Lentidão / Intermitência / 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Erro</a:t>
            </a: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Status: </a:t>
            </a:r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Em análise / Aplicando solução/ Validando solução/ Em monitoração / Encerrado </a:t>
            </a:r>
          </a:p>
          <a:p>
            <a:endParaRPr lang="pt-BR" dirty="0"/>
          </a:p>
          <a:p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Exemplo:</a:t>
            </a:r>
          </a:p>
          <a:p>
            <a:endParaRPr lang="pt-BR" sz="800" dirty="0"/>
          </a:p>
          <a:p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1234567: Indisponibilidade de acesso Cobrança Net / Status: Em análise / </a:t>
            </a:r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Prev.: </a:t>
            </a:r>
            <a:r>
              <a:rPr lang="pt-BR" dirty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20/07 – 12:30</a:t>
            </a:r>
          </a:p>
        </p:txBody>
      </p:sp>
      <p:sp>
        <p:nvSpPr>
          <p:cNvPr id="3" name="Retângulo 2"/>
          <p:cNvSpPr/>
          <p:nvPr/>
        </p:nvSpPr>
        <p:spPr>
          <a:xfrm>
            <a:off x="1332260" y="7234832"/>
            <a:ext cx="12457384" cy="11541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2300" b="1" i="1" dirty="0">
                <a:solidFill>
                  <a:srgbClr val="FF0000"/>
                </a:solidFill>
                <a:latin typeface="Gill Sans Std" pitchFamily="34" charset="0"/>
              </a:rPr>
              <a:t>Nota: </a:t>
            </a:r>
          </a:p>
          <a:p>
            <a:r>
              <a:rPr lang="pt-BR" sz="2300" b="1" i="1" dirty="0" smtClean="0">
                <a:solidFill>
                  <a:srgbClr val="FF0000"/>
                </a:solidFill>
                <a:latin typeface="Gill Sans Std" pitchFamily="34" charset="0"/>
              </a:rPr>
              <a:t>Serão criados grupos de escalonamento por processo de negócio para assertividade da comunicação</a:t>
            </a:r>
            <a:endParaRPr lang="pt-BR" sz="2300" dirty="0"/>
          </a:p>
        </p:txBody>
      </p:sp>
    </p:spTree>
    <p:extLst>
      <p:ext uri="{BB962C8B-B14F-4D97-AF65-F5344CB8AC3E}">
        <p14:creationId xmlns:p14="http://schemas.microsoft.com/office/powerpoint/2010/main" val="3362939721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1"/>
            <a:ext cx="16202027" cy="9037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3"/>
          <p:cNvSpPr/>
          <p:nvPr/>
        </p:nvSpPr>
        <p:spPr>
          <a:xfrm>
            <a:off x="654482" y="1476226"/>
            <a:ext cx="15007370" cy="7344816"/>
          </a:xfrm>
          <a:prstGeom prst="rect">
            <a:avLst/>
          </a:prstGeom>
          <a:solidFill>
            <a:srgbClr val="FFCCCC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just">
              <a:lnSpc>
                <a:spcPct val="90000"/>
              </a:lnSpc>
              <a:defRPr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36116" y="36066"/>
            <a:ext cx="7526419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Ações em destaque</a:t>
            </a:r>
          </a:p>
          <a:p>
            <a:r>
              <a:rPr lang="pt-BR" sz="32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Comunicação: Whatsapp</a:t>
            </a:r>
            <a:endParaRPr lang="pt-BR" sz="3200" b="1" dirty="0">
              <a:solidFill>
                <a:schemeClr val="accent2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UltraBold" pitchFamily="34" charset="0"/>
              <a:cs typeface="Gill Sans Std Light"/>
            </a:endParaRPr>
          </a:p>
        </p:txBody>
      </p:sp>
      <p:pic>
        <p:nvPicPr>
          <p:cNvPr id="25" name="Picture 2" descr="NAT_marca_branca_natura-01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33660" y="7308874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756196" y="1716052"/>
            <a:ext cx="14905656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Criação de novo meio de comunicação dos incidentes críticos para o público de TD através do aplicativo Whatsapp.  O formato da comunicação será nos mesmos moldes do SMS, porém permitirá a troca de informações entre os participantes do grupo de forma mais rápida e eficaz. Serão criados grupos específicos de comunicação por criticidade (Sev 0, 1 ou 2)</a:t>
            </a:r>
          </a:p>
          <a:p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  <a:p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Também serão criadas políticas de troca de mensagens entre os colaboradores do grupo para evitar desencontro de informações.</a:t>
            </a: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9091243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1"/>
            <a:ext cx="16202027" cy="9037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3"/>
          <p:cNvSpPr/>
          <p:nvPr/>
        </p:nvSpPr>
        <p:spPr>
          <a:xfrm>
            <a:off x="540172" y="1359505"/>
            <a:ext cx="15300062" cy="7461537"/>
          </a:xfrm>
          <a:prstGeom prst="rect">
            <a:avLst/>
          </a:prstGeom>
          <a:solidFill>
            <a:srgbClr val="FFCCCC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just">
              <a:lnSpc>
                <a:spcPct val="90000"/>
              </a:lnSpc>
              <a:defRPr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36116" y="36066"/>
            <a:ext cx="7731604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Ações em destaque </a:t>
            </a:r>
          </a:p>
          <a:p>
            <a:r>
              <a:rPr lang="pt-BR" sz="32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Comunicação: E-mail</a:t>
            </a:r>
            <a:endParaRPr lang="pt-BR" sz="3200" b="1" dirty="0">
              <a:solidFill>
                <a:schemeClr val="accent2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UltraBold" pitchFamily="34" charset="0"/>
              <a:cs typeface="Gill Sans Std Light"/>
            </a:endParaRPr>
          </a:p>
        </p:txBody>
      </p:sp>
      <p:pic>
        <p:nvPicPr>
          <p:cNvPr id="25" name="Picture 2" descr="NAT_marca_branca_natura-01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9684" y="7308874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etângulo 9"/>
          <p:cNvSpPr/>
          <p:nvPr/>
        </p:nvSpPr>
        <p:spPr>
          <a:xfrm>
            <a:off x="900212" y="1620242"/>
            <a:ext cx="144016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 smtClean="0">
                <a:solidFill>
                  <a:schemeClr val="accent2">
                    <a:lumMod val="50000"/>
                  </a:schemeClr>
                </a:solidFill>
                <a:latin typeface="Gill Sans Std" pitchFamily="34" charset="0"/>
              </a:rPr>
              <a:t>Novo formato de comunicação mais direcionado e com uma interface amigável que facilita a visualização nos smartphones:</a:t>
            </a: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956" y="2685169"/>
            <a:ext cx="4427264" cy="5887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6510870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1"/>
            <a:ext cx="16202027" cy="9037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3"/>
          <p:cNvSpPr/>
          <p:nvPr/>
        </p:nvSpPr>
        <p:spPr>
          <a:xfrm>
            <a:off x="525066" y="828154"/>
            <a:ext cx="15300062" cy="7881971"/>
          </a:xfrm>
          <a:prstGeom prst="rect">
            <a:avLst/>
          </a:prstGeom>
          <a:solidFill>
            <a:srgbClr val="FFCCCC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just">
              <a:lnSpc>
                <a:spcPct val="90000"/>
              </a:lnSpc>
              <a:defRPr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36116" y="36066"/>
            <a:ext cx="654461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Próximos passos</a:t>
            </a:r>
            <a:endParaRPr lang="pt-BR" sz="4800" b="1" dirty="0">
              <a:solidFill>
                <a:schemeClr val="accent2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UltraBold" pitchFamily="34" charset="0"/>
              <a:cs typeface="Gill Sans Std Light"/>
            </a:endParaRPr>
          </a:p>
        </p:txBody>
      </p:sp>
      <p:pic>
        <p:nvPicPr>
          <p:cNvPr id="25" name="Picture 2" descr="NAT_marca_branca_natura-01.pn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00350" y="7205173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3" name="Objeto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91933099"/>
              </p:ext>
            </p:extLst>
          </p:nvPr>
        </p:nvGraphicFramePr>
        <p:xfrm>
          <a:off x="2556395" y="1090514"/>
          <a:ext cx="10887251" cy="722647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91" name="Planilha" r:id="rId6" imgW="8725029" imgH="5791155" progId="Excel.Sheet.12">
                  <p:embed/>
                </p:oleObj>
              </mc:Choice>
              <mc:Fallback>
                <p:oleObj name="Planilha" r:id="rId6" imgW="8725029" imgH="5791155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556395" y="1090514"/>
                        <a:ext cx="10887251" cy="722647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>
            <a:hlinkClick r:id="" action="ppaction://ole?verb=1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4864665"/>
              </p:ext>
            </p:extLst>
          </p:nvPr>
        </p:nvGraphicFramePr>
        <p:xfrm>
          <a:off x="13950905" y="4383376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92" name="Planilha" showAsIcon="1" r:id="rId9" imgW="914400" imgH="771480" progId="Excel.Sheet.12">
                  <p:embed/>
                </p:oleObj>
              </mc:Choice>
              <mc:Fallback>
                <p:oleObj name="Planilha" showAsIcon="1" r:id="rId9" imgW="914400" imgH="77148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3950905" y="4383376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81976105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1"/>
            <a:ext cx="16202027" cy="9037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3"/>
          <p:cNvSpPr/>
          <p:nvPr/>
        </p:nvSpPr>
        <p:spPr>
          <a:xfrm>
            <a:off x="468164" y="1044178"/>
            <a:ext cx="15300062" cy="7776864"/>
          </a:xfrm>
          <a:prstGeom prst="rect">
            <a:avLst/>
          </a:prstGeom>
          <a:solidFill>
            <a:srgbClr val="FFCCCC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just">
              <a:lnSpc>
                <a:spcPct val="90000"/>
              </a:lnSpc>
              <a:defRPr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36116" y="36066"/>
            <a:ext cx="7379456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Aplicações críticas</a:t>
            </a:r>
          </a:p>
        </p:txBody>
      </p:sp>
      <p:pic>
        <p:nvPicPr>
          <p:cNvPr id="25" name="Picture 2" descr="NAT_marca_branca_natura-01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77676" y="7308874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Botão de ação: Voltar ou Anterior 6">
            <a:hlinkClick r:id="rId4" action="ppaction://hlinksldjump" highlightClick="1"/>
          </p:cNvPr>
          <p:cNvSpPr/>
          <p:nvPr/>
        </p:nvSpPr>
        <p:spPr>
          <a:xfrm>
            <a:off x="7776976" y="7720764"/>
            <a:ext cx="648072" cy="576064"/>
          </a:xfrm>
          <a:prstGeom prst="actionButtonBackPrevio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 de cantos arredondados 4"/>
          <p:cNvSpPr/>
          <p:nvPr/>
        </p:nvSpPr>
        <p:spPr>
          <a:xfrm>
            <a:off x="4149843" y="2412330"/>
            <a:ext cx="7560840" cy="4551305"/>
          </a:xfrm>
          <a:prstGeom prst="roundRect">
            <a:avLst/>
          </a:prstGeom>
          <a:solidFill>
            <a:srgbClr val="FFFF99"/>
          </a:solidFill>
          <a:ln w="508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2500"/>
              </a:lnSpc>
            </a:pPr>
            <a:r>
              <a:rPr lang="pt-BR" dirty="0" smtClean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  Sites </a:t>
            </a:r>
            <a:r>
              <a:rPr lang="pt-BR" dirty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Natura.com.br / </a:t>
            </a:r>
            <a:r>
              <a:rPr lang="pt-BR" dirty="0" smtClean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Natura.net</a:t>
            </a:r>
          </a:p>
          <a:p>
            <a:pPr>
              <a:lnSpc>
                <a:spcPts val="2500"/>
              </a:lnSpc>
            </a:pPr>
            <a:endParaRPr lang="pt-BR" dirty="0">
              <a:solidFill>
                <a:schemeClr val="accent6">
                  <a:lumMod val="75000"/>
                </a:schemeClr>
              </a:solidFill>
              <a:latin typeface="Gill Sans Std ExtraBold" pitchFamily="34" charset="0"/>
            </a:endParaRPr>
          </a:p>
          <a:p>
            <a:pPr>
              <a:lnSpc>
                <a:spcPts val="2500"/>
              </a:lnSpc>
            </a:pPr>
            <a:r>
              <a:rPr lang="pt-BR" dirty="0" smtClean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  Sites CF/CN/CNO/FV</a:t>
            </a:r>
          </a:p>
          <a:p>
            <a:pPr>
              <a:lnSpc>
                <a:spcPts val="2500"/>
              </a:lnSpc>
            </a:pPr>
            <a:endParaRPr lang="pt-BR" dirty="0">
              <a:solidFill>
                <a:schemeClr val="accent6">
                  <a:lumMod val="75000"/>
                </a:schemeClr>
              </a:solidFill>
              <a:latin typeface="Gill Sans Std ExtraBold" pitchFamily="34" charset="0"/>
            </a:endParaRPr>
          </a:p>
          <a:p>
            <a:pPr>
              <a:lnSpc>
                <a:spcPts val="2500"/>
              </a:lnSpc>
            </a:pPr>
            <a:r>
              <a:rPr lang="pt-BR" dirty="0" smtClean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  Rede </a:t>
            </a:r>
            <a:r>
              <a:rPr lang="pt-BR" dirty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Natura (Biosphera</a:t>
            </a:r>
            <a:r>
              <a:rPr lang="pt-BR" dirty="0" smtClean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)</a:t>
            </a:r>
          </a:p>
          <a:p>
            <a:pPr>
              <a:lnSpc>
                <a:spcPts val="2500"/>
              </a:lnSpc>
            </a:pPr>
            <a:endParaRPr lang="pt-BR" dirty="0">
              <a:solidFill>
                <a:schemeClr val="accent6">
                  <a:lumMod val="75000"/>
                </a:schemeClr>
              </a:solidFill>
              <a:latin typeface="Gill Sans Std ExtraBold" pitchFamily="34" charset="0"/>
            </a:endParaRPr>
          </a:p>
          <a:p>
            <a:pPr>
              <a:lnSpc>
                <a:spcPts val="2500"/>
              </a:lnSpc>
            </a:pPr>
            <a:r>
              <a:rPr lang="pt-BR" dirty="0" smtClean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  Captação </a:t>
            </a:r>
            <a:r>
              <a:rPr lang="pt-BR" dirty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de </a:t>
            </a:r>
            <a:r>
              <a:rPr lang="pt-BR" dirty="0" smtClean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Pedidos</a:t>
            </a:r>
          </a:p>
          <a:p>
            <a:pPr>
              <a:lnSpc>
                <a:spcPts val="2500"/>
              </a:lnSpc>
            </a:pPr>
            <a:endParaRPr lang="pt-BR" dirty="0">
              <a:solidFill>
                <a:schemeClr val="accent6">
                  <a:lumMod val="75000"/>
                </a:schemeClr>
              </a:solidFill>
              <a:latin typeface="Gill Sans Std ExtraBold" pitchFamily="34" charset="0"/>
            </a:endParaRPr>
          </a:p>
          <a:p>
            <a:pPr>
              <a:lnSpc>
                <a:spcPts val="2500"/>
              </a:lnSpc>
            </a:pPr>
            <a:r>
              <a:rPr lang="pt-BR" dirty="0" smtClean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  Cobrança NET</a:t>
            </a:r>
          </a:p>
          <a:p>
            <a:pPr>
              <a:lnSpc>
                <a:spcPts val="2500"/>
              </a:lnSpc>
            </a:pPr>
            <a:endParaRPr lang="pt-BR" dirty="0">
              <a:solidFill>
                <a:schemeClr val="accent6">
                  <a:lumMod val="75000"/>
                </a:schemeClr>
              </a:solidFill>
              <a:latin typeface="Gill Sans Std ExtraBold" pitchFamily="34" charset="0"/>
            </a:endParaRPr>
          </a:p>
          <a:p>
            <a:pPr>
              <a:lnSpc>
                <a:spcPts val="2500"/>
              </a:lnSpc>
            </a:pPr>
            <a:r>
              <a:rPr lang="pt-BR" dirty="0" smtClean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  Faturamento</a:t>
            </a:r>
          </a:p>
          <a:p>
            <a:pPr>
              <a:lnSpc>
                <a:spcPts val="2500"/>
              </a:lnSpc>
            </a:pPr>
            <a:endParaRPr lang="pt-BR" dirty="0">
              <a:solidFill>
                <a:schemeClr val="accent6">
                  <a:lumMod val="75000"/>
                </a:schemeClr>
              </a:solidFill>
              <a:latin typeface="Gill Sans Std ExtraBold" pitchFamily="34" charset="0"/>
            </a:endParaRPr>
          </a:p>
          <a:p>
            <a:pPr>
              <a:lnSpc>
                <a:spcPts val="2500"/>
              </a:lnSpc>
            </a:pPr>
            <a:r>
              <a:rPr lang="pt-BR" dirty="0" smtClean="0">
                <a:solidFill>
                  <a:schemeClr val="accent6">
                    <a:lumMod val="75000"/>
                  </a:schemeClr>
                </a:solidFill>
                <a:latin typeface="Gill Sans Std ExtraBold" pitchFamily="34" charset="0"/>
              </a:rPr>
              <a:t>  Separação</a:t>
            </a:r>
            <a:endParaRPr lang="pt-BR" dirty="0">
              <a:solidFill>
                <a:schemeClr val="accent6">
                  <a:lumMod val="75000"/>
                </a:schemeClr>
              </a:solidFill>
              <a:latin typeface="Gill Sans Std ExtraBold" pitchFamily="34" charset="0"/>
            </a:endParaRPr>
          </a:p>
        </p:txBody>
      </p:sp>
      <p:pic>
        <p:nvPicPr>
          <p:cNvPr id="1026" name="Picture 2" descr="E:\Users\mvmarque\AppData\Local\Microsoft\Windows\Temporary Internet Files\Content.IE5\7K40T1N6\MC900434750[1]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7826" y="3564458"/>
            <a:ext cx="2285714" cy="2285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4800210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4" r="12184"/>
          <a:stretch/>
        </p:blipFill>
        <p:spPr bwMode="auto">
          <a:xfrm>
            <a:off x="-1" y="1"/>
            <a:ext cx="16202027" cy="9037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3"/>
          <p:cNvSpPr/>
          <p:nvPr/>
        </p:nvSpPr>
        <p:spPr>
          <a:xfrm>
            <a:off x="505806" y="900162"/>
            <a:ext cx="15300062" cy="7881971"/>
          </a:xfrm>
          <a:prstGeom prst="rect">
            <a:avLst/>
          </a:prstGeom>
          <a:solidFill>
            <a:srgbClr val="FFCCCC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just">
              <a:lnSpc>
                <a:spcPct val="90000"/>
              </a:lnSpc>
              <a:defRPr/>
            </a:pPr>
            <a:endParaRPr lang="pt-BR" dirty="0">
              <a:solidFill>
                <a:schemeClr val="accent2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36116" y="36066"/>
            <a:ext cx="6359433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b="1" dirty="0" smtClean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UltraBold" pitchFamily="34" charset="0"/>
                <a:cs typeface="Gill Sans Std Light"/>
              </a:rPr>
              <a:t>Fluxo detalhado</a:t>
            </a:r>
            <a:endParaRPr lang="pt-BR" sz="4800" b="1" dirty="0">
              <a:solidFill>
                <a:schemeClr val="accent2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UltraBold" pitchFamily="34" charset="0"/>
              <a:cs typeface="Gill Sans Std Light"/>
            </a:endParaRPr>
          </a:p>
        </p:txBody>
      </p:sp>
      <p:pic>
        <p:nvPicPr>
          <p:cNvPr id="25" name="Picture 2" descr="NAT_marca_branca_natura-01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21692" y="7308874"/>
            <a:ext cx="1533510" cy="1399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Botão de ação: Voltar ou Anterior 2">
            <a:hlinkClick r:id="rId4" action="ppaction://hlinksldjump" highlightClick="1"/>
          </p:cNvPr>
          <p:cNvSpPr/>
          <p:nvPr/>
        </p:nvSpPr>
        <p:spPr>
          <a:xfrm>
            <a:off x="12853540" y="6948834"/>
            <a:ext cx="648072" cy="576064"/>
          </a:xfrm>
          <a:prstGeom prst="actionButtonBackPrevio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1318" y="1188194"/>
            <a:ext cx="8666158" cy="7279241"/>
          </a:xfrm>
          <a:prstGeom prst="rect">
            <a:avLst/>
          </a:prstGeom>
          <a:ln w="73025" cmpd="dbl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64438265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65" t="16096"/>
          <a:stretch/>
        </p:blipFill>
        <p:spPr bwMode="auto">
          <a:xfrm flipH="1">
            <a:off x="-2" y="0"/>
            <a:ext cx="16236559" cy="899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3" name="Retângulo 32"/>
          <p:cNvSpPr/>
          <p:nvPr/>
        </p:nvSpPr>
        <p:spPr>
          <a:xfrm>
            <a:off x="-2" y="828157"/>
            <a:ext cx="16236559" cy="7776863"/>
          </a:xfrm>
          <a:prstGeom prst="rect">
            <a:avLst/>
          </a:prstGeom>
          <a:solidFill>
            <a:srgbClr val="FFCCCC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7" tIns="45719" rIns="91437" bIns="45719" rtlCol="0" anchor="ctr"/>
          <a:lstStyle/>
          <a:p>
            <a:pPr algn="ctr"/>
            <a:endParaRPr lang="pt-BR"/>
          </a:p>
        </p:txBody>
      </p:sp>
      <p:sp>
        <p:nvSpPr>
          <p:cNvPr id="10270" name="3 CuadroTexto"/>
          <p:cNvSpPr txBox="1">
            <a:spLocks noChangeArrowheads="1"/>
          </p:cNvSpPr>
          <p:nvPr/>
        </p:nvSpPr>
        <p:spPr bwMode="auto">
          <a:xfrm>
            <a:off x="8677076" y="4456685"/>
            <a:ext cx="7519421" cy="1253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44013" tIns="72007" rIns="144013" bIns="72007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s-AR" sz="7200" dirty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Fim. Obrigado</a:t>
            </a:r>
            <a:r>
              <a:rPr lang="es-AR" sz="5400" dirty="0" smtClean="0">
                <a:solidFill>
                  <a:schemeClr val="accent2">
                    <a:lumMod val="50000"/>
                  </a:schemeClr>
                </a:solidFill>
                <a:latin typeface="Gill Sans Std ExtraBold" pitchFamily="34" charset="0"/>
              </a:rPr>
              <a:t>.</a:t>
            </a:r>
            <a:endParaRPr lang="es-AR" sz="5400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0083063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lank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specto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4AEA6C8EE0C134884ADCA7A4FC5BFF5" ma:contentTypeVersion="1" ma:contentTypeDescription="Crie um novo documento." ma:contentTypeScope="" ma:versionID="d2c2f25d8cf7bbfc2742c5196803d875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e078010f886becc52d8153076464ff7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588E6BC-84E1-459C-A214-7F852826370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4B0C0D1-1C1D-4EEF-9BBC-9080493358FF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7C14AA0E-9053-433B-ACBB-64B405BBEAE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23261</TotalTime>
  <Words>830</Words>
  <Application>Microsoft Office PowerPoint</Application>
  <PresentationFormat>Personalizar</PresentationFormat>
  <Paragraphs>126</Paragraphs>
  <Slides>14</Slides>
  <Notes>1</Notes>
  <HiddenSlides>2</HiddenSlides>
  <MMClips>0</MMClips>
  <ScaleCrop>false</ScaleCrop>
  <HeadingPairs>
    <vt:vector size="6" baseType="variant">
      <vt:variant>
        <vt:lpstr>Tema</vt:lpstr>
      </vt:variant>
      <vt:variant>
        <vt:i4>1</vt:i4>
      </vt:variant>
      <vt:variant>
        <vt:lpstr>Servidores OLE incorporados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6" baseType="lpstr">
      <vt:lpstr>Blank</vt:lpstr>
      <vt:lpstr>Planilha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Natura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br92025</dc:creator>
  <cp:lastModifiedBy>mvmarque</cp:lastModifiedBy>
  <cp:revision>345</cp:revision>
  <dcterms:created xsi:type="dcterms:W3CDTF">2013-07-02T18:59:28Z</dcterms:created>
  <dcterms:modified xsi:type="dcterms:W3CDTF">2014-07-30T04:23:10Z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0x01010014AEA6C8EE0C134884ADCA7A4FC5BFF5</vt:lpwstr>
  </property>
</Properties>
</file>