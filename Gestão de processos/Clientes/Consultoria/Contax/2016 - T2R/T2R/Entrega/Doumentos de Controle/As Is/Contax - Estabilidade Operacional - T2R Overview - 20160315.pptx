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tags/tag3.xml" ContentType="application/vnd.openxmlformats-officedocument.presentationml.tags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  <p:sldMasterId id="2147483673" r:id="rId2"/>
    <p:sldMasterId id="2147483675" r:id="rId3"/>
    <p:sldMasterId id="2147483677" r:id="rId4"/>
  </p:sldMasterIdLst>
  <p:notesMasterIdLst>
    <p:notesMasterId r:id="rId11"/>
  </p:notesMasterIdLst>
  <p:sldIdLst>
    <p:sldId id="262" r:id="rId5"/>
    <p:sldId id="279" r:id="rId6"/>
    <p:sldId id="289" r:id="rId7"/>
    <p:sldId id="288" r:id="rId8"/>
    <p:sldId id="290" r:id="rId9"/>
    <p:sldId id="284" r:id="rId10"/>
  </p:sldIdLst>
  <p:sldSz cx="9144000" cy="5148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83" userDrawn="1">
          <p15:clr>
            <a:srgbClr val="A4A3A4"/>
          </p15:clr>
        </p15:guide>
        <p15:guide id="2" pos="6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EAEAEA"/>
    <a:srgbClr val="CCCC00"/>
    <a:srgbClr val="1934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52" autoAdjust="0"/>
    <p:restoredTop sz="93809" autoAdjust="0"/>
  </p:normalViewPr>
  <p:slideViewPr>
    <p:cSldViewPr snapToGrid="0" snapToObjects="1">
      <p:cViewPr varScale="1">
        <p:scale>
          <a:sx n="84" d="100"/>
          <a:sy n="84" d="100"/>
        </p:scale>
        <p:origin x="524" y="56"/>
      </p:cViewPr>
      <p:guideLst>
        <p:guide orient="horz" pos="2483"/>
        <p:guide pos="612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34797EB-A640-48B8-ADF2-AFCF85782557}" type="doc">
      <dgm:prSet loTypeId="urn:microsoft.com/office/officeart/2009/3/layout/CircleRelationship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F9EC8986-FE97-40C7-9EC3-31FD9DFBD011}">
      <dgm:prSet phldrT="[Texto]" custT="1"/>
      <dgm:spPr>
        <a:solidFill>
          <a:srgbClr val="C00000"/>
        </a:solidFill>
      </dgm:spPr>
      <dgm:t>
        <a:bodyPr/>
        <a:lstStyle/>
        <a:p>
          <a:r>
            <a:rPr lang="pt-BR" sz="1200" b="1" dirty="0">
              <a:ln>
                <a:noFill/>
              </a:ln>
              <a:solidFill>
                <a:schemeClr val="bg1"/>
              </a:solidFill>
            </a:rPr>
            <a:t>Novo Serviço</a:t>
          </a:r>
        </a:p>
      </dgm:t>
    </dgm:pt>
    <dgm:pt modelId="{6B4F63E0-3516-4653-A77D-D3AACA5576EE}" type="parTrans" cxnId="{D548F089-DAAE-44A3-8026-3A2EF819BD5A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76966464-3E5F-4827-85B5-043F3019A822}" type="sibTrans" cxnId="{D548F089-DAAE-44A3-8026-3A2EF819BD5A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18D36F0C-F392-4D46-8094-2C8DC75E04EB}">
      <dgm:prSet phldrT="[Texto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pt-BR" dirty="0">
              <a:ln>
                <a:noFill/>
              </a:ln>
              <a:solidFill>
                <a:schemeClr val="bg1"/>
              </a:solidFill>
            </a:rPr>
            <a:t>Alterar 10 PA</a:t>
          </a:r>
        </a:p>
      </dgm:t>
    </dgm:pt>
    <dgm:pt modelId="{F0753A00-2418-41D1-920C-89A21053D9A8}" type="parTrans" cxnId="{498525A0-6AB4-4E12-A51B-9B4C6F66E530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553E30C6-F66A-4C24-AF8A-1E532F38538C}" type="sibTrans" cxnId="{498525A0-6AB4-4E12-A51B-9B4C6F66E530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21D16367-7EC9-44E1-8B3C-812FBD0CBAB7}">
      <dgm:prSet phldrT="[Texto]" custT="1"/>
      <dgm:spPr>
        <a:solidFill>
          <a:srgbClr val="FFC000"/>
        </a:solidFill>
      </dgm:spPr>
      <dgm:t>
        <a:bodyPr/>
        <a:lstStyle/>
        <a:p>
          <a:r>
            <a:rPr lang="pt-BR" sz="800" dirty="0">
              <a:ln>
                <a:noFill/>
              </a:ln>
              <a:solidFill>
                <a:schemeClr val="bg1"/>
              </a:solidFill>
            </a:rPr>
            <a:t>Novo Sistema</a:t>
          </a:r>
        </a:p>
      </dgm:t>
    </dgm:pt>
    <dgm:pt modelId="{B6FAF5E7-BCD5-4C63-8009-AE042AAE5E26}" type="parTrans" cxnId="{509A0886-41AD-44FE-BC70-003260963954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39CE5ABC-BFA0-4B04-BD9D-97E4399D86FD}" type="sibTrans" cxnId="{509A0886-41AD-44FE-BC70-003260963954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84C89735-18EC-426C-96F5-438C9D19C914}" type="pres">
      <dgm:prSet presAssocID="{634797EB-A640-48B8-ADF2-AFCF85782557}" presName="Name0" presStyleCnt="0">
        <dgm:presLayoutVars>
          <dgm:chMax val="1"/>
          <dgm:chPref val="1"/>
        </dgm:presLayoutVars>
      </dgm:prSet>
      <dgm:spPr/>
    </dgm:pt>
    <dgm:pt modelId="{7C4FBC0A-0D1A-4103-BF1D-10805599BE42}" type="pres">
      <dgm:prSet presAssocID="{F9EC8986-FE97-40C7-9EC3-31FD9DFBD011}" presName="Parent" presStyleLbl="node0" presStyleIdx="0" presStyleCnt="1">
        <dgm:presLayoutVars>
          <dgm:chMax val="5"/>
          <dgm:chPref val="5"/>
        </dgm:presLayoutVars>
      </dgm:prSet>
      <dgm:spPr/>
    </dgm:pt>
    <dgm:pt modelId="{C77BD888-9EBD-4662-9388-3E212FE1E841}" type="pres">
      <dgm:prSet presAssocID="{F9EC8986-FE97-40C7-9EC3-31FD9DFBD011}" presName="Accent1" presStyleLbl="node1" presStyleIdx="0" presStyleCnt="13"/>
      <dgm:spPr/>
    </dgm:pt>
    <dgm:pt modelId="{286EAAF8-B800-4947-8B6F-D61AA0516EF6}" type="pres">
      <dgm:prSet presAssocID="{F9EC8986-FE97-40C7-9EC3-31FD9DFBD011}" presName="Accent2" presStyleLbl="node1" presStyleIdx="1" presStyleCnt="13"/>
      <dgm:spPr/>
    </dgm:pt>
    <dgm:pt modelId="{3F2EE22A-581C-4928-A776-4375677B434C}" type="pres">
      <dgm:prSet presAssocID="{F9EC8986-FE97-40C7-9EC3-31FD9DFBD011}" presName="Accent3" presStyleLbl="node1" presStyleIdx="2" presStyleCnt="13"/>
      <dgm:spPr/>
    </dgm:pt>
    <dgm:pt modelId="{E9A784E5-9360-4474-911A-FE3EB1C7C58E}" type="pres">
      <dgm:prSet presAssocID="{F9EC8986-FE97-40C7-9EC3-31FD9DFBD011}" presName="Accent4" presStyleLbl="node1" presStyleIdx="3" presStyleCnt="13"/>
      <dgm:spPr/>
    </dgm:pt>
    <dgm:pt modelId="{92E4A955-81C9-46DD-A401-A8DF4F07ED07}" type="pres">
      <dgm:prSet presAssocID="{F9EC8986-FE97-40C7-9EC3-31FD9DFBD011}" presName="Accent5" presStyleLbl="node1" presStyleIdx="4" presStyleCnt="13"/>
      <dgm:spPr/>
    </dgm:pt>
    <dgm:pt modelId="{435D7DAA-869B-4828-B027-7F1CC6AE5825}" type="pres">
      <dgm:prSet presAssocID="{F9EC8986-FE97-40C7-9EC3-31FD9DFBD011}" presName="Accent6" presStyleLbl="node1" presStyleIdx="5" presStyleCnt="13"/>
      <dgm:spPr/>
    </dgm:pt>
    <dgm:pt modelId="{3FCDCD0E-8D4B-40E0-8154-135620799284}" type="pres">
      <dgm:prSet presAssocID="{18D36F0C-F392-4D46-8094-2C8DC75E04EB}" presName="Child1" presStyleLbl="node1" presStyleIdx="6" presStyleCnt="13">
        <dgm:presLayoutVars>
          <dgm:chMax val="0"/>
          <dgm:chPref val="0"/>
        </dgm:presLayoutVars>
      </dgm:prSet>
      <dgm:spPr/>
    </dgm:pt>
    <dgm:pt modelId="{FCDA793D-42E2-4A7E-AE10-09FCAF06F4E0}" type="pres">
      <dgm:prSet presAssocID="{18D36F0C-F392-4D46-8094-2C8DC75E04EB}" presName="Accent7" presStyleCnt="0"/>
      <dgm:spPr/>
    </dgm:pt>
    <dgm:pt modelId="{FDBA0F69-2D29-43E2-94EB-BAFAA1D6A965}" type="pres">
      <dgm:prSet presAssocID="{18D36F0C-F392-4D46-8094-2C8DC75E04EB}" presName="AccentHold1" presStyleLbl="node1" presStyleIdx="7" presStyleCnt="13"/>
      <dgm:spPr/>
    </dgm:pt>
    <dgm:pt modelId="{2F342FDD-2750-4383-8C9E-320229CA52A1}" type="pres">
      <dgm:prSet presAssocID="{18D36F0C-F392-4D46-8094-2C8DC75E04EB}" presName="Accent8" presStyleCnt="0"/>
      <dgm:spPr/>
    </dgm:pt>
    <dgm:pt modelId="{0660C62D-D6F1-4759-8975-F42F4419F185}" type="pres">
      <dgm:prSet presAssocID="{18D36F0C-F392-4D46-8094-2C8DC75E04EB}" presName="AccentHold2" presStyleLbl="node1" presStyleIdx="8" presStyleCnt="13"/>
      <dgm:spPr/>
    </dgm:pt>
    <dgm:pt modelId="{9D346515-87E4-41AC-98EF-96CF12EF7CA3}" type="pres">
      <dgm:prSet presAssocID="{21D16367-7EC9-44E1-8B3C-812FBD0CBAB7}" presName="Child2" presStyleLbl="node1" presStyleIdx="9" presStyleCnt="13" custScaleX="156717" custScaleY="164948" custLinFactNeighborX="-58673" custLinFactNeighborY="-11954">
        <dgm:presLayoutVars>
          <dgm:chMax val="0"/>
          <dgm:chPref val="0"/>
        </dgm:presLayoutVars>
      </dgm:prSet>
      <dgm:spPr/>
    </dgm:pt>
    <dgm:pt modelId="{B4E76DB2-BEC5-45D5-ADBA-FEC35A29483C}" type="pres">
      <dgm:prSet presAssocID="{21D16367-7EC9-44E1-8B3C-812FBD0CBAB7}" presName="Accent9" presStyleCnt="0"/>
      <dgm:spPr/>
    </dgm:pt>
    <dgm:pt modelId="{CAB06E0F-6130-440F-8C99-17AA8AA6B09F}" type="pres">
      <dgm:prSet presAssocID="{21D16367-7EC9-44E1-8B3C-812FBD0CBAB7}" presName="AccentHold1" presStyleLbl="node1" presStyleIdx="10" presStyleCnt="13"/>
      <dgm:spPr/>
    </dgm:pt>
    <dgm:pt modelId="{EF96B86B-06AB-4EAB-BE48-DB3A850119FD}" type="pres">
      <dgm:prSet presAssocID="{21D16367-7EC9-44E1-8B3C-812FBD0CBAB7}" presName="Accent10" presStyleCnt="0"/>
      <dgm:spPr/>
    </dgm:pt>
    <dgm:pt modelId="{CB9F2B2F-CDAF-4EFD-A009-2022ACD59790}" type="pres">
      <dgm:prSet presAssocID="{21D16367-7EC9-44E1-8B3C-812FBD0CBAB7}" presName="AccentHold2" presStyleLbl="node1" presStyleIdx="11" presStyleCnt="13"/>
      <dgm:spPr/>
    </dgm:pt>
    <dgm:pt modelId="{6494431B-FCEE-447B-AB47-9A595235ED65}" type="pres">
      <dgm:prSet presAssocID="{21D16367-7EC9-44E1-8B3C-812FBD0CBAB7}" presName="Accent11" presStyleCnt="0"/>
      <dgm:spPr/>
    </dgm:pt>
    <dgm:pt modelId="{913AAC8F-C942-4C05-B8FD-2CC13F573916}" type="pres">
      <dgm:prSet presAssocID="{21D16367-7EC9-44E1-8B3C-812FBD0CBAB7}" presName="AccentHold3" presStyleLbl="node1" presStyleIdx="12" presStyleCnt="13"/>
      <dgm:spPr/>
    </dgm:pt>
  </dgm:ptLst>
  <dgm:cxnLst>
    <dgm:cxn modelId="{D548F089-DAAE-44A3-8026-3A2EF819BD5A}" srcId="{634797EB-A640-48B8-ADF2-AFCF85782557}" destId="{F9EC8986-FE97-40C7-9EC3-31FD9DFBD011}" srcOrd="0" destOrd="0" parTransId="{6B4F63E0-3516-4653-A77D-D3AACA5576EE}" sibTransId="{76966464-3E5F-4827-85B5-043F3019A822}"/>
    <dgm:cxn modelId="{AD5CC4D1-BF4C-4820-AA33-7AC28570BBF2}" type="presOf" srcId="{18D36F0C-F392-4D46-8094-2C8DC75E04EB}" destId="{3FCDCD0E-8D4B-40E0-8154-135620799284}" srcOrd="0" destOrd="0" presId="urn:microsoft.com/office/officeart/2009/3/layout/CircleRelationship"/>
    <dgm:cxn modelId="{509A0886-41AD-44FE-BC70-003260963954}" srcId="{F9EC8986-FE97-40C7-9EC3-31FD9DFBD011}" destId="{21D16367-7EC9-44E1-8B3C-812FBD0CBAB7}" srcOrd="1" destOrd="0" parTransId="{B6FAF5E7-BCD5-4C63-8009-AE042AAE5E26}" sibTransId="{39CE5ABC-BFA0-4B04-BD9D-97E4399D86FD}"/>
    <dgm:cxn modelId="{99F0B3C8-29D2-4352-84D0-A2CD7560B703}" type="presOf" srcId="{21D16367-7EC9-44E1-8B3C-812FBD0CBAB7}" destId="{9D346515-87E4-41AC-98EF-96CF12EF7CA3}" srcOrd="0" destOrd="0" presId="urn:microsoft.com/office/officeart/2009/3/layout/CircleRelationship"/>
    <dgm:cxn modelId="{98A209AE-87AC-4E5F-BBF1-174B1458DE1C}" type="presOf" srcId="{F9EC8986-FE97-40C7-9EC3-31FD9DFBD011}" destId="{7C4FBC0A-0D1A-4103-BF1D-10805599BE42}" srcOrd="0" destOrd="0" presId="urn:microsoft.com/office/officeart/2009/3/layout/CircleRelationship"/>
    <dgm:cxn modelId="{498525A0-6AB4-4E12-A51B-9B4C6F66E530}" srcId="{F9EC8986-FE97-40C7-9EC3-31FD9DFBD011}" destId="{18D36F0C-F392-4D46-8094-2C8DC75E04EB}" srcOrd="0" destOrd="0" parTransId="{F0753A00-2418-41D1-920C-89A21053D9A8}" sibTransId="{553E30C6-F66A-4C24-AF8A-1E532F38538C}"/>
    <dgm:cxn modelId="{07FA26CE-E55E-47C2-A838-CE2506D1B71A}" type="presOf" srcId="{634797EB-A640-48B8-ADF2-AFCF85782557}" destId="{84C89735-18EC-426C-96F5-438C9D19C914}" srcOrd="0" destOrd="0" presId="urn:microsoft.com/office/officeart/2009/3/layout/CircleRelationship"/>
    <dgm:cxn modelId="{6EDC925F-ADFC-4E80-9D08-833AA1BBA8C5}" type="presParOf" srcId="{84C89735-18EC-426C-96F5-438C9D19C914}" destId="{7C4FBC0A-0D1A-4103-BF1D-10805599BE42}" srcOrd="0" destOrd="0" presId="urn:microsoft.com/office/officeart/2009/3/layout/CircleRelationship"/>
    <dgm:cxn modelId="{AFD2B691-5CE6-4403-961B-5DAC691460BC}" type="presParOf" srcId="{84C89735-18EC-426C-96F5-438C9D19C914}" destId="{C77BD888-9EBD-4662-9388-3E212FE1E841}" srcOrd="1" destOrd="0" presId="urn:microsoft.com/office/officeart/2009/3/layout/CircleRelationship"/>
    <dgm:cxn modelId="{F935ECF1-361B-435F-91ED-7B2DB3E41E64}" type="presParOf" srcId="{84C89735-18EC-426C-96F5-438C9D19C914}" destId="{286EAAF8-B800-4947-8B6F-D61AA0516EF6}" srcOrd="2" destOrd="0" presId="urn:microsoft.com/office/officeart/2009/3/layout/CircleRelationship"/>
    <dgm:cxn modelId="{FF57B0DA-B0E6-4E5E-B2B9-40227B4A5FB4}" type="presParOf" srcId="{84C89735-18EC-426C-96F5-438C9D19C914}" destId="{3F2EE22A-581C-4928-A776-4375677B434C}" srcOrd="3" destOrd="0" presId="urn:microsoft.com/office/officeart/2009/3/layout/CircleRelationship"/>
    <dgm:cxn modelId="{62DCA86C-E3D9-4EEB-AE9A-28010D458E81}" type="presParOf" srcId="{84C89735-18EC-426C-96F5-438C9D19C914}" destId="{E9A784E5-9360-4474-911A-FE3EB1C7C58E}" srcOrd="4" destOrd="0" presId="urn:microsoft.com/office/officeart/2009/3/layout/CircleRelationship"/>
    <dgm:cxn modelId="{A9FF3AE9-388E-447E-B875-DE28BA094CC6}" type="presParOf" srcId="{84C89735-18EC-426C-96F5-438C9D19C914}" destId="{92E4A955-81C9-46DD-A401-A8DF4F07ED07}" srcOrd="5" destOrd="0" presId="urn:microsoft.com/office/officeart/2009/3/layout/CircleRelationship"/>
    <dgm:cxn modelId="{A05252CF-C323-42FE-AD36-2CC73E901531}" type="presParOf" srcId="{84C89735-18EC-426C-96F5-438C9D19C914}" destId="{435D7DAA-869B-4828-B027-7F1CC6AE5825}" srcOrd="6" destOrd="0" presId="urn:microsoft.com/office/officeart/2009/3/layout/CircleRelationship"/>
    <dgm:cxn modelId="{486625D8-28D3-49B7-B8DA-7541F0D40F61}" type="presParOf" srcId="{84C89735-18EC-426C-96F5-438C9D19C914}" destId="{3FCDCD0E-8D4B-40E0-8154-135620799284}" srcOrd="7" destOrd="0" presId="urn:microsoft.com/office/officeart/2009/3/layout/CircleRelationship"/>
    <dgm:cxn modelId="{B69E7DB7-D366-4387-9BE6-398954E47BBA}" type="presParOf" srcId="{84C89735-18EC-426C-96F5-438C9D19C914}" destId="{FCDA793D-42E2-4A7E-AE10-09FCAF06F4E0}" srcOrd="8" destOrd="0" presId="urn:microsoft.com/office/officeart/2009/3/layout/CircleRelationship"/>
    <dgm:cxn modelId="{67F6EF3E-5800-4C16-B7C8-9A92941FDA97}" type="presParOf" srcId="{FCDA793D-42E2-4A7E-AE10-09FCAF06F4E0}" destId="{FDBA0F69-2D29-43E2-94EB-BAFAA1D6A965}" srcOrd="0" destOrd="0" presId="urn:microsoft.com/office/officeart/2009/3/layout/CircleRelationship"/>
    <dgm:cxn modelId="{7CA5C2FB-2ECC-4CA8-A65D-59D99091B860}" type="presParOf" srcId="{84C89735-18EC-426C-96F5-438C9D19C914}" destId="{2F342FDD-2750-4383-8C9E-320229CA52A1}" srcOrd="9" destOrd="0" presId="urn:microsoft.com/office/officeart/2009/3/layout/CircleRelationship"/>
    <dgm:cxn modelId="{4678CF5F-2265-4E9C-B3A4-D49084D6528F}" type="presParOf" srcId="{2F342FDD-2750-4383-8C9E-320229CA52A1}" destId="{0660C62D-D6F1-4759-8975-F42F4419F185}" srcOrd="0" destOrd="0" presId="urn:microsoft.com/office/officeart/2009/3/layout/CircleRelationship"/>
    <dgm:cxn modelId="{A1D1927E-2F14-493B-91B1-C25C2809E8B9}" type="presParOf" srcId="{84C89735-18EC-426C-96F5-438C9D19C914}" destId="{9D346515-87E4-41AC-98EF-96CF12EF7CA3}" srcOrd="10" destOrd="0" presId="urn:microsoft.com/office/officeart/2009/3/layout/CircleRelationship"/>
    <dgm:cxn modelId="{A9322302-C316-4F14-9EF7-66B941896504}" type="presParOf" srcId="{84C89735-18EC-426C-96F5-438C9D19C914}" destId="{B4E76DB2-BEC5-45D5-ADBA-FEC35A29483C}" srcOrd="11" destOrd="0" presId="urn:microsoft.com/office/officeart/2009/3/layout/CircleRelationship"/>
    <dgm:cxn modelId="{EA57A700-6FB6-4FE9-8CE0-6945A12A3C6D}" type="presParOf" srcId="{B4E76DB2-BEC5-45D5-ADBA-FEC35A29483C}" destId="{CAB06E0F-6130-440F-8C99-17AA8AA6B09F}" srcOrd="0" destOrd="0" presId="urn:microsoft.com/office/officeart/2009/3/layout/CircleRelationship"/>
    <dgm:cxn modelId="{68E22517-19D1-4BD8-8322-BE61EB7D5EA3}" type="presParOf" srcId="{84C89735-18EC-426C-96F5-438C9D19C914}" destId="{EF96B86B-06AB-4EAB-BE48-DB3A850119FD}" srcOrd="12" destOrd="0" presId="urn:microsoft.com/office/officeart/2009/3/layout/CircleRelationship"/>
    <dgm:cxn modelId="{287E179B-7DC5-4B2A-B2C7-3EE76E2355E3}" type="presParOf" srcId="{EF96B86B-06AB-4EAB-BE48-DB3A850119FD}" destId="{CB9F2B2F-CDAF-4EFD-A009-2022ACD59790}" srcOrd="0" destOrd="0" presId="urn:microsoft.com/office/officeart/2009/3/layout/CircleRelationship"/>
    <dgm:cxn modelId="{B2B658C5-3B7C-4A52-8A6A-10E5261C7486}" type="presParOf" srcId="{84C89735-18EC-426C-96F5-438C9D19C914}" destId="{6494431B-FCEE-447B-AB47-9A595235ED65}" srcOrd="13" destOrd="0" presId="urn:microsoft.com/office/officeart/2009/3/layout/CircleRelationship"/>
    <dgm:cxn modelId="{931A2210-3E10-4DD1-9479-BAD6F374CBB2}" type="presParOf" srcId="{6494431B-FCEE-447B-AB47-9A595235ED65}" destId="{913AAC8F-C942-4C05-B8FD-2CC13F573916}" srcOrd="0" destOrd="0" presId="urn:microsoft.com/office/officeart/2009/3/layout/CircleRelationship"/>
  </dgm:cxnLst>
  <dgm:bg>
    <a:noFill/>
  </dgm:bg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EE293D3-8D4E-4523-BBC2-58E36938C7C4}" type="doc">
      <dgm:prSet loTypeId="urn:microsoft.com/office/officeart/2009/3/layout/RandomtoResult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5C41225F-D30F-4D8D-B886-C1918B2F0DF5}">
      <dgm:prSet phldrT="[Texto]" custT="1"/>
      <dgm:spPr/>
      <dgm:t>
        <a:bodyPr/>
        <a:lstStyle/>
        <a:p>
          <a:r>
            <a:rPr lang="pt-BR" sz="1400" b="1" dirty="0">
              <a:solidFill>
                <a:schemeClr val="accent1">
                  <a:lumMod val="75000"/>
                </a:schemeClr>
              </a:solidFill>
            </a:rPr>
            <a:t>GMUD</a:t>
          </a:r>
        </a:p>
      </dgm:t>
    </dgm:pt>
    <dgm:pt modelId="{6E914471-E17D-4B65-B955-90688476CA45}" type="parTrans" cxnId="{8B813D10-5294-41BB-90F9-036EB84D6251}">
      <dgm:prSet/>
      <dgm:spPr/>
      <dgm:t>
        <a:bodyPr/>
        <a:lstStyle/>
        <a:p>
          <a:endParaRPr lang="pt-BR"/>
        </a:p>
      </dgm:t>
    </dgm:pt>
    <dgm:pt modelId="{757BA241-52B4-481E-A02C-5DC951EC92B3}" type="sibTrans" cxnId="{8B813D10-5294-41BB-90F9-036EB84D6251}">
      <dgm:prSet/>
      <dgm:spPr/>
      <dgm:t>
        <a:bodyPr/>
        <a:lstStyle/>
        <a:p>
          <a:endParaRPr lang="pt-BR"/>
        </a:p>
      </dgm:t>
    </dgm:pt>
    <dgm:pt modelId="{99296EAE-4E96-4C76-BF81-F35DF08B00C6}" type="pres">
      <dgm:prSet presAssocID="{8EE293D3-8D4E-4523-BBC2-58E36938C7C4}" presName="Name0" presStyleCnt="0">
        <dgm:presLayoutVars>
          <dgm:dir/>
          <dgm:animOne val="branch"/>
          <dgm:animLvl val="lvl"/>
        </dgm:presLayoutVars>
      </dgm:prSet>
      <dgm:spPr/>
    </dgm:pt>
    <dgm:pt modelId="{F318B0CA-F916-4E52-8349-6126F83AA2A7}" type="pres">
      <dgm:prSet presAssocID="{5C41225F-D30F-4D8D-B886-C1918B2F0DF5}" presName="chaos" presStyleCnt="0"/>
      <dgm:spPr/>
    </dgm:pt>
    <dgm:pt modelId="{8DF8072D-33A8-4C86-89DB-A27FABBBF6D4}" type="pres">
      <dgm:prSet presAssocID="{5C41225F-D30F-4D8D-B886-C1918B2F0DF5}" presName="parTx1" presStyleLbl="revTx" presStyleIdx="0" presStyleCnt="1" custScaleY="58704" custLinFactNeighborX="-1079" custLinFactNeighborY="82"/>
      <dgm:spPr/>
    </dgm:pt>
    <dgm:pt modelId="{759EE83A-6533-4DF2-B5E0-FA0B6CD833D4}" type="pres">
      <dgm:prSet presAssocID="{5C41225F-D30F-4D8D-B886-C1918B2F0DF5}" presName="c1" presStyleLbl="node1" presStyleIdx="0" presStyleCnt="18"/>
      <dgm:spPr/>
    </dgm:pt>
    <dgm:pt modelId="{CFF34A52-B446-4A66-A040-0589EEF730D7}" type="pres">
      <dgm:prSet presAssocID="{5C41225F-D30F-4D8D-B886-C1918B2F0DF5}" presName="c2" presStyleLbl="node1" presStyleIdx="1" presStyleCnt="18"/>
      <dgm:spPr/>
    </dgm:pt>
    <dgm:pt modelId="{85BB4DF6-BE81-48B5-8F0A-2D59E7AB4ED2}" type="pres">
      <dgm:prSet presAssocID="{5C41225F-D30F-4D8D-B886-C1918B2F0DF5}" presName="c3" presStyleLbl="node1" presStyleIdx="2" presStyleCnt="18"/>
      <dgm:spPr/>
    </dgm:pt>
    <dgm:pt modelId="{A0DB200A-D997-40A7-B152-2BFE4144D938}" type="pres">
      <dgm:prSet presAssocID="{5C41225F-D30F-4D8D-B886-C1918B2F0DF5}" presName="c4" presStyleLbl="node1" presStyleIdx="3" presStyleCnt="18"/>
      <dgm:spPr/>
    </dgm:pt>
    <dgm:pt modelId="{A447CAC5-4B98-41F5-9A4B-9AF3C171D0D2}" type="pres">
      <dgm:prSet presAssocID="{5C41225F-D30F-4D8D-B886-C1918B2F0DF5}" presName="c5" presStyleLbl="node1" presStyleIdx="4" presStyleCnt="18"/>
      <dgm:spPr/>
    </dgm:pt>
    <dgm:pt modelId="{588BC96A-8026-4006-BBC3-116A2E49F6CF}" type="pres">
      <dgm:prSet presAssocID="{5C41225F-D30F-4D8D-B886-C1918B2F0DF5}" presName="c6" presStyleLbl="node1" presStyleIdx="5" presStyleCnt="18"/>
      <dgm:spPr/>
    </dgm:pt>
    <dgm:pt modelId="{9116156A-5F17-46C5-B108-09D04A65884F}" type="pres">
      <dgm:prSet presAssocID="{5C41225F-D30F-4D8D-B886-C1918B2F0DF5}" presName="c7" presStyleLbl="node1" presStyleIdx="6" presStyleCnt="18"/>
      <dgm:spPr>
        <a:solidFill>
          <a:srgbClr val="C00000"/>
        </a:solidFill>
      </dgm:spPr>
    </dgm:pt>
    <dgm:pt modelId="{9936280F-C6B2-47B5-812A-26BAE679C7F5}" type="pres">
      <dgm:prSet presAssocID="{5C41225F-D30F-4D8D-B886-C1918B2F0DF5}" presName="c8" presStyleLbl="node1" presStyleIdx="7" presStyleCnt="18"/>
      <dgm:spPr/>
    </dgm:pt>
    <dgm:pt modelId="{D4045CBE-1A9E-4318-BAFC-D8D32365D4F8}" type="pres">
      <dgm:prSet presAssocID="{5C41225F-D30F-4D8D-B886-C1918B2F0DF5}" presName="c9" presStyleLbl="node1" presStyleIdx="8" presStyleCnt="18"/>
      <dgm:spPr/>
    </dgm:pt>
    <dgm:pt modelId="{D2C819ED-27D8-4198-8111-45A36479B3E8}" type="pres">
      <dgm:prSet presAssocID="{5C41225F-D30F-4D8D-B886-C1918B2F0DF5}" presName="c10" presStyleLbl="node1" presStyleIdx="9" presStyleCnt="18"/>
      <dgm:spPr>
        <a:solidFill>
          <a:srgbClr val="C00000"/>
        </a:solidFill>
      </dgm:spPr>
    </dgm:pt>
    <dgm:pt modelId="{7D88F62C-09FB-45E9-8146-9C19980C059C}" type="pres">
      <dgm:prSet presAssocID="{5C41225F-D30F-4D8D-B886-C1918B2F0DF5}" presName="c11" presStyleLbl="node1" presStyleIdx="10" presStyleCnt="18"/>
      <dgm:spPr/>
    </dgm:pt>
    <dgm:pt modelId="{1C610C79-2453-48B4-9C25-63B63A8EE33F}" type="pres">
      <dgm:prSet presAssocID="{5C41225F-D30F-4D8D-B886-C1918B2F0DF5}" presName="c12" presStyleLbl="node1" presStyleIdx="11" presStyleCnt="18"/>
      <dgm:spPr/>
    </dgm:pt>
    <dgm:pt modelId="{EDA4A7B0-FF2E-4A06-9FFC-EFC9101C2DC1}" type="pres">
      <dgm:prSet presAssocID="{5C41225F-D30F-4D8D-B886-C1918B2F0DF5}" presName="c13" presStyleLbl="node1" presStyleIdx="12" presStyleCnt="18"/>
      <dgm:spPr>
        <a:solidFill>
          <a:srgbClr val="C00000"/>
        </a:solidFill>
      </dgm:spPr>
    </dgm:pt>
    <dgm:pt modelId="{C77D1B1F-65CD-443D-B709-54452791BE57}" type="pres">
      <dgm:prSet presAssocID="{5C41225F-D30F-4D8D-B886-C1918B2F0DF5}" presName="c14" presStyleLbl="node1" presStyleIdx="13" presStyleCnt="18"/>
      <dgm:spPr/>
    </dgm:pt>
    <dgm:pt modelId="{232A1186-BA12-4F03-895B-3FC21678BF6B}" type="pres">
      <dgm:prSet presAssocID="{5C41225F-D30F-4D8D-B886-C1918B2F0DF5}" presName="c15" presStyleLbl="node1" presStyleIdx="14" presStyleCnt="18"/>
      <dgm:spPr>
        <a:solidFill>
          <a:srgbClr val="C00000"/>
        </a:solidFill>
      </dgm:spPr>
    </dgm:pt>
    <dgm:pt modelId="{F690C61F-F6C0-476C-8063-6C6A0C7DAFB9}" type="pres">
      <dgm:prSet presAssocID="{5C41225F-D30F-4D8D-B886-C1918B2F0DF5}" presName="c16" presStyleLbl="node1" presStyleIdx="15" presStyleCnt="18"/>
      <dgm:spPr/>
    </dgm:pt>
    <dgm:pt modelId="{E6F47A1B-9C4E-477E-AC04-26273000C923}" type="pres">
      <dgm:prSet presAssocID="{5C41225F-D30F-4D8D-B886-C1918B2F0DF5}" presName="c17" presStyleLbl="node1" presStyleIdx="16" presStyleCnt="18"/>
      <dgm:spPr>
        <a:solidFill>
          <a:srgbClr val="C00000"/>
        </a:solidFill>
      </dgm:spPr>
    </dgm:pt>
    <dgm:pt modelId="{070B57DC-187F-4B91-AF78-F8EB581A547F}" type="pres">
      <dgm:prSet presAssocID="{5C41225F-D30F-4D8D-B886-C1918B2F0DF5}" presName="c18" presStyleLbl="node1" presStyleIdx="17" presStyleCnt="18"/>
      <dgm:spPr/>
    </dgm:pt>
  </dgm:ptLst>
  <dgm:cxnLst>
    <dgm:cxn modelId="{8B813D10-5294-41BB-90F9-036EB84D6251}" srcId="{8EE293D3-8D4E-4523-BBC2-58E36938C7C4}" destId="{5C41225F-D30F-4D8D-B886-C1918B2F0DF5}" srcOrd="0" destOrd="0" parTransId="{6E914471-E17D-4B65-B955-90688476CA45}" sibTransId="{757BA241-52B4-481E-A02C-5DC951EC92B3}"/>
    <dgm:cxn modelId="{F29F4E42-39F9-4F25-AA0E-C09F2DCE9E66}" type="presOf" srcId="{8EE293D3-8D4E-4523-BBC2-58E36938C7C4}" destId="{99296EAE-4E96-4C76-BF81-F35DF08B00C6}" srcOrd="0" destOrd="0" presId="urn:microsoft.com/office/officeart/2009/3/layout/RandomtoResultProcess"/>
    <dgm:cxn modelId="{5DBC3D16-205F-42EA-9A71-32FF596FC6E7}" type="presOf" srcId="{5C41225F-D30F-4D8D-B886-C1918B2F0DF5}" destId="{8DF8072D-33A8-4C86-89DB-A27FABBBF6D4}" srcOrd="0" destOrd="0" presId="urn:microsoft.com/office/officeart/2009/3/layout/RandomtoResultProcess"/>
    <dgm:cxn modelId="{578BC4F3-9E25-4825-9443-BF9488C71374}" type="presParOf" srcId="{99296EAE-4E96-4C76-BF81-F35DF08B00C6}" destId="{F318B0CA-F916-4E52-8349-6126F83AA2A7}" srcOrd="0" destOrd="0" presId="urn:microsoft.com/office/officeart/2009/3/layout/RandomtoResultProcess"/>
    <dgm:cxn modelId="{92FB807B-0979-47EC-91A6-E610C0A6D059}" type="presParOf" srcId="{F318B0CA-F916-4E52-8349-6126F83AA2A7}" destId="{8DF8072D-33A8-4C86-89DB-A27FABBBF6D4}" srcOrd="0" destOrd="0" presId="urn:microsoft.com/office/officeart/2009/3/layout/RandomtoResultProcess"/>
    <dgm:cxn modelId="{FC88E695-3916-4775-ADE0-47AA621EAE2B}" type="presParOf" srcId="{F318B0CA-F916-4E52-8349-6126F83AA2A7}" destId="{759EE83A-6533-4DF2-B5E0-FA0B6CD833D4}" srcOrd="1" destOrd="0" presId="urn:microsoft.com/office/officeart/2009/3/layout/RandomtoResultProcess"/>
    <dgm:cxn modelId="{BC52A3EA-7A34-4E0A-9744-398C307BB5DB}" type="presParOf" srcId="{F318B0CA-F916-4E52-8349-6126F83AA2A7}" destId="{CFF34A52-B446-4A66-A040-0589EEF730D7}" srcOrd="2" destOrd="0" presId="urn:microsoft.com/office/officeart/2009/3/layout/RandomtoResultProcess"/>
    <dgm:cxn modelId="{0506745C-A633-4B01-BA93-9AAD0D02C896}" type="presParOf" srcId="{F318B0CA-F916-4E52-8349-6126F83AA2A7}" destId="{85BB4DF6-BE81-48B5-8F0A-2D59E7AB4ED2}" srcOrd="3" destOrd="0" presId="urn:microsoft.com/office/officeart/2009/3/layout/RandomtoResultProcess"/>
    <dgm:cxn modelId="{5B9F2699-6E26-4BDB-AEAA-027C4407059E}" type="presParOf" srcId="{F318B0CA-F916-4E52-8349-6126F83AA2A7}" destId="{A0DB200A-D997-40A7-B152-2BFE4144D938}" srcOrd="4" destOrd="0" presId="urn:microsoft.com/office/officeart/2009/3/layout/RandomtoResultProcess"/>
    <dgm:cxn modelId="{E5C3BB91-E03F-4188-AEF4-270C1B9AF8C4}" type="presParOf" srcId="{F318B0CA-F916-4E52-8349-6126F83AA2A7}" destId="{A447CAC5-4B98-41F5-9A4B-9AF3C171D0D2}" srcOrd="5" destOrd="0" presId="urn:microsoft.com/office/officeart/2009/3/layout/RandomtoResultProcess"/>
    <dgm:cxn modelId="{CBC71DCF-F63D-4614-9B80-1B74C5E98C6E}" type="presParOf" srcId="{F318B0CA-F916-4E52-8349-6126F83AA2A7}" destId="{588BC96A-8026-4006-BBC3-116A2E49F6CF}" srcOrd="6" destOrd="0" presId="urn:microsoft.com/office/officeart/2009/3/layout/RandomtoResultProcess"/>
    <dgm:cxn modelId="{ACAC3AF5-799F-4BDC-A2C8-54D03A2D9939}" type="presParOf" srcId="{F318B0CA-F916-4E52-8349-6126F83AA2A7}" destId="{9116156A-5F17-46C5-B108-09D04A65884F}" srcOrd="7" destOrd="0" presId="urn:microsoft.com/office/officeart/2009/3/layout/RandomtoResultProcess"/>
    <dgm:cxn modelId="{84A744D1-CCC1-49C5-AC1F-C1E87168D4CD}" type="presParOf" srcId="{F318B0CA-F916-4E52-8349-6126F83AA2A7}" destId="{9936280F-C6B2-47B5-812A-26BAE679C7F5}" srcOrd="8" destOrd="0" presId="urn:microsoft.com/office/officeart/2009/3/layout/RandomtoResultProcess"/>
    <dgm:cxn modelId="{E3EDD7D7-FE23-48C2-B196-A5F445C4EE8E}" type="presParOf" srcId="{F318B0CA-F916-4E52-8349-6126F83AA2A7}" destId="{D4045CBE-1A9E-4318-BAFC-D8D32365D4F8}" srcOrd="9" destOrd="0" presId="urn:microsoft.com/office/officeart/2009/3/layout/RandomtoResultProcess"/>
    <dgm:cxn modelId="{321B0C15-81D4-4A8A-8ED5-D1DC641EDE5F}" type="presParOf" srcId="{F318B0CA-F916-4E52-8349-6126F83AA2A7}" destId="{D2C819ED-27D8-4198-8111-45A36479B3E8}" srcOrd="10" destOrd="0" presId="urn:microsoft.com/office/officeart/2009/3/layout/RandomtoResultProcess"/>
    <dgm:cxn modelId="{4465265D-3B22-4087-A998-5CCCD88F98B5}" type="presParOf" srcId="{F318B0CA-F916-4E52-8349-6126F83AA2A7}" destId="{7D88F62C-09FB-45E9-8146-9C19980C059C}" srcOrd="11" destOrd="0" presId="urn:microsoft.com/office/officeart/2009/3/layout/RandomtoResultProcess"/>
    <dgm:cxn modelId="{AA08A739-36F4-4F80-AC8B-C307409B53B6}" type="presParOf" srcId="{F318B0CA-F916-4E52-8349-6126F83AA2A7}" destId="{1C610C79-2453-48B4-9C25-63B63A8EE33F}" srcOrd="12" destOrd="0" presId="urn:microsoft.com/office/officeart/2009/3/layout/RandomtoResultProcess"/>
    <dgm:cxn modelId="{2B9B7081-C113-4BC1-B8D1-541ECA6FEC18}" type="presParOf" srcId="{F318B0CA-F916-4E52-8349-6126F83AA2A7}" destId="{EDA4A7B0-FF2E-4A06-9FFC-EFC9101C2DC1}" srcOrd="13" destOrd="0" presId="urn:microsoft.com/office/officeart/2009/3/layout/RandomtoResultProcess"/>
    <dgm:cxn modelId="{4F8EF589-8421-4DC6-9110-C54C8C0B7A0C}" type="presParOf" srcId="{F318B0CA-F916-4E52-8349-6126F83AA2A7}" destId="{C77D1B1F-65CD-443D-B709-54452791BE57}" srcOrd="14" destOrd="0" presId="urn:microsoft.com/office/officeart/2009/3/layout/RandomtoResultProcess"/>
    <dgm:cxn modelId="{AFA4713E-E6A6-4D95-BD13-293376DDA2E6}" type="presParOf" srcId="{F318B0CA-F916-4E52-8349-6126F83AA2A7}" destId="{232A1186-BA12-4F03-895B-3FC21678BF6B}" srcOrd="15" destOrd="0" presId="urn:microsoft.com/office/officeart/2009/3/layout/RandomtoResultProcess"/>
    <dgm:cxn modelId="{EB7E3F15-4060-41FF-9CA5-B72DA42EB6C3}" type="presParOf" srcId="{F318B0CA-F916-4E52-8349-6126F83AA2A7}" destId="{F690C61F-F6C0-476C-8063-6C6A0C7DAFB9}" srcOrd="16" destOrd="0" presId="urn:microsoft.com/office/officeart/2009/3/layout/RandomtoResultProcess"/>
    <dgm:cxn modelId="{2EDD5A3C-FD90-42E2-BEFB-4A8EE17E2D89}" type="presParOf" srcId="{F318B0CA-F916-4E52-8349-6126F83AA2A7}" destId="{E6F47A1B-9C4E-477E-AC04-26273000C923}" srcOrd="17" destOrd="0" presId="urn:microsoft.com/office/officeart/2009/3/layout/RandomtoResultProcess"/>
    <dgm:cxn modelId="{D0EF5E6B-6724-4EA9-97C2-596BB0860BEB}" type="presParOf" srcId="{F318B0CA-F916-4E52-8349-6126F83AA2A7}" destId="{070B57DC-187F-4B91-AF78-F8EB581A547F}" srcOrd="18" destOrd="0" presId="urn:microsoft.com/office/officeart/2009/3/layout/RandomtoResultProcess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F3F8A48-56F0-4767-9641-8E2467D68250}" type="doc">
      <dgm:prSet loTypeId="urn:microsoft.com/office/officeart/2005/8/layout/funnel1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029A57D7-582B-4919-A598-F21FCC2DED95}">
      <dgm:prSet phldrT="[Texto]"/>
      <dgm:spPr>
        <a:solidFill>
          <a:srgbClr val="C00000"/>
        </a:solidFill>
      </dgm:spPr>
      <dgm:t>
        <a:bodyPr/>
        <a:lstStyle/>
        <a:p>
          <a:r>
            <a:rPr lang="pt-BR" dirty="0"/>
            <a:t>Demanda</a:t>
          </a:r>
        </a:p>
      </dgm:t>
    </dgm:pt>
    <dgm:pt modelId="{F0BDF086-1F3B-4226-9B47-16EAB0915E58}" type="parTrans" cxnId="{6DF4F5A9-DB2B-47F3-B690-7A4A0C5BD1A3}">
      <dgm:prSet/>
      <dgm:spPr/>
      <dgm:t>
        <a:bodyPr/>
        <a:lstStyle/>
        <a:p>
          <a:endParaRPr lang="pt-BR"/>
        </a:p>
      </dgm:t>
    </dgm:pt>
    <dgm:pt modelId="{9DD0097B-AC66-4AD3-AAEA-F332CEA56964}" type="sibTrans" cxnId="{6DF4F5A9-DB2B-47F3-B690-7A4A0C5BD1A3}">
      <dgm:prSet/>
      <dgm:spPr/>
      <dgm:t>
        <a:bodyPr/>
        <a:lstStyle/>
        <a:p>
          <a:endParaRPr lang="pt-BR"/>
        </a:p>
      </dgm:t>
    </dgm:pt>
    <dgm:pt modelId="{FE434BDF-E079-45F8-BFDE-31DD3AC97A05}">
      <dgm:prSet phldrT="[Texto]" custT="1"/>
      <dgm:spPr/>
      <dgm:t>
        <a:bodyPr/>
        <a:lstStyle/>
        <a:p>
          <a:r>
            <a:rPr lang="pt-BR" sz="1400" b="0" dirty="0">
              <a:solidFill>
                <a:schemeClr val="accent1">
                  <a:lumMod val="75000"/>
                </a:schemeClr>
              </a:solidFill>
            </a:rPr>
            <a:t>Avaliação Estratégica</a:t>
          </a:r>
        </a:p>
      </dgm:t>
    </dgm:pt>
    <dgm:pt modelId="{2AACCCC0-3328-4B57-B955-C38CCC1AA734}" type="parTrans" cxnId="{E23DEC56-F0A8-4685-BE23-3BA0B4E546F5}">
      <dgm:prSet/>
      <dgm:spPr/>
      <dgm:t>
        <a:bodyPr/>
        <a:lstStyle/>
        <a:p>
          <a:endParaRPr lang="pt-BR"/>
        </a:p>
      </dgm:t>
    </dgm:pt>
    <dgm:pt modelId="{35BCE2D1-D84D-4E48-AF7F-24D5D39A0D40}" type="sibTrans" cxnId="{E23DEC56-F0A8-4685-BE23-3BA0B4E546F5}">
      <dgm:prSet/>
      <dgm:spPr/>
      <dgm:t>
        <a:bodyPr/>
        <a:lstStyle/>
        <a:p>
          <a:endParaRPr lang="pt-BR"/>
        </a:p>
      </dgm:t>
    </dgm:pt>
    <dgm:pt modelId="{03DB0FE2-84A9-44B5-887A-5C25036347B6}">
      <dgm:prSet phldrT="[Texto]"/>
      <dgm:spPr>
        <a:solidFill>
          <a:schemeClr val="accent4"/>
        </a:solidFill>
      </dgm:spPr>
      <dgm:t>
        <a:bodyPr/>
        <a:lstStyle/>
        <a:p>
          <a:r>
            <a:rPr lang="pt-BR" dirty="0"/>
            <a:t>Demanda</a:t>
          </a:r>
        </a:p>
      </dgm:t>
    </dgm:pt>
    <dgm:pt modelId="{335F2F71-50EF-49F6-B431-B5E8C76FF948}" type="parTrans" cxnId="{690AF6D2-A1EF-4470-9094-474886475A84}">
      <dgm:prSet/>
      <dgm:spPr/>
      <dgm:t>
        <a:bodyPr/>
        <a:lstStyle/>
        <a:p>
          <a:endParaRPr lang="pt-BR"/>
        </a:p>
      </dgm:t>
    </dgm:pt>
    <dgm:pt modelId="{AACC9B62-7BC4-47BD-9AD6-9FCCAA6D9A26}" type="sibTrans" cxnId="{690AF6D2-A1EF-4470-9094-474886475A84}">
      <dgm:prSet/>
      <dgm:spPr/>
      <dgm:t>
        <a:bodyPr/>
        <a:lstStyle/>
        <a:p>
          <a:endParaRPr lang="pt-BR"/>
        </a:p>
      </dgm:t>
    </dgm:pt>
    <dgm:pt modelId="{EA5E380F-37E5-44F5-B839-B73AB1C59E59}">
      <dgm:prSet phldrT="[Texto]"/>
      <dgm:spPr/>
      <dgm:t>
        <a:bodyPr/>
        <a:lstStyle/>
        <a:p>
          <a:r>
            <a:rPr lang="pt-BR" dirty="0"/>
            <a:t>Demanda</a:t>
          </a:r>
        </a:p>
      </dgm:t>
    </dgm:pt>
    <dgm:pt modelId="{0D431059-C6FA-4AA4-8F66-18B33843C53F}" type="parTrans" cxnId="{7F78F6AD-8C2D-4608-A48E-5CFD664F6BBF}">
      <dgm:prSet/>
      <dgm:spPr/>
      <dgm:t>
        <a:bodyPr/>
        <a:lstStyle/>
        <a:p>
          <a:endParaRPr lang="pt-BR"/>
        </a:p>
      </dgm:t>
    </dgm:pt>
    <dgm:pt modelId="{1AB84790-EA39-4A42-B01C-4F82CC2B5F7E}" type="sibTrans" cxnId="{7F78F6AD-8C2D-4608-A48E-5CFD664F6BBF}">
      <dgm:prSet/>
      <dgm:spPr/>
      <dgm:t>
        <a:bodyPr/>
        <a:lstStyle/>
        <a:p>
          <a:endParaRPr lang="pt-BR"/>
        </a:p>
      </dgm:t>
    </dgm:pt>
    <dgm:pt modelId="{4437FCA7-C745-4A9F-A534-5BD21E3587E0}" type="pres">
      <dgm:prSet presAssocID="{5F3F8A48-56F0-4767-9641-8E2467D68250}" presName="Name0" presStyleCnt="0">
        <dgm:presLayoutVars>
          <dgm:chMax val="4"/>
          <dgm:resizeHandles val="exact"/>
        </dgm:presLayoutVars>
      </dgm:prSet>
      <dgm:spPr/>
    </dgm:pt>
    <dgm:pt modelId="{237936F3-2B41-489F-8763-038FE32DD943}" type="pres">
      <dgm:prSet presAssocID="{5F3F8A48-56F0-4767-9641-8E2467D68250}" presName="ellipse" presStyleLbl="trBgShp" presStyleIdx="0" presStyleCnt="1"/>
      <dgm:spPr/>
    </dgm:pt>
    <dgm:pt modelId="{86A6028C-CBEA-4DC2-9F95-0BB40BCB0424}" type="pres">
      <dgm:prSet presAssocID="{5F3F8A48-56F0-4767-9641-8E2467D68250}" presName="arrow1" presStyleLbl="fgShp" presStyleIdx="0" presStyleCnt="1" custLinFactNeighborY="83664"/>
      <dgm:spPr>
        <a:solidFill>
          <a:schemeClr val="tx1">
            <a:lumMod val="50000"/>
            <a:lumOff val="50000"/>
          </a:schemeClr>
        </a:solidFill>
      </dgm:spPr>
    </dgm:pt>
    <dgm:pt modelId="{F29B6906-5EA6-4CBC-9DAB-A75F9D5EFF3A}" type="pres">
      <dgm:prSet presAssocID="{5F3F8A48-56F0-4767-9641-8E2467D68250}" presName="rectangle" presStyleLbl="revTx" presStyleIdx="0" presStyleCnt="1" custLinFactY="720" custLinFactNeighborX="-1688" custLinFactNeighborY="100000">
        <dgm:presLayoutVars>
          <dgm:bulletEnabled val="1"/>
        </dgm:presLayoutVars>
      </dgm:prSet>
      <dgm:spPr/>
    </dgm:pt>
    <dgm:pt modelId="{462FB3DF-1FD7-4997-A60E-3F1173AFDB6C}" type="pres">
      <dgm:prSet presAssocID="{03DB0FE2-84A9-44B5-887A-5C25036347B6}" presName="item1" presStyleLbl="node1" presStyleIdx="0" presStyleCnt="3">
        <dgm:presLayoutVars>
          <dgm:bulletEnabled val="1"/>
        </dgm:presLayoutVars>
      </dgm:prSet>
      <dgm:spPr/>
    </dgm:pt>
    <dgm:pt modelId="{693AB375-8451-4266-A390-5F15D518E9D7}" type="pres">
      <dgm:prSet presAssocID="{EA5E380F-37E5-44F5-B839-B73AB1C59E59}" presName="item2" presStyleLbl="node1" presStyleIdx="1" presStyleCnt="3">
        <dgm:presLayoutVars>
          <dgm:bulletEnabled val="1"/>
        </dgm:presLayoutVars>
      </dgm:prSet>
      <dgm:spPr/>
    </dgm:pt>
    <dgm:pt modelId="{C1212474-52B3-4CDA-A022-06DB5B7AA229}" type="pres">
      <dgm:prSet presAssocID="{FE434BDF-E079-45F8-BFDE-31DD3AC97A05}" presName="item3" presStyleLbl="node1" presStyleIdx="2" presStyleCnt="3" custLinFactNeighborX="2584" custLinFactNeighborY="2474">
        <dgm:presLayoutVars>
          <dgm:bulletEnabled val="1"/>
        </dgm:presLayoutVars>
      </dgm:prSet>
      <dgm:spPr/>
    </dgm:pt>
    <dgm:pt modelId="{5B763BC0-D87A-4F0D-8326-BD552D971A6D}" type="pres">
      <dgm:prSet presAssocID="{5F3F8A48-56F0-4767-9641-8E2467D68250}" presName="funnel" presStyleLbl="trAlignAcc1" presStyleIdx="0" presStyleCnt="1"/>
      <dgm:spPr/>
    </dgm:pt>
  </dgm:ptLst>
  <dgm:cxnLst>
    <dgm:cxn modelId="{7F78F6AD-8C2D-4608-A48E-5CFD664F6BBF}" srcId="{5F3F8A48-56F0-4767-9641-8E2467D68250}" destId="{EA5E380F-37E5-44F5-B839-B73AB1C59E59}" srcOrd="2" destOrd="0" parTransId="{0D431059-C6FA-4AA4-8F66-18B33843C53F}" sibTransId="{1AB84790-EA39-4A42-B01C-4F82CC2B5F7E}"/>
    <dgm:cxn modelId="{5FA6D698-C502-464E-8004-3479382B4AF3}" type="presOf" srcId="{03DB0FE2-84A9-44B5-887A-5C25036347B6}" destId="{693AB375-8451-4266-A390-5F15D518E9D7}" srcOrd="0" destOrd="0" presId="urn:microsoft.com/office/officeart/2005/8/layout/funnel1"/>
    <dgm:cxn modelId="{44B84300-D7AA-472E-B374-3BC20582CBA4}" type="presOf" srcId="{FE434BDF-E079-45F8-BFDE-31DD3AC97A05}" destId="{F29B6906-5EA6-4CBC-9DAB-A75F9D5EFF3A}" srcOrd="0" destOrd="0" presId="urn:microsoft.com/office/officeart/2005/8/layout/funnel1"/>
    <dgm:cxn modelId="{F8B09434-9C4E-437E-90FE-C1E16CF7C04E}" type="presOf" srcId="{EA5E380F-37E5-44F5-B839-B73AB1C59E59}" destId="{462FB3DF-1FD7-4997-A60E-3F1173AFDB6C}" srcOrd="0" destOrd="0" presId="urn:microsoft.com/office/officeart/2005/8/layout/funnel1"/>
    <dgm:cxn modelId="{E23DEC56-F0A8-4685-BE23-3BA0B4E546F5}" srcId="{5F3F8A48-56F0-4767-9641-8E2467D68250}" destId="{FE434BDF-E079-45F8-BFDE-31DD3AC97A05}" srcOrd="3" destOrd="0" parTransId="{2AACCCC0-3328-4B57-B955-C38CCC1AA734}" sibTransId="{35BCE2D1-D84D-4E48-AF7F-24D5D39A0D40}"/>
    <dgm:cxn modelId="{7259BFC5-556D-4EE8-9500-E74C219B176E}" type="presOf" srcId="{029A57D7-582B-4919-A598-F21FCC2DED95}" destId="{C1212474-52B3-4CDA-A022-06DB5B7AA229}" srcOrd="0" destOrd="0" presId="urn:microsoft.com/office/officeart/2005/8/layout/funnel1"/>
    <dgm:cxn modelId="{690AF6D2-A1EF-4470-9094-474886475A84}" srcId="{5F3F8A48-56F0-4767-9641-8E2467D68250}" destId="{03DB0FE2-84A9-44B5-887A-5C25036347B6}" srcOrd="1" destOrd="0" parTransId="{335F2F71-50EF-49F6-B431-B5E8C76FF948}" sibTransId="{AACC9B62-7BC4-47BD-9AD6-9FCCAA6D9A26}"/>
    <dgm:cxn modelId="{644CF956-ABF5-4828-9B39-00838EE2F363}" type="presOf" srcId="{5F3F8A48-56F0-4767-9641-8E2467D68250}" destId="{4437FCA7-C745-4A9F-A534-5BD21E3587E0}" srcOrd="0" destOrd="0" presId="urn:microsoft.com/office/officeart/2005/8/layout/funnel1"/>
    <dgm:cxn modelId="{6DF4F5A9-DB2B-47F3-B690-7A4A0C5BD1A3}" srcId="{5F3F8A48-56F0-4767-9641-8E2467D68250}" destId="{029A57D7-582B-4919-A598-F21FCC2DED95}" srcOrd="0" destOrd="0" parTransId="{F0BDF086-1F3B-4226-9B47-16EAB0915E58}" sibTransId="{9DD0097B-AC66-4AD3-AAEA-F332CEA56964}"/>
    <dgm:cxn modelId="{0622E509-734F-471F-9A35-00867DC89C47}" type="presParOf" srcId="{4437FCA7-C745-4A9F-A534-5BD21E3587E0}" destId="{237936F3-2B41-489F-8763-038FE32DD943}" srcOrd="0" destOrd="0" presId="urn:microsoft.com/office/officeart/2005/8/layout/funnel1"/>
    <dgm:cxn modelId="{5789A646-1939-4891-848F-F0BB9B326DD8}" type="presParOf" srcId="{4437FCA7-C745-4A9F-A534-5BD21E3587E0}" destId="{86A6028C-CBEA-4DC2-9F95-0BB40BCB0424}" srcOrd="1" destOrd="0" presId="urn:microsoft.com/office/officeart/2005/8/layout/funnel1"/>
    <dgm:cxn modelId="{0266C4E1-62D7-4A42-8853-7E3673126FCA}" type="presParOf" srcId="{4437FCA7-C745-4A9F-A534-5BD21E3587E0}" destId="{F29B6906-5EA6-4CBC-9DAB-A75F9D5EFF3A}" srcOrd="2" destOrd="0" presId="urn:microsoft.com/office/officeart/2005/8/layout/funnel1"/>
    <dgm:cxn modelId="{0A0ABB34-7D2D-4AA9-B7AD-C3F75CC8AE01}" type="presParOf" srcId="{4437FCA7-C745-4A9F-A534-5BD21E3587E0}" destId="{462FB3DF-1FD7-4997-A60E-3F1173AFDB6C}" srcOrd="3" destOrd="0" presId="urn:microsoft.com/office/officeart/2005/8/layout/funnel1"/>
    <dgm:cxn modelId="{E6D4BD65-B95B-46DE-8E46-194C69F3E748}" type="presParOf" srcId="{4437FCA7-C745-4A9F-A534-5BD21E3587E0}" destId="{693AB375-8451-4266-A390-5F15D518E9D7}" srcOrd="4" destOrd="0" presId="urn:microsoft.com/office/officeart/2005/8/layout/funnel1"/>
    <dgm:cxn modelId="{8BD0698D-C696-411B-8006-A8CB4958E26F}" type="presParOf" srcId="{4437FCA7-C745-4A9F-A534-5BD21E3587E0}" destId="{C1212474-52B3-4CDA-A022-06DB5B7AA229}" srcOrd="5" destOrd="0" presId="urn:microsoft.com/office/officeart/2005/8/layout/funnel1"/>
    <dgm:cxn modelId="{57D64813-D842-4CC3-A059-B814AFA657EB}" type="presParOf" srcId="{4437FCA7-C745-4A9F-A534-5BD21E3587E0}" destId="{5B763BC0-D87A-4F0D-8326-BD552D971A6D}" srcOrd="6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relId="rId1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34797EB-A640-48B8-ADF2-AFCF85782557}" type="doc">
      <dgm:prSet loTypeId="urn:microsoft.com/office/officeart/2009/3/layout/CircleRelationship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F9EC8986-FE97-40C7-9EC3-31FD9DFBD011}">
      <dgm:prSet phldrT="[Texto]" custT="1"/>
      <dgm:spPr>
        <a:solidFill>
          <a:srgbClr val="C00000"/>
        </a:solidFill>
      </dgm:spPr>
      <dgm:t>
        <a:bodyPr/>
        <a:lstStyle/>
        <a:p>
          <a:r>
            <a:rPr lang="pt-BR" sz="1200" b="1" dirty="0">
              <a:ln>
                <a:noFill/>
              </a:ln>
              <a:solidFill>
                <a:schemeClr val="bg1"/>
              </a:solidFill>
            </a:rPr>
            <a:t>Novo Serviço</a:t>
          </a:r>
        </a:p>
      </dgm:t>
    </dgm:pt>
    <dgm:pt modelId="{6B4F63E0-3516-4653-A77D-D3AACA5576EE}" type="parTrans" cxnId="{D548F089-DAAE-44A3-8026-3A2EF819BD5A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76966464-3E5F-4827-85B5-043F3019A822}" type="sibTrans" cxnId="{D548F089-DAAE-44A3-8026-3A2EF819BD5A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18D36F0C-F392-4D46-8094-2C8DC75E04EB}">
      <dgm:prSet phldrT="[Texto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pt-BR" dirty="0">
              <a:ln>
                <a:noFill/>
              </a:ln>
              <a:solidFill>
                <a:schemeClr val="bg1"/>
              </a:solidFill>
            </a:rPr>
            <a:t>Alterar 10 PA</a:t>
          </a:r>
        </a:p>
      </dgm:t>
    </dgm:pt>
    <dgm:pt modelId="{F0753A00-2418-41D1-920C-89A21053D9A8}" type="parTrans" cxnId="{498525A0-6AB4-4E12-A51B-9B4C6F66E530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553E30C6-F66A-4C24-AF8A-1E532F38538C}" type="sibTrans" cxnId="{498525A0-6AB4-4E12-A51B-9B4C6F66E530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21D16367-7EC9-44E1-8B3C-812FBD0CBAB7}">
      <dgm:prSet phldrT="[Texto]" custT="1"/>
      <dgm:spPr>
        <a:solidFill>
          <a:srgbClr val="FFC000"/>
        </a:solidFill>
      </dgm:spPr>
      <dgm:t>
        <a:bodyPr/>
        <a:lstStyle/>
        <a:p>
          <a:r>
            <a:rPr lang="pt-BR" sz="800" dirty="0">
              <a:ln>
                <a:noFill/>
              </a:ln>
              <a:solidFill>
                <a:schemeClr val="bg1"/>
              </a:solidFill>
            </a:rPr>
            <a:t>Novo Sistema</a:t>
          </a:r>
        </a:p>
      </dgm:t>
    </dgm:pt>
    <dgm:pt modelId="{B6FAF5E7-BCD5-4C63-8009-AE042AAE5E26}" type="parTrans" cxnId="{509A0886-41AD-44FE-BC70-003260963954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39CE5ABC-BFA0-4B04-BD9D-97E4399D86FD}" type="sibTrans" cxnId="{509A0886-41AD-44FE-BC70-003260963954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84C89735-18EC-426C-96F5-438C9D19C914}" type="pres">
      <dgm:prSet presAssocID="{634797EB-A640-48B8-ADF2-AFCF85782557}" presName="Name0" presStyleCnt="0">
        <dgm:presLayoutVars>
          <dgm:chMax val="1"/>
          <dgm:chPref val="1"/>
        </dgm:presLayoutVars>
      </dgm:prSet>
      <dgm:spPr/>
    </dgm:pt>
    <dgm:pt modelId="{7C4FBC0A-0D1A-4103-BF1D-10805599BE42}" type="pres">
      <dgm:prSet presAssocID="{F9EC8986-FE97-40C7-9EC3-31FD9DFBD011}" presName="Parent" presStyleLbl="node0" presStyleIdx="0" presStyleCnt="1">
        <dgm:presLayoutVars>
          <dgm:chMax val="5"/>
          <dgm:chPref val="5"/>
        </dgm:presLayoutVars>
      </dgm:prSet>
      <dgm:spPr/>
    </dgm:pt>
    <dgm:pt modelId="{C77BD888-9EBD-4662-9388-3E212FE1E841}" type="pres">
      <dgm:prSet presAssocID="{F9EC8986-FE97-40C7-9EC3-31FD9DFBD011}" presName="Accent1" presStyleLbl="node1" presStyleIdx="0" presStyleCnt="13"/>
      <dgm:spPr/>
    </dgm:pt>
    <dgm:pt modelId="{286EAAF8-B800-4947-8B6F-D61AA0516EF6}" type="pres">
      <dgm:prSet presAssocID="{F9EC8986-FE97-40C7-9EC3-31FD9DFBD011}" presName="Accent2" presStyleLbl="node1" presStyleIdx="1" presStyleCnt="13"/>
      <dgm:spPr/>
    </dgm:pt>
    <dgm:pt modelId="{3F2EE22A-581C-4928-A776-4375677B434C}" type="pres">
      <dgm:prSet presAssocID="{F9EC8986-FE97-40C7-9EC3-31FD9DFBD011}" presName="Accent3" presStyleLbl="node1" presStyleIdx="2" presStyleCnt="13"/>
      <dgm:spPr/>
    </dgm:pt>
    <dgm:pt modelId="{E9A784E5-9360-4474-911A-FE3EB1C7C58E}" type="pres">
      <dgm:prSet presAssocID="{F9EC8986-FE97-40C7-9EC3-31FD9DFBD011}" presName="Accent4" presStyleLbl="node1" presStyleIdx="3" presStyleCnt="13"/>
      <dgm:spPr/>
    </dgm:pt>
    <dgm:pt modelId="{92E4A955-81C9-46DD-A401-A8DF4F07ED07}" type="pres">
      <dgm:prSet presAssocID="{F9EC8986-FE97-40C7-9EC3-31FD9DFBD011}" presName="Accent5" presStyleLbl="node1" presStyleIdx="4" presStyleCnt="13"/>
      <dgm:spPr/>
    </dgm:pt>
    <dgm:pt modelId="{435D7DAA-869B-4828-B027-7F1CC6AE5825}" type="pres">
      <dgm:prSet presAssocID="{F9EC8986-FE97-40C7-9EC3-31FD9DFBD011}" presName="Accent6" presStyleLbl="node1" presStyleIdx="5" presStyleCnt="13"/>
      <dgm:spPr/>
    </dgm:pt>
    <dgm:pt modelId="{3FCDCD0E-8D4B-40E0-8154-135620799284}" type="pres">
      <dgm:prSet presAssocID="{18D36F0C-F392-4D46-8094-2C8DC75E04EB}" presName="Child1" presStyleLbl="node1" presStyleIdx="6" presStyleCnt="13">
        <dgm:presLayoutVars>
          <dgm:chMax val="0"/>
          <dgm:chPref val="0"/>
        </dgm:presLayoutVars>
      </dgm:prSet>
      <dgm:spPr/>
    </dgm:pt>
    <dgm:pt modelId="{FCDA793D-42E2-4A7E-AE10-09FCAF06F4E0}" type="pres">
      <dgm:prSet presAssocID="{18D36F0C-F392-4D46-8094-2C8DC75E04EB}" presName="Accent7" presStyleCnt="0"/>
      <dgm:spPr/>
    </dgm:pt>
    <dgm:pt modelId="{FDBA0F69-2D29-43E2-94EB-BAFAA1D6A965}" type="pres">
      <dgm:prSet presAssocID="{18D36F0C-F392-4D46-8094-2C8DC75E04EB}" presName="AccentHold1" presStyleLbl="node1" presStyleIdx="7" presStyleCnt="13"/>
      <dgm:spPr/>
    </dgm:pt>
    <dgm:pt modelId="{2F342FDD-2750-4383-8C9E-320229CA52A1}" type="pres">
      <dgm:prSet presAssocID="{18D36F0C-F392-4D46-8094-2C8DC75E04EB}" presName="Accent8" presStyleCnt="0"/>
      <dgm:spPr/>
    </dgm:pt>
    <dgm:pt modelId="{0660C62D-D6F1-4759-8975-F42F4419F185}" type="pres">
      <dgm:prSet presAssocID="{18D36F0C-F392-4D46-8094-2C8DC75E04EB}" presName="AccentHold2" presStyleLbl="node1" presStyleIdx="8" presStyleCnt="13"/>
      <dgm:spPr/>
    </dgm:pt>
    <dgm:pt modelId="{9D346515-87E4-41AC-98EF-96CF12EF7CA3}" type="pres">
      <dgm:prSet presAssocID="{21D16367-7EC9-44E1-8B3C-812FBD0CBAB7}" presName="Child2" presStyleLbl="node1" presStyleIdx="9" presStyleCnt="13" custScaleX="156717" custScaleY="164948" custLinFactNeighborX="-58673" custLinFactNeighborY="-11954">
        <dgm:presLayoutVars>
          <dgm:chMax val="0"/>
          <dgm:chPref val="0"/>
        </dgm:presLayoutVars>
      </dgm:prSet>
      <dgm:spPr/>
    </dgm:pt>
    <dgm:pt modelId="{B4E76DB2-BEC5-45D5-ADBA-FEC35A29483C}" type="pres">
      <dgm:prSet presAssocID="{21D16367-7EC9-44E1-8B3C-812FBD0CBAB7}" presName="Accent9" presStyleCnt="0"/>
      <dgm:spPr/>
    </dgm:pt>
    <dgm:pt modelId="{CAB06E0F-6130-440F-8C99-17AA8AA6B09F}" type="pres">
      <dgm:prSet presAssocID="{21D16367-7EC9-44E1-8B3C-812FBD0CBAB7}" presName="AccentHold1" presStyleLbl="node1" presStyleIdx="10" presStyleCnt="13"/>
      <dgm:spPr/>
    </dgm:pt>
    <dgm:pt modelId="{EF96B86B-06AB-4EAB-BE48-DB3A850119FD}" type="pres">
      <dgm:prSet presAssocID="{21D16367-7EC9-44E1-8B3C-812FBD0CBAB7}" presName="Accent10" presStyleCnt="0"/>
      <dgm:spPr/>
    </dgm:pt>
    <dgm:pt modelId="{CB9F2B2F-CDAF-4EFD-A009-2022ACD59790}" type="pres">
      <dgm:prSet presAssocID="{21D16367-7EC9-44E1-8B3C-812FBD0CBAB7}" presName="AccentHold2" presStyleLbl="node1" presStyleIdx="11" presStyleCnt="13"/>
      <dgm:spPr/>
    </dgm:pt>
    <dgm:pt modelId="{6494431B-FCEE-447B-AB47-9A595235ED65}" type="pres">
      <dgm:prSet presAssocID="{21D16367-7EC9-44E1-8B3C-812FBD0CBAB7}" presName="Accent11" presStyleCnt="0"/>
      <dgm:spPr/>
    </dgm:pt>
    <dgm:pt modelId="{913AAC8F-C942-4C05-B8FD-2CC13F573916}" type="pres">
      <dgm:prSet presAssocID="{21D16367-7EC9-44E1-8B3C-812FBD0CBAB7}" presName="AccentHold3" presStyleLbl="node1" presStyleIdx="12" presStyleCnt="13"/>
      <dgm:spPr/>
    </dgm:pt>
  </dgm:ptLst>
  <dgm:cxnLst>
    <dgm:cxn modelId="{D548F089-DAAE-44A3-8026-3A2EF819BD5A}" srcId="{634797EB-A640-48B8-ADF2-AFCF85782557}" destId="{F9EC8986-FE97-40C7-9EC3-31FD9DFBD011}" srcOrd="0" destOrd="0" parTransId="{6B4F63E0-3516-4653-A77D-D3AACA5576EE}" sibTransId="{76966464-3E5F-4827-85B5-043F3019A822}"/>
    <dgm:cxn modelId="{AD5CC4D1-BF4C-4820-AA33-7AC28570BBF2}" type="presOf" srcId="{18D36F0C-F392-4D46-8094-2C8DC75E04EB}" destId="{3FCDCD0E-8D4B-40E0-8154-135620799284}" srcOrd="0" destOrd="0" presId="urn:microsoft.com/office/officeart/2009/3/layout/CircleRelationship"/>
    <dgm:cxn modelId="{509A0886-41AD-44FE-BC70-003260963954}" srcId="{F9EC8986-FE97-40C7-9EC3-31FD9DFBD011}" destId="{21D16367-7EC9-44E1-8B3C-812FBD0CBAB7}" srcOrd="1" destOrd="0" parTransId="{B6FAF5E7-BCD5-4C63-8009-AE042AAE5E26}" sibTransId="{39CE5ABC-BFA0-4B04-BD9D-97E4399D86FD}"/>
    <dgm:cxn modelId="{99F0B3C8-29D2-4352-84D0-A2CD7560B703}" type="presOf" srcId="{21D16367-7EC9-44E1-8B3C-812FBD0CBAB7}" destId="{9D346515-87E4-41AC-98EF-96CF12EF7CA3}" srcOrd="0" destOrd="0" presId="urn:microsoft.com/office/officeart/2009/3/layout/CircleRelationship"/>
    <dgm:cxn modelId="{98A209AE-87AC-4E5F-BBF1-174B1458DE1C}" type="presOf" srcId="{F9EC8986-FE97-40C7-9EC3-31FD9DFBD011}" destId="{7C4FBC0A-0D1A-4103-BF1D-10805599BE42}" srcOrd="0" destOrd="0" presId="urn:microsoft.com/office/officeart/2009/3/layout/CircleRelationship"/>
    <dgm:cxn modelId="{498525A0-6AB4-4E12-A51B-9B4C6F66E530}" srcId="{F9EC8986-FE97-40C7-9EC3-31FD9DFBD011}" destId="{18D36F0C-F392-4D46-8094-2C8DC75E04EB}" srcOrd="0" destOrd="0" parTransId="{F0753A00-2418-41D1-920C-89A21053D9A8}" sibTransId="{553E30C6-F66A-4C24-AF8A-1E532F38538C}"/>
    <dgm:cxn modelId="{07FA26CE-E55E-47C2-A838-CE2506D1B71A}" type="presOf" srcId="{634797EB-A640-48B8-ADF2-AFCF85782557}" destId="{84C89735-18EC-426C-96F5-438C9D19C914}" srcOrd="0" destOrd="0" presId="urn:microsoft.com/office/officeart/2009/3/layout/CircleRelationship"/>
    <dgm:cxn modelId="{6EDC925F-ADFC-4E80-9D08-833AA1BBA8C5}" type="presParOf" srcId="{84C89735-18EC-426C-96F5-438C9D19C914}" destId="{7C4FBC0A-0D1A-4103-BF1D-10805599BE42}" srcOrd="0" destOrd="0" presId="urn:microsoft.com/office/officeart/2009/3/layout/CircleRelationship"/>
    <dgm:cxn modelId="{AFD2B691-5CE6-4403-961B-5DAC691460BC}" type="presParOf" srcId="{84C89735-18EC-426C-96F5-438C9D19C914}" destId="{C77BD888-9EBD-4662-9388-3E212FE1E841}" srcOrd="1" destOrd="0" presId="urn:microsoft.com/office/officeart/2009/3/layout/CircleRelationship"/>
    <dgm:cxn modelId="{F935ECF1-361B-435F-91ED-7B2DB3E41E64}" type="presParOf" srcId="{84C89735-18EC-426C-96F5-438C9D19C914}" destId="{286EAAF8-B800-4947-8B6F-D61AA0516EF6}" srcOrd="2" destOrd="0" presId="urn:microsoft.com/office/officeart/2009/3/layout/CircleRelationship"/>
    <dgm:cxn modelId="{FF57B0DA-B0E6-4E5E-B2B9-40227B4A5FB4}" type="presParOf" srcId="{84C89735-18EC-426C-96F5-438C9D19C914}" destId="{3F2EE22A-581C-4928-A776-4375677B434C}" srcOrd="3" destOrd="0" presId="urn:microsoft.com/office/officeart/2009/3/layout/CircleRelationship"/>
    <dgm:cxn modelId="{62DCA86C-E3D9-4EEB-AE9A-28010D458E81}" type="presParOf" srcId="{84C89735-18EC-426C-96F5-438C9D19C914}" destId="{E9A784E5-9360-4474-911A-FE3EB1C7C58E}" srcOrd="4" destOrd="0" presId="urn:microsoft.com/office/officeart/2009/3/layout/CircleRelationship"/>
    <dgm:cxn modelId="{A9FF3AE9-388E-447E-B875-DE28BA094CC6}" type="presParOf" srcId="{84C89735-18EC-426C-96F5-438C9D19C914}" destId="{92E4A955-81C9-46DD-A401-A8DF4F07ED07}" srcOrd="5" destOrd="0" presId="urn:microsoft.com/office/officeart/2009/3/layout/CircleRelationship"/>
    <dgm:cxn modelId="{A05252CF-C323-42FE-AD36-2CC73E901531}" type="presParOf" srcId="{84C89735-18EC-426C-96F5-438C9D19C914}" destId="{435D7DAA-869B-4828-B027-7F1CC6AE5825}" srcOrd="6" destOrd="0" presId="urn:microsoft.com/office/officeart/2009/3/layout/CircleRelationship"/>
    <dgm:cxn modelId="{486625D8-28D3-49B7-B8DA-7541F0D40F61}" type="presParOf" srcId="{84C89735-18EC-426C-96F5-438C9D19C914}" destId="{3FCDCD0E-8D4B-40E0-8154-135620799284}" srcOrd="7" destOrd="0" presId="urn:microsoft.com/office/officeart/2009/3/layout/CircleRelationship"/>
    <dgm:cxn modelId="{B69E7DB7-D366-4387-9BE6-398954E47BBA}" type="presParOf" srcId="{84C89735-18EC-426C-96F5-438C9D19C914}" destId="{FCDA793D-42E2-4A7E-AE10-09FCAF06F4E0}" srcOrd="8" destOrd="0" presId="urn:microsoft.com/office/officeart/2009/3/layout/CircleRelationship"/>
    <dgm:cxn modelId="{67F6EF3E-5800-4C16-B7C8-9A92941FDA97}" type="presParOf" srcId="{FCDA793D-42E2-4A7E-AE10-09FCAF06F4E0}" destId="{FDBA0F69-2D29-43E2-94EB-BAFAA1D6A965}" srcOrd="0" destOrd="0" presId="urn:microsoft.com/office/officeart/2009/3/layout/CircleRelationship"/>
    <dgm:cxn modelId="{7CA5C2FB-2ECC-4CA8-A65D-59D99091B860}" type="presParOf" srcId="{84C89735-18EC-426C-96F5-438C9D19C914}" destId="{2F342FDD-2750-4383-8C9E-320229CA52A1}" srcOrd="9" destOrd="0" presId="urn:microsoft.com/office/officeart/2009/3/layout/CircleRelationship"/>
    <dgm:cxn modelId="{4678CF5F-2265-4E9C-B3A4-D49084D6528F}" type="presParOf" srcId="{2F342FDD-2750-4383-8C9E-320229CA52A1}" destId="{0660C62D-D6F1-4759-8975-F42F4419F185}" srcOrd="0" destOrd="0" presId="urn:microsoft.com/office/officeart/2009/3/layout/CircleRelationship"/>
    <dgm:cxn modelId="{A1D1927E-2F14-493B-91B1-C25C2809E8B9}" type="presParOf" srcId="{84C89735-18EC-426C-96F5-438C9D19C914}" destId="{9D346515-87E4-41AC-98EF-96CF12EF7CA3}" srcOrd="10" destOrd="0" presId="urn:microsoft.com/office/officeart/2009/3/layout/CircleRelationship"/>
    <dgm:cxn modelId="{A9322302-C316-4F14-9EF7-66B941896504}" type="presParOf" srcId="{84C89735-18EC-426C-96F5-438C9D19C914}" destId="{B4E76DB2-BEC5-45D5-ADBA-FEC35A29483C}" srcOrd="11" destOrd="0" presId="urn:microsoft.com/office/officeart/2009/3/layout/CircleRelationship"/>
    <dgm:cxn modelId="{EA57A700-6FB6-4FE9-8CE0-6945A12A3C6D}" type="presParOf" srcId="{B4E76DB2-BEC5-45D5-ADBA-FEC35A29483C}" destId="{CAB06E0F-6130-440F-8C99-17AA8AA6B09F}" srcOrd="0" destOrd="0" presId="urn:microsoft.com/office/officeart/2009/3/layout/CircleRelationship"/>
    <dgm:cxn modelId="{68E22517-19D1-4BD8-8322-BE61EB7D5EA3}" type="presParOf" srcId="{84C89735-18EC-426C-96F5-438C9D19C914}" destId="{EF96B86B-06AB-4EAB-BE48-DB3A850119FD}" srcOrd="12" destOrd="0" presId="urn:microsoft.com/office/officeart/2009/3/layout/CircleRelationship"/>
    <dgm:cxn modelId="{287E179B-7DC5-4B2A-B2C7-3EE76E2355E3}" type="presParOf" srcId="{EF96B86B-06AB-4EAB-BE48-DB3A850119FD}" destId="{CB9F2B2F-CDAF-4EFD-A009-2022ACD59790}" srcOrd="0" destOrd="0" presId="urn:microsoft.com/office/officeart/2009/3/layout/CircleRelationship"/>
    <dgm:cxn modelId="{B2B658C5-3B7C-4A52-8A6A-10E5261C7486}" type="presParOf" srcId="{84C89735-18EC-426C-96F5-438C9D19C914}" destId="{6494431B-FCEE-447B-AB47-9A595235ED65}" srcOrd="13" destOrd="0" presId="urn:microsoft.com/office/officeart/2009/3/layout/CircleRelationship"/>
    <dgm:cxn modelId="{931A2210-3E10-4DD1-9479-BAD6F374CBB2}" type="presParOf" srcId="{6494431B-FCEE-447B-AB47-9A595235ED65}" destId="{913AAC8F-C942-4C05-B8FD-2CC13F573916}" srcOrd="0" destOrd="0" presId="urn:microsoft.com/office/officeart/2009/3/layout/CircleRelationship"/>
  </dgm:cxnLst>
  <dgm:bg>
    <a:noFill/>
  </dgm:bg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F3F8A48-56F0-4767-9641-8E2467D68250}" type="doc">
      <dgm:prSet loTypeId="urn:microsoft.com/office/officeart/2005/8/layout/funnel1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029A57D7-582B-4919-A598-F21FCC2DED95}">
      <dgm:prSet phldrT="[Texto]"/>
      <dgm:spPr>
        <a:solidFill>
          <a:srgbClr val="C00000"/>
        </a:solidFill>
      </dgm:spPr>
      <dgm:t>
        <a:bodyPr/>
        <a:lstStyle/>
        <a:p>
          <a:r>
            <a:rPr lang="pt-BR" dirty="0"/>
            <a:t>Demanda</a:t>
          </a:r>
        </a:p>
      </dgm:t>
    </dgm:pt>
    <dgm:pt modelId="{F0BDF086-1F3B-4226-9B47-16EAB0915E58}" type="parTrans" cxnId="{6DF4F5A9-DB2B-47F3-B690-7A4A0C5BD1A3}">
      <dgm:prSet/>
      <dgm:spPr/>
      <dgm:t>
        <a:bodyPr/>
        <a:lstStyle/>
        <a:p>
          <a:endParaRPr lang="pt-BR"/>
        </a:p>
      </dgm:t>
    </dgm:pt>
    <dgm:pt modelId="{9DD0097B-AC66-4AD3-AAEA-F332CEA56964}" type="sibTrans" cxnId="{6DF4F5A9-DB2B-47F3-B690-7A4A0C5BD1A3}">
      <dgm:prSet/>
      <dgm:spPr/>
      <dgm:t>
        <a:bodyPr/>
        <a:lstStyle/>
        <a:p>
          <a:endParaRPr lang="pt-BR"/>
        </a:p>
      </dgm:t>
    </dgm:pt>
    <dgm:pt modelId="{FE434BDF-E079-45F8-BFDE-31DD3AC97A05}">
      <dgm:prSet phldrT="[Texto]" custT="1"/>
      <dgm:spPr/>
      <dgm:t>
        <a:bodyPr/>
        <a:lstStyle/>
        <a:p>
          <a:r>
            <a:rPr lang="pt-BR" sz="1400" b="0" dirty="0">
              <a:solidFill>
                <a:schemeClr val="accent1">
                  <a:lumMod val="75000"/>
                </a:schemeClr>
              </a:solidFill>
            </a:rPr>
            <a:t>Avaliação Estratégica</a:t>
          </a:r>
        </a:p>
      </dgm:t>
    </dgm:pt>
    <dgm:pt modelId="{2AACCCC0-3328-4B57-B955-C38CCC1AA734}" type="parTrans" cxnId="{E23DEC56-F0A8-4685-BE23-3BA0B4E546F5}">
      <dgm:prSet/>
      <dgm:spPr/>
      <dgm:t>
        <a:bodyPr/>
        <a:lstStyle/>
        <a:p>
          <a:endParaRPr lang="pt-BR"/>
        </a:p>
      </dgm:t>
    </dgm:pt>
    <dgm:pt modelId="{35BCE2D1-D84D-4E48-AF7F-24D5D39A0D40}" type="sibTrans" cxnId="{E23DEC56-F0A8-4685-BE23-3BA0B4E546F5}">
      <dgm:prSet/>
      <dgm:spPr/>
      <dgm:t>
        <a:bodyPr/>
        <a:lstStyle/>
        <a:p>
          <a:endParaRPr lang="pt-BR"/>
        </a:p>
      </dgm:t>
    </dgm:pt>
    <dgm:pt modelId="{03DB0FE2-84A9-44B5-887A-5C25036347B6}">
      <dgm:prSet phldrT="[Texto]"/>
      <dgm:spPr>
        <a:solidFill>
          <a:schemeClr val="accent4"/>
        </a:solidFill>
      </dgm:spPr>
      <dgm:t>
        <a:bodyPr/>
        <a:lstStyle/>
        <a:p>
          <a:r>
            <a:rPr lang="pt-BR" dirty="0"/>
            <a:t>Demanda</a:t>
          </a:r>
        </a:p>
      </dgm:t>
    </dgm:pt>
    <dgm:pt modelId="{335F2F71-50EF-49F6-B431-B5E8C76FF948}" type="parTrans" cxnId="{690AF6D2-A1EF-4470-9094-474886475A84}">
      <dgm:prSet/>
      <dgm:spPr/>
      <dgm:t>
        <a:bodyPr/>
        <a:lstStyle/>
        <a:p>
          <a:endParaRPr lang="pt-BR"/>
        </a:p>
      </dgm:t>
    </dgm:pt>
    <dgm:pt modelId="{AACC9B62-7BC4-47BD-9AD6-9FCCAA6D9A26}" type="sibTrans" cxnId="{690AF6D2-A1EF-4470-9094-474886475A84}">
      <dgm:prSet/>
      <dgm:spPr/>
      <dgm:t>
        <a:bodyPr/>
        <a:lstStyle/>
        <a:p>
          <a:endParaRPr lang="pt-BR"/>
        </a:p>
      </dgm:t>
    </dgm:pt>
    <dgm:pt modelId="{EA5E380F-37E5-44F5-B839-B73AB1C59E59}">
      <dgm:prSet phldrT="[Texto]"/>
      <dgm:spPr/>
      <dgm:t>
        <a:bodyPr/>
        <a:lstStyle/>
        <a:p>
          <a:r>
            <a:rPr lang="pt-BR" dirty="0"/>
            <a:t>Demanda</a:t>
          </a:r>
        </a:p>
      </dgm:t>
    </dgm:pt>
    <dgm:pt modelId="{0D431059-C6FA-4AA4-8F66-18B33843C53F}" type="parTrans" cxnId="{7F78F6AD-8C2D-4608-A48E-5CFD664F6BBF}">
      <dgm:prSet/>
      <dgm:spPr/>
      <dgm:t>
        <a:bodyPr/>
        <a:lstStyle/>
        <a:p>
          <a:endParaRPr lang="pt-BR"/>
        </a:p>
      </dgm:t>
    </dgm:pt>
    <dgm:pt modelId="{1AB84790-EA39-4A42-B01C-4F82CC2B5F7E}" type="sibTrans" cxnId="{7F78F6AD-8C2D-4608-A48E-5CFD664F6BBF}">
      <dgm:prSet/>
      <dgm:spPr/>
      <dgm:t>
        <a:bodyPr/>
        <a:lstStyle/>
        <a:p>
          <a:endParaRPr lang="pt-BR"/>
        </a:p>
      </dgm:t>
    </dgm:pt>
    <dgm:pt modelId="{4437FCA7-C745-4A9F-A534-5BD21E3587E0}" type="pres">
      <dgm:prSet presAssocID="{5F3F8A48-56F0-4767-9641-8E2467D68250}" presName="Name0" presStyleCnt="0">
        <dgm:presLayoutVars>
          <dgm:chMax val="4"/>
          <dgm:resizeHandles val="exact"/>
        </dgm:presLayoutVars>
      </dgm:prSet>
      <dgm:spPr/>
    </dgm:pt>
    <dgm:pt modelId="{237936F3-2B41-489F-8763-038FE32DD943}" type="pres">
      <dgm:prSet presAssocID="{5F3F8A48-56F0-4767-9641-8E2467D68250}" presName="ellipse" presStyleLbl="trBgShp" presStyleIdx="0" presStyleCnt="1"/>
      <dgm:spPr/>
    </dgm:pt>
    <dgm:pt modelId="{86A6028C-CBEA-4DC2-9F95-0BB40BCB0424}" type="pres">
      <dgm:prSet presAssocID="{5F3F8A48-56F0-4767-9641-8E2467D68250}" presName="arrow1" presStyleLbl="fgShp" presStyleIdx="0" presStyleCnt="1" custLinFactNeighborY="83664"/>
      <dgm:spPr>
        <a:solidFill>
          <a:schemeClr val="tx1">
            <a:lumMod val="50000"/>
            <a:lumOff val="50000"/>
          </a:schemeClr>
        </a:solidFill>
      </dgm:spPr>
    </dgm:pt>
    <dgm:pt modelId="{F29B6906-5EA6-4CBC-9DAB-A75F9D5EFF3A}" type="pres">
      <dgm:prSet presAssocID="{5F3F8A48-56F0-4767-9641-8E2467D68250}" presName="rectangle" presStyleLbl="revTx" presStyleIdx="0" presStyleCnt="1" custLinFactY="720" custLinFactNeighborX="-1688" custLinFactNeighborY="100000">
        <dgm:presLayoutVars>
          <dgm:bulletEnabled val="1"/>
        </dgm:presLayoutVars>
      </dgm:prSet>
      <dgm:spPr/>
    </dgm:pt>
    <dgm:pt modelId="{462FB3DF-1FD7-4997-A60E-3F1173AFDB6C}" type="pres">
      <dgm:prSet presAssocID="{03DB0FE2-84A9-44B5-887A-5C25036347B6}" presName="item1" presStyleLbl="node1" presStyleIdx="0" presStyleCnt="3">
        <dgm:presLayoutVars>
          <dgm:bulletEnabled val="1"/>
        </dgm:presLayoutVars>
      </dgm:prSet>
      <dgm:spPr/>
    </dgm:pt>
    <dgm:pt modelId="{693AB375-8451-4266-A390-5F15D518E9D7}" type="pres">
      <dgm:prSet presAssocID="{EA5E380F-37E5-44F5-B839-B73AB1C59E59}" presName="item2" presStyleLbl="node1" presStyleIdx="1" presStyleCnt="3">
        <dgm:presLayoutVars>
          <dgm:bulletEnabled val="1"/>
        </dgm:presLayoutVars>
      </dgm:prSet>
      <dgm:spPr/>
    </dgm:pt>
    <dgm:pt modelId="{C1212474-52B3-4CDA-A022-06DB5B7AA229}" type="pres">
      <dgm:prSet presAssocID="{FE434BDF-E079-45F8-BFDE-31DD3AC97A05}" presName="item3" presStyleLbl="node1" presStyleIdx="2" presStyleCnt="3" custLinFactNeighborX="2584" custLinFactNeighborY="2474">
        <dgm:presLayoutVars>
          <dgm:bulletEnabled val="1"/>
        </dgm:presLayoutVars>
      </dgm:prSet>
      <dgm:spPr/>
    </dgm:pt>
    <dgm:pt modelId="{5B763BC0-D87A-4F0D-8326-BD552D971A6D}" type="pres">
      <dgm:prSet presAssocID="{5F3F8A48-56F0-4767-9641-8E2467D68250}" presName="funnel" presStyleLbl="trAlignAcc1" presStyleIdx="0" presStyleCnt="1"/>
      <dgm:spPr/>
    </dgm:pt>
  </dgm:ptLst>
  <dgm:cxnLst>
    <dgm:cxn modelId="{7F78F6AD-8C2D-4608-A48E-5CFD664F6BBF}" srcId="{5F3F8A48-56F0-4767-9641-8E2467D68250}" destId="{EA5E380F-37E5-44F5-B839-B73AB1C59E59}" srcOrd="2" destOrd="0" parTransId="{0D431059-C6FA-4AA4-8F66-18B33843C53F}" sibTransId="{1AB84790-EA39-4A42-B01C-4F82CC2B5F7E}"/>
    <dgm:cxn modelId="{5FA6D698-C502-464E-8004-3479382B4AF3}" type="presOf" srcId="{03DB0FE2-84A9-44B5-887A-5C25036347B6}" destId="{693AB375-8451-4266-A390-5F15D518E9D7}" srcOrd="0" destOrd="0" presId="urn:microsoft.com/office/officeart/2005/8/layout/funnel1"/>
    <dgm:cxn modelId="{44B84300-D7AA-472E-B374-3BC20582CBA4}" type="presOf" srcId="{FE434BDF-E079-45F8-BFDE-31DD3AC97A05}" destId="{F29B6906-5EA6-4CBC-9DAB-A75F9D5EFF3A}" srcOrd="0" destOrd="0" presId="urn:microsoft.com/office/officeart/2005/8/layout/funnel1"/>
    <dgm:cxn modelId="{F8B09434-9C4E-437E-90FE-C1E16CF7C04E}" type="presOf" srcId="{EA5E380F-37E5-44F5-B839-B73AB1C59E59}" destId="{462FB3DF-1FD7-4997-A60E-3F1173AFDB6C}" srcOrd="0" destOrd="0" presId="urn:microsoft.com/office/officeart/2005/8/layout/funnel1"/>
    <dgm:cxn modelId="{E23DEC56-F0A8-4685-BE23-3BA0B4E546F5}" srcId="{5F3F8A48-56F0-4767-9641-8E2467D68250}" destId="{FE434BDF-E079-45F8-BFDE-31DD3AC97A05}" srcOrd="3" destOrd="0" parTransId="{2AACCCC0-3328-4B57-B955-C38CCC1AA734}" sibTransId="{35BCE2D1-D84D-4E48-AF7F-24D5D39A0D40}"/>
    <dgm:cxn modelId="{7259BFC5-556D-4EE8-9500-E74C219B176E}" type="presOf" srcId="{029A57D7-582B-4919-A598-F21FCC2DED95}" destId="{C1212474-52B3-4CDA-A022-06DB5B7AA229}" srcOrd="0" destOrd="0" presId="urn:microsoft.com/office/officeart/2005/8/layout/funnel1"/>
    <dgm:cxn modelId="{690AF6D2-A1EF-4470-9094-474886475A84}" srcId="{5F3F8A48-56F0-4767-9641-8E2467D68250}" destId="{03DB0FE2-84A9-44B5-887A-5C25036347B6}" srcOrd="1" destOrd="0" parTransId="{335F2F71-50EF-49F6-B431-B5E8C76FF948}" sibTransId="{AACC9B62-7BC4-47BD-9AD6-9FCCAA6D9A26}"/>
    <dgm:cxn modelId="{644CF956-ABF5-4828-9B39-00838EE2F363}" type="presOf" srcId="{5F3F8A48-56F0-4767-9641-8E2467D68250}" destId="{4437FCA7-C745-4A9F-A534-5BD21E3587E0}" srcOrd="0" destOrd="0" presId="urn:microsoft.com/office/officeart/2005/8/layout/funnel1"/>
    <dgm:cxn modelId="{6DF4F5A9-DB2B-47F3-B690-7A4A0C5BD1A3}" srcId="{5F3F8A48-56F0-4767-9641-8E2467D68250}" destId="{029A57D7-582B-4919-A598-F21FCC2DED95}" srcOrd="0" destOrd="0" parTransId="{F0BDF086-1F3B-4226-9B47-16EAB0915E58}" sibTransId="{9DD0097B-AC66-4AD3-AAEA-F332CEA56964}"/>
    <dgm:cxn modelId="{0622E509-734F-471F-9A35-00867DC89C47}" type="presParOf" srcId="{4437FCA7-C745-4A9F-A534-5BD21E3587E0}" destId="{237936F3-2B41-489F-8763-038FE32DD943}" srcOrd="0" destOrd="0" presId="urn:microsoft.com/office/officeart/2005/8/layout/funnel1"/>
    <dgm:cxn modelId="{5789A646-1939-4891-848F-F0BB9B326DD8}" type="presParOf" srcId="{4437FCA7-C745-4A9F-A534-5BD21E3587E0}" destId="{86A6028C-CBEA-4DC2-9F95-0BB40BCB0424}" srcOrd="1" destOrd="0" presId="urn:microsoft.com/office/officeart/2005/8/layout/funnel1"/>
    <dgm:cxn modelId="{0266C4E1-62D7-4A42-8853-7E3673126FCA}" type="presParOf" srcId="{4437FCA7-C745-4A9F-A534-5BD21E3587E0}" destId="{F29B6906-5EA6-4CBC-9DAB-A75F9D5EFF3A}" srcOrd="2" destOrd="0" presId="urn:microsoft.com/office/officeart/2005/8/layout/funnel1"/>
    <dgm:cxn modelId="{0A0ABB34-7D2D-4AA9-B7AD-C3F75CC8AE01}" type="presParOf" srcId="{4437FCA7-C745-4A9F-A534-5BD21E3587E0}" destId="{462FB3DF-1FD7-4997-A60E-3F1173AFDB6C}" srcOrd="3" destOrd="0" presId="urn:microsoft.com/office/officeart/2005/8/layout/funnel1"/>
    <dgm:cxn modelId="{E6D4BD65-B95B-46DE-8E46-194C69F3E748}" type="presParOf" srcId="{4437FCA7-C745-4A9F-A534-5BD21E3587E0}" destId="{693AB375-8451-4266-A390-5F15D518E9D7}" srcOrd="4" destOrd="0" presId="urn:microsoft.com/office/officeart/2005/8/layout/funnel1"/>
    <dgm:cxn modelId="{8BD0698D-C696-411B-8006-A8CB4958E26F}" type="presParOf" srcId="{4437FCA7-C745-4A9F-A534-5BD21E3587E0}" destId="{C1212474-52B3-4CDA-A022-06DB5B7AA229}" srcOrd="5" destOrd="0" presId="urn:microsoft.com/office/officeart/2005/8/layout/funnel1"/>
    <dgm:cxn modelId="{57D64813-D842-4CC3-A059-B814AFA657EB}" type="presParOf" srcId="{4437FCA7-C745-4A9F-A534-5BD21E3587E0}" destId="{5B763BC0-D87A-4F0D-8326-BD552D971A6D}" srcOrd="6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EE293D3-8D4E-4523-BBC2-58E36938C7C4}" type="doc">
      <dgm:prSet loTypeId="urn:microsoft.com/office/officeart/2009/3/layout/RandomtoResult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5C41225F-D30F-4D8D-B886-C1918B2F0DF5}">
      <dgm:prSet phldrT="[Texto]" custT="1"/>
      <dgm:spPr/>
      <dgm:t>
        <a:bodyPr/>
        <a:lstStyle/>
        <a:p>
          <a:r>
            <a:rPr lang="pt-BR" sz="1400" b="1" dirty="0">
              <a:solidFill>
                <a:schemeClr val="accent1">
                  <a:lumMod val="75000"/>
                </a:schemeClr>
              </a:solidFill>
            </a:rPr>
            <a:t>GMUD</a:t>
          </a:r>
        </a:p>
      </dgm:t>
    </dgm:pt>
    <dgm:pt modelId="{6E914471-E17D-4B65-B955-90688476CA45}" type="parTrans" cxnId="{8B813D10-5294-41BB-90F9-036EB84D6251}">
      <dgm:prSet/>
      <dgm:spPr/>
      <dgm:t>
        <a:bodyPr/>
        <a:lstStyle/>
        <a:p>
          <a:endParaRPr lang="pt-BR"/>
        </a:p>
      </dgm:t>
    </dgm:pt>
    <dgm:pt modelId="{757BA241-52B4-481E-A02C-5DC951EC92B3}" type="sibTrans" cxnId="{8B813D10-5294-41BB-90F9-036EB84D6251}">
      <dgm:prSet/>
      <dgm:spPr/>
      <dgm:t>
        <a:bodyPr/>
        <a:lstStyle/>
        <a:p>
          <a:endParaRPr lang="pt-BR"/>
        </a:p>
      </dgm:t>
    </dgm:pt>
    <dgm:pt modelId="{99296EAE-4E96-4C76-BF81-F35DF08B00C6}" type="pres">
      <dgm:prSet presAssocID="{8EE293D3-8D4E-4523-BBC2-58E36938C7C4}" presName="Name0" presStyleCnt="0">
        <dgm:presLayoutVars>
          <dgm:dir/>
          <dgm:animOne val="branch"/>
          <dgm:animLvl val="lvl"/>
        </dgm:presLayoutVars>
      </dgm:prSet>
      <dgm:spPr/>
    </dgm:pt>
    <dgm:pt modelId="{F318B0CA-F916-4E52-8349-6126F83AA2A7}" type="pres">
      <dgm:prSet presAssocID="{5C41225F-D30F-4D8D-B886-C1918B2F0DF5}" presName="chaos" presStyleCnt="0"/>
      <dgm:spPr/>
    </dgm:pt>
    <dgm:pt modelId="{8DF8072D-33A8-4C86-89DB-A27FABBBF6D4}" type="pres">
      <dgm:prSet presAssocID="{5C41225F-D30F-4D8D-B886-C1918B2F0DF5}" presName="parTx1" presStyleLbl="revTx" presStyleIdx="0" presStyleCnt="1" custScaleY="58704" custLinFactNeighborX="-1079" custLinFactNeighborY="82"/>
      <dgm:spPr/>
    </dgm:pt>
    <dgm:pt modelId="{759EE83A-6533-4DF2-B5E0-FA0B6CD833D4}" type="pres">
      <dgm:prSet presAssocID="{5C41225F-D30F-4D8D-B886-C1918B2F0DF5}" presName="c1" presStyleLbl="node1" presStyleIdx="0" presStyleCnt="18"/>
      <dgm:spPr/>
    </dgm:pt>
    <dgm:pt modelId="{CFF34A52-B446-4A66-A040-0589EEF730D7}" type="pres">
      <dgm:prSet presAssocID="{5C41225F-D30F-4D8D-B886-C1918B2F0DF5}" presName="c2" presStyleLbl="node1" presStyleIdx="1" presStyleCnt="18"/>
      <dgm:spPr/>
    </dgm:pt>
    <dgm:pt modelId="{85BB4DF6-BE81-48B5-8F0A-2D59E7AB4ED2}" type="pres">
      <dgm:prSet presAssocID="{5C41225F-D30F-4D8D-B886-C1918B2F0DF5}" presName="c3" presStyleLbl="node1" presStyleIdx="2" presStyleCnt="18"/>
      <dgm:spPr/>
    </dgm:pt>
    <dgm:pt modelId="{A0DB200A-D997-40A7-B152-2BFE4144D938}" type="pres">
      <dgm:prSet presAssocID="{5C41225F-D30F-4D8D-B886-C1918B2F0DF5}" presName="c4" presStyleLbl="node1" presStyleIdx="3" presStyleCnt="18"/>
      <dgm:spPr/>
    </dgm:pt>
    <dgm:pt modelId="{A447CAC5-4B98-41F5-9A4B-9AF3C171D0D2}" type="pres">
      <dgm:prSet presAssocID="{5C41225F-D30F-4D8D-B886-C1918B2F0DF5}" presName="c5" presStyleLbl="node1" presStyleIdx="4" presStyleCnt="18"/>
      <dgm:spPr/>
    </dgm:pt>
    <dgm:pt modelId="{588BC96A-8026-4006-BBC3-116A2E49F6CF}" type="pres">
      <dgm:prSet presAssocID="{5C41225F-D30F-4D8D-B886-C1918B2F0DF5}" presName="c6" presStyleLbl="node1" presStyleIdx="5" presStyleCnt="18"/>
      <dgm:spPr/>
    </dgm:pt>
    <dgm:pt modelId="{9116156A-5F17-46C5-B108-09D04A65884F}" type="pres">
      <dgm:prSet presAssocID="{5C41225F-D30F-4D8D-B886-C1918B2F0DF5}" presName="c7" presStyleLbl="node1" presStyleIdx="6" presStyleCnt="18"/>
      <dgm:spPr>
        <a:solidFill>
          <a:schemeClr val="accent4">
            <a:lumMod val="60000"/>
            <a:lumOff val="40000"/>
          </a:schemeClr>
        </a:solidFill>
      </dgm:spPr>
    </dgm:pt>
    <dgm:pt modelId="{9936280F-C6B2-47B5-812A-26BAE679C7F5}" type="pres">
      <dgm:prSet presAssocID="{5C41225F-D30F-4D8D-B886-C1918B2F0DF5}" presName="c8" presStyleLbl="node1" presStyleIdx="7" presStyleCnt="18"/>
      <dgm:spPr/>
    </dgm:pt>
    <dgm:pt modelId="{D4045CBE-1A9E-4318-BAFC-D8D32365D4F8}" type="pres">
      <dgm:prSet presAssocID="{5C41225F-D30F-4D8D-B886-C1918B2F0DF5}" presName="c9" presStyleLbl="node1" presStyleIdx="8" presStyleCnt="18"/>
      <dgm:spPr/>
    </dgm:pt>
    <dgm:pt modelId="{D2C819ED-27D8-4198-8111-45A36479B3E8}" type="pres">
      <dgm:prSet presAssocID="{5C41225F-D30F-4D8D-B886-C1918B2F0DF5}" presName="c10" presStyleLbl="node1" presStyleIdx="9" presStyleCnt="18"/>
      <dgm:spPr>
        <a:solidFill>
          <a:srgbClr val="C00000"/>
        </a:solidFill>
      </dgm:spPr>
    </dgm:pt>
    <dgm:pt modelId="{7D88F62C-09FB-45E9-8146-9C19980C059C}" type="pres">
      <dgm:prSet presAssocID="{5C41225F-D30F-4D8D-B886-C1918B2F0DF5}" presName="c11" presStyleLbl="node1" presStyleIdx="10" presStyleCnt="18"/>
      <dgm:spPr/>
    </dgm:pt>
    <dgm:pt modelId="{1C610C79-2453-48B4-9C25-63B63A8EE33F}" type="pres">
      <dgm:prSet presAssocID="{5C41225F-D30F-4D8D-B886-C1918B2F0DF5}" presName="c12" presStyleLbl="node1" presStyleIdx="11" presStyleCnt="18"/>
      <dgm:spPr>
        <a:solidFill>
          <a:schemeClr val="accent6">
            <a:lumMod val="50000"/>
          </a:schemeClr>
        </a:solidFill>
      </dgm:spPr>
    </dgm:pt>
    <dgm:pt modelId="{EDA4A7B0-FF2E-4A06-9FFC-EFC9101C2DC1}" type="pres">
      <dgm:prSet presAssocID="{5C41225F-D30F-4D8D-B886-C1918B2F0DF5}" presName="c13" presStyleLbl="node1" presStyleIdx="12" presStyleCnt="18"/>
      <dgm:spPr>
        <a:solidFill>
          <a:srgbClr val="C00000"/>
        </a:solidFill>
      </dgm:spPr>
    </dgm:pt>
    <dgm:pt modelId="{C77D1B1F-65CD-443D-B709-54452791BE57}" type="pres">
      <dgm:prSet presAssocID="{5C41225F-D30F-4D8D-B886-C1918B2F0DF5}" presName="c14" presStyleLbl="node1" presStyleIdx="13" presStyleCnt="18"/>
      <dgm:spPr/>
    </dgm:pt>
    <dgm:pt modelId="{232A1186-BA12-4F03-895B-3FC21678BF6B}" type="pres">
      <dgm:prSet presAssocID="{5C41225F-D30F-4D8D-B886-C1918B2F0DF5}" presName="c15" presStyleLbl="node1" presStyleIdx="14" presStyleCnt="18"/>
      <dgm:spPr>
        <a:solidFill>
          <a:schemeClr val="accent4">
            <a:lumMod val="60000"/>
            <a:lumOff val="40000"/>
          </a:schemeClr>
        </a:solidFill>
      </dgm:spPr>
    </dgm:pt>
    <dgm:pt modelId="{F690C61F-F6C0-476C-8063-6C6A0C7DAFB9}" type="pres">
      <dgm:prSet presAssocID="{5C41225F-D30F-4D8D-B886-C1918B2F0DF5}" presName="c16" presStyleLbl="node1" presStyleIdx="15" presStyleCnt="18"/>
      <dgm:spPr/>
    </dgm:pt>
    <dgm:pt modelId="{E6F47A1B-9C4E-477E-AC04-26273000C923}" type="pres">
      <dgm:prSet presAssocID="{5C41225F-D30F-4D8D-B886-C1918B2F0DF5}" presName="c17" presStyleLbl="node1" presStyleIdx="16" presStyleCnt="18"/>
      <dgm:spPr>
        <a:solidFill>
          <a:srgbClr val="C00000"/>
        </a:solidFill>
      </dgm:spPr>
    </dgm:pt>
    <dgm:pt modelId="{070B57DC-187F-4B91-AF78-F8EB581A547F}" type="pres">
      <dgm:prSet presAssocID="{5C41225F-D30F-4D8D-B886-C1918B2F0DF5}" presName="c18" presStyleLbl="node1" presStyleIdx="17" presStyleCnt="18"/>
      <dgm:spPr>
        <a:solidFill>
          <a:schemeClr val="accent6">
            <a:lumMod val="50000"/>
          </a:schemeClr>
        </a:solidFill>
      </dgm:spPr>
    </dgm:pt>
  </dgm:ptLst>
  <dgm:cxnLst>
    <dgm:cxn modelId="{8B813D10-5294-41BB-90F9-036EB84D6251}" srcId="{8EE293D3-8D4E-4523-BBC2-58E36938C7C4}" destId="{5C41225F-D30F-4D8D-B886-C1918B2F0DF5}" srcOrd="0" destOrd="0" parTransId="{6E914471-E17D-4B65-B955-90688476CA45}" sibTransId="{757BA241-52B4-481E-A02C-5DC951EC92B3}"/>
    <dgm:cxn modelId="{F29F4E42-39F9-4F25-AA0E-C09F2DCE9E66}" type="presOf" srcId="{8EE293D3-8D4E-4523-BBC2-58E36938C7C4}" destId="{99296EAE-4E96-4C76-BF81-F35DF08B00C6}" srcOrd="0" destOrd="0" presId="urn:microsoft.com/office/officeart/2009/3/layout/RandomtoResultProcess"/>
    <dgm:cxn modelId="{5DBC3D16-205F-42EA-9A71-32FF596FC6E7}" type="presOf" srcId="{5C41225F-D30F-4D8D-B886-C1918B2F0DF5}" destId="{8DF8072D-33A8-4C86-89DB-A27FABBBF6D4}" srcOrd="0" destOrd="0" presId="urn:microsoft.com/office/officeart/2009/3/layout/RandomtoResultProcess"/>
    <dgm:cxn modelId="{578BC4F3-9E25-4825-9443-BF9488C71374}" type="presParOf" srcId="{99296EAE-4E96-4C76-BF81-F35DF08B00C6}" destId="{F318B0CA-F916-4E52-8349-6126F83AA2A7}" srcOrd="0" destOrd="0" presId="urn:microsoft.com/office/officeart/2009/3/layout/RandomtoResultProcess"/>
    <dgm:cxn modelId="{92FB807B-0979-47EC-91A6-E610C0A6D059}" type="presParOf" srcId="{F318B0CA-F916-4E52-8349-6126F83AA2A7}" destId="{8DF8072D-33A8-4C86-89DB-A27FABBBF6D4}" srcOrd="0" destOrd="0" presId="urn:microsoft.com/office/officeart/2009/3/layout/RandomtoResultProcess"/>
    <dgm:cxn modelId="{FC88E695-3916-4775-ADE0-47AA621EAE2B}" type="presParOf" srcId="{F318B0CA-F916-4E52-8349-6126F83AA2A7}" destId="{759EE83A-6533-4DF2-B5E0-FA0B6CD833D4}" srcOrd="1" destOrd="0" presId="urn:microsoft.com/office/officeart/2009/3/layout/RandomtoResultProcess"/>
    <dgm:cxn modelId="{BC52A3EA-7A34-4E0A-9744-398C307BB5DB}" type="presParOf" srcId="{F318B0CA-F916-4E52-8349-6126F83AA2A7}" destId="{CFF34A52-B446-4A66-A040-0589EEF730D7}" srcOrd="2" destOrd="0" presId="urn:microsoft.com/office/officeart/2009/3/layout/RandomtoResultProcess"/>
    <dgm:cxn modelId="{0506745C-A633-4B01-BA93-9AAD0D02C896}" type="presParOf" srcId="{F318B0CA-F916-4E52-8349-6126F83AA2A7}" destId="{85BB4DF6-BE81-48B5-8F0A-2D59E7AB4ED2}" srcOrd="3" destOrd="0" presId="urn:microsoft.com/office/officeart/2009/3/layout/RandomtoResultProcess"/>
    <dgm:cxn modelId="{5B9F2699-6E26-4BDB-AEAA-027C4407059E}" type="presParOf" srcId="{F318B0CA-F916-4E52-8349-6126F83AA2A7}" destId="{A0DB200A-D997-40A7-B152-2BFE4144D938}" srcOrd="4" destOrd="0" presId="urn:microsoft.com/office/officeart/2009/3/layout/RandomtoResultProcess"/>
    <dgm:cxn modelId="{E5C3BB91-E03F-4188-AEF4-270C1B9AF8C4}" type="presParOf" srcId="{F318B0CA-F916-4E52-8349-6126F83AA2A7}" destId="{A447CAC5-4B98-41F5-9A4B-9AF3C171D0D2}" srcOrd="5" destOrd="0" presId="urn:microsoft.com/office/officeart/2009/3/layout/RandomtoResultProcess"/>
    <dgm:cxn modelId="{CBC71DCF-F63D-4614-9B80-1B74C5E98C6E}" type="presParOf" srcId="{F318B0CA-F916-4E52-8349-6126F83AA2A7}" destId="{588BC96A-8026-4006-BBC3-116A2E49F6CF}" srcOrd="6" destOrd="0" presId="urn:microsoft.com/office/officeart/2009/3/layout/RandomtoResultProcess"/>
    <dgm:cxn modelId="{ACAC3AF5-799F-4BDC-A2C8-54D03A2D9939}" type="presParOf" srcId="{F318B0CA-F916-4E52-8349-6126F83AA2A7}" destId="{9116156A-5F17-46C5-B108-09D04A65884F}" srcOrd="7" destOrd="0" presId="urn:microsoft.com/office/officeart/2009/3/layout/RandomtoResultProcess"/>
    <dgm:cxn modelId="{84A744D1-CCC1-49C5-AC1F-C1E87168D4CD}" type="presParOf" srcId="{F318B0CA-F916-4E52-8349-6126F83AA2A7}" destId="{9936280F-C6B2-47B5-812A-26BAE679C7F5}" srcOrd="8" destOrd="0" presId="urn:microsoft.com/office/officeart/2009/3/layout/RandomtoResultProcess"/>
    <dgm:cxn modelId="{E3EDD7D7-FE23-48C2-B196-A5F445C4EE8E}" type="presParOf" srcId="{F318B0CA-F916-4E52-8349-6126F83AA2A7}" destId="{D4045CBE-1A9E-4318-BAFC-D8D32365D4F8}" srcOrd="9" destOrd="0" presId="urn:microsoft.com/office/officeart/2009/3/layout/RandomtoResultProcess"/>
    <dgm:cxn modelId="{321B0C15-81D4-4A8A-8ED5-D1DC641EDE5F}" type="presParOf" srcId="{F318B0CA-F916-4E52-8349-6126F83AA2A7}" destId="{D2C819ED-27D8-4198-8111-45A36479B3E8}" srcOrd="10" destOrd="0" presId="urn:microsoft.com/office/officeart/2009/3/layout/RandomtoResultProcess"/>
    <dgm:cxn modelId="{4465265D-3B22-4087-A998-5CCCD88F98B5}" type="presParOf" srcId="{F318B0CA-F916-4E52-8349-6126F83AA2A7}" destId="{7D88F62C-09FB-45E9-8146-9C19980C059C}" srcOrd="11" destOrd="0" presId="urn:microsoft.com/office/officeart/2009/3/layout/RandomtoResultProcess"/>
    <dgm:cxn modelId="{AA08A739-36F4-4F80-AC8B-C307409B53B6}" type="presParOf" srcId="{F318B0CA-F916-4E52-8349-6126F83AA2A7}" destId="{1C610C79-2453-48B4-9C25-63B63A8EE33F}" srcOrd="12" destOrd="0" presId="urn:microsoft.com/office/officeart/2009/3/layout/RandomtoResultProcess"/>
    <dgm:cxn modelId="{2B9B7081-C113-4BC1-B8D1-541ECA6FEC18}" type="presParOf" srcId="{F318B0CA-F916-4E52-8349-6126F83AA2A7}" destId="{EDA4A7B0-FF2E-4A06-9FFC-EFC9101C2DC1}" srcOrd="13" destOrd="0" presId="urn:microsoft.com/office/officeart/2009/3/layout/RandomtoResultProcess"/>
    <dgm:cxn modelId="{4F8EF589-8421-4DC6-9110-C54C8C0B7A0C}" type="presParOf" srcId="{F318B0CA-F916-4E52-8349-6126F83AA2A7}" destId="{C77D1B1F-65CD-443D-B709-54452791BE57}" srcOrd="14" destOrd="0" presId="urn:microsoft.com/office/officeart/2009/3/layout/RandomtoResultProcess"/>
    <dgm:cxn modelId="{AFA4713E-E6A6-4D95-BD13-293376DDA2E6}" type="presParOf" srcId="{F318B0CA-F916-4E52-8349-6126F83AA2A7}" destId="{232A1186-BA12-4F03-895B-3FC21678BF6B}" srcOrd="15" destOrd="0" presId="urn:microsoft.com/office/officeart/2009/3/layout/RandomtoResultProcess"/>
    <dgm:cxn modelId="{EB7E3F15-4060-41FF-9CA5-B72DA42EB6C3}" type="presParOf" srcId="{F318B0CA-F916-4E52-8349-6126F83AA2A7}" destId="{F690C61F-F6C0-476C-8063-6C6A0C7DAFB9}" srcOrd="16" destOrd="0" presId="urn:microsoft.com/office/officeart/2009/3/layout/RandomtoResultProcess"/>
    <dgm:cxn modelId="{2EDD5A3C-FD90-42E2-BEFB-4A8EE17E2D89}" type="presParOf" srcId="{F318B0CA-F916-4E52-8349-6126F83AA2A7}" destId="{E6F47A1B-9C4E-477E-AC04-26273000C923}" srcOrd="17" destOrd="0" presId="urn:microsoft.com/office/officeart/2009/3/layout/RandomtoResultProcess"/>
    <dgm:cxn modelId="{D0EF5E6B-6724-4EA9-97C2-596BB0860BEB}" type="presParOf" srcId="{F318B0CA-F916-4E52-8349-6126F83AA2A7}" destId="{070B57DC-187F-4B91-AF78-F8EB581A547F}" srcOrd="18" destOrd="0" presId="urn:microsoft.com/office/officeart/2009/3/layout/RandomtoResultProcess"/>
  </dgm:cxnLst>
  <dgm:bg/>
  <dgm:whole/>
  <dgm:extLst>
    <a:ext uri="http://schemas.microsoft.com/office/drawing/2008/diagram">
      <dsp:dataModelExt xmlns:dsp="http://schemas.microsoft.com/office/drawing/2008/diagram" relId="rId1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4FBC0A-0D1A-4103-BF1D-10805599BE42}">
      <dsp:nvSpPr>
        <dsp:cNvPr id="0" name=""/>
        <dsp:cNvSpPr/>
      </dsp:nvSpPr>
      <dsp:spPr>
        <a:xfrm>
          <a:off x="266827" y="560253"/>
          <a:ext cx="910339" cy="910319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200" b="1" kern="1200" dirty="0">
              <a:ln>
                <a:noFill/>
              </a:ln>
              <a:solidFill>
                <a:schemeClr val="bg1"/>
              </a:solidFill>
            </a:rPr>
            <a:t>Novo Serviço</a:t>
          </a:r>
        </a:p>
      </dsp:txBody>
      <dsp:txXfrm>
        <a:off x="400143" y="693566"/>
        <a:ext cx="643707" cy="643693"/>
      </dsp:txXfrm>
    </dsp:sp>
    <dsp:sp modelId="{C77BD888-9EBD-4662-9388-3E212FE1E841}">
      <dsp:nvSpPr>
        <dsp:cNvPr id="0" name=""/>
        <dsp:cNvSpPr/>
      </dsp:nvSpPr>
      <dsp:spPr>
        <a:xfrm>
          <a:off x="786247" y="518778"/>
          <a:ext cx="101242" cy="1012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6EAAF8-B800-4947-8B6F-D61AA0516EF6}">
      <dsp:nvSpPr>
        <dsp:cNvPr id="0" name=""/>
        <dsp:cNvSpPr/>
      </dsp:nvSpPr>
      <dsp:spPr>
        <a:xfrm>
          <a:off x="546515" y="1402937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2EE22A-581C-4928-A776-4375677B434C}">
      <dsp:nvSpPr>
        <dsp:cNvPr id="0" name=""/>
        <dsp:cNvSpPr/>
      </dsp:nvSpPr>
      <dsp:spPr>
        <a:xfrm>
          <a:off x="1235745" y="929698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A784E5-9360-4474-911A-FE3EB1C7C58E}">
      <dsp:nvSpPr>
        <dsp:cNvPr id="0" name=""/>
        <dsp:cNvSpPr/>
      </dsp:nvSpPr>
      <dsp:spPr>
        <a:xfrm>
          <a:off x="884951" y="1480995"/>
          <a:ext cx="101242" cy="1012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E4A955-81C9-46DD-A401-A8DF4F07ED07}">
      <dsp:nvSpPr>
        <dsp:cNvPr id="0" name=""/>
        <dsp:cNvSpPr/>
      </dsp:nvSpPr>
      <dsp:spPr>
        <a:xfrm>
          <a:off x="567339" y="662664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5D7DAA-869B-4828-B027-7F1CC6AE5825}">
      <dsp:nvSpPr>
        <dsp:cNvPr id="0" name=""/>
        <dsp:cNvSpPr/>
      </dsp:nvSpPr>
      <dsp:spPr>
        <a:xfrm>
          <a:off x="336241" y="1082411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CDCD0E-8D4B-40E0-8154-135620799284}">
      <dsp:nvSpPr>
        <dsp:cNvPr id="0" name=""/>
        <dsp:cNvSpPr/>
      </dsp:nvSpPr>
      <dsp:spPr>
        <a:xfrm>
          <a:off x="-17600" y="724557"/>
          <a:ext cx="370095" cy="369977"/>
        </a:xfrm>
        <a:prstGeom prst="ellipse">
          <a:avLst/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600" kern="1200" dirty="0">
              <a:ln>
                <a:noFill/>
              </a:ln>
              <a:solidFill>
                <a:schemeClr val="bg1"/>
              </a:solidFill>
            </a:rPr>
            <a:t>Alterar 10 PA</a:t>
          </a:r>
        </a:p>
      </dsp:txBody>
      <dsp:txXfrm>
        <a:off x="36599" y="778739"/>
        <a:ext cx="261697" cy="261613"/>
      </dsp:txXfrm>
    </dsp:sp>
    <dsp:sp modelId="{FDBA0F69-2D29-43E2-94EB-BAFAA1D6A965}">
      <dsp:nvSpPr>
        <dsp:cNvPr id="0" name=""/>
        <dsp:cNvSpPr/>
      </dsp:nvSpPr>
      <dsp:spPr>
        <a:xfrm>
          <a:off x="683819" y="665854"/>
          <a:ext cx="101242" cy="1012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60C62D-D6F1-4759-8975-F42F4419F185}">
      <dsp:nvSpPr>
        <dsp:cNvPr id="0" name=""/>
        <dsp:cNvSpPr/>
      </dsp:nvSpPr>
      <dsp:spPr>
        <a:xfrm>
          <a:off x="17106" y="1203007"/>
          <a:ext cx="183016" cy="18302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346515-87E4-41AC-98EF-96CF12EF7CA3}">
      <dsp:nvSpPr>
        <dsp:cNvPr id="0" name=""/>
        <dsp:cNvSpPr/>
      </dsp:nvSpPr>
      <dsp:spPr>
        <a:xfrm>
          <a:off x="948353" y="386096"/>
          <a:ext cx="580002" cy="610269"/>
        </a:xfrm>
        <a:prstGeom prst="ellipse">
          <a:avLst/>
        </a:prstGeom>
        <a:solidFill>
          <a:srgbClr val="FFC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800" kern="1200" dirty="0">
              <a:ln>
                <a:noFill/>
              </a:ln>
              <a:solidFill>
                <a:schemeClr val="bg1"/>
              </a:solidFill>
            </a:rPr>
            <a:t>Novo Sistema</a:t>
          </a:r>
        </a:p>
      </dsp:txBody>
      <dsp:txXfrm>
        <a:off x="1033292" y="475468"/>
        <a:ext cx="410124" cy="431525"/>
      </dsp:txXfrm>
    </dsp:sp>
    <dsp:sp modelId="{CAB06E0F-6130-440F-8C99-17AA8AA6B09F}">
      <dsp:nvSpPr>
        <dsp:cNvPr id="0" name=""/>
        <dsp:cNvSpPr/>
      </dsp:nvSpPr>
      <dsp:spPr>
        <a:xfrm>
          <a:off x="1105383" y="805912"/>
          <a:ext cx="101242" cy="1012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9F2B2F-CDAF-4EFD-A009-2022ACD59790}">
      <dsp:nvSpPr>
        <dsp:cNvPr id="0" name=""/>
        <dsp:cNvSpPr/>
      </dsp:nvSpPr>
      <dsp:spPr>
        <a:xfrm>
          <a:off x="-52476" y="1420803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3AAC8F-C942-4C05-B8FD-2CC13F573916}">
      <dsp:nvSpPr>
        <dsp:cNvPr id="0" name=""/>
        <dsp:cNvSpPr/>
      </dsp:nvSpPr>
      <dsp:spPr>
        <a:xfrm>
          <a:off x="678571" y="1316372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F8072D-33A8-4C86-89DB-A27FABBBF6D4}">
      <dsp:nvSpPr>
        <dsp:cNvPr id="0" name=""/>
        <dsp:cNvSpPr/>
      </dsp:nvSpPr>
      <dsp:spPr>
        <a:xfrm>
          <a:off x="72948" y="582208"/>
          <a:ext cx="1294080" cy="2503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b="1" kern="1200" dirty="0">
              <a:solidFill>
                <a:schemeClr val="accent1">
                  <a:lumMod val="75000"/>
                </a:schemeClr>
              </a:solidFill>
            </a:rPr>
            <a:t>GMUD</a:t>
          </a:r>
        </a:p>
      </dsp:txBody>
      <dsp:txXfrm>
        <a:off x="72948" y="582208"/>
        <a:ext cx="1294080" cy="250348"/>
      </dsp:txXfrm>
    </dsp:sp>
    <dsp:sp modelId="{759EE83A-6533-4DF2-B5E0-FA0B6CD833D4}">
      <dsp:nvSpPr>
        <dsp:cNvPr id="0" name=""/>
        <dsp:cNvSpPr/>
      </dsp:nvSpPr>
      <dsp:spPr>
        <a:xfrm>
          <a:off x="85441" y="364101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F34A52-B446-4A66-A040-0589EEF730D7}">
      <dsp:nvSpPr>
        <dsp:cNvPr id="0" name=""/>
        <dsp:cNvSpPr/>
      </dsp:nvSpPr>
      <dsp:spPr>
        <a:xfrm>
          <a:off x="157498" y="219987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BB4DF6-BE81-48B5-8F0A-2D59E7AB4ED2}">
      <dsp:nvSpPr>
        <dsp:cNvPr id="0" name=""/>
        <dsp:cNvSpPr/>
      </dsp:nvSpPr>
      <dsp:spPr>
        <a:xfrm>
          <a:off x="330434" y="248810"/>
          <a:ext cx="161760" cy="16176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DB200A-D997-40A7-B152-2BFE4144D938}">
      <dsp:nvSpPr>
        <dsp:cNvPr id="0" name=""/>
        <dsp:cNvSpPr/>
      </dsp:nvSpPr>
      <dsp:spPr>
        <a:xfrm>
          <a:off x="474547" y="90285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47CAC5-4B98-41F5-9A4B-9AF3C171D0D2}">
      <dsp:nvSpPr>
        <dsp:cNvPr id="0" name=""/>
        <dsp:cNvSpPr/>
      </dsp:nvSpPr>
      <dsp:spPr>
        <a:xfrm>
          <a:off x="661895" y="32640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8BC96A-8026-4006-BBC3-116A2E49F6CF}">
      <dsp:nvSpPr>
        <dsp:cNvPr id="0" name=""/>
        <dsp:cNvSpPr/>
      </dsp:nvSpPr>
      <dsp:spPr>
        <a:xfrm>
          <a:off x="892477" y="133519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16156A-5F17-46C5-B108-09D04A65884F}">
      <dsp:nvSpPr>
        <dsp:cNvPr id="0" name=""/>
        <dsp:cNvSpPr/>
      </dsp:nvSpPr>
      <dsp:spPr>
        <a:xfrm>
          <a:off x="1036590" y="205576"/>
          <a:ext cx="161760" cy="161760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36280F-C6B2-47B5-812A-26BAE679C7F5}">
      <dsp:nvSpPr>
        <dsp:cNvPr id="0" name=""/>
        <dsp:cNvSpPr/>
      </dsp:nvSpPr>
      <dsp:spPr>
        <a:xfrm>
          <a:off x="1238349" y="364101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045CBE-1A9E-4318-BAFC-D8D32365D4F8}">
      <dsp:nvSpPr>
        <dsp:cNvPr id="0" name=""/>
        <dsp:cNvSpPr/>
      </dsp:nvSpPr>
      <dsp:spPr>
        <a:xfrm>
          <a:off x="1324817" y="522626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C819ED-27D8-4198-8111-45A36479B3E8}">
      <dsp:nvSpPr>
        <dsp:cNvPr id="0" name=""/>
        <dsp:cNvSpPr/>
      </dsp:nvSpPr>
      <dsp:spPr>
        <a:xfrm>
          <a:off x="575427" y="219987"/>
          <a:ext cx="264698" cy="264698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88F62C-09FB-45E9-8146-9C19980C059C}">
      <dsp:nvSpPr>
        <dsp:cNvPr id="0" name=""/>
        <dsp:cNvSpPr/>
      </dsp:nvSpPr>
      <dsp:spPr>
        <a:xfrm>
          <a:off x="13384" y="767619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610C79-2453-48B4-9C25-63B63A8EE33F}">
      <dsp:nvSpPr>
        <dsp:cNvPr id="0" name=""/>
        <dsp:cNvSpPr/>
      </dsp:nvSpPr>
      <dsp:spPr>
        <a:xfrm>
          <a:off x="99852" y="897321"/>
          <a:ext cx="161760" cy="16176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A4A7B0-FF2E-4A06-9FFC-EFC9101C2DC1}">
      <dsp:nvSpPr>
        <dsp:cNvPr id="0" name=""/>
        <dsp:cNvSpPr/>
      </dsp:nvSpPr>
      <dsp:spPr>
        <a:xfrm>
          <a:off x="316022" y="1012612"/>
          <a:ext cx="235287" cy="235287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7D1B1F-65CD-443D-B709-54452791BE57}">
      <dsp:nvSpPr>
        <dsp:cNvPr id="0" name=""/>
        <dsp:cNvSpPr/>
      </dsp:nvSpPr>
      <dsp:spPr>
        <a:xfrm>
          <a:off x="618661" y="1199960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2A1186-BA12-4F03-895B-3FC21678BF6B}">
      <dsp:nvSpPr>
        <dsp:cNvPr id="0" name=""/>
        <dsp:cNvSpPr/>
      </dsp:nvSpPr>
      <dsp:spPr>
        <a:xfrm>
          <a:off x="676306" y="1012612"/>
          <a:ext cx="161760" cy="161760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90C61F-F6C0-476C-8063-6C6A0C7DAFB9}">
      <dsp:nvSpPr>
        <dsp:cNvPr id="0" name=""/>
        <dsp:cNvSpPr/>
      </dsp:nvSpPr>
      <dsp:spPr>
        <a:xfrm>
          <a:off x="820420" y="1214371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F47A1B-9C4E-477E-AC04-26273000C923}">
      <dsp:nvSpPr>
        <dsp:cNvPr id="0" name=""/>
        <dsp:cNvSpPr/>
      </dsp:nvSpPr>
      <dsp:spPr>
        <a:xfrm>
          <a:off x="950122" y="983789"/>
          <a:ext cx="235287" cy="235287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0B57DC-187F-4B91-AF78-F8EB581A547F}">
      <dsp:nvSpPr>
        <dsp:cNvPr id="0" name=""/>
        <dsp:cNvSpPr/>
      </dsp:nvSpPr>
      <dsp:spPr>
        <a:xfrm>
          <a:off x="1267172" y="926144"/>
          <a:ext cx="161760" cy="16176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7936F3-2B41-489F-8763-038FE32DD943}">
      <dsp:nvSpPr>
        <dsp:cNvPr id="0" name=""/>
        <dsp:cNvSpPr/>
      </dsp:nvSpPr>
      <dsp:spPr>
        <a:xfrm>
          <a:off x="399427" y="420671"/>
          <a:ext cx="1459662" cy="506921"/>
        </a:xfrm>
        <a:prstGeom prst="ellipse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A6028C-CBEA-4DC2-9F95-0BB40BCB0424}">
      <dsp:nvSpPr>
        <dsp:cNvPr id="0" name=""/>
        <dsp:cNvSpPr/>
      </dsp:nvSpPr>
      <dsp:spPr>
        <a:xfrm>
          <a:off x="990081" y="1813418"/>
          <a:ext cx="282880" cy="181043"/>
        </a:xfrm>
        <a:prstGeom prst="downArrow">
          <a:avLst/>
        </a:prstGeom>
        <a:solidFill>
          <a:schemeClr val="tx1">
            <a:lumMod val="50000"/>
            <a:lumOff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9B6906-5EA6-4CBC-9DAB-A75F9D5EFF3A}">
      <dsp:nvSpPr>
        <dsp:cNvPr id="0" name=""/>
        <dsp:cNvSpPr/>
      </dsp:nvSpPr>
      <dsp:spPr>
        <a:xfrm>
          <a:off x="429688" y="2148685"/>
          <a:ext cx="1357825" cy="3394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b="0" kern="1200" dirty="0">
              <a:solidFill>
                <a:schemeClr val="accent1">
                  <a:lumMod val="75000"/>
                </a:schemeClr>
              </a:solidFill>
            </a:rPr>
            <a:t>Avaliação Estratégica</a:t>
          </a:r>
        </a:p>
      </dsp:txBody>
      <dsp:txXfrm>
        <a:off x="429688" y="2148685"/>
        <a:ext cx="1357825" cy="339456"/>
      </dsp:txXfrm>
    </dsp:sp>
    <dsp:sp modelId="{462FB3DF-1FD7-4997-A60E-3F1173AFDB6C}">
      <dsp:nvSpPr>
        <dsp:cNvPr id="0" name=""/>
        <dsp:cNvSpPr/>
      </dsp:nvSpPr>
      <dsp:spPr>
        <a:xfrm>
          <a:off x="930110" y="966743"/>
          <a:ext cx="509184" cy="5091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600" kern="1200" dirty="0"/>
            <a:t>Demanda</a:t>
          </a:r>
        </a:p>
      </dsp:txBody>
      <dsp:txXfrm>
        <a:off x="1004678" y="1041311"/>
        <a:ext cx="360048" cy="360048"/>
      </dsp:txXfrm>
    </dsp:sp>
    <dsp:sp modelId="{693AB375-8451-4266-A390-5F15D518E9D7}">
      <dsp:nvSpPr>
        <dsp:cNvPr id="0" name=""/>
        <dsp:cNvSpPr/>
      </dsp:nvSpPr>
      <dsp:spPr>
        <a:xfrm>
          <a:off x="565760" y="584741"/>
          <a:ext cx="509184" cy="509184"/>
        </a:xfrm>
        <a:prstGeom prst="ellipse">
          <a:avLst/>
        </a:prstGeom>
        <a:solidFill>
          <a:schemeClr val="accent4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600" kern="1200" dirty="0"/>
            <a:t>Demanda</a:t>
          </a:r>
        </a:p>
      </dsp:txBody>
      <dsp:txXfrm>
        <a:off x="640328" y="659309"/>
        <a:ext cx="360048" cy="360048"/>
      </dsp:txXfrm>
    </dsp:sp>
    <dsp:sp modelId="{C1212474-52B3-4CDA-A022-06DB5B7AA229}">
      <dsp:nvSpPr>
        <dsp:cNvPr id="0" name=""/>
        <dsp:cNvSpPr/>
      </dsp:nvSpPr>
      <dsp:spPr>
        <a:xfrm>
          <a:off x="1099417" y="474229"/>
          <a:ext cx="509184" cy="509184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600" kern="1200" dirty="0"/>
            <a:t>Demanda</a:t>
          </a:r>
        </a:p>
      </dsp:txBody>
      <dsp:txXfrm>
        <a:off x="1173985" y="548797"/>
        <a:ext cx="360048" cy="360048"/>
      </dsp:txXfrm>
    </dsp:sp>
    <dsp:sp modelId="{5B763BC0-D87A-4F0D-8326-BD552D971A6D}">
      <dsp:nvSpPr>
        <dsp:cNvPr id="0" name=""/>
        <dsp:cNvSpPr/>
      </dsp:nvSpPr>
      <dsp:spPr>
        <a:xfrm>
          <a:off x="339456" y="358437"/>
          <a:ext cx="1584130" cy="1267304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4FBC0A-0D1A-4103-BF1D-10805599BE42}">
      <dsp:nvSpPr>
        <dsp:cNvPr id="0" name=""/>
        <dsp:cNvSpPr/>
      </dsp:nvSpPr>
      <dsp:spPr>
        <a:xfrm>
          <a:off x="266827" y="560253"/>
          <a:ext cx="910339" cy="910319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200" b="1" kern="1200" dirty="0">
              <a:ln>
                <a:noFill/>
              </a:ln>
              <a:solidFill>
                <a:schemeClr val="bg1"/>
              </a:solidFill>
            </a:rPr>
            <a:t>Novo Serviço</a:t>
          </a:r>
        </a:p>
      </dsp:txBody>
      <dsp:txXfrm>
        <a:off x="400143" y="693566"/>
        <a:ext cx="643707" cy="643693"/>
      </dsp:txXfrm>
    </dsp:sp>
    <dsp:sp modelId="{C77BD888-9EBD-4662-9388-3E212FE1E841}">
      <dsp:nvSpPr>
        <dsp:cNvPr id="0" name=""/>
        <dsp:cNvSpPr/>
      </dsp:nvSpPr>
      <dsp:spPr>
        <a:xfrm>
          <a:off x="786247" y="518778"/>
          <a:ext cx="101242" cy="1012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6EAAF8-B800-4947-8B6F-D61AA0516EF6}">
      <dsp:nvSpPr>
        <dsp:cNvPr id="0" name=""/>
        <dsp:cNvSpPr/>
      </dsp:nvSpPr>
      <dsp:spPr>
        <a:xfrm>
          <a:off x="546515" y="1402937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2EE22A-581C-4928-A776-4375677B434C}">
      <dsp:nvSpPr>
        <dsp:cNvPr id="0" name=""/>
        <dsp:cNvSpPr/>
      </dsp:nvSpPr>
      <dsp:spPr>
        <a:xfrm>
          <a:off x="1235745" y="929698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A784E5-9360-4474-911A-FE3EB1C7C58E}">
      <dsp:nvSpPr>
        <dsp:cNvPr id="0" name=""/>
        <dsp:cNvSpPr/>
      </dsp:nvSpPr>
      <dsp:spPr>
        <a:xfrm>
          <a:off x="884951" y="1480995"/>
          <a:ext cx="101242" cy="1012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E4A955-81C9-46DD-A401-A8DF4F07ED07}">
      <dsp:nvSpPr>
        <dsp:cNvPr id="0" name=""/>
        <dsp:cNvSpPr/>
      </dsp:nvSpPr>
      <dsp:spPr>
        <a:xfrm>
          <a:off x="567339" y="662664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5D7DAA-869B-4828-B027-7F1CC6AE5825}">
      <dsp:nvSpPr>
        <dsp:cNvPr id="0" name=""/>
        <dsp:cNvSpPr/>
      </dsp:nvSpPr>
      <dsp:spPr>
        <a:xfrm>
          <a:off x="336241" y="1082411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CDCD0E-8D4B-40E0-8154-135620799284}">
      <dsp:nvSpPr>
        <dsp:cNvPr id="0" name=""/>
        <dsp:cNvSpPr/>
      </dsp:nvSpPr>
      <dsp:spPr>
        <a:xfrm>
          <a:off x="-17600" y="724557"/>
          <a:ext cx="370095" cy="369977"/>
        </a:xfrm>
        <a:prstGeom prst="ellipse">
          <a:avLst/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600" kern="1200" dirty="0">
              <a:ln>
                <a:noFill/>
              </a:ln>
              <a:solidFill>
                <a:schemeClr val="bg1"/>
              </a:solidFill>
            </a:rPr>
            <a:t>Alterar 10 PA</a:t>
          </a:r>
        </a:p>
      </dsp:txBody>
      <dsp:txXfrm>
        <a:off x="36599" y="778739"/>
        <a:ext cx="261697" cy="261613"/>
      </dsp:txXfrm>
    </dsp:sp>
    <dsp:sp modelId="{FDBA0F69-2D29-43E2-94EB-BAFAA1D6A965}">
      <dsp:nvSpPr>
        <dsp:cNvPr id="0" name=""/>
        <dsp:cNvSpPr/>
      </dsp:nvSpPr>
      <dsp:spPr>
        <a:xfrm>
          <a:off x="683819" y="665854"/>
          <a:ext cx="101242" cy="1012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60C62D-D6F1-4759-8975-F42F4419F185}">
      <dsp:nvSpPr>
        <dsp:cNvPr id="0" name=""/>
        <dsp:cNvSpPr/>
      </dsp:nvSpPr>
      <dsp:spPr>
        <a:xfrm>
          <a:off x="17106" y="1203007"/>
          <a:ext cx="183016" cy="18302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346515-87E4-41AC-98EF-96CF12EF7CA3}">
      <dsp:nvSpPr>
        <dsp:cNvPr id="0" name=""/>
        <dsp:cNvSpPr/>
      </dsp:nvSpPr>
      <dsp:spPr>
        <a:xfrm>
          <a:off x="948353" y="386096"/>
          <a:ext cx="580002" cy="610269"/>
        </a:xfrm>
        <a:prstGeom prst="ellipse">
          <a:avLst/>
        </a:prstGeom>
        <a:solidFill>
          <a:srgbClr val="FFC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800" kern="1200" dirty="0">
              <a:ln>
                <a:noFill/>
              </a:ln>
              <a:solidFill>
                <a:schemeClr val="bg1"/>
              </a:solidFill>
            </a:rPr>
            <a:t>Novo Sistema</a:t>
          </a:r>
        </a:p>
      </dsp:txBody>
      <dsp:txXfrm>
        <a:off x="1033292" y="475468"/>
        <a:ext cx="410124" cy="431525"/>
      </dsp:txXfrm>
    </dsp:sp>
    <dsp:sp modelId="{CAB06E0F-6130-440F-8C99-17AA8AA6B09F}">
      <dsp:nvSpPr>
        <dsp:cNvPr id="0" name=""/>
        <dsp:cNvSpPr/>
      </dsp:nvSpPr>
      <dsp:spPr>
        <a:xfrm>
          <a:off x="1105383" y="805912"/>
          <a:ext cx="101242" cy="1012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9F2B2F-CDAF-4EFD-A009-2022ACD59790}">
      <dsp:nvSpPr>
        <dsp:cNvPr id="0" name=""/>
        <dsp:cNvSpPr/>
      </dsp:nvSpPr>
      <dsp:spPr>
        <a:xfrm>
          <a:off x="-52476" y="1420803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3AAC8F-C942-4C05-B8FD-2CC13F573916}">
      <dsp:nvSpPr>
        <dsp:cNvPr id="0" name=""/>
        <dsp:cNvSpPr/>
      </dsp:nvSpPr>
      <dsp:spPr>
        <a:xfrm>
          <a:off x="678571" y="1316372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7936F3-2B41-489F-8763-038FE32DD943}">
      <dsp:nvSpPr>
        <dsp:cNvPr id="0" name=""/>
        <dsp:cNvSpPr/>
      </dsp:nvSpPr>
      <dsp:spPr>
        <a:xfrm>
          <a:off x="399427" y="420671"/>
          <a:ext cx="1459662" cy="506921"/>
        </a:xfrm>
        <a:prstGeom prst="ellipse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A6028C-CBEA-4DC2-9F95-0BB40BCB0424}">
      <dsp:nvSpPr>
        <dsp:cNvPr id="0" name=""/>
        <dsp:cNvSpPr/>
      </dsp:nvSpPr>
      <dsp:spPr>
        <a:xfrm>
          <a:off x="990081" y="1813418"/>
          <a:ext cx="282880" cy="181043"/>
        </a:xfrm>
        <a:prstGeom prst="downArrow">
          <a:avLst/>
        </a:prstGeom>
        <a:solidFill>
          <a:schemeClr val="tx1">
            <a:lumMod val="50000"/>
            <a:lumOff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9B6906-5EA6-4CBC-9DAB-A75F9D5EFF3A}">
      <dsp:nvSpPr>
        <dsp:cNvPr id="0" name=""/>
        <dsp:cNvSpPr/>
      </dsp:nvSpPr>
      <dsp:spPr>
        <a:xfrm>
          <a:off x="429688" y="2148685"/>
          <a:ext cx="1357825" cy="3394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b="0" kern="1200" dirty="0">
              <a:solidFill>
                <a:schemeClr val="accent1">
                  <a:lumMod val="75000"/>
                </a:schemeClr>
              </a:solidFill>
            </a:rPr>
            <a:t>Avaliação Estratégica</a:t>
          </a:r>
        </a:p>
      </dsp:txBody>
      <dsp:txXfrm>
        <a:off x="429688" y="2148685"/>
        <a:ext cx="1357825" cy="339456"/>
      </dsp:txXfrm>
    </dsp:sp>
    <dsp:sp modelId="{462FB3DF-1FD7-4997-A60E-3F1173AFDB6C}">
      <dsp:nvSpPr>
        <dsp:cNvPr id="0" name=""/>
        <dsp:cNvSpPr/>
      </dsp:nvSpPr>
      <dsp:spPr>
        <a:xfrm>
          <a:off x="930110" y="966743"/>
          <a:ext cx="509184" cy="5091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600" kern="1200" dirty="0"/>
            <a:t>Demanda</a:t>
          </a:r>
        </a:p>
      </dsp:txBody>
      <dsp:txXfrm>
        <a:off x="1004678" y="1041311"/>
        <a:ext cx="360048" cy="360048"/>
      </dsp:txXfrm>
    </dsp:sp>
    <dsp:sp modelId="{693AB375-8451-4266-A390-5F15D518E9D7}">
      <dsp:nvSpPr>
        <dsp:cNvPr id="0" name=""/>
        <dsp:cNvSpPr/>
      </dsp:nvSpPr>
      <dsp:spPr>
        <a:xfrm>
          <a:off x="565760" y="584741"/>
          <a:ext cx="509184" cy="509184"/>
        </a:xfrm>
        <a:prstGeom prst="ellipse">
          <a:avLst/>
        </a:prstGeom>
        <a:solidFill>
          <a:schemeClr val="accent4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600" kern="1200" dirty="0"/>
            <a:t>Demanda</a:t>
          </a:r>
        </a:p>
      </dsp:txBody>
      <dsp:txXfrm>
        <a:off x="640328" y="659309"/>
        <a:ext cx="360048" cy="360048"/>
      </dsp:txXfrm>
    </dsp:sp>
    <dsp:sp modelId="{C1212474-52B3-4CDA-A022-06DB5B7AA229}">
      <dsp:nvSpPr>
        <dsp:cNvPr id="0" name=""/>
        <dsp:cNvSpPr/>
      </dsp:nvSpPr>
      <dsp:spPr>
        <a:xfrm>
          <a:off x="1099417" y="474229"/>
          <a:ext cx="509184" cy="509184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600" kern="1200" dirty="0"/>
            <a:t>Demanda</a:t>
          </a:r>
        </a:p>
      </dsp:txBody>
      <dsp:txXfrm>
        <a:off x="1173985" y="548797"/>
        <a:ext cx="360048" cy="360048"/>
      </dsp:txXfrm>
    </dsp:sp>
    <dsp:sp modelId="{5B763BC0-D87A-4F0D-8326-BD552D971A6D}">
      <dsp:nvSpPr>
        <dsp:cNvPr id="0" name=""/>
        <dsp:cNvSpPr/>
      </dsp:nvSpPr>
      <dsp:spPr>
        <a:xfrm>
          <a:off x="339456" y="358437"/>
          <a:ext cx="1584130" cy="1267304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F8072D-33A8-4C86-89DB-A27FABBBF6D4}">
      <dsp:nvSpPr>
        <dsp:cNvPr id="0" name=""/>
        <dsp:cNvSpPr/>
      </dsp:nvSpPr>
      <dsp:spPr>
        <a:xfrm>
          <a:off x="72948" y="582208"/>
          <a:ext cx="1294080" cy="2503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b="1" kern="1200" dirty="0">
              <a:solidFill>
                <a:schemeClr val="accent1">
                  <a:lumMod val="75000"/>
                </a:schemeClr>
              </a:solidFill>
            </a:rPr>
            <a:t>GMUD</a:t>
          </a:r>
        </a:p>
      </dsp:txBody>
      <dsp:txXfrm>
        <a:off x="72948" y="582208"/>
        <a:ext cx="1294080" cy="250348"/>
      </dsp:txXfrm>
    </dsp:sp>
    <dsp:sp modelId="{759EE83A-6533-4DF2-B5E0-FA0B6CD833D4}">
      <dsp:nvSpPr>
        <dsp:cNvPr id="0" name=""/>
        <dsp:cNvSpPr/>
      </dsp:nvSpPr>
      <dsp:spPr>
        <a:xfrm>
          <a:off x="85441" y="364101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F34A52-B446-4A66-A040-0589EEF730D7}">
      <dsp:nvSpPr>
        <dsp:cNvPr id="0" name=""/>
        <dsp:cNvSpPr/>
      </dsp:nvSpPr>
      <dsp:spPr>
        <a:xfrm>
          <a:off x="157498" y="219987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BB4DF6-BE81-48B5-8F0A-2D59E7AB4ED2}">
      <dsp:nvSpPr>
        <dsp:cNvPr id="0" name=""/>
        <dsp:cNvSpPr/>
      </dsp:nvSpPr>
      <dsp:spPr>
        <a:xfrm>
          <a:off x="330434" y="248810"/>
          <a:ext cx="161760" cy="16176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DB200A-D997-40A7-B152-2BFE4144D938}">
      <dsp:nvSpPr>
        <dsp:cNvPr id="0" name=""/>
        <dsp:cNvSpPr/>
      </dsp:nvSpPr>
      <dsp:spPr>
        <a:xfrm>
          <a:off x="474547" y="90285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47CAC5-4B98-41F5-9A4B-9AF3C171D0D2}">
      <dsp:nvSpPr>
        <dsp:cNvPr id="0" name=""/>
        <dsp:cNvSpPr/>
      </dsp:nvSpPr>
      <dsp:spPr>
        <a:xfrm>
          <a:off x="661895" y="32640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8BC96A-8026-4006-BBC3-116A2E49F6CF}">
      <dsp:nvSpPr>
        <dsp:cNvPr id="0" name=""/>
        <dsp:cNvSpPr/>
      </dsp:nvSpPr>
      <dsp:spPr>
        <a:xfrm>
          <a:off x="892477" y="133519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16156A-5F17-46C5-B108-09D04A65884F}">
      <dsp:nvSpPr>
        <dsp:cNvPr id="0" name=""/>
        <dsp:cNvSpPr/>
      </dsp:nvSpPr>
      <dsp:spPr>
        <a:xfrm>
          <a:off x="1036590" y="205576"/>
          <a:ext cx="161760" cy="161760"/>
        </a:xfrm>
        <a:prstGeom prst="ellipse">
          <a:avLst/>
        </a:prstGeom>
        <a:solidFill>
          <a:schemeClr val="accent4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36280F-C6B2-47B5-812A-26BAE679C7F5}">
      <dsp:nvSpPr>
        <dsp:cNvPr id="0" name=""/>
        <dsp:cNvSpPr/>
      </dsp:nvSpPr>
      <dsp:spPr>
        <a:xfrm>
          <a:off x="1238349" y="364101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045CBE-1A9E-4318-BAFC-D8D32365D4F8}">
      <dsp:nvSpPr>
        <dsp:cNvPr id="0" name=""/>
        <dsp:cNvSpPr/>
      </dsp:nvSpPr>
      <dsp:spPr>
        <a:xfrm>
          <a:off x="1324817" y="522626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C819ED-27D8-4198-8111-45A36479B3E8}">
      <dsp:nvSpPr>
        <dsp:cNvPr id="0" name=""/>
        <dsp:cNvSpPr/>
      </dsp:nvSpPr>
      <dsp:spPr>
        <a:xfrm>
          <a:off x="575427" y="219987"/>
          <a:ext cx="264698" cy="264698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88F62C-09FB-45E9-8146-9C19980C059C}">
      <dsp:nvSpPr>
        <dsp:cNvPr id="0" name=""/>
        <dsp:cNvSpPr/>
      </dsp:nvSpPr>
      <dsp:spPr>
        <a:xfrm>
          <a:off x="13384" y="767619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610C79-2453-48B4-9C25-63B63A8EE33F}">
      <dsp:nvSpPr>
        <dsp:cNvPr id="0" name=""/>
        <dsp:cNvSpPr/>
      </dsp:nvSpPr>
      <dsp:spPr>
        <a:xfrm>
          <a:off x="99852" y="897321"/>
          <a:ext cx="161760" cy="161760"/>
        </a:xfrm>
        <a:prstGeom prst="ellipse">
          <a:avLst/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A4A7B0-FF2E-4A06-9FFC-EFC9101C2DC1}">
      <dsp:nvSpPr>
        <dsp:cNvPr id="0" name=""/>
        <dsp:cNvSpPr/>
      </dsp:nvSpPr>
      <dsp:spPr>
        <a:xfrm>
          <a:off x="316022" y="1012612"/>
          <a:ext cx="235287" cy="235287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7D1B1F-65CD-443D-B709-54452791BE57}">
      <dsp:nvSpPr>
        <dsp:cNvPr id="0" name=""/>
        <dsp:cNvSpPr/>
      </dsp:nvSpPr>
      <dsp:spPr>
        <a:xfrm>
          <a:off x="618661" y="1199960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2A1186-BA12-4F03-895B-3FC21678BF6B}">
      <dsp:nvSpPr>
        <dsp:cNvPr id="0" name=""/>
        <dsp:cNvSpPr/>
      </dsp:nvSpPr>
      <dsp:spPr>
        <a:xfrm>
          <a:off x="676306" y="1012612"/>
          <a:ext cx="161760" cy="161760"/>
        </a:xfrm>
        <a:prstGeom prst="ellipse">
          <a:avLst/>
        </a:prstGeom>
        <a:solidFill>
          <a:schemeClr val="accent4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90C61F-F6C0-476C-8063-6C6A0C7DAFB9}">
      <dsp:nvSpPr>
        <dsp:cNvPr id="0" name=""/>
        <dsp:cNvSpPr/>
      </dsp:nvSpPr>
      <dsp:spPr>
        <a:xfrm>
          <a:off x="820420" y="1214371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F47A1B-9C4E-477E-AC04-26273000C923}">
      <dsp:nvSpPr>
        <dsp:cNvPr id="0" name=""/>
        <dsp:cNvSpPr/>
      </dsp:nvSpPr>
      <dsp:spPr>
        <a:xfrm>
          <a:off x="950122" y="983789"/>
          <a:ext cx="235287" cy="235287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0B57DC-187F-4B91-AF78-F8EB581A547F}">
      <dsp:nvSpPr>
        <dsp:cNvPr id="0" name=""/>
        <dsp:cNvSpPr/>
      </dsp:nvSpPr>
      <dsp:spPr>
        <a:xfrm>
          <a:off x="1267172" y="926144"/>
          <a:ext cx="161760" cy="161760"/>
        </a:xfrm>
        <a:prstGeom prst="ellipse">
          <a:avLst/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CircleRelationship">
  <dgm:title val=""/>
  <dgm:desc val=""/>
  <dgm:catLst>
    <dgm:cat type="relationship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0" srcId="0" destId="10" srcOrd="0" destOrd="0"/>
        <dgm:cxn modelId="21" srcId="10" destId="11" srcOrd="0" destOrd="0"/>
        <dgm:cxn modelId="22" srcId="10" destId="12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0" srcId="0" destId="10" srcOrd="0" destOrd="0"/>
        <dgm:cxn modelId="21" srcId="10" destId="11" srcOrd="0" destOrd="0"/>
        <dgm:cxn modelId="22" srcId="10" destId="12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0" srcId="0" destId="10" srcOrd="0" destOrd="0"/>
        <dgm:cxn modelId="21" srcId="10" destId="11" srcOrd="0" destOrd="0"/>
        <dgm:cxn modelId="22" srcId="10" destId="12" srcOrd="0" destOrd="0"/>
      </dgm:cxnLst>
      <dgm:bg/>
      <dgm:whole/>
    </dgm:dataModel>
  </dgm:clrData>
  <dgm:layoutNode name="Name0">
    <dgm:varLst>
      <dgm:chMax val="1"/>
      <dgm:chPref val="1"/>
    </dgm:varLst>
    <dgm:shape xmlns:r="http://schemas.openxmlformats.org/officeDocument/2006/relationships" r:blip="">
      <dgm:adjLst/>
    </dgm:shape>
    <dgm:choose name="Name1">
      <dgm:if name="Name2" axis="ch ch" ptType="node node" func="cnt" op="equ" val="0">
        <dgm:alg type="composite">
          <dgm:param type="ar" val="0.98"/>
        </dgm:alg>
        <dgm:constrLst>
          <dgm:constr type="primFontSz" for="des" ptType="node" op="equ" val="65"/>
          <dgm:constr type="l" for="ch" forName="Parent" refType="w" fact="0"/>
          <dgm:constr type="t" for="ch" forName="Parent" refType="h" fact="0.039"/>
          <dgm:constr type="w" for="ch" forName="Parent" refType="w" fact="0.8734"/>
          <dgm:constr type="h" for="ch" forName="Parent" refType="h" fact="0.856"/>
          <dgm:constr type="l" for="ch" forName="Accent1" refType="w" fact="0.4984"/>
          <dgm:constr type="t" for="ch" forName="Accent1" refType="h" fact="0"/>
          <dgm:constr type="w" for="ch" forName="Accent1" refType="w" fact="0.0972"/>
          <dgm:constr type="h" for="ch" forName="Accent1" refType="h" fact="0.0952"/>
          <dgm:constr type="l" for="ch" forName="Accent2" refType="w" fact="0.2684"/>
          <dgm:constr type="t" for="ch" forName="Accent2" refType="h" fact="0.8314"/>
          <dgm:constr type="w" for="ch" forName="Accent2" refType="w" fact="0.0704"/>
          <dgm:constr type="h" for="ch" forName="Accent2" refType="h" fact="0.069"/>
          <dgm:constr type="l" for="ch" forName="Accent3" refType="w" fact="0.9296"/>
          <dgm:constr type="t" for="ch" forName="Accent3" refType="h" fact="0.3864"/>
          <dgm:constr type="w" for="ch" forName="Accent3" refType="w" fact="0.0704"/>
          <dgm:constr type="h" for="ch" forName="Accent3" refType="h" fact="0.069"/>
          <dgm:constr type="l" for="ch" forName="Accent4" refType="w" fact="0.5931"/>
          <dgm:constr type="t" for="ch" forName="Accent4" refType="h" fact="0.9048"/>
          <dgm:constr type="w" for="ch" forName="Accent4" refType="w" fact="0.0972"/>
          <dgm:constr type="h" for="ch" forName="Accent4" refType="h" fact="0.0952"/>
          <dgm:constr type="l" for="ch" forName="Accent5" refType="w" fact="0.2883"/>
          <dgm:constr type="t" for="ch" forName="Accent5" refType="h" fact="0.1353"/>
          <dgm:constr type="w" for="ch" forName="Accent5" refType="w" fact="0.0704"/>
          <dgm:constr type="h" for="ch" forName="Accent5" refType="h" fact="0.069"/>
          <dgm:constr type="l" for="ch" forName="Accent6" refType="w" fact="0.0666"/>
          <dgm:constr type="t" for="ch" forName="Accent6" refType="h" fact="0.53"/>
          <dgm:constr type="w" for="ch" forName="Accent6" refType="w" fact="0.0704"/>
          <dgm:constr type="h" for="ch" forName="Accent6" refType="h" fact="0.069"/>
        </dgm:constrLst>
      </dgm:if>
      <dgm:if name="Name3" axis="ch ch" ptType="node node" func="cnt" op="equ" val="1">
        <dgm:alg type="composite">
          <dgm:param type="ar" val="1.2476"/>
        </dgm:alg>
        <dgm:constrLst>
          <dgm:constr type="primFontSz" for="des" ptType="node" op="equ" val="65"/>
          <dgm:constr type="l" for="ch" forName="Parent" refType="w" fact="0.2145"/>
          <dgm:constr type="t" for="ch" forName="Parent" refType="h" fact="0.039"/>
          <dgm:constr type="w" for="ch" forName="Parent" refType="w" fact="0.6861"/>
          <dgm:constr type="h" for="ch" forName="Parent" refType="h" fact="0.856"/>
          <dgm:constr type="l" for="ch" forName="Accent8" refType="w" fact="0.0262"/>
          <dgm:constr type="t" for="ch" forName="Accent8" refType="h" fact="0.6434"/>
          <dgm:constr type="w" for="ch" forName="Accent8" refType="w" fact="0.138"/>
          <dgm:constr type="h" for="ch" forName="Accent8" refType="h" fact="0.1721"/>
          <dgm:constr type="l" for="ch" forName="Accent1" refType="w" fact="0.6059"/>
          <dgm:constr type="t" for="ch" forName="Accent1" refType="h" fact="0"/>
          <dgm:constr type="w" for="ch" forName="Accent1" refType="w" fact="0.0763"/>
          <dgm:constr type="h" for="ch" forName="Accent1" refType="h" fact="0.0952"/>
          <dgm:constr type="l" for="ch" forName="Accent2" refType="w" fact="0.4253"/>
          <dgm:constr type="t" for="ch" forName="Accent2" refType="h" fact="0.8314"/>
          <dgm:constr type="w" for="ch" forName="Accent2" refType="w" fact="0.0553"/>
          <dgm:constr type="h" for="ch" forName="Accent2" refType="h" fact="0.069"/>
          <dgm:constr type="l" for="ch" forName="Accent3" refType="w" fact="0.9447"/>
          <dgm:constr type="t" for="ch" forName="Accent3" refType="h" fact="0.3864"/>
          <dgm:constr type="w" for="ch" forName="Accent3" refType="w" fact="0.0553"/>
          <dgm:constr type="h" for="ch" forName="Accent3" refType="h" fact="0.069"/>
          <dgm:constr type="l" for="ch" forName="Child1" refType="w" fact="0"/>
          <dgm:constr type="t" for="ch" forName="Child1" refType="h" fact="0.1935"/>
          <dgm:constr type="w" for="ch" forName="Child1" refType="w" fact="0.2789"/>
          <dgm:constr type="h" for="ch" forName="Child1" refType="h" fact="0.3479"/>
          <dgm:constr type="l" for="ch" forName="Accent4" refType="w" fact="0.6803"/>
          <dgm:constr type="t" for="ch" forName="Accent4" refType="h" fact="0.9048"/>
          <dgm:constr type="w" for="ch" forName="Accent4" refType="w" fact="0.0763"/>
          <dgm:constr type="h" for="ch" forName="Accent4" refType="h" fact="0.0952"/>
          <dgm:constr type="l" for="ch" forName="Accent7" refType="w" fact="0.5287"/>
          <dgm:constr type="t" for="ch" forName="Accent7" refType="h" fact="0.1383"/>
          <dgm:constr type="w" for="ch" forName="Accent7" refType="w" fact="0.0763"/>
          <dgm:constr type="h" for="ch" forName="Accent7" refType="h" fact="0.0952"/>
          <dgm:constr type="l" for="ch" forName="Accent5" refType="w" fact="0.4409"/>
          <dgm:constr type="t" for="ch" forName="Accent5" refType="h" fact="0.1353"/>
          <dgm:constr type="w" for="ch" forName="Accent5" refType="w" fact="0.0553"/>
          <dgm:constr type="h" for="ch" forName="Accent5" refType="h" fact="0.069"/>
          <dgm:constr type="l" for="ch" forName="Accent6" refType="w" fact="0.2668"/>
          <dgm:constr type="t" for="ch" forName="Accent6" refType="h" fact="0.53"/>
          <dgm:constr type="w" for="ch" forName="Accent6" refType="w" fact="0.0553"/>
          <dgm:constr type="h" for="ch" forName="Accent6" refType="h" fact="0.069"/>
        </dgm:constrLst>
      </dgm:if>
      <dgm:if name="Name4" axis="ch ch" ptType="node node" func="cnt" op="equ" val="2">
        <dgm:alg type="composite">
          <dgm:param type="ar" val="1.592"/>
        </dgm:alg>
        <dgm:constrLst>
          <dgm:constr type="primFontSz" for="des" ptType="node" op="equ" val="65"/>
          <dgm:constr type="l" for="ch" forName="Parent" refType="w" fact="0.1886"/>
          <dgm:constr type="t" for="ch" forName="Parent" refType="h" fact="0.039"/>
          <dgm:constr type="w" for="ch" forName="Parent" refType="w" fact="0.5377"/>
          <dgm:constr type="h" for="ch" forName="Parent" refType="h" fact="0.856"/>
          <dgm:constr type="l" for="ch" forName="Accent8" refType="w" fact="0.0411"/>
          <dgm:constr type="t" for="ch" forName="Accent8" refType="h" fact="0.6434"/>
          <dgm:constr type="w" for="ch" forName="Accent8" refType="w" fact="0.1081"/>
          <dgm:constr type="h" for="ch" forName="Accent8" refType="h" fact="0.1721"/>
          <dgm:constr type="l" for="ch" forName="Accent1" refType="w" fact="0.4954"/>
          <dgm:constr type="t" for="ch" forName="Accent1" refType="h" fact="0"/>
          <dgm:constr type="w" for="ch" forName="Accent1" refType="w" fact="0.0598"/>
          <dgm:constr type="h" for="ch" forName="Accent1" refType="h" fact="0.0952"/>
          <dgm:constr type="l" for="ch" forName="Accent2" refType="w" fact="0.3538"/>
          <dgm:constr type="t" for="ch" forName="Accent2" refType="h" fact="0.8314"/>
          <dgm:constr type="w" for="ch" forName="Accent2" refType="w" fact="0.0433"/>
          <dgm:constr type="h" for="ch" forName="Accent2" refType="h" fact="0.069"/>
          <dgm:constr type="l" for="ch" forName="Accent3" refType="w" fact="0.7609"/>
          <dgm:constr type="t" for="ch" forName="Accent3" refType="h" fact="0.3864"/>
          <dgm:constr type="w" for="ch" forName="Accent3" refType="w" fact="0.0433"/>
          <dgm:constr type="h" for="ch" forName="Accent3" refType="h" fact="0.069"/>
          <dgm:constr type="l" for="ch" forName="Accent9" refType="w" fact="0.6839"/>
          <dgm:constr type="t" for="ch" forName="Accent9" refType="h" fact="0.27"/>
          <dgm:constr type="w" for="ch" forName="Accent9" refType="w" fact="0.0598"/>
          <dgm:constr type="h" for="ch" forName="Accent9" refType="h" fact="0.0952"/>
          <dgm:constr type="l" for="ch" forName="Child1" refType="w" fact="0.0206"/>
          <dgm:constr type="t" for="ch" forName="Child1" refType="h" fact="0.1935"/>
          <dgm:constr type="w" for="ch" forName="Child1" refType="w" fact="0.2186"/>
          <dgm:constr type="h" for="ch" forName="Child1" refType="h" fact="0.3479"/>
          <dgm:constr type="l" for="ch" forName="Child2" refType="w" fact="0.7814"/>
          <dgm:constr type="t" for="ch" forName="Child2" refType="h" fact="0.0298"/>
          <dgm:constr type="w" for="ch" forName="Child2" refType="w" fact="0.2186"/>
          <dgm:constr type="h" for="ch" forName="Child2" refType="h" fact="0.3479"/>
          <dgm:constr type="l" for="ch" forName="Accent10" refType="w" fact="0"/>
          <dgm:constr type="t" for="ch" forName="Accent10" refType="h" fact="0.8482"/>
          <dgm:constr type="w" for="ch" forName="Accent10" refType="w" fact="0.0433"/>
          <dgm:constr type="h" for="ch" forName="Accent10" refType="h" fact="0.069"/>
          <dgm:constr type="l" for="ch" forName="Accent11" refType="w" fact="0.4318"/>
          <dgm:constr type="t" for="ch" forName="Accent11" refType="h" fact="0.75"/>
          <dgm:constr type="w" for="ch" forName="Accent11" refType="w" fact="0.0433"/>
          <dgm:constr type="h" for="ch" forName="Accent11" refType="h" fact="0.069"/>
          <dgm:constr type="l" for="ch" forName="Accent7" refType="w" fact="0.4349"/>
          <dgm:constr type="t" for="ch" forName="Accent7" refType="h" fact="0.1383"/>
          <dgm:constr type="w" for="ch" forName="Accent7" refType="w" fact="0.0598"/>
          <dgm:constr type="h" for="ch" forName="Accent7" refType="h" fact="0.0952"/>
          <dgm:constr type="l" for="ch" forName="Accent5" refType="w" fact="0.3661"/>
          <dgm:constr type="t" for="ch" forName="Accent5" refType="h" fact="0.1353"/>
          <dgm:constr type="w" for="ch" forName="Accent5" refType="w" fact="0.0433"/>
          <dgm:constr type="h" for="ch" forName="Accent5" refType="h" fact="0.069"/>
          <dgm:constr type="l" for="ch" forName="Accent6" refType="w" fact="0.2296"/>
          <dgm:constr type="t" for="ch" forName="Accent6" refType="h" fact="0.53"/>
          <dgm:constr type="w" for="ch" forName="Accent6" refType="w" fact="0.0433"/>
          <dgm:constr type="h" for="ch" forName="Accent6" refType="h" fact="0.069"/>
          <dgm:constr type="l" for="ch" forName="Accent4" refType="w" fact="0.5537"/>
          <dgm:constr type="t" for="ch" forName="Accent4" refType="h" fact="0.9048"/>
          <dgm:constr type="w" for="ch" forName="Accent4" refType="w" fact="0.0598"/>
          <dgm:constr type="h" for="ch" forName="Accent4" refType="h" fact="0.0952"/>
        </dgm:constrLst>
      </dgm:if>
      <dgm:if name="Name5" axis="ch ch" ptType="node node" func="cnt" op="equ" val="3">
        <dgm:alg type="composite">
          <dgm:param type="ar" val="1.7557"/>
        </dgm:alg>
        <dgm:constrLst>
          <dgm:constr type="primFontSz" for="des" ptType="node" op="equ" val="65"/>
          <dgm:constr type="l" for="ch" forName="Parent" refType="w" fact="0.171"/>
          <dgm:constr type="t" for="ch" forName="Parent" refType="h" fact="0.039"/>
          <dgm:constr type="w" for="ch" forName="Parent" refType="w" fact="0.4875"/>
          <dgm:constr type="h" for="ch" forName="Parent" refType="h" fact="0.856"/>
          <dgm:constr type="l" for="ch" forName="Accent8" refType="w" fact="0.0373"/>
          <dgm:constr type="t" for="ch" forName="Accent8" refType="h" fact="0.6434"/>
          <dgm:constr type="w" for="ch" forName="Accent8" refType="w" fact="0.098"/>
          <dgm:constr type="h" for="ch" forName="Accent8" refType="h" fact="0.1721"/>
          <dgm:constr type="l" for="ch" forName="Accent1" refType="w" fact="0.4492"/>
          <dgm:constr type="t" for="ch" forName="Accent1" refType="h" fact="0"/>
          <dgm:constr type="w" for="ch" forName="Accent1" refType="w" fact="0.0542"/>
          <dgm:constr type="h" for="ch" forName="Accent1" refType="h" fact="0.0952"/>
          <dgm:constr type="l" for="ch" forName="Accent2" refType="w" fact="0.3209"/>
          <dgm:constr type="t" for="ch" forName="Accent2" refType="h" fact="0.8314"/>
          <dgm:constr type="w" for="ch" forName="Accent2" refType="w" fact="0.0393"/>
          <dgm:constr type="h" for="ch" forName="Accent2" refType="h" fact="0.069"/>
          <dgm:constr type="l" for="ch" forName="Accent3" refType="w" fact="0.6899"/>
          <dgm:constr type="t" for="ch" forName="Accent3" refType="h" fact="0.3864"/>
          <dgm:constr type="w" for="ch" forName="Accent3" refType="w" fact="0.0393"/>
          <dgm:constr type="h" for="ch" forName="Accent3" refType="h" fact="0.069"/>
          <dgm:constr type="l" for="ch" forName="Accent9" refType="w" fact="0.6201"/>
          <dgm:constr type="t" for="ch" forName="Accent9" refType="h" fact="0.27"/>
          <dgm:constr type="w" for="ch" forName="Accent9" refType="w" fact="0.0542"/>
          <dgm:constr type="h" for="ch" forName="Accent9" refType="h" fact="0.0952"/>
          <dgm:constr type="l" for="ch" forName="Child1" refType="w" fact="0.0186"/>
          <dgm:constr type="t" for="ch" forName="Child1" refType="h" fact="0.1935"/>
          <dgm:constr type="w" for="ch" forName="Child1" refType="w" fact="0.1982"/>
          <dgm:constr type="h" for="ch" forName="Child1" refType="h" fact="0.3479"/>
          <dgm:constr type="l" for="ch" forName="Child2" refType="w" fact="0.7086"/>
          <dgm:constr type="t" for="ch" forName="Child2" refType="h" fact="0.0298"/>
          <dgm:constr type="w" for="ch" forName="Child2" refType="w" fact="0.1982"/>
          <dgm:constr type="h" for="ch" forName="Child2" refType="h" fact="0.3479"/>
          <dgm:constr type="l" for="ch" forName="Child3" refType="w" fact="0.8018"/>
          <dgm:constr type="t" for="ch" forName="Child3" refType="h" fact="0.6312"/>
          <dgm:constr type="w" for="ch" forName="Child3" refType="w" fact="0.1982"/>
          <dgm:constr type="h" for="ch" forName="Child3" refType="h" fact="0.3479"/>
          <dgm:constr type="l" for="ch" forName="Accent12" refType="w" fact="0.7459"/>
          <dgm:constr type="t" for="ch" forName="Accent12" refType="h" fact="0.619"/>
          <dgm:constr type="w" for="ch" forName="Accent12" refType="w" fact="0.0393"/>
          <dgm:constr type="h" for="ch" forName="Accent12" refType="h" fact="0.069"/>
          <dgm:constr type="l" for="ch" forName="Accent4" refType="w" fact="0.5021"/>
          <dgm:constr type="t" for="ch" forName="Accent4" refType="h" fact="0.9048"/>
          <dgm:constr type="w" for="ch" forName="Accent4" refType="w" fact="0.0542"/>
          <dgm:constr type="h" for="ch" forName="Accent4" refType="h" fact="0.0952"/>
          <dgm:constr type="l" for="ch" forName="Accent10" refType="w" fact="0"/>
          <dgm:constr type="t" for="ch" forName="Accent10" refType="h" fact="0.8482"/>
          <dgm:constr type="w" for="ch" forName="Accent10" refType="w" fact="0.0393"/>
          <dgm:constr type="h" for="ch" forName="Accent10" refType="h" fact="0.069"/>
          <dgm:constr type="l" for="ch" forName="Accent11" refType="w" fact="0.3916"/>
          <dgm:constr type="t" for="ch" forName="Accent11" refType="h" fact="0.75"/>
          <dgm:constr type="w" for="ch" forName="Accent11" refType="w" fact="0.0393"/>
          <dgm:constr type="h" for="ch" forName="Accent11" refType="h" fact="0.069"/>
          <dgm:constr type="l" for="ch" forName="Accent7" refType="w" fact="0.3944"/>
          <dgm:constr type="t" for="ch" forName="Accent7" refType="h" fact="0.1383"/>
          <dgm:constr type="w" for="ch" forName="Accent7" refType="w" fact="0.0542"/>
          <dgm:constr type="h" for="ch" forName="Accent7" refType="h" fact="0.0952"/>
          <dgm:constr type="l" for="ch" forName="Accent5" refType="w" fact="0.3319"/>
          <dgm:constr type="t" for="ch" forName="Accent5" refType="h" fact="0.1353"/>
          <dgm:constr type="w" for="ch" forName="Accent5" refType="w" fact="0.0393"/>
          <dgm:constr type="h" for="ch" forName="Accent5" refType="h" fact="0.069"/>
          <dgm:constr type="l" for="ch" forName="Accent6" refType="w" fact="0.2082"/>
          <dgm:constr type="t" for="ch" forName="Accent6" refType="h" fact="0.53"/>
          <dgm:constr type="w" for="ch" forName="Accent6" refType="w" fact="0.0393"/>
          <dgm:constr type="h" for="ch" forName="Accent6" refType="h" fact="0.069"/>
        </dgm:constrLst>
      </dgm:if>
      <dgm:if name="Name6" axis="ch ch" ptType="node node" func="cnt" op="equ" val="4">
        <dgm:alg type="composite">
          <dgm:param type="ar" val="1.3749"/>
        </dgm:alg>
        <dgm:constrLst>
          <dgm:constr type="primFontSz" for="des" ptType="node" op="equ" val="65"/>
          <dgm:constr type="l" for="ch" forName="Parent" refType="w" fact="0.171"/>
          <dgm:constr type="t" for="ch" forName="Parent" refType="h" fact="0.0306"/>
          <dgm:constr type="w" for="ch" forName="Parent" refType="w" fact="0.4875"/>
          <dgm:constr type="h" for="ch" forName="Parent" refType="h" fact="0.6703"/>
          <dgm:constr type="l" for="ch" forName="Accent8" refType="w" fact="0.0373"/>
          <dgm:constr type="t" for="ch" forName="Accent8" refType="h" fact="0.5038"/>
          <dgm:constr type="w" for="ch" forName="Accent8" refType="w" fact="0.098"/>
          <dgm:constr type="h" for="ch" forName="Accent8" refType="h" fact="0.1348"/>
          <dgm:constr type="l" for="ch" forName="Accent1" refType="w" fact="0.4492"/>
          <dgm:constr type="t" for="ch" forName="Accent1" refType="h" fact="0"/>
          <dgm:constr type="w" for="ch" forName="Accent1" refType="w" fact="0.0542"/>
          <dgm:constr type="h" for="ch" forName="Accent1" refType="h" fact="0.0746"/>
          <dgm:constr type="l" for="ch" forName="Accent2" refType="w" fact="0.3209"/>
          <dgm:constr type="t" for="ch" forName="Accent2" refType="h" fact="0.6511"/>
          <dgm:constr type="w" for="ch" forName="Accent2" refType="w" fact="0.0393"/>
          <dgm:constr type="h" for="ch" forName="Accent2" refType="h" fact="0.054"/>
          <dgm:constr type="l" for="ch" forName="Accent3" refType="w" fact="0.6899"/>
          <dgm:constr type="t" for="ch" forName="Accent3" refType="h" fact="0.3026"/>
          <dgm:constr type="w" for="ch" forName="Accent3" refType="w" fact="0.0393"/>
          <dgm:constr type="h" for="ch" forName="Accent3" refType="h" fact="0.054"/>
          <dgm:constr type="l" for="ch" forName="Accent9" refType="w" fact="0.6201"/>
          <dgm:constr type="t" for="ch" forName="Accent9" refType="h" fact="0.2115"/>
          <dgm:constr type="w" for="ch" forName="Accent9" refType="w" fact="0.0542"/>
          <dgm:constr type="h" for="ch" forName="Accent9" refType="h" fact="0.0746"/>
          <dgm:constr type="l" for="ch" forName="Child1" refType="w" fact="0.0186"/>
          <dgm:constr type="t" for="ch" forName="Child1" refType="h" fact="0.1515"/>
          <dgm:constr type="w" for="ch" forName="Child1" refType="w" fact="0.1982"/>
          <dgm:constr type="h" for="ch" forName="Child1" refType="h" fact="0.2725"/>
          <dgm:constr type="l" for="ch" forName="Child2" refType="w" fact="0.7086"/>
          <dgm:constr type="t" for="ch" forName="Child2" refType="h" fact="0.0233"/>
          <dgm:constr type="w" for="ch" forName="Child2" refType="w" fact="0.1982"/>
          <dgm:constr type="h" for="ch" forName="Child2" refType="h" fact="0.2725"/>
          <dgm:constr type="l" for="ch" forName="Child3" refType="w" fact="0.8018"/>
          <dgm:constr type="t" for="ch" forName="Child3" refType="h" fact="0.4943"/>
          <dgm:constr type="w" for="ch" forName="Child3" refType="w" fact="0.1982"/>
          <dgm:constr type="h" for="ch" forName="Child3" refType="h" fact="0.2725"/>
          <dgm:constr type="l" for="ch" forName="Accent12" refType="w" fact="0.7459"/>
          <dgm:constr type="t" for="ch" forName="Accent12" refType="h" fact="0.4848"/>
          <dgm:constr type="w" for="ch" forName="Accent12" refType="w" fact="0.0393"/>
          <dgm:constr type="h" for="ch" forName="Accent12" refType="h" fact="0.054"/>
          <dgm:constr type="l" for="ch" forName="Accent4" refType="w" fact="0.5021"/>
          <dgm:constr type="t" for="ch" forName="Accent4" refType="h" fact="0.7085"/>
          <dgm:constr type="w" for="ch" forName="Accent4" refType="w" fact="0.0542"/>
          <dgm:constr type="h" for="ch" forName="Accent4" refType="h" fact="0.0746"/>
          <dgm:constr type="l" for="ch" forName="Accent10" refType="w" fact="0"/>
          <dgm:constr type="t" for="ch" forName="Accent10" refType="h" fact="0.6642"/>
          <dgm:constr type="w" for="ch" forName="Accent10" refType="w" fact="0.0393"/>
          <dgm:constr type="h" for="ch" forName="Accent10" refType="h" fact="0.054"/>
          <dgm:constr type="l" for="ch" forName="Accent11" refType="w" fact="0.3916"/>
          <dgm:constr type="t" for="ch" forName="Accent11" refType="h" fact="0.5873"/>
          <dgm:constr type="w" for="ch" forName="Accent11" refType="w" fact="0.0393"/>
          <dgm:constr type="h" for="ch" forName="Accent11" refType="h" fact="0.054"/>
          <dgm:constr type="l" for="ch" forName="Accent7" refType="w" fact="0.3944"/>
          <dgm:constr type="t" for="ch" forName="Accent7" refType="h" fact="0.1083"/>
          <dgm:constr type="w" for="ch" forName="Accent7" refType="w" fact="0.0542"/>
          <dgm:constr type="h" for="ch" forName="Accent7" refType="h" fact="0.0746"/>
          <dgm:constr type="l" for="ch" forName="Accent5" refType="w" fact="0.3319"/>
          <dgm:constr type="t" for="ch" forName="Accent5" refType="h" fact="0.1059"/>
          <dgm:constr type="w" for="ch" forName="Accent5" refType="w" fact="0.0393"/>
          <dgm:constr type="h" for="ch" forName="Accent5" refType="h" fact="0.054"/>
          <dgm:constr type="l" for="ch" forName="Accent6" refType="w" fact="0.2082"/>
          <dgm:constr type="t" for="ch" forName="Accent6" refType="h" fact="0.4151"/>
          <dgm:constr type="w" for="ch" forName="Accent6" refType="w" fact="0.0393"/>
          <dgm:constr type="h" for="ch" forName="Accent6" refType="h" fact="0.054"/>
          <dgm:constr type="l" for="ch" forName="Child4" refType="w" fact="0.2329"/>
          <dgm:constr type="t" for="ch" forName="Child4" refType="h" fact="0.7275"/>
          <dgm:constr type="w" for="ch" forName="Child4" refType="w" fact="0.1982"/>
          <dgm:constr type="h" for="ch" forName="Child4" refType="h" fact="0.2725"/>
          <dgm:constr type="l" for="ch" forName="Accent13" refType="w" fact="0.4099"/>
          <dgm:constr type="t" for="ch" forName="Accent13" refType="h" fact="0.7183"/>
          <dgm:constr type="w" for="ch" forName="Accent13" refType="w" fact="0.0393"/>
          <dgm:constr type="h" for="ch" forName="Accent13" refType="h" fact="0.054"/>
        </dgm:constrLst>
      </dgm:if>
      <dgm:else name="Name7">
        <dgm:alg type="composite">
          <dgm:param type="ar" val="1.1477"/>
        </dgm:alg>
        <dgm:constrLst>
          <dgm:constr type="primFontSz" for="des" ptType="node" op="equ" val="65"/>
          <dgm:constr type="l" for="ch" forName="Parent" refType="w" fact="0.171"/>
          <dgm:constr type="t" for="ch" forName="Parent" refType="h" fact="0.1907"/>
          <dgm:constr type="w" for="ch" forName="Parent" refType="w" fact="0.4875"/>
          <dgm:constr type="h" for="ch" forName="Parent" refType="h" fact="0.5596"/>
          <dgm:constr type="l" for="ch" forName="Accent8" refType="w" fact="0.0373"/>
          <dgm:constr type="t" for="ch" forName="Accent8" refType="h" fact="0.5858"/>
          <dgm:constr type="w" for="ch" forName="Accent8" refType="w" fact="0.098"/>
          <dgm:constr type="h" for="ch" forName="Accent8" refType="h" fact="0.1125"/>
          <dgm:constr type="l" for="ch" forName="Accent1" refType="w" fact="0.4492"/>
          <dgm:constr type="t" for="ch" forName="Accent1" refType="h" fact="0.1652"/>
          <dgm:constr type="w" for="ch" forName="Accent1" refType="w" fact="0.0542"/>
          <dgm:constr type="h" for="ch" forName="Accent1" refType="h" fact="0.0623"/>
          <dgm:constr type="l" for="ch" forName="Accent2" refType="w" fact="0.3209"/>
          <dgm:constr type="t" for="ch" forName="Accent2" refType="h" fact="0.7087"/>
          <dgm:constr type="w" for="ch" forName="Accent2" refType="w" fact="0.0393"/>
          <dgm:constr type="h" for="ch" forName="Accent2" refType="h" fact="0.0451"/>
          <dgm:constr type="l" for="ch" forName="Accent3" refType="w" fact="0.6899"/>
          <dgm:constr type="t" for="ch" forName="Accent3" refType="h" fact="0.4178"/>
          <dgm:constr type="w" for="ch" forName="Accent3" refType="w" fact="0.0393"/>
          <dgm:constr type="h" for="ch" forName="Accent3" refType="h" fact="0.0451"/>
          <dgm:constr type="l" for="ch" forName="Accent9" refType="w" fact="0.6201"/>
          <dgm:constr type="t" for="ch" forName="Accent9" refType="h" fact="0.3417"/>
          <dgm:constr type="w" for="ch" forName="Accent9" refType="w" fact="0.0542"/>
          <dgm:constr type="h" for="ch" forName="Accent9" refType="h" fact="0.0623"/>
          <dgm:constr type="l" for="ch" forName="Child1" refType="w" fact="0.0186"/>
          <dgm:constr type="t" for="ch" forName="Child1" refType="h" fact="0.2917"/>
          <dgm:constr type="w" for="ch" forName="Child1" refType="w" fact="0.1982"/>
          <dgm:constr type="h" for="ch" forName="Child1" refType="h" fact="0.2275"/>
          <dgm:constr type="l" for="ch" forName="Child2" refType="w" fact="0.7086"/>
          <dgm:constr type="t" for="ch" forName="Child2" refType="h" fact="0.1847"/>
          <dgm:constr type="w" for="ch" forName="Child2" refType="w" fact="0.1982"/>
          <dgm:constr type="h" for="ch" forName="Child2" refType="h" fact="0.2275"/>
          <dgm:constr type="l" for="ch" forName="Child3" refType="w" fact="0.8018"/>
          <dgm:constr type="t" for="ch" forName="Child3" refType="h" fact="0.5778"/>
          <dgm:constr type="w" for="ch" forName="Child3" refType="w" fact="0.1982"/>
          <dgm:constr type="h" for="ch" forName="Child3" refType="h" fact="0.2275"/>
          <dgm:constr type="l" for="ch" forName="Accent12" refType="w" fact="0.7459"/>
          <dgm:constr type="t" for="ch" forName="Accent12" refType="h" fact="0.5699"/>
          <dgm:constr type="w" for="ch" forName="Accent12" refType="w" fact="0.0393"/>
          <dgm:constr type="h" for="ch" forName="Accent12" refType="h" fact="0.0451"/>
          <dgm:constr type="l" for="ch" forName="Accent4" refType="w" fact="0.5021"/>
          <dgm:constr type="t" for="ch" forName="Accent4" refType="h" fact="0.7567"/>
          <dgm:constr type="w" for="ch" forName="Accent4" refType="w" fact="0.0542"/>
          <dgm:constr type="h" for="ch" forName="Accent4" refType="h" fact="0.0623"/>
          <dgm:constr type="l" for="ch" forName="Accent10" refType="w" fact="0"/>
          <dgm:constr type="t" for="ch" forName="Accent10" refType="h" fact="0.7197"/>
          <dgm:constr type="w" for="ch" forName="Accent10" refType="w" fact="0.0393"/>
          <dgm:constr type="h" for="ch" forName="Accent10" refType="h" fact="0.0451"/>
          <dgm:constr type="l" for="ch" forName="Accent11" refType="w" fact="0.3916"/>
          <dgm:constr type="t" for="ch" forName="Accent11" refType="h" fact="0.6555"/>
          <dgm:constr type="w" for="ch" forName="Accent11" refType="w" fact="0.0393"/>
          <dgm:constr type="h" for="ch" forName="Accent11" refType="h" fact="0.0451"/>
          <dgm:constr type="l" for="ch" forName="Accent7" refType="w" fact="0.3944"/>
          <dgm:constr type="t" for="ch" forName="Accent7" refType="h" fact="0.2556"/>
          <dgm:constr type="w" for="ch" forName="Accent7" refType="w" fact="0.0542"/>
          <dgm:constr type="h" for="ch" forName="Accent7" refType="h" fact="0.0623"/>
          <dgm:constr type="l" for="ch" forName="Accent5" refType="w" fact="0.3319"/>
          <dgm:constr type="t" for="ch" forName="Accent5" refType="h" fact="0.2536"/>
          <dgm:constr type="w" for="ch" forName="Accent5" refType="w" fact="0.0393"/>
          <dgm:constr type="h" for="ch" forName="Accent5" refType="h" fact="0.0451"/>
          <dgm:constr type="l" for="ch" forName="Accent6" refType="w" fact="0.2082"/>
          <dgm:constr type="t" for="ch" forName="Accent6" refType="h" fact="0.5117"/>
          <dgm:constr type="w" for="ch" forName="Accent6" refType="w" fact="0.0393"/>
          <dgm:constr type="h" for="ch" forName="Accent6" refType="h" fact="0.0451"/>
          <dgm:constr type="l" for="ch" forName="Child5" refType="w" fact="0.4219"/>
          <dgm:constr type="t" for="ch" forName="Child5" refType="h" fact="0"/>
          <dgm:constr type="w" for="ch" forName="Child5" refType="w" fact="0.1982"/>
          <dgm:constr type="h" for="ch" forName="Child5" refType="h" fact="0.2275"/>
          <dgm:constr type="l" for="ch" forName="Child4" refType="w" fact="0.2329"/>
          <dgm:constr type="t" for="ch" forName="Child4" refType="h" fact="0.7725"/>
          <dgm:constr type="w" for="ch" forName="Child4" refType="w" fact="0.1982"/>
          <dgm:constr type="h" for="ch" forName="Child4" refType="h" fact="0.2275"/>
          <dgm:constr type="l" for="ch" forName="Accent15" refType="w" fact="0.1775"/>
          <dgm:constr type="t" for="ch" forName="Accent15" refType="h" fact="0.2466"/>
          <dgm:constr type="w" for="ch" forName="Accent15" refType="w" fact="0.0393"/>
          <dgm:constr type="h" for="ch" forName="Accent15" refType="h" fact="0.0451"/>
          <dgm:constr type="l" for="ch" forName="Accent16" refType="w" fact="0.6351"/>
          <dgm:constr type="t" for="ch" forName="Accent16" refType="h" fact="0.056"/>
          <dgm:constr type="w" for="ch" forName="Accent16" refType="w" fact="0.0393"/>
          <dgm:constr type="h" for="ch" forName="Accent16" refType="h" fact="0.0451"/>
          <dgm:constr type="l" for="ch" forName="Accent13" refType="w" fact="0.4099"/>
          <dgm:constr type="t" for="ch" forName="Accent13" refType="h" fact="0.7648"/>
          <dgm:constr type="w" for="ch" forName="Accent13" refType="w" fact="0.0393"/>
          <dgm:constr type="h" for="ch" forName="Accent13" refType="h" fact="0.0451"/>
        </dgm:constrLst>
      </dgm:else>
    </dgm:choose>
    <dgm:forEach name="wrapper" axis="self" ptType="parTrans">
      <dgm:forEach name="accentRepeat1" axis="self">
        <dgm:layoutNode name="AccentHold1" styleLbl="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  <dgm:forEach name="accentRepeat2" axis="self">
        <dgm:layoutNode name="AccentHold2" styleLbl="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  <dgm:forEach name="accentRepeat3" axis="self">
        <dgm:layoutNode name="AccentHold3" styleLbl="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</dgm:forEach>
    <dgm:forEach name="Name8" axis="ch" ptType="node" cnt="1">
      <dgm:layoutNode name="Parent" styleLbl="node0">
        <dgm:varLst>
          <dgm:chMax val="5"/>
          <dgm:chPref val="5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choose name="Name9">
        <dgm:if name="Name10" axis="ch" ptType="node" func="cnt" op="lte" val="4">
          <dgm:layoutNode name="Accent1" styleLbl="node1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</dgm:layoutNode>
        </dgm:if>
        <dgm:else name="Name11"/>
      </dgm:choose>
      <dgm:layoutNode name="Accent2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3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4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5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6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</dgm:forEach>
    <dgm:forEach name="Name12" axis="ch ch" ptType="node node" st="1 1" cnt="1 1">
      <dgm:layoutNode name="Child1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3" ref="accentRepeat1"/>
      </dgm:layoutNode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14" ref="accentRepeat2"/>
      </dgm:layoutNode>
    </dgm:forEach>
    <dgm:forEach name="Name15" axis="ch ch" ptType="node node" st="1 2" cnt="1 1">
      <dgm:layoutNode name="Child2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16" ref="accentRepeat1"/>
      </dgm:layoutNode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17" ref="accentRepeat2"/>
      </dgm:layoutNode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18" ref="accentRepeat3"/>
      </dgm:layoutNode>
    </dgm:forEach>
    <dgm:forEach name="Name19" axis="ch ch" ptType="node node" st="1 3" cnt="1 1">
      <dgm:layoutNode name="Child3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12">
        <dgm:alg type="sp"/>
        <dgm:shape xmlns:r="http://schemas.openxmlformats.org/officeDocument/2006/relationships" r:blip="">
          <dgm:adjLst/>
        </dgm:shape>
        <dgm:presOf/>
        <dgm:constrLst/>
        <dgm:forEach name="Name20" ref="accentRepeat1"/>
      </dgm:layoutNode>
    </dgm:forEach>
    <dgm:forEach name="Name21" axis="ch ch" ptType="node node" st="1 4" cnt="1 1">
      <dgm:layoutNode name="Child4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13">
        <dgm:alg type="sp"/>
        <dgm:shape xmlns:r="http://schemas.openxmlformats.org/officeDocument/2006/relationships" r:blip="">
          <dgm:adjLst/>
        </dgm:shape>
        <dgm:presOf/>
        <dgm:constrLst/>
        <dgm:forEach name="Name22" ref="accentRepeat1"/>
      </dgm:layoutNode>
    </dgm:forEach>
    <dgm:forEach name="Name23" axis="ch ch" ptType="node node" st="1 5" cnt="1 1">
      <dgm:layoutNode name="Child5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15">
        <dgm:alg type="sp"/>
        <dgm:shape xmlns:r="http://schemas.openxmlformats.org/officeDocument/2006/relationships" r:blip="">
          <dgm:adjLst/>
        </dgm:shape>
        <dgm:presOf/>
        <dgm:constrLst/>
        <dgm:forEach name="Name24" ref="accentRepeat2"/>
      </dgm:layoutNode>
      <dgm:layoutNode name="Accent16">
        <dgm:alg type="sp"/>
        <dgm:shape xmlns:r="http://schemas.openxmlformats.org/officeDocument/2006/relationships" r:blip="">
          <dgm:adjLst/>
        </dgm:shape>
        <dgm:presOf/>
        <dgm:constrLst/>
        <dgm:forEach name="Name25" ref="accentRepeat3"/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3/layout/RandomtoResultProcess">
  <dgm:title val=""/>
  <dgm:desc val=""/>
  <dgm:catLst>
    <dgm:cat type="process" pri="1275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41" srcId="1" destId="11" srcOrd="0" destOrd="0"/>
        <dgm:cxn modelId="5" srcId="0" destId="2" srcOrd="0" destOrd="0"/>
        <dgm:cxn modelId="51" srcId="2" destId="2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Name0">
    <dgm:varLst>
      <dgm:dir/>
      <dgm:animOne val="branch"/>
      <dgm:animLvl val="lvl"/>
    </dgm:varLst>
    <dgm:choose name="Name1">
      <dgm:if name="Name2" func="var" arg="dir" op="equ" val="norm">
        <dgm:alg type="lin">
          <dgm:param type="fallback" val="2D"/>
          <dgm:param type="nodeVertAlign" val="t"/>
        </dgm:alg>
      </dgm:if>
      <dgm:else name="Name3">
        <dgm:alg type="lin">
          <dgm:param type="fallback" val="2D"/>
          <dgm:param type="nodeVertAlign" val="t"/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userH" refType="h" fact="2"/>
      <dgm:constr type="w" for="ch" forName="chaos" refType="userH" fact="0.681"/>
      <dgm:constr type="h" for="ch" forName="chaos" refType="userH"/>
      <dgm:constr type="w" for="ch" forName="middle" refType="userH" fact="0.6"/>
      <dgm:constr type="h" for="ch" forName="middle" refType="userH"/>
      <dgm:constr type="w" for="ch" forName="last" refType="userH" fact="0.6"/>
      <dgm:constr type="h" for="ch" forName="last" refType="userH"/>
      <dgm:constr type="w" for="ch" forName="chevronComposite1" refType="userH" fact="0.22"/>
      <dgm:constr type="h" for="ch" forName="chevronComposite1" refType="userH" fact="0.52"/>
      <dgm:constr type="w" for="ch" forName="chevronComposite2" refType="userH" fact="0.22"/>
      <dgm:constr type="h" for="ch" forName="chevronComposite2" refType="userH" fact="0.52"/>
      <dgm:constr type="w" for="ch" forName="overlap" refType="userH" fact="-0.04"/>
      <dgm:constr type="h" for="ch" forName="overlap" refType="userH" fact="0.06"/>
      <dgm:constr type="primFontSz" for="des" forName="parTx1" op="equ" val="65"/>
      <dgm:constr type="primFontSz" for="des" forName="parTxMid" refType="primFontSz" refFor="des" refForName="parTx1" op="equ"/>
      <dgm:constr type="primFontSz" for="des" forName="circleTx" refType="primFontSz" refFor="des" refForName="parTx1" op="equ"/>
      <dgm:constr type="primFontSz" for="des" forName="desTx1" op="equ" val="65"/>
      <dgm:constr type="primFontSz" for="des" forName="desTxMid" refType="primFontSz" refFor="des" refForName="desTx1" op="equ"/>
      <dgm:constr type="primFontSz" for="des" forName="desTxN" refType="primFontSz" refFor="des" refForName="desTx1" op="equ"/>
    </dgm:constrLst>
    <dgm:forEach name="Name4" axis="ch" ptType="node">
      <dgm:choose name="Name5">
        <dgm:if name="Name6" axis="self" ptType="node" func="pos" op="equ" val="1">
          <dgm:layoutNode name="chaos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parTx1" refType="w" fact="0.5"/>
              <dgm:constr type="t" for="ch" forName="parTx1" refType="w" fact="0.32"/>
              <dgm:constr type="w" for="ch" forName="parTx1" refType="w" fact="0.88"/>
              <dgm:constr type="h" for="ch" forName="parTx1" refType="w" fact="0.29"/>
              <dgm:constr type="ctrX" for="ch" forName="desTx1" refType="w" fact="0.5"/>
              <dgm:constr type="b" for="ch" forName="desTx1" refType="h"/>
              <dgm:constr type="w" for="ch" forName="desTx1" refType="w" fact="0.88"/>
              <dgm:constr type="h" for="ch" forName="desTx1" refType="h" fact="0.37"/>
              <dgm:constr type="l" for="ch" forName="c1" refType="w" fact="0.05"/>
              <dgm:constr type="t" for="ch" forName="c1" refType="w" fact="0.23"/>
              <dgm:constr type="w" for="ch" forName="c1" refType="w" fact="0.07"/>
              <dgm:constr type="h" for="ch" forName="c1" refType="w" refFor="ch" refForName="c1"/>
              <dgm:constr type="l" for="ch" forName="c2" refType="w" fact="0.1"/>
              <dgm:constr type="t" for="ch" forName="c2" refType="w" fact="0.13"/>
              <dgm:constr type="w" for="ch" forName="c2" refType="w" fact="0.07"/>
              <dgm:constr type="h" for="ch" forName="c2" refType="w" refFor="ch" refForName="c2"/>
              <dgm:constr type="l" for="ch" forName="c3" refType="w" fact="0.22"/>
              <dgm:constr type="t" for="ch" forName="c3" refType="w" fact="0.15"/>
              <dgm:constr type="w" for="ch" forName="c3" refType="w" fact="0.11"/>
              <dgm:constr type="h" for="ch" forName="c3" refType="w" refFor="ch" refForName="c3"/>
              <dgm:constr type="l" for="ch" forName="c4" refType="w" fact="0.32"/>
              <dgm:constr type="t" for="ch" forName="c4" refType="w" fact="0.04"/>
              <dgm:constr type="w" for="ch" forName="c4" refType="w" fact="0.07"/>
              <dgm:constr type="h" for="ch" forName="c4" refType="w" refFor="ch" refForName="c4"/>
              <dgm:constr type="l" for="ch" forName="c5" refType="w" fact="0.45"/>
              <dgm:constr type="t" for="ch" forName="c5" refType="w" fact="0"/>
              <dgm:constr type="w" for="ch" forName="c5" refType="w" fact="0.07"/>
              <dgm:constr type="h" for="ch" forName="c5" refType="w" refFor="ch" refForName="c5"/>
              <dgm:constr type="l" for="ch" forName="c6" refType="w" fact="0.61"/>
              <dgm:constr type="t" for="ch" forName="c6" refType="w" fact="0.07"/>
              <dgm:constr type="w" for="ch" forName="c6" refType="w" fact="0.07"/>
              <dgm:constr type="h" for="ch" forName="c6" refType="w" refFor="ch" refForName="c6"/>
              <dgm:constr type="l" for="ch" forName="c7" refType="w" fact="0.71"/>
              <dgm:constr type="t" for="ch" forName="c7" refType="w" fact="0.12"/>
              <dgm:constr type="w" for="ch" forName="c7" refType="w" fact="0.11"/>
              <dgm:constr type="h" for="ch" forName="c7" refType="w" refFor="ch" refForName="c7"/>
              <dgm:constr type="l" for="ch" forName="c8" refType="w" fact="0.85"/>
              <dgm:constr type="t" for="ch" forName="c8" refType="w" fact="0.23"/>
              <dgm:constr type="w" for="ch" forName="c8" refType="w" fact="0.07"/>
              <dgm:constr type="h" for="ch" forName="c8" refType="w" refFor="ch" refForName="c8"/>
              <dgm:constr type="l" for="ch" forName="c9" refType="w" fact="0.91"/>
              <dgm:constr type="t" for="ch" forName="c9" refType="w" fact="0.34"/>
              <dgm:constr type="w" for="ch" forName="c9" refType="w" fact="0.07"/>
              <dgm:constr type="h" for="ch" forName="c9" refType="w" refFor="ch" refForName="c9"/>
              <dgm:constr type="l" for="ch" forName="c10" refType="w" fact="0.39"/>
              <dgm:constr type="t" for="ch" forName="c10" refType="w" fact="0.13"/>
              <dgm:constr type="w" for="ch" forName="c10" refType="w" fact="0.18"/>
              <dgm:constr type="h" for="ch" forName="c10" refType="w" refFor="ch" refForName="c10"/>
              <dgm:constr type="l" for="ch" forName="c11" refType="w" fact="0"/>
              <dgm:constr type="t" for="ch" forName="c11" refType="w" fact="0.51"/>
              <dgm:constr type="w" for="ch" forName="c11" refType="w" fact="0.07"/>
              <dgm:constr type="h" for="ch" forName="c11" refType="w" refFor="ch" refForName="c11"/>
              <dgm:constr type="l" for="ch" forName="c12" refType="w" fact="0.06"/>
              <dgm:constr type="t" for="ch" forName="c12" refType="w" fact="0.6"/>
              <dgm:constr type="w" for="ch" forName="c12" refType="w" fact="0.11"/>
              <dgm:constr type="h" for="ch" forName="c12" refType="w" refFor="ch" refForName="c12"/>
              <dgm:constr type="l" for="ch" forName="c13" refType="w" fact="0.21"/>
              <dgm:constr type="t" for="ch" forName="c13" refType="w" fact="0.68"/>
              <dgm:constr type="w" for="ch" forName="c13" refType="w" fact="0.16"/>
              <dgm:constr type="h" for="ch" forName="c13" refType="w" refFor="ch" refForName="c13"/>
              <dgm:constr type="l" for="ch" forName="c14" refType="w" fact="0.42"/>
              <dgm:constr type="t" for="ch" forName="c14" refType="w" fact="0.81"/>
              <dgm:constr type="w" for="ch" forName="c14" refType="w" fact="0.07"/>
              <dgm:constr type="h" for="ch" forName="c14" refType="w" refFor="ch" refForName="c14"/>
              <dgm:constr type="l" for="ch" forName="c15" refType="w" fact="0.46"/>
              <dgm:constr type="t" for="ch" forName="c15" refType="w" fact="0.68"/>
              <dgm:constr type="w" for="ch" forName="c15" refType="w" fact="0.11"/>
              <dgm:constr type="h" for="ch" forName="c15" refType="w" refFor="ch" refForName="c15"/>
              <dgm:constr type="l" for="ch" forName="c16" refType="w" fact="0.56"/>
              <dgm:constr type="t" for="ch" forName="c16" refType="w" fact="0.82"/>
              <dgm:constr type="w" for="ch" forName="c16" refType="w" fact="0.07"/>
              <dgm:constr type="h" for="ch" forName="c16" refType="w" refFor="ch" refForName="c16"/>
              <dgm:constr type="l" for="ch" forName="c17" refType="w" fact="0.65"/>
              <dgm:constr type="t" for="ch" forName="c17" refType="w" fact="0.66"/>
              <dgm:constr type="w" for="ch" forName="c17" refType="w" fact="0.16"/>
              <dgm:constr type="h" for="ch" forName="c17" refType="w" refFor="ch" refForName="c17"/>
              <dgm:constr type="l" for="ch" forName="c18" refType="w" fact="0.87"/>
              <dgm:constr type="t" for="ch" forName="c18" refType="w" fact="0.62"/>
              <dgm:constr type="w" for="ch" forName="c18" refType="w" fact="0.11"/>
              <dgm:constr type="h" for="ch" forName="c18" refType="w" refFor="ch" refForName="c18"/>
            </dgm:constrLst>
            <dgm:layoutNode name="parTx1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7">
              <dgm:if name="Name8" axis="ch" ptType="node" func="cnt" op="gte" val="1">
                <dgm:layoutNode name="desTx1" styleLbl="revTx">
                  <dgm:varLst>
                    <dgm:bulletEnabled val="1"/>
                  </dgm:varLst>
                  <dgm:choose name="Name9">
                    <dgm:if name="Name10" axis="ch" ptType="node" func="cnt" op="equ" val="1">
                      <dgm:alg type="tx">
                        <dgm:param type="shpTxLTRAlignCh" val="l"/>
                      </dgm:alg>
                    </dgm:if>
                    <dgm:else name="Name11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2"/>
            </dgm:choose>
            <dgm:layoutNode name="c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9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0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layoutNode>
        </dgm:if>
        <dgm:if name="Name13" axis="self" ptType="node" func="revPos" op="equ" val="1">
          <dgm:layoutNode name="last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circleTx" refType="w" fact="0.5"/>
              <dgm:constr type="t" for="ch" forName="circleTx" refType="w" fact="0.117"/>
              <dgm:constr type="w" for="ch" forName="circleTx" refType="h" refFor="ch" refForName="circleTx"/>
              <dgm:constr type="h" for="ch" forName="circleTx" refType="w" fact="0.85"/>
              <dgm:constr type="l" for="ch" forName="desTxN"/>
              <dgm:constr type="b" for="ch" forName="desTxN" refType="h"/>
              <dgm:constr type="w" for="ch" forName="desTxN" refType="w"/>
              <dgm:constr type="h" for="ch" forName="desTxN" refType="h" fact="0.37"/>
              <dgm:constr type="ctrX" for="ch" forName="spN" refType="w" fact="0.5"/>
              <dgm:constr type="t" for="ch" forName="spN"/>
              <dgm:constr type="w" for="ch" forName="spN" refType="w" fact="0.93"/>
              <dgm:constr type="h" for="ch" forName="spN" refType="h" fact="0.01"/>
            </dgm:constrLst>
            <dgm:layoutNode name="circleTx" styleLbl="node1">
              <dgm:alg type="tx"/>
              <dgm:shape xmlns:r="http://schemas.openxmlformats.org/officeDocument/2006/relationships" type="ellipse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  <dgm:choose name="Name14">
              <dgm:if name="Name15" axis="ch" ptType="node" func="cnt" op="gte" val="1">
                <dgm:layoutNode name="desTxN" styleLbl="revTx">
                  <dgm:varLst>
                    <dgm:bulletEnabled val="1"/>
                  </dgm:varLst>
                  <dgm:choose name="Name16">
                    <dgm:if name="Name17" axis="ch" ptType="node" func="cnt" op="equ" val="1">
                      <dgm:alg type="tx">
                        <dgm:param type="shpTxLTRAlignCh" val="l"/>
                      </dgm:alg>
                    </dgm:if>
                    <dgm:else name="Name18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  <dgm:layoutNode name="spN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if>
        <dgm:else name="Name20">
          <dgm:layoutNode name="middl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l" for="ch" forName="parTxMid"/>
              <dgm:constr type="t" for="ch" forName="parTxMid" refType="w" fact="0.167"/>
              <dgm:constr type="w" for="ch" forName="parTxMid" refType="w"/>
              <dgm:constr type="h" for="ch" forName="parTxMid" refType="w" fact="0.7"/>
              <dgm:constr type="l" for="ch" forName="desTxMid"/>
              <dgm:constr type="b" for="ch" forName="desTxMid" refType="h"/>
              <dgm:constr type="w" for="ch" forName="desTxMid" refType="w"/>
              <dgm:constr type="h" for="ch" forName="desTxMid" refType="h" fact="0.37"/>
              <dgm:constr type="ctrX" for="ch" forName="spMid" refType="w" fact="0.5"/>
              <dgm:constr type="t" for="ch" forName="spMid"/>
              <dgm:constr type="w" for="ch" forName="spMid" refType="w" fact="0.01"/>
              <dgm:constr type="h" for="ch" forName="spMid" refType="h" fact="0.01"/>
            </dgm:constrLst>
            <dgm:layoutNode name="parTxMid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21">
              <dgm:if name="Name22" axis="ch" ptType="node" func="cnt" op="gte" val="1">
                <dgm:layoutNode name="desTxMid" styleLbl="revTx">
                  <dgm:varLst>
                    <dgm:bulletEnabled val="1"/>
                  </dgm:varLst>
                  <dgm:choose name="Name23">
                    <dgm:if name="Name24" axis="ch" ptType="node" func="cnt" op="equ" val="1">
                      <dgm:alg type="tx">
                        <dgm:param type="shpTxLTRAlignCh" val="l"/>
                      </dgm:alg>
                    </dgm:if>
                    <dgm:else name="Name25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26"/>
            </dgm:choose>
            <dgm:layoutNode name="spMid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else>
      </dgm:choose>
      <dgm:forEach name="Name27" axis="followSib" ptType="sibTrans" cnt="1">
        <dgm:layoutNode name="chevronComposite1" styleLbl="alignImgPlace1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chevron1"/>
            <dgm:constr type="t" for="ch" forName="chevron1" refType="h" fact="0.1923"/>
            <dgm:constr type="w" for="ch" forName="chevron1" refType="w"/>
            <dgm:constr type="b" for="ch" forName="chevron1" refType="h"/>
            <dgm:constr type="l" for="ch" forName="spChevron1"/>
            <dgm:constr type="t" for="ch" forName="spChevron1"/>
            <dgm:constr type="w" for="ch" forName="spChevron1" refType="w" fact="0.01"/>
            <dgm:constr type="h" for="ch" forName="spChevron1" refType="h" fact="0.01"/>
          </dgm:constrLst>
          <dgm:layoutNode name="chevron1">
            <dgm:alg type="sp"/>
            <dgm:choose name="Name28">
              <dgm:if name="Name29" func="var" arg="dir" op="equ" val="norm">
                <dgm:shape xmlns:r="http://schemas.openxmlformats.org/officeDocument/2006/relationships" type="chevron" r:blip="">
                  <dgm:adjLst>
                    <dgm:adj idx="1" val="0.6231"/>
                  </dgm:adjLst>
                </dgm:shape>
              </dgm:if>
              <dgm:else name="Name30">
                <dgm:shape xmlns:r="http://schemas.openxmlformats.org/officeDocument/2006/relationships" rot="180" type="chevron" r:blip="">
                  <dgm:adjLst>
                    <dgm:adj idx="1" val="0.6231"/>
                  </dgm:adjLst>
                </dgm:shape>
              </dgm:else>
            </dgm:choose>
            <dgm:presOf/>
          </dgm:layoutNode>
          <dgm:layoutNode name="spChevron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  <dgm:choose name="Name31">
          <dgm:if name="Name32" axis="root ch" ptType="all node" func="cnt" op="equ" val="2">
            <dgm:layoutNode name="overlap">
              <dgm:alg type="sp"/>
              <dgm:shape xmlns:r="http://schemas.openxmlformats.org/officeDocument/2006/relationships" r:blip="">
                <dgm:adjLst/>
              </dgm:shape>
              <dgm:presOf/>
            </dgm:layoutNode>
            <dgm:layoutNode name="chevronComposite2" styleLbl="alignImgPlace1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l" for="ch" forName="chevron2"/>
                <dgm:constr type="t" for="ch" forName="chevron2" refType="h" fact="0.1923"/>
                <dgm:constr type="w" for="ch" forName="chevron2" refType="w"/>
                <dgm:constr type="b" for="ch" forName="chevron2" refType="h"/>
                <dgm:constr type="l" for="ch" forName="spChevron2"/>
                <dgm:constr type="t" for="ch" forName="spChevron2"/>
                <dgm:constr type="w" for="ch" forName="spChevron2" refType="w" fact="0.01"/>
                <dgm:constr type="h" for="ch" forName="spChevron2" refType="h" fact="0.01"/>
              </dgm:constrLst>
              <dgm:layoutNode name="chevron2">
                <dgm:alg type="sp"/>
                <dgm:choose name="Name33">
                  <dgm:if name="Name34" func="var" arg="dir" op="equ" val="norm">
                    <dgm:shape xmlns:r="http://schemas.openxmlformats.org/officeDocument/2006/relationships" type="chevron" r:blip="">
                      <dgm:adjLst>
                        <dgm:adj idx="1" val="0.6231"/>
                      </dgm:adjLst>
                    </dgm:shape>
                  </dgm:if>
                  <dgm:else name="Name35">
                    <dgm:shape xmlns:r="http://schemas.openxmlformats.org/officeDocument/2006/relationships" rot="180" type="chevron" r:blip="">
                      <dgm:adjLst>
                        <dgm:adj idx="1" val="0.6231"/>
                      </dgm:adjLst>
                    </dgm:shape>
                  </dgm:else>
                </dgm:choose>
                <dgm:presOf/>
              </dgm:layoutNode>
              <dgm:layoutNode name="spChevron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</dgm:layoutNode>
          </dgm:if>
          <dgm:else name="Name36"/>
        </dgm:choos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9/3/layout/CircleRelationship">
  <dgm:title val=""/>
  <dgm:desc val=""/>
  <dgm:catLst>
    <dgm:cat type="relationship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0" srcId="0" destId="10" srcOrd="0" destOrd="0"/>
        <dgm:cxn modelId="21" srcId="10" destId="11" srcOrd="0" destOrd="0"/>
        <dgm:cxn modelId="22" srcId="10" destId="12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0" srcId="0" destId="10" srcOrd="0" destOrd="0"/>
        <dgm:cxn modelId="21" srcId="10" destId="11" srcOrd="0" destOrd="0"/>
        <dgm:cxn modelId="22" srcId="10" destId="12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0" srcId="0" destId="10" srcOrd="0" destOrd="0"/>
        <dgm:cxn modelId="21" srcId="10" destId="11" srcOrd="0" destOrd="0"/>
        <dgm:cxn modelId="22" srcId="10" destId="12" srcOrd="0" destOrd="0"/>
      </dgm:cxnLst>
      <dgm:bg/>
      <dgm:whole/>
    </dgm:dataModel>
  </dgm:clrData>
  <dgm:layoutNode name="Name0">
    <dgm:varLst>
      <dgm:chMax val="1"/>
      <dgm:chPref val="1"/>
    </dgm:varLst>
    <dgm:shape xmlns:r="http://schemas.openxmlformats.org/officeDocument/2006/relationships" r:blip="">
      <dgm:adjLst/>
    </dgm:shape>
    <dgm:choose name="Name1">
      <dgm:if name="Name2" axis="ch ch" ptType="node node" func="cnt" op="equ" val="0">
        <dgm:alg type="composite">
          <dgm:param type="ar" val="0.98"/>
        </dgm:alg>
        <dgm:constrLst>
          <dgm:constr type="primFontSz" for="des" ptType="node" op="equ" val="65"/>
          <dgm:constr type="l" for="ch" forName="Parent" refType="w" fact="0"/>
          <dgm:constr type="t" for="ch" forName="Parent" refType="h" fact="0.039"/>
          <dgm:constr type="w" for="ch" forName="Parent" refType="w" fact="0.8734"/>
          <dgm:constr type="h" for="ch" forName="Parent" refType="h" fact="0.856"/>
          <dgm:constr type="l" for="ch" forName="Accent1" refType="w" fact="0.4984"/>
          <dgm:constr type="t" for="ch" forName="Accent1" refType="h" fact="0"/>
          <dgm:constr type="w" for="ch" forName="Accent1" refType="w" fact="0.0972"/>
          <dgm:constr type="h" for="ch" forName="Accent1" refType="h" fact="0.0952"/>
          <dgm:constr type="l" for="ch" forName="Accent2" refType="w" fact="0.2684"/>
          <dgm:constr type="t" for="ch" forName="Accent2" refType="h" fact="0.8314"/>
          <dgm:constr type="w" for="ch" forName="Accent2" refType="w" fact="0.0704"/>
          <dgm:constr type="h" for="ch" forName="Accent2" refType="h" fact="0.069"/>
          <dgm:constr type="l" for="ch" forName="Accent3" refType="w" fact="0.9296"/>
          <dgm:constr type="t" for="ch" forName="Accent3" refType="h" fact="0.3864"/>
          <dgm:constr type="w" for="ch" forName="Accent3" refType="w" fact="0.0704"/>
          <dgm:constr type="h" for="ch" forName="Accent3" refType="h" fact="0.069"/>
          <dgm:constr type="l" for="ch" forName="Accent4" refType="w" fact="0.5931"/>
          <dgm:constr type="t" for="ch" forName="Accent4" refType="h" fact="0.9048"/>
          <dgm:constr type="w" for="ch" forName="Accent4" refType="w" fact="0.0972"/>
          <dgm:constr type="h" for="ch" forName="Accent4" refType="h" fact="0.0952"/>
          <dgm:constr type="l" for="ch" forName="Accent5" refType="w" fact="0.2883"/>
          <dgm:constr type="t" for="ch" forName="Accent5" refType="h" fact="0.1353"/>
          <dgm:constr type="w" for="ch" forName="Accent5" refType="w" fact="0.0704"/>
          <dgm:constr type="h" for="ch" forName="Accent5" refType="h" fact="0.069"/>
          <dgm:constr type="l" for="ch" forName="Accent6" refType="w" fact="0.0666"/>
          <dgm:constr type="t" for="ch" forName="Accent6" refType="h" fact="0.53"/>
          <dgm:constr type="w" for="ch" forName="Accent6" refType="w" fact="0.0704"/>
          <dgm:constr type="h" for="ch" forName="Accent6" refType="h" fact="0.069"/>
        </dgm:constrLst>
      </dgm:if>
      <dgm:if name="Name3" axis="ch ch" ptType="node node" func="cnt" op="equ" val="1">
        <dgm:alg type="composite">
          <dgm:param type="ar" val="1.2476"/>
        </dgm:alg>
        <dgm:constrLst>
          <dgm:constr type="primFontSz" for="des" ptType="node" op="equ" val="65"/>
          <dgm:constr type="l" for="ch" forName="Parent" refType="w" fact="0.2145"/>
          <dgm:constr type="t" for="ch" forName="Parent" refType="h" fact="0.039"/>
          <dgm:constr type="w" for="ch" forName="Parent" refType="w" fact="0.6861"/>
          <dgm:constr type="h" for="ch" forName="Parent" refType="h" fact="0.856"/>
          <dgm:constr type="l" for="ch" forName="Accent8" refType="w" fact="0.0262"/>
          <dgm:constr type="t" for="ch" forName="Accent8" refType="h" fact="0.6434"/>
          <dgm:constr type="w" for="ch" forName="Accent8" refType="w" fact="0.138"/>
          <dgm:constr type="h" for="ch" forName="Accent8" refType="h" fact="0.1721"/>
          <dgm:constr type="l" for="ch" forName="Accent1" refType="w" fact="0.6059"/>
          <dgm:constr type="t" for="ch" forName="Accent1" refType="h" fact="0"/>
          <dgm:constr type="w" for="ch" forName="Accent1" refType="w" fact="0.0763"/>
          <dgm:constr type="h" for="ch" forName="Accent1" refType="h" fact="0.0952"/>
          <dgm:constr type="l" for="ch" forName="Accent2" refType="w" fact="0.4253"/>
          <dgm:constr type="t" for="ch" forName="Accent2" refType="h" fact="0.8314"/>
          <dgm:constr type="w" for="ch" forName="Accent2" refType="w" fact="0.0553"/>
          <dgm:constr type="h" for="ch" forName="Accent2" refType="h" fact="0.069"/>
          <dgm:constr type="l" for="ch" forName="Accent3" refType="w" fact="0.9447"/>
          <dgm:constr type="t" for="ch" forName="Accent3" refType="h" fact="0.3864"/>
          <dgm:constr type="w" for="ch" forName="Accent3" refType="w" fact="0.0553"/>
          <dgm:constr type="h" for="ch" forName="Accent3" refType="h" fact="0.069"/>
          <dgm:constr type="l" for="ch" forName="Child1" refType="w" fact="0"/>
          <dgm:constr type="t" for="ch" forName="Child1" refType="h" fact="0.1935"/>
          <dgm:constr type="w" for="ch" forName="Child1" refType="w" fact="0.2789"/>
          <dgm:constr type="h" for="ch" forName="Child1" refType="h" fact="0.3479"/>
          <dgm:constr type="l" for="ch" forName="Accent4" refType="w" fact="0.6803"/>
          <dgm:constr type="t" for="ch" forName="Accent4" refType="h" fact="0.9048"/>
          <dgm:constr type="w" for="ch" forName="Accent4" refType="w" fact="0.0763"/>
          <dgm:constr type="h" for="ch" forName="Accent4" refType="h" fact="0.0952"/>
          <dgm:constr type="l" for="ch" forName="Accent7" refType="w" fact="0.5287"/>
          <dgm:constr type="t" for="ch" forName="Accent7" refType="h" fact="0.1383"/>
          <dgm:constr type="w" for="ch" forName="Accent7" refType="w" fact="0.0763"/>
          <dgm:constr type="h" for="ch" forName="Accent7" refType="h" fact="0.0952"/>
          <dgm:constr type="l" for="ch" forName="Accent5" refType="w" fact="0.4409"/>
          <dgm:constr type="t" for="ch" forName="Accent5" refType="h" fact="0.1353"/>
          <dgm:constr type="w" for="ch" forName="Accent5" refType="w" fact="0.0553"/>
          <dgm:constr type="h" for="ch" forName="Accent5" refType="h" fact="0.069"/>
          <dgm:constr type="l" for="ch" forName="Accent6" refType="w" fact="0.2668"/>
          <dgm:constr type="t" for="ch" forName="Accent6" refType="h" fact="0.53"/>
          <dgm:constr type="w" for="ch" forName="Accent6" refType="w" fact="0.0553"/>
          <dgm:constr type="h" for="ch" forName="Accent6" refType="h" fact="0.069"/>
        </dgm:constrLst>
      </dgm:if>
      <dgm:if name="Name4" axis="ch ch" ptType="node node" func="cnt" op="equ" val="2">
        <dgm:alg type="composite">
          <dgm:param type="ar" val="1.592"/>
        </dgm:alg>
        <dgm:constrLst>
          <dgm:constr type="primFontSz" for="des" ptType="node" op="equ" val="65"/>
          <dgm:constr type="l" for="ch" forName="Parent" refType="w" fact="0.1886"/>
          <dgm:constr type="t" for="ch" forName="Parent" refType="h" fact="0.039"/>
          <dgm:constr type="w" for="ch" forName="Parent" refType="w" fact="0.5377"/>
          <dgm:constr type="h" for="ch" forName="Parent" refType="h" fact="0.856"/>
          <dgm:constr type="l" for="ch" forName="Accent8" refType="w" fact="0.0411"/>
          <dgm:constr type="t" for="ch" forName="Accent8" refType="h" fact="0.6434"/>
          <dgm:constr type="w" for="ch" forName="Accent8" refType="w" fact="0.1081"/>
          <dgm:constr type="h" for="ch" forName="Accent8" refType="h" fact="0.1721"/>
          <dgm:constr type="l" for="ch" forName="Accent1" refType="w" fact="0.4954"/>
          <dgm:constr type="t" for="ch" forName="Accent1" refType="h" fact="0"/>
          <dgm:constr type="w" for="ch" forName="Accent1" refType="w" fact="0.0598"/>
          <dgm:constr type="h" for="ch" forName="Accent1" refType="h" fact="0.0952"/>
          <dgm:constr type="l" for="ch" forName="Accent2" refType="w" fact="0.3538"/>
          <dgm:constr type="t" for="ch" forName="Accent2" refType="h" fact="0.8314"/>
          <dgm:constr type="w" for="ch" forName="Accent2" refType="w" fact="0.0433"/>
          <dgm:constr type="h" for="ch" forName="Accent2" refType="h" fact="0.069"/>
          <dgm:constr type="l" for="ch" forName="Accent3" refType="w" fact="0.7609"/>
          <dgm:constr type="t" for="ch" forName="Accent3" refType="h" fact="0.3864"/>
          <dgm:constr type="w" for="ch" forName="Accent3" refType="w" fact="0.0433"/>
          <dgm:constr type="h" for="ch" forName="Accent3" refType="h" fact="0.069"/>
          <dgm:constr type="l" for="ch" forName="Accent9" refType="w" fact="0.6839"/>
          <dgm:constr type="t" for="ch" forName="Accent9" refType="h" fact="0.27"/>
          <dgm:constr type="w" for="ch" forName="Accent9" refType="w" fact="0.0598"/>
          <dgm:constr type="h" for="ch" forName="Accent9" refType="h" fact="0.0952"/>
          <dgm:constr type="l" for="ch" forName="Child1" refType="w" fact="0.0206"/>
          <dgm:constr type="t" for="ch" forName="Child1" refType="h" fact="0.1935"/>
          <dgm:constr type="w" for="ch" forName="Child1" refType="w" fact="0.2186"/>
          <dgm:constr type="h" for="ch" forName="Child1" refType="h" fact="0.3479"/>
          <dgm:constr type="l" for="ch" forName="Child2" refType="w" fact="0.7814"/>
          <dgm:constr type="t" for="ch" forName="Child2" refType="h" fact="0.0298"/>
          <dgm:constr type="w" for="ch" forName="Child2" refType="w" fact="0.2186"/>
          <dgm:constr type="h" for="ch" forName="Child2" refType="h" fact="0.3479"/>
          <dgm:constr type="l" for="ch" forName="Accent10" refType="w" fact="0"/>
          <dgm:constr type="t" for="ch" forName="Accent10" refType="h" fact="0.8482"/>
          <dgm:constr type="w" for="ch" forName="Accent10" refType="w" fact="0.0433"/>
          <dgm:constr type="h" for="ch" forName="Accent10" refType="h" fact="0.069"/>
          <dgm:constr type="l" for="ch" forName="Accent11" refType="w" fact="0.4318"/>
          <dgm:constr type="t" for="ch" forName="Accent11" refType="h" fact="0.75"/>
          <dgm:constr type="w" for="ch" forName="Accent11" refType="w" fact="0.0433"/>
          <dgm:constr type="h" for="ch" forName="Accent11" refType="h" fact="0.069"/>
          <dgm:constr type="l" for="ch" forName="Accent7" refType="w" fact="0.4349"/>
          <dgm:constr type="t" for="ch" forName="Accent7" refType="h" fact="0.1383"/>
          <dgm:constr type="w" for="ch" forName="Accent7" refType="w" fact="0.0598"/>
          <dgm:constr type="h" for="ch" forName="Accent7" refType="h" fact="0.0952"/>
          <dgm:constr type="l" for="ch" forName="Accent5" refType="w" fact="0.3661"/>
          <dgm:constr type="t" for="ch" forName="Accent5" refType="h" fact="0.1353"/>
          <dgm:constr type="w" for="ch" forName="Accent5" refType="w" fact="0.0433"/>
          <dgm:constr type="h" for="ch" forName="Accent5" refType="h" fact="0.069"/>
          <dgm:constr type="l" for="ch" forName="Accent6" refType="w" fact="0.2296"/>
          <dgm:constr type="t" for="ch" forName="Accent6" refType="h" fact="0.53"/>
          <dgm:constr type="w" for="ch" forName="Accent6" refType="w" fact="0.0433"/>
          <dgm:constr type="h" for="ch" forName="Accent6" refType="h" fact="0.069"/>
          <dgm:constr type="l" for="ch" forName="Accent4" refType="w" fact="0.5537"/>
          <dgm:constr type="t" for="ch" forName="Accent4" refType="h" fact="0.9048"/>
          <dgm:constr type="w" for="ch" forName="Accent4" refType="w" fact="0.0598"/>
          <dgm:constr type="h" for="ch" forName="Accent4" refType="h" fact="0.0952"/>
        </dgm:constrLst>
      </dgm:if>
      <dgm:if name="Name5" axis="ch ch" ptType="node node" func="cnt" op="equ" val="3">
        <dgm:alg type="composite">
          <dgm:param type="ar" val="1.7557"/>
        </dgm:alg>
        <dgm:constrLst>
          <dgm:constr type="primFontSz" for="des" ptType="node" op="equ" val="65"/>
          <dgm:constr type="l" for="ch" forName="Parent" refType="w" fact="0.171"/>
          <dgm:constr type="t" for="ch" forName="Parent" refType="h" fact="0.039"/>
          <dgm:constr type="w" for="ch" forName="Parent" refType="w" fact="0.4875"/>
          <dgm:constr type="h" for="ch" forName="Parent" refType="h" fact="0.856"/>
          <dgm:constr type="l" for="ch" forName="Accent8" refType="w" fact="0.0373"/>
          <dgm:constr type="t" for="ch" forName="Accent8" refType="h" fact="0.6434"/>
          <dgm:constr type="w" for="ch" forName="Accent8" refType="w" fact="0.098"/>
          <dgm:constr type="h" for="ch" forName="Accent8" refType="h" fact="0.1721"/>
          <dgm:constr type="l" for="ch" forName="Accent1" refType="w" fact="0.4492"/>
          <dgm:constr type="t" for="ch" forName="Accent1" refType="h" fact="0"/>
          <dgm:constr type="w" for="ch" forName="Accent1" refType="w" fact="0.0542"/>
          <dgm:constr type="h" for="ch" forName="Accent1" refType="h" fact="0.0952"/>
          <dgm:constr type="l" for="ch" forName="Accent2" refType="w" fact="0.3209"/>
          <dgm:constr type="t" for="ch" forName="Accent2" refType="h" fact="0.8314"/>
          <dgm:constr type="w" for="ch" forName="Accent2" refType="w" fact="0.0393"/>
          <dgm:constr type="h" for="ch" forName="Accent2" refType="h" fact="0.069"/>
          <dgm:constr type="l" for="ch" forName="Accent3" refType="w" fact="0.6899"/>
          <dgm:constr type="t" for="ch" forName="Accent3" refType="h" fact="0.3864"/>
          <dgm:constr type="w" for="ch" forName="Accent3" refType="w" fact="0.0393"/>
          <dgm:constr type="h" for="ch" forName="Accent3" refType="h" fact="0.069"/>
          <dgm:constr type="l" for="ch" forName="Accent9" refType="w" fact="0.6201"/>
          <dgm:constr type="t" for="ch" forName="Accent9" refType="h" fact="0.27"/>
          <dgm:constr type="w" for="ch" forName="Accent9" refType="w" fact="0.0542"/>
          <dgm:constr type="h" for="ch" forName="Accent9" refType="h" fact="0.0952"/>
          <dgm:constr type="l" for="ch" forName="Child1" refType="w" fact="0.0186"/>
          <dgm:constr type="t" for="ch" forName="Child1" refType="h" fact="0.1935"/>
          <dgm:constr type="w" for="ch" forName="Child1" refType="w" fact="0.1982"/>
          <dgm:constr type="h" for="ch" forName="Child1" refType="h" fact="0.3479"/>
          <dgm:constr type="l" for="ch" forName="Child2" refType="w" fact="0.7086"/>
          <dgm:constr type="t" for="ch" forName="Child2" refType="h" fact="0.0298"/>
          <dgm:constr type="w" for="ch" forName="Child2" refType="w" fact="0.1982"/>
          <dgm:constr type="h" for="ch" forName="Child2" refType="h" fact="0.3479"/>
          <dgm:constr type="l" for="ch" forName="Child3" refType="w" fact="0.8018"/>
          <dgm:constr type="t" for="ch" forName="Child3" refType="h" fact="0.6312"/>
          <dgm:constr type="w" for="ch" forName="Child3" refType="w" fact="0.1982"/>
          <dgm:constr type="h" for="ch" forName="Child3" refType="h" fact="0.3479"/>
          <dgm:constr type="l" for="ch" forName="Accent12" refType="w" fact="0.7459"/>
          <dgm:constr type="t" for="ch" forName="Accent12" refType="h" fact="0.619"/>
          <dgm:constr type="w" for="ch" forName="Accent12" refType="w" fact="0.0393"/>
          <dgm:constr type="h" for="ch" forName="Accent12" refType="h" fact="0.069"/>
          <dgm:constr type="l" for="ch" forName="Accent4" refType="w" fact="0.5021"/>
          <dgm:constr type="t" for="ch" forName="Accent4" refType="h" fact="0.9048"/>
          <dgm:constr type="w" for="ch" forName="Accent4" refType="w" fact="0.0542"/>
          <dgm:constr type="h" for="ch" forName="Accent4" refType="h" fact="0.0952"/>
          <dgm:constr type="l" for="ch" forName="Accent10" refType="w" fact="0"/>
          <dgm:constr type="t" for="ch" forName="Accent10" refType="h" fact="0.8482"/>
          <dgm:constr type="w" for="ch" forName="Accent10" refType="w" fact="0.0393"/>
          <dgm:constr type="h" for="ch" forName="Accent10" refType="h" fact="0.069"/>
          <dgm:constr type="l" for="ch" forName="Accent11" refType="w" fact="0.3916"/>
          <dgm:constr type="t" for="ch" forName="Accent11" refType="h" fact="0.75"/>
          <dgm:constr type="w" for="ch" forName="Accent11" refType="w" fact="0.0393"/>
          <dgm:constr type="h" for="ch" forName="Accent11" refType="h" fact="0.069"/>
          <dgm:constr type="l" for="ch" forName="Accent7" refType="w" fact="0.3944"/>
          <dgm:constr type="t" for="ch" forName="Accent7" refType="h" fact="0.1383"/>
          <dgm:constr type="w" for="ch" forName="Accent7" refType="w" fact="0.0542"/>
          <dgm:constr type="h" for="ch" forName="Accent7" refType="h" fact="0.0952"/>
          <dgm:constr type="l" for="ch" forName="Accent5" refType="w" fact="0.3319"/>
          <dgm:constr type="t" for="ch" forName="Accent5" refType="h" fact="0.1353"/>
          <dgm:constr type="w" for="ch" forName="Accent5" refType="w" fact="0.0393"/>
          <dgm:constr type="h" for="ch" forName="Accent5" refType="h" fact="0.069"/>
          <dgm:constr type="l" for="ch" forName="Accent6" refType="w" fact="0.2082"/>
          <dgm:constr type="t" for="ch" forName="Accent6" refType="h" fact="0.53"/>
          <dgm:constr type="w" for="ch" forName="Accent6" refType="w" fact="0.0393"/>
          <dgm:constr type="h" for="ch" forName="Accent6" refType="h" fact="0.069"/>
        </dgm:constrLst>
      </dgm:if>
      <dgm:if name="Name6" axis="ch ch" ptType="node node" func="cnt" op="equ" val="4">
        <dgm:alg type="composite">
          <dgm:param type="ar" val="1.3749"/>
        </dgm:alg>
        <dgm:constrLst>
          <dgm:constr type="primFontSz" for="des" ptType="node" op="equ" val="65"/>
          <dgm:constr type="l" for="ch" forName="Parent" refType="w" fact="0.171"/>
          <dgm:constr type="t" for="ch" forName="Parent" refType="h" fact="0.0306"/>
          <dgm:constr type="w" for="ch" forName="Parent" refType="w" fact="0.4875"/>
          <dgm:constr type="h" for="ch" forName="Parent" refType="h" fact="0.6703"/>
          <dgm:constr type="l" for="ch" forName="Accent8" refType="w" fact="0.0373"/>
          <dgm:constr type="t" for="ch" forName="Accent8" refType="h" fact="0.5038"/>
          <dgm:constr type="w" for="ch" forName="Accent8" refType="w" fact="0.098"/>
          <dgm:constr type="h" for="ch" forName="Accent8" refType="h" fact="0.1348"/>
          <dgm:constr type="l" for="ch" forName="Accent1" refType="w" fact="0.4492"/>
          <dgm:constr type="t" for="ch" forName="Accent1" refType="h" fact="0"/>
          <dgm:constr type="w" for="ch" forName="Accent1" refType="w" fact="0.0542"/>
          <dgm:constr type="h" for="ch" forName="Accent1" refType="h" fact="0.0746"/>
          <dgm:constr type="l" for="ch" forName="Accent2" refType="w" fact="0.3209"/>
          <dgm:constr type="t" for="ch" forName="Accent2" refType="h" fact="0.6511"/>
          <dgm:constr type="w" for="ch" forName="Accent2" refType="w" fact="0.0393"/>
          <dgm:constr type="h" for="ch" forName="Accent2" refType="h" fact="0.054"/>
          <dgm:constr type="l" for="ch" forName="Accent3" refType="w" fact="0.6899"/>
          <dgm:constr type="t" for="ch" forName="Accent3" refType="h" fact="0.3026"/>
          <dgm:constr type="w" for="ch" forName="Accent3" refType="w" fact="0.0393"/>
          <dgm:constr type="h" for="ch" forName="Accent3" refType="h" fact="0.054"/>
          <dgm:constr type="l" for="ch" forName="Accent9" refType="w" fact="0.6201"/>
          <dgm:constr type="t" for="ch" forName="Accent9" refType="h" fact="0.2115"/>
          <dgm:constr type="w" for="ch" forName="Accent9" refType="w" fact="0.0542"/>
          <dgm:constr type="h" for="ch" forName="Accent9" refType="h" fact="0.0746"/>
          <dgm:constr type="l" for="ch" forName="Child1" refType="w" fact="0.0186"/>
          <dgm:constr type="t" for="ch" forName="Child1" refType="h" fact="0.1515"/>
          <dgm:constr type="w" for="ch" forName="Child1" refType="w" fact="0.1982"/>
          <dgm:constr type="h" for="ch" forName="Child1" refType="h" fact="0.2725"/>
          <dgm:constr type="l" for="ch" forName="Child2" refType="w" fact="0.7086"/>
          <dgm:constr type="t" for="ch" forName="Child2" refType="h" fact="0.0233"/>
          <dgm:constr type="w" for="ch" forName="Child2" refType="w" fact="0.1982"/>
          <dgm:constr type="h" for="ch" forName="Child2" refType="h" fact="0.2725"/>
          <dgm:constr type="l" for="ch" forName="Child3" refType="w" fact="0.8018"/>
          <dgm:constr type="t" for="ch" forName="Child3" refType="h" fact="0.4943"/>
          <dgm:constr type="w" for="ch" forName="Child3" refType="w" fact="0.1982"/>
          <dgm:constr type="h" for="ch" forName="Child3" refType="h" fact="0.2725"/>
          <dgm:constr type="l" for="ch" forName="Accent12" refType="w" fact="0.7459"/>
          <dgm:constr type="t" for="ch" forName="Accent12" refType="h" fact="0.4848"/>
          <dgm:constr type="w" for="ch" forName="Accent12" refType="w" fact="0.0393"/>
          <dgm:constr type="h" for="ch" forName="Accent12" refType="h" fact="0.054"/>
          <dgm:constr type="l" for="ch" forName="Accent4" refType="w" fact="0.5021"/>
          <dgm:constr type="t" for="ch" forName="Accent4" refType="h" fact="0.7085"/>
          <dgm:constr type="w" for="ch" forName="Accent4" refType="w" fact="0.0542"/>
          <dgm:constr type="h" for="ch" forName="Accent4" refType="h" fact="0.0746"/>
          <dgm:constr type="l" for="ch" forName="Accent10" refType="w" fact="0"/>
          <dgm:constr type="t" for="ch" forName="Accent10" refType="h" fact="0.6642"/>
          <dgm:constr type="w" for="ch" forName="Accent10" refType="w" fact="0.0393"/>
          <dgm:constr type="h" for="ch" forName="Accent10" refType="h" fact="0.054"/>
          <dgm:constr type="l" for="ch" forName="Accent11" refType="w" fact="0.3916"/>
          <dgm:constr type="t" for="ch" forName="Accent11" refType="h" fact="0.5873"/>
          <dgm:constr type="w" for="ch" forName="Accent11" refType="w" fact="0.0393"/>
          <dgm:constr type="h" for="ch" forName="Accent11" refType="h" fact="0.054"/>
          <dgm:constr type="l" for="ch" forName="Accent7" refType="w" fact="0.3944"/>
          <dgm:constr type="t" for="ch" forName="Accent7" refType="h" fact="0.1083"/>
          <dgm:constr type="w" for="ch" forName="Accent7" refType="w" fact="0.0542"/>
          <dgm:constr type="h" for="ch" forName="Accent7" refType="h" fact="0.0746"/>
          <dgm:constr type="l" for="ch" forName="Accent5" refType="w" fact="0.3319"/>
          <dgm:constr type="t" for="ch" forName="Accent5" refType="h" fact="0.1059"/>
          <dgm:constr type="w" for="ch" forName="Accent5" refType="w" fact="0.0393"/>
          <dgm:constr type="h" for="ch" forName="Accent5" refType="h" fact="0.054"/>
          <dgm:constr type="l" for="ch" forName="Accent6" refType="w" fact="0.2082"/>
          <dgm:constr type="t" for="ch" forName="Accent6" refType="h" fact="0.4151"/>
          <dgm:constr type="w" for="ch" forName="Accent6" refType="w" fact="0.0393"/>
          <dgm:constr type="h" for="ch" forName="Accent6" refType="h" fact="0.054"/>
          <dgm:constr type="l" for="ch" forName="Child4" refType="w" fact="0.2329"/>
          <dgm:constr type="t" for="ch" forName="Child4" refType="h" fact="0.7275"/>
          <dgm:constr type="w" for="ch" forName="Child4" refType="w" fact="0.1982"/>
          <dgm:constr type="h" for="ch" forName="Child4" refType="h" fact="0.2725"/>
          <dgm:constr type="l" for="ch" forName="Accent13" refType="w" fact="0.4099"/>
          <dgm:constr type="t" for="ch" forName="Accent13" refType="h" fact="0.7183"/>
          <dgm:constr type="w" for="ch" forName="Accent13" refType="w" fact="0.0393"/>
          <dgm:constr type="h" for="ch" forName="Accent13" refType="h" fact="0.054"/>
        </dgm:constrLst>
      </dgm:if>
      <dgm:else name="Name7">
        <dgm:alg type="composite">
          <dgm:param type="ar" val="1.1477"/>
        </dgm:alg>
        <dgm:constrLst>
          <dgm:constr type="primFontSz" for="des" ptType="node" op="equ" val="65"/>
          <dgm:constr type="l" for="ch" forName="Parent" refType="w" fact="0.171"/>
          <dgm:constr type="t" for="ch" forName="Parent" refType="h" fact="0.1907"/>
          <dgm:constr type="w" for="ch" forName="Parent" refType="w" fact="0.4875"/>
          <dgm:constr type="h" for="ch" forName="Parent" refType="h" fact="0.5596"/>
          <dgm:constr type="l" for="ch" forName="Accent8" refType="w" fact="0.0373"/>
          <dgm:constr type="t" for="ch" forName="Accent8" refType="h" fact="0.5858"/>
          <dgm:constr type="w" for="ch" forName="Accent8" refType="w" fact="0.098"/>
          <dgm:constr type="h" for="ch" forName="Accent8" refType="h" fact="0.1125"/>
          <dgm:constr type="l" for="ch" forName="Accent1" refType="w" fact="0.4492"/>
          <dgm:constr type="t" for="ch" forName="Accent1" refType="h" fact="0.1652"/>
          <dgm:constr type="w" for="ch" forName="Accent1" refType="w" fact="0.0542"/>
          <dgm:constr type="h" for="ch" forName="Accent1" refType="h" fact="0.0623"/>
          <dgm:constr type="l" for="ch" forName="Accent2" refType="w" fact="0.3209"/>
          <dgm:constr type="t" for="ch" forName="Accent2" refType="h" fact="0.7087"/>
          <dgm:constr type="w" for="ch" forName="Accent2" refType="w" fact="0.0393"/>
          <dgm:constr type="h" for="ch" forName="Accent2" refType="h" fact="0.0451"/>
          <dgm:constr type="l" for="ch" forName="Accent3" refType="w" fact="0.6899"/>
          <dgm:constr type="t" for="ch" forName="Accent3" refType="h" fact="0.4178"/>
          <dgm:constr type="w" for="ch" forName="Accent3" refType="w" fact="0.0393"/>
          <dgm:constr type="h" for="ch" forName="Accent3" refType="h" fact="0.0451"/>
          <dgm:constr type="l" for="ch" forName="Accent9" refType="w" fact="0.6201"/>
          <dgm:constr type="t" for="ch" forName="Accent9" refType="h" fact="0.3417"/>
          <dgm:constr type="w" for="ch" forName="Accent9" refType="w" fact="0.0542"/>
          <dgm:constr type="h" for="ch" forName="Accent9" refType="h" fact="0.0623"/>
          <dgm:constr type="l" for="ch" forName="Child1" refType="w" fact="0.0186"/>
          <dgm:constr type="t" for="ch" forName="Child1" refType="h" fact="0.2917"/>
          <dgm:constr type="w" for="ch" forName="Child1" refType="w" fact="0.1982"/>
          <dgm:constr type="h" for="ch" forName="Child1" refType="h" fact="0.2275"/>
          <dgm:constr type="l" for="ch" forName="Child2" refType="w" fact="0.7086"/>
          <dgm:constr type="t" for="ch" forName="Child2" refType="h" fact="0.1847"/>
          <dgm:constr type="w" for="ch" forName="Child2" refType="w" fact="0.1982"/>
          <dgm:constr type="h" for="ch" forName="Child2" refType="h" fact="0.2275"/>
          <dgm:constr type="l" for="ch" forName="Child3" refType="w" fact="0.8018"/>
          <dgm:constr type="t" for="ch" forName="Child3" refType="h" fact="0.5778"/>
          <dgm:constr type="w" for="ch" forName="Child3" refType="w" fact="0.1982"/>
          <dgm:constr type="h" for="ch" forName="Child3" refType="h" fact="0.2275"/>
          <dgm:constr type="l" for="ch" forName="Accent12" refType="w" fact="0.7459"/>
          <dgm:constr type="t" for="ch" forName="Accent12" refType="h" fact="0.5699"/>
          <dgm:constr type="w" for="ch" forName="Accent12" refType="w" fact="0.0393"/>
          <dgm:constr type="h" for="ch" forName="Accent12" refType="h" fact="0.0451"/>
          <dgm:constr type="l" for="ch" forName="Accent4" refType="w" fact="0.5021"/>
          <dgm:constr type="t" for="ch" forName="Accent4" refType="h" fact="0.7567"/>
          <dgm:constr type="w" for="ch" forName="Accent4" refType="w" fact="0.0542"/>
          <dgm:constr type="h" for="ch" forName="Accent4" refType="h" fact="0.0623"/>
          <dgm:constr type="l" for="ch" forName="Accent10" refType="w" fact="0"/>
          <dgm:constr type="t" for="ch" forName="Accent10" refType="h" fact="0.7197"/>
          <dgm:constr type="w" for="ch" forName="Accent10" refType="w" fact="0.0393"/>
          <dgm:constr type="h" for="ch" forName="Accent10" refType="h" fact="0.0451"/>
          <dgm:constr type="l" for="ch" forName="Accent11" refType="w" fact="0.3916"/>
          <dgm:constr type="t" for="ch" forName="Accent11" refType="h" fact="0.6555"/>
          <dgm:constr type="w" for="ch" forName="Accent11" refType="w" fact="0.0393"/>
          <dgm:constr type="h" for="ch" forName="Accent11" refType="h" fact="0.0451"/>
          <dgm:constr type="l" for="ch" forName="Accent7" refType="w" fact="0.3944"/>
          <dgm:constr type="t" for="ch" forName="Accent7" refType="h" fact="0.2556"/>
          <dgm:constr type="w" for="ch" forName="Accent7" refType="w" fact="0.0542"/>
          <dgm:constr type="h" for="ch" forName="Accent7" refType="h" fact="0.0623"/>
          <dgm:constr type="l" for="ch" forName="Accent5" refType="w" fact="0.3319"/>
          <dgm:constr type="t" for="ch" forName="Accent5" refType="h" fact="0.2536"/>
          <dgm:constr type="w" for="ch" forName="Accent5" refType="w" fact="0.0393"/>
          <dgm:constr type="h" for="ch" forName="Accent5" refType="h" fact="0.0451"/>
          <dgm:constr type="l" for="ch" forName="Accent6" refType="w" fact="0.2082"/>
          <dgm:constr type="t" for="ch" forName="Accent6" refType="h" fact="0.5117"/>
          <dgm:constr type="w" for="ch" forName="Accent6" refType="w" fact="0.0393"/>
          <dgm:constr type="h" for="ch" forName="Accent6" refType="h" fact="0.0451"/>
          <dgm:constr type="l" for="ch" forName="Child5" refType="w" fact="0.4219"/>
          <dgm:constr type="t" for="ch" forName="Child5" refType="h" fact="0"/>
          <dgm:constr type="w" for="ch" forName="Child5" refType="w" fact="0.1982"/>
          <dgm:constr type="h" for="ch" forName="Child5" refType="h" fact="0.2275"/>
          <dgm:constr type="l" for="ch" forName="Child4" refType="w" fact="0.2329"/>
          <dgm:constr type="t" for="ch" forName="Child4" refType="h" fact="0.7725"/>
          <dgm:constr type="w" for="ch" forName="Child4" refType="w" fact="0.1982"/>
          <dgm:constr type="h" for="ch" forName="Child4" refType="h" fact="0.2275"/>
          <dgm:constr type="l" for="ch" forName="Accent15" refType="w" fact="0.1775"/>
          <dgm:constr type="t" for="ch" forName="Accent15" refType="h" fact="0.2466"/>
          <dgm:constr type="w" for="ch" forName="Accent15" refType="w" fact="0.0393"/>
          <dgm:constr type="h" for="ch" forName="Accent15" refType="h" fact="0.0451"/>
          <dgm:constr type="l" for="ch" forName="Accent16" refType="w" fact="0.6351"/>
          <dgm:constr type="t" for="ch" forName="Accent16" refType="h" fact="0.056"/>
          <dgm:constr type="w" for="ch" forName="Accent16" refType="w" fact="0.0393"/>
          <dgm:constr type="h" for="ch" forName="Accent16" refType="h" fact="0.0451"/>
          <dgm:constr type="l" for="ch" forName="Accent13" refType="w" fact="0.4099"/>
          <dgm:constr type="t" for="ch" forName="Accent13" refType="h" fact="0.7648"/>
          <dgm:constr type="w" for="ch" forName="Accent13" refType="w" fact="0.0393"/>
          <dgm:constr type="h" for="ch" forName="Accent13" refType="h" fact="0.0451"/>
        </dgm:constrLst>
      </dgm:else>
    </dgm:choose>
    <dgm:forEach name="wrapper" axis="self" ptType="parTrans">
      <dgm:forEach name="accentRepeat1" axis="self">
        <dgm:layoutNode name="AccentHold1" styleLbl="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  <dgm:forEach name="accentRepeat2" axis="self">
        <dgm:layoutNode name="AccentHold2" styleLbl="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  <dgm:forEach name="accentRepeat3" axis="self">
        <dgm:layoutNode name="AccentHold3" styleLbl="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</dgm:forEach>
    <dgm:forEach name="Name8" axis="ch" ptType="node" cnt="1">
      <dgm:layoutNode name="Parent" styleLbl="node0">
        <dgm:varLst>
          <dgm:chMax val="5"/>
          <dgm:chPref val="5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choose name="Name9">
        <dgm:if name="Name10" axis="ch" ptType="node" func="cnt" op="lte" val="4">
          <dgm:layoutNode name="Accent1" styleLbl="node1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</dgm:layoutNode>
        </dgm:if>
        <dgm:else name="Name11"/>
      </dgm:choose>
      <dgm:layoutNode name="Accent2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3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4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5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6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</dgm:forEach>
    <dgm:forEach name="Name12" axis="ch ch" ptType="node node" st="1 1" cnt="1 1">
      <dgm:layoutNode name="Child1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3" ref="accentRepeat1"/>
      </dgm:layoutNode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14" ref="accentRepeat2"/>
      </dgm:layoutNode>
    </dgm:forEach>
    <dgm:forEach name="Name15" axis="ch ch" ptType="node node" st="1 2" cnt="1 1">
      <dgm:layoutNode name="Child2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16" ref="accentRepeat1"/>
      </dgm:layoutNode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17" ref="accentRepeat2"/>
      </dgm:layoutNode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18" ref="accentRepeat3"/>
      </dgm:layoutNode>
    </dgm:forEach>
    <dgm:forEach name="Name19" axis="ch ch" ptType="node node" st="1 3" cnt="1 1">
      <dgm:layoutNode name="Child3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12">
        <dgm:alg type="sp"/>
        <dgm:shape xmlns:r="http://schemas.openxmlformats.org/officeDocument/2006/relationships" r:blip="">
          <dgm:adjLst/>
        </dgm:shape>
        <dgm:presOf/>
        <dgm:constrLst/>
        <dgm:forEach name="Name20" ref="accentRepeat1"/>
      </dgm:layoutNode>
    </dgm:forEach>
    <dgm:forEach name="Name21" axis="ch ch" ptType="node node" st="1 4" cnt="1 1">
      <dgm:layoutNode name="Child4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13">
        <dgm:alg type="sp"/>
        <dgm:shape xmlns:r="http://schemas.openxmlformats.org/officeDocument/2006/relationships" r:blip="">
          <dgm:adjLst/>
        </dgm:shape>
        <dgm:presOf/>
        <dgm:constrLst/>
        <dgm:forEach name="Name22" ref="accentRepeat1"/>
      </dgm:layoutNode>
    </dgm:forEach>
    <dgm:forEach name="Name23" axis="ch ch" ptType="node node" st="1 5" cnt="1 1">
      <dgm:layoutNode name="Child5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15">
        <dgm:alg type="sp"/>
        <dgm:shape xmlns:r="http://schemas.openxmlformats.org/officeDocument/2006/relationships" r:blip="">
          <dgm:adjLst/>
        </dgm:shape>
        <dgm:presOf/>
        <dgm:constrLst/>
        <dgm:forEach name="Name24" ref="accentRepeat2"/>
      </dgm:layoutNode>
      <dgm:layoutNode name="Accent16">
        <dgm:alg type="sp"/>
        <dgm:shape xmlns:r="http://schemas.openxmlformats.org/officeDocument/2006/relationships" r:blip="">
          <dgm:adjLst/>
        </dgm:shape>
        <dgm:presOf/>
        <dgm:constrLst/>
        <dgm:forEach name="Name25" ref="accentRepeat3"/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9/3/layout/RandomtoResultProcess">
  <dgm:title val=""/>
  <dgm:desc val=""/>
  <dgm:catLst>
    <dgm:cat type="process" pri="1275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41" srcId="1" destId="11" srcOrd="0" destOrd="0"/>
        <dgm:cxn modelId="5" srcId="0" destId="2" srcOrd="0" destOrd="0"/>
        <dgm:cxn modelId="51" srcId="2" destId="2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Name0">
    <dgm:varLst>
      <dgm:dir/>
      <dgm:animOne val="branch"/>
      <dgm:animLvl val="lvl"/>
    </dgm:varLst>
    <dgm:choose name="Name1">
      <dgm:if name="Name2" func="var" arg="dir" op="equ" val="norm">
        <dgm:alg type="lin">
          <dgm:param type="fallback" val="2D"/>
          <dgm:param type="nodeVertAlign" val="t"/>
        </dgm:alg>
      </dgm:if>
      <dgm:else name="Name3">
        <dgm:alg type="lin">
          <dgm:param type="fallback" val="2D"/>
          <dgm:param type="nodeVertAlign" val="t"/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userH" refType="h" fact="2"/>
      <dgm:constr type="w" for="ch" forName="chaos" refType="userH" fact="0.681"/>
      <dgm:constr type="h" for="ch" forName="chaos" refType="userH"/>
      <dgm:constr type="w" for="ch" forName="middle" refType="userH" fact="0.6"/>
      <dgm:constr type="h" for="ch" forName="middle" refType="userH"/>
      <dgm:constr type="w" for="ch" forName="last" refType="userH" fact="0.6"/>
      <dgm:constr type="h" for="ch" forName="last" refType="userH"/>
      <dgm:constr type="w" for="ch" forName="chevronComposite1" refType="userH" fact="0.22"/>
      <dgm:constr type="h" for="ch" forName="chevronComposite1" refType="userH" fact="0.52"/>
      <dgm:constr type="w" for="ch" forName="chevronComposite2" refType="userH" fact="0.22"/>
      <dgm:constr type="h" for="ch" forName="chevronComposite2" refType="userH" fact="0.52"/>
      <dgm:constr type="w" for="ch" forName="overlap" refType="userH" fact="-0.04"/>
      <dgm:constr type="h" for="ch" forName="overlap" refType="userH" fact="0.06"/>
      <dgm:constr type="primFontSz" for="des" forName="parTx1" op="equ" val="65"/>
      <dgm:constr type="primFontSz" for="des" forName="parTxMid" refType="primFontSz" refFor="des" refForName="parTx1" op="equ"/>
      <dgm:constr type="primFontSz" for="des" forName="circleTx" refType="primFontSz" refFor="des" refForName="parTx1" op="equ"/>
      <dgm:constr type="primFontSz" for="des" forName="desTx1" op="equ" val="65"/>
      <dgm:constr type="primFontSz" for="des" forName="desTxMid" refType="primFontSz" refFor="des" refForName="desTx1" op="equ"/>
      <dgm:constr type="primFontSz" for="des" forName="desTxN" refType="primFontSz" refFor="des" refForName="desTx1" op="equ"/>
    </dgm:constrLst>
    <dgm:forEach name="Name4" axis="ch" ptType="node">
      <dgm:choose name="Name5">
        <dgm:if name="Name6" axis="self" ptType="node" func="pos" op="equ" val="1">
          <dgm:layoutNode name="chaos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parTx1" refType="w" fact="0.5"/>
              <dgm:constr type="t" for="ch" forName="parTx1" refType="w" fact="0.32"/>
              <dgm:constr type="w" for="ch" forName="parTx1" refType="w" fact="0.88"/>
              <dgm:constr type="h" for="ch" forName="parTx1" refType="w" fact="0.29"/>
              <dgm:constr type="ctrX" for="ch" forName="desTx1" refType="w" fact="0.5"/>
              <dgm:constr type="b" for="ch" forName="desTx1" refType="h"/>
              <dgm:constr type="w" for="ch" forName="desTx1" refType="w" fact="0.88"/>
              <dgm:constr type="h" for="ch" forName="desTx1" refType="h" fact="0.37"/>
              <dgm:constr type="l" for="ch" forName="c1" refType="w" fact="0.05"/>
              <dgm:constr type="t" for="ch" forName="c1" refType="w" fact="0.23"/>
              <dgm:constr type="w" for="ch" forName="c1" refType="w" fact="0.07"/>
              <dgm:constr type="h" for="ch" forName="c1" refType="w" refFor="ch" refForName="c1"/>
              <dgm:constr type="l" for="ch" forName="c2" refType="w" fact="0.1"/>
              <dgm:constr type="t" for="ch" forName="c2" refType="w" fact="0.13"/>
              <dgm:constr type="w" for="ch" forName="c2" refType="w" fact="0.07"/>
              <dgm:constr type="h" for="ch" forName="c2" refType="w" refFor="ch" refForName="c2"/>
              <dgm:constr type="l" for="ch" forName="c3" refType="w" fact="0.22"/>
              <dgm:constr type="t" for="ch" forName="c3" refType="w" fact="0.15"/>
              <dgm:constr type="w" for="ch" forName="c3" refType="w" fact="0.11"/>
              <dgm:constr type="h" for="ch" forName="c3" refType="w" refFor="ch" refForName="c3"/>
              <dgm:constr type="l" for="ch" forName="c4" refType="w" fact="0.32"/>
              <dgm:constr type="t" for="ch" forName="c4" refType="w" fact="0.04"/>
              <dgm:constr type="w" for="ch" forName="c4" refType="w" fact="0.07"/>
              <dgm:constr type="h" for="ch" forName="c4" refType="w" refFor="ch" refForName="c4"/>
              <dgm:constr type="l" for="ch" forName="c5" refType="w" fact="0.45"/>
              <dgm:constr type="t" for="ch" forName="c5" refType="w" fact="0"/>
              <dgm:constr type="w" for="ch" forName="c5" refType="w" fact="0.07"/>
              <dgm:constr type="h" for="ch" forName="c5" refType="w" refFor="ch" refForName="c5"/>
              <dgm:constr type="l" for="ch" forName="c6" refType="w" fact="0.61"/>
              <dgm:constr type="t" for="ch" forName="c6" refType="w" fact="0.07"/>
              <dgm:constr type="w" for="ch" forName="c6" refType="w" fact="0.07"/>
              <dgm:constr type="h" for="ch" forName="c6" refType="w" refFor="ch" refForName="c6"/>
              <dgm:constr type="l" for="ch" forName="c7" refType="w" fact="0.71"/>
              <dgm:constr type="t" for="ch" forName="c7" refType="w" fact="0.12"/>
              <dgm:constr type="w" for="ch" forName="c7" refType="w" fact="0.11"/>
              <dgm:constr type="h" for="ch" forName="c7" refType="w" refFor="ch" refForName="c7"/>
              <dgm:constr type="l" for="ch" forName="c8" refType="w" fact="0.85"/>
              <dgm:constr type="t" for="ch" forName="c8" refType="w" fact="0.23"/>
              <dgm:constr type="w" for="ch" forName="c8" refType="w" fact="0.07"/>
              <dgm:constr type="h" for="ch" forName="c8" refType="w" refFor="ch" refForName="c8"/>
              <dgm:constr type="l" for="ch" forName="c9" refType="w" fact="0.91"/>
              <dgm:constr type="t" for="ch" forName="c9" refType="w" fact="0.34"/>
              <dgm:constr type="w" for="ch" forName="c9" refType="w" fact="0.07"/>
              <dgm:constr type="h" for="ch" forName="c9" refType="w" refFor="ch" refForName="c9"/>
              <dgm:constr type="l" for="ch" forName="c10" refType="w" fact="0.39"/>
              <dgm:constr type="t" for="ch" forName="c10" refType="w" fact="0.13"/>
              <dgm:constr type="w" for="ch" forName="c10" refType="w" fact="0.18"/>
              <dgm:constr type="h" for="ch" forName="c10" refType="w" refFor="ch" refForName="c10"/>
              <dgm:constr type="l" for="ch" forName="c11" refType="w" fact="0"/>
              <dgm:constr type="t" for="ch" forName="c11" refType="w" fact="0.51"/>
              <dgm:constr type="w" for="ch" forName="c11" refType="w" fact="0.07"/>
              <dgm:constr type="h" for="ch" forName="c11" refType="w" refFor="ch" refForName="c11"/>
              <dgm:constr type="l" for="ch" forName="c12" refType="w" fact="0.06"/>
              <dgm:constr type="t" for="ch" forName="c12" refType="w" fact="0.6"/>
              <dgm:constr type="w" for="ch" forName="c12" refType="w" fact="0.11"/>
              <dgm:constr type="h" for="ch" forName="c12" refType="w" refFor="ch" refForName="c12"/>
              <dgm:constr type="l" for="ch" forName="c13" refType="w" fact="0.21"/>
              <dgm:constr type="t" for="ch" forName="c13" refType="w" fact="0.68"/>
              <dgm:constr type="w" for="ch" forName="c13" refType="w" fact="0.16"/>
              <dgm:constr type="h" for="ch" forName="c13" refType="w" refFor="ch" refForName="c13"/>
              <dgm:constr type="l" for="ch" forName="c14" refType="w" fact="0.42"/>
              <dgm:constr type="t" for="ch" forName="c14" refType="w" fact="0.81"/>
              <dgm:constr type="w" for="ch" forName="c14" refType="w" fact="0.07"/>
              <dgm:constr type="h" for="ch" forName="c14" refType="w" refFor="ch" refForName="c14"/>
              <dgm:constr type="l" for="ch" forName="c15" refType="w" fact="0.46"/>
              <dgm:constr type="t" for="ch" forName="c15" refType="w" fact="0.68"/>
              <dgm:constr type="w" for="ch" forName="c15" refType="w" fact="0.11"/>
              <dgm:constr type="h" for="ch" forName="c15" refType="w" refFor="ch" refForName="c15"/>
              <dgm:constr type="l" for="ch" forName="c16" refType="w" fact="0.56"/>
              <dgm:constr type="t" for="ch" forName="c16" refType="w" fact="0.82"/>
              <dgm:constr type="w" for="ch" forName="c16" refType="w" fact="0.07"/>
              <dgm:constr type="h" for="ch" forName="c16" refType="w" refFor="ch" refForName="c16"/>
              <dgm:constr type="l" for="ch" forName="c17" refType="w" fact="0.65"/>
              <dgm:constr type="t" for="ch" forName="c17" refType="w" fact="0.66"/>
              <dgm:constr type="w" for="ch" forName="c17" refType="w" fact="0.16"/>
              <dgm:constr type="h" for="ch" forName="c17" refType="w" refFor="ch" refForName="c17"/>
              <dgm:constr type="l" for="ch" forName="c18" refType="w" fact="0.87"/>
              <dgm:constr type="t" for="ch" forName="c18" refType="w" fact="0.62"/>
              <dgm:constr type="w" for="ch" forName="c18" refType="w" fact="0.11"/>
              <dgm:constr type="h" for="ch" forName="c18" refType="w" refFor="ch" refForName="c18"/>
            </dgm:constrLst>
            <dgm:layoutNode name="parTx1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7">
              <dgm:if name="Name8" axis="ch" ptType="node" func="cnt" op="gte" val="1">
                <dgm:layoutNode name="desTx1" styleLbl="revTx">
                  <dgm:varLst>
                    <dgm:bulletEnabled val="1"/>
                  </dgm:varLst>
                  <dgm:choose name="Name9">
                    <dgm:if name="Name10" axis="ch" ptType="node" func="cnt" op="equ" val="1">
                      <dgm:alg type="tx">
                        <dgm:param type="shpTxLTRAlignCh" val="l"/>
                      </dgm:alg>
                    </dgm:if>
                    <dgm:else name="Name11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2"/>
            </dgm:choose>
            <dgm:layoutNode name="c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9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0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layoutNode>
        </dgm:if>
        <dgm:if name="Name13" axis="self" ptType="node" func="revPos" op="equ" val="1">
          <dgm:layoutNode name="last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circleTx" refType="w" fact="0.5"/>
              <dgm:constr type="t" for="ch" forName="circleTx" refType="w" fact="0.117"/>
              <dgm:constr type="w" for="ch" forName="circleTx" refType="h" refFor="ch" refForName="circleTx"/>
              <dgm:constr type="h" for="ch" forName="circleTx" refType="w" fact="0.85"/>
              <dgm:constr type="l" for="ch" forName="desTxN"/>
              <dgm:constr type="b" for="ch" forName="desTxN" refType="h"/>
              <dgm:constr type="w" for="ch" forName="desTxN" refType="w"/>
              <dgm:constr type="h" for="ch" forName="desTxN" refType="h" fact="0.37"/>
              <dgm:constr type="ctrX" for="ch" forName="spN" refType="w" fact="0.5"/>
              <dgm:constr type="t" for="ch" forName="spN"/>
              <dgm:constr type="w" for="ch" forName="spN" refType="w" fact="0.93"/>
              <dgm:constr type="h" for="ch" forName="spN" refType="h" fact="0.01"/>
            </dgm:constrLst>
            <dgm:layoutNode name="circleTx" styleLbl="node1">
              <dgm:alg type="tx"/>
              <dgm:shape xmlns:r="http://schemas.openxmlformats.org/officeDocument/2006/relationships" type="ellipse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  <dgm:choose name="Name14">
              <dgm:if name="Name15" axis="ch" ptType="node" func="cnt" op="gte" val="1">
                <dgm:layoutNode name="desTxN" styleLbl="revTx">
                  <dgm:varLst>
                    <dgm:bulletEnabled val="1"/>
                  </dgm:varLst>
                  <dgm:choose name="Name16">
                    <dgm:if name="Name17" axis="ch" ptType="node" func="cnt" op="equ" val="1">
                      <dgm:alg type="tx">
                        <dgm:param type="shpTxLTRAlignCh" val="l"/>
                      </dgm:alg>
                    </dgm:if>
                    <dgm:else name="Name18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  <dgm:layoutNode name="spN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if>
        <dgm:else name="Name20">
          <dgm:layoutNode name="middl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l" for="ch" forName="parTxMid"/>
              <dgm:constr type="t" for="ch" forName="parTxMid" refType="w" fact="0.167"/>
              <dgm:constr type="w" for="ch" forName="parTxMid" refType="w"/>
              <dgm:constr type="h" for="ch" forName="parTxMid" refType="w" fact="0.7"/>
              <dgm:constr type="l" for="ch" forName="desTxMid"/>
              <dgm:constr type="b" for="ch" forName="desTxMid" refType="h"/>
              <dgm:constr type="w" for="ch" forName="desTxMid" refType="w"/>
              <dgm:constr type="h" for="ch" forName="desTxMid" refType="h" fact="0.37"/>
              <dgm:constr type="ctrX" for="ch" forName="spMid" refType="w" fact="0.5"/>
              <dgm:constr type="t" for="ch" forName="spMid"/>
              <dgm:constr type="w" for="ch" forName="spMid" refType="w" fact="0.01"/>
              <dgm:constr type="h" for="ch" forName="spMid" refType="h" fact="0.01"/>
            </dgm:constrLst>
            <dgm:layoutNode name="parTxMid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21">
              <dgm:if name="Name22" axis="ch" ptType="node" func="cnt" op="gte" val="1">
                <dgm:layoutNode name="desTxMid" styleLbl="revTx">
                  <dgm:varLst>
                    <dgm:bulletEnabled val="1"/>
                  </dgm:varLst>
                  <dgm:choose name="Name23">
                    <dgm:if name="Name24" axis="ch" ptType="node" func="cnt" op="equ" val="1">
                      <dgm:alg type="tx">
                        <dgm:param type="shpTxLTRAlignCh" val="l"/>
                      </dgm:alg>
                    </dgm:if>
                    <dgm:else name="Name25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26"/>
            </dgm:choose>
            <dgm:layoutNode name="spMid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else>
      </dgm:choose>
      <dgm:forEach name="Name27" axis="followSib" ptType="sibTrans" cnt="1">
        <dgm:layoutNode name="chevronComposite1" styleLbl="alignImgPlace1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chevron1"/>
            <dgm:constr type="t" for="ch" forName="chevron1" refType="h" fact="0.1923"/>
            <dgm:constr type="w" for="ch" forName="chevron1" refType="w"/>
            <dgm:constr type="b" for="ch" forName="chevron1" refType="h"/>
            <dgm:constr type="l" for="ch" forName="spChevron1"/>
            <dgm:constr type="t" for="ch" forName="spChevron1"/>
            <dgm:constr type="w" for="ch" forName="spChevron1" refType="w" fact="0.01"/>
            <dgm:constr type="h" for="ch" forName="spChevron1" refType="h" fact="0.01"/>
          </dgm:constrLst>
          <dgm:layoutNode name="chevron1">
            <dgm:alg type="sp"/>
            <dgm:choose name="Name28">
              <dgm:if name="Name29" func="var" arg="dir" op="equ" val="norm">
                <dgm:shape xmlns:r="http://schemas.openxmlformats.org/officeDocument/2006/relationships" type="chevron" r:blip="">
                  <dgm:adjLst>
                    <dgm:adj idx="1" val="0.6231"/>
                  </dgm:adjLst>
                </dgm:shape>
              </dgm:if>
              <dgm:else name="Name30">
                <dgm:shape xmlns:r="http://schemas.openxmlformats.org/officeDocument/2006/relationships" rot="180" type="chevron" r:blip="">
                  <dgm:adjLst>
                    <dgm:adj idx="1" val="0.6231"/>
                  </dgm:adjLst>
                </dgm:shape>
              </dgm:else>
            </dgm:choose>
            <dgm:presOf/>
          </dgm:layoutNode>
          <dgm:layoutNode name="spChevron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  <dgm:choose name="Name31">
          <dgm:if name="Name32" axis="root ch" ptType="all node" func="cnt" op="equ" val="2">
            <dgm:layoutNode name="overlap">
              <dgm:alg type="sp"/>
              <dgm:shape xmlns:r="http://schemas.openxmlformats.org/officeDocument/2006/relationships" r:blip="">
                <dgm:adjLst/>
              </dgm:shape>
              <dgm:presOf/>
            </dgm:layoutNode>
            <dgm:layoutNode name="chevronComposite2" styleLbl="alignImgPlace1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l" for="ch" forName="chevron2"/>
                <dgm:constr type="t" for="ch" forName="chevron2" refType="h" fact="0.1923"/>
                <dgm:constr type="w" for="ch" forName="chevron2" refType="w"/>
                <dgm:constr type="b" for="ch" forName="chevron2" refType="h"/>
                <dgm:constr type="l" for="ch" forName="spChevron2"/>
                <dgm:constr type="t" for="ch" forName="spChevron2"/>
                <dgm:constr type="w" for="ch" forName="spChevron2" refType="w" fact="0.01"/>
                <dgm:constr type="h" for="ch" forName="spChevron2" refType="h" fact="0.01"/>
              </dgm:constrLst>
              <dgm:layoutNode name="chevron2">
                <dgm:alg type="sp"/>
                <dgm:choose name="Name33">
                  <dgm:if name="Name34" func="var" arg="dir" op="equ" val="norm">
                    <dgm:shape xmlns:r="http://schemas.openxmlformats.org/officeDocument/2006/relationships" type="chevron" r:blip="">
                      <dgm:adjLst>
                        <dgm:adj idx="1" val="0.6231"/>
                      </dgm:adjLst>
                    </dgm:shape>
                  </dgm:if>
                  <dgm:else name="Name35">
                    <dgm:shape xmlns:r="http://schemas.openxmlformats.org/officeDocument/2006/relationships" rot="180" type="chevron" r:blip="">
                      <dgm:adjLst>
                        <dgm:adj idx="1" val="0.6231"/>
                      </dgm:adjLst>
                    </dgm:shape>
                  </dgm:else>
                </dgm:choose>
                <dgm:presOf/>
              </dgm:layoutNode>
              <dgm:layoutNode name="spChevron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</dgm:layoutNode>
          </dgm:if>
          <dgm:else name="Name36"/>
        </dgm:choos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B0D43F-B80B-40D7-B843-4AC81DACC905}" type="datetimeFigureOut">
              <a:rPr lang="pt-BR" smtClean="0"/>
              <a:t>15/03/2016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7626FD-18EF-494C-A467-3D85C3950BD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0951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42839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74890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77526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06419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15561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00181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842552"/>
            <a:ext cx="6858000" cy="1792358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2704030"/>
            <a:ext cx="6858000" cy="1242971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81890-9DBB-4D9A-9877-EA1263EF5060}" type="datetime1">
              <a:rPr lang="en-US" smtClean="0"/>
              <a:t>3/15/2016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829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9E252-50F1-4CA9-978A-C194736D11C8}" type="datetime1">
              <a:rPr lang="en-US" smtClean="0"/>
              <a:t>3/15/2016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106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283491"/>
            <a:ext cx="7886700" cy="2141534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3888" y="3445285"/>
            <a:ext cx="7886700" cy="112618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84538-904F-47D6-B8BB-A40D7642A9C9}" type="datetime1">
              <a:rPr lang="en-US" smtClean="0"/>
              <a:t>3/15/2016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464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28650" y="1370486"/>
            <a:ext cx="3886200" cy="3266526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29150" y="1370486"/>
            <a:ext cx="3886200" cy="3266526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ECFF4-9122-4E77-8EAA-7D8D74EE6AAC}" type="datetime1">
              <a:rPr lang="en-US" smtClean="0"/>
              <a:t>3/15/2016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221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274098"/>
            <a:ext cx="7886700" cy="99509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9842" y="1262040"/>
            <a:ext cx="3868340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29842" y="1880546"/>
            <a:ext cx="3868340" cy="2766000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29150" y="1262040"/>
            <a:ext cx="3887391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29150" y="1880546"/>
            <a:ext cx="3887391" cy="2766000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EE9C5-7707-4355-A268-84D96F1F4116}" type="datetime1">
              <a:rPr lang="en-US" smtClean="0"/>
              <a:t>3/15/2016</a:t>
            </a:fld>
            <a:endParaRPr lang="en-US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108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6EB27-11CC-4396-830F-AD8597B0893F}" type="datetime1">
              <a:rPr lang="en-US" smtClean="0"/>
              <a:t>3/15/2016</a:t>
            </a:fld>
            <a:endParaRPr 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559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09724-C518-4FEF-BA4E-E40E9E2761B0}" type="datetime1">
              <a:rPr lang="en-US" smtClean="0"/>
              <a:t>3/15/2016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-58522" y="-65835"/>
            <a:ext cx="468173" cy="336498"/>
          </a:xfrm>
        </p:spPr>
        <p:txBody>
          <a:bodyPr/>
          <a:lstStyle>
            <a:lvl1pPr>
              <a:defRPr sz="1200" b="1"/>
            </a:lvl1pPr>
          </a:lstStyle>
          <a:p>
            <a:fld id="{2088DD49-D405-3D4F-92A5-BAA19C6BFE1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958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887391" y="741255"/>
            <a:ext cx="4629150" cy="365860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9EEED-C0F0-4C1D-936B-058735F7D4CC}" type="datetime1">
              <a:rPr lang="en-US" smtClean="0"/>
              <a:t>3/15/2016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632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3887391" y="741255"/>
            <a:ext cx="4629150" cy="3658604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FE88E-360F-40AA-AA39-C06B94C1A6A6}" type="datetime1">
              <a:rPr lang="en-US" smtClean="0"/>
              <a:t>3/15/2016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529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FC834-7516-448F-8049-788150E7072C}" type="datetime1">
              <a:rPr lang="en-US" smtClean="0"/>
              <a:t>3/15/2016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717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274097"/>
            <a:ext cx="1971675" cy="436291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274097"/>
            <a:ext cx="5800725" cy="436291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28BE3-3033-4CC2-A61E-78CE52E3C4B4}" type="datetime1">
              <a:rPr lang="en-US" smtClean="0"/>
              <a:t>3/15/2016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638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6731484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5699561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460693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vmlDrawing" Target="../drawings/vmlDrawing1.vml"/><Relationship Id="rId7" Type="http://schemas.openxmlformats.org/officeDocument/2006/relationships/image" Target="../media/image2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.bin"/><Relationship Id="rId4" Type="http://schemas.openxmlformats.org/officeDocument/2006/relationships/tags" Target="../tags/tag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vmlDrawing" Target="../drawings/vmlDrawing2.vml"/><Relationship Id="rId7" Type="http://schemas.openxmlformats.org/officeDocument/2006/relationships/image" Target="../media/image3.emf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2.bin"/><Relationship Id="rId4" Type="http://schemas.openxmlformats.org/officeDocument/2006/relationships/tags" Target="../tags/tag2.xml"/><Relationship Id="rId9" Type="http://schemas.openxmlformats.org/officeDocument/2006/relationships/image" Target="../media/image5.jp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vmlDrawing" Target="../drawings/vmlDrawing3.vml"/><Relationship Id="rId7" Type="http://schemas.openxmlformats.org/officeDocument/2006/relationships/image" Target="../media/image6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3.bin"/><Relationship Id="rId4" Type="http://schemas.openxmlformats.org/officeDocument/2006/relationships/tags" Target="../tags/tag3.xml"/><Relationship Id="rId9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7000">
              <a:schemeClr val="accent1">
                <a:lumMod val="5000"/>
                <a:lumOff val="95000"/>
              </a:schemeClr>
            </a:gs>
            <a:gs pos="100000">
              <a:schemeClr val="bg1">
                <a:lumMod val="7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628650" y="274098"/>
            <a:ext cx="7886700" cy="9950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8650" y="1370486"/>
            <a:ext cx="7886700" cy="32665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6286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863222-59D6-4BCC-9F9E-FFDE6D534C31}" type="datetime1">
              <a:rPr lang="en-US" smtClean="0"/>
              <a:t>3/15/2016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028950" y="4771678"/>
            <a:ext cx="30861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0" y="0"/>
            <a:ext cx="570130" cy="4789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 b="1">
                <a:solidFill>
                  <a:srgbClr val="0070C0"/>
                </a:solidFill>
              </a:defRPr>
            </a:lvl1pPr>
          </a:lstStyle>
          <a:p>
            <a:fld id="{2088DD49-D405-3D4F-92A5-BAA19C6BFE1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9142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17000">
              <a:schemeClr val="accent1">
                <a:lumMod val="5000"/>
                <a:lumOff val="95000"/>
              </a:schemeClr>
            </a:gs>
            <a:gs pos="100000">
              <a:schemeClr val="bg1">
                <a:lumMod val="7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75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14" descr="t02-02.jpg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8263"/>
          </a:xfrm>
          <a:prstGeom prst="rect">
            <a:avLst/>
          </a:prstGeom>
        </p:spPr>
      </p:pic>
      <p:pic>
        <p:nvPicPr>
          <p:cNvPr id="7" name="Picture 10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381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17000">
              <a:schemeClr val="accent1">
                <a:lumMod val="5000"/>
                <a:lumOff val="95000"/>
              </a:schemeClr>
            </a:gs>
            <a:gs pos="100000">
              <a:schemeClr val="bg1">
                <a:lumMod val="7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99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9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7062980" y="289005"/>
            <a:ext cx="1603348" cy="291323"/>
          </a:xfrm>
          <a:prstGeom prst="rect">
            <a:avLst/>
          </a:prstGeom>
        </p:spPr>
      </p:pic>
      <p:pic>
        <p:nvPicPr>
          <p:cNvPr id="7" name="Picture 2"/>
          <p:cNvPicPr>
            <a:picLocks noChangeAspect="1" noChangeArrowheads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" descr="t03-02.jpg"/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421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17000">
              <a:schemeClr val="accent1">
                <a:lumMod val="5000"/>
                <a:lumOff val="95000"/>
              </a:schemeClr>
            </a:gs>
            <a:gs pos="100000">
              <a:schemeClr val="bg1">
                <a:lumMod val="7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23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interna_img-3.png"/>
          <p:cNvPicPr/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182"/>
          <a:stretch>
            <a:fillRect/>
          </a:stretch>
        </p:blipFill>
        <p:spPr>
          <a:xfrm>
            <a:off x="1" y="-4669"/>
            <a:ext cx="3640873" cy="5157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image5.png"/>
          <p:cNvPicPr/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8118917" y="4410609"/>
            <a:ext cx="1043999" cy="770734"/>
          </a:xfrm>
          <a:prstGeom prst="rect">
            <a:avLst/>
          </a:prstGeom>
          <a:ln w="12700">
            <a:miter lim="400000"/>
          </a:ln>
        </p:spPr>
      </p:pic>
      <p:pic>
        <p:nvPicPr>
          <p:cNvPr id="10" name="Picture 11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296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emf"/><Relationship Id="rId4" Type="http://schemas.openxmlformats.org/officeDocument/2006/relationships/image" Target="../media/image9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13" Type="http://schemas.microsoft.com/office/2007/relationships/diagramDrawing" Target="../diagrams/drawing2.xml"/><Relationship Id="rId18" Type="http://schemas.microsoft.com/office/2007/relationships/diagramDrawing" Target="../diagrams/drawing3.xml"/><Relationship Id="rId3" Type="http://schemas.openxmlformats.org/officeDocument/2006/relationships/image" Target="../media/image3.emf"/><Relationship Id="rId7" Type="http://schemas.openxmlformats.org/officeDocument/2006/relationships/diagramColors" Target="../diagrams/colors1.xml"/><Relationship Id="rId12" Type="http://schemas.openxmlformats.org/officeDocument/2006/relationships/diagramColors" Target="../diagrams/colors2.xml"/><Relationship Id="rId17" Type="http://schemas.openxmlformats.org/officeDocument/2006/relationships/diagramColors" Target="../diagrams/colors3.xml"/><Relationship Id="rId2" Type="http://schemas.openxmlformats.org/officeDocument/2006/relationships/notesSlide" Target="../notesSlides/notesSlide3.xml"/><Relationship Id="rId16" Type="http://schemas.openxmlformats.org/officeDocument/2006/relationships/diagramQuickStyle" Target="../diagrams/quickStyle3.xml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1.xml"/><Relationship Id="rId11" Type="http://schemas.openxmlformats.org/officeDocument/2006/relationships/diagramQuickStyle" Target="../diagrams/quickStyle2.xml"/><Relationship Id="rId5" Type="http://schemas.openxmlformats.org/officeDocument/2006/relationships/diagramLayout" Target="../diagrams/layout1.xml"/><Relationship Id="rId15" Type="http://schemas.openxmlformats.org/officeDocument/2006/relationships/diagramLayout" Target="../diagrams/layout3.xml"/><Relationship Id="rId10" Type="http://schemas.openxmlformats.org/officeDocument/2006/relationships/diagramLayout" Target="../diagrams/layout2.xml"/><Relationship Id="rId19" Type="http://schemas.openxmlformats.org/officeDocument/2006/relationships/image" Target="../media/image10.png"/><Relationship Id="rId4" Type="http://schemas.openxmlformats.org/officeDocument/2006/relationships/diagramData" Target="../diagrams/data1.xml"/><Relationship Id="rId9" Type="http://schemas.openxmlformats.org/officeDocument/2006/relationships/diagramData" Target="../diagrams/data2.xml"/><Relationship Id="rId14" Type="http://schemas.openxmlformats.org/officeDocument/2006/relationships/diagramData" Target="../diagrams/data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13" Type="http://schemas.microsoft.com/office/2007/relationships/diagramDrawing" Target="../diagrams/drawing5.xml"/><Relationship Id="rId18" Type="http://schemas.microsoft.com/office/2007/relationships/diagramDrawing" Target="../diagrams/drawing6.xml"/><Relationship Id="rId3" Type="http://schemas.openxmlformats.org/officeDocument/2006/relationships/image" Target="../media/image3.emf"/><Relationship Id="rId21" Type="http://schemas.openxmlformats.org/officeDocument/2006/relationships/image" Target="../media/image14.png"/><Relationship Id="rId7" Type="http://schemas.openxmlformats.org/officeDocument/2006/relationships/diagramColors" Target="../diagrams/colors4.xml"/><Relationship Id="rId12" Type="http://schemas.openxmlformats.org/officeDocument/2006/relationships/diagramColors" Target="../diagrams/colors5.xml"/><Relationship Id="rId17" Type="http://schemas.openxmlformats.org/officeDocument/2006/relationships/diagramColors" Target="../diagrams/colors6.xml"/><Relationship Id="rId2" Type="http://schemas.openxmlformats.org/officeDocument/2006/relationships/notesSlide" Target="../notesSlides/notesSlide5.xml"/><Relationship Id="rId16" Type="http://schemas.openxmlformats.org/officeDocument/2006/relationships/diagramQuickStyle" Target="../diagrams/quickStyle6.xml"/><Relationship Id="rId20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4.xml"/><Relationship Id="rId11" Type="http://schemas.openxmlformats.org/officeDocument/2006/relationships/diagramQuickStyle" Target="../diagrams/quickStyle5.xml"/><Relationship Id="rId5" Type="http://schemas.openxmlformats.org/officeDocument/2006/relationships/diagramLayout" Target="../diagrams/layout4.xml"/><Relationship Id="rId15" Type="http://schemas.openxmlformats.org/officeDocument/2006/relationships/diagramLayout" Target="../diagrams/layout6.xml"/><Relationship Id="rId10" Type="http://schemas.openxmlformats.org/officeDocument/2006/relationships/diagramLayout" Target="../diagrams/layout5.xml"/><Relationship Id="rId19" Type="http://schemas.openxmlformats.org/officeDocument/2006/relationships/image" Target="../media/image12.png"/><Relationship Id="rId4" Type="http://schemas.openxmlformats.org/officeDocument/2006/relationships/diagramData" Target="../diagrams/data4.xml"/><Relationship Id="rId9" Type="http://schemas.openxmlformats.org/officeDocument/2006/relationships/diagramData" Target="../diagrams/data5.xml"/><Relationship Id="rId14" Type="http://schemas.openxmlformats.org/officeDocument/2006/relationships/diagramData" Target="../diagrams/data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0456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6847" y="-20645"/>
            <a:ext cx="3345084" cy="122185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7100" y="277388"/>
            <a:ext cx="1744578" cy="422254"/>
          </a:xfrm>
          <a:prstGeom prst="rect">
            <a:avLst/>
          </a:prstGeom>
        </p:spPr>
      </p:pic>
      <p:sp>
        <p:nvSpPr>
          <p:cNvPr id="2" name="CaixaDeTexto 1"/>
          <p:cNvSpPr txBox="1"/>
          <p:nvPr/>
        </p:nvSpPr>
        <p:spPr>
          <a:xfrm>
            <a:off x="-254" y="4032590"/>
            <a:ext cx="9144254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chemeClr val="accent5">
                    <a:lumMod val="75000"/>
                  </a:schemeClr>
                </a:solidFill>
              </a:rPr>
              <a:t>Estabilidade Operacional</a:t>
            </a:r>
          </a:p>
          <a:p>
            <a:r>
              <a:rPr lang="pt-BR" sz="26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T2R – Transition to Run</a:t>
            </a:r>
            <a:br>
              <a:rPr lang="pt-BR" sz="12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pt-BR" sz="1200" dirty="0">
                <a:solidFill>
                  <a:schemeClr val="bg1">
                    <a:lumMod val="50000"/>
                  </a:schemeClr>
                </a:solidFill>
              </a:rPr>
              <a:t>2016, março</a:t>
            </a:r>
          </a:p>
        </p:txBody>
      </p:sp>
      <p:sp>
        <p:nvSpPr>
          <p:cNvPr id="8" name="Subtítulo 2"/>
          <p:cNvSpPr txBox="1">
            <a:spLocks/>
          </p:cNvSpPr>
          <p:nvPr/>
        </p:nvSpPr>
        <p:spPr>
          <a:xfrm>
            <a:off x="6901731" y="4890534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/>
              <a:t>Consultoria Ilimitada</a:t>
            </a:r>
          </a:p>
        </p:txBody>
      </p:sp>
    </p:spTree>
    <p:extLst>
      <p:ext uri="{BB962C8B-B14F-4D97-AF65-F5344CB8AC3E}">
        <p14:creationId xmlns:p14="http://schemas.microsoft.com/office/powerpoint/2010/main" val="90842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8331"/>
    </mc:Choice>
    <mc:Fallback xmlns="">
      <p:transition advTm="833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sp>
        <p:nvSpPr>
          <p:cNvPr id="11" name="CaixaDeTexto 10"/>
          <p:cNvSpPr txBox="1"/>
          <p:nvPr/>
        </p:nvSpPr>
        <p:spPr>
          <a:xfrm>
            <a:off x="151075" y="257994"/>
            <a:ext cx="6257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Conceitos Fundamentais</a:t>
            </a:r>
          </a:p>
        </p:txBody>
      </p:sp>
      <p:sp>
        <p:nvSpPr>
          <p:cNvPr id="7" name="Subtítulo 2"/>
          <p:cNvSpPr txBox="1">
            <a:spLocks/>
          </p:cNvSpPr>
          <p:nvPr/>
        </p:nvSpPr>
        <p:spPr>
          <a:xfrm rot="16200000">
            <a:off x="7892242" y="3901320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>
                <a:solidFill>
                  <a:schemeClr val="bg1">
                    <a:lumMod val="95000"/>
                  </a:schemeClr>
                </a:solidFill>
              </a:rPr>
              <a:t>Consultoria Ilimitada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2</a:t>
            </a:fld>
            <a:endParaRPr lang="en-US"/>
          </a:p>
        </p:txBody>
      </p:sp>
      <p:sp>
        <p:nvSpPr>
          <p:cNvPr id="9" name="Subtítulo 2"/>
          <p:cNvSpPr txBox="1">
            <a:spLocks/>
          </p:cNvSpPr>
          <p:nvPr/>
        </p:nvSpPr>
        <p:spPr>
          <a:xfrm>
            <a:off x="250466" y="1059475"/>
            <a:ext cx="8472651" cy="3924833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2000" dirty="0">
                <a:solidFill>
                  <a:schemeClr val="accent6">
                    <a:lumMod val="50000"/>
                  </a:schemeClr>
                </a:solidFill>
                <a:cs typeface="Aharoni" panose="02010803020104030203" pitchFamily="2" charset="-79"/>
              </a:rPr>
              <a:t>Gestão de </a:t>
            </a:r>
            <a:r>
              <a:rPr lang="pt-BR" sz="2000" b="1" dirty="0">
                <a:solidFill>
                  <a:schemeClr val="accent6">
                    <a:lumMod val="50000"/>
                  </a:schemeClr>
                </a:solidFill>
                <a:cs typeface="Aharoni" panose="02010803020104030203" pitchFamily="2" charset="-79"/>
              </a:rPr>
              <a:t>Demandas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  <a:cs typeface="Aharoni" panose="02010803020104030203" pitchFamily="2" charset="-79"/>
              </a:rPr>
              <a:t>: </a:t>
            </a:r>
            <a:r>
              <a:rPr lang="pt-BR" sz="2000" b="1" dirty="0">
                <a:solidFill>
                  <a:schemeClr val="accent6">
                    <a:lumMod val="50000"/>
                  </a:schemeClr>
                </a:solidFill>
                <a:cs typeface="Aharoni" panose="02010803020104030203" pitchFamily="2" charset="-79"/>
              </a:rPr>
              <a:t>reconhecimento e priorização de todas os requerimentos por produtos e serviços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  <a:cs typeface="Aharoni" panose="02010803020104030203" pitchFamily="2" charset="-79"/>
              </a:rPr>
              <a:t>, para atender </a:t>
            </a:r>
            <a:r>
              <a:rPr lang="pt-BR" sz="2000" u="sng" dirty="0">
                <a:solidFill>
                  <a:schemeClr val="accent6">
                    <a:lumMod val="50000"/>
                  </a:schemeClr>
                </a:solidFill>
                <a:cs typeface="Aharoni" panose="02010803020104030203" pitchFamily="2" charset="-79"/>
              </a:rPr>
              <a:t>necessidades do negócio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  <a:cs typeface="Aharoni" panose="02010803020104030203" pitchFamily="2" charset="-79"/>
              </a:rPr>
              <a:t> com a obtenção de resultados rentáveis (APICS).</a:t>
            </a:r>
          </a:p>
          <a:p>
            <a:pPr algn="just"/>
            <a:endParaRPr lang="pt-BR" sz="2000" dirty="0">
              <a:solidFill>
                <a:schemeClr val="tx1"/>
              </a:solidFill>
              <a:cs typeface="Aharoni" panose="02010803020104030203" pitchFamily="2" charset="-79"/>
            </a:endParaRPr>
          </a:p>
          <a:p>
            <a:pPr algn="just"/>
            <a:r>
              <a:rPr lang="pt-BR" sz="2000" dirty="0">
                <a:solidFill>
                  <a:srgbClr val="0070C0"/>
                </a:solidFill>
                <a:cs typeface="Aharoni" panose="02010803020104030203" pitchFamily="2" charset="-79"/>
              </a:rPr>
              <a:t>Gestão de </a:t>
            </a:r>
            <a:r>
              <a:rPr lang="pt-BR" sz="2000" b="1" dirty="0">
                <a:solidFill>
                  <a:srgbClr val="0070C0"/>
                </a:solidFill>
                <a:cs typeface="Aharoni" panose="02010803020104030203" pitchFamily="2" charset="-79"/>
              </a:rPr>
              <a:t>Projetos</a:t>
            </a:r>
            <a:r>
              <a:rPr lang="pt-BR" sz="2000" dirty="0">
                <a:solidFill>
                  <a:srgbClr val="0070C0"/>
                </a:solidFill>
                <a:cs typeface="Aharoni" panose="02010803020104030203" pitchFamily="2" charset="-79"/>
              </a:rPr>
              <a:t>: aplicação de </a:t>
            </a:r>
            <a:r>
              <a:rPr lang="pt-BR" sz="2000" b="1" dirty="0">
                <a:solidFill>
                  <a:srgbClr val="0070C0"/>
                </a:solidFill>
                <a:cs typeface="Aharoni" panose="02010803020104030203" pitchFamily="2" charset="-79"/>
              </a:rPr>
              <a:t>conhecimento, habilidades e técnicas para a execução de projetos de forma efetiva e eficaz</a:t>
            </a:r>
            <a:r>
              <a:rPr lang="pt-BR" sz="2000" dirty="0">
                <a:solidFill>
                  <a:srgbClr val="0070C0"/>
                </a:solidFill>
                <a:cs typeface="Aharoni" panose="02010803020104030203" pitchFamily="2" charset="-79"/>
              </a:rPr>
              <a:t>. Competência estratégica para as organizações, une resultados dos projetos às </a:t>
            </a:r>
            <a:r>
              <a:rPr lang="pt-BR" sz="2000" u="sng" dirty="0">
                <a:solidFill>
                  <a:srgbClr val="0070C0"/>
                </a:solidFill>
                <a:cs typeface="Aharoni" panose="02010803020104030203" pitchFamily="2" charset="-79"/>
              </a:rPr>
              <a:t>necessidades do negócio</a:t>
            </a:r>
            <a:r>
              <a:rPr lang="pt-BR" sz="2000" dirty="0">
                <a:solidFill>
                  <a:srgbClr val="0070C0"/>
                </a:solidFill>
                <a:cs typeface="Aharoni" panose="02010803020104030203" pitchFamily="2" charset="-79"/>
              </a:rPr>
              <a:t> (PMI).</a:t>
            </a:r>
          </a:p>
          <a:p>
            <a:pPr algn="just"/>
            <a:endParaRPr lang="pt-BR" sz="2000" dirty="0">
              <a:solidFill>
                <a:schemeClr val="tx1"/>
              </a:solidFill>
              <a:cs typeface="Aharoni" panose="02010803020104030203" pitchFamily="2" charset="-79"/>
            </a:endParaRPr>
          </a:p>
          <a:p>
            <a:pPr algn="just"/>
            <a:r>
              <a:rPr lang="pt-BR" sz="2000" dirty="0">
                <a:solidFill>
                  <a:srgbClr val="C00000"/>
                </a:solidFill>
                <a:cs typeface="Aharoni" panose="02010803020104030203" pitchFamily="2" charset="-79"/>
              </a:rPr>
              <a:t>Gestão de </a:t>
            </a:r>
            <a:r>
              <a:rPr lang="pt-BR" sz="2000" b="1" dirty="0">
                <a:solidFill>
                  <a:srgbClr val="C00000"/>
                </a:solidFill>
                <a:cs typeface="Aharoni" panose="02010803020104030203" pitchFamily="2" charset="-79"/>
              </a:rPr>
              <a:t>Mudanças</a:t>
            </a:r>
            <a:r>
              <a:rPr lang="pt-BR" sz="2000" dirty="0">
                <a:solidFill>
                  <a:srgbClr val="C00000"/>
                </a:solidFill>
                <a:cs typeface="Aharoni" panose="02010803020104030203" pitchFamily="2" charset="-79"/>
              </a:rPr>
              <a:t>: controle efetivo sobre o ciclo de vida da </a:t>
            </a:r>
            <a:r>
              <a:rPr lang="pt-BR" sz="2000" b="1" dirty="0">
                <a:solidFill>
                  <a:srgbClr val="C00000"/>
                </a:solidFill>
                <a:cs typeface="Aharoni" panose="02010803020104030203" pitchFamily="2" charset="-79"/>
              </a:rPr>
              <a:t>adição, remoção ou alteração de qualquer coisa que possa causar um efeito em um serviço de TI</a:t>
            </a:r>
            <a:r>
              <a:rPr lang="pt-BR" sz="2000" dirty="0">
                <a:solidFill>
                  <a:srgbClr val="C00000"/>
                </a:solidFill>
                <a:cs typeface="Aharoni" panose="02010803020104030203" pitchFamily="2" charset="-79"/>
              </a:rPr>
              <a:t>, de modo a alinhar os serviços às </a:t>
            </a:r>
            <a:r>
              <a:rPr lang="pt-BR" sz="2000" u="sng" dirty="0">
                <a:solidFill>
                  <a:srgbClr val="C00000"/>
                </a:solidFill>
                <a:cs typeface="Aharoni" panose="02010803020104030203" pitchFamily="2" charset="-79"/>
              </a:rPr>
              <a:t>necessidades do negócio</a:t>
            </a:r>
            <a:r>
              <a:rPr lang="pt-BR" sz="2000" dirty="0">
                <a:solidFill>
                  <a:srgbClr val="C00000"/>
                </a:solidFill>
                <a:cs typeface="Aharoni" panose="02010803020104030203" pitchFamily="2" charset="-79"/>
              </a:rPr>
              <a:t> (ITIL).</a:t>
            </a:r>
          </a:p>
        </p:txBody>
      </p:sp>
    </p:spTree>
    <p:extLst>
      <p:ext uri="{BB962C8B-B14F-4D97-AF65-F5344CB8AC3E}">
        <p14:creationId xmlns:p14="http://schemas.microsoft.com/office/powerpoint/2010/main" val="1404365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sp>
        <p:nvSpPr>
          <p:cNvPr id="11" name="CaixaDeTexto 10"/>
          <p:cNvSpPr txBox="1"/>
          <p:nvPr/>
        </p:nvSpPr>
        <p:spPr>
          <a:xfrm>
            <a:off x="151075" y="257994"/>
            <a:ext cx="6257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Situação Atual</a:t>
            </a:r>
          </a:p>
        </p:txBody>
      </p:sp>
      <p:sp>
        <p:nvSpPr>
          <p:cNvPr id="7" name="Subtítulo 2"/>
          <p:cNvSpPr txBox="1">
            <a:spLocks/>
          </p:cNvSpPr>
          <p:nvPr/>
        </p:nvSpPr>
        <p:spPr>
          <a:xfrm rot="16200000">
            <a:off x="7892242" y="3901320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>
                <a:solidFill>
                  <a:schemeClr val="bg1">
                    <a:lumMod val="95000"/>
                  </a:schemeClr>
                </a:solidFill>
              </a:rPr>
              <a:t>Consultoria Ilimitada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3</a:t>
            </a:fld>
            <a:endParaRPr lang="en-US"/>
          </a:p>
        </p:txBody>
      </p:sp>
      <p:sp>
        <p:nvSpPr>
          <p:cNvPr id="13" name="Seta para Baixo 12"/>
          <p:cNvSpPr/>
          <p:nvPr/>
        </p:nvSpPr>
        <p:spPr>
          <a:xfrm rot="19695576">
            <a:off x="2059007" y="3787319"/>
            <a:ext cx="225396" cy="164293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aphicFrame>
        <p:nvGraphicFramePr>
          <p:cNvPr id="14" name="Diagrama 13"/>
          <p:cNvGraphicFramePr/>
          <p:nvPr>
            <p:extLst>
              <p:ext uri="{D42A27DB-BD31-4B8C-83A1-F6EECF244321}">
                <p14:modId xmlns:p14="http://schemas.microsoft.com/office/powerpoint/2010/main" val="1199481375"/>
              </p:ext>
            </p:extLst>
          </p:nvPr>
        </p:nvGraphicFramePr>
        <p:xfrm>
          <a:off x="1815642" y="3412983"/>
          <a:ext cx="1693025" cy="20125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7" name="CaixaDeTexto 16"/>
          <p:cNvSpPr txBox="1"/>
          <p:nvPr/>
        </p:nvSpPr>
        <p:spPr>
          <a:xfrm>
            <a:off x="833314" y="1168003"/>
            <a:ext cx="17623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2"/>
                </a:solidFill>
              </a:rPr>
              <a:t>Gestão de Demandas</a:t>
            </a:r>
          </a:p>
        </p:txBody>
      </p:sp>
      <p:grpSp>
        <p:nvGrpSpPr>
          <p:cNvPr id="18" name="Agrupar 17"/>
          <p:cNvGrpSpPr/>
          <p:nvPr/>
        </p:nvGrpSpPr>
        <p:grpSpPr>
          <a:xfrm>
            <a:off x="3508667" y="4281820"/>
            <a:ext cx="4851796" cy="635688"/>
            <a:chOff x="3508667" y="4225176"/>
            <a:chExt cx="4851796" cy="635688"/>
          </a:xfrm>
        </p:grpSpPr>
        <p:sp>
          <p:nvSpPr>
            <p:cNvPr id="19" name="Divisa 18"/>
            <p:cNvSpPr/>
            <p:nvPr/>
          </p:nvSpPr>
          <p:spPr>
            <a:xfrm>
              <a:off x="3508667" y="4225300"/>
              <a:ext cx="1212949" cy="224443"/>
            </a:xfrm>
            <a:prstGeom prst="chevron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b="1" dirty="0">
                  <a:solidFill>
                    <a:schemeClr val="accent5">
                      <a:lumMod val="75000"/>
                    </a:schemeClr>
                  </a:solidFill>
                </a:rPr>
                <a:t>Iniciação</a:t>
              </a:r>
            </a:p>
          </p:txBody>
        </p:sp>
        <p:sp>
          <p:nvSpPr>
            <p:cNvPr id="20" name="Divisa 19"/>
            <p:cNvSpPr/>
            <p:nvPr/>
          </p:nvSpPr>
          <p:spPr>
            <a:xfrm>
              <a:off x="4721616" y="4225300"/>
              <a:ext cx="1212949" cy="224443"/>
            </a:xfrm>
            <a:prstGeom prst="chevron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b="1" dirty="0">
                  <a:solidFill>
                    <a:schemeClr val="accent5">
                      <a:lumMod val="75000"/>
                    </a:schemeClr>
                  </a:solidFill>
                </a:rPr>
                <a:t>Planejamento</a:t>
              </a:r>
            </a:p>
          </p:txBody>
        </p:sp>
        <p:sp>
          <p:nvSpPr>
            <p:cNvPr id="21" name="Divisa 20"/>
            <p:cNvSpPr/>
            <p:nvPr/>
          </p:nvSpPr>
          <p:spPr>
            <a:xfrm>
              <a:off x="5934565" y="4225300"/>
              <a:ext cx="1212949" cy="224443"/>
            </a:xfrm>
            <a:prstGeom prst="chevron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b="1" dirty="0">
                  <a:solidFill>
                    <a:schemeClr val="accent5">
                      <a:lumMod val="75000"/>
                    </a:schemeClr>
                  </a:solidFill>
                </a:rPr>
                <a:t>Execução</a:t>
              </a:r>
            </a:p>
          </p:txBody>
        </p:sp>
        <p:sp>
          <p:nvSpPr>
            <p:cNvPr id="22" name="Divisa 21"/>
            <p:cNvSpPr/>
            <p:nvPr/>
          </p:nvSpPr>
          <p:spPr>
            <a:xfrm>
              <a:off x="7147514" y="4225176"/>
              <a:ext cx="1212949" cy="224443"/>
            </a:xfrm>
            <a:prstGeom prst="chevron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b="1" dirty="0">
                  <a:solidFill>
                    <a:schemeClr val="accent5">
                      <a:lumMod val="75000"/>
                    </a:schemeClr>
                  </a:solidFill>
                </a:rPr>
                <a:t>Encerramento</a:t>
              </a:r>
            </a:p>
          </p:txBody>
        </p:sp>
        <p:sp>
          <p:nvSpPr>
            <p:cNvPr id="23" name="CaixaDeTexto 22"/>
            <p:cNvSpPr txBox="1"/>
            <p:nvPr/>
          </p:nvSpPr>
          <p:spPr>
            <a:xfrm>
              <a:off x="5247422" y="4553087"/>
              <a:ext cx="167513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b="1" dirty="0">
                  <a:solidFill>
                    <a:schemeClr val="tx2"/>
                  </a:solidFill>
                </a:rPr>
                <a:t>Gestão de Projetos</a:t>
              </a:r>
            </a:p>
          </p:txBody>
        </p:sp>
      </p:grpSp>
      <p:grpSp>
        <p:nvGrpSpPr>
          <p:cNvPr id="24" name="Agrupar 23"/>
          <p:cNvGrpSpPr/>
          <p:nvPr/>
        </p:nvGrpSpPr>
        <p:grpSpPr>
          <a:xfrm>
            <a:off x="6344468" y="1168005"/>
            <a:ext cx="1927292" cy="3104828"/>
            <a:chOff x="6225745" y="1111361"/>
            <a:chExt cx="1927292" cy="3104828"/>
          </a:xfrm>
        </p:grpSpPr>
        <p:sp>
          <p:nvSpPr>
            <p:cNvPr id="25" name="CaixaDeTexto 24"/>
            <p:cNvSpPr txBox="1"/>
            <p:nvPr/>
          </p:nvSpPr>
          <p:spPr>
            <a:xfrm>
              <a:off x="6225745" y="1111361"/>
              <a:ext cx="192729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b="1" dirty="0">
                  <a:solidFill>
                    <a:schemeClr val="tx2"/>
                  </a:solidFill>
                </a:rPr>
                <a:t>Gestão de Mudanças</a:t>
              </a:r>
            </a:p>
          </p:txBody>
        </p:sp>
        <p:graphicFrame>
          <p:nvGraphicFramePr>
            <p:cNvPr id="26" name="Diagrama 25"/>
            <p:cNvGraphicFramePr/>
            <p:nvPr>
              <p:extLst>
                <p:ext uri="{D42A27DB-BD31-4B8C-83A1-F6EECF244321}">
                  <p14:modId xmlns:p14="http://schemas.microsoft.com/office/powerpoint/2010/main" val="1391695476"/>
                </p:ext>
              </p:extLst>
            </p:nvPr>
          </p:nvGraphicFramePr>
          <p:xfrm>
            <a:off x="6468233" y="1503266"/>
            <a:ext cx="1442317" cy="134995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9" r:lo="rId10" r:qs="rId11" r:cs="rId12"/>
            </a:graphicData>
          </a:graphic>
        </p:graphicFrame>
        <p:sp>
          <p:nvSpPr>
            <p:cNvPr id="27" name="Divisa 26"/>
            <p:cNvSpPr/>
            <p:nvPr/>
          </p:nvSpPr>
          <p:spPr>
            <a:xfrm rot="17864150">
              <a:off x="6277815" y="3497493"/>
              <a:ext cx="1212949" cy="224443"/>
            </a:xfrm>
            <a:prstGeom prst="chevron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b="1" dirty="0">
                  <a:solidFill>
                    <a:schemeClr val="accent5">
                      <a:lumMod val="75000"/>
                    </a:schemeClr>
                  </a:solidFill>
                </a:rPr>
                <a:t>Abre GMUD</a:t>
              </a:r>
            </a:p>
          </p:txBody>
        </p:sp>
      </p:grpSp>
      <p:sp>
        <p:nvSpPr>
          <p:cNvPr id="29" name="Fluxograma: Operação Manual 28"/>
          <p:cNvSpPr/>
          <p:nvPr/>
        </p:nvSpPr>
        <p:spPr>
          <a:xfrm>
            <a:off x="464629" y="4155031"/>
            <a:ext cx="690832" cy="465481"/>
          </a:xfrm>
          <a:prstGeom prst="flowChartManualOperation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bg1"/>
                </a:solidFill>
              </a:rPr>
              <a:t>Não</a:t>
            </a:r>
          </a:p>
        </p:txBody>
      </p:sp>
      <p:grpSp>
        <p:nvGrpSpPr>
          <p:cNvPr id="4" name="Agrupar 3"/>
          <p:cNvGrpSpPr/>
          <p:nvPr/>
        </p:nvGrpSpPr>
        <p:grpSpPr>
          <a:xfrm>
            <a:off x="581883" y="1168005"/>
            <a:ext cx="2263043" cy="2781639"/>
            <a:chOff x="581883" y="1168005"/>
            <a:chExt cx="2263043" cy="2781639"/>
          </a:xfrm>
        </p:grpSpPr>
        <p:graphicFrame>
          <p:nvGraphicFramePr>
            <p:cNvPr id="16" name="Diagrama 15"/>
            <p:cNvGraphicFramePr/>
            <p:nvPr>
              <p:extLst>
                <p:ext uri="{D42A27DB-BD31-4B8C-83A1-F6EECF244321}">
                  <p14:modId xmlns:p14="http://schemas.microsoft.com/office/powerpoint/2010/main" val="4112541409"/>
                </p:ext>
              </p:extLst>
            </p:nvPr>
          </p:nvGraphicFramePr>
          <p:xfrm>
            <a:off x="581883" y="1168005"/>
            <a:ext cx="2263043" cy="2504679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4" r:lo="rId15" r:qs="rId16" r:cs="rId17"/>
            </a:graphicData>
          </a:graphic>
        </p:graphicFrame>
        <p:sp>
          <p:nvSpPr>
            <p:cNvPr id="30" name="Seta para Baixo 29"/>
            <p:cNvSpPr/>
            <p:nvPr/>
          </p:nvSpPr>
          <p:spPr>
            <a:xfrm rot="2039608">
              <a:off x="1086066" y="3785351"/>
              <a:ext cx="225396" cy="164293"/>
            </a:xfrm>
            <a:prstGeom prst="downArrow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chemeClr val="bg1"/>
                </a:solidFill>
              </a:endParaRPr>
            </a:p>
          </p:txBody>
        </p:sp>
      </p:grpSp>
      <p:sp>
        <p:nvSpPr>
          <p:cNvPr id="31" name="Triângulo Retângulo 30"/>
          <p:cNvSpPr/>
          <p:nvPr/>
        </p:nvSpPr>
        <p:spPr>
          <a:xfrm rot="10800000">
            <a:off x="245598" y="634757"/>
            <a:ext cx="8514839" cy="4486235"/>
          </a:xfrm>
          <a:prstGeom prst="rtTriangle">
            <a:avLst/>
          </a:prstGeom>
          <a:solidFill>
            <a:schemeClr val="accent1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3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2" name="Triângulo Retângulo 31"/>
          <p:cNvSpPr/>
          <p:nvPr/>
        </p:nvSpPr>
        <p:spPr>
          <a:xfrm>
            <a:off x="245598" y="616510"/>
            <a:ext cx="8514839" cy="4486235"/>
          </a:xfrm>
          <a:prstGeom prst="rtTriangle">
            <a:avLst/>
          </a:prstGeom>
          <a:solidFill>
            <a:schemeClr val="accent4">
              <a:lumMod val="20000"/>
              <a:lumOff val="80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33" name="Agrupar 32"/>
          <p:cNvGrpSpPr/>
          <p:nvPr/>
        </p:nvGrpSpPr>
        <p:grpSpPr>
          <a:xfrm>
            <a:off x="2813532" y="2417396"/>
            <a:ext cx="3530936" cy="926725"/>
            <a:chOff x="2813532" y="2360752"/>
            <a:chExt cx="3530936" cy="926725"/>
          </a:xfrm>
        </p:grpSpPr>
        <p:sp>
          <p:nvSpPr>
            <p:cNvPr id="34" name="CaixaDeTexto 33"/>
            <p:cNvSpPr txBox="1"/>
            <p:nvPr/>
          </p:nvSpPr>
          <p:spPr>
            <a:xfrm>
              <a:off x="2813532" y="2639448"/>
              <a:ext cx="35309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b="1" dirty="0">
                  <a:solidFill>
                    <a:schemeClr val="accent5">
                      <a:lumMod val="75000"/>
                    </a:schemeClr>
                  </a:solidFill>
                </a:rPr>
                <a:t>PROJETOS            MUDANÇAS</a:t>
              </a:r>
            </a:p>
          </p:txBody>
        </p:sp>
        <p:pic>
          <p:nvPicPr>
            <p:cNvPr id="35" name="Imagem 34"/>
            <p:cNvPicPr>
              <a:picLocks noChangeAspect="1"/>
            </p:cNvPicPr>
            <p:nvPr/>
          </p:nvPicPr>
          <p:blipFill>
            <a:blip r:embed="rId19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271336" y="2360752"/>
              <a:ext cx="463364" cy="9267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92568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4" grpId="0">
        <p:bldAsOne/>
      </p:bldGraphic>
      <p:bldP spid="29" grpId="0" animBg="1"/>
      <p:bldP spid="31" grpId="0" animBg="1"/>
      <p:bldP spid="3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sp>
        <p:nvSpPr>
          <p:cNvPr id="11" name="CaixaDeTexto 10"/>
          <p:cNvSpPr txBox="1"/>
          <p:nvPr/>
        </p:nvSpPr>
        <p:spPr>
          <a:xfrm>
            <a:off x="151075" y="257994"/>
            <a:ext cx="6257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 Transition to Run – T2R</a:t>
            </a:r>
          </a:p>
        </p:txBody>
      </p:sp>
      <p:sp>
        <p:nvSpPr>
          <p:cNvPr id="7" name="Subtítulo 2"/>
          <p:cNvSpPr txBox="1">
            <a:spLocks/>
          </p:cNvSpPr>
          <p:nvPr/>
        </p:nvSpPr>
        <p:spPr>
          <a:xfrm rot="16200000">
            <a:off x="7892242" y="3901320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>
                <a:solidFill>
                  <a:schemeClr val="bg1">
                    <a:lumMod val="95000"/>
                  </a:schemeClr>
                </a:solidFill>
              </a:rPr>
              <a:t>Consultoria Ilimitada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4</a:t>
            </a:fld>
            <a:endParaRPr lang="en-US"/>
          </a:p>
        </p:txBody>
      </p:sp>
      <p:sp>
        <p:nvSpPr>
          <p:cNvPr id="9" name="Subtítulo 2"/>
          <p:cNvSpPr txBox="1">
            <a:spLocks/>
          </p:cNvSpPr>
          <p:nvPr/>
        </p:nvSpPr>
        <p:spPr>
          <a:xfrm>
            <a:off x="331386" y="1015547"/>
            <a:ext cx="8473947" cy="1638591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2000" dirty="0">
                <a:solidFill>
                  <a:schemeClr val="tx1"/>
                </a:solidFill>
                <a:cs typeface="Aharoni" panose="02010803020104030203" pitchFamily="2" charset="-79"/>
              </a:rPr>
              <a:t>Os processos de </a:t>
            </a:r>
            <a:r>
              <a:rPr lang="pt-BR" sz="2000" b="1" dirty="0">
                <a:solidFill>
                  <a:schemeClr val="tx1"/>
                </a:solidFill>
                <a:cs typeface="Aharoni" panose="02010803020104030203" pitchFamily="2" charset="-79"/>
              </a:rPr>
              <a:t>T2R</a:t>
            </a:r>
            <a:r>
              <a:rPr lang="pt-BR" sz="2000" dirty="0">
                <a:solidFill>
                  <a:schemeClr val="tx1"/>
                </a:solidFill>
                <a:cs typeface="Aharoni" panose="02010803020104030203" pitchFamily="2" charset="-79"/>
              </a:rPr>
              <a:t> devem considerar todo o ciclo de vida de uma </a:t>
            </a:r>
            <a:r>
              <a:rPr lang="pt-BR" sz="2000" b="1" dirty="0">
                <a:solidFill>
                  <a:schemeClr val="tx1"/>
                </a:solidFill>
                <a:cs typeface="Aharoni" panose="02010803020104030203" pitchFamily="2" charset="-79"/>
              </a:rPr>
              <a:t>mudança</a:t>
            </a:r>
            <a:r>
              <a:rPr lang="pt-BR" sz="2000" dirty="0">
                <a:solidFill>
                  <a:schemeClr val="tx1"/>
                </a:solidFill>
                <a:cs typeface="Aharoni" panose="02010803020104030203" pitchFamily="2" charset="-79"/>
              </a:rPr>
              <a:t>, desde a </a:t>
            </a:r>
            <a:r>
              <a:rPr lang="pt-BR" sz="2000" b="1" dirty="0">
                <a:solidFill>
                  <a:schemeClr val="tx1"/>
                </a:solidFill>
                <a:cs typeface="Aharoni" panose="02010803020104030203" pitchFamily="2" charset="-79"/>
              </a:rPr>
              <a:t>demanda </a:t>
            </a:r>
            <a:r>
              <a:rPr lang="pt-BR" sz="2000" dirty="0">
                <a:solidFill>
                  <a:schemeClr val="tx1"/>
                </a:solidFill>
                <a:cs typeface="Aharoni" panose="02010803020104030203" pitchFamily="2" charset="-79"/>
              </a:rPr>
              <a:t>por </a:t>
            </a:r>
            <a:r>
              <a:rPr lang="pt-BR" sz="2000" i="1" dirty="0">
                <a:solidFill>
                  <a:schemeClr val="tx1"/>
                </a:solidFill>
                <a:cs typeface="Aharoni" panose="02010803020104030203" pitchFamily="2" charset="-79"/>
              </a:rPr>
              <a:t>serviços novos ou alterados</a:t>
            </a:r>
            <a:r>
              <a:rPr lang="pt-BR" sz="2000" dirty="0">
                <a:solidFill>
                  <a:schemeClr val="tx1"/>
                </a:solidFill>
                <a:cs typeface="Aharoni" panose="02010803020104030203" pitchFamily="2" charset="-79"/>
              </a:rPr>
              <a:t> por parte das unidades de negócio até as atualizações em componentes tecnológicos pelas equipes de TI até sua </a:t>
            </a:r>
            <a:r>
              <a:rPr lang="pt-BR" sz="2000" i="1" dirty="0">
                <a:solidFill>
                  <a:schemeClr val="tx1"/>
                </a:solidFill>
                <a:cs typeface="Aharoni" panose="02010803020104030203" pitchFamily="2" charset="-79"/>
              </a:rPr>
              <a:t>estabilização em ambiente de produção</a:t>
            </a:r>
            <a:r>
              <a:rPr lang="pt-BR" sz="2000" dirty="0">
                <a:solidFill>
                  <a:schemeClr val="tx1"/>
                </a:solidFill>
                <a:cs typeface="Aharoni" panose="02010803020104030203" pitchFamily="2" charset="-79"/>
              </a:rPr>
              <a:t>, utilizando, </a:t>
            </a:r>
            <a:r>
              <a:rPr lang="pt-BR" sz="2000" i="1" dirty="0">
                <a:solidFill>
                  <a:schemeClr val="tx1"/>
                </a:solidFill>
                <a:cs typeface="Aharoni" panose="02010803020104030203" pitchFamily="2" charset="-79"/>
              </a:rPr>
              <a:t>quando necessário ao melhor controle</a:t>
            </a:r>
            <a:r>
              <a:rPr lang="pt-BR" sz="2000" dirty="0">
                <a:solidFill>
                  <a:schemeClr val="tx1"/>
                </a:solidFill>
                <a:cs typeface="Aharoni" panose="02010803020104030203" pitchFamily="2" charset="-79"/>
              </a:rPr>
              <a:t>, habilidades e técnicas de gerenciamento de </a:t>
            </a:r>
            <a:r>
              <a:rPr lang="pt-BR" sz="2000" b="1" dirty="0">
                <a:solidFill>
                  <a:schemeClr val="tx1"/>
                </a:solidFill>
                <a:cs typeface="Aharoni" panose="02010803020104030203" pitchFamily="2" charset="-79"/>
              </a:rPr>
              <a:t>projetos</a:t>
            </a:r>
            <a:r>
              <a:rPr lang="pt-BR" sz="2000" dirty="0">
                <a:solidFill>
                  <a:schemeClr val="tx1"/>
                </a:solidFill>
                <a:cs typeface="Aharoni" panose="02010803020104030203" pitchFamily="2" charset="-79"/>
              </a:rPr>
              <a:t>.</a:t>
            </a:r>
          </a:p>
          <a:p>
            <a:pPr algn="r"/>
            <a:endParaRPr lang="pt-BR" sz="2000" dirty="0">
              <a:solidFill>
                <a:schemeClr val="tx1"/>
              </a:solidFill>
              <a:cs typeface="Aharoni" panose="02010803020104030203" pitchFamily="2" charset="-79"/>
            </a:endParaRPr>
          </a:p>
          <a:p>
            <a:pPr algn="r"/>
            <a:endParaRPr lang="pt-BR" sz="2000" dirty="0">
              <a:solidFill>
                <a:schemeClr val="tx1"/>
              </a:solidFill>
              <a:cs typeface="Aharoni" panose="02010803020104030203" pitchFamily="2" charset="-79"/>
            </a:endParaRPr>
          </a:p>
        </p:txBody>
      </p:sp>
      <p:pic>
        <p:nvPicPr>
          <p:cNvPr id="10" name="Imagem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682" y="3051080"/>
            <a:ext cx="8472651" cy="195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2604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sp>
        <p:nvSpPr>
          <p:cNvPr id="11" name="CaixaDeTexto 10"/>
          <p:cNvSpPr txBox="1"/>
          <p:nvPr/>
        </p:nvSpPr>
        <p:spPr>
          <a:xfrm>
            <a:off x="151075" y="257994"/>
            <a:ext cx="6257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T2R - Visão</a:t>
            </a:r>
          </a:p>
        </p:txBody>
      </p:sp>
      <p:sp>
        <p:nvSpPr>
          <p:cNvPr id="7" name="Subtítulo 2"/>
          <p:cNvSpPr txBox="1">
            <a:spLocks/>
          </p:cNvSpPr>
          <p:nvPr/>
        </p:nvSpPr>
        <p:spPr>
          <a:xfrm rot="16200000">
            <a:off x="7892242" y="3901320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>
                <a:solidFill>
                  <a:schemeClr val="bg1">
                    <a:lumMod val="95000"/>
                  </a:schemeClr>
                </a:solidFill>
              </a:rPr>
              <a:t>Consultoria Ilimitada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5</a:t>
            </a:fld>
            <a:endParaRPr lang="en-US"/>
          </a:p>
        </p:txBody>
      </p:sp>
      <p:sp>
        <p:nvSpPr>
          <p:cNvPr id="13" name="Seta para Baixo 12"/>
          <p:cNvSpPr/>
          <p:nvPr/>
        </p:nvSpPr>
        <p:spPr>
          <a:xfrm rot="19695576">
            <a:off x="1362117" y="3775487"/>
            <a:ext cx="225396" cy="164293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aphicFrame>
        <p:nvGraphicFramePr>
          <p:cNvPr id="14" name="Diagrama 13"/>
          <p:cNvGraphicFramePr/>
          <p:nvPr>
            <p:extLst>
              <p:ext uri="{D42A27DB-BD31-4B8C-83A1-F6EECF244321}">
                <p14:modId xmlns:p14="http://schemas.microsoft.com/office/powerpoint/2010/main" val="2677466656"/>
              </p:ext>
            </p:extLst>
          </p:nvPr>
        </p:nvGraphicFramePr>
        <p:xfrm>
          <a:off x="1280081" y="3387760"/>
          <a:ext cx="1693025" cy="20125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9" name="Fluxograma: Operação Manual 28"/>
          <p:cNvSpPr/>
          <p:nvPr/>
        </p:nvSpPr>
        <p:spPr>
          <a:xfrm>
            <a:off x="84954" y="4161300"/>
            <a:ext cx="690832" cy="465481"/>
          </a:xfrm>
          <a:prstGeom prst="flowChartManualOperation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bg1"/>
                </a:solidFill>
              </a:rPr>
              <a:t>Não</a:t>
            </a:r>
          </a:p>
        </p:txBody>
      </p:sp>
      <p:grpSp>
        <p:nvGrpSpPr>
          <p:cNvPr id="14336" name="Agrupar 14335"/>
          <p:cNvGrpSpPr/>
          <p:nvPr/>
        </p:nvGrpSpPr>
        <p:grpSpPr>
          <a:xfrm>
            <a:off x="-33878" y="1043488"/>
            <a:ext cx="2263043" cy="2894323"/>
            <a:chOff x="-33878" y="1043488"/>
            <a:chExt cx="2263043" cy="2894323"/>
          </a:xfrm>
        </p:grpSpPr>
        <p:sp>
          <p:nvSpPr>
            <p:cNvPr id="17" name="CaixaDeTexto 16"/>
            <p:cNvSpPr txBox="1"/>
            <p:nvPr/>
          </p:nvSpPr>
          <p:spPr>
            <a:xfrm>
              <a:off x="217553" y="1043488"/>
              <a:ext cx="176237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b="1" dirty="0">
                  <a:solidFill>
                    <a:schemeClr val="tx2"/>
                  </a:solidFill>
                </a:rPr>
                <a:t>Gestão de Demandas</a:t>
              </a:r>
            </a:p>
          </p:txBody>
        </p:sp>
        <p:grpSp>
          <p:nvGrpSpPr>
            <p:cNvPr id="56" name="Agrupar 55"/>
            <p:cNvGrpSpPr/>
            <p:nvPr/>
          </p:nvGrpSpPr>
          <p:grpSpPr>
            <a:xfrm>
              <a:off x="-33878" y="1043490"/>
              <a:ext cx="2263043" cy="2894321"/>
              <a:chOff x="-33878" y="1043490"/>
              <a:chExt cx="2263043" cy="2894321"/>
            </a:xfrm>
            <a:noFill/>
          </p:grpSpPr>
          <p:graphicFrame>
            <p:nvGraphicFramePr>
              <p:cNvPr id="16" name="Diagrama 15"/>
              <p:cNvGraphicFramePr/>
              <p:nvPr>
                <p:extLst>
                  <p:ext uri="{D42A27DB-BD31-4B8C-83A1-F6EECF244321}">
                    <p14:modId xmlns:p14="http://schemas.microsoft.com/office/powerpoint/2010/main" val="1411755846"/>
                  </p:ext>
                </p:extLst>
              </p:nvPr>
            </p:nvGraphicFramePr>
            <p:xfrm>
              <a:off x="-33878" y="1043490"/>
              <a:ext cx="2263043" cy="2504679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9" r:lo="rId10" r:qs="rId11" r:cs="rId12"/>
              </a:graphicData>
            </a:graphic>
          </p:graphicFrame>
          <p:sp>
            <p:nvSpPr>
              <p:cNvPr id="30" name="Seta para Baixo 29"/>
              <p:cNvSpPr/>
              <p:nvPr/>
            </p:nvSpPr>
            <p:spPr>
              <a:xfrm rot="2039608">
                <a:off x="487553" y="3773518"/>
                <a:ext cx="225396" cy="164293"/>
              </a:xfrm>
              <a:prstGeom prst="downArrow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</p:grpSp>
      </p:grpSp>
      <p:grpSp>
        <p:nvGrpSpPr>
          <p:cNvPr id="4" name="Agrupar 3"/>
          <p:cNvGrpSpPr/>
          <p:nvPr/>
        </p:nvGrpSpPr>
        <p:grpSpPr>
          <a:xfrm>
            <a:off x="2176371" y="1038833"/>
            <a:ext cx="3087376" cy="2644975"/>
            <a:chOff x="2176371" y="1038833"/>
            <a:chExt cx="3087376" cy="2644975"/>
          </a:xfrm>
        </p:grpSpPr>
        <p:graphicFrame>
          <p:nvGraphicFramePr>
            <p:cNvPr id="26" name="Diagrama 25"/>
            <p:cNvGraphicFramePr/>
            <p:nvPr>
              <p:extLst>
                <p:ext uri="{D42A27DB-BD31-4B8C-83A1-F6EECF244321}">
                  <p14:modId xmlns:p14="http://schemas.microsoft.com/office/powerpoint/2010/main" val="3283252889"/>
                </p:ext>
              </p:extLst>
            </p:nvPr>
          </p:nvGraphicFramePr>
          <p:xfrm>
            <a:off x="2176371" y="2003185"/>
            <a:ext cx="1442317" cy="134995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4" r:lo="rId15" r:qs="rId16" r:cs="rId17"/>
            </a:graphicData>
          </a:graphic>
        </p:graphicFrame>
        <p:sp>
          <p:nvSpPr>
            <p:cNvPr id="36" name="Seta para Baixo 35"/>
            <p:cNvSpPr/>
            <p:nvPr/>
          </p:nvSpPr>
          <p:spPr>
            <a:xfrm rot="12341683">
              <a:off x="2621040" y="3519515"/>
              <a:ext cx="225396" cy="164293"/>
            </a:xfrm>
            <a:prstGeom prst="downArrow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43" name="CaixaDeTexto 42"/>
            <p:cNvSpPr txBox="1"/>
            <p:nvPr/>
          </p:nvSpPr>
          <p:spPr>
            <a:xfrm>
              <a:off x="3225735" y="1038833"/>
              <a:ext cx="20380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b="1" dirty="0">
                  <a:solidFill>
                    <a:schemeClr val="tx2"/>
                  </a:solidFill>
                </a:rPr>
                <a:t>Gestão de Mudanças</a:t>
              </a:r>
            </a:p>
          </p:txBody>
        </p:sp>
      </p:grpSp>
      <p:grpSp>
        <p:nvGrpSpPr>
          <p:cNvPr id="59" name="Agrupar 58"/>
          <p:cNvGrpSpPr/>
          <p:nvPr/>
        </p:nvGrpSpPr>
        <p:grpSpPr>
          <a:xfrm>
            <a:off x="5556884" y="846548"/>
            <a:ext cx="2335535" cy="1151906"/>
            <a:chOff x="6250304" y="884648"/>
            <a:chExt cx="2335535" cy="1151906"/>
          </a:xfrm>
        </p:grpSpPr>
        <p:sp>
          <p:nvSpPr>
            <p:cNvPr id="41" name="CaixaDeTexto 40"/>
            <p:cNvSpPr txBox="1"/>
            <p:nvPr/>
          </p:nvSpPr>
          <p:spPr>
            <a:xfrm>
              <a:off x="6250304" y="1140909"/>
              <a:ext cx="126541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b="1" dirty="0">
                  <a:solidFill>
                    <a:schemeClr val="accent6">
                      <a:lumMod val="75000"/>
                    </a:schemeClr>
                  </a:solidFill>
                </a:rPr>
                <a:t>Mudança Menor</a:t>
              </a:r>
            </a:p>
          </p:txBody>
        </p:sp>
        <p:grpSp>
          <p:nvGrpSpPr>
            <p:cNvPr id="46" name="Agrupar 45"/>
            <p:cNvGrpSpPr/>
            <p:nvPr/>
          </p:nvGrpSpPr>
          <p:grpSpPr>
            <a:xfrm>
              <a:off x="7557040" y="884648"/>
              <a:ext cx="1028799" cy="1151906"/>
              <a:chOff x="7357235" y="928289"/>
              <a:chExt cx="1028799" cy="1151906"/>
            </a:xfrm>
          </p:grpSpPr>
          <p:pic>
            <p:nvPicPr>
              <p:cNvPr id="14344" name="Picture 8" descr="https://cdn3.iconfinder.com/data/icons/seo-accessibility-usability-2-1/256/Flow_Diagram-512.png"/>
              <p:cNvPicPr>
                <a:picLocks noChangeAspect="1" noChangeArrowheads="1"/>
              </p:cNvPicPr>
              <p:nvPr/>
            </p:nvPicPr>
            <p:blipFill>
              <a:blip r:embed="rId19">
                <a:duotone>
                  <a:schemeClr val="accent6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33068" y="928289"/>
                <a:ext cx="877135" cy="87713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1" name="CaixaDeTexto 50"/>
              <p:cNvSpPr txBox="1"/>
              <p:nvPr/>
            </p:nvSpPr>
            <p:spPr>
              <a:xfrm>
                <a:off x="7357235" y="1773813"/>
                <a:ext cx="1028799" cy="3063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b="1" dirty="0">
                    <a:solidFill>
                      <a:schemeClr val="accent6">
                        <a:lumMod val="75000"/>
                      </a:schemeClr>
                    </a:solidFill>
                  </a:rPr>
                  <a:t>Workflow</a:t>
                </a:r>
              </a:p>
            </p:txBody>
          </p:sp>
        </p:grpSp>
      </p:grpSp>
      <p:grpSp>
        <p:nvGrpSpPr>
          <p:cNvPr id="60" name="Agrupar 59"/>
          <p:cNvGrpSpPr/>
          <p:nvPr/>
        </p:nvGrpSpPr>
        <p:grpSpPr>
          <a:xfrm>
            <a:off x="5409272" y="2282489"/>
            <a:ext cx="2490692" cy="1022005"/>
            <a:chOff x="6102692" y="2320589"/>
            <a:chExt cx="2490692" cy="1022005"/>
          </a:xfrm>
        </p:grpSpPr>
        <p:sp>
          <p:nvSpPr>
            <p:cNvPr id="42" name="CaixaDeTexto 41"/>
            <p:cNvSpPr txBox="1"/>
            <p:nvPr/>
          </p:nvSpPr>
          <p:spPr>
            <a:xfrm>
              <a:off x="6102692" y="2539205"/>
              <a:ext cx="158647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b="1" dirty="0">
                  <a:solidFill>
                    <a:schemeClr val="accent4">
                      <a:lumMod val="75000"/>
                    </a:schemeClr>
                  </a:solidFill>
                </a:rPr>
                <a:t>Mudança Significativa</a:t>
              </a:r>
            </a:p>
          </p:txBody>
        </p:sp>
        <p:grpSp>
          <p:nvGrpSpPr>
            <p:cNvPr id="47" name="Agrupar 46"/>
            <p:cNvGrpSpPr/>
            <p:nvPr/>
          </p:nvGrpSpPr>
          <p:grpSpPr>
            <a:xfrm>
              <a:off x="7564585" y="2320589"/>
              <a:ext cx="1028799" cy="1022005"/>
              <a:chOff x="7357235" y="2355115"/>
              <a:chExt cx="1028799" cy="1022005"/>
            </a:xfrm>
          </p:grpSpPr>
          <p:pic>
            <p:nvPicPr>
              <p:cNvPr id="14340" name="Picture 4" descr="http://www.ecoleduparc.fr/A21/images/icones/icon_6219_512px.png"/>
              <p:cNvPicPr>
                <a:picLocks noChangeAspect="1" noChangeArrowheads="1"/>
              </p:cNvPicPr>
              <p:nvPr/>
            </p:nvPicPr>
            <p:blipFill>
              <a:blip r:embed="rId20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33070" y="2355115"/>
                <a:ext cx="877135" cy="87713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3" name="CaixaDeTexto 52"/>
              <p:cNvSpPr txBox="1"/>
              <p:nvPr/>
            </p:nvSpPr>
            <p:spPr>
              <a:xfrm>
                <a:off x="7357235" y="3070738"/>
                <a:ext cx="1028799" cy="3063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b="1" dirty="0">
                    <a:solidFill>
                      <a:schemeClr val="accent4">
                        <a:lumMod val="75000"/>
                      </a:schemeClr>
                    </a:solidFill>
                  </a:rPr>
                  <a:t>Comitê</a:t>
                </a:r>
              </a:p>
            </p:txBody>
          </p:sp>
        </p:grpSp>
      </p:grpSp>
      <p:grpSp>
        <p:nvGrpSpPr>
          <p:cNvPr id="61" name="Agrupar 60"/>
          <p:cNvGrpSpPr/>
          <p:nvPr/>
        </p:nvGrpSpPr>
        <p:grpSpPr>
          <a:xfrm>
            <a:off x="5506135" y="3756711"/>
            <a:ext cx="2827112" cy="1300117"/>
            <a:chOff x="6199555" y="3794811"/>
            <a:chExt cx="2827112" cy="1300117"/>
          </a:xfrm>
        </p:grpSpPr>
        <p:sp>
          <p:nvSpPr>
            <p:cNvPr id="23" name="CaixaDeTexto 22"/>
            <p:cNvSpPr txBox="1"/>
            <p:nvPr/>
          </p:nvSpPr>
          <p:spPr>
            <a:xfrm>
              <a:off x="6199555" y="3996399"/>
              <a:ext cx="137669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b="1" dirty="0">
                  <a:solidFill>
                    <a:srgbClr val="C00000"/>
                  </a:solidFill>
                </a:rPr>
                <a:t>Mudança Maior</a:t>
              </a:r>
            </a:p>
          </p:txBody>
        </p:sp>
        <p:grpSp>
          <p:nvGrpSpPr>
            <p:cNvPr id="48" name="Agrupar 47"/>
            <p:cNvGrpSpPr/>
            <p:nvPr/>
          </p:nvGrpSpPr>
          <p:grpSpPr>
            <a:xfrm>
              <a:off x="7131301" y="3794811"/>
              <a:ext cx="1895366" cy="1300117"/>
              <a:chOff x="7016219" y="3737300"/>
              <a:chExt cx="1895366" cy="1300117"/>
            </a:xfrm>
          </p:grpSpPr>
          <p:pic>
            <p:nvPicPr>
              <p:cNvPr id="14346" name="Picture 10" descr="https://upload.wikimedia.org/wikipedia/commons/thumb/a/a3/HEB_project_flow_icon_02_charts_and_calendar.svg/1024px-HEB_project_flow_icon_02_charts_and_calendar.svg.png"/>
              <p:cNvPicPr>
                <a:picLocks noChangeAspect="1" noChangeArrowheads="1"/>
              </p:cNvPicPr>
              <p:nvPr/>
            </p:nvPicPr>
            <p:blipFill>
              <a:blip r:embed="rId21"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68782" y="3737300"/>
                <a:ext cx="990240" cy="99024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5" name="CaixaDeTexto 54"/>
              <p:cNvSpPr txBox="1"/>
              <p:nvPr/>
            </p:nvSpPr>
            <p:spPr>
              <a:xfrm>
                <a:off x="7016219" y="4698863"/>
                <a:ext cx="189536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600" b="1" dirty="0">
                    <a:solidFill>
                      <a:srgbClr val="C00000"/>
                    </a:solidFill>
                  </a:rPr>
                  <a:t>Gestão de Projetos</a:t>
                </a:r>
              </a:p>
            </p:txBody>
          </p:sp>
        </p:grpSp>
      </p:grpSp>
      <p:grpSp>
        <p:nvGrpSpPr>
          <p:cNvPr id="58" name="Agrupar 57"/>
          <p:cNvGrpSpPr/>
          <p:nvPr/>
        </p:nvGrpSpPr>
        <p:grpSpPr>
          <a:xfrm>
            <a:off x="4865706" y="1287776"/>
            <a:ext cx="613659" cy="3091011"/>
            <a:chOff x="5559126" y="1325876"/>
            <a:chExt cx="613659" cy="3091011"/>
          </a:xfrm>
        </p:grpSpPr>
        <p:sp>
          <p:nvSpPr>
            <p:cNvPr id="5" name="Seta Dobrada 4"/>
            <p:cNvSpPr/>
            <p:nvPr/>
          </p:nvSpPr>
          <p:spPr>
            <a:xfrm>
              <a:off x="5559126" y="1325876"/>
              <a:ext cx="537826" cy="883998"/>
            </a:xfrm>
            <a:prstGeom prst="bentArrow">
              <a:avLst>
                <a:gd name="adj1" fmla="val 25000"/>
                <a:gd name="adj2" fmla="val 20321"/>
                <a:gd name="adj3" fmla="val 25000"/>
                <a:gd name="adj4" fmla="val 48429"/>
              </a:avLst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8" name="Seta Dobrada 37"/>
            <p:cNvSpPr/>
            <p:nvPr/>
          </p:nvSpPr>
          <p:spPr>
            <a:xfrm flipV="1">
              <a:off x="5559126" y="3514822"/>
              <a:ext cx="537826" cy="902065"/>
            </a:xfrm>
            <a:prstGeom prst="bentArrow">
              <a:avLst>
                <a:gd name="adj1" fmla="val 25000"/>
                <a:gd name="adj2" fmla="val 20321"/>
                <a:gd name="adj3" fmla="val 25000"/>
                <a:gd name="adj4" fmla="val 48429"/>
              </a:avLst>
            </a:prstGeom>
            <a:solidFill>
              <a:srgbClr val="C00000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2" name="Seta para a Direita 51"/>
            <p:cNvSpPr/>
            <p:nvPr/>
          </p:nvSpPr>
          <p:spPr>
            <a:xfrm>
              <a:off x="5559126" y="2709031"/>
              <a:ext cx="613659" cy="267305"/>
            </a:xfrm>
            <a:prstGeom prst="rightArrow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54" name="Retângulo Arredondado 53"/>
          <p:cNvSpPr/>
          <p:nvPr/>
        </p:nvSpPr>
        <p:spPr>
          <a:xfrm>
            <a:off x="3734663" y="2528603"/>
            <a:ext cx="1015068" cy="557277"/>
          </a:xfrm>
          <a:prstGeom prst="round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>
                <a:solidFill>
                  <a:schemeClr val="bg1"/>
                </a:solidFill>
              </a:rPr>
              <a:t>CRITÉRIOS OBJETVOS</a:t>
            </a:r>
          </a:p>
        </p:txBody>
      </p:sp>
      <p:grpSp>
        <p:nvGrpSpPr>
          <p:cNvPr id="3" name="Agrupar 2"/>
          <p:cNvGrpSpPr/>
          <p:nvPr/>
        </p:nvGrpSpPr>
        <p:grpSpPr>
          <a:xfrm>
            <a:off x="7957925" y="846548"/>
            <a:ext cx="792754" cy="4132622"/>
            <a:chOff x="7957925" y="846548"/>
            <a:chExt cx="792754" cy="4132622"/>
          </a:xfrm>
        </p:grpSpPr>
        <p:sp>
          <p:nvSpPr>
            <p:cNvPr id="39" name="Retângulo Arredondado 38"/>
            <p:cNvSpPr/>
            <p:nvPr/>
          </p:nvSpPr>
          <p:spPr>
            <a:xfrm>
              <a:off x="8362123" y="846548"/>
              <a:ext cx="388556" cy="4132622"/>
            </a:xfrm>
            <a:prstGeom prst="round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pt-BR" sz="12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REVISÃO PÓS-IMPLEMENTAÇÃO</a:t>
              </a:r>
            </a:p>
          </p:txBody>
        </p:sp>
        <p:sp>
          <p:nvSpPr>
            <p:cNvPr id="44" name="Seta para Baixo 43"/>
            <p:cNvSpPr/>
            <p:nvPr/>
          </p:nvSpPr>
          <p:spPr>
            <a:xfrm rot="17535232">
              <a:off x="7927374" y="1819709"/>
              <a:ext cx="225396" cy="164293"/>
            </a:xfrm>
            <a:prstGeom prst="downArrow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45" name="Seta para Baixo 44"/>
            <p:cNvSpPr/>
            <p:nvPr/>
          </p:nvSpPr>
          <p:spPr>
            <a:xfrm rot="13912365">
              <a:off x="7927374" y="3726888"/>
              <a:ext cx="225396" cy="164293"/>
            </a:xfrm>
            <a:prstGeom prst="downArrow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49" name="Seta para Baixo 48"/>
            <p:cNvSpPr/>
            <p:nvPr/>
          </p:nvSpPr>
          <p:spPr>
            <a:xfrm rot="16200000">
              <a:off x="7945574" y="2790807"/>
              <a:ext cx="225396" cy="164293"/>
            </a:xfrm>
            <a:prstGeom prst="downArrow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</p:spTree>
    <p:extLst>
      <p:ext uri="{BB962C8B-B14F-4D97-AF65-F5344CB8AC3E}">
        <p14:creationId xmlns:p14="http://schemas.microsoft.com/office/powerpoint/2010/main" val="3744050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4" grpId="0">
        <p:bldAsOne/>
      </p:bldGraphic>
      <p:bldP spid="29" grpId="0" animBg="1"/>
      <p:bldP spid="5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sp>
        <p:nvSpPr>
          <p:cNvPr id="11" name="CaixaDeTexto 10"/>
          <p:cNvSpPr txBox="1"/>
          <p:nvPr/>
        </p:nvSpPr>
        <p:spPr>
          <a:xfrm>
            <a:off x="151075" y="257994"/>
            <a:ext cx="6257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sz="2400" dirty="0">
                <a:solidFill>
                  <a:prstClr val="black">
                    <a:lumMod val="65000"/>
                    <a:lumOff val="35000"/>
                  </a:prstClr>
                </a:solidFill>
              </a:rPr>
              <a:t>Obrigado!</a:t>
            </a:r>
          </a:p>
        </p:txBody>
      </p:sp>
      <p:sp>
        <p:nvSpPr>
          <p:cNvPr id="9" name="Subtítulo 2"/>
          <p:cNvSpPr txBox="1">
            <a:spLocks/>
          </p:cNvSpPr>
          <p:nvPr/>
        </p:nvSpPr>
        <p:spPr>
          <a:xfrm rot="16200000">
            <a:off x="7892242" y="3901320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>
                <a:solidFill>
                  <a:schemeClr val="bg1">
                    <a:lumMod val="95000"/>
                  </a:schemeClr>
                </a:solidFill>
              </a:rPr>
              <a:t>Consultoria Ilimitada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987464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7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0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13489</TotalTime>
  <Words>299</Words>
  <Application>Microsoft Office PowerPoint</Application>
  <PresentationFormat>Personalizar</PresentationFormat>
  <Paragraphs>67</Paragraphs>
  <Slides>6</Slides>
  <Notes>6</Notes>
  <HiddenSlides>0</HiddenSlides>
  <MMClips>0</MMClips>
  <ScaleCrop>false</ScaleCrop>
  <HeadingPairs>
    <vt:vector size="8" baseType="variant">
      <vt:variant>
        <vt:lpstr>Fontes usadas</vt:lpstr>
      </vt:variant>
      <vt:variant>
        <vt:i4>5</vt:i4>
      </vt:variant>
      <vt:variant>
        <vt:lpstr>Tema</vt:lpstr>
      </vt:variant>
      <vt:variant>
        <vt:i4>4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6" baseType="lpstr">
      <vt:lpstr>Aharoni</vt:lpstr>
      <vt:lpstr>Arial</vt:lpstr>
      <vt:lpstr>Calibri</vt:lpstr>
      <vt:lpstr>Calibri Light</vt:lpstr>
      <vt:lpstr>Wingdings</vt:lpstr>
      <vt:lpstr>Tema do Office</vt:lpstr>
      <vt:lpstr>5_Tema do Office</vt:lpstr>
      <vt:lpstr>7_Tema do Office</vt:lpstr>
      <vt:lpstr>10_Tema do Office</vt:lpstr>
      <vt:lpstr>Slide do think-cell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Adolpho Chacon;Daniel Donaire - Revisor</dc:creator>
  <cp:lastModifiedBy>Adolpho Chacon</cp:lastModifiedBy>
  <cp:revision>825</cp:revision>
  <dcterms:created xsi:type="dcterms:W3CDTF">2015-08-20T14:57:26Z</dcterms:created>
  <dcterms:modified xsi:type="dcterms:W3CDTF">2016-03-15T11:15:53Z</dcterms:modified>
</cp:coreProperties>
</file>