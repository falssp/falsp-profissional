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14400213" cy="10799763"/>
  <p:notesSz cx="6858000" cy="9144000"/>
  <p:defaultTextStyle>
    <a:defPPr>
      <a:defRPr lang="pt-BR"/>
    </a:defPPr>
    <a:lvl1pPr marL="0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1pPr>
    <a:lvl2pPr marL="556870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2pPr>
    <a:lvl3pPr marL="1113739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3pPr>
    <a:lvl4pPr marL="1670609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4pPr>
    <a:lvl5pPr marL="2227478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5pPr>
    <a:lvl6pPr marL="2784348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6pPr>
    <a:lvl7pPr marL="3341218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7pPr>
    <a:lvl8pPr marL="3898087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8pPr>
    <a:lvl9pPr marL="4454957" algn="l" defTabSz="1113739" rtl="0" eaLnBrk="1" latinLnBrk="0" hangingPunct="1">
      <a:defRPr sz="21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13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317F4-1F8A-4CD3-AD73-32F894D9337B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87258-0D18-499E-AD35-3793646CC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742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1pPr>
    <a:lvl2pPr marL="556870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2pPr>
    <a:lvl3pPr marL="1113739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3pPr>
    <a:lvl4pPr marL="1670609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4pPr>
    <a:lvl5pPr marL="2227478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5pPr>
    <a:lvl6pPr marL="2784348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6pPr>
    <a:lvl7pPr marL="3341218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7pPr>
    <a:lvl8pPr marL="3898087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8pPr>
    <a:lvl9pPr marL="4454957" algn="l" defTabSz="1113739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034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280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804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963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109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93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22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394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68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18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52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17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34698-9C4E-47B1-AB54-AF47E237A146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4D7E8-821B-42C7-AF17-FF9F4B4E99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65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3826024" y="1568581"/>
            <a:ext cx="184731" cy="46134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398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13091285" y="9762447"/>
            <a:ext cx="1272612" cy="1017651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605" y="5915364"/>
            <a:ext cx="502230" cy="3573556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526" y="3113"/>
            <a:ext cx="1047633" cy="1031390"/>
          </a:xfrm>
          <a:prstGeom prst="rect">
            <a:avLst/>
          </a:prstGeom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4389" y="345084"/>
            <a:ext cx="2159216" cy="522611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667257" y="159809"/>
            <a:ext cx="968513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Projeto T2R - </a:t>
            </a:r>
            <a:r>
              <a:rPr lang="pt-BR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Arial" pitchFamily="34" charset="0"/>
              </a:rPr>
              <a:t>Transição de Serviços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66250" y="1024390"/>
            <a:ext cx="14059097" cy="481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Prezados Colaboradores(as)!</a:t>
            </a:r>
          </a:p>
          <a:p>
            <a:r>
              <a:rPr lang="pt-BR" dirty="0"/>
              <a:t> </a:t>
            </a:r>
          </a:p>
          <a:p>
            <a:pPr algn="just"/>
            <a:r>
              <a:rPr lang="pt-BR" dirty="0"/>
              <a:t>Um novo controle será utilizado inicialmente nas Requisições de Mudanças </a:t>
            </a:r>
            <a:r>
              <a:rPr lang="pt-BR" b="1" dirty="0"/>
              <a:t>Planejadas</a:t>
            </a:r>
            <a:r>
              <a:rPr lang="pt-BR" dirty="0"/>
              <a:t>, com objetivo de identificar e gerenciar todos os </a:t>
            </a:r>
            <a:r>
              <a:rPr lang="pt-BR" b="1" dirty="0"/>
              <a:t>requisitos mandatórios </a:t>
            </a:r>
            <a:r>
              <a:rPr lang="pt-BR" dirty="0"/>
              <a:t>no planejamento da GMUD, mitigando a possibilidade de pendências em mudanças, que causem </a:t>
            </a:r>
            <a:r>
              <a:rPr lang="pt-BR" b="1" dirty="0"/>
              <a:t>impacto</a:t>
            </a:r>
            <a:r>
              <a:rPr lang="pt-BR" dirty="0"/>
              <a:t> na implantação em ambiente de produção e, especialmente, na gestão dos serviços.</a:t>
            </a:r>
          </a:p>
          <a:p>
            <a:pPr algn="just"/>
            <a:r>
              <a:rPr lang="pt-BR" dirty="0"/>
              <a:t>	</a:t>
            </a:r>
          </a:p>
          <a:p>
            <a:pPr algn="just"/>
            <a:r>
              <a:rPr lang="pt-BR" dirty="0"/>
              <a:t>Os grupos responsáveis pelos requisitos serão inseridos no plano de comunicação. Este controle será verificado durante a </a:t>
            </a:r>
            <a:r>
              <a:rPr lang="pt-BR" b="1" dirty="0"/>
              <a:t>revisão pós-implementação da mudança </a:t>
            </a:r>
            <a:r>
              <a:rPr lang="pt-BR" dirty="0"/>
              <a:t>e gerenciado até que </a:t>
            </a:r>
            <a:r>
              <a:rPr lang="pt-BR" b="1" dirty="0"/>
              <a:t>todos os requisitos pendentes estejam implementados</a:t>
            </a:r>
            <a:r>
              <a:rPr lang="pt-BR" dirty="0"/>
              <a:t>. </a:t>
            </a:r>
          </a:p>
          <a:p>
            <a:pPr algn="just"/>
            <a:r>
              <a:rPr lang="pt-BR" dirty="0"/>
              <a:t>(</a:t>
            </a:r>
            <a:r>
              <a:rPr lang="pt-BR" dirty="0" err="1"/>
              <a:t>Obs</a:t>
            </a:r>
            <a:r>
              <a:rPr lang="pt-BR" dirty="0"/>
              <a:t>: Somente os controles necessários para cada </a:t>
            </a:r>
            <a:r>
              <a:rPr lang="pt-BR" dirty="0" err="1"/>
              <a:t>Gmud</a:t>
            </a:r>
            <a:r>
              <a:rPr lang="pt-BR" dirty="0"/>
              <a:t> serão considerados, uma frase “Não se Aplica” será inserida em observações para os controles desnecessários).</a:t>
            </a:r>
          </a:p>
          <a:p>
            <a:pPr algn="just"/>
            <a:r>
              <a:rPr lang="pt-BR" dirty="0"/>
              <a:t> </a:t>
            </a:r>
          </a:p>
          <a:p>
            <a:pPr algn="just"/>
            <a:r>
              <a:rPr lang="pt-BR" b="1" dirty="0"/>
              <a:t>Responsabilidades:</a:t>
            </a:r>
          </a:p>
          <a:p>
            <a:pPr algn="just"/>
            <a:r>
              <a:rPr lang="pt-BR" b="1" dirty="0">
                <a:solidFill>
                  <a:srgbClr val="FF0000"/>
                </a:solidFill>
              </a:rPr>
              <a:t>Planejador, Gerente CSC e Gerente CSE: </a:t>
            </a:r>
            <a:r>
              <a:rPr lang="pt-BR" dirty="0"/>
              <a:t>Identificar e documentar os requisitos </a:t>
            </a:r>
            <a:r>
              <a:rPr lang="pt-BR" u="sng" dirty="0"/>
              <a:t>antes do planejamento</a:t>
            </a:r>
            <a:r>
              <a:rPr lang="pt-BR" dirty="0"/>
              <a:t>.</a:t>
            </a:r>
          </a:p>
          <a:p>
            <a:pPr algn="just"/>
            <a:r>
              <a:rPr lang="pt-BR" b="1" dirty="0">
                <a:solidFill>
                  <a:srgbClr val="FF0000"/>
                </a:solidFill>
              </a:rPr>
              <a:t>Executor e Gestor de Mudanças: </a:t>
            </a:r>
            <a:r>
              <a:rPr lang="pt-BR" dirty="0"/>
              <a:t>Verificar requisitos após a implantação da Mudança e acompanhar até sua realização.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949" y="6001687"/>
            <a:ext cx="13687656" cy="41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8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</TotalTime>
  <Words>64</Words>
  <Application>Microsoft Office PowerPoint</Application>
  <PresentationFormat>Personalizar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</dc:creator>
  <cp:lastModifiedBy>Chacon</cp:lastModifiedBy>
  <cp:revision>12</cp:revision>
  <dcterms:created xsi:type="dcterms:W3CDTF">2016-06-28T18:16:21Z</dcterms:created>
  <dcterms:modified xsi:type="dcterms:W3CDTF">2016-07-26T18:08:51Z</dcterms:modified>
</cp:coreProperties>
</file>