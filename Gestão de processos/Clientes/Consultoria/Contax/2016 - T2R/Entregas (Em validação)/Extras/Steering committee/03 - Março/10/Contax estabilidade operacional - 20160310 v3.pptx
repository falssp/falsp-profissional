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16"/>
  </p:notesMasterIdLst>
  <p:sldIdLst>
    <p:sldId id="262" r:id="rId5"/>
    <p:sldId id="265" r:id="rId6"/>
    <p:sldId id="554" r:id="rId7"/>
    <p:sldId id="555" r:id="rId8"/>
    <p:sldId id="557" r:id="rId9"/>
    <p:sldId id="558" r:id="rId10"/>
    <p:sldId id="559" r:id="rId11"/>
    <p:sldId id="493" r:id="rId12"/>
    <p:sldId id="494" r:id="rId13"/>
    <p:sldId id="538" r:id="rId14"/>
    <p:sldId id="411" r:id="rId15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3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" initials="a" lastIdx="1" clrIdx="0">
    <p:extLst>
      <p:ext uri="{19B8F6BF-5375-455C-9EA6-DF929625EA0E}">
        <p15:presenceInfo xmlns:p15="http://schemas.microsoft.com/office/powerpoint/2012/main" userId="adm" providerId="None"/>
      </p:ext>
    </p:extLst>
  </p:cmAuthor>
  <p:cmAuthor id="2" name="Luis Marcal" initials="LM" lastIdx="0" clrIdx="1">
    <p:extLst>
      <p:ext uri="{19B8F6BF-5375-455C-9EA6-DF929625EA0E}">
        <p15:presenceInfo xmlns:p15="http://schemas.microsoft.com/office/powerpoint/2012/main" userId="Luis Marc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3" autoAdjust="0"/>
    <p:restoredTop sz="91785" autoAdjust="0"/>
  </p:normalViewPr>
  <p:slideViewPr>
    <p:cSldViewPr snapToGrid="0" snapToObjects="1">
      <p:cViewPr varScale="1">
        <p:scale>
          <a:sx n="87" d="100"/>
          <a:sy n="87" d="100"/>
        </p:scale>
        <p:origin x="204" y="90"/>
      </p:cViewPr>
      <p:guideLst>
        <p:guide orient="horz" pos="2483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Felipe\Desktop\Comparativo%20AI%202.xlsm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500" b="1" dirty="0"/>
              <a:t>Volume</a:t>
            </a:r>
            <a:r>
              <a:rPr lang="pt-BR" sz="1500" b="1" baseline="0" dirty="0"/>
              <a:t> de </a:t>
            </a:r>
            <a:r>
              <a:rPr lang="pt-BR" sz="1500" b="1" dirty="0"/>
              <a:t>Incidentes Alto Impacto</a:t>
            </a:r>
          </a:p>
        </c:rich>
      </c:tx>
      <c:layout>
        <c:manualLayout>
          <c:xMode val="edge"/>
          <c:yMode val="edge"/>
          <c:x val="0.13204545348244393"/>
          <c:y val="1.13419541115253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5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2.4382486517836682E-2"/>
          <c:y val="0.21105009973328545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c:spPr>
          <c:invertIfNegative val="0"/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>
              <c:ext xmlns:c16="http://schemas.microsoft.com/office/drawing/2014/chart" uri="{C3380CC4-5D6E-409C-BE32-E72D297353CC}">
                <c16:uniqueId val="{00000001-3AF3-47B6-B362-8D75B94687B9}"/>
              </c:ext>
            </c:extLst>
          </c:dPt>
          <c:dPt>
            <c:idx val="4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>
              <c:ext xmlns:c16="http://schemas.microsoft.com/office/drawing/2014/chart" uri="{C3380CC4-5D6E-409C-BE32-E72D297353CC}">
                <c16:uniqueId val="{00000003-3AF3-47B6-B362-8D75B94687B9}"/>
              </c:ext>
            </c:extLst>
          </c:dPt>
          <c:dPt>
            <c:idx val="5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>
              <c:ext xmlns:c16="http://schemas.microsoft.com/office/drawing/2014/chart" uri="{C3380CC4-5D6E-409C-BE32-E72D297353CC}">
                <c16:uniqueId val="{00000005-A342-4057-BDFD-D4272EDC6324}"/>
              </c:ext>
            </c:extLst>
          </c:dPt>
          <c:dLbls>
            <c:dLbl>
              <c:idx val="0"/>
              <c:layout>
                <c:manualLayout>
                  <c:x val="2.9700515900299811E-3"/>
                  <c:y val="-0.2778778757323709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342-4057-BDFD-D4272EDC6324}"/>
                </c:ext>
              </c:extLst>
            </c:dLbl>
            <c:dLbl>
              <c:idx val="1"/>
              <c:layout>
                <c:manualLayout>
                  <c:x val="5.9401031800599621E-3"/>
                  <c:y val="-0.124761495226778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342-4057-BDFD-D4272EDC6324}"/>
                </c:ext>
              </c:extLst>
            </c:dLbl>
            <c:dLbl>
              <c:idx val="2"/>
              <c:layout>
                <c:manualLayout>
                  <c:x val="-5.9401031800599075E-3"/>
                  <c:y val="-0.1361034493383042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342-4057-BDFD-D4272EDC6324}"/>
                </c:ext>
              </c:extLst>
            </c:dLbl>
            <c:dLbl>
              <c:idx val="3"/>
              <c:layout>
                <c:manualLayout>
                  <c:x val="-8.9101547700900525E-3"/>
                  <c:y val="-0.1417744263940668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AF3-47B6-B362-8D75B94687B9}"/>
                </c:ext>
              </c:extLst>
            </c:dLbl>
            <c:dLbl>
              <c:idx val="4"/>
              <c:layout>
                <c:manualLayout>
                  <c:x val="2.9700515900298722E-3"/>
                  <c:y val="-0.1474454034498294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AF3-47B6-B362-8D75B94687B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Plan1!$A$2:$A$6</c:f>
              <c:strCache>
                <c:ptCount val="5"/>
                <c:pt idx="0">
                  <c:v>Ago</c:v>
                </c:pt>
                <c:pt idx="1">
                  <c:v>Dez</c:v>
                </c:pt>
                <c:pt idx="2">
                  <c:v>Jan</c:v>
                </c:pt>
                <c:pt idx="3">
                  <c:v>Fev</c:v>
                </c:pt>
                <c:pt idx="4">
                  <c:v>Mar</c:v>
                </c:pt>
              </c:strCache>
            </c:strRef>
          </c:cat>
          <c:val>
            <c:numRef>
              <c:f>Plan1!$B$2:$B$6</c:f>
              <c:numCache>
                <c:formatCode>#,##0</c:formatCode>
                <c:ptCount val="5"/>
                <c:pt idx="0">
                  <c:v>1494</c:v>
                </c:pt>
                <c:pt idx="1">
                  <c:v>294</c:v>
                </c:pt>
                <c:pt idx="2">
                  <c:v>210</c:v>
                </c:pt>
                <c:pt idx="3">
                  <c:v>204</c:v>
                </c:pt>
                <c:pt idx="4">
                  <c:v>114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246801416"/>
        <c:axId val="246801808"/>
      </c:barChart>
      <c:catAx>
        <c:axId val="246801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46801808"/>
        <c:crosses val="autoZero"/>
        <c:auto val="1"/>
        <c:lblAlgn val="ctr"/>
        <c:lblOffset val="100"/>
        <c:noMultiLvlLbl val="0"/>
      </c:catAx>
      <c:valAx>
        <c:axId val="246801808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24680141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500" b="1" dirty="0"/>
              <a:t>Média diária de Incidentes Alto Impacto</a:t>
            </a:r>
          </a:p>
        </c:rich>
      </c:tx>
      <c:layout>
        <c:manualLayout>
          <c:xMode val="edge"/>
          <c:yMode val="edge"/>
          <c:x val="0.158505000007058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5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2.7352474322057077E-2"/>
          <c:y val="0.19970809412273891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1-852E-40EC-BB07-F4FF4F71836A}"/>
              </c:ext>
            </c:extLst>
          </c:dPt>
          <c:dPt>
            <c:idx val="4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3-852E-40EC-BB07-F4FF4F71836A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5-1336-4DE1-AAF2-45A9A199F5C6}"/>
              </c:ext>
            </c:extLst>
          </c:dPt>
          <c:dLbls>
            <c:dLbl>
              <c:idx val="0"/>
              <c:layout>
                <c:manualLayout>
                  <c:x val="2.9880988961915622E-3"/>
                  <c:y val="-0.3072155333334229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159536247051311"/>
                      <c:h val="0.119472707407442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1336-4DE1-AAF2-45A9A199F5C6}"/>
                </c:ext>
              </c:extLst>
            </c:dLbl>
            <c:dLbl>
              <c:idx val="1"/>
              <c:layout>
                <c:manualLayout>
                  <c:x val="0"/>
                  <c:y val="-0.1479185901234999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336-4DE1-AAF2-45A9A199F5C6}"/>
                </c:ext>
              </c:extLst>
            </c:dLbl>
            <c:dLbl>
              <c:idx val="2"/>
              <c:layout>
                <c:manualLayout>
                  <c:x val="0"/>
                  <c:y val="-0.1365402370370768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336-4DE1-AAF2-45A9A199F5C6}"/>
                </c:ext>
              </c:extLst>
            </c:dLbl>
            <c:dLbl>
              <c:idx val="3"/>
              <c:layout>
                <c:manualLayout>
                  <c:x val="0"/>
                  <c:y val="-0.1251618839506537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52E-40EC-BB07-F4FF4F71836A}"/>
                </c:ext>
              </c:extLst>
            </c:dLbl>
            <c:dLbl>
              <c:idx val="4"/>
              <c:layout>
                <c:manualLayout>
                  <c:x val="-5.9761977923831243E-3"/>
                  <c:y val="-0.11947270740744224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6,25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52E-40EC-BB07-F4FF4F71836A}"/>
                </c:ext>
              </c:extLst>
            </c:dLbl>
            <c:dLbl>
              <c:idx val="5"/>
              <c:layout>
                <c:manualLayout>
                  <c:x val="2.9880988961914524E-3"/>
                  <c:y val="-9.671600123459621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336-4DE1-AAF2-45A9A199F5C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Plan1!$A$2:$A$6</c:f>
              <c:strCache>
                <c:ptCount val="5"/>
                <c:pt idx="0">
                  <c:v>Ago</c:v>
                </c:pt>
                <c:pt idx="1">
                  <c:v>Dez</c:v>
                </c:pt>
                <c:pt idx="2">
                  <c:v>Jan</c:v>
                </c:pt>
                <c:pt idx="3">
                  <c:v>Fev</c:v>
                </c:pt>
                <c:pt idx="4">
                  <c:v>Mar</c:v>
                </c:pt>
              </c:strCache>
            </c:strRef>
          </c:cat>
          <c:val>
            <c:numRef>
              <c:f>Plan1!$B$2:$B$6</c:f>
              <c:numCache>
                <c:formatCode>#,##0.00</c:formatCode>
                <c:ptCount val="5"/>
                <c:pt idx="0">
                  <c:v>48.19</c:v>
                </c:pt>
                <c:pt idx="1">
                  <c:v>9.48</c:v>
                </c:pt>
                <c:pt idx="2">
                  <c:v>6.77</c:v>
                </c:pt>
                <c:pt idx="3">
                  <c:v>7.03</c:v>
                </c:pt>
                <c:pt idx="4">
                  <c:v>6.25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52E-40EC-BB07-F4FF4F71836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246802592"/>
        <c:axId val="246802984"/>
      </c:barChart>
      <c:catAx>
        <c:axId val="246802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46802984"/>
        <c:crosses val="autoZero"/>
        <c:auto val="1"/>
        <c:lblAlgn val="ctr"/>
        <c:lblOffset val="100"/>
        <c:noMultiLvlLbl val="0"/>
      </c:catAx>
      <c:valAx>
        <c:axId val="246802984"/>
        <c:scaling>
          <c:orientation val="minMax"/>
        </c:scaling>
        <c:delete val="1"/>
        <c:axPos val="l"/>
        <c:numFmt formatCode="#,##0.00" sourceLinked="1"/>
        <c:majorTickMark val="none"/>
        <c:minorTickMark val="none"/>
        <c:tickLblPos val="nextTo"/>
        <c:crossAx val="24680259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382486517836682E-2"/>
          <c:y val="0.21105009973328545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c:spPr>
          <c:invertIfNegative val="0"/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>
              <c:ext xmlns:c16="http://schemas.microsoft.com/office/drawing/2014/chart" uri="{C3380CC4-5D6E-409C-BE32-E72D297353CC}">
                <c16:uniqueId val="{00000001-3AF3-47B6-B362-8D75B94687B9}"/>
              </c:ext>
            </c:extLst>
          </c:dPt>
          <c:dPt>
            <c:idx val="4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>
              <c:ext xmlns:c16="http://schemas.microsoft.com/office/drawing/2014/chart" uri="{C3380CC4-5D6E-409C-BE32-E72D297353CC}">
                <c16:uniqueId val="{00000003-3AF3-47B6-B362-8D75B94687B9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>
              <c:ext xmlns:c16="http://schemas.microsoft.com/office/drawing/2014/chart" uri="{C3380CC4-5D6E-409C-BE32-E72D297353CC}">
                <c16:uniqueId val="{00000005-B343-4B87-A407-FBF943380C67}"/>
              </c:ext>
            </c:extLst>
          </c:dPt>
          <c:dLbls>
            <c:dLbl>
              <c:idx val="0"/>
              <c:layout>
                <c:manualLayout>
                  <c:x val="-5.9400113486707184E-3"/>
                  <c:y val="-0.2986728170429673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343-4B87-A407-FBF943380C67}"/>
                </c:ext>
              </c:extLst>
            </c:dLbl>
            <c:dLbl>
              <c:idx val="1"/>
              <c:layout>
                <c:manualLayout>
                  <c:x val="5.5555324682596465E-3"/>
                  <c:y val="-0.2914791512736120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343-4B87-A407-FBF943380C67}"/>
                </c:ext>
              </c:extLst>
            </c:dLbl>
            <c:dLbl>
              <c:idx val="2"/>
              <c:layout>
                <c:manualLayout>
                  <c:x val="8.5255551212713165E-3"/>
                  <c:y val="-0.2937381741077724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343-4B87-A407-FBF943380C67}"/>
                </c:ext>
              </c:extLst>
            </c:dLbl>
            <c:dLbl>
              <c:idx val="3"/>
              <c:layout>
                <c:manualLayout>
                  <c:x val="-5.7477888871415453E-3"/>
                  <c:y val="-0.2900685877198874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AF3-47B6-B362-8D75B94687B9}"/>
                </c:ext>
              </c:extLst>
            </c:dLbl>
            <c:dLbl>
              <c:idx val="4"/>
              <c:layout>
                <c:manualLayout>
                  <c:x val="-6.252661440287236E-3"/>
                  <c:y val="-0.177751406961895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AF3-47B6-B362-8D75B94687B9}"/>
                </c:ext>
              </c:extLst>
            </c:dLbl>
            <c:dLbl>
              <c:idx val="5"/>
              <c:layout>
                <c:manualLayout>
                  <c:x val="7.5384243048088051E-2"/>
                  <c:y val="3.193856821799037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343-4B87-A407-FBF943380C6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Plan1!$A$2:$A$6</c:f>
              <c:strCache>
                <c:ptCount val="5"/>
                <c:pt idx="0">
                  <c:v>Agosto</c:v>
                </c:pt>
                <c:pt idx="1">
                  <c:v>Dezembro</c:v>
                </c:pt>
                <c:pt idx="2">
                  <c:v>Janeiro</c:v>
                </c:pt>
                <c:pt idx="3">
                  <c:v>Fevereiro</c:v>
                </c:pt>
                <c:pt idx="4">
                  <c:v>Março</c:v>
                </c:pt>
              </c:strCache>
            </c:strRef>
          </c:cat>
          <c:val>
            <c:numRef>
              <c:f>Plan1!$B$2:$B$6</c:f>
              <c:numCache>
                <c:formatCode>#,##0</c:formatCode>
                <c:ptCount val="5"/>
                <c:pt idx="0">
                  <c:v>24272</c:v>
                </c:pt>
                <c:pt idx="1">
                  <c:v>19386</c:v>
                </c:pt>
                <c:pt idx="2">
                  <c:v>21648</c:v>
                </c:pt>
                <c:pt idx="3">
                  <c:v>19660</c:v>
                </c:pt>
                <c:pt idx="4">
                  <c:v>6930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247689808"/>
        <c:axId val="247690200"/>
      </c:barChart>
      <c:catAx>
        <c:axId val="24768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47690200"/>
        <c:crosses val="autoZero"/>
        <c:auto val="1"/>
        <c:lblAlgn val="ctr"/>
        <c:lblOffset val="100"/>
        <c:noMultiLvlLbl val="0"/>
      </c:catAx>
      <c:valAx>
        <c:axId val="247690200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24768980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200968655044549E-2"/>
          <c:y val="0.1152471147111666"/>
          <c:w val="0.94864560982860335"/>
          <c:h val="0.75295003854531117"/>
        </c:manualLayout>
      </c:layout>
      <c:barChart>
        <c:barDir val="col"/>
        <c:grouping val="clustered"/>
        <c:varyColors val="0"/>
        <c:ser>
          <c:idx val="1"/>
          <c:order val="0"/>
          <c:tx>
            <c:v>Total de Chamados</c:v>
          </c:tx>
          <c:spPr>
            <a:solidFill>
              <a:schemeClr val="accent1"/>
            </a:solidFill>
            <a:ln w="19050" cap="flat" cmpd="sng" algn="ctr">
              <a:solidFill>
                <a:schemeClr val="lt1"/>
              </a:solidFill>
              <a:prstDash val="solid"/>
              <a:miter lim="800000"/>
            </a:ln>
            <a:effectLst/>
          </c:spPr>
          <c:invertIfNegative val="0"/>
          <c:dLbls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08E-49E1-A51E-B2F1822101D9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08E-49E1-A51E-B2F1822101D9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08E-49E1-A51E-B2F1822101D9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08E-49E1-A51E-B2F1822101D9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08E-49E1-A51E-B2F1822101D9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08E-49E1-A51E-B2F1822101D9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08E-49E1-A51E-B2F1822101D9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08E-49E1-A51E-B2F1822101D9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08E-49E1-A51E-B2F1822101D9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08E-49E1-A51E-B2F1822101D9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08E-49E1-A51E-B2F1822101D9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08E-49E1-A51E-B2F1822101D9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08E-49E1-A51E-B2F1822101D9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08E-49E1-A51E-B2F1822101D9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708E-49E1-A51E-B2F1822101D9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08E-49E1-A51E-B2F1822101D9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708E-49E1-A51E-B2F1822101D9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08E-49E1-A51E-B2F1822101D9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708E-49E1-A51E-B2F1822101D9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08E-49E1-A51E-B2F1822101D9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708E-49E1-A51E-B2F1822101D9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'Dados - Gráficos'!$D$6:$AH$6</c:f>
              <c:numCache>
                <c:formatCode>#,##0</c:formatCode>
                <c:ptCount val="31"/>
                <c:pt idx="0">
                  <c:v>584</c:v>
                </c:pt>
                <c:pt idx="1">
                  <c:v>469</c:v>
                </c:pt>
                <c:pt idx="2">
                  <c:v>399</c:v>
                </c:pt>
                <c:pt idx="3">
                  <c:v>380</c:v>
                </c:pt>
                <c:pt idx="4">
                  <c:v>80</c:v>
                </c:pt>
                <c:pt idx="5">
                  <c:v>38</c:v>
                </c:pt>
                <c:pt idx="6">
                  <c:v>546</c:v>
                </c:pt>
                <c:pt idx="7">
                  <c:v>381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708E-49E1-A51E-B2F1822101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2"/>
        <c:overlap val="100"/>
        <c:axId val="248366312"/>
        <c:axId val="248366704"/>
      </c:barChart>
      <c:lineChart>
        <c:grouping val="standard"/>
        <c:varyColors val="0"/>
        <c:ser>
          <c:idx val="0"/>
          <c:order val="1"/>
          <c:tx>
            <c:v>Meta</c:v>
          </c:tx>
          <c:spPr>
            <a:ln>
              <a:solidFill>
                <a:srgbClr val="FF0000"/>
              </a:solidFill>
            </a:ln>
            <a:effectLst/>
          </c:spPr>
          <c:marker>
            <c:symbol val="none"/>
          </c:marker>
          <c:cat>
            <c:numRef>
              <c:f>'Dados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'Dados - Gráficos'!$D$12:$AH$12</c:f>
              <c:numCache>
                <c:formatCode>#,##0.00</c:formatCode>
                <c:ptCount val="31"/>
                <c:pt idx="0">
                  <c:v>407.30605968415819</c:v>
                </c:pt>
                <c:pt idx="1">
                  <c:v>390.79192858550493</c:v>
                </c:pt>
                <c:pt idx="2">
                  <c:v>370.83469679446841</c:v>
                </c:pt>
                <c:pt idx="3">
                  <c:v>302.80157755793164</c:v>
                </c:pt>
                <c:pt idx="4">
                  <c:v>112.66590598965367</c:v>
                </c:pt>
                <c:pt idx="5">
                  <c:v>51.391465890017457</c:v>
                </c:pt>
                <c:pt idx="6">
                  <c:v>407.30605968415824</c:v>
                </c:pt>
                <c:pt idx="7">
                  <c:v>357.64551330067394</c:v>
                </c:pt>
                <c:pt idx="8">
                  <c:v>343.14485770504547</c:v>
                </c:pt>
                <c:pt idx="9">
                  <c:v>325.62089939835937</c:v>
                </c:pt>
                <c:pt idx="10">
                  <c:v>265.88267731134948</c:v>
                </c:pt>
                <c:pt idx="11">
                  <c:v>98.929183156275968</c:v>
                </c:pt>
                <c:pt idx="12">
                  <c:v>45.125592316897809</c:v>
                </c:pt>
                <c:pt idx="13">
                  <c:v>390.79192858550493</c:v>
                </c:pt>
                <c:pt idx="14">
                  <c:v>343.14485770504547</c:v>
                </c:pt>
                <c:pt idx="15">
                  <c:v>329.23212787636561</c:v>
                </c:pt>
                <c:pt idx="16">
                  <c:v>312.41867445406143</c:v>
                </c:pt>
                <c:pt idx="17">
                  <c:v>255.10252492818736</c:v>
                </c:pt>
                <c:pt idx="18">
                  <c:v>94.918122035819565</c:v>
                </c:pt>
                <c:pt idx="19">
                  <c:v>43.295985490022957</c:v>
                </c:pt>
                <c:pt idx="20">
                  <c:v>370.83469679446847</c:v>
                </c:pt>
                <c:pt idx="21">
                  <c:v>325.62089939835937</c:v>
                </c:pt>
                <c:pt idx="22">
                  <c:v>312.41867445406149</c:v>
                </c:pt>
                <c:pt idx="23">
                  <c:v>296.46386206963967</c:v>
                </c:pt>
                <c:pt idx="24">
                  <c:v>242.07477320645097</c:v>
                </c:pt>
                <c:pt idx="25">
                  <c:v>90.070777901831732</c:v>
                </c:pt>
                <c:pt idx="26">
                  <c:v>41.084916235923245</c:v>
                </c:pt>
                <c:pt idx="27">
                  <c:v>302.80157755793169</c:v>
                </c:pt>
                <c:pt idx="28">
                  <c:v>265.88267731134948</c:v>
                </c:pt>
                <c:pt idx="29">
                  <c:v>255.10252492818739</c:v>
                </c:pt>
                <c:pt idx="30">
                  <c:v>242.07477320645097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6-708E-49E1-A51E-B2F1822101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8366312"/>
        <c:axId val="248366704"/>
      </c:lineChart>
      <c:dateAx>
        <c:axId val="248366312"/>
        <c:scaling>
          <c:orientation val="minMax"/>
        </c:scaling>
        <c:delete val="0"/>
        <c:axPos val="b"/>
        <c:numFmt formatCode="[$-416]d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48366704"/>
        <c:crosses val="autoZero"/>
        <c:auto val="1"/>
        <c:lblOffset val="100"/>
        <c:baseTimeUnit val="days"/>
      </c:dateAx>
      <c:valAx>
        <c:axId val="24836670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248366312"/>
        <c:crosses val="autoZero"/>
        <c:crossBetween val="between"/>
      </c:valAx>
      <c:spPr>
        <a:noFill/>
        <a:ln>
          <a:noFill/>
        </a:ln>
        <a:effectLst/>
      </c:spPr>
    </c:plotArea>
    <c:plotVisOnly val="0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4797EB-A640-48B8-ADF2-AFCF85782557}" type="doc">
      <dgm:prSet loTypeId="urn:microsoft.com/office/officeart/2009/3/layout/CircleRelationship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EC8986-FE97-40C7-9EC3-31FD9DFBD011}">
      <dgm:prSet phldrT="[Texto]" custT="1"/>
      <dgm:spPr>
        <a:solidFill>
          <a:srgbClr val="C00000"/>
        </a:solidFill>
      </dgm:spPr>
      <dgm:t>
        <a:bodyPr/>
        <a:lstStyle/>
        <a:p>
          <a:r>
            <a:rPr lang="pt-BR" sz="1200" b="1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gm:t>
    </dgm:pt>
    <dgm:pt modelId="{6B4F63E0-3516-4653-A77D-D3AACA5576EE}" type="par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76966464-3E5F-4827-85B5-043F3019A822}" type="sib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18D36F0C-F392-4D46-8094-2C8DC75E04EB}">
      <dgm:prSet phldrT="[Tex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pt-BR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gm:t>
    </dgm:pt>
    <dgm:pt modelId="{F0753A00-2418-41D1-920C-89A21053D9A8}" type="par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553E30C6-F66A-4C24-AF8A-1E532F38538C}" type="sib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21D16367-7EC9-44E1-8B3C-812FBD0CBAB7}">
      <dgm:prSet phldrT="[Texto]" custT="1"/>
      <dgm:spPr>
        <a:solidFill>
          <a:srgbClr val="FFC000"/>
        </a:solidFill>
      </dgm:spPr>
      <dgm:t>
        <a:bodyPr/>
        <a:lstStyle/>
        <a:p>
          <a:r>
            <a:rPr lang="pt-BR" sz="8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gm:t>
    </dgm:pt>
    <dgm:pt modelId="{B6FAF5E7-BCD5-4C63-8009-AE042AAE5E26}" type="par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39CE5ABC-BFA0-4B04-BD9D-97E4399D86FD}" type="sib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84C89735-18EC-426C-96F5-438C9D19C914}" type="pres">
      <dgm:prSet presAssocID="{634797EB-A640-48B8-ADF2-AFCF85782557}" presName="Name0" presStyleCnt="0">
        <dgm:presLayoutVars>
          <dgm:chMax val="1"/>
          <dgm:chPref val="1"/>
        </dgm:presLayoutVars>
      </dgm:prSet>
      <dgm:spPr/>
    </dgm:pt>
    <dgm:pt modelId="{7C4FBC0A-0D1A-4103-BF1D-10805599BE42}" type="pres">
      <dgm:prSet presAssocID="{F9EC8986-FE97-40C7-9EC3-31FD9DFBD011}" presName="Parent" presStyleLbl="node0" presStyleIdx="0" presStyleCnt="1">
        <dgm:presLayoutVars>
          <dgm:chMax val="5"/>
          <dgm:chPref val="5"/>
        </dgm:presLayoutVars>
      </dgm:prSet>
      <dgm:spPr/>
    </dgm:pt>
    <dgm:pt modelId="{C77BD888-9EBD-4662-9388-3E212FE1E841}" type="pres">
      <dgm:prSet presAssocID="{F9EC8986-FE97-40C7-9EC3-31FD9DFBD011}" presName="Accent1" presStyleLbl="node1" presStyleIdx="0" presStyleCnt="13"/>
      <dgm:spPr/>
    </dgm:pt>
    <dgm:pt modelId="{286EAAF8-B800-4947-8B6F-D61AA0516EF6}" type="pres">
      <dgm:prSet presAssocID="{F9EC8986-FE97-40C7-9EC3-31FD9DFBD011}" presName="Accent2" presStyleLbl="node1" presStyleIdx="1" presStyleCnt="13"/>
      <dgm:spPr/>
    </dgm:pt>
    <dgm:pt modelId="{3F2EE22A-581C-4928-A776-4375677B434C}" type="pres">
      <dgm:prSet presAssocID="{F9EC8986-FE97-40C7-9EC3-31FD9DFBD011}" presName="Accent3" presStyleLbl="node1" presStyleIdx="2" presStyleCnt="13"/>
      <dgm:spPr/>
    </dgm:pt>
    <dgm:pt modelId="{E9A784E5-9360-4474-911A-FE3EB1C7C58E}" type="pres">
      <dgm:prSet presAssocID="{F9EC8986-FE97-40C7-9EC3-31FD9DFBD011}" presName="Accent4" presStyleLbl="node1" presStyleIdx="3" presStyleCnt="13"/>
      <dgm:spPr/>
    </dgm:pt>
    <dgm:pt modelId="{92E4A955-81C9-46DD-A401-A8DF4F07ED07}" type="pres">
      <dgm:prSet presAssocID="{F9EC8986-FE97-40C7-9EC3-31FD9DFBD011}" presName="Accent5" presStyleLbl="node1" presStyleIdx="4" presStyleCnt="13"/>
      <dgm:spPr/>
    </dgm:pt>
    <dgm:pt modelId="{435D7DAA-869B-4828-B027-7F1CC6AE5825}" type="pres">
      <dgm:prSet presAssocID="{F9EC8986-FE97-40C7-9EC3-31FD9DFBD011}" presName="Accent6" presStyleLbl="node1" presStyleIdx="5" presStyleCnt="13"/>
      <dgm:spPr/>
    </dgm:pt>
    <dgm:pt modelId="{3FCDCD0E-8D4B-40E0-8154-135620799284}" type="pres">
      <dgm:prSet presAssocID="{18D36F0C-F392-4D46-8094-2C8DC75E04EB}" presName="Child1" presStyleLbl="node1" presStyleIdx="6" presStyleCnt="13">
        <dgm:presLayoutVars>
          <dgm:chMax val="0"/>
          <dgm:chPref val="0"/>
        </dgm:presLayoutVars>
      </dgm:prSet>
      <dgm:spPr/>
    </dgm:pt>
    <dgm:pt modelId="{FCDA793D-42E2-4A7E-AE10-09FCAF06F4E0}" type="pres">
      <dgm:prSet presAssocID="{18D36F0C-F392-4D46-8094-2C8DC75E04EB}" presName="Accent7" presStyleCnt="0"/>
      <dgm:spPr/>
    </dgm:pt>
    <dgm:pt modelId="{FDBA0F69-2D29-43E2-94EB-BAFAA1D6A965}" type="pres">
      <dgm:prSet presAssocID="{18D36F0C-F392-4D46-8094-2C8DC75E04EB}" presName="AccentHold1" presStyleLbl="node1" presStyleIdx="7" presStyleCnt="13"/>
      <dgm:spPr/>
    </dgm:pt>
    <dgm:pt modelId="{2F342FDD-2750-4383-8C9E-320229CA52A1}" type="pres">
      <dgm:prSet presAssocID="{18D36F0C-F392-4D46-8094-2C8DC75E04EB}" presName="Accent8" presStyleCnt="0"/>
      <dgm:spPr/>
    </dgm:pt>
    <dgm:pt modelId="{0660C62D-D6F1-4759-8975-F42F4419F185}" type="pres">
      <dgm:prSet presAssocID="{18D36F0C-F392-4D46-8094-2C8DC75E04EB}" presName="AccentHold2" presStyleLbl="node1" presStyleIdx="8" presStyleCnt="13"/>
      <dgm:spPr/>
    </dgm:pt>
    <dgm:pt modelId="{9D346515-87E4-41AC-98EF-96CF12EF7CA3}" type="pres">
      <dgm:prSet presAssocID="{21D16367-7EC9-44E1-8B3C-812FBD0CBAB7}" presName="Child2" presStyleLbl="node1" presStyleIdx="9" presStyleCnt="13" custScaleX="156717" custScaleY="164948" custLinFactNeighborX="-58673" custLinFactNeighborY="-11954">
        <dgm:presLayoutVars>
          <dgm:chMax val="0"/>
          <dgm:chPref val="0"/>
        </dgm:presLayoutVars>
      </dgm:prSet>
      <dgm:spPr/>
    </dgm:pt>
    <dgm:pt modelId="{B4E76DB2-BEC5-45D5-ADBA-FEC35A29483C}" type="pres">
      <dgm:prSet presAssocID="{21D16367-7EC9-44E1-8B3C-812FBD0CBAB7}" presName="Accent9" presStyleCnt="0"/>
      <dgm:spPr/>
    </dgm:pt>
    <dgm:pt modelId="{CAB06E0F-6130-440F-8C99-17AA8AA6B09F}" type="pres">
      <dgm:prSet presAssocID="{21D16367-7EC9-44E1-8B3C-812FBD0CBAB7}" presName="AccentHold1" presStyleLbl="node1" presStyleIdx="10" presStyleCnt="13"/>
      <dgm:spPr/>
    </dgm:pt>
    <dgm:pt modelId="{EF96B86B-06AB-4EAB-BE48-DB3A850119FD}" type="pres">
      <dgm:prSet presAssocID="{21D16367-7EC9-44E1-8B3C-812FBD0CBAB7}" presName="Accent10" presStyleCnt="0"/>
      <dgm:spPr/>
    </dgm:pt>
    <dgm:pt modelId="{CB9F2B2F-CDAF-4EFD-A009-2022ACD59790}" type="pres">
      <dgm:prSet presAssocID="{21D16367-7EC9-44E1-8B3C-812FBD0CBAB7}" presName="AccentHold2" presStyleLbl="node1" presStyleIdx="11" presStyleCnt="13"/>
      <dgm:spPr/>
    </dgm:pt>
    <dgm:pt modelId="{6494431B-FCEE-447B-AB47-9A595235ED65}" type="pres">
      <dgm:prSet presAssocID="{21D16367-7EC9-44E1-8B3C-812FBD0CBAB7}" presName="Accent11" presStyleCnt="0"/>
      <dgm:spPr/>
    </dgm:pt>
    <dgm:pt modelId="{913AAC8F-C942-4C05-B8FD-2CC13F573916}" type="pres">
      <dgm:prSet presAssocID="{21D16367-7EC9-44E1-8B3C-812FBD0CBAB7}" presName="AccentHold3" presStyleLbl="node1" presStyleIdx="12" presStyleCnt="13"/>
      <dgm:spPr/>
    </dgm:pt>
  </dgm:ptLst>
  <dgm:cxnLst>
    <dgm:cxn modelId="{D548F089-DAAE-44A3-8026-3A2EF819BD5A}" srcId="{634797EB-A640-48B8-ADF2-AFCF85782557}" destId="{F9EC8986-FE97-40C7-9EC3-31FD9DFBD011}" srcOrd="0" destOrd="0" parTransId="{6B4F63E0-3516-4653-A77D-D3AACA5576EE}" sibTransId="{76966464-3E5F-4827-85B5-043F3019A822}"/>
    <dgm:cxn modelId="{AD5CC4D1-BF4C-4820-AA33-7AC28570BBF2}" type="presOf" srcId="{18D36F0C-F392-4D46-8094-2C8DC75E04EB}" destId="{3FCDCD0E-8D4B-40E0-8154-135620799284}" srcOrd="0" destOrd="0" presId="urn:microsoft.com/office/officeart/2009/3/layout/CircleRelationship"/>
    <dgm:cxn modelId="{509A0886-41AD-44FE-BC70-003260963954}" srcId="{F9EC8986-FE97-40C7-9EC3-31FD9DFBD011}" destId="{21D16367-7EC9-44E1-8B3C-812FBD0CBAB7}" srcOrd="1" destOrd="0" parTransId="{B6FAF5E7-BCD5-4C63-8009-AE042AAE5E26}" sibTransId="{39CE5ABC-BFA0-4B04-BD9D-97E4399D86FD}"/>
    <dgm:cxn modelId="{99F0B3C8-29D2-4352-84D0-A2CD7560B703}" type="presOf" srcId="{21D16367-7EC9-44E1-8B3C-812FBD0CBAB7}" destId="{9D346515-87E4-41AC-98EF-96CF12EF7CA3}" srcOrd="0" destOrd="0" presId="urn:microsoft.com/office/officeart/2009/3/layout/CircleRelationship"/>
    <dgm:cxn modelId="{98A209AE-87AC-4E5F-BBF1-174B1458DE1C}" type="presOf" srcId="{F9EC8986-FE97-40C7-9EC3-31FD9DFBD011}" destId="{7C4FBC0A-0D1A-4103-BF1D-10805599BE42}" srcOrd="0" destOrd="0" presId="urn:microsoft.com/office/officeart/2009/3/layout/CircleRelationship"/>
    <dgm:cxn modelId="{498525A0-6AB4-4E12-A51B-9B4C6F66E530}" srcId="{F9EC8986-FE97-40C7-9EC3-31FD9DFBD011}" destId="{18D36F0C-F392-4D46-8094-2C8DC75E04EB}" srcOrd="0" destOrd="0" parTransId="{F0753A00-2418-41D1-920C-89A21053D9A8}" sibTransId="{553E30C6-F66A-4C24-AF8A-1E532F38538C}"/>
    <dgm:cxn modelId="{07FA26CE-E55E-47C2-A838-CE2506D1B71A}" type="presOf" srcId="{634797EB-A640-48B8-ADF2-AFCF85782557}" destId="{84C89735-18EC-426C-96F5-438C9D19C914}" srcOrd="0" destOrd="0" presId="urn:microsoft.com/office/officeart/2009/3/layout/CircleRelationship"/>
    <dgm:cxn modelId="{6EDC925F-ADFC-4E80-9D08-833AA1BBA8C5}" type="presParOf" srcId="{84C89735-18EC-426C-96F5-438C9D19C914}" destId="{7C4FBC0A-0D1A-4103-BF1D-10805599BE42}" srcOrd="0" destOrd="0" presId="urn:microsoft.com/office/officeart/2009/3/layout/CircleRelationship"/>
    <dgm:cxn modelId="{AFD2B691-5CE6-4403-961B-5DAC691460BC}" type="presParOf" srcId="{84C89735-18EC-426C-96F5-438C9D19C914}" destId="{C77BD888-9EBD-4662-9388-3E212FE1E841}" srcOrd="1" destOrd="0" presId="urn:microsoft.com/office/officeart/2009/3/layout/CircleRelationship"/>
    <dgm:cxn modelId="{F935ECF1-361B-435F-91ED-7B2DB3E41E64}" type="presParOf" srcId="{84C89735-18EC-426C-96F5-438C9D19C914}" destId="{286EAAF8-B800-4947-8B6F-D61AA0516EF6}" srcOrd="2" destOrd="0" presId="urn:microsoft.com/office/officeart/2009/3/layout/CircleRelationship"/>
    <dgm:cxn modelId="{FF57B0DA-B0E6-4E5E-B2B9-40227B4A5FB4}" type="presParOf" srcId="{84C89735-18EC-426C-96F5-438C9D19C914}" destId="{3F2EE22A-581C-4928-A776-4375677B434C}" srcOrd="3" destOrd="0" presId="urn:microsoft.com/office/officeart/2009/3/layout/CircleRelationship"/>
    <dgm:cxn modelId="{62DCA86C-E3D9-4EEB-AE9A-28010D458E81}" type="presParOf" srcId="{84C89735-18EC-426C-96F5-438C9D19C914}" destId="{E9A784E5-9360-4474-911A-FE3EB1C7C58E}" srcOrd="4" destOrd="0" presId="urn:microsoft.com/office/officeart/2009/3/layout/CircleRelationship"/>
    <dgm:cxn modelId="{A9FF3AE9-388E-447E-B875-DE28BA094CC6}" type="presParOf" srcId="{84C89735-18EC-426C-96F5-438C9D19C914}" destId="{92E4A955-81C9-46DD-A401-A8DF4F07ED07}" srcOrd="5" destOrd="0" presId="urn:microsoft.com/office/officeart/2009/3/layout/CircleRelationship"/>
    <dgm:cxn modelId="{A05252CF-C323-42FE-AD36-2CC73E901531}" type="presParOf" srcId="{84C89735-18EC-426C-96F5-438C9D19C914}" destId="{435D7DAA-869B-4828-B027-7F1CC6AE5825}" srcOrd="6" destOrd="0" presId="urn:microsoft.com/office/officeart/2009/3/layout/CircleRelationship"/>
    <dgm:cxn modelId="{486625D8-28D3-49B7-B8DA-7541F0D40F61}" type="presParOf" srcId="{84C89735-18EC-426C-96F5-438C9D19C914}" destId="{3FCDCD0E-8D4B-40E0-8154-135620799284}" srcOrd="7" destOrd="0" presId="urn:microsoft.com/office/officeart/2009/3/layout/CircleRelationship"/>
    <dgm:cxn modelId="{B69E7DB7-D366-4387-9BE6-398954E47BBA}" type="presParOf" srcId="{84C89735-18EC-426C-96F5-438C9D19C914}" destId="{FCDA793D-42E2-4A7E-AE10-09FCAF06F4E0}" srcOrd="8" destOrd="0" presId="urn:microsoft.com/office/officeart/2009/3/layout/CircleRelationship"/>
    <dgm:cxn modelId="{67F6EF3E-5800-4C16-B7C8-9A92941FDA97}" type="presParOf" srcId="{FCDA793D-42E2-4A7E-AE10-09FCAF06F4E0}" destId="{FDBA0F69-2D29-43E2-94EB-BAFAA1D6A965}" srcOrd="0" destOrd="0" presId="urn:microsoft.com/office/officeart/2009/3/layout/CircleRelationship"/>
    <dgm:cxn modelId="{7CA5C2FB-2ECC-4CA8-A65D-59D99091B860}" type="presParOf" srcId="{84C89735-18EC-426C-96F5-438C9D19C914}" destId="{2F342FDD-2750-4383-8C9E-320229CA52A1}" srcOrd="9" destOrd="0" presId="urn:microsoft.com/office/officeart/2009/3/layout/CircleRelationship"/>
    <dgm:cxn modelId="{4678CF5F-2265-4E9C-B3A4-D49084D6528F}" type="presParOf" srcId="{2F342FDD-2750-4383-8C9E-320229CA52A1}" destId="{0660C62D-D6F1-4759-8975-F42F4419F185}" srcOrd="0" destOrd="0" presId="urn:microsoft.com/office/officeart/2009/3/layout/CircleRelationship"/>
    <dgm:cxn modelId="{A1D1927E-2F14-493B-91B1-C25C2809E8B9}" type="presParOf" srcId="{84C89735-18EC-426C-96F5-438C9D19C914}" destId="{9D346515-87E4-41AC-98EF-96CF12EF7CA3}" srcOrd="10" destOrd="0" presId="urn:microsoft.com/office/officeart/2009/3/layout/CircleRelationship"/>
    <dgm:cxn modelId="{A9322302-C316-4F14-9EF7-66B941896504}" type="presParOf" srcId="{84C89735-18EC-426C-96F5-438C9D19C914}" destId="{B4E76DB2-BEC5-45D5-ADBA-FEC35A29483C}" srcOrd="11" destOrd="0" presId="urn:microsoft.com/office/officeart/2009/3/layout/CircleRelationship"/>
    <dgm:cxn modelId="{EA57A700-6FB6-4FE9-8CE0-6945A12A3C6D}" type="presParOf" srcId="{B4E76DB2-BEC5-45D5-ADBA-FEC35A29483C}" destId="{CAB06E0F-6130-440F-8C99-17AA8AA6B09F}" srcOrd="0" destOrd="0" presId="urn:microsoft.com/office/officeart/2009/3/layout/CircleRelationship"/>
    <dgm:cxn modelId="{68E22517-19D1-4BD8-8322-BE61EB7D5EA3}" type="presParOf" srcId="{84C89735-18EC-426C-96F5-438C9D19C914}" destId="{EF96B86B-06AB-4EAB-BE48-DB3A850119FD}" srcOrd="12" destOrd="0" presId="urn:microsoft.com/office/officeart/2009/3/layout/CircleRelationship"/>
    <dgm:cxn modelId="{287E179B-7DC5-4B2A-B2C7-3EE76E2355E3}" type="presParOf" srcId="{EF96B86B-06AB-4EAB-BE48-DB3A850119FD}" destId="{CB9F2B2F-CDAF-4EFD-A009-2022ACD59790}" srcOrd="0" destOrd="0" presId="urn:microsoft.com/office/officeart/2009/3/layout/CircleRelationship"/>
    <dgm:cxn modelId="{B2B658C5-3B7C-4A52-8A6A-10E5261C7486}" type="presParOf" srcId="{84C89735-18EC-426C-96F5-438C9D19C914}" destId="{6494431B-FCEE-447B-AB47-9A595235ED65}" srcOrd="13" destOrd="0" presId="urn:microsoft.com/office/officeart/2009/3/layout/CircleRelationship"/>
    <dgm:cxn modelId="{931A2210-3E10-4DD1-9479-BAD6F374CBB2}" type="presParOf" srcId="{6494431B-FCEE-447B-AB47-9A595235ED65}" destId="{913AAC8F-C942-4C05-B8FD-2CC13F573916}" srcOrd="0" destOrd="0" presId="urn:microsoft.com/office/officeart/2009/3/layout/CircleRelationship"/>
  </dgm:cxnLst>
  <dgm:bg>
    <a:noFill/>
  </dgm:bg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F3F8A48-56F0-4767-9641-8E2467D68250}" type="doc">
      <dgm:prSet loTypeId="urn:microsoft.com/office/officeart/2005/8/layout/funne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29A57D7-582B-4919-A598-F21FCC2DED95}">
      <dgm:prSet phldrT="[Texto]"/>
      <dgm:spPr>
        <a:solidFill>
          <a:srgbClr val="C00000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F0BDF086-1F3B-4226-9B47-16EAB0915E58}" type="parTrans" cxnId="{6DF4F5A9-DB2B-47F3-B690-7A4A0C5BD1A3}">
      <dgm:prSet/>
      <dgm:spPr/>
      <dgm:t>
        <a:bodyPr/>
        <a:lstStyle/>
        <a:p>
          <a:endParaRPr lang="pt-BR"/>
        </a:p>
      </dgm:t>
    </dgm:pt>
    <dgm:pt modelId="{9DD0097B-AC66-4AD3-AAEA-F332CEA56964}" type="sibTrans" cxnId="{6DF4F5A9-DB2B-47F3-B690-7A4A0C5BD1A3}">
      <dgm:prSet/>
      <dgm:spPr/>
      <dgm:t>
        <a:bodyPr/>
        <a:lstStyle/>
        <a:p>
          <a:endParaRPr lang="pt-BR"/>
        </a:p>
      </dgm:t>
    </dgm:pt>
    <dgm:pt modelId="{FE434BDF-E079-45F8-BFDE-31DD3AC97A05}">
      <dgm:prSet phldrT="[Texto]" custT="1"/>
      <dgm:spPr/>
      <dgm:t>
        <a:bodyPr/>
        <a:lstStyle/>
        <a:p>
          <a:r>
            <a:rPr lang="pt-BR" sz="1400" b="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gm:t>
    </dgm:pt>
    <dgm:pt modelId="{2AACCCC0-3328-4B57-B955-C38CCC1AA734}" type="parTrans" cxnId="{E23DEC56-F0A8-4685-BE23-3BA0B4E546F5}">
      <dgm:prSet/>
      <dgm:spPr/>
      <dgm:t>
        <a:bodyPr/>
        <a:lstStyle/>
        <a:p>
          <a:endParaRPr lang="pt-BR"/>
        </a:p>
      </dgm:t>
    </dgm:pt>
    <dgm:pt modelId="{35BCE2D1-D84D-4E48-AF7F-24D5D39A0D40}" type="sibTrans" cxnId="{E23DEC56-F0A8-4685-BE23-3BA0B4E546F5}">
      <dgm:prSet/>
      <dgm:spPr/>
      <dgm:t>
        <a:bodyPr/>
        <a:lstStyle/>
        <a:p>
          <a:endParaRPr lang="pt-BR"/>
        </a:p>
      </dgm:t>
    </dgm:pt>
    <dgm:pt modelId="{03DB0FE2-84A9-44B5-887A-5C25036347B6}">
      <dgm:prSet phldrT="[Texto]"/>
      <dgm:spPr>
        <a:solidFill>
          <a:schemeClr val="accent4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335F2F71-50EF-49F6-B431-B5E8C76FF948}" type="parTrans" cxnId="{690AF6D2-A1EF-4470-9094-474886475A84}">
      <dgm:prSet/>
      <dgm:spPr/>
      <dgm:t>
        <a:bodyPr/>
        <a:lstStyle/>
        <a:p>
          <a:endParaRPr lang="pt-BR"/>
        </a:p>
      </dgm:t>
    </dgm:pt>
    <dgm:pt modelId="{AACC9B62-7BC4-47BD-9AD6-9FCCAA6D9A26}" type="sibTrans" cxnId="{690AF6D2-A1EF-4470-9094-474886475A84}">
      <dgm:prSet/>
      <dgm:spPr/>
      <dgm:t>
        <a:bodyPr/>
        <a:lstStyle/>
        <a:p>
          <a:endParaRPr lang="pt-BR"/>
        </a:p>
      </dgm:t>
    </dgm:pt>
    <dgm:pt modelId="{EA5E380F-37E5-44F5-B839-B73AB1C59E59}">
      <dgm:prSet phldrT="[Texto]"/>
      <dgm:spPr/>
      <dgm:t>
        <a:bodyPr/>
        <a:lstStyle/>
        <a:p>
          <a:r>
            <a:rPr lang="pt-BR" dirty="0"/>
            <a:t>Demanda</a:t>
          </a:r>
        </a:p>
      </dgm:t>
    </dgm:pt>
    <dgm:pt modelId="{0D431059-C6FA-4AA4-8F66-18B33843C53F}" type="parTrans" cxnId="{7F78F6AD-8C2D-4608-A48E-5CFD664F6BBF}">
      <dgm:prSet/>
      <dgm:spPr/>
      <dgm:t>
        <a:bodyPr/>
        <a:lstStyle/>
        <a:p>
          <a:endParaRPr lang="pt-BR"/>
        </a:p>
      </dgm:t>
    </dgm:pt>
    <dgm:pt modelId="{1AB84790-EA39-4A42-B01C-4F82CC2B5F7E}" type="sibTrans" cxnId="{7F78F6AD-8C2D-4608-A48E-5CFD664F6BBF}">
      <dgm:prSet/>
      <dgm:spPr/>
      <dgm:t>
        <a:bodyPr/>
        <a:lstStyle/>
        <a:p>
          <a:endParaRPr lang="pt-BR"/>
        </a:p>
      </dgm:t>
    </dgm:pt>
    <dgm:pt modelId="{4437FCA7-C745-4A9F-A534-5BD21E3587E0}" type="pres">
      <dgm:prSet presAssocID="{5F3F8A48-56F0-4767-9641-8E2467D68250}" presName="Name0" presStyleCnt="0">
        <dgm:presLayoutVars>
          <dgm:chMax val="4"/>
          <dgm:resizeHandles val="exact"/>
        </dgm:presLayoutVars>
      </dgm:prSet>
      <dgm:spPr/>
    </dgm:pt>
    <dgm:pt modelId="{237936F3-2B41-489F-8763-038FE32DD943}" type="pres">
      <dgm:prSet presAssocID="{5F3F8A48-56F0-4767-9641-8E2467D68250}" presName="ellipse" presStyleLbl="trBgShp" presStyleIdx="0" presStyleCnt="1"/>
      <dgm:spPr/>
    </dgm:pt>
    <dgm:pt modelId="{86A6028C-CBEA-4DC2-9F95-0BB40BCB0424}" type="pres">
      <dgm:prSet presAssocID="{5F3F8A48-56F0-4767-9641-8E2467D68250}" presName="arrow1" presStyleLbl="fgShp" presStyleIdx="0" presStyleCnt="1" custLinFactNeighborY="83664"/>
      <dgm:spPr/>
    </dgm:pt>
    <dgm:pt modelId="{F29B6906-5EA6-4CBC-9DAB-A75F9D5EFF3A}" type="pres">
      <dgm:prSet presAssocID="{5F3F8A48-56F0-4767-9641-8E2467D68250}" presName="rectangle" presStyleLbl="revTx" presStyleIdx="0" presStyleCnt="1" custLinFactY="720" custLinFactNeighborX="-1688" custLinFactNeighborY="100000">
        <dgm:presLayoutVars>
          <dgm:bulletEnabled val="1"/>
        </dgm:presLayoutVars>
      </dgm:prSet>
      <dgm:spPr/>
    </dgm:pt>
    <dgm:pt modelId="{462FB3DF-1FD7-4997-A60E-3F1173AFDB6C}" type="pres">
      <dgm:prSet presAssocID="{03DB0FE2-84A9-44B5-887A-5C25036347B6}" presName="item1" presStyleLbl="node1" presStyleIdx="0" presStyleCnt="3">
        <dgm:presLayoutVars>
          <dgm:bulletEnabled val="1"/>
        </dgm:presLayoutVars>
      </dgm:prSet>
      <dgm:spPr/>
    </dgm:pt>
    <dgm:pt modelId="{693AB375-8451-4266-A390-5F15D518E9D7}" type="pres">
      <dgm:prSet presAssocID="{EA5E380F-37E5-44F5-B839-B73AB1C59E59}" presName="item2" presStyleLbl="node1" presStyleIdx="1" presStyleCnt="3">
        <dgm:presLayoutVars>
          <dgm:bulletEnabled val="1"/>
        </dgm:presLayoutVars>
      </dgm:prSet>
      <dgm:spPr/>
    </dgm:pt>
    <dgm:pt modelId="{C1212474-52B3-4CDA-A022-06DB5B7AA229}" type="pres">
      <dgm:prSet presAssocID="{FE434BDF-E079-45F8-BFDE-31DD3AC97A05}" presName="item3" presStyleLbl="node1" presStyleIdx="2" presStyleCnt="3" custLinFactNeighborX="2584" custLinFactNeighborY="2474">
        <dgm:presLayoutVars>
          <dgm:bulletEnabled val="1"/>
        </dgm:presLayoutVars>
      </dgm:prSet>
      <dgm:spPr/>
    </dgm:pt>
    <dgm:pt modelId="{5B763BC0-D87A-4F0D-8326-BD552D971A6D}" type="pres">
      <dgm:prSet presAssocID="{5F3F8A48-56F0-4767-9641-8E2467D68250}" presName="funnel" presStyleLbl="trAlignAcc1" presStyleIdx="0" presStyleCnt="1"/>
      <dgm:spPr/>
    </dgm:pt>
  </dgm:ptLst>
  <dgm:cxnLst>
    <dgm:cxn modelId="{7F78F6AD-8C2D-4608-A48E-5CFD664F6BBF}" srcId="{5F3F8A48-56F0-4767-9641-8E2467D68250}" destId="{EA5E380F-37E5-44F5-B839-B73AB1C59E59}" srcOrd="2" destOrd="0" parTransId="{0D431059-C6FA-4AA4-8F66-18B33843C53F}" sibTransId="{1AB84790-EA39-4A42-B01C-4F82CC2B5F7E}"/>
    <dgm:cxn modelId="{5FA6D698-C502-464E-8004-3479382B4AF3}" type="presOf" srcId="{03DB0FE2-84A9-44B5-887A-5C25036347B6}" destId="{693AB375-8451-4266-A390-5F15D518E9D7}" srcOrd="0" destOrd="0" presId="urn:microsoft.com/office/officeart/2005/8/layout/funnel1"/>
    <dgm:cxn modelId="{44B84300-D7AA-472E-B374-3BC20582CBA4}" type="presOf" srcId="{FE434BDF-E079-45F8-BFDE-31DD3AC97A05}" destId="{F29B6906-5EA6-4CBC-9DAB-A75F9D5EFF3A}" srcOrd="0" destOrd="0" presId="urn:microsoft.com/office/officeart/2005/8/layout/funnel1"/>
    <dgm:cxn modelId="{F8B09434-9C4E-437E-90FE-C1E16CF7C04E}" type="presOf" srcId="{EA5E380F-37E5-44F5-B839-B73AB1C59E59}" destId="{462FB3DF-1FD7-4997-A60E-3F1173AFDB6C}" srcOrd="0" destOrd="0" presId="urn:microsoft.com/office/officeart/2005/8/layout/funnel1"/>
    <dgm:cxn modelId="{E23DEC56-F0A8-4685-BE23-3BA0B4E546F5}" srcId="{5F3F8A48-56F0-4767-9641-8E2467D68250}" destId="{FE434BDF-E079-45F8-BFDE-31DD3AC97A05}" srcOrd="3" destOrd="0" parTransId="{2AACCCC0-3328-4B57-B955-C38CCC1AA734}" sibTransId="{35BCE2D1-D84D-4E48-AF7F-24D5D39A0D40}"/>
    <dgm:cxn modelId="{7259BFC5-556D-4EE8-9500-E74C219B176E}" type="presOf" srcId="{029A57D7-582B-4919-A598-F21FCC2DED95}" destId="{C1212474-52B3-4CDA-A022-06DB5B7AA229}" srcOrd="0" destOrd="0" presId="urn:microsoft.com/office/officeart/2005/8/layout/funnel1"/>
    <dgm:cxn modelId="{690AF6D2-A1EF-4470-9094-474886475A84}" srcId="{5F3F8A48-56F0-4767-9641-8E2467D68250}" destId="{03DB0FE2-84A9-44B5-887A-5C25036347B6}" srcOrd="1" destOrd="0" parTransId="{335F2F71-50EF-49F6-B431-B5E8C76FF948}" sibTransId="{AACC9B62-7BC4-47BD-9AD6-9FCCAA6D9A26}"/>
    <dgm:cxn modelId="{644CF956-ABF5-4828-9B39-00838EE2F363}" type="presOf" srcId="{5F3F8A48-56F0-4767-9641-8E2467D68250}" destId="{4437FCA7-C745-4A9F-A534-5BD21E3587E0}" srcOrd="0" destOrd="0" presId="urn:microsoft.com/office/officeart/2005/8/layout/funnel1"/>
    <dgm:cxn modelId="{6DF4F5A9-DB2B-47F3-B690-7A4A0C5BD1A3}" srcId="{5F3F8A48-56F0-4767-9641-8E2467D68250}" destId="{029A57D7-582B-4919-A598-F21FCC2DED95}" srcOrd="0" destOrd="0" parTransId="{F0BDF086-1F3B-4226-9B47-16EAB0915E58}" sibTransId="{9DD0097B-AC66-4AD3-AAEA-F332CEA56964}"/>
    <dgm:cxn modelId="{0622E509-734F-471F-9A35-00867DC89C47}" type="presParOf" srcId="{4437FCA7-C745-4A9F-A534-5BD21E3587E0}" destId="{237936F3-2B41-489F-8763-038FE32DD943}" srcOrd="0" destOrd="0" presId="urn:microsoft.com/office/officeart/2005/8/layout/funnel1"/>
    <dgm:cxn modelId="{5789A646-1939-4891-848F-F0BB9B326DD8}" type="presParOf" srcId="{4437FCA7-C745-4A9F-A534-5BD21E3587E0}" destId="{86A6028C-CBEA-4DC2-9F95-0BB40BCB0424}" srcOrd="1" destOrd="0" presId="urn:microsoft.com/office/officeart/2005/8/layout/funnel1"/>
    <dgm:cxn modelId="{0266C4E1-62D7-4A42-8853-7E3673126FCA}" type="presParOf" srcId="{4437FCA7-C745-4A9F-A534-5BD21E3587E0}" destId="{F29B6906-5EA6-4CBC-9DAB-A75F9D5EFF3A}" srcOrd="2" destOrd="0" presId="urn:microsoft.com/office/officeart/2005/8/layout/funnel1"/>
    <dgm:cxn modelId="{0A0ABB34-7D2D-4AA9-B7AD-C3F75CC8AE01}" type="presParOf" srcId="{4437FCA7-C745-4A9F-A534-5BD21E3587E0}" destId="{462FB3DF-1FD7-4997-A60E-3F1173AFDB6C}" srcOrd="3" destOrd="0" presId="urn:microsoft.com/office/officeart/2005/8/layout/funnel1"/>
    <dgm:cxn modelId="{E6D4BD65-B95B-46DE-8E46-194C69F3E748}" type="presParOf" srcId="{4437FCA7-C745-4A9F-A534-5BD21E3587E0}" destId="{693AB375-8451-4266-A390-5F15D518E9D7}" srcOrd="4" destOrd="0" presId="urn:microsoft.com/office/officeart/2005/8/layout/funnel1"/>
    <dgm:cxn modelId="{8BD0698D-C696-411B-8006-A8CB4958E26F}" type="presParOf" srcId="{4437FCA7-C745-4A9F-A534-5BD21E3587E0}" destId="{C1212474-52B3-4CDA-A022-06DB5B7AA229}" srcOrd="5" destOrd="0" presId="urn:microsoft.com/office/officeart/2005/8/layout/funnel1"/>
    <dgm:cxn modelId="{57D64813-D842-4CC3-A059-B814AFA657EB}" type="presParOf" srcId="{4437FCA7-C745-4A9F-A534-5BD21E3587E0}" destId="{5B763BC0-D87A-4F0D-8326-BD552D971A6D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EE293D3-8D4E-4523-BBC2-58E36938C7C4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C41225F-D30F-4D8D-B886-C1918B2F0DF5}">
      <dgm:prSet phldrT="[Texto]" custT="1"/>
      <dgm:spPr/>
      <dgm:t>
        <a:bodyPr/>
        <a:lstStyle/>
        <a:p>
          <a:r>
            <a:rPr lang="pt-BR" sz="1400" b="0" dirty="0">
              <a:solidFill>
                <a:schemeClr val="accent1">
                  <a:lumMod val="75000"/>
                </a:schemeClr>
              </a:solidFill>
            </a:rPr>
            <a:t>Mudanças</a:t>
          </a:r>
        </a:p>
      </dgm:t>
    </dgm:pt>
    <dgm:pt modelId="{6E914471-E17D-4B65-B955-90688476CA45}" type="parTrans" cxnId="{8B813D10-5294-41BB-90F9-036EB84D6251}">
      <dgm:prSet/>
      <dgm:spPr/>
      <dgm:t>
        <a:bodyPr/>
        <a:lstStyle/>
        <a:p>
          <a:endParaRPr lang="pt-BR"/>
        </a:p>
      </dgm:t>
    </dgm:pt>
    <dgm:pt modelId="{757BA241-52B4-481E-A02C-5DC951EC92B3}" type="sibTrans" cxnId="{8B813D10-5294-41BB-90F9-036EB84D6251}">
      <dgm:prSet/>
      <dgm:spPr/>
      <dgm:t>
        <a:bodyPr/>
        <a:lstStyle/>
        <a:p>
          <a:endParaRPr lang="pt-BR"/>
        </a:p>
      </dgm:t>
    </dgm:pt>
    <dgm:pt modelId="{99296EAE-4E96-4C76-BF81-F35DF08B00C6}" type="pres">
      <dgm:prSet presAssocID="{8EE293D3-8D4E-4523-BBC2-58E36938C7C4}" presName="Name0" presStyleCnt="0">
        <dgm:presLayoutVars>
          <dgm:dir/>
          <dgm:animOne val="branch"/>
          <dgm:animLvl val="lvl"/>
        </dgm:presLayoutVars>
      </dgm:prSet>
      <dgm:spPr/>
    </dgm:pt>
    <dgm:pt modelId="{F318B0CA-F916-4E52-8349-6126F83AA2A7}" type="pres">
      <dgm:prSet presAssocID="{5C41225F-D30F-4D8D-B886-C1918B2F0DF5}" presName="chaos" presStyleCnt="0"/>
      <dgm:spPr/>
    </dgm:pt>
    <dgm:pt modelId="{8DF8072D-33A8-4C86-89DB-A27FABBBF6D4}" type="pres">
      <dgm:prSet presAssocID="{5C41225F-D30F-4D8D-B886-C1918B2F0DF5}" presName="parTx1" presStyleLbl="revTx" presStyleIdx="0" presStyleCnt="1" custScaleY="58704" custLinFactNeighborX="-1079" custLinFactNeighborY="82"/>
      <dgm:spPr/>
    </dgm:pt>
    <dgm:pt modelId="{759EE83A-6533-4DF2-B5E0-FA0B6CD833D4}" type="pres">
      <dgm:prSet presAssocID="{5C41225F-D30F-4D8D-B886-C1918B2F0DF5}" presName="c1" presStyleLbl="node1" presStyleIdx="0" presStyleCnt="18"/>
      <dgm:spPr/>
    </dgm:pt>
    <dgm:pt modelId="{CFF34A52-B446-4A66-A040-0589EEF730D7}" type="pres">
      <dgm:prSet presAssocID="{5C41225F-D30F-4D8D-B886-C1918B2F0DF5}" presName="c2" presStyleLbl="node1" presStyleIdx="1" presStyleCnt="18"/>
      <dgm:spPr/>
    </dgm:pt>
    <dgm:pt modelId="{85BB4DF6-BE81-48B5-8F0A-2D59E7AB4ED2}" type="pres">
      <dgm:prSet presAssocID="{5C41225F-D30F-4D8D-B886-C1918B2F0DF5}" presName="c3" presStyleLbl="node1" presStyleIdx="2" presStyleCnt="18"/>
      <dgm:spPr/>
    </dgm:pt>
    <dgm:pt modelId="{A0DB200A-D997-40A7-B152-2BFE4144D938}" type="pres">
      <dgm:prSet presAssocID="{5C41225F-D30F-4D8D-B886-C1918B2F0DF5}" presName="c4" presStyleLbl="node1" presStyleIdx="3" presStyleCnt="18"/>
      <dgm:spPr/>
    </dgm:pt>
    <dgm:pt modelId="{A447CAC5-4B98-41F5-9A4B-9AF3C171D0D2}" type="pres">
      <dgm:prSet presAssocID="{5C41225F-D30F-4D8D-B886-C1918B2F0DF5}" presName="c5" presStyleLbl="node1" presStyleIdx="4" presStyleCnt="18"/>
      <dgm:spPr/>
    </dgm:pt>
    <dgm:pt modelId="{588BC96A-8026-4006-BBC3-116A2E49F6CF}" type="pres">
      <dgm:prSet presAssocID="{5C41225F-D30F-4D8D-B886-C1918B2F0DF5}" presName="c6" presStyleLbl="node1" presStyleIdx="5" presStyleCnt="18"/>
      <dgm:spPr/>
    </dgm:pt>
    <dgm:pt modelId="{9116156A-5F17-46C5-B108-09D04A65884F}" type="pres">
      <dgm:prSet presAssocID="{5C41225F-D30F-4D8D-B886-C1918B2F0DF5}" presName="c7" presStyleLbl="node1" presStyleIdx="6" presStyleCnt="18"/>
      <dgm:spPr>
        <a:solidFill>
          <a:srgbClr val="C00000"/>
        </a:solidFill>
      </dgm:spPr>
    </dgm:pt>
    <dgm:pt modelId="{9936280F-C6B2-47B5-812A-26BAE679C7F5}" type="pres">
      <dgm:prSet presAssocID="{5C41225F-D30F-4D8D-B886-C1918B2F0DF5}" presName="c8" presStyleLbl="node1" presStyleIdx="7" presStyleCnt="18"/>
      <dgm:spPr/>
    </dgm:pt>
    <dgm:pt modelId="{D4045CBE-1A9E-4318-BAFC-D8D32365D4F8}" type="pres">
      <dgm:prSet presAssocID="{5C41225F-D30F-4D8D-B886-C1918B2F0DF5}" presName="c9" presStyleLbl="node1" presStyleIdx="8" presStyleCnt="18"/>
      <dgm:spPr/>
    </dgm:pt>
    <dgm:pt modelId="{D2C819ED-27D8-4198-8111-45A36479B3E8}" type="pres">
      <dgm:prSet presAssocID="{5C41225F-D30F-4D8D-B886-C1918B2F0DF5}" presName="c10" presStyleLbl="node1" presStyleIdx="9" presStyleCnt="18"/>
      <dgm:spPr>
        <a:solidFill>
          <a:srgbClr val="C00000"/>
        </a:solidFill>
      </dgm:spPr>
    </dgm:pt>
    <dgm:pt modelId="{7D88F62C-09FB-45E9-8146-9C19980C059C}" type="pres">
      <dgm:prSet presAssocID="{5C41225F-D30F-4D8D-B886-C1918B2F0DF5}" presName="c11" presStyleLbl="node1" presStyleIdx="10" presStyleCnt="18"/>
      <dgm:spPr/>
    </dgm:pt>
    <dgm:pt modelId="{1C610C79-2453-48B4-9C25-63B63A8EE33F}" type="pres">
      <dgm:prSet presAssocID="{5C41225F-D30F-4D8D-B886-C1918B2F0DF5}" presName="c12" presStyleLbl="node1" presStyleIdx="11" presStyleCnt="18"/>
      <dgm:spPr/>
    </dgm:pt>
    <dgm:pt modelId="{EDA4A7B0-FF2E-4A06-9FFC-EFC9101C2DC1}" type="pres">
      <dgm:prSet presAssocID="{5C41225F-D30F-4D8D-B886-C1918B2F0DF5}" presName="c13" presStyleLbl="node1" presStyleIdx="12" presStyleCnt="18"/>
      <dgm:spPr>
        <a:solidFill>
          <a:srgbClr val="C00000"/>
        </a:solidFill>
      </dgm:spPr>
    </dgm:pt>
    <dgm:pt modelId="{C77D1B1F-65CD-443D-B709-54452791BE57}" type="pres">
      <dgm:prSet presAssocID="{5C41225F-D30F-4D8D-B886-C1918B2F0DF5}" presName="c14" presStyleLbl="node1" presStyleIdx="13" presStyleCnt="18"/>
      <dgm:spPr/>
    </dgm:pt>
    <dgm:pt modelId="{232A1186-BA12-4F03-895B-3FC21678BF6B}" type="pres">
      <dgm:prSet presAssocID="{5C41225F-D30F-4D8D-B886-C1918B2F0DF5}" presName="c15" presStyleLbl="node1" presStyleIdx="14" presStyleCnt="18"/>
      <dgm:spPr>
        <a:solidFill>
          <a:srgbClr val="C00000"/>
        </a:solidFill>
      </dgm:spPr>
    </dgm:pt>
    <dgm:pt modelId="{F690C61F-F6C0-476C-8063-6C6A0C7DAFB9}" type="pres">
      <dgm:prSet presAssocID="{5C41225F-D30F-4D8D-B886-C1918B2F0DF5}" presName="c16" presStyleLbl="node1" presStyleIdx="15" presStyleCnt="18"/>
      <dgm:spPr/>
    </dgm:pt>
    <dgm:pt modelId="{E6F47A1B-9C4E-477E-AC04-26273000C923}" type="pres">
      <dgm:prSet presAssocID="{5C41225F-D30F-4D8D-B886-C1918B2F0DF5}" presName="c17" presStyleLbl="node1" presStyleIdx="16" presStyleCnt="18"/>
      <dgm:spPr>
        <a:solidFill>
          <a:srgbClr val="C00000"/>
        </a:solidFill>
      </dgm:spPr>
    </dgm:pt>
    <dgm:pt modelId="{070B57DC-187F-4B91-AF78-F8EB581A547F}" type="pres">
      <dgm:prSet presAssocID="{5C41225F-D30F-4D8D-B886-C1918B2F0DF5}" presName="c18" presStyleLbl="node1" presStyleIdx="17" presStyleCnt="18"/>
      <dgm:spPr/>
    </dgm:pt>
  </dgm:ptLst>
  <dgm:cxnLst>
    <dgm:cxn modelId="{8B813D10-5294-41BB-90F9-036EB84D6251}" srcId="{8EE293D3-8D4E-4523-BBC2-58E36938C7C4}" destId="{5C41225F-D30F-4D8D-B886-C1918B2F0DF5}" srcOrd="0" destOrd="0" parTransId="{6E914471-E17D-4B65-B955-90688476CA45}" sibTransId="{757BA241-52B4-481E-A02C-5DC951EC92B3}"/>
    <dgm:cxn modelId="{F29F4E42-39F9-4F25-AA0E-C09F2DCE9E66}" type="presOf" srcId="{8EE293D3-8D4E-4523-BBC2-58E36938C7C4}" destId="{99296EAE-4E96-4C76-BF81-F35DF08B00C6}" srcOrd="0" destOrd="0" presId="urn:microsoft.com/office/officeart/2009/3/layout/RandomtoResultProcess"/>
    <dgm:cxn modelId="{5DBC3D16-205F-42EA-9A71-32FF596FC6E7}" type="presOf" srcId="{5C41225F-D30F-4D8D-B886-C1918B2F0DF5}" destId="{8DF8072D-33A8-4C86-89DB-A27FABBBF6D4}" srcOrd="0" destOrd="0" presId="urn:microsoft.com/office/officeart/2009/3/layout/RandomtoResultProcess"/>
    <dgm:cxn modelId="{578BC4F3-9E25-4825-9443-BF9488C71374}" type="presParOf" srcId="{99296EAE-4E96-4C76-BF81-F35DF08B00C6}" destId="{F318B0CA-F916-4E52-8349-6126F83AA2A7}" srcOrd="0" destOrd="0" presId="urn:microsoft.com/office/officeart/2009/3/layout/RandomtoResultProcess"/>
    <dgm:cxn modelId="{92FB807B-0979-47EC-91A6-E610C0A6D059}" type="presParOf" srcId="{F318B0CA-F916-4E52-8349-6126F83AA2A7}" destId="{8DF8072D-33A8-4C86-89DB-A27FABBBF6D4}" srcOrd="0" destOrd="0" presId="urn:microsoft.com/office/officeart/2009/3/layout/RandomtoResultProcess"/>
    <dgm:cxn modelId="{FC88E695-3916-4775-ADE0-47AA621EAE2B}" type="presParOf" srcId="{F318B0CA-F916-4E52-8349-6126F83AA2A7}" destId="{759EE83A-6533-4DF2-B5E0-FA0B6CD833D4}" srcOrd="1" destOrd="0" presId="urn:microsoft.com/office/officeart/2009/3/layout/RandomtoResultProcess"/>
    <dgm:cxn modelId="{BC52A3EA-7A34-4E0A-9744-398C307BB5DB}" type="presParOf" srcId="{F318B0CA-F916-4E52-8349-6126F83AA2A7}" destId="{CFF34A52-B446-4A66-A040-0589EEF730D7}" srcOrd="2" destOrd="0" presId="urn:microsoft.com/office/officeart/2009/3/layout/RandomtoResultProcess"/>
    <dgm:cxn modelId="{0506745C-A633-4B01-BA93-9AAD0D02C896}" type="presParOf" srcId="{F318B0CA-F916-4E52-8349-6126F83AA2A7}" destId="{85BB4DF6-BE81-48B5-8F0A-2D59E7AB4ED2}" srcOrd="3" destOrd="0" presId="urn:microsoft.com/office/officeart/2009/3/layout/RandomtoResultProcess"/>
    <dgm:cxn modelId="{5B9F2699-6E26-4BDB-AEAA-027C4407059E}" type="presParOf" srcId="{F318B0CA-F916-4E52-8349-6126F83AA2A7}" destId="{A0DB200A-D997-40A7-B152-2BFE4144D938}" srcOrd="4" destOrd="0" presId="urn:microsoft.com/office/officeart/2009/3/layout/RandomtoResultProcess"/>
    <dgm:cxn modelId="{E5C3BB91-E03F-4188-AEF4-270C1B9AF8C4}" type="presParOf" srcId="{F318B0CA-F916-4E52-8349-6126F83AA2A7}" destId="{A447CAC5-4B98-41F5-9A4B-9AF3C171D0D2}" srcOrd="5" destOrd="0" presId="urn:microsoft.com/office/officeart/2009/3/layout/RandomtoResultProcess"/>
    <dgm:cxn modelId="{CBC71DCF-F63D-4614-9B80-1B74C5E98C6E}" type="presParOf" srcId="{F318B0CA-F916-4E52-8349-6126F83AA2A7}" destId="{588BC96A-8026-4006-BBC3-116A2E49F6CF}" srcOrd="6" destOrd="0" presId="urn:microsoft.com/office/officeart/2009/3/layout/RandomtoResultProcess"/>
    <dgm:cxn modelId="{ACAC3AF5-799F-4BDC-A2C8-54D03A2D9939}" type="presParOf" srcId="{F318B0CA-F916-4E52-8349-6126F83AA2A7}" destId="{9116156A-5F17-46C5-B108-09D04A65884F}" srcOrd="7" destOrd="0" presId="urn:microsoft.com/office/officeart/2009/3/layout/RandomtoResultProcess"/>
    <dgm:cxn modelId="{84A744D1-CCC1-49C5-AC1F-C1E87168D4CD}" type="presParOf" srcId="{F318B0CA-F916-4E52-8349-6126F83AA2A7}" destId="{9936280F-C6B2-47B5-812A-26BAE679C7F5}" srcOrd="8" destOrd="0" presId="urn:microsoft.com/office/officeart/2009/3/layout/RandomtoResultProcess"/>
    <dgm:cxn modelId="{E3EDD7D7-FE23-48C2-B196-A5F445C4EE8E}" type="presParOf" srcId="{F318B0CA-F916-4E52-8349-6126F83AA2A7}" destId="{D4045CBE-1A9E-4318-BAFC-D8D32365D4F8}" srcOrd="9" destOrd="0" presId="urn:microsoft.com/office/officeart/2009/3/layout/RandomtoResultProcess"/>
    <dgm:cxn modelId="{321B0C15-81D4-4A8A-8ED5-D1DC641EDE5F}" type="presParOf" srcId="{F318B0CA-F916-4E52-8349-6126F83AA2A7}" destId="{D2C819ED-27D8-4198-8111-45A36479B3E8}" srcOrd="10" destOrd="0" presId="urn:microsoft.com/office/officeart/2009/3/layout/RandomtoResultProcess"/>
    <dgm:cxn modelId="{4465265D-3B22-4087-A998-5CCCD88F98B5}" type="presParOf" srcId="{F318B0CA-F916-4E52-8349-6126F83AA2A7}" destId="{7D88F62C-09FB-45E9-8146-9C19980C059C}" srcOrd="11" destOrd="0" presId="urn:microsoft.com/office/officeart/2009/3/layout/RandomtoResultProcess"/>
    <dgm:cxn modelId="{AA08A739-36F4-4F80-AC8B-C307409B53B6}" type="presParOf" srcId="{F318B0CA-F916-4E52-8349-6126F83AA2A7}" destId="{1C610C79-2453-48B4-9C25-63B63A8EE33F}" srcOrd="12" destOrd="0" presId="urn:microsoft.com/office/officeart/2009/3/layout/RandomtoResultProcess"/>
    <dgm:cxn modelId="{2B9B7081-C113-4BC1-B8D1-541ECA6FEC18}" type="presParOf" srcId="{F318B0CA-F916-4E52-8349-6126F83AA2A7}" destId="{EDA4A7B0-FF2E-4A06-9FFC-EFC9101C2DC1}" srcOrd="13" destOrd="0" presId="urn:microsoft.com/office/officeart/2009/3/layout/RandomtoResultProcess"/>
    <dgm:cxn modelId="{4F8EF589-8421-4DC6-9110-C54C8C0B7A0C}" type="presParOf" srcId="{F318B0CA-F916-4E52-8349-6126F83AA2A7}" destId="{C77D1B1F-65CD-443D-B709-54452791BE57}" srcOrd="14" destOrd="0" presId="urn:microsoft.com/office/officeart/2009/3/layout/RandomtoResultProcess"/>
    <dgm:cxn modelId="{AFA4713E-E6A6-4D95-BD13-293376DDA2E6}" type="presParOf" srcId="{F318B0CA-F916-4E52-8349-6126F83AA2A7}" destId="{232A1186-BA12-4F03-895B-3FC21678BF6B}" srcOrd="15" destOrd="0" presId="urn:microsoft.com/office/officeart/2009/3/layout/RandomtoResultProcess"/>
    <dgm:cxn modelId="{EB7E3F15-4060-41FF-9CA5-B72DA42EB6C3}" type="presParOf" srcId="{F318B0CA-F916-4E52-8349-6126F83AA2A7}" destId="{F690C61F-F6C0-476C-8063-6C6A0C7DAFB9}" srcOrd="16" destOrd="0" presId="urn:microsoft.com/office/officeart/2009/3/layout/RandomtoResultProcess"/>
    <dgm:cxn modelId="{2EDD5A3C-FD90-42E2-BEFB-4A8EE17E2D89}" type="presParOf" srcId="{F318B0CA-F916-4E52-8349-6126F83AA2A7}" destId="{E6F47A1B-9C4E-477E-AC04-26273000C923}" srcOrd="17" destOrd="0" presId="urn:microsoft.com/office/officeart/2009/3/layout/RandomtoResultProcess"/>
    <dgm:cxn modelId="{D0EF5E6B-6724-4EA9-97C2-596BB0860BEB}" type="presParOf" srcId="{F318B0CA-F916-4E52-8349-6126F83AA2A7}" destId="{070B57DC-187F-4B91-AF78-F8EB581A547F}" srcOrd="18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2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FBC0A-0D1A-4103-BF1D-10805599BE42}">
      <dsp:nvSpPr>
        <dsp:cNvPr id="0" name=""/>
        <dsp:cNvSpPr/>
      </dsp:nvSpPr>
      <dsp:spPr>
        <a:xfrm>
          <a:off x="266827" y="560253"/>
          <a:ext cx="910339" cy="910319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sp:txBody>
      <dsp:txXfrm>
        <a:off x="400143" y="693566"/>
        <a:ext cx="643707" cy="643693"/>
      </dsp:txXfrm>
    </dsp:sp>
    <dsp:sp modelId="{C77BD888-9EBD-4662-9388-3E212FE1E841}">
      <dsp:nvSpPr>
        <dsp:cNvPr id="0" name=""/>
        <dsp:cNvSpPr/>
      </dsp:nvSpPr>
      <dsp:spPr>
        <a:xfrm>
          <a:off x="786247" y="518778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EAAF8-B800-4947-8B6F-D61AA0516EF6}">
      <dsp:nvSpPr>
        <dsp:cNvPr id="0" name=""/>
        <dsp:cNvSpPr/>
      </dsp:nvSpPr>
      <dsp:spPr>
        <a:xfrm>
          <a:off x="546515" y="1402937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EE22A-581C-4928-A776-4375677B434C}">
      <dsp:nvSpPr>
        <dsp:cNvPr id="0" name=""/>
        <dsp:cNvSpPr/>
      </dsp:nvSpPr>
      <dsp:spPr>
        <a:xfrm>
          <a:off x="1235745" y="929698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784E5-9360-4474-911A-FE3EB1C7C58E}">
      <dsp:nvSpPr>
        <dsp:cNvPr id="0" name=""/>
        <dsp:cNvSpPr/>
      </dsp:nvSpPr>
      <dsp:spPr>
        <a:xfrm>
          <a:off x="884951" y="1480995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4A955-81C9-46DD-A401-A8DF4F07ED07}">
      <dsp:nvSpPr>
        <dsp:cNvPr id="0" name=""/>
        <dsp:cNvSpPr/>
      </dsp:nvSpPr>
      <dsp:spPr>
        <a:xfrm>
          <a:off x="567339" y="662664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D7DAA-869B-4828-B027-7F1CC6AE5825}">
      <dsp:nvSpPr>
        <dsp:cNvPr id="0" name=""/>
        <dsp:cNvSpPr/>
      </dsp:nvSpPr>
      <dsp:spPr>
        <a:xfrm>
          <a:off x="336241" y="1082411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DCD0E-8D4B-40E0-8154-135620799284}">
      <dsp:nvSpPr>
        <dsp:cNvPr id="0" name=""/>
        <dsp:cNvSpPr/>
      </dsp:nvSpPr>
      <dsp:spPr>
        <a:xfrm>
          <a:off x="-17600" y="724557"/>
          <a:ext cx="370095" cy="369977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sp:txBody>
      <dsp:txXfrm>
        <a:off x="36599" y="778739"/>
        <a:ext cx="261697" cy="261613"/>
      </dsp:txXfrm>
    </dsp:sp>
    <dsp:sp modelId="{FDBA0F69-2D29-43E2-94EB-BAFAA1D6A965}">
      <dsp:nvSpPr>
        <dsp:cNvPr id="0" name=""/>
        <dsp:cNvSpPr/>
      </dsp:nvSpPr>
      <dsp:spPr>
        <a:xfrm>
          <a:off x="683819" y="665854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0C62D-D6F1-4759-8975-F42F4419F185}">
      <dsp:nvSpPr>
        <dsp:cNvPr id="0" name=""/>
        <dsp:cNvSpPr/>
      </dsp:nvSpPr>
      <dsp:spPr>
        <a:xfrm>
          <a:off x="17106" y="1203007"/>
          <a:ext cx="183016" cy="1830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46515-87E4-41AC-98EF-96CF12EF7CA3}">
      <dsp:nvSpPr>
        <dsp:cNvPr id="0" name=""/>
        <dsp:cNvSpPr/>
      </dsp:nvSpPr>
      <dsp:spPr>
        <a:xfrm>
          <a:off x="948353" y="386096"/>
          <a:ext cx="580002" cy="610269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sp:txBody>
      <dsp:txXfrm>
        <a:off x="1033292" y="475468"/>
        <a:ext cx="410124" cy="431525"/>
      </dsp:txXfrm>
    </dsp:sp>
    <dsp:sp modelId="{CAB06E0F-6130-440F-8C99-17AA8AA6B09F}">
      <dsp:nvSpPr>
        <dsp:cNvPr id="0" name=""/>
        <dsp:cNvSpPr/>
      </dsp:nvSpPr>
      <dsp:spPr>
        <a:xfrm>
          <a:off x="1105383" y="805912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9F2B2F-CDAF-4EFD-A009-2022ACD59790}">
      <dsp:nvSpPr>
        <dsp:cNvPr id="0" name=""/>
        <dsp:cNvSpPr/>
      </dsp:nvSpPr>
      <dsp:spPr>
        <a:xfrm>
          <a:off x="-52476" y="1420803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AAC8F-C942-4C05-B8FD-2CC13F573916}">
      <dsp:nvSpPr>
        <dsp:cNvPr id="0" name=""/>
        <dsp:cNvSpPr/>
      </dsp:nvSpPr>
      <dsp:spPr>
        <a:xfrm>
          <a:off x="678571" y="1316372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936F3-2B41-489F-8763-038FE32DD943}">
      <dsp:nvSpPr>
        <dsp:cNvPr id="0" name=""/>
        <dsp:cNvSpPr/>
      </dsp:nvSpPr>
      <dsp:spPr>
        <a:xfrm>
          <a:off x="399427" y="420671"/>
          <a:ext cx="1459662" cy="506921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A6028C-CBEA-4DC2-9F95-0BB40BCB0424}">
      <dsp:nvSpPr>
        <dsp:cNvPr id="0" name=""/>
        <dsp:cNvSpPr/>
      </dsp:nvSpPr>
      <dsp:spPr>
        <a:xfrm>
          <a:off x="990081" y="1813418"/>
          <a:ext cx="282880" cy="181043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B6906-5EA6-4CBC-9DAB-A75F9D5EFF3A}">
      <dsp:nvSpPr>
        <dsp:cNvPr id="0" name=""/>
        <dsp:cNvSpPr/>
      </dsp:nvSpPr>
      <dsp:spPr>
        <a:xfrm>
          <a:off x="429688" y="2148685"/>
          <a:ext cx="1357825" cy="33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sp:txBody>
      <dsp:txXfrm>
        <a:off x="429688" y="2148685"/>
        <a:ext cx="1357825" cy="339456"/>
      </dsp:txXfrm>
    </dsp:sp>
    <dsp:sp modelId="{462FB3DF-1FD7-4997-A60E-3F1173AFDB6C}">
      <dsp:nvSpPr>
        <dsp:cNvPr id="0" name=""/>
        <dsp:cNvSpPr/>
      </dsp:nvSpPr>
      <dsp:spPr>
        <a:xfrm>
          <a:off x="930110" y="966743"/>
          <a:ext cx="509184" cy="5091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004678" y="1041311"/>
        <a:ext cx="360048" cy="360048"/>
      </dsp:txXfrm>
    </dsp:sp>
    <dsp:sp modelId="{693AB375-8451-4266-A390-5F15D518E9D7}">
      <dsp:nvSpPr>
        <dsp:cNvPr id="0" name=""/>
        <dsp:cNvSpPr/>
      </dsp:nvSpPr>
      <dsp:spPr>
        <a:xfrm>
          <a:off x="565760" y="584741"/>
          <a:ext cx="509184" cy="509184"/>
        </a:xfrm>
        <a:prstGeom prst="ellipse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640328" y="659309"/>
        <a:ext cx="360048" cy="360048"/>
      </dsp:txXfrm>
    </dsp:sp>
    <dsp:sp modelId="{C1212474-52B3-4CDA-A022-06DB5B7AA229}">
      <dsp:nvSpPr>
        <dsp:cNvPr id="0" name=""/>
        <dsp:cNvSpPr/>
      </dsp:nvSpPr>
      <dsp:spPr>
        <a:xfrm>
          <a:off x="1099417" y="474229"/>
          <a:ext cx="509184" cy="509184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173985" y="548797"/>
        <a:ext cx="360048" cy="360048"/>
      </dsp:txXfrm>
    </dsp:sp>
    <dsp:sp modelId="{5B763BC0-D87A-4F0D-8326-BD552D971A6D}">
      <dsp:nvSpPr>
        <dsp:cNvPr id="0" name=""/>
        <dsp:cNvSpPr/>
      </dsp:nvSpPr>
      <dsp:spPr>
        <a:xfrm>
          <a:off x="339456" y="358437"/>
          <a:ext cx="1584130" cy="126730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8072D-33A8-4C86-89DB-A27FABBBF6D4}">
      <dsp:nvSpPr>
        <dsp:cNvPr id="0" name=""/>
        <dsp:cNvSpPr/>
      </dsp:nvSpPr>
      <dsp:spPr>
        <a:xfrm>
          <a:off x="72948" y="582208"/>
          <a:ext cx="1294080" cy="250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schemeClr val="accent1">
                  <a:lumMod val="75000"/>
                </a:schemeClr>
              </a:solidFill>
            </a:rPr>
            <a:t>Mudanças</a:t>
          </a:r>
        </a:p>
      </dsp:txBody>
      <dsp:txXfrm>
        <a:off x="72948" y="582208"/>
        <a:ext cx="1294080" cy="250348"/>
      </dsp:txXfrm>
    </dsp:sp>
    <dsp:sp modelId="{759EE83A-6533-4DF2-B5E0-FA0B6CD833D4}">
      <dsp:nvSpPr>
        <dsp:cNvPr id="0" name=""/>
        <dsp:cNvSpPr/>
      </dsp:nvSpPr>
      <dsp:spPr>
        <a:xfrm>
          <a:off x="85441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34A52-B446-4A66-A040-0589EEF730D7}">
      <dsp:nvSpPr>
        <dsp:cNvPr id="0" name=""/>
        <dsp:cNvSpPr/>
      </dsp:nvSpPr>
      <dsp:spPr>
        <a:xfrm>
          <a:off x="157498" y="219987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B4DF6-BE81-48B5-8F0A-2D59E7AB4ED2}">
      <dsp:nvSpPr>
        <dsp:cNvPr id="0" name=""/>
        <dsp:cNvSpPr/>
      </dsp:nvSpPr>
      <dsp:spPr>
        <a:xfrm>
          <a:off x="330434" y="248810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B200A-D997-40A7-B152-2BFE4144D938}">
      <dsp:nvSpPr>
        <dsp:cNvPr id="0" name=""/>
        <dsp:cNvSpPr/>
      </dsp:nvSpPr>
      <dsp:spPr>
        <a:xfrm>
          <a:off x="474547" y="90285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7CAC5-4B98-41F5-9A4B-9AF3C171D0D2}">
      <dsp:nvSpPr>
        <dsp:cNvPr id="0" name=""/>
        <dsp:cNvSpPr/>
      </dsp:nvSpPr>
      <dsp:spPr>
        <a:xfrm>
          <a:off x="661895" y="3264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BC96A-8026-4006-BBC3-116A2E49F6CF}">
      <dsp:nvSpPr>
        <dsp:cNvPr id="0" name=""/>
        <dsp:cNvSpPr/>
      </dsp:nvSpPr>
      <dsp:spPr>
        <a:xfrm>
          <a:off x="892477" y="1335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6156A-5F17-46C5-B108-09D04A65884F}">
      <dsp:nvSpPr>
        <dsp:cNvPr id="0" name=""/>
        <dsp:cNvSpPr/>
      </dsp:nvSpPr>
      <dsp:spPr>
        <a:xfrm>
          <a:off x="1036590" y="205576"/>
          <a:ext cx="161760" cy="161760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6280F-C6B2-47B5-812A-26BAE679C7F5}">
      <dsp:nvSpPr>
        <dsp:cNvPr id="0" name=""/>
        <dsp:cNvSpPr/>
      </dsp:nvSpPr>
      <dsp:spPr>
        <a:xfrm>
          <a:off x="1238349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45CBE-1A9E-4318-BAFC-D8D32365D4F8}">
      <dsp:nvSpPr>
        <dsp:cNvPr id="0" name=""/>
        <dsp:cNvSpPr/>
      </dsp:nvSpPr>
      <dsp:spPr>
        <a:xfrm>
          <a:off x="1324817" y="522626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819ED-27D8-4198-8111-45A36479B3E8}">
      <dsp:nvSpPr>
        <dsp:cNvPr id="0" name=""/>
        <dsp:cNvSpPr/>
      </dsp:nvSpPr>
      <dsp:spPr>
        <a:xfrm>
          <a:off x="575427" y="219987"/>
          <a:ext cx="264698" cy="264698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8F62C-09FB-45E9-8146-9C19980C059C}">
      <dsp:nvSpPr>
        <dsp:cNvPr id="0" name=""/>
        <dsp:cNvSpPr/>
      </dsp:nvSpPr>
      <dsp:spPr>
        <a:xfrm>
          <a:off x="13384" y="7676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10C79-2453-48B4-9C25-63B63A8EE33F}">
      <dsp:nvSpPr>
        <dsp:cNvPr id="0" name=""/>
        <dsp:cNvSpPr/>
      </dsp:nvSpPr>
      <dsp:spPr>
        <a:xfrm>
          <a:off x="99852" y="897321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4A7B0-FF2E-4A06-9FFC-EFC9101C2DC1}">
      <dsp:nvSpPr>
        <dsp:cNvPr id="0" name=""/>
        <dsp:cNvSpPr/>
      </dsp:nvSpPr>
      <dsp:spPr>
        <a:xfrm>
          <a:off x="316022" y="1012612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D1B1F-65CD-443D-B709-54452791BE57}">
      <dsp:nvSpPr>
        <dsp:cNvPr id="0" name=""/>
        <dsp:cNvSpPr/>
      </dsp:nvSpPr>
      <dsp:spPr>
        <a:xfrm>
          <a:off x="618661" y="119996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A1186-BA12-4F03-895B-3FC21678BF6B}">
      <dsp:nvSpPr>
        <dsp:cNvPr id="0" name=""/>
        <dsp:cNvSpPr/>
      </dsp:nvSpPr>
      <dsp:spPr>
        <a:xfrm>
          <a:off x="676306" y="1012612"/>
          <a:ext cx="161760" cy="161760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0C61F-F6C0-476C-8063-6C6A0C7DAFB9}">
      <dsp:nvSpPr>
        <dsp:cNvPr id="0" name=""/>
        <dsp:cNvSpPr/>
      </dsp:nvSpPr>
      <dsp:spPr>
        <a:xfrm>
          <a:off x="820420" y="121437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47A1B-9C4E-477E-AC04-26273000C923}">
      <dsp:nvSpPr>
        <dsp:cNvPr id="0" name=""/>
        <dsp:cNvSpPr/>
      </dsp:nvSpPr>
      <dsp:spPr>
        <a:xfrm>
          <a:off x="950122" y="983789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B57DC-187F-4B91-AF78-F8EB581A547F}">
      <dsp:nvSpPr>
        <dsp:cNvPr id="0" name=""/>
        <dsp:cNvSpPr/>
      </dsp:nvSpPr>
      <dsp:spPr>
        <a:xfrm>
          <a:off x="1267172" y="926144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21/03/2016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1183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0592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45367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9633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23347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26494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171369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98722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10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972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3/21/2016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3/21/2016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3/21/2016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3/21/2016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3/21/2016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3/21/2016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3/21/2016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3/21/2016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3/21/2016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3/21/2016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3/21/2016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96241-9EE8-3241-9C65-A8F2A1D83BB2}" type="datetimeFigureOut">
              <a:rPr lang="en-US" smtClean="0"/>
              <a:t>3/21/2016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49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73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97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chart" Target="../charts/chart2.xml"/><Relationship Id="rId4" Type="http://schemas.openxmlformats.org/officeDocument/2006/relationships/chart" Target="../charts/chart1.xml"/><Relationship Id="rId9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image" Target="../media/image4.png"/><Relationship Id="rId7" Type="http://schemas.openxmlformats.org/officeDocument/2006/relationships/slide" Target="slide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3.emf"/><Relationship Id="rId4" Type="http://schemas.openxmlformats.org/officeDocument/2006/relationships/chart" Target="../charts/chart3.xml"/><Relationship Id="rId9" Type="http://schemas.openxmlformats.org/officeDocument/2006/relationships/slide" Target="slide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slide" Target="slide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slide" Target="slide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chart" Target="../charts/chart4.xml"/><Relationship Id="rId7" Type="http://schemas.openxmlformats.org/officeDocument/2006/relationships/slide" Target="slide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emf"/><Relationship Id="rId5" Type="http://schemas.openxmlformats.org/officeDocument/2006/relationships/image" Target="../media/image12.png"/><Relationship Id="rId4" Type="http://schemas.openxmlformats.org/officeDocument/2006/relationships/image" Target="../media/image15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13" Type="http://schemas.openxmlformats.org/officeDocument/2006/relationships/diagramQuickStyle" Target="../diagrams/quickStyle2.xml"/><Relationship Id="rId18" Type="http://schemas.openxmlformats.org/officeDocument/2006/relationships/diagramQuickStyle" Target="../diagrams/quickStyle3.xml"/><Relationship Id="rId3" Type="http://schemas.openxmlformats.org/officeDocument/2006/relationships/image" Target="../media/image12.png"/><Relationship Id="rId21" Type="http://schemas.openxmlformats.org/officeDocument/2006/relationships/image" Target="../media/image18.png"/><Relationship Id="rId7" Type="http://schemas.openxmlformats.org/officeDocument/2006/relationships/diagramLayout" Target="../diagrams/layout1.xml"/><Relationship Id="rId12" Type="http://schemas.openxmlformats.org/officeDocument/2006/relationships/diagramLayout" Target="../diagrams/layout2.xml"/><Relationship Id="rId17" Type="http://schemas.openxmlformats.org/officeDocument/2006/relationships/diagramLayout" Target="../diagrams/layout3.xml"/><Relationship Id="rId2" Type="http://schemas.openxmlformats.org/officeDocument/2006/relationships/notesSlide" Target="../notesSlides/notesSlide9.xml"/><Relationship Id="rId16" Type="http://schemas.openxmlformats.org/officeDocument/2006/relationships/diagramData" Target="../diagrams/data3.xml"/><Relationship Id="rId20" Type="http://schemas.microsoft.com/office/2007/relationships/diagramDrawing" Target="../diagrams/drawing3.xml"/><Relationship Id="rId1" Type="http://schemas.openxmlformats.org/officeDocument/2006/relationships/slideLayout" Target="../slideLayouts/slideLayout4.xml"/><Relationship Id="rId6" Type="http://schemas.openxmlformats.org/officeDocument/2006/relationships/diagramData" Target="../diagrams/data1.xml"/><Relationship Id="rId11" Type="http://schemas.openxmlformats.org/officeDocument/2006/relationships/diagramData" Target="../diagrams/data2.xml"/><Relationship Id="rId5" Type="http://schemas.openxmlformats.org/officeDocument/2006/relationships/image" Target="../media/image3.emf"/><Relationship Id="rId15" Type="http://schemas.microsoft.com/office/2007/relationships/diagramDrawing" Target="../diagrams/drawing2.xml"/><Relationship Id="rId10" Type="http://schemas.microsoft.com/office/2007/relationships/diagramDrawing" Target="../diagrams/drawing1.xml"/><Relationship Id="rId19" Type="http://schemas.openxmlformats.org/officeDocument/2006/relationships/diagramColors" Target="../diagrams/colors3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1.xml"/><Relationship Id="rId14" Type="http://schemas.openxmlformats.org/officeDocument/2006/relationships/diagramColors" Target="../diagrams/colors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jp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fachada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7" y="3239"/>
            <a:ext cx="9144000" cy="5145024"/>
          </a:xfrm>
          <a:prstGeom prst="rect">
            <a:avLst/>
          </a:prstGeom>
        </p:spPr>
      </p:pic>
      <p:pic>
        <p:nvPicPr>
          <p:cNvPr id="10" name="Picture 9" descr="meia_bolinha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466" y="4354709"/>
            <a:ext cx="1635846" cy="8043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0329" y="3208"/>
            <a:ext cx="3345084" cy="1221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9711" y="325132"/>
            <a:ext cx="1744578" cy="422254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0" y="292955"/>
            <a:ext cx="3942260" cy="175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70000"/>
              </a:lnSpc>
            </a:pPr>
            <a:r>
              <a:rPr lang="en-US" sz="3000" b="1" dirty="0">
                <a:solidFill>
                  <a:srgbClr val="19345B"/>
                </a:solidFill>
                <a:latin typeface="Arial"/>
                <a:cs typeface="Arial"/>
              </a:rPr>
              <a:t>Contact Center</a:t>
            </a:r>
            <a:r>
              <a:rPr lang="en-US" sz="30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en-US" sz="2200" b="1" dirty="0" err="1">
                <a:solidFill>
                  <a:srgbClr val="FF0000"/>
                </a:solidFill>
                <a:latin typeface="Arial"/>
                <a:cs typeface="Arial"/>
              </a:rPr>
              <a:t>Estabilidade</a:t>
            </a:r>
            <a:r>
              <a:rPr lang="en-US" sz="22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/>
                <a:cs typeface="Arial"/>
              </a:rPr>
              <a:t>Operacional</a:t>
            </a:r>
            <a:endParaRPr lang="en-US" sz="2200" b="1" dirty="0">
              <a:solidFill>
                <a:srgbClr val="FF0000"/>
              </a:solidFill>
              <a:latin typeface="Arial"/>
              <a:cs typeface="Arial"/>
            </a:endParaRPr>
          </a:p>
          <a:p>
            <a:pPr algn="l">
              <a:lnSpc>
                <a:spcPct val="110000"/>
              </a:lnSpc>
            </a:pPr>
            <a:r>
              <a:rPr lang="en-US" sz="2200" b="1" dirty="0" err="1">
                <a:solidFill>
                  <a:srgbClr val="FF0000"/>
                </a:solidFill>
                <a:latin typeface="Arial"/>
                <a:cs typeface="Arial"/>
              </a:rPr>
              <a:t>22.Março.2016</a:t>
            </a:r>
            <a:endParaRPr lang="en-US" sz="2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84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interna_img-3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292" cy="5148264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Shape 114"/>
          <p:cNvSpPr/>
          <p:nvPr/>
        </p:nvSpPr>
        <p:spPr>
          <a:xfrm>
            <a:off x="2669861" y="503053"/>
            <a:ext cx="1409769" cy="858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pt-BR" sz="3000" b="1" dirty="0">
                <a:solidFill>
                  <a:srgbClr val="1F497D"/>
                </a:solidFill>
              </a:rPr>
              <a:t>Índice</a:t>
            </a:r>
            <a:endParaRPr sz="3000" b="1" dirty="0">
              <a:solidFill>
                <a:srgbClr val="1F497D"/>
              </a:solidFill>
            </a:endParaRPr>
          </a:p>
        </p:txBody>
      </p:sp>
      <p:pic>
        <p:nvPicPr>
          <p:cNvPr id="116" name="image5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860" y="4531179"/>
            <a:ext cx="1248721" cy="614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625970" y="1276051"/>
            <a:ext cx="6515322" cy="31786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Indicadores – Incidentes de Alto Impacto e Problemas</a:t>
            </a:r>
          </a:p>
          <a:p>
            <a:pPr algn="l"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Indicadores – Total de Incidentes</a:t>
            </a:r>
          </a:p>
          <a:p>
            <a:pPr algn="l"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3. Indicadores – Total de Incidentes (Alto, Médio e Baixo)</a:t>
            </a:r>
          </a:p>
          <a:p>
            <a:pPr algn="l"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4. Gestão de problemas</a:t>
            </a:r>
          </a:p>
          <a:p>
            <a:pPr algn="l"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5. Incidentes resolvidos de Alto Impacto</a:t>
            </a:r>
          </a:p>
          <a:p>
            <a:pPr algn="l"/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 2ª Fase – T2R – Objetivos</a:t>
            </a:r>
          </a:p>
          <a:p>
            <a:pPr algn="l"/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 Projetos Estruturantes e Especiais</a:t>
            </a:r>
          </a:p>
          <a:p>
            <a:pPr algn="l"/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8. Alinhamento</a:t>
            </a:r>
          </a:p>
          <a:p>
            <a:pPr algn="l"/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875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734184" y="153259"/>
            <a:ext cx="6254098" cy="560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Indicadores: Incidentes Alto Impacto e Problemas</a:t>
            </a:r>
            <a:endParaRPr lang="pt-BR" sz="1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3" name="Gráfico 22"/>
          <p:cNvGraphicFramePr/>
          <p:nvPr>
            <p:extLst>
              <p:ext uri="{D42A27DB-BD31-4B8C-83A1-F6EECF244321}">
                <p14:modId xmlns:p14="http://schemas.microsoft.com/office/powerpoint/2010/main" val="3095173345"/>
              </p:ext>
            </p:extLst>
          </p:nvPr>
        </p:nvGraphicFramePr>
        <p:xfrm>
          <a:off x="1" y="795529"/>
          <a:ext cx="4276020" cy="22394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7" name="Gráfico 26"/>
          <p:cNvGraphicFramePr/>
          <p:nvPr>
            <p:extLst/>
          </p:nvPr>
        </p:nvGraphicFramePr>
        <p:xfrm>
          <a:off x="4532563" y="802693"/>
          <a:ext cx="4250194" cy="2232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3" name="Retângulo de cantos arredondados 32"/>
          <p:cNvSpPr/>
          <p:nvPr/>
        </p:nvSpPr>
        <p:spPr>
          <a:xfrm>
            <a:off x="225224" y="3577590"/>
            <a:ext cx="3878145" cy="987777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dirty="0"/>
              <a:t>Redução Consolidada</a:t>
            </a:r>
            <a:br>
              <a:rPr lang="pt-BR" sz="1600" b="1" dirty="0"/>
            </a:br>
            <a:r>
              <a:rPr lang="pt-BR" sz="1600" b="1" dirty="0"/>
              <a:t> Agosto-15 a Fevereiro-16</a:t>
            </a: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7919" y="2822883"/>
            <a:ext cx="247650" cy="17621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3" name="CaixaDeTexto 2"/>
          <p:cNvSpPr txBox="1"/>
          <p:nvPr/>
        </p:nvSpPr>
        <p:spPr>
          <a:xfrm>
            <a:off x="1" y="4848225"/>
            <a:ext cx="5871160" cy="24622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just"/>
            <a:r>
              <a:rPr lang="pt-BR" sz="1000" dirty="0">
                <a:solidFill>
                  <a:schemeClr val="bg1">
                    <a:lumMod val="65000"/>
                  </a:schemeClr>
                </a:solidFill>
              </a:rPr>
              <a:t>Informações retiradas dos indicadores de SLA e </a:t>
            </a:r>
            <a:r>
              <a:rPr lang="pt-BR" sz="1000" dirty="0" err="1">
                <a:solidFill>
                  <a:schemeClr val="bg1">
                    <a:lumMod val="65000"/>
                  </a:schemeClr>
                </a:solidFill>
              </a:rPr>
              <a:t>tProcess</a:t>
            </a:r>
            <a:r>
              <a:rPr lang="pt-BR" sz="1000" dirty="0">
                <a:solidFill>
                  <a:schemeClr val="bg1">
                    <a:lumMod val="65000"/>
                  </a:schemeClr>
                </a:solidFill>
              </a:rPr>
              <a:t>! referentes ao período de 01/03 a 08/03.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sp>
        <p:nvSpPr>
          <p:cNvPr id="35" name="CaixaDeTexto 34"/>
          <p:cNvSpPr txBox="1"/>
          <p:nvPr/>
        </p:nvSpPr>
        <p:spPr>
          <a:xfrm>
            <a:off x="514848" y="2325894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-80,3%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1307813" y="2325894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-28,6%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2073857" y="2325894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-2,9%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5075343" y="2300742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-80,3%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5871161" y="2300742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-28,6%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642177" y="2300742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+3,8%</a:t>
            </a:r>
          </a:p>
        </p:txBody>
      </p:sp>
      <p:sp>
        <p:nvSpPr>
          <p:cNvPr id="22" name="Retângulo de cantos arredondados 32"/>
          <p:cNvSpPr/>
          <p:nvPr/>
        </p:nvSpPr>
        <p:spPr>
          <a:xfrm>
            <a:off x="2758639" y="3706013"/>
            <a:ext cx="1207571" cy="709702"/>
          </a:xfrm>
          <a:prstGeom prst="round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-</a:t>
            </a:r>
            <a:r>
              <a:rPr lang="pt-BR" sz="2000" b="1" dirty="0"/>
              <a:t> 86,35%</a:t>
            </a: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84471" y="2799869"/>
            <a:ext cx="3120105" cy="2294577"/>
          </a:xfrm>
          <a:prstGeom prst="rect">
            <a:avLst/>
          </a:prstGeom>
        </p:spPr>
      </p:pic>
      <p:pic>
        <p:nvPicPr>
          <p:cNvPr id="21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497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2042608" y="271638"/>
            <a:ext cx="184731" cy="46166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none" rtlCol="0">
            <a:spAutoFit/>
          </a:bodyPr>
          <a:lstStyle/>
          <a:p>
            <a:endParaRPr lang="pt-BR" sz="2400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758032" y="69812"/>
            <a:ext cx="6254098" cy="560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Indicadores: Total de Incidentes</a:t>
            </a:r>
            <a:endParaRPr lang="pt-BR" sz="20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92175" y="4377863"/>
            <a:ext cx="955343" cy="763945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3" name="Gráfico 22"/>
          <p:cNvGraphicFramePr/>
          <p:nvPr>
            <p:extLst/>
          </p:nvPr>
        </p:nvGraphicFramePr>
        <p:xfrm>
          <a:off x="251073" y="75284"/>
          <a:ext cx="5875578" cy="30007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CaixaDeTexto 23"/>
          <p:cNvSpPr txBox="1"/>
          <p:nvPr/>
        </p:nvSpPr>
        <p:spPr>
          <a:xfrm>
            <a:off x="1078166" y="2185598"/>
            <a:ext cx="703482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2"/>
                </a:solidFill>
              </a:rPr>
              <a:t>-20,13%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2131278" y="2198042"/>
            <a:ext cx="732185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2"/>
                </a:solidFill>
              </a:rPr>
              <a:t>+11,67%</a:t>
            </a: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436" y="2794393"/>
            <a:ext cx="247650" cy="17621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8" name="CaixaDeTexto 17"/>
          <p:cNvSpPr txBox="1"/>
          <p:nvPr/>
        </p:nvSpPr>
        <p:spPr>
          <a:xfrm>
            <a:off x="3239176" y="2198042"/>
            <a:ext cx="732185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2"/>
                </a:solidFill>
              </a:rPr>
              <a:t>-9,18%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518" y="4819735"/>
            <a:ext cx="5948978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just"/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Informações retiradas dos indicadores de SLA e </a:t>
            </a:r>
            <a:r>
              <a:rPr lang="pt-BR" sz="1100" dirty="0" err="1">
                <a:solidFill>
                  <a:schemeClr val="bg1">
                    <a:lumMod val="65000"/>
                  </a:schemeClr>
                </a:solidFill>
              </a:rPr>
              <a:t>tProcess</a:t>
            </a:r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! referentes ao período de 01/03 a 08/03.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sp>
        <p:nvSpPr>
          <p:cNvPr id="22" name="Retângulo 21"/>
          <p:cNvSpPr/>
          <p:nvPr/>
        </p:nvSpPr>
        <p:spPr>
          <a:xfrm>
            <a:off x="6232760" y="1499186"/>
            <a:ext cx="2541202" cy="268419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Catálogo de Serviços;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Ação de Investigação dos Ofensores junto aos Sites;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Gestão de Problemas;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Projetos de Estabilização;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GEROT Diária de Incidentes;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Gestão de Vulnerabilidades;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Política de Mudanças (Mudança Técnica).</a:t>
            </a:r>
            <a:endParaRPr lang="pt-BR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Retângulo de cantos arredondados 14"/>
          <p:cNvSpPr/>
          <p:nvPr/>
        </p:nvSpPr>
        <p:spPr>
          <a:xfrm>
            <a:off x="6238115" y="1330154"/>
            <a:ext cx="2535847" cy="398839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Ações</a:t>
            </a:r>
            <a:endParaRPr lang="pt-BR" sz="1200" i="1" dirty="0"/>
          </a:p>
        </p:txBody>
      </p:sp>
      <p:sp>
        <p:nvSpPr>
          <p:cNvPr id="28" name="Retângulo Arredondado 27">
            <a:hlinkClick r:id="rId7" action="ppaction://hlinksldjump"/>
          </p:cNvPr>
          <p:cNvSpPr/>
          <p:nvPr/>
        </p:nvSpPr>
        <p:spPr>
          <a:xfrm rot="5400000">
            <a:off x="641691" y="3297132"/>
            <a:ext cx="232618" cy="95252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endParaRPr lang="pt-BR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Retângulo Arredondado 28">
            <a:hlinkClick r:id="rId8" action="ppaction://hlinksldjump"/>
          </p:cNvPr>
          <p:cNvSpPr/>
          <p:nvPr/>
        </p:nvSpPr>
        <p:spPr>
          <a:xfrm rot="5400000">
            <a:off x="641691" y="3644008"/>
            <a:ext cx="232618" cy="95252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endParaRPr lang="pt-BR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Retângulo Arredondado 29">
            <a:hlinkClick r:id="rId9" action="ppaction://hlinksldjump"/>
          </p:cNvPr>
          <p:cNvSpPr/>
          <p:nvPr/>
        </p:nvSpPr>
        <p:spPr>
          <a:xfrm rot="5400000">
            <a:off x="641691" y="3990451"/>
            <a:ext cx="232618" cy="95252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endParaRPr lang="pt-BR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6" name="Pictur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3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/>
          <p:cNvGrpSpPr/>
          <p:nvPr/>
        </p:nvGrpSpPr>
        <p:grpSpPr>
          <a:xfrm>
            <a:off x="1" y="108241"/>
            <a:ext cx="9144000" cy="5049962"/>
            <a:chOff x="1" y="98302"/>
            <a:chExt cx="9144000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77500" lnSpcReduction="2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3. Indicadores: Total de Incidentes Alto</a:t>
              </a:r>
              <a:endParaRPr lang="pt-BR" sz="20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" name="CaixaDeTexto 2"/>
            <p:cNvSpPr txBox="1"/>
            <p:nvPr/>
          </p:nvSpPr>
          <p:spPr>
            <a:xfrm>
              <a:off x="1" y="4848225"/>
              <a:ext cx="5948978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! referentes ao período de 01 a 08/03.</a:t>
              </a: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sp>
        <p:nvSpPr>
          <p:cNvPr id="13" name="Retângulo de cantos arredondados 12"/>
          <p:cNvSpPr>
            <a:spLocks noChangeAspect="1"/>
          </p:cNvSpPr>
          <p:nvPr/>
        </p:nvSpPr>
        <p:spPr>
          <a:xfrm>
            <a:off x="7527600" y="740192"/>
            <a:ext cx="1440000" cy="352000"/>
          </a:xfrm>
          <a:prstGeom prst="roundRect">
            <a:avLst/>
          </a:prstGeom>
          <a:solidFill>
            <a:srgbClr val="92D05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Meta 250</a:t>
            </a:r>
          </a:p>
        </p:txBody>
      </p:sp>
      <p:sp>
        <p:nvSpPr>
          <p:cNvPr id="14" name="Retângulo de cantos arredondados 12"/>
          <p:cNvSpPr>
            <a:spLocks noChangeAspect="1"/>
          </p:cNvSpPr>
          <p:nvPr/>
        </p:nvSpPr>
        <p:spPr>
          <a:xfrm>
            <a:off x="7527600" y="1186770"/>
            <a:ext cx="1440000" cy="352000"/>
          </a:xfrm>
          <a:prstGeom prst="roundRect">
            <a:avLst/>
          </a:prstGeom>
          <a:solidFill>
            <a:srgbClr val="0070C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Atual 50</a:t>
            </a:r>
          </a:p>
        </p:txBody>
      </p:sp>
      <p:sp>
        <p:nvSpPr>
          <p:cNvPr id="16" name="Seta para Baixo 15">
            <a:hlinkClick r:id="rId6" action="ppaction://hlinksldjump"/>
          </p:cNvPr>
          <p:cNvSpPr/>
          <p:nvPr/>
        </p:nvSpPr>
        <p:spPr>
          <a:xfrm rot="5400000">
            <a:off x="7597154" y="4368352"/>
            <a:ext cx="499334" cy="952525"/>
          </a:xfrm>
          <a:prstGeom prst="downArrow">
            <a:avLst>
              <a:gd name="adj1" fmla="val 50000"/>
              <a:gd name="adj2" fmla="val 6497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pt-BR" sz="1400" b="1" dirty="0"/>
              <a:t>Voltar</a:t>
            </a:r>
            <a:endParaRPr lang="pt-BR" b="1" dirty="0"/>
          </a:p>
        </p:txBody>
      </p:sp>
      <p:pic>
        <p:nvPicPr>
          <p:cNvPr id="15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079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/>
          <p:cNvGrpSpPr/>
          <p:nvPr/>
        </p:nvGrpSpPr>
        <p:grpSpPr>
          <a:xfrm>
            <a:off x="1" y="108241"/>
            <a:ext cx="9144000" cy="5049962"/>
            <a:chOff x="1" y="98302"/>
            <a:chExt cx="9144000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70000" lnSpcReduction="2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3. Indicadores: Total de Incidentes Médio</a:t>
              </a:r>
              <a:endParaRPr lang="pt-BR" sz="20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" name="CaixaDeTexto 2"/>
            <p:cNvSpPr txBox="1"/>
            <p:nvPr/>
          </p:nvSpPr>
          <p:spPr>
            <a:xfrm>
              <a:off x="1" y="4848225"/>
              <a:ext cx="5948978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! referentes ao período de 01 a 08/03.</a:t>
              </a: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sp>
        <p:nvSpPr>
          <p:cNvPr id="13" name="Retângulo de cantos arredondados 12"/>
          <p:cNvSpPr>
            <a:spLocks noChangeAspect="1"/>
          </p:cNvSpPr>
          <p:nvPr/>
        </p:nvSpPr>
        <p:spPr>
          <a:xfrm>
            <a:off x="7525761" y="714053"/>
            <a:ext cx="1440000" cy="352000"/>
          </a:xfrm>
          <a:prstGeom prst="roundRect">
            <a:avLst/>
          </a:prstGeom>
          <a:solidFill>
            <a:srgbClr val="92D05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Meta 11.402</a:t>
            </a:r>
          </a:p>
        </p:txBody>
      </p:sp>
      <p:sp>
        <p:nvSpPr>
          <p:cNvPr id="12" name="Retângulo de cantos arredondados 12"/>
          <p:cNvSpPr>
            <a:spLocks noChangeAspect="1"/>
          </p:cNvSpPr>
          <p:nvPr/>
        </p:nvSpPr>
        <p:spPr>
          <a:xfrm>
            <a:off x="7525761" y="1199778"/>
            <a:ext cx="1440000" cy="352000"/>
          </a:xfrm>
          <a:prstGeom prst="roundRect">
            <a:avLst/>
          </a:prstGeom>
          <a:solidFill>
            <a:srgbClr val="0070C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Atual 4.003</a:t>
            </a:r>
          </a:p>
        </p:txBody>
      </p:sp>
      <p:sp>
        <p:nvSpPr>
          <p:cNvPr id="15" name="Seta para Baixo 14">
            <a:hlinkClick r:id="rId6" action="ppaction://hlinksldjump"/>
          </p:cNvPr>
          <p:cNvSpPr/>
          <p:nvPr/>
        </p:nvSpPr>
        <p:spPr>
          <a:xfrm rot="5400000">
            <a:off x="7597154" y="4368352"/>
            <a:ext cx="499334" cy="952525"/>
          </a:xfrm>
          <a:prstGeom prst="downArrow">
            <a:avLst>
              <a:gd name="adj1" fmla="val 50000"/>
              <a:gd name="adj2" fmla="val 6497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pt-BR" sz="1400" b="1" dirty="0"/>
              <a:t>Voltar</a:t>
            </a:r>
            <a:endParaRPr lang="pt-BR" b="1" dirty="0"/>
          </a:p>
        </p:txBody>
      </p:sp>
      <p:pic>
        <p:nvPicPr>
          <p:cNvPr id="14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485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Gráfico 17"/>
          <p:cNvGraphicFramePr>
            <a:graphicFrameLocks noGrp="1"/>
          </p:cNvGraphicFramePr>
          <p:nvPr>
            <p:extLst/>
          </p:nvPr>
        </p:nvGraphicFramePr>
        <p:xfrm>
          <a:off x="10944" y="483605"/>
          <a:ext cx="7232400" cy="460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" name="Agrupar 1"/>
          <p:cNvGrpSpPr/>
          <p:nvPr/>
        </p:nvGrpSpPr>
        <p:grpSpPr>
          <a:xfrm>
            <a:off x="1" y="148921"/>
            <a:ext cx="9144000" cy="5049962"/>
            <a:chOff x="1" y="98302"/>
            <a:chExt cx="9144000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70000" lnSpcReduction="2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3. Indicadores: Total de Incidentes Baixo</a:t>
              </a: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" name="CaixaDeTexto 2"/>
            <p:cNvSpPr txBox="1"/>
            <p:nvPr/>
          </p:nvSpPr>
          <p:spPr>
            <a:xfrm>
              <a:off x="1" y="4848225"/>
              <a:ext cx="5948978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! referentes ao período de 01 a 08/03.</a:t>
              </a: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sp>
        <p:nvSpPr>
          <p:cNvPr id="14" name="Retângulo de cantos arredondados 12"/>
          <p:cNvSpPr>
            <a:spLocks noChangeAspect="1"/>
          </p:cNvSpPr>
          <p:nvPr/>
        </p:nvSpPr>
        <p:spPr>
          <a:xfrm>
            <a:off x="7525761" y="714053"/>
            <a:ext cx="1440000" cy="352000"/>
          </a:xfrm>
          <a:prstGeom prst="roundRect">
            <a:avLst/>
          </a:prstGeom>
          <a:solidFill>
            <a:srgbClr val="92D05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Meta 7.594</a:t>
            </a:r>
          </a:p>
        </p:txBody>
      </p:sp>
      <p:sp>
        <p:nvSpPr>
          <p:cNvPr id="15" name="Retângulo de cantos arredondados 12"/>
          <p:cNvSpPr>
            <a:spLocks noChangeAspect="1"/>
          </p:cNvSpPr>
          <p:nvPr/>
        </p:nvSpPr>
        <p:spPr>
          <a:xfrm>
            <a:off x="7525761" y="1199778"/>
            <a:ext cx="1440000" cy="352000"/>
          </a:xfrm>
          <a:prstGeom prst="roundRect">
            <a:avLst/>
          </a:prstGeom>
          <a:solidFill>
            <a:srgbClr val="0070C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Atual 2.877</a:t>
            </a:r>
          </a:p>
        </p:txBody>
      </p:sp>
      <p:sp>
        <p:nvSpPr>
          <p:cNvPr id="16" name="Seta para Baixo 15">
            <a:hlinkClick r:id="rId7" action="ppaction://hlinksldjump"/>
          </p:cNvPr>
          <p:cNvSpPr/>
          <p:nvPr/>
        </p:nvSpPr>
        <p:spPr>
          <a:xfrm rot="5400000">
            <a:off x="7597154" y="4368352"/>
            <a:ext cx="499334" cy="952525"/>
          </a:xfrm>
          <a:prstGeom prst="downArrow">
            <a:avLst>
              <a:gd name="adj1" fmla="val 50000"/>
              <a:gd name="adj2" fmla="val 6497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pt-BR" sz="1400" b="1" dirty="0"/>
              <a:t>Voltar</a:t>
            </a:r>
            <a:endParaRPr lang="pt-BR" b="1" dirty="0"/>
          </a:p>
        </p:txBody>
      </p:sp>
      <p:pic>
        <p:nvPicPr>
          <p:cNvPr id="19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539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Agrupar 41"/>
          <p:cNvGrpSpPr/>
          <p:nvPr/>
        </p:nvGrpSpPr>
        <p:grpSpPr>
          <a:xfrm rot="20909702">
            <a:off x="5885456" y="483370"/>
            <a:ext cx="2921436" cy="1232690"/>
            <a:chOff x="4656528" y="1965933"/>
            <a:chExt cx="4176406" cy="1737150"/>
          </a:xfrm>
        </p:grpSpPr>
        <p:grpSp>
          <p:nvGrpSpPr>
            <p:cNvPr id="43" name="Agrupar 42"/>
            <p:cNvGrpSpPr/>
            <p:nvPr/>
          </p:nvGrpSpPr>
          <p:grpSpPr>
            <a:xfrm>
              <a:off x="4656528" y="1965933"/>
              <a:ext cx="4176406" cy="1737150"/>
              <a:chOff x="-19680" y="3542711"/>
              <a:chExt cx="8928992" cy="3176829"/>
            </a:xfrm>
          </p:grpSpPr>
          <p:pic>
            <p:nvPicPr>
              <p:cNvPr id="45" name="Imagem 4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9680" y="3562773"/>
                <a:ext cx="8928992" cy="3156767"/>
              </a:xfrm>
              <a:prstGeom prst="rect">
                <a:avLst/>
              </a:prstGeom>
            </p:spPr>
          </p:pic>
          <p:sp>
            <p:nvSpPr>
              <p:cNvPr id="46" name="CaixaDeTexto 45"/>
              <p:cNvSpPr txBox="1"/>
              <p:nvPr/>
            </p:nvSpPr>
            <p:spPr>
              <a:xfrm>
                <a:off x="1043609" y="3542711"/>
                <a:ext cx="7200799" cy="786632"/>
              </a:xfrm>
              <a:prstGeom prst="rect">
                <a:avLst/>
              </a:prstGeom>
              <a:solidFill>
                <a:srgbClr val="FFC000">
                  <a:alpha val="25098"/>
                </a:srgb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pt-BR" dirty="0"/>
              </a:p>
            </p:txBody>
          </p:sp>
          <p:sp>
            <p:nvSpPr>
              <p:cNvPr id="47" name="CaixaDeTexto 46"/>
              <p:cNvSpPr txBox="1"/>
              <p:nvPr/>
            </p:nvSpPr>
            <p:spPr>
              <a:xfrm>
                <a:off x="2152303" y="5664850"/>
                <a:ext cx="3509340" cy="786632"/>
              </a:xfrm>
              <a:prstGeom prst="rect">
                <a:avLst/>
              </a:prstGeom>
              <a:solidFill>
                <a:srgbClr val="FFC000">
                  <a:alpha val="25098"/>
                </a:srgb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pt-BR" dirty="0"/>
              </a:p>
            </p:txBody>
          </p:sp>
        </p:grpSp>
        <p:pic>
          <p:nvPicPr>
            <p:cNvPr id="44" name="Picture 2" descr="http://2.bp.blogspot.com/-FA13KvVejpc/VZrjx0SSpwI/AAAAAAAAAfM/sTNY7bS_mxI/s1600/done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4706" y="2118613"/>
              <a:ext cx="1514054" cy="15140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4086" y="280913"/>
            <a:ext cx="1603348" cy="291323"/>
          </a:xfrm>
          <a:prstGeom prst="rect">
            <a:avLst/>
          </a:prstGeom>
        </p:spPr>
      </p:pic>
      <p:sp>
        <p:nvSpPr>
          <p:cNvPr id="22" name="Title 1"/>
          <p:cNvSpPr txBox="1">
            <a:spLocks/>
          </p:cNvSpPr>
          <p:nvPr/>
        </p:nvSpPr>
        <p:spPr>
          <a:xfrm>
            <a:off x="518663" y="109365"/>
            <a:ext cx="6770459" cy="560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6. 2ª Fase – T2R – Objetivos</a:t>
            </a:r>
          </a:p>
        </p:txBody>
      </p:sp>
      <p:sp>
        <p:nvSpPr>
          <p:cNvPr id="41" name="Subtítulo 2"/>
          <p:cNvSpPr txBox="1">
            <a:spLocks/>
          </p:cNvSpPr>
          <p:nvPr/>
        </p:nvSpPr>
        <p:spPr>
          <a:xfrm>
            <a:off x="74938" y="960667"/>
            <a:ext cx="5780348" cy="1107138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pt-BR" sz="2200" dirty="0">
                <a:cs typeface="Aharoni" panose="02010803020104030203" pitchFamily="2" charset="-79"/>
              </a:rPr>
              <a:t>Para consolidar a Estabilidade Operacional é preciso agora </a:t>
            </a:r>
            <a:r>
              <a:rPr lang="pt-BR" sz="2200" b="1" dirty="0">
                <a:cs typeface="Aharoni" panose="02010803020104030203" pitchFamily="2" charset="-79"/>
              </a:rPr>
              <a:t>manter o ímpeto</a:t>
            </a:r>
            <a:r>
              <a:rPr lang="pt-BR" sz="2200" dirty="0">
                <a:cs typeface="Aharoni" panose="02010803020104030203" pitchFamily="2" charset="-79"/>
              </a:rPr>
              <a:t> e melhorar as práticas relacionadas a </a:t>
            </a:r>
            <a:r>
              <a:rPr lang="pt-BR" sz="2200" b="1" i="1" dirty="0">
                <a:cs typeface="Aharoni" panose="02010803020104030203" pitchFamily="2" charset="-79"/>
              </a:rPr>
              <a:t>Transition to Run </a:t>
            </a:r>
            <a:r>
              <a:rPr lang="pt-BR" sz="2200" b="1" dirty="0">
                <a:cs typeface="Aharoni" panose="02010803020104030203" pitchFamily="2" charset="-79"/>
              </a:rPr>
              <a:t>– T2R</a:t>
            </a:r>
            <a:r>
              <a:rPr lang="pt-BR" sz="2200" dirty="0">
                <a:cs typeface="Aharoni" panose="02010803020104030203" pitchFamily="2" charset="-79"/>
              </a:rPr>
              <a:t>.</a:t>
            </a:r>
          </a:p>
        </p:txBody>
      </p:sp>
      <p:sp>
        <p:nvSpPr>
          <p:cNvPr id="48" name="Subtítulo 2"/>
          <p:cNvSpPr txBox="1">
            <a:spLocks/>
          </p:cNvSpPr>
          <p:nvPr/>
        </p:nvSpPr>
        <p:spPr>
          <a:xfrm>
            <a:off x="0" y="1954024"/>
            <a:ext cx="8907433" cy="149315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Os processos de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T2R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 devem considerar todo o ciclo da mudança, desde a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demanda por serviços novos ou alterados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 por parte das unidades de</a:t>
            </a:r>
            <a:b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</a:b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negócio até as atualizações tecnológicas efetuadas pelas equipes de TI até sua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estabilização em ambiente de produção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.</a:t>
            </a:r>
          </a:p>
          <a:p>
            <a:pPr algn="r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  <a:p>
            <a:pPr algn="r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</p:txBody>
      </p:sp>
      <p:pic>
        <p:nvPicPr>
          <p:cNvPr id="49" name="Imagem 4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332" y="3380497"/>
            <a:ext cx="8303012" cy="1758695"/>
          </a:xfrm>
          <a:prstGeom prst="rect">
            <a:avLst/>
          </a:prstGeom>
        </p:spPr>
      </p:pic>
      <p:grpSp>
        <p:nvGrpSpPr>
          <p:cNvPr id="27" name="Agrupar 26"/>
          <p:cNvGrpSpPr/>
          <p:nvPr/>
        </p:nvGrpSpPr>
        <p:grpSpPr>
          <a:xfrm>
            <a:off x="8302427" y="2320565"/>
            <a:ext cx="841573" cy="2827698"/>
            <a:chOff x="8188658" y="2674201"/>
            <a:chExt cx="955343" cy="2474063"/>
          </a:xfrm>
        </p:grpSpPr>
        <p:pic>
          <p:nvPicPr>
            <p:cNvPr id="30" name="Picture 2"/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Imagem 35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75454" y="2674201"/>
              <a:ext cx="268546" cy="191080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58114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4086" y="280913"/>
            <a:ext cx="1603348" cy="291323"/>
          </a:xfrm>
          <a:prstGeom prst="rect">
            <a:avLst/>
          </a:prstGeom>
        </p:spPr>
      </p:pic>
      <p:sp>
        <p:nvSpPr>
          <p:cNvPr id="22" name="Title 1"/>
          <p:cNvSpPr txBox="1">
            <a:spLocks/>
          </p:cNvSpPr>
          <p:nvPr/>
        </p:nvSpPr>
        <p:spPr>
          <a:xfrm>
            <a:off x="518663" y="109365"/>
            <a:ext cx="6770459" cy="560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6. 2ª Fase – T2R – Ações</a:t>
            </a:r>
          </a:p>
        </p:txBody>
      </p:sp>
      <p:grpSp>
        <p:nvGrpSpPr>
          <p:cNvPr id="27" name="Agrupar 26"/>
          <p:cNvGrpSpPr/>
          <p:nvPr/>
        </p:nvGrpSpPr>
        <p:grpSpPr>
          <a:xfrm>
            <a:off x="8302427" y="2320565"/>
            <a:ext cx="841573" cy="2827698"/>
            <a:chOff x="8188658" y="2674201"/>
            <a:chExt cx="955343" cy="2474063"/>
          </a:xfrm>
        </p:grpSpPr>
        <p:pic>
          <p:nvPicPr>
            <p:cNvPr id="30" name="Picture 2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Imagem 35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75454" y="2674201"/>
              <a:ext cx="268546" cy="191080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  <p:sp>
        <p:nvSpPr>
          <p:cNvPr id="17" name="Subtítulo 2"/>
          <p:cNvSpPr txBox="1">
            <a:spLocks/>
          </p:cNvSpPr>
          <p:nvPr/>
        </p:nvSpPr>
        <p:spPr>
          <a:xfrm>
            <a:off x="82659" y="861620"/>
            <a:ext cx="8611722" cy="303451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dirty="0">
                <a:cs typeface="Aharoni" panose="02010803020104030203" pitchFamily="2" charset="-79"/>
              </a:rPr>
              <a:t>As ações para consolidar a melhoria da estabilidade operacional são as seguintes: </a:t>
            </a:r>
          </a:p>
          <a:p>
            <a:pPr marL="0" indent="0">
              <a:buNone/>
            </a:pPr>
            <a:endParaRPr lang="pt-BR" sz="2000" dirty="0">
              <a:cs typeface="Aharoni" panose="02010803020104030203" pitchFamily="2" charset="-79"/>
            </a:endParaRPr>
          </a:p>
          <a:p>
            <a:pPr marL="0" indent="0" algn="r">
              <a:buNone/>
            </a:pPr>
            <a:r>
              <a:rPr lang="pt-BR" sz="2000" dirty="0">
                <a:cs typeface="Aharoni" panose="02010803020104030203" pitchFamily="2" charset="-79"/>
              </a:rPr>
              <a:t>0. </a:t>
            </a:r>
            <a:r>
              <a:rPr lang="pt-BR" sz="2000" b="1" dirty="0">
                <a:cs typeface="Aharoni" panose="02010803020104030203" pitchFamily="2" charset="-79"/>
              </a:rPr>
              <a:t>Manter o ímpeto</a:t>
            </a:r>
            <a:r>
              <a:rPr lang="pt-BR" sz="2000" dirty="0">
                <a:cs typeface="Aharoni" panose="02010803020104030203" pitchFamily="2" charset="-79"/>
              </a:rPr>
              <a:t> das conquistas da Gestão de Problemas e Incidentes;</a:t>
            </a:r>
          </a:p>
          <a:p>
            <a:pPr marL="0" indent="0" algn="r">
              <a:buNone/>
            </a:pPr>
            <a:r>
              <a:rPr lang="pt-BR" sz="2000" dirty="0">
                <a:cs typeface="Aharoni" panose="02010803020104030203" pitchFamily="2" charset="-79"/>
              </a:rPr>
              <a:t>1. Identificar e documentar </a:t>
            </a:r>
            <a:r>
              <a:rPr lang="pt-BR" sz="2000" b="1" dirty="0">
                <a:cs typeface="Aharoni" panose="02010803020104030203" pitchFamily="2" charset="-79"/>
              </a:rPr>
              <a:t>Canais e Serviços de TI</a:t>
            </a:r>
            <a:r>
              <a:rPr lang="pt-BR" sz="2000" dirty="0">
                <a:cs typeface="Aharoni" panose="02010803020104030203" pitchFamily="2" charset="-79"/>
              </a:rPr>
              <a:t>;</a:t>
            </a:r>
          </a:p>
          <a:p>
            <a:pPr marL="0" indent="0" algn="r">
              <a:buNone/>
            </a:pPr>
            <a:r>
              <a:rPr lang="pt-BR" sz="2000" dirty="0">
                <a:cs typeface="Aharoni" panose="02010803020104030203" pitchFamily="2" charset="-79"/>
              </a:rPr>
              <a:t>2. Identificar os </a:t>
            </a:r>
            <a:r>
              <a:rPr lang="pt-BR" sz="2000" b="1" dirty="0">
                <a:cs typeface="Aharoni" panose="02010803020104030203" pitchFamily="2" charset="-79"/>
              </a:rPr>
              <a:t>Ativos dos Serviços</a:t>
            </a:r>
            <a:r>
              <a:rPr lang="pt-BR" sz="2000" dirty="0">
                <a:cs typeface="Aharoni" panose="02010803020104030203" pitchFamily="2" charset="-79"/>
              </a:rPr>
              <a:t> e sua </a:t>
            </a:r>
            <a:r>
              <a:rPr lang="pt-BR" sz="2000" b="1" dirty="0">
                <a:cs typeface="Aharoni" panose="02010803020104030203" pitchFamily="2" charset="-79"/>
              </a:rPr>
              <a:t>Configuração;</a:t>
            </a:r>
          </a:p>
          <a:p>
            <a:pPr marL="0" indent="0" algn="r">
              <a:buNone/>
            </a:pPr>
            <a:endParaRPr lang="pt-BR" sz="2000" b="1" dirty="0">
              <a:cs typeface="Aharoni" panose="02010803020104030203" pitchFamily="2" charset="-79"/>
            </a:endParaRPr>
          </a:p>
          <a:p>
            <a:pPr marL="0" indent="0" algn="r">
              <a:buNone/>
            </a:pPr>
            <a:endParaRPr lang="pt-BR" sz="2000" b="1" dirty="0">
              <a:cs typeface="Aharoni" panose="02010803020104030203" pitchFamily="2" charset="-79"/>
            </a:endParaRPr>
          </a:p>
          <a:p>
            <a:pPr marL="0" indent="0" algn="r">
              <a:buNone/>
            </a:pPr>
            <a:endParaRPr lang="pt-BR" sz="2000" dirty="0">
              <a:cs typeface="Aharoni" panose="02010803020104030203" pitchFamily="2" charset="-79"/>
            </a:endParaRPr>
          </a:p>
          <a:p>
            <a:pPr marL="0" indent="0" algn="r">
              <a:buNone/>
            </a:pPr>
            <a:r>
              <a:rPr lang="pt-BR" sz="2000" dirty="0">
                <a:cs typeface="Aharoni" panose="02010803020104030203" pitchFamily="2" charset="-79"/>
              </a:rPr>
              <a:t>3. Revisar e melhorar o processo e os </a:t>
            </a:r>
            <a:r>
              <a:rPr lang="pt-BR" sz="2000" b="1" dirty="0">
                <a:cs typeface="Aharoni" panose="02010803020104030203" pitchFamily="2" charset="-79"/>
              </a:rPr>
              <a:t>ritos de Gestão de Mudanças</a:t>
            </a:r>
            <a:r>
              <a:rPr lang="pt-BR" sz="2000" dirty="0">
                <a:cs typeface="Aharoni" panose="02010803020104030203" pitchFamily="2" charset="-79"/>
              </a:rPr>
              <a:t>;</a:t>
            </a:r>
          </a:p>
          <a:p>
            <a:pPr marL="0" indent="0" algn="r">
              <a:buNone/>
            </a:pPr>
            <a:r>
              <a:rPr lang="pt-BR" sz="2000" dirty="0">
                <a:cs typeface="Aharoni" panose="02010803020104030203" pitchFamily="2" charset="-79"/>
              </a:rPr>
              <a:t>4. Vincular Gestão de </a:t>
            </a:r>
            <a:r>
              <a:rPr lang="pt-BR" sz="2000" b="1" dirty="0">
                <a:cs typeface="Aharoni" panose="02010803020104030203" pitchFamily="2" charset="-79"/>
              </a:rPr>
              <a:t>Demandas, Projetos e Mudanças</a:t>
            </a:r>
            <a:r>
              <a:rPr lang="pt-BR" sz="2000" dirty="0">
                <a:cs typeface="Aharoni" panose="02010803020104030203" pitchFamily="2" charset="-79"/>
              </a:rPr>
              <a:t>;</a:t>
            </a:r>
          </a:p>
          <a:p>
            <a:pPr marL="0" indent="0" algn="r">
              <a:buNone/>
            </a:pPr>
            <a:r>
              <a:rPr lang="pt-BR" sz="2000" dirty="0">
                <a:cs typeface="Aharoni" panose="02010803020104030203" pitchFamily="2" charset="-79"/>
              </a:rPr>
              <a:t>5. Aumentar o </a:t>
            </a:r>
            <a:r>
              <a:rPr lang="pt-BR" sz="2000" b="1" dirty="0">
                <a:cs typeface="Aharoni" panose="02010803020104030203" pitchFamily="2" charset="-79"/>
              </a:rPr>
              <a:t>compromisso com a qualidade </a:t>
            </a:r>
            <a:r>
              <a:rPr lang="pt-BR" sz="2000" dirty="0">
                <a:cs typeface="Aharoni" panose="02010803020104030203" pitchFamily="2" charset="-79"/>
              </a:rPr>
              <a:t>nas implantações e Mudanças.</a:t>
            </a:r>
          </a:p>
          <a:p>
            <a:pPr marL="0" indent="0" algn="r">
              <a:buNone/>
            </a:pPr>
            <a:endParaRPr lang="pt-BR" sz="2000" dirty="0">
              <a:cs typeface="Aharoni" panose="02010803020104030203" pitchFamily="2" charset="-79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8523" y="2837957"/>
            <a:ext cx="4692724" cy="919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03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-1" y="-28222"/>
            <a:ext cx="9144002" cy="5150996"/>
            <a:chOff x="-1" y="2435"/>
            <a:chExt cx="9144002" cy="5150996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" y="2435"/>
              <a:ext cx="928369" cy="913131"/>
            </a:xfrm>
            <a:prstGeom prst="rect">
              <a:avLst/>
            </a:prstGeom>
          </p:spPr>
        </p:pic>
        <p:grpSp>
          <p:nvGrpSpPr>
            <p:cNvPr id="2" name="Agrupar 1"/>
            <p:cNvGrpSpPr/>
            <p:nvPr/>
          </p:nvGrpSpPr>
          <p:grpSpPr>
            <a:xfrm>
              <a:off x="1763688" y="309780"/>
              <a:ext cx="7380313" cy="4843651"/>
              <a:chOff x="2039091" y="300128"/>
              <a:chExt cx="7104910" cy="4848136"/>
            </a:xfrm>
          </p:grpSpPr>
          <p:sp>
            <p:nvSpPr>
              <p:cNvPr id="6" name="CaixaDeTexto 5"/>
              <p:cNvSpPr txBox="1"/>
              <p:nvPr/>
            </p:nvSpPr>
            <p:spPr>
              <a:xfrm>
                <a:off x="2039091" y="300128"/>
                <a:ext cx="184731" cy="462093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none" rtlCol="0">
                <a:spAutoFit/>
              </a:bodyPr>
              <a:lstStyle/>
              <a:p>
                <a:endParaRPr lang="pt-BR" sz="2400" dirty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0" t="78172" r="18395" b="12686"/>
              <a:stretch/>
            </p:blipFill>
            <p:spPr bwMode="auto">
              <a:xfrm>
                <a:off x="8188658" y="4384319"/>
                <a:ext cx="955343" cy="763945"/>
              </a:xfrm>
              <a:prstGeom prst="rect">
                <a:avLst/>
              </a:prstGeom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26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20272" y="201819"/>
              <a:ext cx="1866343" cy="338794"/>
            </a:xfrm>
            <a:prstGeom prst="rect">
              <a:avLst/>
            </a:prstGeom>
          </p:spPr>
        </p:pic>
      </p:grpSp>
      <p:sp>
        <p:nvSpPr>
          <p:cNvPr id="14" name="Title 1"/>
          <p:cNvSpPr txBox="1">
            <a:spLocks/>
          </p:cNvSpPr>
          <p:nvPr/>
        </p:nvSpPr>
        <p:spPr>
          <a:xfrm>
            <a:off x="562659" y="-14516"/>
            <a:ext cx="6562970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 T2R – Interfaces Atuais</a:t>
            </a:r>
            <a:endParaRPr lang="pt-BR" sz="1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34" name="Agrupar 1033"/>
          <p:cNvGrpSpPr/>
          <p:nvPr/>
        </p:nvGrpSpPr>
        <p:grpSpPr>
          <a:xfrm>
            <a:off x="1815642" y="3356339"/>
            <a:ext cx="1693025" cy="2012560"/>
            <a:chOff x="1815642" y="3356339"/>
            <a:chExt cx="1693025" cy="2012560"/>
          </a:xfrm>
        </p:grpSpPr>
        <p:sp>
          <p:nvSpPr>
            <p:cNvPr id="12" name="Seta para Baixo 11"/>
            <p:cNvSpPr/>
            <p:nvPr/>
          </p:nvSpPr>
          <p:spPr>
            <a:xfrm rot="19695576">
              <a:off x="2059007" y="3730675"/>
              <a:ext cx="225396" cy="164293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aphicFrame>
          <p:nvGraphicFramePr>
            <p:cNvPr id="17" name="Diagrama 16"/>
            <p:cNvGraphicFramePr/>
            <p:nvPr>
              <p:extLst/>
            </p:nvPr>
          </p:nvGraphicFramePr>
          <p:xfrm>
            <a:off x="1815642" y="3356339"/>
            <a:ext cx="1693025" cy="201256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6" r:lo="rId7" r:qs="rId8" r:cs="rId9"/>
            </a:graphicData>
          </a:graphic>
        </p:graphicFrame>
      </p:grpSp>
      <p:grpSp>
        <p:nvGrpSpPr>
          <p:cNvPr id="1032" name="Agrupar 1031"/>
          <p:cNvGrpSpPr/>
          <p:nvPr/>
        </p:nvGrpSpPr>
        <p:grpSpPr>
          <a:xfrm>
            <a:off x="581883" y="1111359"/>
            <a:ext cx="2263043" cy="2504681"/>
            <a:chOff x="581883" y="1111359"/>
            <a:chExt cx="2263043" cy="2504681"/>
          </a:xfrm>
        </p:grpSpPr>
        <p:graphicFrame>
          <p:nvGraphicFramePr>
            <p:cNvPr id="9" name="Diagrama 8"/>
            <p:cNvGraphicFramePr/>
            <p:nvPr>
              <p:extLst/>
            </p:nvPr>
          </p:nvGraphicFramePr>
          <p:xfrm>
            <a:off x="581883" y="1111361"/>
            <a:ext cx="2263043" cy="250467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1" r:lo="rId12" r:qs="rId13" r:cs="rId14"/>
            </a:graphicData>
          </a:graphic>
        </p:graphicFrame>
        <p:sp>
          <p:nvSpPr>
            <p:cNvPr id="24" name="CaixaDeTexto 23"/>
            <p:cNvSpPr txBox="1"/>
            <p:nvPr/>
          </p:nvSpPr>
          <p:spPr>
            <a:xfrm>
              <a:off x="833314" y="1111359"/>
              <a:ext cx="17623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Demandas</a:t>
              </a:r>
            </a:p>
          </p:txBody>
        </p:sp>
      </p:grpSp>
      <p:grpSp>
        <p:nvGrpSpPr>
          <p:cNvPr id="1035" name="Agrupar 1034"/>
          <p:cNvGrpSpPr/>
          <p:nvPr/>
        </p:nvGrpSpPr>
        <p:grpSpPr>
          <a:xfrm>
            <a:off x="3508667" y="4225176"/>
            <a:ext cx="4851796" cy="635688"/>
            <a:chOff x="3508667" y="4225176"/>
            <a:chExt cx="4851796" cy="635688"/>
          </a:xfrm>
        </p:grpSpPr>
        <p:sp>
          <p:nvSpPr>
            <p:cNvPr id="22" name="Divisa 21"/>
            <p:cNvSpPr/>
            <p:nvPr/>
          </p:nvSpPr>
          <p:spPr>
            <a:xfrm>
              <a:off x="3508667" y="4225300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Iniciação</a:t>
              </a:r>
            </a:p>
          </p:txBody>
        </p:sp>
        <p:sp>
          <p:nvSpPr>
            <p:cNvPr id="27" name="Divisa 26"/>
            <p:cNvSpPr/>
            <p:nvPr/>
          </p:nvSpPr>
          <p:spPr>
            <a:xfrm>
              <a:off x="4721616" y="4225300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Planejamento</a:t>
              </a:r>
            </a:p>
          </p:txBody>
        </p:sp>
        <p:sp>
          <p:nvSpPr>
            <p:cNvPr id="28" name="Divisa 27"/>
            <p:cNvSpPr/>
            <p:nvPr/>
          </p:nvSpPr>
          <p:spPr>
            <a:xfrm>
              <a:off x="5934565" y="4225300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Execução</a:t>
              </a:r>
            </a:p>
          </p:txBody>
        </p:sp>
        <p:sp>
          <p:nvSpPr>
            <p:cNvPr id="29" name="Divisa 28"/>
            <p:cNvSpPr/>
            <p:nvPr/>
          </p:nvSpPr>
          <p:spPr>
            <a:xfrm>
              <a:off x="7147514" y="4225176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Encerramento</a:t>
              </a:r>
            </a:p>
          </p:txBody>
        </p:sp>
        <p:sp>
          <p:nvSpPr>
            <p:cNvPr id="35" name="CaixaDeTexto 34"/>
            <p:cNvSpPr txBox="1"/>
            <p:nvPr/>
          </p:nvSpPr>
          <p:spPr>
            <a:xfrm>
              <a:off x="5247422" y="4553087"/>
              <a:ext cx="16751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Projetos</a:t>
              </a:r>
            </a:p>
          </p:txBody>
        </p:sp>
      </p:grpSp>
      <p:sp>
        <p:nvSpPr>
          <p:cNvPr id="1028" name="AutoShape 6" descr="https://marketplacecdn.yoyogames.com/images/assets/609/icon/1409360641_large.jpg?140936064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9" name="AutoShape 6" descr="https://marketplacecdn.yoyogames.com/images/assets/609/icon/1409360641_large.jpg?1409360641"/>
          <p:cNvSpPr>
            <a:spLocks noChangeAspect="1" noChangeArrowheads="1"/>
          </p:cNvSpPr>
          <p:nvPr/>
        </p:nvSpPr>
        <p:spPr bwMode="auto">
          <a:xfrm rot="16003107">
            <a:off x="-645092" y="-86582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1036" name="Agrupar 1035"/>
          <p:cNvGrpSpPr/>
          <p:nvPr/>
        </p:nvGrpSpPr>
        <p:grpSpPr>
          <a:xfrm>
            <a:off x="6344468" y="1111361"/>
            <a:ext cx="1927292" cy="3104828"/>
            <a:chOff x="6225745" y="1111361"/>
            <a:chExt cx="1927292" cy="3104828"/>
          </a:xfrm>
        </p:grpSpPr>
        <p:sp>
          <p:nvSpPr>
            <p:cNvPr id="25" name="CaixaDeTexto 24"/>
            <p:cNvSpPr txBox="1"/>
            <p:nvPr/>
          </p:nvSpPr>
          <p:spPr>
            <a:xfrm>
              <a:off x="6225745" y="1111361"/>
              <a:ext cx="19272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Mudanças</a:t>
              </a:r>
            </a:p>
          </p:txBody>
        </p:sp>
        <p:graphicFrame>
          <p:nvGraphicFramePr>
            <p:cNvPr id="23" name="Diagrama 22"/>
            <p:cNvGraphicFramePr/>
            <p:nvPr>
              <p:extLst/>
            </p:nvPr>
          </p:nvGraphicFramePr>
          <p:xfrm>
            <a:off x="6468233" y="1503266"/>
            <a:ext cx="1442317" cy="134995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6" r:lo="rId17" r:qs="rId18" r:cs="rId19"/>
            </a:graphicData>
          </a:graphic>
        </p:graphicFrame>
        <p:sp>
          <p:nvSpPr>
            <p:cNvPr id="40" name="Divisa 39"/>
            <p:cNvSpPr/>
            <p:nvPr/>
          </p:nvSpPr>
          <p:spPr>
            <a:xfrm rot="17864150">
              <a:off x="6277815" y="3497493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Abre GMUD</a:t>
              </a:r>
            </a:p>
          </p:txBody>
        </p:sp>
      </p:grpSp>
      <p:grpSp>
        <p:nvGrpSpPr>
          <p:cNvPr id="1033" name="Agrupar 1032"/>
          <p:cNvGrpSpPr/>
          <p:nvPr/>
        </p:nvGrpSpPr>
        <p:grpSpPr>
          <a:xfrm>
            <a:off x="464629" y="3758220"/>
            <a:ext cx="838351" cy="805648"/>
            <a:chOff x="464629" y="3758220"/>
            <a:chExt cx="838351" cy="805648"/>
          </a:xfrm>
        </p:grpSpPr>
        <p:sp>
          <p:nvSpPr>
            <p:cNvPr id="1029" name="Fluxograma: Operação Manual 1028"/>
            <p:cNvSpPr/>
            <p:nvPr/>
          </p:nvSpPr>
          <p:spPr>
            <a:xfrm>
              <a:off x="464629" y="4098387"/>
              <a:ext cx="690832" cy="465481"/>
            </a:xfrm>
            <a:prstGeom prst="flowChartManualOperat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solidFill>
                    <a:schemeClr val="accent5">
                      <a:lumMod val="75000"/>
                    </a:schemeClr>
                  </a:solidFill>
                </a:rPr>
                <a:t>Não</a:t>
              </a:r>
            </a:p>
          </p:txBody>
        </p:sp>
        <p:sp>
          <p:nvSpPr>
            <p:cNvPr id="42" name="Seta para Baixo 41"/>
            <p:cNvSpPr/>
            <p:nvPr/>
          </p:nvSpPr>
          <p:spPr>
            <a:xfrm rot="2039608">
              <a:off x="1077584" y="3758220"/>
              <a:ext cx="225396" cy="164293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4" name="Triângulo Retângulo 43"/>
          <p:cNvSpPr/>
          <p:nvPr/>
        </p:nvSpPr>
        <p:spPr>
          <a:xfrm rot="10800000">
            <a:off x="283871" y="610097"/>
            <a:ext cx="8514839" cy="4486235"/>
          </a:xfrm>
          <a:prstGeom prst="rtTriangle">
            <a:avLst/>
          </a:prstGeom>
          <a:solidFill>
            <a:schemeClr val="bg1">
              <a:lumMod val="6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30" name="Triângulo Retângulo 1029"/>
          <p:cNvSpPr/>
          <p:nvPr/>
        </p:nvSpPr>
        <p:spPr>
          <a:xfrm>
            <a:off x="283871" y="610098"/>
            <a:ext cx="8514839" cy="4486235"/>
          </a:xfrm>
          <a:prstGeom prst="rtTriangle">
            <a:avLst/>
          </a:prstGeom>
          <a:solidFill>
            <a:srgbClr val="DEEBF7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038" name="Agrupar 1037"/>
          <p:cNvGrpSpPr/>
          <p:nvPr/>
        </p:nvGrpSpPr>
        <p:grpSpPr>
          <a:xfrm>
            <a:off x="2813532" y="2360752"/>
            <a:ext cx="3530936" cy="926725"/>
            <a:chOff x="2813532" y="2360752"/>
            <a:chExt cx="3530936" cy="926725"/>
          </a:xfrm>
        </p:grpSpPr>
        <p:sp>
          <p:nvSpPr>
            <p:cNvPr id="1031" name="CaixaDeTexto 1030"/>
            <p:cNvSpPr txBox="1"/>
            <p:nvPr/>
          </p:nvSpPr>
          <p:spPr>
            <a:xfrm>
              <a:off x="2813532" y="2639448"/>
              <a:ext cx="3530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solidFill>
                    <a:schemeClr val="accent5">
                      <a:lumMod val="75000"/>
                    </a:schemeClr>
                  </a:solidFill>
                </a:rPr>
                <a:t>PROJETOS            MUDANÇAS</a:t>
              </a:r>
            </a:p>
          </p:txBody>
        </p:sp>
        <p:pic>
          <p:nvPicPr>
            <p:cNvPr id="1037" name="Imagem 1036"/>
            <p:cNvPicPr>
              <a:picLocks noChangeAspect="1"/>
            </p:cNvPicPr>
            <p:nvPr/>
          </p:nvPicPr>
          <p:blipFill>
            <a:blip r:embed="rId21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271336" y="2360752"/>
              <a:ext cx="463364" cy="9267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24238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103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56" y="3888759"/>
            <a:ext cx="1524000" cy="1143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8. Alinhamento</a:t>
            </a:r>
            <a:endParaRPr lang="pt-BR" sz="1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43" y="1885837"/>
            <a:ext cx="2015419" cy="15115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162" y="1885837"/>
            <a:ext cx="2574943" cy="19312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596" y="1346058"/>
            <a:ext cx="3218155" cy="24136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8188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14014</TotalTime>
  <Words>506</Words>
  <Application>Microsoft Office PowerPoint</Application>
  <PresentationFormat>Personalizar</PresentationFormat>
  <Paragraphs>113</Paragraphs>
  <Slides>11</Slides>
  <Notes>9</Notes>
  <HiddenSlides>3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21" baseType="lpstr">
      <vt:lpstr>Aharoni</vt:lpstr>
      <vt:lpstr>Arial</vt:lpstr>
      <vt:lpstr>Calibri</vt:lpstr>
      <vt:lpstr>Calibri Light</vt:lpstr>
      <vt:lpstr>Wingdings</vt:lpstr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Nitzsche</dc:creator>
  <cp:lastModifiedBy>Felipe Lima</cp:lastModifiedBy>
  <cp:revision>1161</cp:revision>
  <dcterms:created xsi:type="dcterms:W3CDTF">2015-08-20T14:57:26Z</dcterms:created>
  <dcterms:modified xsi:type="dcterms:W3CDTF">2016-03-21T15:41:46Z</dcterms:modified>
</cp:coreProperties>
</file>