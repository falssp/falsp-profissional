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  <p:sldMasterId id="2147483673" r:id="rId2"/>
    <p:sldMasterId id="2147483675" r:id="rId3"/>
    <p:sldMasterId id="2147483677" r:id="rId4"/>
  </p:sldMasterIdLst>
  <p:notesMasterIdLst>
    <p:notesMasterId r:id="rId8"/>
  </p:notesMasterIdLst>
  <p:sldIdLst>
    <p:sldId id="262" r:id="rId5"/>
    <p:sldId id="279" r:id="rId6"/>
    <p:sldId id="284" r:id="rId7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3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AEAEA"/>
    <a:srgbClr val="CCCC00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52" autoAdjust="0"/>
    <p:restoredTop sz="93809" autoAdjust="0"/>
  </p:normalViewPr>
  <p:slideViewPr>
    <p:cSldViewPr snapToGrid="0" snapToObjects="1">
      <p:cViewPr varScale="1">
        <p:scale>
          <a:sx n="84" d="100"/>
          <a:sy n="84" d="100"/>
        </p:scale>
        <p:origin x="524" y="52"/>
      </p:cViewPr>
      <p:guideLst>
        <p:guide orient="horz" pos="2483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1894AD-12A3-4384-ABC7-32F1F1C6B036}" type="doc">
      <dgm:prSet loTypeId="urn:microsoft.com/office/officeart/2009/3/layout/RandomtoResultProcess" loCatId="process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pt-BR"/>
        </a:p>
      </dgm:t>
    </dgm:pt>
    <dgm:pt modelId="{4845ECE2-0D3B-47F1-9B5E-E741FA0F9D46}">
      <dgm:prSet phldrT="[Texto]" custT="1"/>
      <dgm:spPr/>
      <dgm:t>
        <a:bodyPr/>
        <a:lstStyle/>
        <a:p>
          <a:r>
            <a:rPr lang="pt-BR" sz="1200" b="1" dirty="0">
              <a:solidFill>
                <a:srgbClr val="C00000"/>
              </a:solidFill>
            </a:rPr>
            <a:t>Atendimento, Processo e Controles descentralizados em 35 pontos.</a:t>
          </a:r>
        </a:p>
      </dgm:t>
    </dgm:pt>
    <dgm:pt modelId="{2C5C0450-3317-4ABD-BED8-3D4F1DBC5C42}" type="parTrans" cxnId="{2A8D8A29-F0EE-4844-94A8-496011D42F71}">
      <dgm:prSet/>
      <dgm:spPr/>
      <dgm:t>
        <a:bodyPr/>
        <a:lstStyle/>
        <a:p>
          <a:endParaRPr lang="pt-BR"/>
        </a:p>
      </dgm:t>
    </dgm:pt>
    <dgm:pt modelId="{11F727DD-1F52-46DA-8396-E32F8CCB7C2F}" type="sibTrans" cxnId="{2A8D8A29-F0EE-4844-94A8-496011D42F71}">
      <dgm:prSet/>
      <dgm:spPr/>
      <dgm:t>
        <a:bodyPr/>
        <a:lstStyle/>
        <a:p>
          <a:endParaRPr lang="pt-BR"/>
        </a:p>
      </dgm:t>
    </dgm:pt>
    <dgm:pt modelId="{F567A08F-28F0-46EC-80D0-70BFCBC78078}">
      <dgm:prSet phldrT="[Texto]" custT="1"/>
      <dgm:spPr>
        <a:solidFill>
          <a:srgbClr val="0070C0"/>
        </a:solidFill>
      </dgm:spPr>
      <dgm:t>
        <a:bodyPr/>
        <a:lstStyle/>
        <a:p>
          <a:r>
            <a:rPr lang="pt-BR" sz="1300" b="1" dirty="0"/>
            <a:t>Atendimento, Processo e Controles Centralizados na CSC.</a:t>
          </a:r>
        </a:p>
      </dgm:t>
    </dgm:pt>
    <dgm:pt modelId="{ECC3E51E-9532-4E81-AEF4-E58279B84AAA}" type="parTrans" cxnId="{399C635F-3C39-4D74-85CE-4EECBD7AACDB}">
      <dgm:prSet/>
      <dgm:spPr/>
      <dgm:t>
        <a:bodyPr/>
        <a:lstStyle/>
        <a:p>
          <a:endParaRPr lang="pt-BR"/>
        </a:p>
      </dgm:t>
    </dgm:pt>
    <dgm:pt modelId="{134758EF-2A1B-4946-A137-E334C1CDA8CA}" type="sibTrans" cxnId="{399C635F-3C39-4D74-85CE-4EECBD7AACDB}">
      <dgm:prSet/>
      <dgm:spPr/>
      <dgm:t>
        <a:bodyPr/>
        <a:lstStyle/>
        <a:p>
          <a:endParaRPr lang="pt-BR"/>
        </a:p>
      </dgm:t>
    </dgm:pt>
    <dgm:pt modelId="{C264E24C-73B2-4FC7-863C-2FBB0DD9CFA2}" type="pres">
      <dgm:prSet presAssocID="{CC1894AD-12A3-4384-ABC7-32F1F1C6B036}" presName="Name0" presStyleCnt="0">
        <dgm:presLayoutVars>
          <dgm:dir/>
          <dgm:animOne val="branch"/>
          <dgm:animLvl val="lvl"/>
        </dgm:presLayoutVars>
      </dgm:prSet>
      <dgm:spPr/>
    </dgm:pt>
    <dgm:pt modelId="{554776E4-F7A0-4A9F-A03E-9A3BC425C0CC}" type="pres">
      <dgm:prSet presAssocID="{4845ECE2-0D3B-47F1-9B5E-E741FA0F9D46}" presName="chaos" presStyleCnt="0"/>
      <dgm:spPr/>
    </dgm:pt>
    <dgm:pt modelId="{78C7EC88-DF7E-448F-967A-27E2851BBFEB}" type="pres">
      <dgm:prSet presAssocID="{4845ECE2-0D3B-47F1-9B5E-E741FA0F9D46}" presName="parTx1" presStyleLbl="revTx" presStyleIdx="0" presStyleCnt="1" custScaleX="93728"/>
      <dgm:spPr/>
    </dgm:pt>
    <dgm:pt modelId="{8F8F41C7-3D93-40F5-9452-C34395DFC713}" type="pres">
      <dgm:prSet presAssocID="{4845ECE2-0D3B-47F1-9B5E-E741FA0F9D46}" presName="c1" presStyleLbl="node1" presStyleIdx="0" presStyleCnt="19"/>
      <dgm:spPr/>
    </dgm:pt>
    <dgm:pt modelId="{ACCA5EA7-02B1-4806-8849-966A18FBC03B}" type="pres">
      <dgm:prSet presAssocID="{4845ECE2-0D3B-47F1-9B5E-E741FA0F9D46}" presName="c2" presStyleLbl="node1" presStyleIdx="1" presStyleCnt="19"/>
      <dgm:spPr/>
    </dgm:pt>
    <dgm:pt modelId="{00E17968-3D81-4DFE-860E-C3F5910158EB}" type="pres">
      <dgm:prSet presAssocID="{4845ECE2-0D3B-47F1-9B5E-E741FA0F9D46}" presName="c3" presStyleLbl="node1" presStyleIdx="2" presStyleCnt="19"/>
      <dgm:spPr/>
    </dgm:pt>
    <dgm:pt modelId="{53E99243-9792-43B3-8666-594276BC5691}" type="pres">
      <dgm:prSet presAssocID="{4845ECE2-0D3B-47F1-9B5E-E741FA0F9D46}" presName="c4" presStyleLbl="node1" presStyleIdx="3" presStyleCnt="19"/>
      <dgm:spPr/>
    </dgm:pt>
    <dgm:pt modelId="{E19AF96B-A37B-4E57-9844-86D9C4EABEFB}" type="pres">
      <dgm:prSet presAssocID="{4845ECE2-0D3B-47F1-9B5E-E741FA0F9D46}" presName="c5" presStyleLbl="node1" presStyleIdx="4" presStyleCnt="19"/>
      <dgm:spPr/>
    </dgm:pt>
    <dgm:pt modelId="{DDA02A15-FB5B-482D-8510-11E21770806A}" type="pres">
      <dgm:prSet presAssocID="{4845ECE2-0D3B-47F1-9B5E-E741FA0F9D46}" presName="c6" presStyleLbl="node1" presStyleIdx="5" presStyleCnt="19"/>
      <dgm:spPr/>
    </dgm:pt>
    <dgm:pt modelId="{9E0E8663-DCD9-404F-9E44-E9A29FDE74C4}" type="pres">
      <dgm:prSet presAssocID="{4845ECE2-0D3B-47F1-9B5E-E741FA0F9D46}" presName="c7" presStyleLbl="node1" presStyleIdx="6" presStyleCnt="19"/>
      <dgm:spPr/>
    </dgm:pt>
    <dgm:pt modelId="{930172D9-C99F-4D91-ABD8-88AF3C34A0C2}" type="pres">
      <dgm:prSet presAssocID="{4845ECE2-0D3B-47F1-9B5E-E741FA0F9D46}" presName="c8" presStyleLbl="node1" presStyleIdx="7" presStyleCnt="19"/>
      <dgm:spPr/>
    </dgm:pt>
    <dgm:pt modelId="{E4617F88-D475-4F51-8597-12BE427FD998}" type="pres">
      <dgm:prSet presAssocID="{4845ECE2-0D3B-47F1-9B5E-E741FA0F9D46}" presName="c9" presStyleLbl="node1" presStyleIdx="8" presStyleCnt="19"/>
      <dgm:spPr/>
    </dgm:pt>
    <dgm:pt modelId="{DF6C663D-E4CF-4C77-A7F5-273874E41951}" type="pres">
      <dgm:prSet presAssocID="{4845ECE2-0D3B-47F1-9B5E-E741FA0F9D46}" presName="c10" presStyleLbl="node1" presStyleIdx="9" presStyleCnt="19"/>
      <dgm:spPr/>
    </dgm:pt>
    <dgm:pt modelId="{62D32F35-9EC4-4096-AE5B-4AEC70686B6B}" type="pres">
      <dgm:prSet presAssocID="{4845ECE2-0D3B-47F1-9B5E-E741FA0F9D46}" presName="c11" presStyleLbl="node1" presStyleIdx="10" presStyleCnt="19"/>
      <dgm:spPr/>
    </dgm:pt>
    <dgm:pt modelId="{5FCA6792-E4C2-413A-A423-3D19BB635073}" type="pres">
      <dgm:prSet presAssocID="{4845ECE2-0D3B-47F1-9B5E-E741FA0F9D46}" presName="c12" presStyleLbl="node1" presStyleIdx="11" presStyleCnt="19"/>
      <dgm:spPr/>
    </dgm:pt>
    <dgm:pt modelId="{21948FF2-74A6-457E-B70C-A8B5C01697D4}" type="pres">
      <dgm:prSet presAssocID="{4845ECE2-0D3B-47F1-9B5E-E741FA0F9D46}" presName="c13" presStyleLbl="node1" presStyleIdx="12" presStyleCnt="19"/>
      <dgm:spPr/>
    </dgm:pt>
    <dgm:pt modelId="{E97F864A-4ACA-44C5-8B75-D2E0E7BE4C34}" type="pres">
      <dgm:prSet presAssocID="{4845ECE2-0D3B-47F1-9B5E-E741FA0F9D46}" presName="c14" presStyleLbl="node1" presStyleIdx="13" presStyleCnt="19"/>
      <dgm:spPr/>
    </dgm:pt>
    <dgm:pt modelId="{D68D5C06-EA45-41A9-AD94-0CC4F1367369}" type="pres">
      <dgm:prSet presAssocID="{4845ECE2-0D3B-47F1-9B5E-E741FA0F9D46}" presName="c15" presStyleLbl="node1" presStyleIdx="14" presStyleCnt="19"/>
      <dgm:spPr/>
    </dgm:pt>
    <dgm:pt modelId="{A16D2762-2951-413F-9DE9-AEC08B09144A}" type="pres">
      <dgm:prSet presAssocID="{4845ECE2-0D3B-47F1-9B5E-E741FA0F9D46}" presName="c16" presStyleLbl="node1" presStyleIdx="15" presStyleCnt="19"/>
      <dgm:spPr/>
    </dgm:pt>
    <dgm:pt modelId="{89A23A0C-924B-47D2-92BE-F689A61C1688}" type="pres">
      <dgm:prSet presAssocID="{4845ECE2-0D3B-47F1-9B5E-E741FA0F9D46}" presName="c17" presStyleLbl="node1" presStyleIdx="16" presStyleCnt="19" custScaleX="100000"/>
      <dgm:spPr/>
    </dgm:pt>
    <dgm:pt modelId="{A3BC1A9D-7930-47C2-8EAD-EF04CA4056D4}" type="pres">
      <dgm:prSet presAssocID="{4845ECE2-0D3B-47F1-9B5E-E741FA0F9D46}" presName="c18" presStyleLbl="node1" presStyleIdx="17" presStyleCnt="19"/>
      <dgm:spPr/>
    </dgm:pt>
    <dgm:pt modelId="{8FBD8201-A6AD-4FA0-8572-40C073DE58EB}" type="pres">
      <dgm:prSet presAssocID="{11F727DD-1F52-46DA-8396-E32F8CCB7C2F}" presName="chevronComposite1" presStyleCnt="0"/>
      <dgm:spPr/>
    </dgm:pt>
    <dgm:pt modelId="{FE16B06A-D085-42D9-990C-95E64A2911DB}" type="pres">
      <dgm:prSet presAssocID="{11F727DD-1F52-46DA-8396-E32F8CCB7C2F}" presName="chevron1" presStyleLbl="sibTrans2D1" presStyleIdx="0" presStyleCnt="2" custScaleX="100000" custScaleY="82645" custLinFactNeighborX="41286" custLinFactNeighborY="6006"/>
      <dgm:spPr/>
    </dgm:pt>
    <dgm:pt modelId="{18581E2B-5FAB-4FC9-86FE-A56B5295F619}" type="pres">
      <dgm:prSet presAssocID="{11F727DD-1F52-46DA-8396-E32F8CCB7C2F}" presName="spChevron1" presStyleCnt="0"/>
      <dgm:spPr/>
    </dgm:pt>
    <dgm:pt modelId="{E4BC6664-3DBF-4740-8337-416B57697ECF}" type="pres">
      <dgm:prSet presAssocID="{11F727DD-1F52-46DA-8396-E32F8CCB7C2F}" presName="overlap" presStyleCnt="0"/>
      <dgm:spPr/>
    </dgm:pt>
    <dgm:pt modelId="{D8DA81D3-9807-4548-8790-44DD1F4E4070}" type="pres">
      <dgm:prSet presAssocID="{11F727DD-1F52-46DA-8396-E32F8CCB7C2F}" presName="chevronComposite2" presStyleCnt="0"/>
      <dgm:spPr/>
    </dgm:pt>
    <dgm:pt modelId="{82047EA3-623C-49BF-B273-A04C5C3455E8}" type="pres">
      <dgm:prSet presAssocID="{11F727DD-1F52-46DA-8396-E32F8CCB7C2F}" presName="chevron2" presStyleLbl="sibTrans2D1" presStyleIdx="1" presStyleCnt="2" custScaleX="100000" custScaleY="82645" custLinFactNeighborX="52824" custLinFactNeighborY="3480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55CBDB35-B463-4E85-B65F-970EBC60CA61}" type="pres">
      <dgm:prSet presAssocID="{11F727DD-1F52-46DA-8396-E32F8CCB7C2F}" presName="spChevron2" presStyleCnt="0"/>
      <dgm:spPr/>
    </dgm:pt>
    <dgm:pt modelId="{C52A5D0F-D36B-42B0-B523-A0A18EDEE8D4}" type="pres">
      <dgm:prSet presAssocID="{F567A08F-28F0-46EC-80D0-70BFCBC78078}" presName="last" presStyleCnt="0"/>
      <dgm:spPr/>
    </dgm:pt>
    <dgm:pt modelId="{5F611A67-E8AD-4D9A-9AEB-BA163B8BF19D}" type="pres">
      <dgm:prSet presAssocID="{F567A08F-28F0-46EC-80D0-70BFCBC78078}" presName="circleTx" presStyleLbl="node1" presStyleIdx="18" presStyleCnt="19" custScaleX="112866" custScaleY="111759" custLinFactNeighborX="47460" custLinFactNeighborY="-660"/>
      <dgm:spPr/>
    </dgm:pt>
    <dgm:pt modelId="{468CD97A-1A81-4F8B-94BD-554ED2FDAD87}" type="pres">
      <dgm:prSet presAssocID="{F567A08F-28F0-46EC-80D0-70BFCBC78078}" presName="spN" presStyleCnt="0"/>
      <dgm:spPr/>
    </dgm:pt>
  </dgm:ptLst>
  <dgm:cxnLst>
    <dgm:cxn modelId="{D181B272-E817-4288-B7B1-6D3F845B5049}" type="presOf" srcId="{F567A08F-28F0-46EC-80D0-70BFCBC78078}" destId="{5F611A67-E8AD-4D9A-9AEB-BA163B8BF19D}" srcOrd="0" destOrd="0" presId="urn:microsoft.com/office/officeart/2009/3/layout/RandomtoResultProcess"/>
    <dgm:cxn modelId="{399C635F-3C39-4D74-85CE-4EECBD7AACDB}" srcId="{CC1894AD-12A3-4384-ABC7-32F1F1C6B036}" destId="{F567A08F-28F0-46EC-80D0-70BFCBC78078}" srcOrd="1" destOrd="0" parTransId="{ECC3E51E-9532-4E81-AEF4-E58279B84AAA}" sibTransId="{134758EF-2A1B-4946-A137-E334C1CDA8CA}"/>
    <dgm:cxn modelId="{2A8D8A29-F0EE-4844-94A8-496011D42F71}" srcId="{CC1894AD-12A3-4384-ABC7-32F1F1C6B036}" destId="{4845ECE2-0D3B-47F1-9B5E-E741FA0F9D46}" srcOrd="0" destOrd="0" parTransId="{2C5C0450-3317-4ABD-BED8-3D4F1DBC5C42}" sibTransId="{11F727DD-1F52-46DA-8396-E32F8CCB7C2F}"/>
    <dgm:cxn modelId="{321E9AEE-932E-4D57-80C6-59E9E53A46F3}" type="presOf" srcId="{4845ECE2-0D3B-47F1-9B5E-E741FA0F9D46}" destId="{78C7EC88-DF7E-448F-967A-27E2851BBFEB}" srcOrd="0" destOrd="0" presId="urn:microsoft.com/office/officeart/2009/3/layout/RandomtoResultProcess"/>
    <dgm:cxn modelId="{30548868-7B20-434E-98E0-F5C5F170E3F7}" type="presOf" srcId="{CC1894AD-12A3-4384-ABC7-32F1F1C6B036}" destId="{C264E24C-73B2-4FC7-863C-2FBB0DD9CFA2}" srcOrd="0" destOrd="0" presId="urn:microsoft.com/office/officeart/2009/3/layout/RandomtoResultProcess"/>
    <dgm:cxn modelId="{3DDB2B3E-A2B2-4887-9F26-18B05780F5A4}" type="presParOf" srcId="{C264E24C-73B2-4FC7-863C-2FBB0DD9CFA2}" destId="{554776E4-F7A0-4A9F-A03E-9A3BC425C0CC}" srcOrd="0" destOrd="0" presId="urn:microsoft.com/office/officeart/2009/3/layout/RandomtoResultProcess"/>
    <dgm:cxn modelId="{B4819995-F6B5-4726-8A43-B7D51AD5D269}" type="presParOf" srcId="{554776E4-F7A0-4A9F-A03E-9A3BC425C0CC}" destId="{78C7EC88-DF7E-448F-967A-27E2851BBFEB}" srcOrd="0" destOrd="0" presId="urn:microsoft.com/office/officeart/2009/3/layout/RandomtoResultProcess"/>
    <dgm:cxn modelId="{4881B9D5-BEDF-4ADD-8C57-A23B140A9B33}" type="presParOf" srcId="{554776E4-F7A0-4A9F-A03E-9A3BC425C0CC}" destId="{8F8F41C7-3D93-40F5-9452-C34395DFC713}" srcOrd="1" destOrd="0" presId="urn:microsoft.com/office/officeart/2009/3/layout/RandomtoResultProcess"/>
    <dgm:cxn modelId="{B85F93B8-FD10-4FC3-BFBA-582AB7BBD8F5}" type="presParOf" srcId="{554776E4-F7A0-4A9F-A03E-9A3BC425C0CC}" destId="{ACCA5EA7-02B1-4806-8849-966A18FBC03B}" srcOrd="2" destOrd="0" presId="urn:microsoft.com/office/officeart/2009/3/layout/RandomtoResultProcess"/>
    <dgm:cxn modelId="{913059B3-F07E-48AB-B0E1-8CE8929336D4}" type="presParOf" srcId="{554776E4-F7A0-4A9F-A03E-9A3BC425C0CC}" destId="{00E17968-3D81-4DFE-860E-C3F5910158EB}" srcOrd="3" destOrd="0" presId="urn:microsoft.com/office/officeart/2009/3/layout/RandomtoResultProcess"/>
    <dgm:cxn modelId="{994B832C-CDC1-4650-85D6-8C8F71F73B25}" type="presParOf" srcId="{554776E4-F7A0-4A9F-A03E-9A3BC425C0CC}" destId="{53E99243-9792-43B3-8666-594276BC5691}" srcOrd="4" destOrd="0" presId="urn:microsoft.com/office/officeart/2009/3/layout/RandomtoResultProcess"/>
    <dgm:cxn modelId="{5FB3780A-34B9-493E-8C4C-95F01F2E6EF4}" type="presParOf" srcId="{554776E4-F7A0-4A9F-A03E-9A3BC425C0CC}" destId="{E19AF96B-A37B-4E57-9844-86D9C4EABEFB}" srcOrd="5" destOrd="0" presId="urn:microsoft.com/office/officeart/2009/3/layout/RandomtoResultProcess"/>
    <dgm:cxn modelId="{71E8B68B-8FB8-4D0C-ADBA-1291776531A6}" type="presParOf" srcId="{554776E4-F7A0-4A9F-A03E-9A3BC425C0CC}" destId="{DDA02A15-FB5B-482D-8510-11E21770806A}" srcOrd="6" destOrd="0" presId="urn:microsoft.com/office/officeart/2009/3/layout/RandomtoResultProcess"/>
    <dgm:cxn modelId="{20CCBEDF-3C2D-4136-BCB8-07138FA59E34}" type="presParOf" srcId="{554776E4-F7A0-4A9F-A03E-9A3BC425C0CC}" destId="{9E0E8663-DCD9-404F-9E44-E9A29FDE74C4}" srcOrd="7" destOrd="0" presId="urn:microsoft.com/office/officeart/2009/3/layout/RandomtoResultProcess"/>
    <dgm:cxn modelId="{ED373B01-FD25-4BA1-B01F-8DD1C81FFCB9}" type="presParOf" srcId="{554776E4-F7A0-4A9F-A03E-9A3BC425C0CC}" destId="{930172D9-C99F-4D91-ABD8-88AF3C34A0C2}" srcOrd="8" destOrd="0" presId="urn:microsoft.com/office/officeart/2009/3/layout/RandomtoResultProcess"/>
    <dgm:cxn modelId="{C0A70B97-36F0-4FE5-804C-9A3CD1095478}" type="presParOf" srcId="{554776E4-F7A0-4A9F-A03E-9A3BC425C0CC}" destId="{E4617F88-D475-4F51-8597-12BE427FD998}" srcOrd="9" destOrd="0" presId="urn:microsoft.com/office/officeart/2009/3/layout/RandomtoResultProcess"/>
    <dgm:cxn modelId="{0BADFD37-86DF-4266-8323-70D9BAB04937}" type="presParOf" srcId="{554776E4-F7A0-4A9F-A03E-9A3BC425C0CC}" destId="{DF6C663D-E4CF-4C77-A7F5-273874E41951}" srcOrd="10" destOrd="0" presId="urn:microsoft.com/office/officeart/2009/3/layout/RandomtoResultProcess"/>
    <dgm:cxn modelId="{79AD60F8-ED70-4FE7-82D8-744135F4929B}" type="presParOf" srcId="{554776E4-F7A0-4A9F-A03E-9A3BC425C0CC}" destId="{62D32F35-9EC4-4096-AE5B-4AEC70686B6B}" srcOrd="11" destOrd="0" presId="urn:microsoft.com/office/officeart/2009/3/layout/RandomtoResultProcess"/>
    <dgm:cxn modelId="{C9E69B6E-0845-4884-9564-22AD016208F1}" type="presParOf" srcId="{554776E4-F7A0-4A9F-A03E-9A3BC425C0CC}" destId="{5FCA6792-E4C2-413A-A423-3D19BB635073}" srcOrd="12" destOrd="0" presId="urn:microsoft.com/office/officeart/2009/3/layout/RandomtoResultProcess"/>
    <dgm:cxn modelId="{2E043428-A8F9-4755-BE79-F55C78D12F79}" type="presParOf" srcId="{554776E4-F7A0-4A9F-A03E-9A3BC425C0CC}" destId="{21948FF2-74A6-457E-B70C-A8B5C01697D4}" srcOrd="13" destOrd="0" presId="urn:microsoft.com/office/officeart/2009/3/layout/RandomtoResultProcess"/>
    <dgm:cxn modelId="{B3428070-185B-4383-A769-1B22EE6DE632}" type="presParOf" srcId="{554776E4-F7A0-4A9F-A03E-9A3BC425C0CC}" destId="{E97F864A-4ACA-44C5-8B75-D2E0E7BE4C34}" srcOrd="14" destOrd="0" presId="urn:microsoft.com/office/officeart/2009/3/layout/RandomtoResultProcess"/>
    <dgm:cxn modelId="{C63AD655-8775-43A4-8180-87B2C3E4A6BE}" type="presParOf" srcId="{554776E4-F7A0-4A9F-A03E-9A3BC425C0CC}" destId="{D68D5C06-EA45-41A9-AD94-0CC4F1367369}" srcOrd="15" destOrd="0" presId="urn:microsoft.com/office/officeart/2009/3/layout/RandomtoResultProcess"/>
    <dgm:cxn modelId="{B6779C9E-4E48-4C0E-8FF5-D4CD18E044AE}" type="presParOf" srcId="{554776E4-F7A0-4A9F-A03E-9A3BC425C0CC}" destId="{A16D2762-2951-413F-9DE9-AEC08B09144A}" srcOrd="16" destOrd="0" presId="urn:microsoft.com/office/officeart/2009/3/layout/RandomtoResultProcess"/>
    <dgm:cxn modelId="{2FE62B29-D577-4B44-AFA6-9D4197B2E095}" type="presParOf" srcId="{554776E4-F7A0-4A9F-A03E-9A3BC425C0CC}" destId="{89A23A0C-924B-47D2-92BE-F689A61C1688}" srcOrd="17" destOrd="0" presId="urn:microsoft.com/office/officeart/2009/3/layout/RandomtoResultProcess"/>
    <dgm:cxn modelId="{A8ABACAC-3C2D-4055-801A-CD650B9D3390}" type="presParOf" srcId="{554776E4-F7A0-4A9F-A03E-9A3BC425C0CC}" destId="{A3BC1A9D-7930-47C2-8EAD-EF04CA4056D4}" srcOrd="18" destOrd="0" presId="urn:microsoft.com/office/officeart/2009/3/layout/RandomtoResultProcess"/>
    <dgm:cxn modelId="{912D643F-C8A9-4A4B-B673-0BBB314E1CA0}" type="presParOf" srcId="{C264E24C-73B2-4FC7-863C-2FBB0DD9CFA2}" destId="{8FBD8201-A6AD-4FA0-8572-40C073DE58EB}" srcOrd="1" destOrd="0" presId="urn:microsoft.com/office/officeart/2009/3/layout/RandomtoResultProcess"/>
    <dgm:cxn modelId="{3E7C6514-78B3-4F19-A975-19239D163247}" type="presParOf" srcId="{8FBD8201-A6AD-4FA0-8572-40C073DE58EB}" destId="{FE16B06A-D085-42D9-990C-95E64A2911DB}" srcOrd="0" destOrd="0" presId="urn:microsoft.com/office/officeart/2009/3/layout/RandomtoResultProcess"/>
    <dgm:cxn modelId="{2BB9891F-E4F5-4BBF-8603-989FFE0E09F1}" type="presParOf" srcId="{8FBD8201-A6AD-4FA0-8572-40C073DE58EB}" destId="{18581E2B-5FAB-4FC9-86FE-A56B5295F619}" srcOrd="1" destOrd="0" presId="urn:microsoft.com/office/officeart/2009/3/layout/RandomtoResultProcess"/>
    <dgm:cxn modelId="{91BEFB94-ABBC-4117-87A2-69F41F83FED5}" type="presParOf" srcId="{C264E24C-73B2-4FC7-863C-2FBB0DD9CFA2}" destId="{E4BC6664-3DBF-4740-8337-416B57697ECF}" srcOrd="2" destOrd="0" presId="urn:microsoft.com/office/officeart/2009/3/layout/RandomtoResultProcess"/>
    <dgm:cxn modelId="{3C5A4B97-8B63-4EF2-A397-E78E368A0F86}" type="presParOf" srcId="{C264E24C-73B2-4FC7-863C-2FBB0DD9CFA2}" destId="{D8DA81D3-9807-4548-8790-44DD1F4E4070}" srcOrd="3" destOrd="0" presId="urn:microsoft.com/office/officeart/2009/3/layout/RandomtoResultProcess"/>
    <dgm:cxn modelId="{B3596AA4-FE73-46E5-A884-E2AB8DA3A271}" type="presParOf" srcId="{D8DA81D3-9807-4548-8790-44DD1F4E4070}" destId="{82047EA3-623C-49BF-B273-A04C5C3455E8}" srcOrd="0" destOrd="0" presId="urn:microsoft.com/office/officeart/2009/3/layout/RandomtoResultProcess"/>
    <dgm:cxn modelId="{58DA0005-6D86-4342-B51B-ED484D2E1C93}" type="presParOf" srcId="{D8DA81D3-9807-4548-8790-44DD1F4E4070}" destId="{55CBDB35-B463-4E85-B65F-970EBC60CA61}" srcOrd="1" destOrd="0" presId="urn:microsoft.com/office/officeart/2009/3/layout/RandomtoResultProcess"/>
    <dgm:cxn modelId="{8F861AB9-9EA5-4D45-BE73-977C69FEAE18}" type="presParOf" srcId="{C264E24C-73B2-4FC7-863C-2FBB0DD9CFA2}" destId="{C52A5D0F-D36B-42B0-B523-A0A18EDEE8D4}" srcOrd="4" destOrd="0" presId="urn:microsoft.com/office/officeart/2009/3/layout/RandomtoResultProcess"/>
    <dgm:cxn modelId="{943CF2D4-7CFA-42C5-8946-01EF6F77DDFF}" type="presParOf" srcId="{C52A5D0F-D36B-42B0-B523-A0A18EDEE8D4}" destId="{5F611A67-E8AD-4D9A-9AEB-BA163B8BF19D}" srcOrd="0" destOrd="0" presId="urn:microsoft.com/office/officeart/2009/3/layout/RandomtoResultProcess"/>
    <dgm:cxn modelId="{4C5F361A-7033-4256-97F2-6FB3D98EA170}" type="presParOf" srcId="{C52A5D0F-D36B-42B0-B523-A0A18EDEE8D4}" destId="{468CD97A-1A81-4F8B-94BD-554ED2FDAD87}" srcOrd="1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C7EC88-DF7E-448F-967A-27E2851BBFEB}">
      <dsp:nvSpPr>
        <dsp:cNvPr id="0" name=""/>
        <dsp:cNvSpPr/>
      </dsp:nvSpPr>
      <dsp:spPr>
        <a:xfrm>
          <a:off x="1549402" y="705450"/>
          <a:ext cx="1834042" cy="644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b="1" kern="1200" dirty="0">
              <a:solidFill>
                <a:srgbClr val="C00000"/>
              </a:solidFill>
            </a:rPr>
            <a:t>Atendimento, Processo e Controles descentralizados em 35 pontos.</a:t>
          </a:r>
        </a:p>
      </dsp:txBody>
      <dsp:txXfrm>
        <a:off x="1549402" y="705450"/>
        <a:ext cx="1834042" cy="644844"/>
      </dsp:txXfrm>
    </dsp:sp>
    <dsp:sp modelId="{8F8F41C7-3D93-40F5-9452-C34395DFC713}">
      <dsp:nvSpPr>
        <dsp:cNvPr id="0" name=""/>
        <dsp:cNvSpPr/>
      </dsp:nvSpPr>
      <dsp:spPr>
        <a:xfrm>
          <a:off x="1485814" y="509328"/>
          <a:ext cx="155652" cy="155652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CCA5EA7-02B1-4806-8849-966A18FBC03B}">
      <dsp:nvSpPr>
        <dsp:cNvPr id="0" name=""/>
        <dsp:cNvSpPr/>
      </dsp:nvSpPr>
      <dsp:spPr>
        <a:xfrm>
          <a:off x="1594771" y="291415"/>
          <a:ext cx="155652" cy="155652"/>
        </a:xfrm>
        <a:prstGeom prst="ellipse">
          <a:avLst/>
        </a:prstGeom>
        <a:gradFill rotWithShape="0">
          <a:gsLst>
            <a:gs pos="0">
              <a:schemeClr val="accent3">
                <a:hueOff val="150589"/>
                <a:satOff val="5556"/>
                <a:lumOff val="-81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50589"/>
                <a:satOff val="5556"/>
                <a:lumOff val="-81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50589"/>
                <a:satOff val="5556"/>
                <a:lumOff val="-81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0E17968-3D81-4DFE-860E-C3F5910158EB}">
      <dsp:nvSpPr>
        <dsp:cNvPr id="0" name=""/>
        <dsp:cNvSpPr/>
      </dsp:nvSpPr>
      <dsp:spPr>
        <a:xfrm>
          <a:off x="1856267" y="334998"/>
          <a:ext cx="244596" cy="244596"/>
        </a:xfrm>
        <a:prstGeom prst="ellipse">
          <a:avLst/>
        </a:prstGeom>
        <a:gradFill rotWithShape="0">
          <a:gsLst>
            <a:gs pos="0">
              <a:schemeClr val="accent3">
                <a:hueOff val="301178"/>
                <a:satOff val="11111"/>
                <a:lumOff val="-163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301178"/>
                <a:satOff val="11111"/>
                <a:lumOff val="-163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301178"/>
                <a:satOff val="11111"/>
                <a:lumOff val="-163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3E99243-9792-43B3-8666-594276BC5691}">
      <dsp:nvSpPr>
        <dsp:cNvPr id="0" name=""/>
        <dsp:cNvSpPr/>
      </dsp:nvSpPr>
      <dsp:spPr>
        <a:xfrm>
          <a:off x="2074180" y="95293"/>
          <a:ext cx="155652" cy="155652"/>
        </a:xfrm>
        <a:prstGeom prst="ellipse">
          <a:avLst/>
        </a:prstGeom>
        <a:gradFill rotWithShape="0">
          <a:gsLst>
            <a:gs pos="0">
              <a:schemeClr val="accent3">
                <a:hueOff val="451767"/>
                <a:satOff val="16667"/>
                <a:lumOff val="-245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451767"/>
                <a:satOff val="16667"/>
                <a:lumOff val="-245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451767"/>
                <a:satOff val="16667"/>
                <a:lumOff val="-245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19AF96B-A37B-4E57-9844-86D9C4EABEFB}">
      <dsp:nvSpPr>
        <dsp:cNvPr id="0" name=""/>
        <dsp:cNvSpPr/>
      </dsp:nvSpPr>
      <dsp:spPr>
        <a:xfrm>
          <a:off x="2357467" y="8128"/>
          <a:ext cx="155652" cy="155652"/>
        </a:xfrm>
        <a:prstGeom prst="ellipse">
          <a:avLst/>
        </a:prstGeom>
        <a:gradFill rotWithShape="0">
          <a:gsLst>
            <a:gs pos="0">
              <a:schemeClr val="accent3">
                <a:hueOff val="602355"/>
                <a:satOff val="22222"/>
                <a:lumOff val="-326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602355"/>
                <a:satOff val="22222"/>
                <a:lumOff val="-326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602355"/>
                <a:satOff val="22222"/>
                <a:lumOff val="-326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DA02A15-FB5B-482D-8510-11E21770806A}">
      <dsp:nvSpPr>
        <dsp:cNvPr id="0" name=""/>
        <dsp:cNvSpPr/>
      </dsp:nvSpPr>
      <dsp:spPr>
        <a:xfrm>
          <a:off x="2706128" y="160667"/>
          <a:ext cx="155652" cy="155652"/>
        </a:xfrm>
        <a:prstGeom prst="ellipse">
          <a:avLst/>
        </a:prstGeom>
        <a:gradFill rotWithShape="0">
          <a:gsLst>
            <a:gs pos="0">
              <a:schemeClr val="accent3">
                <a:hueOff val="752944"/>
                <a:satOff val="27778"/>
                <a:lumOff val="-408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752944"/>
                <a:satOff val="27778"/>
                <a:lumOff val="-408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752944"/>
                <a:satOff val="27778"/>
                <a:lumOff val="-408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E0E8663-DCD9-404F-9E44-E9A29FDE74C4}">
      <dsp:nvSpPr>
        <dsp:cNvPr id="0" name=""/>
        <dsp:cNvSpPr/>
      </dsp:nvSpPr>
      <dsp:spPr>
        <a:xfrm>
          <a:off x="2924041" y="269624"/>
          <a:ext cx="244596" cy="244596"/>
        </a:xfrm>
        <a:prstGeom prst="ellipse">
          <a:avLst/>
        </a:prstGeom>
        <a:gradFill rotWithShape="0">
          <a:gsLst>
            <a:gs pos="0">
              <a:schemeClr val="accent3">
                <a:hueOff val="903533"/>
                <a:satOff val="33333"/>
                <a:lumOff val="-49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903533"/>
                <a:satOff val="33333"/>
                <a:lumOff val="-49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903533"/>
                <a:satOff val="33333"/>
                <a:lumOff val="-49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30172D9-C99F-4D91-ABD8-88AF3C34A0C2}">
      <dsp:nvSpPr>
        <dsp:cNvPr id="0" name=""/>
        <dsp:cNvSpPr/>
      </dsp:nvSpPr>
      <dsp:spPr>
        <a:xfrm>
          <a:off x="3229119" y="509328"/>
          <a:ext cx="155652" cy="155652"/>
        </a:xfrm>
        <a:prstGeom prst="ellipse">
          <a:avLst/>
        </a:prstGeom>
        <a:gradFill rotWithShape="0">
          <a:gsLst>
            <a:gs pos="0">
              <a:schemeClr val="accent3">
                <a:hueOff val="1054122"/>
                <a:satOff val="38889"/>
                <a:lumOff val="-571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054122"/>
                <a:satOff val="38889"/>
                <a:lumOff val="-571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054122"/>
                <a:satOff val="38889"/>
                <a:lumOff val="-571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4617F88-D475-4F51-8597-12BE427FD998}">
      <dsp:nvSpPr>
        <dsp:cNvPr id="0" name=""/>
        <dsp:cNvSpPr/>
      </dsp:nvSpPr>
      <dsp:spPr>
        <a:xfrm>
          <a:off x="3359867" y="749033"/>
          <a:ext cx="155652" cy="155652"/>
        </a:xfrm>
        <a:prstGeom prst="ellipse">
          <a:avLst/>
        </a:prstGeom>
        <a:gradFill rotWithShape="0">
          <a:gsLst>
            <a:gs pos="0">
              <a:schemeClr val="accent3">
                <a:hueOff val="1204711"/>
                <a:satOff val="44444"/>
                <a:lumOff val="-653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204711"/>
                <a:satOff val="44444"/>
                <a:lumOff val="-653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204711"/>
                <a:satOff val="44444"/>
                <a:lumOff val="-653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F6C663D-E4CF-4C77-A7F5-273874E41951}">
      <dsp:nvSpPr>
        <dsp:cNvPr id="0" name=""/>
        <dsp:cNvSpPr/>
      </dsp:nvSpPr>
      <dsp:spPr>
        <a:xfrm>
          <a:off x="2226719" y="291415"/>
          <a:ext cx="400248" cy="400248"/>
        </a:xfrm>
        <a:prstGeom prst="ellipse">
          <a:avLst/>
        </a:prstGeom>
        <a:gradFill rotWithShape="0">
          <a:gsLst>
            <a:gs pos="0">
              <a:schemeClr val="accent3">
                <a:hueOff val="1355300"/>
                <a:satOff val="50000"/>
                <a:lumOff val="-735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355300"/>
                <a:satOff val="50000"/>
                <a:lumOff val="-735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355300"/>
                <a:satOff val="50000"/>
                <a:lumOff val="-735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2D32F35-9EC4-4096-AE5B-4AEC70686B6B}">
      <dsp:nvSpPr>
        <dsp:cNvPr id="0" name=""/>
        <dsp:cNvSpPr/>
      </dsp:nvSpPr>
      <dsp:spPr>
        <a:xfrm>
          <a:off x="1376858" y="1119485"/>
          <a:ext cx="155652" cy="155652"/>
        </a:xfrm>
        <a:prstGeom prst="ellipse">
          <a:avLst/>
        </a:prstGeom>
        <a:gradFill rotWithShape="0">
          <a:gsLst>
            <a:gs pos="0">
              <a:schemeClr val="accent3">
                <a:hueOff val="1505888"/>
                <a:satOff val="55556"/>
                <a:lumOff val="-81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505888"/>
                <a:satOff val="55556"/>
                <a:lumOff val="-81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505888"/>
                <a:satOff val="55556"/>
                <a:lumOff val="-81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FCA6792-E4C2-413A-A423-3D19BB635073}">
      <dsp:nvSpPr>
        <dsp:cNvPr id="0" name=""/>
        <dsp:cNvSpPr/>
      </dsp:nvSpPr>
      <dsp:spPr>
        <a:xfrm>
          <a:off x="1507606" y="1315607"/>
          <a:ext cx="244596" cy="244596"/>
        </a:xfrm>
        <a:prstGeom prst="ellipse">
          <a:avLst/>
        </a:prstGeom>
        <a:gradFill rotWithShape="0">
          <a:gsLst>
            <a:gs pos="0">
              <a:schemeClr val="accent3">
                <a:hueOff val="1656477"/>
                <a:satOff val="61111"/>
                <a:lumOff val="-898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656477"/>
                <a:satOff val="61111"/>
                <a:lumOff val="-898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656477"/>
                <a:satOff val="61111"/>
                <a:lumOff val="-898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1948FF2-74A6-457E-B70C-A8B5C01697D4}">
      <dsp:nvSpPr>
        <dsp:cNvPr id="0" name=""/>
        <dsp:cNvSpPr/>
      </dsp:nvSpPr>
      <dsp:spPr>
        <a:xfrm>
          <a:off x="1834475" y="1489937"/>
          <a:ext cx="355776" cy="355776"/>
        </a:xfrm>
        <a:prstGeom prst="ellipse">
          <a:avLst/>
        </a:prstGeom>
        <a:gradFill rotWithShape="0">
          <a:gsLst>
            <a:gs pos="0">
              <a:schemeClr val="accent3">
                <a:hueOff val="1807066"/>
                <a:satOff val="66667"/>
                <a:lumOff val="-980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807066"/>
                <a:satOff val="66667"/>
                <a:lumOff val="-980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807066"/>
                <a:satOff val="66667"/>
                <a:lumOff val="-980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97F864A-4ACA-44C5-8B75-D2E0E7BE4C34}">
      <dsp:nvSpPr>
        <dsp:cNvPr id="0" name=""/>
        <dsp:cNvSpPr/>
      </dsp:nvSpPr>
      <dsp:spPr>
        <a:xfrm>
          <a:off x="2292093" y="1773224"/>
          <a:ext cx="155652" cy="155652"/>
        </a:xfrm>
        <a:prstGeom prst="ellipse">
          <a:avLst/>
        </a:prstGeom>
        <a:gradFill rotWithShape="0">
          <a:gsLst>
            <a:gs pos="0">
              <a:schemeClr val="accent3">
                <a:hueOff val="1957655"/>
                <a:satOff val="72222"/>
                <a:lumOff val="-1062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957655"/>
                <a:satOff val="72222"/>
                <a:lumOff val="-1062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957655"/>
                <a:satOff val="72222"/>
                <a:lumOff val="-1062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68D5C06-EA45-41A9-AD94-0CC4F1367369}">
      <dsp:nvSpPr>
        <dsp:cNvPr id="0" name=""/>
        <dsp:cNvSpPr/>
      </dsp:nvSpPr>
      <dsp:spPr>
        <a:xfrm>
          <a:off x="2379258" y="1489937"/>
          <a:ext cx="244596" cy="244596"/>
        </a:xfrm>
        <a:prstGeom prst="ellipse">
          <a:avLst/>
        </a:prstGeom>
        <a:gradFill rotWithShape="0">
          <a:gsLst>
            <a:gs pos="0">
              <a:schemeClr val="accent3">
                <a:hueOff val="2108244"/>
                <a:satOff val="77778"/>
                <a:lumOff val="-1143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108244"/>
                <a:satOff val="77778"/>
                <a:lumOff val="-1143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108244"/>
                <a:satOff val="77778"/>
                <a:lumOff val="-1143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16D2762-2951-413F-9DE9-AEC08B09144A}">
      <dsp:nvSpPr>
        <dsp:cNvPr id="0" name=""/>
        <dsp:cNvSpPr/>
      </dsp:nvSpPr>
      <dsp:spPr>
        <a:xfrm>
          <a:off x="2597171" y="1795015"/>
          <a:ext cx="155652" cy="155652"/>
        </a:xfrm>
        <a:prstGeom prst="ellipse">
          <a:avLst/>
        </a:prstGeom>
        <a:gradFill rotWithShape="0">
          <a:gsLst>
            <a:gs pos="0">
              <a:schemeClr val="accent3">
                <a:hueOff val="2258833"/>
                <a:satOff val="83333"/>
                <a:lumOff val="-1225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258833"/>
                <a:satOff val="83333"/>
                <a:lumOff val="-1225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258833"/>
                <a:satOff val="83333"/>
                <a:lumOff val="-1225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9A23A0C-924B-47D2-92BE-F689A61C1688}">
      <dsp:nvSpPr>
        <dsp:cNvPr id="0" name=""/>
        <dsp:cNvSpPr/>
      </dsp:nvSpPr>
      <dsp:spPr>
        <a:xfrm>
          <a:off x="2793293" y="1446354"/>
          <a:ext cx="355776" cy="355776"/>
        </a:xfrm>
        <a:prstGeom prst="ellipse">
          <a:avLst/>
        </a:prstGeom>
        <a:gradFill rotWithShape="0">
          <a:gsLst>
            <a:gs pos="0">
              <a:schemeClr val="accent3">
                <a:hueOff val="2409421"/>
                <a:satOff val="88889"/>
                <a:lumOff val="-1307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409421"/>
                <a:satOff val="88889"/>
                <a:lumOff val="-1307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409421"/>
                <a:satOff val="88889"/>
                <a:lumOff val="-1307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3BC1A9D-7930-47C2-8EAD-EF04CA4056D4}">
      <dsp:nvSpPr>
        <dsp:cNvPr id="0" name=""/>
        <dsp:cNvSpPr/>
      </dsp:nvSpPr>
      <dsp:spPr>
        <a:xfrm>
          <a:off x="3272702" y="1359189"/>
          <a:ext cx="244596" cy="244596"/>
        </a:xfrm>
        <a:prstGeom prst="ellipse">
          <a:avLst/>
        </a:prstGeom>
        <a:gradFill rotWithShape="0">
          <a:gsLst>
            <a:gs pos="0">
              <a:schemeClr val="accent3">
                <a:hueOff val="2560010"/>
                <a:satOff val="94444"/>
                <a:lumOff val="-1388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560010"/>
                <a:satOff val="94444"/>
                <a:lumOff val="-1388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560010"/>
                <a:satOff val="94444"/>
                <a:lumOff val="-1388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E16B06A-D085-42D9-990C-95E64A2911DB}">
      <dsp:nvSpPr>
        <dsp:cNvPr id="0" name=""/>
        <dsp:cNvSpPr/>
      </dsp:nvSpPr>
      <dsp:spPr>
        <a:xfrm>
          <a:off x="3813874" y="536004"/>
          <a:ext cx="718344" cy="1133392"/>
        </a:xfrm>
        <a:prstGeom prst="chevron">
          <a:avLst>
            <a:gd name="adj" fmla="val 6231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2047EA3-623C-49BF-B273-A04C5C3455E8}">
      <dsp:nvSpPr>
        <dsp:cNvPr id="0" name=""/>
        <dsp:cNvSpPr/>
      </dsp:nvSpPr>
      <dsp:spPr>
        <a:xfrm>
          <a:off x="4484493" y="501363"/>
          <a:ext cx="718344" cy="1133392"/>
        </a:xfrm>
        <a:prstGeom prst="chevron">
          <a:avLst>
            <a:gd name="adj" fmla="val 62310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F611A67-E8AD-4D9A-9AEB-BA163B8BF19D}">
      <dsp:nvSpPr>
        <dsp:cNvPr id="0" name=""/>
        <dsp:cNvSpPr/>
      </dsp:nvSpPr>
      <dsp:spPr>
        <a:xfrm>
          <a:off x="5613709" y="112401"/>
          <a:ext cx="1879504" cy="1861070"/>
        </a:xfrm>
        <a:prstGeom prst="ellipse">
          <a:avLst/>
        </a:prstGeom>
        <a:solidFill>
          <a:srgbClr val="0070C0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b="1" kern="1200" dirty="0"/>
            <a:t>Atendimento, Processo e Controles Centralizados na CSC.</a:t>
          </a:r>
        </a:p>
      </dsp:txBody>
      <dsp:txXfrm>
        <a:off x="5888956" y="384948"/>
        <a:ext cx="1329010" cy="13159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17/03/2016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4283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7489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0018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1890-9DBB-4D9A-9877-EA1263EF5060}" type="datetime1">
              <a:rPr lang="en-US" smtClean="0"/>
              <a:t>3/17/2016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29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9E252-50F1-4CA9-978A-C194736D11C8}" type="datetime1">
              <a:rPr lang="en-US" smtClean="0"/>
              <a:t>3/17/2016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06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84538-904F-47D6-B8BB-A40D7642A9C9}" type="datetime1">
              <a:rPr lang="en-US" smtClean="0"/>
              <a:t>3/17/2016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64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ECFF4-9122-4E77-8EAA-7D8D74EE6AAC}" type="datetime1">
              <a:rPr lang="en-US" smtClean="0"/>
              <a:t>3/17/2016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2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EE9C5-7707-4355-A268-84D96F1F4116}" type="datetime1">
              <a:rPr lang="en-US" smtClean="0"/>
              <a:t>3/17/2016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08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6EB27-11CC-4396-830F-AD8597B0893F}" type="datetime1">
              <a:rPr lang="en-US" smtClean="0"/>
              <a:t>3/17/2016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59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09724-C518-4FEF-BA4E-E40E9E2761B0}" type="datetime1">
              <a:rPr lang="en-US" smtClean="0"/>
              <a:t>3/17/2016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-58522" y="-65835"/>
            <a:ext cx="468173" cy="336498"/>
          </a:xfrm>
        </p:spPr>
        <p:txBody>
          <a:bodyPr/>
          <a:lstStyle>
            <a:lvl1pPr>
              <a:defRPr sz="1200" b="1"/>
            </a:lvl1pPr>
          </a:lstStyle>
          <a:p>
            <a:fld id="{2088DD49-D405-3D4F-92A5-BAA19C6BFE1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5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9EEED-C0F0-4C1D-936B-058735F7D4CC}" type="datetime1">
              <a:rPr lang="en-US" smtClean="0"/>
              <a:t>3/17/2016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32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E88E-360F-40AA-AA39-C06B94C1A6A6}" type="datetime1">
              <a:rPr lang="en-US" smtClean="0"/>
              <a:t>3/17/2016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2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FC834-7516-448F-8049-788150E7072C}" type="datetime1">
              <a:rPr lang="en-US" smtClean="0"/>
              <a:t>3/17/2016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17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28BE3-3033-4CC2-A61E-78CE52E3C4B4}" type="datetime1">
              <a:rPr lang="en-US" smtClean="0"/>
              <a:t>3/17/2016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3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vmlDrawing" Target="../drawings/vmlDrawing1.vml"/><Relationship Id="rId7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mlDrawing" Target="../drawings/vmlDrawing2.vml"/><Relationship Id="rId7" Type="http://schemas.openxmlformats.org/officeDocument/2006/relationships/image" Target="../media/image3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Relationship Id="rId9" Type="http://schemas.openxmlformats.org/officeDocument/2006/relationships/image" Target="../media/image5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6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863222-59D6-4BCC-9F9E-FFDE6D534C31}" type="datetime1">
              <a:rPr lang="en-US" smtClean="0"/>
              <a:t>3/17/2016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570130" cy="4789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rgbClr val="0070C0"/>
                </a:solidFill>
              </a:defRPr>
            </a:lvl1pPr>
          </a:lstStyle>
          <a:p>
            <a:fld id="{2088DD49-D405-3D4F-92A5-BAA19C6BFE1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14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5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7" name="Picture 1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9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9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062980" y="289005"/>
            <a:ext cx="1603348" cy="291323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3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18917" y="4410609"/>
            <a:ext cx="1043999" cy="770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1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emf"/><Relationship Id="rId4" Type="http://schemas.openxmlformats.org/officeDocument/2006/relationships/image" Target="../media/image9.emf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emf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045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6847" y="-20645"/>
            <a:ext cx="3345084" cy="12218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7100" y="277388"/>
            <a:ext cx="1744578" cy="422254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-254" y="4032590"/>
            <a:ext cx="9144254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5">
                    <a:lumMod val="75000"/>
                  </a:schemeClr>
                </a:solidFill>
              </a:rPr>
              <a:t>Estabilidade Operacional</a:t>
            </a:r>
          </a:p>
          <a:p>
            <a:r>
              <a:rPr lang="pt-BR" sz="2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Centralização </a:t>
            </a:r>
            <a:r>
              <a:rPr lang="pt-BR" sz="26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Retrieval</a:t>
            </a:r>
            <a:br>
              <a:rPr lang="pt-BR" sz="12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pt-BR" sz="1200" dirty="0">
                <a:solidFill>
                  <a:schemeClr val="bg1">
                    <a:lumMod val="50000"/>
                  </a:schemeClr>
                </a:solidFill>
              </a:rPr>
              <a:t>2016, março</a:t>
            </a:r>
          </a:p>
        </p:txBody>
      </p:sp>
      <p:sp>
        <p:nvSpPr>
          <p:cNvPr id="8" name="Subtítulo 2"/>
          <p:cNvSpPr txBox="1">
            <a:spLocks/>
          </p:cNvSpPr>
          <p:nvPr/>
        </p:nvSpPr>
        <p:spPr>
          <a:xfrm>
            <a:off x="6901731" y="4890534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/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90842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8331"/>
    </mc:Choice>
    <mc:Fallback xmlns="">
      <p:transition advTm="833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51075" y="152985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0070C0"/>
                </a:solidFill>
              </a:rPr>
              <a:t>Cenários atual e proposto</a:t>
            </a:r>
          </a:p>
        </p:txBody>
      </p:sp>
      <p:sp>
        <p:nvSpPr>
          <p:cNvPr id="7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2</a:t>
            </a:fld>
            <a:endParaRPr lang="en-US"/>
          </a:p>
        </p:txBody>
      </p:sp>
      <p:sp>
        <p:nvSpPr>
          <p:cNvPr id="9" name="Subtítulo 2"/>
          <p:cNvSpPr txBox="1">
            <a:spLocks/>
          </p:cNvSpPr>
          <p:nvPr/>
        </p:nvSpPr>
        <p:spPr>
          <a:xfrm>
            <a:off x="409651" y="2834196"/>
            <a:ext cx="3712769" cy="2019632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1300" dirty="0">
                <a:solidFill>
                  <a:srgbClr val="C00000"/>
                </a:solidFill>
                <a:cs typeface="Aharoni" panose="02010803020104030203" pitchFamily="2" charset="-79"/>
              </a:rPr>
              <a:t>Cerca de </a:t>
            </a:r>
            <a:r>
              <a:rPr lang="pt-BR" sz="1300" b="1" dirty="0">
                <a:solidFill>
                  <a:srgbClr val="FFFF00"/>
                </a:solidFill>
                <a:cs typeface="Aharoni" panose="02010803020104030203" pitchFamily="2" charset="-79"/>
              </a:rPr>
              <a:t>XX</a:t>
            </a:r>
            <a:r>
              <a:rPr lang="pt-BR" sz="1300" b="1" dirty="0">
                <a:solidFill>
                  <a:srgbClr val="C00000"/>
                </a:solidFill>
                <a:cs typeface="Aharoni" panose="02010803020104030203" pitchFamily="2" charset="-79"/>
              </a:rPr>
              <a:t> recursos envolvidos</a:t>
            </a:r>
            <a:r>
              <a:rPr lang="pt-BR" sz="1300" dirty="0">
                <a:solidFill>
                  <a:srgbClr val="C00000"/>
                </a:solidFill>
                <a:cs typeface="Aharoni" panose="02010803020104030203" pitchFamily="2" charset="-79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1300" b="1" dirty="0">
                <a:solidFill>
                  <a:srgbClr val="C00000"/>
                </a:solidFill>
                <a:cs typeface="Aharoni" panose="02010803020104030203" pitchFamily="2" charset="-79"/>
              </a:rPr>
              <a:t>Não há processos e controles </a:t>
            </a:r>
            <a:r>
              <a:rPr lang="pt-BR" sz="1300" dirty="0">
                <a:solidFill>
                  <a:srgbClr val="C00000"/>
                </a:solidFill>
                <a:cs typeface="Aharoni" panose="02010803020104030203" pitchFamily="2" charset="-79"/>
              </a:rPr>
              <a:t>uniformizados.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1300" dirty="0">
                <a:solidFill>
                  <a:srgbClr val="C00000"/>
                </a:solidFill>
                <a:cs typeface="Aharoni" panose="02010803020104030203" pitchFamily="2" charset="-79"/>
              </a:rPr>
              <a:t>Solicitações incompletas, recebidas por </a:t>
            </a:r>
            <a:r>
              <a:rPr lang="pt-BR" sz="1300" b="1" dirty="0">
                <a:solidFill>
                  <a:srgbClr val="C00000"/>
                </a:solidFill>
                <a:cs typeface="Aharoni" panose="02010803020104030203" pitchFamily="2" charset="-79"/>
              </a:rPr>
              <a:t>e-mail, telefone, FTP, mensagens e ferramenta</a:t>
            </a:r>
            <a:r>
              <a:rPr lang="pt-BR" sz="1300" dirty="0">
                <a:solidFill>
                  <a:srgbClr val="C00000"/>
                </a:solidFill>
                <a:cs typeface="Aharoni" panose="02010803020104030203" pitchFamily="2" charset="-79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1300" dirty="0">
                <a:solidFill>
                  <a:srgbClr val="C00000"/>
                </a:solidFill>
                <a:cs typeface="Aharoni" panose="02010803020104030203" pitchFamily="2" charset="-79"/>
              </a:rPr>
              <a:t>A autoridade está distribuída e sujeita a </a:t>
            </a:r>
            <a:r>
              <a:rPr lang="pt-BR" sz="1300" b="1" dirty="0">
                <a:solidFill>
                  <a:srgbClr val="C00000"/>
                </a:solidFill>
                <a:cs typeface="Aharoni" panose="02010803020104030203" pitchFamily="2" charset="-79"/>
              </a:rPr>
              <a:t>decisões subjetivas</a:t>
            </a:r>
            <a:r>
              <a:rPr lang="pt-BR" sz="1300" dirty="0">
                <a:solidFill>
                  <a:srgbClr val="C00000"/>
                </a:solidFill>
                <a:cs typeface="Aharoni" panose="02010803020104030203" pitchFamily="2" charset="-79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1300" b="1" dirty="0">
                <a:solidFill>
                  <a:srgbClr val="C00000"/>
                </a:solidFill>
                <a:cs typeface="Aharoni" panose="02010803020104030203" pitchFamily="2" charset="-79"/>
              </a:rPr>
              <a:t>Não há registro </a:t>
            </a:r>
            <a:r>
              <a:rPr lang="pt-BR" sz="1300" dirty="0">
                <a:solidFill>
                  <a:srgbClr val="C00000"/>
                </a:solidFill>
                <a:cs typeface="Aharoni" panose="02010803020104030203" pitchFamily="2" charset="-79"/>
              </a:rPr>
              <a:t>centralizado dos </a:t>
            </a:r>
            <a:r>
              <a:rPr lang="pt-BR" sz="1300" b="1" dirty="0">
                <a:solidFill>
                  <a:srgbClr val="C00000"/>
                </a:solidFill>
                <a:cs typeface="Aharoni" panose="02010803020104030203" pitchFamily="2" charset="-79"/>
              </a:rPr>
              <a:t>SLA</a:t>
            </a:r>
            <a:r>
              <a:rPr lang="pt-BR" sz="1300" dirty="0">
                <a:solidFill>
                  <a:srgbClr val="C00000"/>
                </a:solidFill>
                <a:cs typeface="Aharoni" panose="02010803020104030203" pitchFamily="2" charset="-79"/>
              </a:rPr>
              <a:t> a cumprir.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1300" b="1" dirty="0">
                <a:solidFill>
                  <a:srgbClr val="C00000"/>
                </a:solidFill>
                <a:cs typeface="Aharoni" panose="02010803020104030203" pitchFamily="2" charset="-79"/>
              </a:rPr>
              <a:t>Interlocução descentralizada</a:t>
            </a:r>
            <a:r>
              <a:rPr lang="pt-BR" sz="1300" dirty="0">
                <a:solidFill>
                  <a:srgbClr val="C00000"/>
                </a:solidFill>
                <a:cs typeface="Aharoni" panose="02010803020104030203" pitchFamily="2" charset="-79"/>
              </a:rPr>
              <a:t> com gestores das operações.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1300" b="1" dirty="0">
                <a:solidFill>
                  <a:srgbClr val="C00000"/>
                </a:solidFill>
                <a:cs typeface="Aharoni" panose="02010803020104030203" pitchFamily="2" charset="-79"/>
              </a:rPr>
              <a:t>Multas, perdas</a:t>
            </a:r>
            <a:r>
              <a:rPr lang="pt-BR" sz="1300" dirty="0">
                <a:solidFill>
                  <a:srgbClr val="C00000"/>
                </a:solidFill>
                <a:cs typeface="Aharoni" panose="02010803020104030203" pitchFamily="2" charset="-79"/>
              </a:rPr>
              <a:t> e cultura de culpa.</a:t>
            </a:r>
          </a:p>
        </p:txBody>
      </p:sp>
      <p:graphicFrame>
        <p:nvGraphicFramePr>
          <p:cNvPr id="4" name="Diagrama 3"/>
          <p:cNvGraphicFramePr/>
          <p:nvPr>
            <p:extLst>
              <p:ext uri="{D42A27DB-BD31-4B8C-83A1-F6EECF244321}">
                <p14:modId xmlns:p14="http://schemas.microsoft.com/office/powerpoint/2010/main" val="2266052406"/>
              </p:ext>
            </p:extLst>
          </p:nvPr>
        </p:nvGraphicFramePr>
        <p:xfrm>
          <a:off x="-154943" y="739139"/>
          <a:ext cx="8079743" cy="19925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0" name="Subtítulo 2"/>
          <p:cNvSpPr txBox="1">
            <a:spLocks/>
          </p:cNvSpPr>
          <p:nvPr/>
        </p:nvSpPr>
        <p:spPr>
          <a:xfrm>
            <a:off x="4674889" y="2856219"/>
            <a:ext cx="3657599" cy="2019632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13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Liberação de cerca de </a:t>
            </a:r>
            <a:r>
              <a:rPr lang="pt-BR" sz="1300" b="1" dirty="0">
                <a:solidFill>
                  <a:srgbClr val="FFFF00"/>
                </a:solidFill>
                <a:cs typeface="Aharoni" panose="02010803020104030203" pitchFamily="2" charset="-79"/>
              </a:rPr>
              <a:t>XX</a:t>
            </a:r>
            <a:r>
              <a:rPr lang="pt-BR" sz="13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recursos</a:t>
            </a:r>
            <a:r>
              <a:rPr lang="pt-BR" sz="13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13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Processos e controles </a:t>
            </a:r>
            <a:r>
              <a:rPr lang="pt-BR" sz="13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uniformizados.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13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Solicitações recebidas por </a:t>
            </a:r>
            <a:r>
              <a:rPr lang="pt-BR" sz="13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ferramenta</a:t>
            </a:r>
            <a:r>
              <a:rPr lang="pt-BR" sz="13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, com </a:t>
            </a:r>
            <a:r>
              <a:rPr lang="pt-BR" sz="13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requisitos mandatórios para aceite</a:t>
            </a:r>
            <a:r>
              <a:rPr lang="pt-BR" sz="13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13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 autoridade é delegada, com </a:t>
            </a:r>
            <a:r>
              <a:rPr lang="pt-BR" sz="13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controles objetivos sobre ações e resultados</a:t>
            </a:r>
            <a:r>
              <a:rPr lang="pt-BR" sz="13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13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Registro centralizado dos SLA</a:t>
            </a:r>
            <a:r>
              <a:rPr lang="pt-BR" sz="13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e variáveis.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13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Ponto Focal para gestores</a:t>
            </a:r>
            <a:r>
              <a:rPr lang="pt-BR" sz="13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das Operações.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13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Redução de multas e perdas</a:t>
            </a:r>
            <a:r>
              <a:rPr lang="pt-BR" sz="13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com definição clara de responsabilidades.</a:t>
            </a:r>
          </a:p>
        </p:txBody>
      </p:sp>
    </p:spTree>
    <p:extLst>
      <p:ext uri="{BB962C8B-B14F-4D97-AF65-F5344CB8AC3E}">
        <p14:creationId xmlns:p14="http://schemas.microsoft.com/office/powerpoint/2010/main" val="140436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51075" y="257994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Obrigado!</a:t>
            </a:r>
          </a:p>
        </p:txBody>
      </p:sp>
      <p:sp>
        <p:nvSpPr>
          <p:cNvPr id="9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3</a:t>
            </a:fld>
            <a:endParaRPr lang="en-US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9913" y="3399784"/>
            <a:ext cx="5400675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8746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13540</TotalTime>
  <Words>169</Words>
  <Application>Microsoft Office PowerPoint</Application>
  <PresentationFormat>Personalizar</PresentationFormat>
  <Paragraphs>28</Paragraphs>
  <Slides>3</Slides>
  <Notes>3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13" baseType="lpstr">
      <vt:lpstr>Aharoni</vt:lpstr>
      <vt:lpstr>Arial</vt:lpstr>
      <vt:lpstr>Calibri</vt:lpstr>
      <vt:lpstr>Calibri Light</vt:lpstr>
      <vt:lpstr>Wingdings</vt:lpstr>
      <vt:lpstr>Tema do Office</vt:lpstr>
      <vt:lpstr>5_Tema do Office</vt:lpstr>
      <vt:lpstr>7_Tema do Office</vt:lpstr>
      <vt:lpstr>10_Tema do Office</vt:lpstr>
      <vt:lpstr>Slide do think-cell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Adolpho Chacon</dc:creator>
  <cp:lastModifiedBy>Adolpho Chacon</cp:lastModifiedBy>
  <cp:revision>835</cp:revision>
  <dcterms:created xsi:type="dcterms:W3CDTF">2015-08-20T14:57:26Z</dcterms:created>
  <dcterms:modified xsi:type="dcterms:W3CDTF">2016-03-17T15:05:24Z</dcterms:modified>
</cp:coreProperties>
</file>