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ags/tag3.xml" ContentType="application/vnd.openxmlformats-officedocument.presentationml.tags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3" r:id="rId2"/>
    <p:sldMasterId id="2147483675" r:id="rId3"/>
    <p:sldMasterId id="2147483677" r:id="rId4"/>
  </p:sldMasterIdLst>
  <p:notesMasterIdLst>
    <p:notesMasterId r:id="rId36"/>
  </p:notesMasterIdLst>
  <p:sldIdLst>
    <p:sldId id="262" r:id="rId5"/>
    <p:sldId id="265" r:id="rId6"/>
    <p:sldId id="539" r:id="rId7"/>
    <p:sldId id="540" r:id="rId8"/>
    <p:sldId id="541" r:id="rId9"/>
    <p:sldId id="542" r:id="rId10"/>
    <p:sldId id="543" r:id="rId11"/>
    <p:sldId id="544" r:id="rId12"/>
    <p:sldId id="551" r:id="rId13"/>
    <p:sldId id="552" r:id="rId14"/>
    <p:sldId id="545" r:id="rId15"/>
    <p:sldId id="546" r:id="rId16"/>
    <p:sldId id="493" r:id="rId17"/>
    <p:sldId id="494" r:id="rId18"/>
    <p:sldId id="538" r:id="rId19"/>
    <p:sldId id="510" r:id="rId20"/>
    <p:sldId id="535" r:id="rId21"/>
    <p:sldId id="553" r:id="rId22"/>
    <p:sldId id="470" r:id="rId23"/>
    <p:sldId id="532" r:id="rId24"/>
    <p:sldId id="533" r:id="rId25"/>
    <p:sldId id="461" r:id="rId26"/>
    <p:sldId id="480" r:id="rId27"/>
    <p:sldId id="547" r:id="rId28"/>
    <p:sldId id="548" r:id="rId29"/>
    <p:sldId id="549" r:id="rId30"/>
    <p:sldId id="550" r:id="rId31"/>
    <p:sldId id="537" r:id="rId32"/>
    <p:sldId id="464" r:id="rId33"/>
    <p:sldId id="490" r:id="rId34"/>
    <p:sldId id="411" r:id="rId3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" initials="a" lastIdx="1" clrIdx="0">
    <p:extLst>
      <p:ext uri="{19B8F6BF-5375-455C-9EA6-DF929625EA0E}">
        <p15:presenceInfo xmlns:p15="http://schemas.microsoft.com/office/powerpoint/2012/main" userId="adm" providerId="None"/>
      </p:ext>
    </p:extLst>
  </p:cmAuthor>
  <p:cmAuthor id="2" name="Luis Marcal" initials="LM" lastIdx="0" clrIdx="1">
    <p:extLst>
      <p:ext uri="{19B8F6BF-5375-455C-9EA6-DF929625EA0E}">
        <p15:presenceInfo xmlns:p15="http://schemas.microsoft.com/office/powerpoint/2012/main" userId="Luis Marc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CCCC00"/>
    <a:srgbClr val="1934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3" autoAdjust="0"/>
    <p:restoredTop sz="91785" autoAdjust="0"/>
  </p:normalViewPr>
  <p:slideViewPr>
    <p:cSldViewPr snapToGrid="0" snapToObjects="1">
      <p:cViewPr varScale="1">
        <p:scale>
          <a:sx n="109" d="100"/>
          <a:sy n="109" d="100"/>
        </p:scale>
        <p:origin x="900" y="102"/>
      </p:cViewPr>
      <p:guideLst>
        <p:guide orient="horz" pos="2483"/>
        <p:guide pos="612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%202.xlsm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%202.xlsm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Felipe\Desktop\Comparativo%20AI%202.xlsm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202712\AppData\Local\Microsoft\Windows\Temporary%20Internet%20Files\Content.Outlook\V7B2FHBZ\Alarmes%20Visuais%20CPD-V1%200s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202712\AppData\Local\Microsoft\Windows\Temporary%20Internet%20Files\Content.Outlook\V7B2FHBZ\Alarmes%20Visuais%20CPD-V1%200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/>
              <a:t>Volume</a:t>
            </a:r>
            <a:r>
              <a:rPr lang="pt-BR" sz="1500" b="1" baseline="0" dirty="0"/>
              <a:t> de </a:t>
            </a:r>
            <a:r>
              <a:rPr lang="pt-BR" sz="1500" b="1" dirty="0"/>
              <a:t>Incidentes Alto Impacto</a:t>
            </a:r>
          </a:p>
        </c:rich>
      </c:tx>
      <c:layout>
        <c:manualLayout>
          <c:xMode val="edge"/>
          <c:yMode val="edge"/>
          <c:x val="0.13204545348244393"/>
          <c:y val="1.134195411152534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5-A342-4057-BDFD-D4272EDC6324}"/>
              </c:ext>
            </c:extLst>
          </c:dPt>
          <c:dLbls>
            <c:dLbl>
              <c:idx val="0"/>
              <c:layout>
                <c:manualLayout>
                  <c:x val="-5.9401031800599621E-3"/>
                  <c:y val="-0.29489080689965896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342-4057-BDFD-D4272EDC6324}"/>
                </c:ext>
              </c:extLst>
            </c:dLbl>
            <c:dLbl>
              <c:idx val="1"/>
              <c:layout>
                <c:manualLayout>
                  <c:x val="-5.4450316802510192E-17"/>
                  <c:y val="-0.1361034493383041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342-4057-BDFD-D4272EDC6324}"/>
                </c:ext>
              </c:extLst>
            </c:dLbl>
            <c:dLbl>
              <c:idx val="2"/>
              <c:layout>
                <c:manualLayout>
                  <c:x val="2.9700515900299811E-3"/>
                  <c:y val="-0.1190905181710161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342-4057-BDFD-D4272EDC6324}"/>
                </c:ext>
              </c:extLst>
            </c:dLbl>
            <c:dLbl>
              <c:idx val="3"/>
              <c:layout>
                <c:manualLayout>
                  <c:x val="-2.9700515900299811E-3"/>
                  <c:y val="-0.1304324722825414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AF3-47B6-B362-8D75B94687B9}"/>
                </c:ext>
              </c:extLst>
            </c:dLbl>
            <c:dLbl>
              <c:idx val="4"/>
              <c:layout>
                <c:manualLayout>
                  <c:x val="-5.9401031800599621E-3"/>
                  <c:y val="-0.10774856405949089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50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AF3-47B6-B362-8D75B94687B9}"/>
                </c:ext>
              </c:extLst>
            </c:dLbl>
            <c:dLbl>
              <c:idx val="5"/>
              <c:layout>
                <c:manualLayout>
                  <c:x val="5.9401031800599621E-3"/>
                  <c:y val="-7.372270172491474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342-4057-BDFD-D4272EDC6324}"/>
                </c:ext>
              </c:extLst>
            </c:dLbl>
            <c:dLbl>
              <c:idx val="6"/>
              <c:layout>
                <c:manualLayout>
                  <c:x val="-1.0890063360502038E-16"/>
                  <c:y val="-5.6709770557626625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9BCA-49D8-A455-9E0DDBEF491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Ago</c:v>
                </c:pt>
                <c:pt idx="1">
                  <c:v>Dez</c:v>
                </c:pt>
                <c:pt idx="2">
                  <c:v>Jan</c:v>
                </c:pt>
                <c:pt idx="3">
                  <c:v>Fev</c:v>
                </c:pt>
                <c:pt idx="4">
                  <c:v>Mar</c:v>
                </c:pt>
              </c:strCache>
            </c:strRef>
          </c:cat>
          <c:val>
            <c:numRef>
              <c:f>Plan1!$B$2:$B$6</c:f>
              <c:numCache>
                <c:formatCode>#,##0</c:formatCode>
                <c:ptCount val="5"/>
                <c:pt idx="0">
                  <c:v>1494</c:v>
                </c:pt>
                <c:pt idx="1">
                  <c:v>294</c:v>
                </c:pt>
                <c:pt idx="2">
                  <c:v>210</c:v>
                </c:pt>
                <c:pt idx="3">
                  <c:v>204</c:v>
                </c:pt>
                <c:pt idx="4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67665392"/>
        <c:axId val="167665784"/>
      </c:barChart>
      <c:catAx>
        <c:axId val="1676653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7665784"/>
        <c:crosses val="autoZero"/>
        <c:auto val="1"/>
        <c:lblAlgn val="ctr"/>
        <c:lblOffset val="100"/>
        <c:noMultiLvlLbl val="0"/>
      </c:catAx>
      <c:valAx>
        <c:axId val="16766578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6766539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5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BR" sz="1500" b="1" dirty="0"/>
              <a:t>Média diária de Incidentes Alto Impacto</a:t>
            </a:r>
          </a:p>
        </c:rich>
      </c:tx>
      <c:layout>
        <c:manualLayout>
          <c:xMode val="edge"/>
          <c:yMode val="edge"/>
          <c:x val="0.1585050000070585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5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2.7352474322057077E-2"/>
          <c:y val="0.19970809412273891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1-852E-40EC-BB07-F4FF4F71836A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3-852E-40EC-BB07-F4FF4F71836A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/>
              </a:sp3d>
            </c:spPr>
            <c:extLst>
              <c:ext xmlns:c16="http://schemas.microsoft.com/office/drawing/2014/chart" uri="{C3380CC4-5D6E-409C-BE32-E72D297353CC}">
                <c16:uniqueId val="{00000005-1336-4DE1-AAF2-45A9A199F5C6}"/>
              </c:ext>
            </c:extLst>
          </c:dPt>
          <c:dLbls>
            <c:dLbl>
              <c:idx val="0"/>
              <c:layout>
                <c:manualLayout>
                  <c:x val="2.9880988961915622E-3"/>
                  <c:y val="-0.30721553333342294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1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159536247051311"/>
                      <c:h val="0.11947270740744224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6-1336-4DE1-AAF2-45A9A199F5C6}"/>
                </c:ext>
              </c:extLst>
            </c:dLbl>
            <c:dLbl>
              <c:idx val="1"/>
              <c:layout>
                <c:manualLayout>
                  <c:x val="0"/>
                  <c:y val="-0.1479185901234999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336-4DE1-AAF2-45A9A199F5C6}"/>
                </c:ext>
              </c:extLst>
            </c:dLbl>
            <c:dLbl>
              <c:idx val="2"/>
              <c:layout>
                <c:manualLayout>
                  <c:x val="0"/>
                  <c:y val="-0.13654023703707685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336-4DE1-AAF2-45A9A199F5C6}"/>
                </c:ext>
              </c:extLst>
            </c:dLbl>
            <c:dLbl>
              <c:idx val="3"/>
              <c:layout>
                <c:manualLayout>
                  <c:x val="0"/>
                  <c:y val="-0.12516188395065378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52E-40EC-BB07-F4FF4F71836A}"/>
                </c:ext>
              </c:extLst>
            </c:dLbl>
            <c:dLbl>
              <c:idx val="4"/>
              <c:layout>
                <c:manualLayout>
                  <c:x val="-5.9761977923831243E-3"/>
                  <c:y val="-0.11947270740744224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6,25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52E-40EC-BB07-F4FF4F71836A}"/>
                </c:ext>
              </c:extLst>
            </c:dLbl>
            <c:dLbl>
              <c:idx val="5"/>
              <c:layout>
                <c:manualLayout>
                  <c:x val="2.9880988961914524E-3"/>
                  <c:y val="-9.6716001234596213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336-4DE1-AAF2-45A9A199F5C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Ago</c:v>
                </c:pt>
                <c:pt idx="1">
                  <c:v>Dez</c:v>
                </c:pt>
                <c:pt idx="2">
                  <c:v>Jan</c:v>
                </c:pt>
                <c:pt idx="3">
                  <c:v>Fev</c:v>
                </c:pt>
                <c:pt idx="4">
                  <c:v>Mar</c:v>
                </c:pt>
              </c:strCache>
            </c:strRef>
          </c:cat>
          <c:val>
            <c:numRef>
              <c:f>Plan1!$B$2:$B$6</c:f>
              <c:numCache>
                <c:formatCode>#,##0.00</c:formatCode>
                <c:ptCount val="5"/>
                <c:pt idx="0">
                  <c:v>48.19</c:v>
                </c:pt>
                <c:pt idx="1">
                  <c:v>9.48</c:v>
                </c:pt>
                <c:pt idx="2">
                  <c:v>6.77</c:v>
                </c:pt>
                <c:pt idx="3">
                  <c:v>7.03</c:v>
                </c:pt>
                <c:pt idx="4">
                  <c:v>6.25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52E-40EC-BB07-F4FF4F71836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67822472"/>
        <c:axId val="167822864"/>
      </c:barChart>
      <c:catAx>
        <c:axId val="167822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7822864"/>
        <c:crosses val="autoZero"/>
        <c:auto val="1"/>
        <c:lblAlgn val="ctr"/>
        <c:lblOffset val="100"/>
        <c:noMultiLvlLbl val="0"/>
      </c:catAx>
      <c:valAx>
        <c:axId val="167822864"/>
        <c:scaling>
          <c:orientation val="minMax"/>
        </c:scaling>
        <c:delete val="1"/>
        <c:axPos val="l"/>
        <c:numFmt formatCode="#,##0.00" sourceLinked="1"/>
        <c:majorTickMark val="none"/>
        <c:minorTickMark val="none"/>
        <c:tickLblPos val="nextTo"/>
        <c:crossAx val="167822472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4382486517836682E-2"/>
          <c:y val="0.21105009973328545"/>
          <c:w val="0.90799622273489888"/>
          <c:h val="0.5809471943938796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Plan1!$B$1</c:f>
              <c:strCache>
                <c:ptCount val="1"/>
                <c:pt idx="0">
                  <c:v>Incidentes</c:v>
                </c:pt>
              </c:strCache>
            </c:strRef>
          </c:tx>
          <c:spPr>
            <a:solidFill>
              <a:schemeClr val="tx2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w="165100" prst="coolSlant"/>
            </a:sp3d>
          </c:spPr>
          <c:invertIfNegative val="0"/>
          <c:dPt>
            <c:idx val="3"/>
            <c:invertIfNegative val="0"/>
            <c:bubble3D val="0"/>
            <c:spPr>
              <a:solidFill>
                <a:schemeClr val="tx2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1-3AF3-47B6-B362-8D75B94687B9}"/>
              </c:ext>
            </c:extLst>
          </c:dPt>
          <c:dPt>
            <c:idx val="4"/>
            <c:invertIfNegative val="0"/>
            <c:bubble3D val="0"/>
            <c:spPr>
              <a:solidFill>
                <a:srgbClr val="00B050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3-3AF3-47B6-B362-8D75B94687B9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  <a:scene3d>
                <a:camera prst="orthographicFront"/>
                <a:lightRig rig="threePt" dir="t"/>
              </a:scene3d>
              <a:sp3d>
                <a:bevelT w="165100" prst="coolSlant"/>
              </a:sp3d>
            </c:spPr>
            <c:extLst>
              <c:ext xmlns:c16="http://schemas.microsoft.com/office/drawing/2014/chart" uri="{C3380CC4-5D6E-409C-BE32-E72D297353CC}">
                <c16:uniqueId val="{00000005-B343-4B87-A407-FBF943380C67}"/>
              </c:ext>
            </c:extLst>
          </c:dPt>
          <c:dLbls>
            <c:dLbl>
              <c:idx val="0"/>
              <c:layout>
                <c:manualLayout>
                  <c:x val="-5.9400113486707184E-3"/>
                  <c:y val="-0.2986728170429673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B343-4B87-A407-FBF943380C67}"/>
                </c:ext>
              </c:extLst>
            </c:dLbl>
            <c:dLbl>
              <c:idx val="1"/>
              <c:layout>
                <c:manualLayout>
                  <c:x val="5.5555324682596465E-3"/>
                  <c:y val="-0.29147915127361201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343-4B87-A407-FBF943380C67}"/>
                </c:ext>
              </c:extLst>
            </c:dLbl>
            <c:dLbl>
              <c:idx val="2"/>
              <c:layout>
                <c:manualLayout>
                  <c:x val="8.5255551212713165E-3"/>
                  <c:y val="-0.2937381741077724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343-4B87-A407-FBF943380C67}"/>
                </c:ext>
              </c:extLst>
            </c:dLbl>
            <c:dLbl>
              <c:idx val="3"/>
              <c:layout>
                <c:manualLayout>
                  <c:x val="-5.7477888871415453E-3"/>
                  <c:y val="-0.29006858771988747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AF3-47B6-B362-8D75B94687B9}"/>
                </c:ext>
              </c:extLst>
            </c:dLbl>
            <c:dLbl>
              <c:idx val="4"/>
              <c:layout>
                <c:manualLayout>
                  <c:x val="-6.252661440287236E-3"/>
                  <c:y val="-0.1777514069618954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AF3-47B6-B362-8D75B94687B9}"/>
                </c:ext>
              </c:extLst>
            </c:dLbl>
            <c:dLbl>
              <c:idx val="5"/>
              <c:layout>
                <c:manualLayout>
                  <c:x val="7.5384243048088051E-2"/>
                  <c:y val="3.193856821799037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343-4B87-A407-FBF943380C6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Plan1!$A$2:$A$6</c:f>
              <c:strCache>
                <c:ptCount val="5"/>
                <c:pt idx="0">
                  <c:v>Agosto</c:v>
                </c:pt>
                <c:pt idx="1">
                  <c:v>Dezembro</c:v>
                </c:pt>
                <c:pt idx="2">
                  <c:v>Janeiro</c:v>
                </c:pt>
                <c:pt idx="3">
                  <c:v>Fevereiro</c:v>
                </c:pt>
                <c:pt idx="4">
                  <c:v>Março</c:v>
                </c:pt>
              </c:strCache>
            </c:strRef>
          </c:cat>
          <c:val>
            <c:numRef>
              <c:f>Plan1!$B$2:$B$6</c:f>
              <c:numCache>
                <c:formatCode>#,##0</c:formatCode>
                <c:ptCount val="5"/>
                <c:pt idx="0">
                  <c:v>24272</c:v>
                </c:pt>
                <c:pt idx="1">
                  <c:v>19386</c:v>
                </c:pt>
                <c:pt idx="2">
                  <c:v>21648</c:v>
                </c:pt>
                <c:pt idx="3">
                  <c:v>19660</c:v>
                </c:pt>
                <c:pt idx="4">
                  <c:v>6930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3AF3-47B6-B362-8D75B94687B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100"/>
        <c:axId val="167823256"/>
        <c:axId val="167824824"/>
      </c:barChart>
      <c:catAx>
        <c:axId val="167823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67824824"/>
        <c:crosses val="autoZero"/>
        <c:auto val="1"/>
        <c:lblAlgn val="ctr"/>
        <c:lblOffset val="100"/>
        <c:noMultiLvlLbl val="0"/>
      </c:catAx>
      <c:valAx>
        <c:axId val="16782482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67823256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158558494854694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EFA-415D-941E-0183F8625EE2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EFA-415D-941E-0183F8625EE2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EFA-415D-941E-0183F8625EE2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EFA-415D-941E-0183F8625EE2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EFA-415D-941E-0183F8625EE2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EFA-415D-941E-0183F8625EE2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EFA-415D-941E-0183F8625EE2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EFA-415D-941E-0183F8625EE2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EFA-415D-941E-0183F8625EE2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EFA-415D-941E-0183F8625EE2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EFA-415D-941E-0183F8625EE2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1EFA-415D-941E-0183F8625EE2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EFA-415D-941E-0183F8625EE2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EFA-415D-941E-0183F8625EE2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EFA-415D-941E-0183F8625EE2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1EFA-415D-941E-0183F8625EE2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1EFA-415D-941E-0183F8625EE2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1EFA-415D-941E-0183F8625EE2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1EFA-415D-941E-0183F8625EE2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1EFA-415D-941E-0183F8625EE2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1EFA-415D-941E-0183F8625EE2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1EFA-415D-941E-0183F8625EE2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1EFA-415D-941E-0183F8625EE2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Gráficos'!$D$4:$AH$4</c:f>
              <c:numCache>
                <c:formatCode>#,##0</c:formatCode>
                <c:ptCount val="31"/>
                <c:pt idx="0">
                  <c:v>6</c:v>
                </c:pt>
                <c:pt idx="1">
                  <c:v>10</c:v>
                </c:pt>
                <c:pt idx="2">
                  <c:v>6</c:v>
                </c:pt>
                <c:pt idx="3">
                  <c:v>9</c:v>
                </c:pt>
                <c:pt idx="4">
                  <c:v>3</c:v>
                </c:pt>
                <c:pt idx="5">
                  <c:v>1</c:v>
                </c:pt>
                <c:pt idx="6">
                  <c:v>8</c:v>
                </c:pt>
                <c:pt idx="7">
                  <c:v>7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1EFA-415D-941E-0183F8625E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196972032"/>
        <c:axId val="193251008"/>
      </c:barChart>
      <c:lineChart>
        <c:grouping val="standard"/>
        <c:varyColors val="0"/>
        <c:ser>
          <c:idx val="0"/>
          <c:order val="1"/>
          <c:tx>
            <c:v>Meta</c:v>
          </c:tx>
          <c:spPr>
            <a:ln w="19050">
              <a:solidFill>
                <a:srgbClr val="FF0000"/>
              </a:solidFill>
            </a:ln>
            <a:effectLst/>
          </c:spPr>
          <c:marker>
            <c:symbol val="none"/>
          </c:marker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Gráficos'!$D$10:$AH$10</c:f>
              <c:numCache>
                <c:formatCode>#,##0.00</c:formatCode>
                <c:ptCount val="31"/>
                <c:pt idx="0">
                  <c:v>11.217680681812055</c:v>
                </c:pt>
                <c:pt idx="1">
                  <c:v>12.93969306717794</c:v>
                </c:pt>
                <c:pt idx="2">
                  <c:v>12.792092005575151</c:v>
                </c:pt>
                <c:pt idx="3">
                  <c:v>9.5448686503137665</c:v>
                </c:pt>
                <c:pt idx="4">
                  <c:v>4.9200353867596736</c:v>
                </c:pt>
                <c:pt idx="5">
                  <c:v>2.4108173395122403</c:v>
                </c:pt>
                <c:pt idx="6">
                  <c:v>10.374848953068486</c:v>
                </c:pt>
                <c:pt idx="7">
                  <c:v>9.8152097979237141</c:v>
                </c:pt>
                <c:pt idx="8">
                  <c:v>11.321930600236563</c:v>
                </c:pt>
                <c:pt idx="9">
                  <c:v>11.192783102895463</c:v>
                </c:pt>
                <c:pt idx="10">
                  <c:v>8.3515381613912307</c:v>
                </c:pt>
                <c:pt idx="11">
                  <c:v>4.3049165780367167</c:v>
                </c:pt>
                <c:pt idx="12">
                  <c:v>2.1094091232379912</c:v>
                </c:pt>
                <c:pt idx="13">
                  <c:v>9.1658760349339445</c:v>
                </c:pt>
                <c:pt idx="14">
                  <c:v>8.6714511865765118</c:v>
                </c:pt>
                <c:pt idx="15">
                  <c:v>10.002595009077289</c:v>
                </c:pt>
                <c:pt idx="16">
                  <c:v>9.8884969671486527</c:v>
                </c:pt>
                <c:pt idx="17">
                  <c:v>7.3783400447186107</c:v>
                </c:pt>
                <c:pt idx="18">
                  <c:v>3.8032680642879435</c:v>
                </c:pt>
                <c:pt idx="19">
                  <c:v>1.8636013515010923</c:v>
                </c:pt>
                <c:pt idx="20">
                  <c:v>9.1230922432305341</c:v>
                </c:pt>
                <c:pt idx="21">
                  <c:v>8.6309752342595925</c:v>
                </c:pt>
                <c:pt idx="22">
                  <c:v>9.9559056430275099</c:v>
                </c:pt>
                <c:pt idx="23">
                  <c:v>9.8423401794188319</c:v>
                </c:pt>
                <c:pt idx="24">
                  <c:v>7.3438999800278983</c:v>
                </c:pt>
                <c:pt idx="25">
                  <c:v>3.7855154536226281</c:v>
                </c:pt>
                <c:pt idx="26">
                  <c:v>1.8549025722750878</c:v>
                </c:pt>
                <c:pt idx="27">
                  <c:v>9.1230922432305341</c:v>
                </c:pt>
                <c:pt idx="28">
                  <c:v>8.6309752342595925</c:v>
                </c:pt>
                <c:pt idx="29">
                  <c:v>9.9559056430275099</c:v>
                </c:pt>
                <c:pt idx="30">
                  <c:v>9.8423401794188319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8-1EFA-415D-941E-0183F8625E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6972032"/>
        <c:axId val="193251008"/>
      </c:lineChart>
      <c:dateAx>
        <c:axId val="196972032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93251008"/>
        <c:crosses val="autoZero"/>
        <c:auto val="1"/>
        <c:lblOffset val="100"/>
        <c:baseTimeUnit val="days"/>
      </c:dateAx>
      <c:valAx>
        <c:axId val="19325100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96972032"/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864560982860335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949-45B2-BA69-A361C8A52588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949-45B2-BA69-A361C8A52588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949-45B2-BA69-A361C8A52588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949-45B2-BA69-A361C8A52588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949-45B2-BA69-A361C8A52588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949-45B2-BA69-A361C8A52588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A949-45B2-BA69-A361C8A52588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949-45B2-BA69-A361C8A52588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A949-45B2-BA69-A361C8A52588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A949-45B2-BA69-A361C8A52588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A949-45B2-BA69-A361C8A52588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A949-45B2-BA69-A361C8A52588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A949-45B2-BA69-A361C8A52588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A949-45B2-BA69-A361C8A52588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A949-45B2-BA69-A361C8A52588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A949-45B2-BA69-A361C8A52588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A949-45B2-BA69-A361C8A52588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A949-45B2-BA69-A361C8A52588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A949-45B2-BA69-A361C8A52588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A949-45B2-BA69-A361C8A52588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A949-45B2-BA69-A361C8A52588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A949-45B2-BA69-A361C8A52588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A949-45B2-BA69-A361C8A52588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Gráficos'!$D$5:$AH$5</c:f>
              <c:numCache>
                <c:formatCode>#,##0</c:formatCode>
                <c:ptCount val="31"/>
                <c:pt idx="0">
                  <c:v>722</c:v>
                </c:pt>
                <c:pt idx="1">
                  <c:v>761</c:v>
                </c:pt>
                <c:pt idx="2">
                  <c:v>574</c:v>
                </c:pt>
                <c:pt idx="3">
                  <c:v>598</c:v>
                </c:pt>
                <c:pt idx="4">
                  <c:v>107</c:v>
                </c:pt>
                <c:pt idx="5">
                  <c:v>72</c:v>
                </c:pt>
                <c:pt idx="6">
                  <c:v>642</c:v>
                </c:pt>
                <c:pt idx="7">
                  <c:v>527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7-A949-45B2-BA69-A361C8A525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78780416"/>
        <c:axId val="193254464"/>
      </c:barChart>
      <c:lineChart>
        <c:grouping val="standard"/>
        <c:varyColors val="0"/>
        <c:ser>
          <c:idx val="0"/>
          <c:order val="1"/>
          <c:tx>
            <c:v>Meta</c:v>
          </c:tx>
          <c:spPr>
            <a:ln w="19050">
              <a:solidFill>
                <a:srgbClr val="FF0000"/>
              </a:solidFill>
            </a:ln>
            <a:effectLst/>
          </c:spPr>
          <c:marker>
            <c:symbol val="none"/>
          </c:marker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Gráficos'!$D$11:$AH$11</c:f>
              <c:numCache>
                <c:formatCode>#,##0.00</c:formatCode>
                <c:ptCount val="31"/>
                <c:pt idx="0">
                  <c:v>609.1711955461559</c:v>
                </c:pt>
                <c:pt idx="1">
                  <c:v>607.60365288144885</c:v>
                </c:pt>
                <c:pt idx="2">
                  <c:v>563.59187806467389</c:v>
                </c:pt>
                <c:pt idx="3">
                  <c:v>476.8344205833875</c:v>
                </c:pt>
                <c:pt idx="4">
                  <c:v>147.52988078992908</c:v>
                </c:pt>
                <c:pt idx="5">
                  <c:v>56.069795314521464</c:v>
                </c:pt>
                <c:pt idx="6">
                  <c:v>609.17119554615579</c:v>
                </c:pt>
                <c:pt idx="7">
                  <c:v>536.76338709325535</c:v>
                </c:pt>
                <c:pt idx="8">
                  <c:v>535.38216697603207</c:v>
                </c:pt>
                <c:pt idx="9">
                  <c:v>496.60175599245355</c:v>
                </c:pt>
                <c:pt idx="10">
                  <c:v>420.15653488920793</c:v>
                </c:pt>
                <c:pt idx="11">
                  <c:v>129.99406257098136</c:v>
                </c:pt>
                <c:pt idx="12">
                  <c:v>49.405181116065656</c:v>
                </c:pt>
                <c:pt idx="13">
                  <c:v>563.59187806467378</c:v>
                </c:pt>
                <c:pt idx="14">
                  <c:v>496.60175599245355</c:v>
                </c:pt>
                <c:pt idx="15">
                  <c:v>495.32388132343101</c:v>
                </c:pt>
                <c:pt idx="16">
                  <c:v>459.44509253933649</c:v>
                </c:pt>
                <c:pt idx="17">
                  <c:v>388.71964451151183</c:v>
                </c:pt>
                <c:pt idx="18">
                  <c:v>120.26766596531411</c:v>
                </c:pt>
                <c:pt idx="19">
                  <c:v>45.708593930421785</c:v>
                </c:pt>
                <c:pt idx="20">
                  <c:v>563.59187806467378</c:v>
                </c:pt>
                <c:pt idx="21">
                  <c:v>496.60175599245355</c:v>
                </c:pt>
                <c:pt idx="22">
                  <c:v>495.32388132343101</c:v>
                </c:pt>
                <c:pt idx="23">
                  <c:v>459.44509253933649</c:v>
                </c:pt>
                <c:pt idx="24">
                  <c:v>388.71964451151183</c:v>
                </c:pt>
                <c:pt idx="25">
                  <c:v>120.26766596531411</c:v>
                </c:pt>
                <c:pt idx="26">
                  <c:v>45.708593930421785</c:v>
                </c:pt>
                <c:pt idx="27">
                  <c:v>476.83442058338744</c:v>
                </c:pt>
                <c:pt idx="28">
                  <c:v>420.15653488920793</c:v>
                </c:pt>
                <c:pt idx="29">
                  <c:v>419.07537199262049</c:v>
                </c:pt>
                <c:pt idx="30">
                  <c:v>388.71964451151183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8-A949-45B2-BA69-A361C8A525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780416"/>
        <c:axId val="193254464"/>
      </c:lineChart>
      <c:dateAx>
        <c:axId val="78780416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93254464"/>
        <c:crosses val="autoZero"/>
        <c:auto val="1"/>
        <c:lblOffset val="100"/>
        <c:baseTimeUnit val="days"/>
      </c:dateAx>
      <c:valAx>
        <c:axId val="19325446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78780416"/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3200968655044549E-2"/>
          <c:y val="0.1152471147111666"/>
          <c:w val="0.94864560982860335"/>
          <c:h val="0.75295003854531117"/>
        </c:manualLayout>
      </c:layout>
      <c:barChart>
        <c:barDir val="col"/>
        <c:grouping val="clustered"/>
        <c:varyColors val="0"/>
        <c:ser>
          <c:idx val="1"/>
          <c:order val="0"/>
          <c:tx>
            <c:v>Total de Chamados</c:v>
          </c:tx>
          <c:spPr>
            <a:solidFill>
              <a:schemeClr val="accent1"/>
            </a:solidFill>
            <a:ln w="19050" cap="flat" cmpd="sng" algn="ctr">
              <a:solidFill>
                <a:schemeClr val="lt1"/>
              </a:solidFill>
              <a:prstDash val="solid"/>
              <a:miter lim="800000"/>
            </a:ln>
            <a:effectLst/>
          </c:spPr>
          <c:invertIfNegative val="0"/>
          <c:dLbls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708E-49E1-A51E-B2F1822101D9}"/>
                </c:ext>
              </c:extLst>
            </c:dLbl>
            <c:dLbl>
              <c:idx val="1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708E-49E1-A51E-B2F1822101D9}"/>
                </c:ext>
              </c:extLst>
            </c:dLbl>
            <c:dLbl>
              <c:idx val="1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708E-49E1-A51E-B2F1822101D9}"/>
                </c:ext>
              </c:extLst>
            </c:dLbl>
            <c:dLbl>
              <c:idx val="1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708E-49E1-A51E-B2F1822101D9}"/>
                </c:ext>
              </c:extLst>
            </c:dLbl>
            <c:dLbl>
              <c:idx val="1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708E-49E1-A51E-B2F1822101D9}"/>
                </c:ext>
              </c:extLst>
            </c:dLbl>
            <c:dLbl>
              <c:idx val="1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708E-49E1-A51E-B2F1822101D9}"/>
                </c:ext>
              </c:extLst>
            </c:dLbl>
            <c:dLbl>
              <c:idx val="1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708E-49E1-A51E-B2F1822101D9}"/>
                </c:ext>
              </c:extLst>
            </c:dLbl>
            <c:dLbl>
              <c:idx val="1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708E-49E1-A51E-B2F1822101D9}"/>
                </c:ext>
              </c:extLst>
            </c:dLbl>
            <c:dLbl>
              <c:idx val="1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08E-49E1-A51E-B2F1822101D9}"/>
                </c:ext>
              </c:extLst>
            </c:dLbl>
            <c:dLbl>
              <c:idx val="1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708E-49E1-A51E-B2F1822101D9}"/>
                </c:ext>
              </c:extLst>
            </c:dLbl>
            <c:dLbl>
              <c:idx val="2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08E-49E1-A51E-B2F1822101D9}"/>
                </c:ext>
              </c:extLst>
            </c:dLbl>
            <c:dLbl>
              <c:idx val="2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708E-49E1-A51E-B2F1822101D9}"/>
                </c:ext>
              </c:extLst>
            </c:dLbl>
            <c:dLbl>
              <c:idx val="2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708E-49E1-A51E-B2F1822101D9}"/>
                </c:ext>
              </c:extLst>
            </c:dLbl>
            <c:dLbl>
              <c:idx val="2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708E-49E1-A51E-B2F1822101D9}"/>
                </c:ext>
              </c:extLst>
            </c:dLbl>
            <c:dLbl>
              <c:idx val="2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708E-49E1-A51E-B2F1822101D9}"/>
                </c:ext>
              </c:extLst>
            </c:dLbl>
            <c:dLbl>
              <c:idx val="2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708E-49E1-A51E-B2F1822101D9}"/>
                </c:ext>
              </c:extLst>
            </c:dLbl>
            <c:dLbl>
              <c:idx val="2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708E-49E1-A51E-B2F1822101D9}"/>
                </c:ext>
              </c:extLst>
            </c:dLbl>
            <c:dLbl>
              <c:idx val="2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708E-49E1-A51E-B2F1822101D9}"/>
                </c:ext>
              </c:extLst>
            </c:dLbl>
            <c:dLbl>
              <c:idx val="2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708E-49E1-A51E-B2F1822101D9}"/>
                </c:ext>
              </c:extLst>
            </c:dLbl>
            <c:dLbl>
              <c:idx val="2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708E-49E1-A51E-B2F1822101D9}"/>
                </c:ext>
              </c:extLst>
            </c:dLbl>
            <c:dLbl>
              <c:idx val="3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708E-49E1-A51E-B2F1822101D9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Gráficos'!$D$6:$AH$6</c:f>
              <c:numCache>
                <c:formatCode>#,##0</c:formatCode>
                <c:ptCount val="31"/>
                <c:pt idx="0">
                  <c:v>584</c:v>
                </c:pt>
                <c:pt idx="1">
                  <c:v>469</c:v>
                </c:pt>
                <c:pt idx="2">
                  <c:v>399</c:v>
                </c:pt>
                <c:pt idx="3">
                  <c:v>380</c:v>
                </c:pt>
                <c:pt idx="4">
                  <c:v>80</c:v>
                </c:pt>
                <c:pt idx="5">
                  <c:v>38</c:v>
                </c:pt>
                <c:pt idx="6">
                  <c:v>546</c:v>
                </c:pt>
                <c:pt idx="7">
                  <c:v>381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708E-49E1-A51E-B2F1822101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2"/>
        <c:overlap val="100"/>
        <c:axId val="196970496"/>
        <c:axId val="199467008"/>
      </c:barChart>
      <c:lineChart>
        <c:grouping val="standard"/>
        <c:varyColors val="0"/>
        <c:ser>
          <c:idx val="0"/>
          <c:order val="1"/>
          <c:tx>
            <c:v>Meta</c:v>
          </c:tx>
          <c:spPr>
            <a:ln>
              <a:solidFill>
                <a:srgbClr val="FF0000"/>
              </a:solidFill>
            </a:ln>
            <a:effectLst/>
          </c:spPr>
          <c:marker>
            <c:symbol val="none"/>
          </c:marker>
          <c:cat>
            <c:numRef>
              <c:f>'Dados - Gráficos'!$D$9:$AH$9</c:f>
              <c:numCache>
                <c:formatCode>[$-416]d;@</c:formatCode>
                <c:ptCount val="31"/>
                <c:pt idx="0">
                  <c:v>42430</c:v>
                </c:pt>
                <c:pt idx="1">
                  <c:v>42431</c:v>
                </c:pt>
                <c:pt idx="2">
                  <c:v>42432</c:v>
                </c:pt>
                <c:pt idx="3">
                  <c:v>42433</c:v>
                </c:pt>
                <c:pt idx="4">
                  <c:v>42434</c:v>
                </c:pt>
                <c:pt idx="5">
                  <c:v>42435</c:v>
                </c:pt>
                <c:pt idx="6">
                  <c:v>42436</c:v>
                </c:pt>
                <c:pt idx="7">
                  <c:v>42437</c:v>
                </c:pt>
                <c:pt idx="8">
                  <c:v>42438</c:v>
                </c:pt>
                <c:pt idx="9">
                  <c:v>42439</c:v>
                </c:pt>
                <c:pt idx="10">
                  <c:v>42440</c:v>
                </c:pt>
                <c:pt idx="11">
                  <c:v>42441</c:v>
                </c:pt>
                <c:pt idx="12">
                  <c:v>42442</c:v>
                </c:pt>
                <c:pt idx="13">
                  <c:v>42443</c:v>
                </c:pt>
                <c:pt idx="14">
                  <c:v>42444</c:v>
                </c:pt>
                <c:pt idx="15">
                  <c:v>42445</c:v>
                </c:pt>
                <c:pt idx="16">
                  <c:v>42446</c:v>
                </c:pt>
                <c:pt idx="17">
                  <c:v>42447</c:v>
                </c:pt>
                <c:pt idx="18">
                  <c:v>42448</c:v>
                </c:pt>
                <c:pt idx="19">
                  <c:v>42449</c:v>
                </c:pt>
                <c:pt idx="20">
                  <c:v>42450</c:v>
                </c:pt>
                <c:pt idx="21">
                  <c:v>42451</c:v>
                </c:pt>
                <c:pt idx="22">
                  <c:v>42452</c:v>
                </c:pt>
                <c:pt idx="23">
                  <c:v>42453</c:v>
                </c:pt>
                <c:pt idx="24">
                  <c:v>42454</c:v>
                </c:pt>
                <c:pt idx="25">
                  <c:v>42455</c:v>
                </c:pt>
                <c:pt idx="26">
                  <c:v>42456</c:v>
                </c:pt>
                <c:pt idx="27">
                  <c:v>42457</c:v>
                </c:pt>
                <c:pt idx="28">
                  <c:v>42458</c:v>
                </c:pt>
                <c:pt idx="29">
                  <c:v>42459</c:v>
                </c:pt>
                <c:pt idx="30">
                  <c:v>42460</c:v>
                </c:pt>
              </c:numCache>
            </c:numRef>
          </c:cat>
          <c:val>
            <c:numRef>
              <c:f>'Dados - Gráficos'!$D$12:$AH$12</c:f>
              <c:numCache>
                <c:formatCode>#,##0.00</c:formatCode>
                <c:ptCount val="31"/>
                <c:pt idx="0">
                  <c:v>407.30605968415819</c:v>
                </c:pt>
                <c:pt idx="1">
                  <c:v>390.79192858550493</c:v>
                </c:pt>
                <c:pt idx="2">
                  <c:v>370.83469679446841</c:v>
                </c:pt>
                <c:pt idx="3">
                  <c:v>302.80157755793164</c:v>
                </c:pt>
                <c:pt idx="4">
                  <c:v>112.66590598965367</c:v>
                </c:pt>
                <c:pt idx="5">
                  <c:v>51.391465890017457</c:v>
                </c:pt>
                <c:pt idx="6">
                  <c:v>407.30605968415824</c:v>
                </c:pt>
                <c:pt idx="7">
                  <c:v>357.64551330067394</c:v>
                </c:pt>
                <c:pt idx="8">
                  <c:v>343.14485770504547</c:v>
                </c:pt>
                <c:pt idx="9">
                  <c:v>325.62089939835937</c:v>
                </c:pt>
                <c:pt idx="10">
                  <c:v>265.88267731134948</c:v>
                </c:pt>
                <c:pt idx="11">
                  <c:v>98.929183156275968</c:v>
                </c:pt>
                <c:pt idx="12">
                  <c:v>45.125592316897809</c:v>
                </c:pt>
                <c:pt idx="13">
                  <c:v>390.79192858550493</c:v>
                </c:pt>
                <c:pt idx="14">
                  <c:v>343.14485770504547</c:v>
                </c:pt>
                <c:pt idx="15">
                  <c:v>329.23212787636561</c:v>
                </c:pt>
                <c:pt idx="16">
                  <c:v>312.41867445406143</c:v>
                </c:pt>
                <c:pt idx="17">
                  <c:v>255.10252492818736</c:v>
                </c:pt>
                <c:pt idx="18">
                  <c:v>94.918122035819565</c:v>
                </c:pt>
                <c:pt idx="19">
                  <c:v>43.295985490022957</c:v>
                </c:pt>
                <c:pt idx="20">
                  <c:v>370.83469679446847</c:v>
                </c:pt>
                <c:pt idx="21">
                  <c:v>325.62089939835937</c:v>
                </c:pt>
                <c:pt idx="22">
                  <c:v>312.41867445406149</c:v>
                </c:pt>
                <c:pt idx="23">
                  <c:v>296.46386206963967</c:v>
                </c:pt>
                <c:pt idx="24">
                  <c:v>242.07477320645097</c:v>
                </c:pt>
                <c:pt idx="25">
                  <c:v>90.070777901831732</c:v>
                </c:pt>
                <c:pt idx="26">
                  <c:v>41.084916235923245</c:v>
                </c:pt>
                <c:pt idx="27">
                  <c:v>302.80157755793169</c:v>
                </c:pt>
                <c:pt idx="28">
                  <c:v>265.88267731134948</c:v>
                </c:pt>
                <c:pt idx="29">
                  <c:v>255.10252492818739</c:v>
                </c:pt>
                <c:pt idx="30">
                  <c:v>242.07477320645097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6-708E-49E1-A51E-B2F1822101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6970496"/>
        <c:axId val="199467008"/>
      </c:lineChart>
      <c:dateAx>
        <c:axId val="196970496"/>
        <c:scaling>
          <c:orientation val="minMax"/>
        </c:scaling>
        <c:delete val="0"/>
        <c:axPos val="b"/>
        <c:numFmt formatCode="[$-416]d;@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199467008"/>
        <c:crosses val="autoZero"/>
        <c:auto val="1"/>
        <c:lblOffset val="100"/>
        <c:baseTimeUnit val="days"/>
      </c:dateAx>
      <c:valAx>
        <c:axId val="199467008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196970496"/>
        <c:crosses val="autoZero"/>
        <c:crossBetween val="between"/>
      </c:valAx>
      <c:spPr>
        <a:noFill/>
        <a:ln>
          <a:noFill/>
        </a:ln>
        <a:effectLst/>
      </c:spPr>
    </c:plotArea>
    <c:plotVisOnly val="0"/>
    <c:dispBlanksAs val="gap"/>
    <c:showDLblsOverMax val="0"/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[Alertas Visuais.xlsx]Plan1!Tabela dinâmica1</c:name>
    <c:fmtId val="-1"/>
  </c:pivotSource>
  <c:chart>
    <c:title>
      <c:tx>
        <c:rich>
          <a:bodyPr/>
          <a:lstStyle/>
          <a:p>
            <a:pPr>
              <a:defRPr/>
            </a:pPr>
            <a:r>
              <a:rPr lang="en-US"/>
              <a:t>Alarmes X Localidade</a:t>
            </a:r>
          </a:p>
        </c:rich>
      </c:tx>
      <c:overlay val="0"/>
    </c:title>
    <c:autoTitleDeleted val="0"/>
    <c:pivotFmts>
      <c:pivotFmt>
        <c:idx val="0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</c:spPr>
      </c:pivotFmt>
      <c:pivotFmt>
        <c:idx val="2"/>
        <c:spPr>
          <a:solidFill>
            <a:srgbClr val="002060"/>
          </a:solidFill>
        </c:spPr>
      </c:pivotFmt>
      <c:pivotFmt>
        <c:idx val="3"/>
        <c:spPr>
          <a:solidFill>
            <a:srgbClr val="92D050"/>
          </a:solidFill>
        </c:spPr>
      </c:pivotFmt>
      <c:pivotFmt>
        <c:idx val="4"/>
        <c:spPr>
          <a:solidFill>
            <a:srgbClr val="FF0000"/>
          </a:solidFill>
        </c:spPr>
      </c:pivotFmt>
      <c:pivotFmt>
        <c:idx val="5"/>
        <c:spPr>
          <a:solidFill>
            <a:srgbClr val="00B0F0"/>
          </a:solidFill>
        </c:spPr>
      </c:pivotFmt>
      <c:pivotFmt>
        <c:idx val="6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2"/>
          </a:solidFill>
        </c:spPr>
      </c:pivotFmt>
      <c:pivotFmt>
        <c:idx val="8"/>
        <c:spPr>
          <a:solidFill>
            <a:srgbClr val="002060"/>
          </a:solidFill>
        </c:spPr>
      </c:pivotFmt>
      <c:pivotFmt>
        <c:idx val="9"/>
        <c:spPr>
          <a:solidFill>
            <a:srgbClr val="92D050"/>
          </a:solidFill>
        </c:spPr>
      </c:pivotFmt>
      <c:pivotFmt>
        <c:idx val="10"/>
        <c:spPr>
          <a:solidFill>
            <a:srgbClr val="FF0000"/>
          </a:solidFill>
        </c:spPr>
      </c:pivotFmt>
      <c:pivotFmt>
        <c:idx val="11"/>
        <c:spPr>
          <a:solidFill>
            <a:srgbClr val="00B0F0"/>
          </a:solidFill>
        </c:spPr>
      </c:pivotFmt>
      <c:pivotFmt>
        <c:idx val="12"/>
        <c:marker>
          <c:symbol val="none"/>
        </c:marker>
        <c:dLbl>
          <c:idx val="0"/>
          <c:spPr/>
          <c:txPr>
            <a:bodyPr/>
            <a:lstStyle/>
            <a:p>
              <a:pPr>
                <a:defRPr/>
              </a:pPr>
              <a:endParaRPr lang="pt-BR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2"/>
          </a:solidFill>
        </c:spPr>
      </c:pivotFmt>
      <c:pivotFmt>
        <c:idx val="14"/>
        <c:spPr>
          <a:solidFill>
            <a:srgbClr val="002060"/>
          </a:solidFill>
        </c:spPr>
      </c:pivotFmt>
      <c:pivotFmt>
        <c:idx val="15"/>
        <c:spPr>
          <a:solidFill>
            <a:srgbClr val="92D050"/>
          </a:solidFill>
        </c:spPr>
      </c:pivotFmt>
      <c:pivotFmt>
        <c:idx val="16"/>
        <c:spPr>
          <a:solidFill>
            <a:srgbClr val="FF0000"/>
          </a:solidFill>
        </c:spPr>
      </c:pivotFmt>
      <c:pivotFmt>
        <c:idx val="17"/>
        <c:spPr>
          <a:solidFill>
            <a:srgbClr val="00B0F0"/>
          </a:solidFill>
        </c:spPr>
      </c:pivotFmt>
    </c:pivotFmts>
    <c:view3D>
      <c:rotX val="15"/>
      <c:rotY val="20"/>
      <c:rAngAx val="1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Plan1!$B$3</c:f>
              <c:strCache>
                <c:ptCount val="1"/>
                <c:pt idx="0">
                  <c:v>Total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1-C86F-4100-8CC3-D0B47A417AE7}"/>
              </c:ext>
            </c:extLst>
          </c:dPt>
          <c:dPt>
            <c:idx val="1"/>
            <c:invertIfNegative val="0"/>
            <c:bubble3D val="0"/>
            <c:spPr>
              <a:solidFill>
                <a:srgbClr val="002060"/>
              </a:solidFill>
            </c:spPr>
            <c:extLst>
              <c:ext xmlns:c16="http://schemas.microsoft.com/office/drawing/2014/chart" uri="{C3380CC4-5D6E-409C-BE32-E72D297353CC}">
                <c16:uniqueId val="{00000003-C86F-4100-8CC3-D0B47A417AE7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</c:spPr>
            <c:extLst>
              <c:ext xmlns:c16="http://schemas.microsoft.com/office/drawing/2014/chart" uri="{C3380CC4-5D6E-409C-BE32-E72D297353CC}">
                <c16:uniqueId val="{00000005-C86F-4100-8CC3-D0B47A417AE7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</c:spPr>
            <c:extLst>
              <c:ext xmlns:c16="http://schemas.microsoft.com/office/drawing/2014/chart" uri="{C3380CC4-5D6E-409C-BE32-E72D297353CC}">
                <c16:uniqueId val="{00000007-C86F-4100-8CC3-D0B47A417AE7}"/>
              </c:ext>
            </c:extLst>
          </c:dPt>
          <c:dPt>
            <c:idx val="4"/>
            <c:invertIfNegative val="0"/>
            <c:bubble3D val="0"/>
            <c:spPr>
              <a:solidFill>
                <a:srgbClr val="00B0F0"/>
              </a:solidFill>
            </c:spPr>
            <c:extLst>
              <c:ext xmlns:c16="http://schemas.microsoft.com/office/drawing/2014/chart" uri="{C3380CC4-5D6E-409C-BE32-E72D297353CC}">
                <c16:uniqueId val="{00000009-C86F-4100-8CC3-D0B47A417AE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Plan1!$A$4:$A$9</c:f>
              <c:strCache>
                <c:ptCount val="5"/>
                <c:pt idx="0">
                  <c:v>BA</c:v>
                </c:pt>
                <c:pt idx="1">
                  <c:v>CE</c:v>
                </c:pt>
                <c:pt idx="2">
                  <c:v>MG</c:v>
                </c:pt>
                <c:pt idx="3">
                  <c:v>RJ</c:v>
                </c:pt>
                <c:pt idx="4">
                  <c:v>SP</c:v>
                </c:pt>
              </c:strCache>
            </c:strRef>
          </c:cat>
          <c:val>
            <c:numRef>
              <c:f>Plan1!$B$4:$B$9</c:f>
              <c:numCache>
                <c:formatCode>General</c:formatCode>
                <c:ptCount val="5"/>
                <c:pt idx="0">
                  <c:v>6</c:v>
                </c:pt>
                <c:pt idx="1">
                  <c:v>16</c:v>
                </c:pt>
                <c:pt idx="2">
                  <c:v>7</c:v>
                </c:pt>
                <c:pt idx="3">
                  <c:v>102</c:v>
                </c:pt>
                <c:pt idx="4">
                  <c:v>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86F-4100-8CC3-D0B47A417A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54018344"/>
        <c:axId val="154472000"/>
        <c:axId val="0"/>
      </c:bar3DChart>
      <c:catAx>
        <c:axId val="1540183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154472000"/>
        <c:crosses val="autoZero"/>
        <c:auto val="1"/>
        <c:lblAlgn val="ctr"/>
        <c:lblOffset val="100"/>
        <c:noMultiLvlLbl val="0"/>
      </c:catAx>
      <c:valAx>
        <c:axId val="15447200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401834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Itens X</a:t>
            </a:r>
            <a:r>
              <a:rPr lang="en-US" baseline="0"/>
              <a:t> Qtde falhas reportadas</a:t>
            </a:r>
            <a:endParaRPr lang="en-US"/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Plan3!$B$1</c:f>
              <c:strCache>
                <c:ptCount val="1"/>
                <c:pt idx="0">
                  <c:v>Qtde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Plan3!$A$2:$A$12</c:f>
              <c:strCache>
                <c:ptCount val="11"/>
                <c:pt idx="0">
                  <c:v>Bateria</c:v>
                </c:pt>
                <c:pt idx="1">
                  <c:v>Cooler</c:v>
                </c:pt>
                <c:pt idx="2">
                  <c:v>CPU</c:v>
                </c:pt>
                <c:pt idx="3">
                  <c:v>Falha em Disco</c:v>
                </c:pt>
                <c:pt idx="4">
                  <c:v>Elétrica</c:v>
                </c:pt>
                <c:pt idx="5">
                  <c:v>Em Análise</c:v>
                </c:pt>
                <c:pt idx="6">
                  <c:v>Fonte</c:v>
                </c:pt>
                <c:pt idx="7">
                  <c:v>LEITOR DAT72</c:v>
                </c:pt>
                <c:pt idx="8">
                  <c:v>Memoria</c:v>
                </c:pt>
                <c:pt idx="9">
                  <c:v>PCIe Fatal error</c:v>
                </c:pt>
                <c:pt idx="10">
                  <c:v>Temperatura</c:v>
                </c:pt>
              </c:strCache>
            </c:strRef>
          </c:cat>
          <c:val>
            <c:numRef>
              <c:f>Plan3!$B$2:$B$12</c:f>
              <c:numCache>
                <c:formatCode>General</c:formatCode>
                <c:ptCount val="11"/>
                <c:pt idx="0">
                  <c:v>9</c:v>
                </c:pt>
                <c:pt idx="1">
                  <c:v>2</c:v>
                </c:pt>
                <c:pt idx="2">
                  <c:v>5</c:v>
                </c:pt>
                <c:pt idx="3">
                  <c:v>116</c:v>
                </c:pt>
                <c:pt idx="4">
                  <c:v>18</c:v>
                </c:pt>
                <c:pt idx="5">
                  <c:v>8</c:v>
                </c:pt>
                <c:pt idx="6">
                  <c:v>27</c:v>
                </c:pt>
                <c:pt idx="7">
                  <c:v>1</c:v>
                </c:pt>
                <c:pt idx="8">
                  <c:v>4</c:v>
                </c:pt>
                <c:pt idx="9">
                  <c:v>1</c:v>
                </c:pt>
                <c:pt idx="1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B7-4E09-8174-FA57B9E165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3439864"/>
        <c:axId val="153440256"/>
      </c:barChart>
      <c:catAx>
        <c:axId val="15343986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153440256"/>
        <c:crosses val="autoZero"/>
        <c:auto val="1"/>
        <c:lblAlgn val="ctr"/>
        <c:lblOffset val="100"/>
        <c:noMultiLvlLbl val="0"/>
      </c:catAx>
      <c:valAx>
        <c:axId val="153440256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153439864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4797EB-A640-48B8-ADF2-AFCF85782557}" type="doc">
      <dgm:prSet loTypeId="urn:microsoft.com/office/officeart/2009/3/layout/CircleRelationship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F9EC8986-FE97-40C7-9EC3-31FD9DFBD011}">
      <dgm:prSet phldrT="[Texto]" custT="1"/>
      <dgm:spPr>
        <a:solidFill>
          <a:srgbClr val="C00000"/>
        </a:solidFill>
      </dgm:spPr>
      <dgm:t>
        <a:bodyPr/>
        <a:lstStyle/>
        <a:p>
          <a:r>
            <a:rPr lang="pt-BR" sz="1200" b="1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gm:t>
    </dgm:pt>
    <dgm:pt modelId="{6B4F63E0-3516-4653-A77D-D3AACA5576EE}" type="par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76966464-3E5F-4827-85B5-043F3019A822}" type="sibTrans" cxnId="{D548F089-DAAE-44A3-8026-3A2EF819BD5A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18D36F0C-F392-4D46-8094-2C8DC75E04EB}">
      <dgm:prSet phldrT="[Texto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pt-BR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gm:t>
    </dgm:pt>
    <dgm:pt modelId="{F0753A00-2418-41D1-920C-89A21053D9A8}" type="par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553E30C6-F66A-4C24-AF8A-1E532F38538C}" type="sibTrans" cxnId="{498525A0-6AB4-4E12-A51B-9B4C6F66E530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21D16367-7EC9-44E1-8B3C-812FBD0CBAB7}">
      <dgm:prSet phldrT="[Texto]" custT="1"/>
      <dgm:spPr>
        <a:solidFill>
          <a:srgbClr val="FFC000"/>
        </a:solidFill>
      </dgm:spPr>
      <dgm:t>
        <a:bodyPr/>
        <a:lstStyle/>
        <a:p>
          <a:r>
            <a:rPr lang="pt-BR" sz="8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gm:t>
    </dgm:pt>
    <dgm:pt modelId="{B6FAF5E7-BCD5-4C63-8009-AE042AAE5E26}" type="par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39CE5ABC-BFA0-4B04-BD9D-97E4399D86FD}" type="sibTrans" cxnId="{509A0886-41AD-44FE-BC70-003260963954}">
      <dgm:prSet/>
      <dgm:spPr/>
      <dgm:t>
        <a:bodyPr/>
        <a:lstStyle/>
        <a:p>
          <a:endParaRPr lang="pt-BR">
            <a:ln>
              <a:noFill/>
            </a:ln>
            <a:solidFill>
              <a:schemeClr val="bg1"/>
            </a:solidFill>
          </a:endParaRPr>
        </a:p>
      </dgm:t>
    </dgm:pt>
    <dgm:pt modelId="{84C89735-18EC-426C-96F5-438C9D19C914}" type="pres">
      <dgm:prSet presAssocID="{634797EB-A640-48B8-ADF2-AFCF85782557}" presName="Name0" presStyleCnt="0">
        <dgm:presLayoutVars>
          <dgm:chMax val="1"/>
          <dgm:chPref val="1"/>
        </dgm:presLayoutVars>
      </dgm:prSet>
      <dgm:spPr/>
    </dgm:pt>
    <dgm:pt modelId="{7C4FBC0A-0D1A-4103-BF1D-10805599BE42}" type="pres">
      <dgm:prSet presAssocID="{F9EC8986-FE97-40C7-9EC3-31FD9DFBD011}" presName="Parent" presStyleLbl="node0" presStyleIdx="0" presStyleCnt="1">
        <dgm:presLayoutVars>
          <dgm:chMax val="5"/>
          <dgm:chPref val="5"/>
        </dgm:presLayoutVars>
      </dgm:prSet>
      <dgm:spPr/>
    </dgm:pt>
    <dgm:pt modelId="{C77BD888-9EBD-4662-9388-3E212FE1E841}" type="pres">
      <dgm:prSet presAssocID="{F9EC8986-FE97-40C7-9EC3-31FD9DFBD011}" presName="Accent1" presStyleLbl="node1" presStyleIdx="0" presStyleCnt="13"/>
      <dgm:spPr/>
    </dgm:pt>
    <dgm:pt modelId="{286EAAF8-B800-4947-8B6F-D61AA0516EF6}" type="pres">
      <dgm:prSet presAssocID="{F9EC8986-FE97-40C7-9EC3-31FD9DFBD011}" presName="Accent2" presStyleLbl="node1" presStyleIdx="1" presStyleCnt="13"/>
      <dgm:spPr/>
    </dgm:pt>
    <dgm:pt modelId="{3F2EE22A-581C-4928-A776-4375677B434C}" type="pres">
      <dgm:prSet presAssocID="{F9EC8986-FE97-40C7-9EC3-31FD9DFBD011}" presName="Accent3" presStyleLbl="node1" presStyleIdx="2" presStyleCnt="13"/>
      <dgm:spPr/>
    </dgm:pt>
    <dgm:pt modelId="{E9A784E5-9360-4474-911A-FE3EB1C7C58E}" type="pres">
      <dgm:prSet presAssocID="{F9EC8986-FE97-40C7-9EC3-31FD9DFBD011}" presName="Accent4" presStyleLbl="node1" presStyleIdx="3" presStyleCnt="13"/>
      <dgm:spPr/>
    </dgm:pt>
    <dgm:pt modelId="{92E4A955-81C9-46DD-A401-A8DF4F07ED07}" type="pres">
      <dgm:prSet presAssocID="{F9EC8986-FE97-40C7-9EC3-31FD9DFBD011}" presName="Accent5" presStyleLbl="node1" presStyleIdx="4" presStyleCnt="13"/>
      <dgm:spPr/>
    </dgm:pt>
    <dgm:pt modelId="{435D7DAA-869B-4828-B027-7F1CC6AE5825}" type="pres">
      <dgm:prSet presAssocID="{F9EC8986-FE97-40C7-9EC3-31FD9DFBD011}" presName="Accent6" presStyleLbl="node1" presStyleIdx="5" presStyleCnt="13"/>
      <dgm:spPr/>
    </dgm:pt>
    <dgm:pt modelId="{3FCDCD0E-8D4B-40E0-8154-135620799284}" type="pres">
      <dgm:prSet presAssocID="{18D36F0C-F392-4D46-8094-2C8DC75E04EB}" presName="Child1" presStyleLbl="node1" presStyleIdx="6" presStyleCnt="13">
        <dgm:presLayoutVars>
          <dgm:chMax val="0"/>
          <dgm:chPref val="0"/>
        </dgm:presLayoutVars>
      </dgm:prSet>
      <dgm:spPr/>
    </dgm:pt>
    <dgm:pt modelId="{FCDA793D-42E2-4A7E-AE10-09FCAF06F4E0}" type="pres">
      <dgm:prSet presAssocID="{18D36F0C-F392-4D46-8094-2C8DC75E04EB}" presName="Accent7" presStyleCnt="0"/>
      <dgm:spPr/>
    </dgm:pt>
    <dgm:pt modelId="{FDBA0F69-2D29-43E2-94EB-BAFAA1D6A965}" type="pres">
      <dgm:prSet presAssocID="{18D36F0C-F392-4D46-8094-2C8DC75E04EB}" presName="AccentHold1" presStyleLbl="node1" presStyleIdx="7" presStyleCnt="13"/>
      <dgm:spPr/>
    </dgm:pt>
    <dgm:pt modelId="{2F342FDD-2750-4383-8C9E-320229CA52A1}" type="pres">
      <dgm:prSet presAssocID="{18D36F0C-F392-4D46-8094-2C8DC75E04EB}" presName="Accent8" presStyleCnt="0"/>
      <dgm:spPr/>
    </dgm:pt>
    <dgm:pt modelId="{0660C62D-D6F1-4759-8975-F42F4419F185}" type="pres">
      <dgm:prSet presAssocID="{18D36F0C-F392-4D46-8094-2C8DC75E04EB}" presName="AccentHold2" presStyleLbl="node1" presStyleIdx="8" presStyleCnt="13"/>
      <dgm:spPr/>
    </dgm:pt>
    <dgm:pt modelId="{9D346515-87E4-41AC-98EF-96CF12EF7CA3}" type="pres">
      <dgm:prSet presAssocID="{21D16367-7EC9-44E1-8B3C-812FBD0CBAB7}" presName="Child2" presStyleLbl="node1" presStyleIdx="9" presStyleCnt="13" custScaleX="156717" custScaleY="164948" custLinFactNeighborX="-58673" custLinFactNeighborY="-11954">
        <dgm:presLayoutVars>
          <dgm:chMax val="0"/>
          <dgm:chPref val="0"/>
        </dgm:presLayoutVars>
      </dgm:prSet>
      <dgm:spPr/>
    </dgm:pt>
    <dgm:pt modelId="{B4E76DB2-BEC5-45D5-ADBA-FEC35A29483C}" type="pres">
      <dgm:prSet presAssocID="{21D16367-7EC9-44E1-8B3C-812FBD0CBAB7}" presName="Accent9" presStyleCnt="0"/>
      <dgm:spPr/>
    </dgm:pt>
    <dgm:pt modelId="{CAB06E0F-6130-440F-8C99-17AA8AA6B09F}" type="pres">
      <dgm:prSet presAssocID="{21D16367-7EC9-44E1-8B3C-812FBD0CBAB7}" presName="AccentHold1" presStyleLbl="node1" presStyleIdx="10" presStyleCnt="13"/>
      <dgm:spPr/>
    </dgm:pt>
    <dgm:pt modelId="{EF96B86B-06AB-4EAB-BE48-DB3A850119FD}" type="pres">
      <dgm:prSet presAssocID="{21D16367-7EC9-44E1-8B3C-812FBD0CBAB7}" presName="Accent10" presStyleCnt="0"/>
      <dgm:spPr/>
    </dgm:pt>
    <dgm:pt modelId="{CB9F2B2F-CDAF-4EFD-A009-2022ACD59790}" type="pres">
      <dgm:prSet presAssocID="{21D16367-7EC9-44E1-8B3C-812FBD0CBAB7}" presName="AccentHold2" presStyleLbl="node1" presStyleIdx="11" presStyleCnt="13"/>
      <dgm:spPr/>
    </dgm:pt>
    <dgm:pt modelId="{6494431B-FCEE-447B-AB47-9A595235ED65}" type="pres">
      <dgm:prSet presAssocID="{21D16367-7EC9-44E1-8B3C-812FBD0CBAB7}" presName="Accent11" presStyleCnt="0"/>
      <dgm:spPr/>
    </dgm:pt>
    <dgm:pt modelId="{913AAC8F-C942-4C05-B8FD-2CC13F573916}" type="pres">
      <dgm:prSet presAssocID="{21D16367-7EC9-44E1-8B3C-812FBD0CBAB7}" presName="AccentHold3" presStyleLbl="node1" presStyleIdx="12" presStyleCnt="13"/>
      <dgm:spPr/>
    </dgm:pt>
  </dgm:ptLst>
  <dgm:cxnLst>
    <dgm:cxn modelId="{D548F089-DAAE-44A3-8026-3A2EF819BD5A}" srcId="{634797EB-A640-48B8-ADF2-AFCF85782557}" destId="{F9EC8986-FE97-40C7-9EC3-31FD9DFBD011}" srcOrd="0" destOrd="0" parTransId="{6B4F63E0-3516-4653-A77D-D3AACA5576EE}" sibTransId="{76966464-3E5F-4827-85B5-043F3019A822}"/>
    <dgm:cxn modelId="{AD5CC4D1-BF4C-4820-AA33-7AC28570BBF2}" type="presOf" srcId="{18D36F0C-F392-4D46-8094-2C8DC75E04EB}" destId="{3FCDCD0E-8D4B-40E0-8154-135620799284}" srcOrd="0" destOrd="0" presId="urn:microsoft.com/office/officeart/2009/3/layout/CircleRelationship"/>
    <dgm:cxn modelId="{509A0886-41AD-44FE-BC70-003260963954}" srcId="{F9EC8986-FE97-40C7-9EC3-31FD9DFBD011}" destId="{21D16367-7EC9-44E1-8B3C-812FBD0CBAB7}" srcOrd="1" destOrd="0" parTransId="{B6FAF5E7-BCD5-4C63-8009-AE042AAE5E26}" sibTransId="{39CE5ABC-BFA0-4B04-BD9D-97E4399D86FD}"/>
    <dgm:cxn modelId="{99F0B3C8-29D2-4352-84D0-A2CD7560B703}" type="presOf" srcId="{21D16367-7EC9-44E1-8B3C-812FBD0CBAB7}" destId="{9D346515-87E4-41AC-98EF-96CF12EF7CA3}" srcOrd="0" destOrd="0" presId="urn:microsoft.com/office/officeart/2009/3/layout/CircleRelationship"/>
    <dgm:cxn modelId="{98A209AE-87AC-4E5F-BBF1-174B1458DE1C}" type="presOf" srcId="{F9EC8986-FE97-40C7-9EC3-31FD9DFBD011}" destId="{7C4FBC0A-0D1A-4103-BF1D-10805599BE42}" srcOrd="0" destOrd="0" presId="urn:microsoft.com/office/officeart/2009/3/layout/CircleRelationship"/>
    <dgm:cxn modelId="{498525A0-6AB4-4E12-A51B-9B4C6F66E530}" srcId="{F9EC8986-FE97-40C7-9EC3-31FD9DFBD011}" destId="{18D36F0C-F392-4D46-8094-2C8DC75E04EB}" srcOrd="0" destOrd="0" parTransId="{F0753A00-2418-41D1-920C-89A21053D9A8}" sibTransId="{553E30C6-F66A-4C24-AF8A-1E532F38538C}"/>
    <dgm:cxn modelId="{07FA26CE-E55E-47C2-A838-CE2506D1B71A}" type="presOf" srcId="{634797EB-A640-48B8-ADF2-AFCF85782557}" destId="{84C89735-18EC-426C-96F5-438C9D19C914}" srcOrd="0" destOrd="0" presId="urn:microsoft.com/office/officeart/2009/3/layout/CircleRelationship"/>
    <dgm:cxn modelId="{6EDC925F-ADFC-4E80-9D08-833AA1BBA8C5}" type="presParOf" srcId="{84C89735-18EC-426C-96F5-438C9D19C914}" destId="{7C4FBC0A-0D1A-4103-BF1D-10805599BE42}" srcOrd="0" destOrd="0" presId="urn:microsoft.com/office/officeart/2009/3/layout/CircleRelationship"/>
    <dgm:cxn modelId="{AFD2B691-5CE6-4403-961B-5DAC691460BC}" type="presParOf" srcId="{84C89735-18EC-426C-96F5-438C9D19C914}" destId="{C77BD888-9EBD-4662-9388-3E212FE1E841}" srcOrd="1" destOrd="0" presId="urn:microsoft.com/office/officeart/2009/3/layout/CircleRelationship"/>
    <dgm:cxn modelId="{F935ECF1-361B-435F-91ED-7B2DB3E41E64}" type="presParOf" srcId="{84C89735-18EC-426C-96F5-438C9D19C914}" destId="{286EAAF8-B800-4947-8B6F-D61AA0516EF6}" srcOrd="2" destOrd="0" presId="urn:microsoft.com/office/officeart/2009/3/layout/CircleRelationship"/>
    <dgm:cxn modelId="{FF57B0DA-B0E6-4E5E-B2B9-40227B4A5FB4}" type="presParOf" srcId="{84C89735-18EC-426C-96F5-438C9D19C914}" destId="{3F2EE22A-581C-4928-A776-4375677B434C}" srcOrd="3" destOrd="0" presId="urn:microsoft.com/office/officeart/2009/3/layout/CircleRelationship"/>
    <dgm:cxn modelId="{62DCA86C-E3D9-4EEB-AE9A-28010D458E81}" type="presParOf" srcId="{84C89735-18EC-426C-96F5-438C9D19C914}" destId="{E9A784E5-9360-4474-911A-FE3EB1C7C58E}" srcOrd="4" destOrd="0" presId="urn:microsoft.com/office/officeart/2009/3/layout/CircleRelationship"/>
    <dgm:cxn modelId="{A9FF3AE9-388E-447E-B875-DE28BA094CC6}" type="presParOf" srcId="{84C89735-18EC-426C-96F5-438C9D19C914}" destId="{92E4A955-81C9-46DD-A401-A8DF4F07ED07}" srcOrd="5" destOrd="0" presId="urn:microsoft.com/office/officeart/2009/3/layout/CircleRelationship"/>
    <dgm:cxn modelId="{A05252CF-C323-42FE-AD36-2CC73E901531}" type="presParOf" srcId="{84C89735-18EC-426C-96F5-438C9D19C914}" destId="{435D7DAA-869B-4828-B027-7F1CC6AE5825}" srcOrd="6" destOrd="0" presId="urn:microsoft.com/office/officeart/2009/3/layout/CircleRelationship"/>
    <dgm:cxn modelId="{486625D8-28D3-49B7-B8DA-7541F0D40F61}" type="presParOf" srcId="{84C89735-18EC-426C-96F5-438C9D19C914}" destId="{3FCDCD0E-8D4B-40E0-8154-135620799284}" srcOrd="7" destOrd="0" presId="urn:microsoft.com/office/officeart/2009/3/layout/CircleRelationship"/>
    <dgm:cxn modelId="{B69E7DB7-D366-4387-9BE6-398954E47BBA}" type="presParOf" srcId="{84C89735-18EC-426C-96F5-438C9D19C914}" destId="{FCDA793D-42E2-4A7E-AE10-09FCAF06F4E0}" srcOrd="8" destOrd="0" presId="urn:microsoft.com/office/officeart/2009/3/layout/CircleRelationship"/>
    <dgm:cxn modelId="{67F6EF3E-5800-4C16-B7C8-9A92941FDA97}" type="presParOf" srcId="{FCDA793D-42E2-4A7E-AE10-09FCAF06F4E0}" destId="{FDBA0F69-2D29-43E2-94EB-BAFAA1D6A965}" srcOrd="0" destOrd="0" presId="urn:microsoft.com/office/officeart/2009/3/layout/CircleRelationship"/>
    <dgm:cxn modelId="{7CA5C2FB-2ECC-4CA8-A65D-59D99091B860}" type="presParOf" srcId="{84C89735-18EC-426C-96F5-438C9D19C914}" destId="{2F342FDD-2750-4383-8C9E-320229CA52A1}" srcOrd="9" destOrd="0" presId="urn:microsoft.com/office/officeart/2009/3/layout/CircleRelationship"/>
    <dgm:cxn modelId="{4678CF5F-2265-4E9C-B3A4-D49084D6528F}" type="presParOf" srcId="{2F342FDD-2750-4383-8C9E-320229CA52A1}" destId="{0660C62D-D6F1-4759-8975-F42F4419F185}" srcOrd="0" destOrd="0" presId="urn:microsoft.com/office/officeart/2009/3/layout/CircleRelationship"/>
    <dgm:cxn modelId="{A1D1927E-2F14-493B-91B1-C25C2809E8B9}" type="presParOf" srcId="{84C89735-18EC-426C-96F5-438C9D19C914}" destId="{9D346515-87E4-41AC-98EF-96CF12EF7CA3}" srcOrd="10" destOrd="0" presId="urn:microsoft.com/office/officeart/2009/3/layout/CircleRelationship"/>
    <dgm:cxn modelId="{A9322302-C316-4F14-9EF7-66B941896504}" type="presParOf" srcId="{84C89735-18EC-426C-96F5-438C9D19C914}" destId="{B4E76DB2-BEC5-45D5-ADBA-FEC35A29483C}" srcOrd="11" destOrd="0" presId="urn:microsoft.com/office/officeart/2009/3/layout/CircleRelationship"/>
    <dgm:cxn modelId="{EA57A700-6FB6-4FE9-8CE0-6945A12A3C6D}" type="presParOf" srcId="{B4E76DB2-BEC5-45D5-ADBA-FEC35A29483C}" destId="{CAB06E0F-6130-440F-8C99-17AA8AA6B09F}" srcOrd="0" destOrd="0" presId="urn:microsoft.com/office/officeart/2009/3/layout/CircleRelationship"/>
    <dgm:cxn modelId="{68E22517-19D1-4BD8-8322-BE61EB7D5EA3}" type="presParOf" srcId="{84C89735-18EC-426C-96F5-438C9D19C914}" destId="{EF96B86B-06AB-4EAB-BE48-DB3A850119FD}" srcOrd="12" destOrd="0" presId="urn:microsoft.com/office/officeart/2009/3/layout/CircleRelationship"/>
    <dgm:cxn modelId="{287E179B-7DC5-4B2A-B2C7-3EE76E2355E3}" type="presParOf" srcId="{EF96B86B-06AB-4EAB-BE48-DB3A850119FD}" destId="{CB9F2B2F-CDAF-4EFD-A009-2022ACD59790}" srcOrd="0" destOrd="0" presId="urn:microsoft.com/office/officeart/2009/3/layout/CircleRelationship"/>
    <dgm:cxn modelId="{B2B658C5-3B7C-4A52-8A6A-10E5261C7486}" type="presParOf" srcId="{84C89735-18EC-426C-96F5-438C9D19C914}" destId="{6494431B-FCEE-447B-AB47-9A595235ED65}" srcOrd="13" destOrd="0" presId="urn:microsoft.com/office/officeart/2009/3/layout/CircleRelationship"/>
    <dgm:cxn modelId="{931A2210-3E10-4DD1-9479-BAD6F374CBB2}" type="presParOf" srcId="{6494431B-FCEE-447B-AB47-9A595235ED65}" destId="{913AAC8F-C942-4C05-B8FD-2CC13F573916}" srcOrd="0" destOrd="0" presId="urn:microsoft.com/office/officeart/2009/3/layout/CircleRelationship"/>
  </dgm:cxnLst>
  <dgm:bg>
    <a:noFill/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3F8A48-56F0-4767-9641-8E2467D68250}" type="doc">
      <dgm:prSet loTypeId="urn:microsoft.com/office/officeart/2005/8/layout/funne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29A57D7-582B-4919-A598-F21FCC2DED95}">
      <dgm:prSet phldrT="[Texto]"/>
      <dgm:spPr>
        <a:solidFill>
          <a:srgbClr val="C00000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F0BDF086-1F3B-4226-9B47-16EAB0915E58}" type="parTrans" cxnId="{6DF4F5A9-DB2B-47F3-B690-7A4A0C5BD1A3}">
      <dgm:prSet/>
      <dgm:spPr/>
      <dgm:t>
        <a:bodyPr/>
        <a:lstStyle/>
        <a:p>
          <a:endParaRPr lang="pt-BR"/>
        </a:p>
      </dgm:t>
    </dgm:pt>
    <dgm:pt modelId="{9DD0097B-AC66-4AD3-AAEA-F332CEA56964}" type="sibTrans" cxnId="{6DF4F5A9-DB2B-47F3-B690-7A4A0C5BD1A3}">
      <dgm:prSet/>
      <dgm:spPr/>
      <dgm:t>
        <a:bodyPr/>
        <a:lstStyle/>
        <a:p>
          <a:endParaRPr lang="pt-BR"/>
        </a:p>
      </dgm:t>
    </dgm:pt>
    <dgm:pt modelId="{FE434BDF-E079-45F8-BFDE-31DD3AC97A0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gm:t>
    </dgm:pt>
    <dgm:pt modelId="{2AACCCC0-3328-4B57-B955-C38CCC1AA734}" type="parTrans" cxnId="{E23DEC56-F0A8-4685-BE23-3BA0B4E546F5}">
      <dgm:prSet/>
      <dgm:spPr/>
      <dgm:t>
        <a:bodyPr/>
        <a:lstStyle/>
        <a:p>
          <a:endParaRPr lang="pt-BR"/>
        </a:p>
      </dgm:t>
    </dgm:pt>
    <dgm:pt modelId="{35BCE2D1-D84D-4E48-AF7F-24D5D39A0D40}" type="sibTrans" cxnId="{E23DEC56-F0A8-4685-BE23-3BA0B4E546F5}">
      <dgm:prSet/>
      <dgm:spPr/>
      <dgm:t>
        <a:bodyPr/>
        <a:lstStyle/>
        <a:p>
          <a:endParaRPr lang="pt-BR"/>
        </a:p>
      </dgm:t>
    </dgm:pt>
    <dgm:pt modelId="{03DB0FE2-84A9-44B5-887A-5C25036347B6}">
      <dgm:prSet phldrT="[Texto]"/>
      <dgm:spPr>
        <a:solidFill>
          <a:schemeClr val="accent4"/>
        </a:solidFill>
      </dgm:spPr>
      <dgm:t>
        <a:bodyPr/>
        <a:lstStyle/>
        <a:p>
          <a:r>
            <a:rPr lang="pt-BR" dirty="0"/>
            <a:t>Demanda</a:t>
          </a:r>
        </a:p>
      </dgm:t>
    </dgm:pt>
    <dgm:pt modelId="{335F2F71-50EF-49F6-B431-B5E8C76FF948}" type="parTrans" cxnId="{690AF6D2-A1EF-4470-9094-474886475A84}">
      <dgm:prSet/>
      <dgm:spPr/>
      <dgm:t>
        <a:bodyPr/>
        <a:lstStyle/>
        <a:p>
          <a:endParaRPr lang="pt-BR"/>
        </a:p>
      </dgm:t>
    </dgm:pt>
    <dgm:pt modelId="{AACC9B62-7BC4-47BD-9AD6-9FCCAA6D9A26}" type="sibTrans" cxnId="{690AF6D2-A1EF-4470-9094-474886475A84}">
      <dgm:prSet/>
      <dgm:spPr/>
      <dgm:t>
        <a:bodyPr/>
        <a:lstStyle/>
        <a:p>
          <a:endParaRPr lang="pt-BR"/>
        </a:p>
      </dgm:t>
    </dgm:pt>
    <dgm:pt modelId="{EA5E380F-37E5-44F5-B839-B73AB1C59E59}">
      <dgm:prSet phldrT="[Texto]"/>
      <dgm:spPr/>
      <dgm:t>
        <a:bodyPr/>
        <a:lstStyle/>
        <a:p>
          <a:r>
            <a:rPr lang="pt-BR" dirty="0"/>
            <a:t>Demanda</a:t>
          </a:r>
        </a:p>
      </dgm:t>
    </dgm:pt>
    <dgm:pt modelId="{0D431059-C6FA-4AA4-8F66-18B33843C53F}" type="parTrans" cxnId="{7F78F6AD-8C2D-4608-A48E-5CFD664F6BBF}">
      <dgm:prSet/>
      <dgm:spPr/>
      <dgm:t>
        <a:bodyPr/>
        <a:lstStyle/>
        <a:p>
          <a:endParaRPr lang="pt-BR"/>
        </a:p>
      </dgm:t>
    </dgm:pt>
    <dgm:pt modelId="{1AB84790-EA39-4A42-B01C-4F82CC2B5F7E}" type="sibTrans" cxnId="{7F78F6AD-8C2D-4608-A48E-5CFD664F6BBF}">
      <dgm:prSet/>
      <dgm:spPr/>
      <dgm:t>
        <a:bodyPr/>
        <a:lstStyle/>
        <a:p>
          <a:endParaRPr lang="pt-BR"/>
        </a:p>
      </dgm:t>
    </dgm:pt>
    <dgm:pt modelId="{4437FCA7-C745-4A9F-A534-5BD21E3587E0}" type="pres">
      <dgm:prSet presAssocID="{5F3F8A48-56F0-4767-9641-8E2467D68250}" presName="Name0" presStyleCnt="0">
        <dgm:presLayoutVars>
          <dgm:chMax val="4"/>
          <dgm:resizeHandles val="exact"/>
        </dgm:presLayoutVars>
      </dgm:prSet>
      <dgm:spPr/>
    </dgm:pt>
    <dgm:pt modelId="{237936F3-2B41-489F-8763-038FE32DD943}" type="pres">
      <dgm:prSet presAssocID="{5F3F8A48-56F0-4767-9641-8E2467D68250}" presName="ellipse" presStyleLbl="trBgShp" presStyleIdx="0" presStyleCnt="1"/>
      <dgm:spPr/>
    </dgm:pt>
    <dgm:pt modelId="{86A6028C-CBEA-4DC2-9F95-0BB40BCB0424}" type="pres">
      <dgm:prSet presAssocID="{5F3F8A48-56F0-4767-9641-8E2467D68250}" presName="arrow1" presStyleLbl="fgShp" presStyleIdx="0" presStyleCnt="1" custLinFactNeighborY="83664"/>
      <dgm:spPr/>
    </dgm:pt>
    <dgm:pt modelId="{F29B6906-5EA6-4CBC-9DAB-A75F9D5EFF3A}" type="pres">
      <dgm:prSet presAssocID="{5F3F8A48-56F0-4767-9641-8E2467D68250}" presName="rectangle" presStyleLbl="revTx" presStyleIdx="0" presStyleCnt="1" custLinFactY="720" custLinFactNeighborX="-1688" custLinFactNeighborY="100000">
        <dgm:presLayoutVars>
          <dgm:bulletEnabled val="1"/>
        </dgm:presLayoutVars>
      </dgm:prSet>
      <dgm:spPr/>
    </dgm:pt>
    <dgm:pt modelId="{462FB3DF-1FD7-4997-A60E-3F1173AFDB6C}" type="pres">
      <dgm:prSet presAssocID="{03DB0FE2-84A9-44B5-887A-5C25036347B6}" presName="item1" presStyleLbl="node1" presStyleIdx="0" presStyleCnt="3">
        <dgm:presLayoutVars>
          <dgm:bulletEnabled val="1"/>
        </dgm:presLayoutVars>
      </dgm:prSet>
      <dgm:spPr/>
    </dgm:pt>
    <dgm:pt modelId="{693AB375-8451-4266-A390-5F15D518E9D7}" type="pres">
      <dgm:prSet presAssocID="{EA5E380F-37E5-44F5-B839-B73AB1C59E59}" presName="item2" presStyleLbl="node1" presStyleIdx="1" presStyleCnt="3">
        <dgm:presLayoutVars>
          <dgm:bulletEnabled val="1"/>
        </dgm:presLayoutVars>
      </dgm:prSet>
      <dgm:spPr/>
    </dgm:pt>
    <dgm:pt modelId="{C1212474-52B3-4CDA-A022-06DB5B7AA229}" type="pres">
      <dgm:prSet presAssocID="{FE434BDF-E079-45F8-BFDE-31DD3AC97A05}" presName="item3" presStyleLbl="node1" presStyleIdx="2" presStyleCnt="3" custLinFactNeighborX="2584" custLinFactNeighborY="2474">
        <dgm:presLayoutVars>
          <dgm:bulletEnabled val="1"/>
        </dgm:presLayoutVars>
      </dgm:prSet>
      <dgm:spPr/>
    </dgm:pt>
    <dgm:pt modelId="{5B763BC0-D87A-4F0D-8326-BD552D971A6D}" type="pres">
      <dgm:prSet presAssocID="{5F3F8A48-56F0-4767-9641-8E2467D68250}" presName="funnel" presStyleLbl="trAlignAcc1" presStyleIdx="0" presStyleCnt="1"/>
      <dgm:spPr/>
    </dgm:pt>
  </dgm:ptLst>
  <dgm:cxnLst>
    <dgm:cxn modelId="{7F78F6AD-8C2D-4608-A48E-5CFD664F6BBF}" srcId="{5F3F8A48-56F0-4767-9641-8E2467D68250}" destId="{EA5E380F-37E5-44F5-B839-B73AB1C59E59}" srcOrd="2" destOrd="0" parTransId="{0D431059-C6FA-4AA4-8F66-18B33843C53F}" sibTransId="{1AB84790-EA39-4A42-B01C-4F82CC2B5F7E}"/>
    <dgm:cxn modelId="{5FA6D698-C502-464E-8004-3479382B4AF3}" type="presOf" srcId="{03DB0FE2-84A9-44B5-887A-5C25036347B6}" destId="{693AB375-8451-4266-A390-5F15D518E9D7}" srcOrd="0" destOrd="0" presId="urn:microsoft.com/office/officeart/2005/8/layout/funnel1"/>
    <dgm:cxn modelId="{44B84300-D7AA-472E-B374-3BC20582CBA4}" type="presOf" srcId="{FE434BDF-E079-45F8-BFDE-31DD3AC97A05}" destId="{F29B6906-5EA6-4CBC-9DAB-A75F9D5EFF3A}" srcOrd="0" destOrd="0" presId="urn:microsoft.com/office/officeart/2005/8/layout/funnel1"/>
    <dgm:cxn modelId="{F8B09434-9C4E-437E-90FE-C1E16CF7C04E}" type="presOf" srcId="{EA5E380F-37E5-44F5-B839-B73AB1C59E59}" destId="{462FB3DF-1FD7-4997-A60E-3F1173AFDB6C}" srcOrd="0" destOrd="0" presId="urn:microsoft.com/office/officeart/2005/8/layout/funnel1"/>
    <dgm:cxn modelId="{E23DEC56-F0A8-4685-BE23-3BA0B4E546F5}" srcId="{5F3F8A48-56F0-4767-9641-8E2467D68250}" destId="{FE434BDF-E079-45F8-BFDE-31DD3AC97A05}" srcOrd="3" destOrd="0" parTransId="{2AACCCC0-3328-4B57-B955-C38CCC1AA734}" sibTransId="{35BCE2D1-D84D-4E48-AF7F-24D5D39A0D40}"/>
    <dgm:cxn modelId="{7259BFC5-556D-4EE8-9500-E74C219B176E}" type="presOf" srcId="{029A57D7-582B-4919-A598-F21FCC2DED95}" destId="{C1212474-52B3-4CDA-A022-06DB5B7AA229}" srcOrd="0" destOrd="0" presId="urn:microsoft.com/office/officeart/2005/8/layout/funnel1"/>
    <dgm:cxn modelId="{690AF6D2-A1EF-4470-9094-474886475A84}" srcId="{5F3F8A48-56F0-4767-9641-8E2467D68250}" destId="{03DB0FE2-84A9-44B5-887A-5C25036347B6}" srcOrd="1" destOrd="0" parTransId="{335F2F71-50EF-49F6-B431-B5E8C76FF948}" sibTransId="{AACC9B62-7BC4-47BD-9AD6-9FCCAA6D9A26}"/>
    <dgm:cxn modelId="{644CF956-ABF5-4828-9B39-00838EE2F363}" type="presOf" srcId="{5F3F8A48-56F0-4767-9641-8E2467D68250}" destId="{4437FCA7-C745-4A9F-A534-5BD21E3587E0}" srcOrd="0" destOrd="0" presId="urn:microsoft.com/office/officeart/2005/8/layout/funnel1"/>
    <dgm:cxn modelId="{6DF4F5A9-DB2B-47F3-B690-7A4A0C5BD1A3}" srcId="{5F3F8A48-56F0-4767-9641-8E2467D68250}" destId="{029A57D7-582B-4919-A598-F21FCC2DED95}" srcOrd="0" destOrd="0" parTransId="{F0BDF086-1F3B-4226-9B47-16EAB0915E58}" sibTransId="{9DD0097B-AC66-4AD3-AAEA-F332CEA56964}"/>
    <dgm:cxn modelId="{0622E509-734F-471F-9A35-00867DC89C47}" type="presParOf" srcId="{4437FCA7-C745-4A9F-A534-5BD21E3587E0}" destId="{237936F3-2B41-489F-8763-038FE32DD943}" srcOrd="0" destOrd="0" presId="urn:microsoft.com/office/officeart/2005/8/layout/funnel1"/>
    <dgm:cxn modelId="{5789A646-1939-4891-848F-F0BB9B326DD8}" type="presParOf" srcId="{4437FCA7-C745-4A9F-A534-5BD21E3587E0}" destId="{86A6028C-CBEA-4DC2-9F95-0BB40BCB0424}" srcOrd="1" destOrd="0" presId="urn:microsoft.com/office/officeart/2005/8/layout/funnel1"/>
    <dgm:cxn modelId="{0266C4E1-62D7-4A42-8853-7E3673126FCA}" type="presParOf" srcId="{4437FCA7-C745-4A9F-A534-5BD21E3587E0}" destId="{F29B6906-5EA6-4CBC-9DAB-A75F9D5EFF3A}" srcOrd="2" destOrd="0" presId="urn:microsoft.com/office/officeart/2005/8/layout/funnel1"/>
    <dgm:cxn modelId="{0A0ABB34-7D2D-4AA9-B7AD-C3F75CC8AE01}" type="presParOf" srcId="{4437FCA7-C745-4A9F-A534-5BD21E3587E0}" destId="{462FB3DF-1FD7-4997-A60E-3F1173AFDB6C}" srcOrd="3" destOrd="0" presId="urn:microsoft.com/office/officeart/2005/8/layout/funnel1"/>
    <dgm:cxn modelId="{E6D4BD65-B95B-46DE-8E46-194C69F3E748}" type="presParOf" srcId="{4437FCA7-C745-4A9F-A534-5BD21E3587E0}" destId="{693AB375-8451-4266-A390-5F15D518E9D7}" srcOrd="4" destOrd="0" presId="urn:microsoft.com/office/officeart/2005/8/layout/funnel1"/>
    <dgm:cxn modelId="{8BD0698D-C696-411B-8006-A8CB4958E26F}" type="presParOf" srcId="{4437FCA7-C745-4A9F-A534-5BD21E3587E0}" destId="{C1212474-52B3-4CDA-A022-06DB5B7AA229}" srcOrd="5" destOrd="0" presId="urn:microsoft.com/office/officeart/2005/8/layout/funnel1"/>
    <dgm:cxn modelId="{57D64813-D842-4CC3-A059-B814AFA657EB}" type="presParOf" srcId="{4437FCA7-C745-4A9F-A534-5BD21E3587E0}" destId="{5B763BC0-D87A-4F0D-8326-BD552D971A6D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EE293D3-8D4E-4523-BBC2-58E36938C7C4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5C41225F-D30F-4D8D-B886-C1918B2F0DF5}">
      <dgm:prSet phldrT="[Texto]" custT="1"/>
      <dgm:spPr/>
      <dgm:t>
        <a:bodyPr/>
        <a:lstStyle/>
        <a:p>
          <a:r>
            <a:rPr lang="pt-BR" sz="1400" b="0" dirty="0">
              <a:solidFill>
                <a:schemeClr val="accent1">
                  <a:lumMod val="75000"/>
                </a:schemeClr>
              </a:solidFill>
            </a:rPr>
            <a:t>Mudanças</a:t>
          </a:r>
        </a:p>
      </dgm:t>
    </dgm:pt>
    <dgm:pt modelId="{6E914471-E17D-4B65-B955-90688476CA45}" type="parTrans" cxnId="{8B813D10-5294-41BB-90F9-036EB84D6251}">
      <dgm:prSet/>
      <dgm:spPr/>
      <dgm:t>
        <a:bodyPr/>
        <a:lstStyle/>
        <a:p>
          <a:endParaRPr lang="pt-BR"/>
        </a:p>
      </dgm:t>
    </dgm:pt>
    <dgm:pt modelId="{757BA241-52B4-481E-A02C-5DC951EC92B3}" type="sibTrans" cxnId="{8B813D10-5294-41BB-90F9-036EB84D6251}">
      <dgm:prSet/>
      <dgm:spPr/>
      <dgm:t>
        <a:bodyPr/>
        <a:lstStyle/>
        <a:p>
          <a:endParaRPr lang="pt-BR"/>
        </a:p>
      </dgm:t>
    </dgm:pt>
    <dgm:pt modelId="{99296EAE-4E96-4C76-BF81-F35DF08B00C6}" type="pres">
      <dgm:prSet presAssocID="{8EE293D3-8D4E-4523-BBC2-58E36938C7C4}" presName="Name0" presStyleCnt="0">
        <dgm:presLayoutVars>
          <dgm:dir/>
          <dgm:animOne val="branch"/>
          <dgm:animLvl val="lvl"/>
        </dgm:presLayoutVars>
      </dgm:prSet>
      <dgm:spPr/>
    </dgm:pt>
    <dgm:pt modelId="{F318B0CA-F916-4E52-8349-6126F83AA2A7}" type="pres">
      <dgm:prSet presAssocID="{5C41225F-D30F-4D8D-B886-C1918B2F0DF5}" presName="chaos" presStyleCnt="0"/>
      <dgm:spPr/>
    </dgm:pt>
    <dgm:pt modelId="{8DF8072D-33A8-4C86-89DB-A27FABBBF6D4}" type="pres">
      <dgm:prSet presAssocID="{5C41225F-D30F-4D8D-B886-C1918B2F0DF5}" presName="parTx1" presStyleLbl="revTx" presStyleIdx="0" presStyleCnt="1" custScaleY="58704" custLinFactNeighborX="-1079" custLinFactNeighborY="82"/>
      <dgm:spPr/>
    </dgm:pt>
    <dgm:pt modelId="{759EE83A-6533-4DF2-B5E0-FA0B6CD833D4}" type="pres">
      <dgm:prSet presAssocID="{5C41225F-D30F-4D8D-B886-C1918B2F0DF5}" presName="c1" presStyleLbl="node1" presStyleIdx="0" presStyleCnt="18"/>
      <dgm:spPr/>
    </dgm:pt>
    <dgm:pt modelId="{CFF34A52-B446-4A66-A040-0589EEF730D7}" type="pres">
      <dgm:prSet presAssocID="{5C41225F-D30F-4D8D-B886-C1918B2F0DF5}" presName="c2" presStyleLbl="node1" presStyleIdx="1" presStyleCnt="18"/>
      <dgm:spPr/>
    </dgm:pt>
    <dgm:pt modelId="{85BB4DF6-BE81-48B5-8F0A-2D59E7AB4ED2}" type="pres">
      <dgm:prSet presAssocID="{5C41225F-D30F-4D8D-B886-C1918B2F0DF5}" presName="c3" presStyleLbl="node1" presStyleIdx="2" presStyleCnt="18"/>
      <dgm:spPr/>
    </dgm:pt>
    <dgm:pt modelId="{A0DB200A-D997-40A7-B152-2BFE4144D938}" type="pres">
      <dgm:prSet presAssocID="{5C41225F-D30F-4D8D-B886-C1918B2F0DF5}" presName="c4" presStyleLbl="node1" presStyleIdx="3" presStyleCnt="18"/>
      <dgm:spPr/>
    </dgm:pt>
    <dgm:pt modelId="{A447CAC5-4B98-41F5-9A4B-9AF3C171D0D2}" type="pres">
      <dgm:prSet presAssocID="{5C41225F-D30F-4D8D-B886-C1918B2F0DF5}" presName="c5" presStyleLbl="node1" presStyleIdx="4" presStyleCnt="18"/>
      <dgm:spPr/>
    </dgm:pt>
    <dgm:pt modelId="{588BC96A-8026-4006-BBC3-116A2E49F6CF}" type="pres">
      <dgm:prSet presAssocID="{5C41225F-D30F-4D8D-B886-C1918B2F0DF5}" presName="c6" presStyleLbl="node1" presStyleIdx="5" presStyleCnt="18"/>
      <dgm:spPr/>
    </dgm:pt>
    <dgm:pt modelId="{9116156A-5F17-46C5-B108-09D04A65884F}" type="pres">
      <dgm:prSet presAssocID="{5C41225F-D30F-4D8D-B886-C1918B2F0DF5}" presName="c7" presStyleLbl="node1" presStyleIdx="6" presStyleCnt="18"/>
      <dgm:spPr>
        <a:solidFill>
          <a:srgbClr val="C00000"/>
        </a:solidFill>
      </dgm:spPr>
    </dgm:pt>
    <dgm:pt modelId="{9936280F-C6B2-47B5-812A-26BAE679C7F5}" type="pres">
      <dgm:prSet presAssocID="{5C41225F-D30F-4D8D-B886-C1918B2F0DF5}" presName="c8" presStyleLbl="node1" presStyleIdx="7" presStyleCnt="18"/>
      <dgm:spPr/>
    </dgm:pt>
    <dgm:pt modelId="{D4045CBE-1A9E-4318-BAFC-D8D32365D4F8}" type="pres">
      <dgm:prSet presAssocID="{5C41225F-D30F-4D8D-B886-C1918B2F0DF5}" presName="c9" presStyleLbl="node1" presStyleIdx="8" presStyleCnt="18"/>
      <dgm:spPr/>
    </dgm:pt>
    <dgm:pt modelId="{D2C819ED-27D8-4198-8111-45A36479B3E8}" type="pres">
      <dgm:prSet presAssocID="{5C41225F-D30F-4D8D-B886-C1918B2F0DF5}" presName="c10" presStyleLbl="node1" presStyleIdx="9" presStyleCnt="18"/>
      <dgm:spPr>
        <a:solidFill>
          <a:srgbClr val="C00000"/>
        </a:solidFill>
      </dgm:spPr>
    </dgm:pt>
    <dgm:pt modelId="{7D88F62C-09FB-45E9-8146-9C19980C059C}" type="pres">
      <dgm:prSet presAssocID="{5C41225F-D30F-4D8D-B886-C1918B2F0DF5}" presName="c11" presStyleLbl="node1" presStyleIdx="10" presStyleCnt="18"/>
      <dgm:spPr/>
    </dgm:pt>
    <dgm:pt modelId="{1C610C79-2453-48B4-9C25-63B63A8EE33F}" type="pres">
      <dgm:prSet presAssocID="{5C41225F-D30F-4D8D-B886-C1918B2F0DF5}" presName="c12" presStyleLbl="node1" presStyleIdx="11" presStyleCnt="18"/>
      <dgm:spPr/>
    </dgm:pt>
    <dgm:pt modelId="{EDA4A7B0-FF2E-4A06-9FFC-EFC9101C2DC1}" type="pres">
      <dgm:prSet presAssocID="{5C41225F-D30F-4D8D-B886-C1918B2F0DF5}" presName="c13" presStyleLbl="node1" presStyleIdx="12" presStyleCnt="18"/>
      <dgm:spPr>
        <a:solidFill>
          <a:srgbClr val="C00000"/>
        </a:solidFill>
      </dgm:spPr>
    </dgm:pt>
    <dgm:pt modelId="{C77D1B1F-65CD-443D-B709-54452791BE57}" type="pres">
      <dgm:prSet presAssocID="{5C41225F-D30F-4D8D-B886-C1918B2F0DF5}" presName="c14" presStyleLbl="node1" presStyleIdx="13" presStyleCnt="18"/>
      <dgm:spPr/>
    </dgm:pt>
    <dgm:pt modelId="{232A1186-BA12-4F03-895B-3FC21678BF6B}" type="pres">
      <dgm:prSet presAssocID="{5C41225F-D30F-4D8D-B886-C1918B2F0DF5}" presName="c15" presStyleLbl="node1" presStyleIdx="14" presStyleCnt="18"/>
      <dgm:spPr>
        <a:solidFill>
          <a:srgbClr val="C00000"/>
        </a:solidFill>
      </dgm:spPr>
    </dgm:pt>
    <dgm:pt modelId="{F690C61F-F6C0-476C-8063-6C6A0C7DAFB9}" type="pres">
      <dgm:prSet presAssocID="{5C41225F-D30F-4D8D-B886-C1918B2F0DF5}" presName="c16" presStyleLbl="node1" presStyleIdx="15" presStyleCnt="18"/>
      <dgm:spPr/>
    </dgm:pt>
    <dgm:pt modelId="{E6F47A1B-9C4E-477E-AC04-26273000C923}" type="pres">
      <dgm:prSet presAssocID="{5C41225F-D30F-4D8D-B886-C1918B2F0DF5}" presName="c17" presStyleLbl="node1" presStyleIdx="16" presStyleCnt="18"/>
      <dgm:spPr>
        <a:solidFill>
          <a:srgbClr val="C00000"/>
        </a:solidFill>
      </dgm:spPr>
    </dgm:pt>
    <dgm:pt modelId="{070B57DC-187F-4B91-AF78-F8EB581A547F}" type="pres">
      <dgm:prSet presAssocID="{5C41225F-D30F-4D8D-B886-C1918B2F0DF5}" presName="c18" presStyleLbl="node1" presStyleIdx="17" presStyleCnt="18"/>
      <dgm:spPr/>
    </dgm:pt>
  </dgm:ptLst>
  <dgm:cxnLst>
    <dgm:cxn modelId="{8B813D10-5294-41BB-90F9-036EB84D6251}" srcId="{8EE293D3-8D4E-4523-BBC2-58E36938C7C4}" destId="{5C41225F-D30F-4D8D-B886-C1918B2F0DF5}" srcOrd="0" destOrd="0" parTransId="{6E914471-E17D-4B65-B955-90688476CA45}" sibTransId="{757BA241-52B4-481E-A02C-5DC951EC92B3}"/>
    <dgm:cxn modelId="{F29F4E42-39F9-4F25-AA0E-C09F2DCE9E66}" type="presOf" srcId="{8EE293D3-8D4E-4523-BBC2-58E36938C7C4}" destId="{99296EAE-4E96-4C76-BF81-F35DF08B00C6}" srcOrd="0" destOrd="0" presId="urn:microsoft.com/office/officeart/2009/3/layout/RandomtoResultProcess"/>
    <dgm:cxn modelId="{5DBC3D16-205F-42EA-9A71-32FF596FC6E7}" type="presOf" srcId="{5C41225F-D30F-4D8D-B886-C1918B2F0DF5}" destId="{8DF8072D-33A8-4C86-89DB-A27FABBBF6D4}" srcOrd="0" destOrd="0" presId="urn:microsoft.com/office/officeart/2009/3/layout/RandomtoResultProcess"/>
    <dgm:cxn modelId="{578BC4F3-9E25-4825-9443-BF9488C71374}" type="presParOf" srcId="{99296EAE-4E96-4C76-BF81-F35DF08B00C6}" destId="{F318B0CA-F916-4E52-8349-6126F83AA2A7}" srcOrd="0" destOrd="0" presId="urn:microsoft.com/office/officeart/2009/3/layout/RandomtoResultProcess"/>
    <dgm:cxn modelId="{92FB807B-0979-47EC-91A6-E610C0A6D059}" type="presParOf" srcId="{F318B0CA-F916-4E52-8349-6126F83AA2A7}" destId="{8DF8072D-33A8-4C86-89DB-A27FABBBF6D4}" srcOrd="0" destOrd="0" presId="urn:microsoft.com/office/officeart/2009/3/layout/RandomtoResultProcess"/>
    <dgm:cxn modelId="{FC88E695-3916-4775-ADE0-47AA621EAE2B}" type="presParOf" srcId="{F318B0CA-F916-4E52-8349-6126F83AA2A7}" destId="{759EE83A-6533-4DF2-B5E0-FA0B6CD833D4}" srcOrd="1" destOrd="0" presId="urn:microsoft.com/office/officeart/2009/3/layout/RandomtoResultProcess"/>
    <dgm:cxn modelId="{BC52A3EA-7A34-4E0A-9744-398C307BB5DB}" type="presParOf" srcId="{F318B0CA-F916-4E52-8349-6126F83AA2A7}" destId="{CFF34A52-B446-4A66-A040-0589EEF730D7}" srcOrd="2" destOrd="0" presId="urn:microsoft.com/office/officeart/2009/3/layout/RandomtoResultProcess"/>
    <dgm:cxn modelId="{0506745C-A633-4B01-BA93-9AAD0D02C896}" type="presParOf" srcId="{F318B0CA-F916-4E52-8349-6126F83AA2A7}" destId="{85BB4DF6-BE81-48B5-8F0A-2D59E7AB4ED2}" srcOrd="3" destOrd="0" presId="urn:microsoft.com/office/officeart/2009/3/layout/RandomtoResultProcess"/>
    <dgm:cxn modelId="{5B9F2699-6E26-4BDB-AEAA-027C4407059E}" type="presParOf" srcId="{F318B0CA-F916-4E52-8349-6126F83AA2A7}" destId="{A0DB200A-D997-40A7-B152-2BFE4144D938}" srcOrd="4" destOrd="0" presId="urn:microsoft.com/office/officeart/2009/3/layout/RandomtoResultProcess"/>
    <dgm:cxn modelId="{E5C3BB91-E03F-4188-AEF4-270C1B9AF8C4}" type="presParOf" srcId="{F318B0CA-F916-4E52-8349-6126F83AA2A7}" destId="{A447CAC5-4B98-41F5-9A4B-9AF3C171D0D2}" srcOrd="5" destOrd="0" presId="urn:microsoft.com/office/officeart/2009/3/layout/RandomtoResultProcess"/>
    <dgm:cxn modelId="{CBC71DCF-F63D-4614-9B80-1B74C5E98C6E}" type="presParOf" srcId="{F318B0CA-F916-4E52-8349-6126F83AA2A7}" destId="{588BC96A-8026-4006-BBC3-116A2E49F6CF}" srcOrd="6" destOrd="0" presId="urn:microsoft.com/office/officeart/2009/3/layout/RandomtoResultProcess"/>
    <dgm:cxn modelId="{ACAC3AF5-799F-4BDC-A2C8-54D03A2D9939}" type="presParOf" srcId="{F318B0CA-F916-4E52-8349-6126F83AA2A7}" destId="{9116156A-5F17-46C5-B108-09D04A65884F}" srcOrd="7" destOrd="0" presId="urn:microsoft.com/office/officeart/2009/3/layout/RandomtoResultProcess"/>
    <dgm:cxn modelId="{84A744D1-CCC1-49C5-AC1F-C1E87168D4CD}" type="presParOf" srcId="{F318B0CA-F916-4E52-8349-6126F83AA2A7}" destId="{9936280F-C6B2-47B5-812A-26BAE679C7F5}" srcOrd="8" destOrd="0" presId="urn:microsoft.com/office/officeart/2009/3/layout/RandomtoResultProcess"/>
    <dgm:cxn modelId="{E3EDD7D7-FE23-48C2-B196-A5F445C4EE8E}" type="presParOf" srcId="{F318B0CA-F916-4E52-8349-6126F83AA2A7}" destId="{D4045CBE-1A9E-4318-BAFC-D8D32365D4F8}" srcOrd="9" destOrd="0" presId="urn:microsoft.com/office/officeart/2009/3/layout/RandomtoResultProcess"/>
    <dgm:cxn modelId="{321B0C15-81D4-4A8A-8ED5-D1DC641EDE5F}" type="presParOf" srcId="{F318B0CA-F916-4E52-8349-6126F83AA2A7}" destId="{D2C819ED-27D8-4198-8111-45A36479B3E8}" srcOrd="10" destOrd="0" presId="urn:microsoft.com/office/officeart/2009/3/layout/RandomtoResultProcess"/>
    <dgm:cxn modelId="{4465265D-3B22-4087-A998-5CCCD88F98B5}" type="presParOf" srcId="{F318B0CA-F916-4E52-8349-6126F83AA2A7}" destId="{7D88F62C-09FB-45E9-8146-9C19980C059C}" srcOrd="11" destOrd="0" presId="urn:microsoft.com/office/officeart/2009/3/layout/RandomtoResultProcess"/>
    <dgm:cxn modelId="{AA08A739-36F4-4F80-AC8B-C307409B53B6}" type="presParOf" srcId="{F318B0CA-F916-4E52-8349-6126F83AA2A7}" destId="{1C610C79-2453-48B4-9C25-63B63A8EE33F}" srcOrd="12" destOrd="0" presId="urn:microsoft.com/office/officeart/2009/3/layout/RandomtoResultProcess"/>
    <dgm:cxn modelId="{2B9B7081-C113-4BC1-B8D1-541ECA6FEC18}" type="presParOf" srcId="{F318B0CA-F916-4E52-8349-6126F83AA2A7}" destId="{EDA4A7B0-FF2E-4A06-9FFC-EFC9101C2DC1}" srcOrd="13" destOrd="0" presId="urn:microsoft.com/office/officeart/2009/3/layout/RandomtoResultProcess"/>
    <dgm:cxn modelId="{4F8EF589-8421-4DC6-9110-C54C8C0B7A0C}" type="presParOf" srcId="{F318B0CA-F916-4E52-8349-6126F83AA2A7}" destId="{C77D1B1F-65CD-443D-B709-54452791BE57}" srcOrd="14" destOrd="0" presId="urn:microsoft.com/office/officeart/2009/3/layout/RandomtoResultProcess"/>
    <dgm:cxn modelId="{AFA4713E-E6A6-4D95-BD13-293376DDA2E6}" type="presParOf" srcId="{F318B0CA-F916-4E52-8349-6126F83AA2A7}" destId="{232A1186-BA12-4F03-895B-3FC21678BF6B}" srcOrd="15" destOrd="0" presId="urn:microsoft.com/office/officeart/2009/3/layout/RandomtoResultProcess"/>
    <dgm:cxn modelId="{EB7E3F15-4060-41FF-9CA5-B72DA42EB6C3}" type="presParOf" srcId="{F318B0CA-F916-4E52-8349-6126F83AA2A7}" destId="{F690C61F-F6C0-476C-8063-6C6A0C7DAFB9}" srcOrd="16" destOrd="0" presId="urn:microsoft.com/office/officeart/2009/3/layout/RandomtoResultProcess"/>
    <dgm:cxn modelId="{2EDD5A3C-FD90-42E2-BEFB-4A8EE17E2D89}" type="presParOf" srcId="{F318B0CA-F916-4E52-8349-6126F83AA2A7}" destId="{E6F47A1B-9C4E-477E-AC04-26273000C923}" srcOrd="17" destOrd="0" presId="urn:microsoft.com/office/officeart/2009/3/layout/RandomtoResultProcess"/>
    <dgm:cxn modelId="{D0EF5E6B-6724-4EA9-97C2-596BB0860BEB}" type="presParOf" srcId="{F318B0CA-F916-4E52-8349-6126F83AA2A7}" destId="{070B57DC-187F-4B91-AF78-F8EB581A547F}" srcOrd="18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FBC0A-0D1A-4103-BF1D-10805599BE42}">
      <dsp:nvSpPr>
        <dsp:cNvPr id="0" name=""/>
        <dsp:cNvSpPr/>
      </dsp:nvSpPr>
      <dsp:spPr>
        <a:xfrm>
          <a:off x="266827" y="560253"/>
          <a:ext cx="910339" cy="910319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>
              <a:ln>
                <a:noFill/>
              </a:ln>
              <a:solidFill>
                <a:schemeClr val="bg1"/>
              </a:solidFill>
            </a:rPr>
            <a:t>Novo Serviço</a:t>
          </a:r>
        </a:p>
      </dsp:txBody>
      <dsp:txXfrm>
        <a:off x="400143" y="693566"/>
        <a:ext cx="643707" cy="643693"/>
      </dsp:txXfrm>
    </dsp:sp>
    <dsp:sp modelId="{C77BD888-9EBD-4662-9388-3E212FE1E841}">
      <dsp:nvSpPr>
        <dsp:cNvPr id="0" name=""/>
        <dsp:cNvSpPr/>
      </dsp:nvSpPr>
      <dsp:spPr>
        <a:xfrm>
          <a:off x="786247" y="518778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6EAAF8-B800-4947-8B6F-D61AA0516EF6}">
      <dsp:nvSpPr>
        <dsp:cNvPr id="0" name=""/>
        <dsp:cNvSpPr/>
      </dsp:nvSpPr>
      <dsp:spPr>
        <a:xfrm>
          <a:off x="546515" y="1402937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2EE22A-581C-4928-A776-4375677B434C}">
      <dsp:nvSpPr>
        <dsp:cNvPr id="0" name=""/>
        <dsp:cNvSpPr/>
      </dsp:nvSpPr>
      <dsp:spPr>
        <a:xfrm>
          <a:off x="1235745" y="929698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A784E5-9360-4474-911A-FE3EB1C7C58E}">
      <dsp:nvSpPr>
        <dsp:cNvPr id="0" name=""/>
        <dsp:cNvSpPr/>
      </dsp:nvSpPr>
      <dsp:spPr>
        <a:xfrm>
          <a:off x="884951" y="1480995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4A955-81C9-46DD-A401-A8DF4F07ED07}">
      <dsp:nvSpPr>
        <dsp:cNvPr id="0" name=""/>
        <dsp:cNvSpPr/>
      </dsp:nvSpPr>
      <dsp:spPr>
        <a:xfrm>
          <a:off x="567339" y="662664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5D7DAA-869B-4828-B027-7F1CC6AE5825}">
      <dsp:nvSpPr>
        <dsp:cNvPr id="0" name=""/>
        <dsp:cNvSpPr/>
      </dsp:nvSpPr>
      <dsp:spPr>
        <a:xfrm>
          <a:off x="336241" y="1082411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CDCD0E-8D4B-40E0-8154-135620799284}">
      <dsp:nvSpPr>
        <dsp:cNvPr id="0" name=""/>
        <dsp:cNvSpPr/>
      </dsp:nvSpPr>
      <dsp:spPr>
        <a:xfrm>
          <a:off x="-17600" y="724557"/>
          <a:ext cx="370095" cy="369977"/>
        </a:xfrm>
        <a:prstGeom prst="ellipse">
          <a:avLst/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>
              <a:ln>
                <a:noFill/>
              </a:ln>
              <a:solidFill>
                <a:schemeClr val="bg1"/>
              </a:solidFill>
            </a:rPr>
            <a:t>Alterar 10 PA</a:t>
          </a:r>
        </a:p>
      </dsp:txBody>
      <dsp:txXfrm>
        <a:off x="36599" y="778739"/>
        <a:ext cx="261697" cy="261613"/>
      </dsp:txXfrm>
    </dsp:sp>
    <dsp:sp modelId="{FDBA0F69-2D29-43E2-94EB-BAFAA1D6A965}">
      <dsp:nvSpPr>
        <dsp:cNvPr id="0" name=""/>
        <dsp:cNvSpPr/>
      </dsp:nvSpPr>
      <dsp:spPr>
        <a:xfrm>
          <a:off x="683819" y="665854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60C62D-D6F1-4759-8975-F42F4419F185}">
      <dsp:nvSpPr>
        <dsp:cNvPr id="0" name=""/>
        <dsp:cNvSpPr/>
      </dsp:nvSpPr>
      <dsp:spPr>
        <a:xfrm>
          <a:off x="17106" y="1203007"/>
          <a:ext cx="183016" cy="18302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346515-87E4-41AC-98EF-96CF12EF7CA3}">
      <dsp:nvSpPr>
        <dsp:cNvPr id="0" name=""/>
        <dsp:cNvSpPr/>
      </dsp:nvSpPr>
      <dsp:spPr>
        <a:xfrm>
          <a:off x="948353" y="386096"/>
          <a:ext cx="580002" cy="610269"/>
        </a:xfrm>
        <a:prstGeom prst="ellipse">
          <a:avLst/>
        </a:prstGeom>
        <a:solidFill>
          <a:srgbClr val="FFC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kern="1200" dirty="0">
              <a:ln>
                <a:noFill/>
              </a:ln>
              <a:solidFill>
                <a:schemeClr val="bg1"/>
              </a:solidFill>
            </a:rPr>
            <a:t>Novo Sistema</a:t>
          </a:r>
        </a:p>
      </dsp:txBody>
      <dsp:txXfrm>
        <a:off x="1033292" y="475468"/>
        <a:ext cx="410124" cy="431525"/>
      </dsp:txXfrm>
    </dsp:sp>
    <dsp:sp modelId="{CAB06E0F-6130-440F-8C99-17AA8AA6B09F}">
      <dsp:nvSpPr>
        <dsp:cNvPr id="0" name=""/>
        <dsp:cNvSpPr/>
      </dsp:nvSpPr>
      <dsp:spPr>
        <a:xfrm>
          <a:off x="1105383" y="805912"/>
          <a:ext cx="101242" cy="10124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9F2B2F-CDAF-4EFD-A009-2022ACD59790}">
      <dsp:nvSpPr>
        <dsp:cNvPr id="0" name=""/>
        <dsp:cNvSpPr/>
      </dsp:nvSpPr>
      <dsp:spPr>
        <a:xfrm>
          <a:off x="-52476" y="1420803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3AAC8F-C942-4C05-B8FD-2CC13F573916}">
      <dsp:nvSpPr>
        <dsp:cNvPr id="0" name=""/>
        <dsp:cNvSpPr/>
      </dsp:nvSpPr>
      <dsp:spPr>
        <a:xfrm>
          <a:off x="678571" y="1316372"/>
          <a:ext cx="73307" cy="733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7936F3-2B41-489F-8763-038FE32DD943}">
      <dsp:nvSpPr>
        <dsp:cNvPr id="0" name=""/>
        <dsp:cNvSpPr/>
      </dsp:nvSpPr>
      <dsp:spPr>
        <a:xfrm>
          <a:off x="399427" y="420671"/>
          <a:ext cx="1459662" cy="506921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6028C-CBEA-4DC2-9F95-0BB40BCB0424}">
      <dsp:nvSpPr>
        <dsp:cNvPr id="0" name=""/>
        <dsp:cNvSpPr/>
      </dsp:nvSpPr>
      <dsp:spPr>
        <a:xfrm>
          <a:off x="990081" y="1813418"/>
          <a:ext cx="282880" cy="181043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9B6906-5EA6-4CBC-9DAB-A75F9D5EFF3A}">
      <dsp:nvSpPr>
        <dsp:cNvPr id="0" name=""/>
        <dsp:cNvSpPr/>
      </dsp:nvSpPr>
      <dsp:spPr>
        <a:xfrm>
          <a:off x="429688" y="2148685"/>
          <a:ext cx="1357825" cy="3394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Avaliação Estratégica</a:t>
          </a:r>
        </a:p>
      </dsp:txBody>
      <dsp:txXfrm>
        <a:off x="429688" y="2148685"/>
        <a:ext cx="1357825" cy="339456"/>
      </dsp:txXfrm>
    </dsp:sp>
    <dsp:sp modelId="{462FB3DF-1FD7-4997-A60E-3F1173AFDB6C}">
      <dsp:nvSpPr>
        <dsp:cNvPr id="0" name=""/>
        <dsp:cNvSpPr/>
      </dsp:nvSpPr>
      <dsp:spPr>
        <a:xfrm>
          <a:off x="930110" y="966743"/>
          <a:ext cx="509184" cy="50918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/>
            <a:t>Demanda</a:t>
          </a:r>
        </a:p>
      </dsp:txBody>
      <dsp:txXfrm>
        <a:off x="1004678" y="1041311"/>
        <a:ext cx="360048" cy="360048"/>
      </dsp:txXfrm>
    </dsp:sp>
    <dsp:sp modelId="{693AB375-8451-4266-A390-5F15D518E9D7}">
      <dsp:nvSpPr>
        <dsp:cNvPr id="0" name=""/>
        <dsp:cNvSpPr/>
      </dsp:nvSpPr>
      <dsp:spPr>
        <a:xfrm>
          <a:off x="565760" y="584741"/>
          <a:ext cx="509184" cy="509184"/>
        </a:xfrm>
        <a:prstGeom prst="ellipse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/>
            <a:t>Demanda</a:t>
          </a:r>
        </a:p>
      </dsp:txBody>
      <dsp:txXfrm>
        <a:off x="640328" y="659309"/>
        <a:ext cx="360048" cy="360048"/>
      </dsp:txXfrm>
    </dsp:sp>
    <dsp:sp modelId="{C1212474-52B3-4CDA-A022-06DB5B7AA229}">
      <dsp:nvSpPr>
        <dsp:cNvPr id="0" name=""/>
        <dsp:cNvSpPr/>
      </dsp:nvSpPr>
      <dsp:spPr>
        <a:xfrm>
          <a:off x="1099417" y="474229"/>
          <a:ext cx="509184" cy="509184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lvl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600" kern="1200" dirty="0"/>
            <a:t>Demanda</a:t>
          </a:r>
        </a:p>
      </dsp:txBody>
      <dsp:txXfrm>
        <a:off x="1173985" y="548797"/>
        <a:ext cx="360048" cy="360048"/>
      </dsp:txXfrm>
    </dsp:sp>
    <dsp:sp modelId="{5B763BC0-D87A-4F0D-8326-BD552D971A6D}">
      <dsp:nvSpPr>
        <dsp:cNvPr id="0" name=""/>
        <dsp:cNvSpPr/>
      </dsp:nvSpPr>
      <dsp:spPr>
        <a:xfrm>
          <a:off x="339456" y="358437"/>
          <a:ext cx="1584130" cy="1267304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F8072D-33A8-4C86-89DB-A27FABBBF6D4}">
      <dsp:nvSpPr>
        <dsp:cNvPr id="0" name=""/>
        <dsp:cNvSpPr/>
      </dsp:nvSpPr>
      <dsp:spPr>
        <a:xfrm>
          <a:off x="72948" y="582208"/>
          <a:ext cx="1294080" cy="2503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0" kern="1200" dirty="0">
              <a:solidFill>
                <a:schemeClr val="accent1">
                  <a:lumMod val="75000"/>
                </a:schemeClr>
              </a:solidFill>
            </a:rPr>
            <a:t>Mudanças</a:t>
          </a:r>
        </a:p>
      </dsp:txBody>
      <dsp:txXfrm>
        <a:off x="72948" y="582208"/>
        <a:ext cx="1294080" cy="250348"/>
      </dsp:txXfrm>
    </dsp:sp>
    <dsp:sp modelId="{759EE83A-6533-4DF2-B5E0-FA0B6CD833D4}">
      <dsp:nvSpPr>
        <dsp:cNvPr id="0" name=""/>
        <dsp:cNvSpPr/>
      </dsp:nvSpPr>
      <dsp:spPr>
        <a:xfrm>
          <a:off x="85441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F34A52-B446-4A66-A040-0589EEF730D7}">
      <dsp:nvSpPr>
        <dsp:cNvPr id="0" name=""/>
        <dsp:cNvSpPr/>
      </dsp:nvSpPr>
      <dsp:spPr>
        <a:xfrm>
          <a:off x="157498" y="219987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BB4DF6-BE81-48B5-8F0A-2D59E7AB4ED2}">
      <dsp:nvSpPr>
        <dsp:cNvPr id="0" name=""/>
        <dsp:cNvSpPr/>
      </dsp:nvSpPr>
      <dsp:spPr>
        <a:xfrm>
          <a:off x="330434" y="248810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DB200A-D997-40A7-B152-2BFE4144D938}">
      <dsp:nvSpPr>
        <dsp:cNvPr id="0" name=""/>
        <dsp:cNvSpPr/>
      </dsp:nvSpPr>
      <dsp:spPr>
        <a:xfrm>
          <a:off x="474547" y="90285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7CAC5-4B98-41F5-9A4B-9AF3C171D0D2}">
      <dsp:nvSpPr>
        <dsp:cNvPr id="0" name=""/>
        <dsp:cNvSpPr/>
      </dsp:nvSpPr>
      <dsp:spPr>
        <a:xfrm>
          <a:off x="661895" y="3264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BC96A-8026-4006-BBC3-116A2E49F6CF}">
      <dsp:nvSpPr>
        <dsp:cNvPr id="0" name=""/>
        <dsp:cNvSpPr/>
      </dsp:nvSpPr>
      <dsp:spPr>
        <a:xfrm>
          <a:off x="892477" y="1335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16156A-5F17-46C5-B108-09D04A65884F}">
      <dsp:nvSpPr>
        <dsp:cNvPr id="0" name=""/>
        <dsp:cNvSpPr/>
      </dsp:nvSpPr>
      <dsp:spPr>
        <a:xfrm>
          <a:off x="1036590" y="205576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36280F-C6B2-47B5-812A-26BAE679C7F5}">
      <dsp:nvSpPr>
        <dsp:cNvPr id="0" name=""/>
        <dsp:cNvSpPr/>
      </dsp:nvSpPr>
      <dsp:spPr>
        <a:xfrm>
          <a:off x="1238349" y="36410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045CBE-1A9E-4318-BAFC-D8D32365D4F8}">
      <dsp:nvSpPr>
        <dsp:cNvPr id="0" name=""/>
        <dsp:cNvSpPr/>
      </dsp:nvSpPr>
      <dsp:spPr>
        <a:xfrm>
          <a:off x="1324817" y="522626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819ED-27D8-4198-8111-45A36479B3E8}">
      <dsp:nvSpPr>
        <dsp:cNvPr id="0" name=""/>
        <dsp:cNvSpPr/>
      </dsp:nvSpPr>
      <dsp:spPr>
        <a:xfrm>
          <a:off x="575427" y="219987"/>
          <a:ext cx="264698" cy="264698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88F62C-09FB-45E9-8146-9C19980C059C}">
      <dsp:nvSpPr>
        <dsp:cNvPr id="0" name=""/>
        <dsp:cNvSpPr/>
      </dsp:nvSpPr>
      <dsp:spPr>
        <a:xfrm>
          <a:off x="13384" y="767619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610C79-2453-48B4-9C25-63B63A8EE33F}">
      <dsp:nvSpPr>
        <dsp:cNvPr id="0" name=""/>
        <dsp:cNvSpPr/>
      </dsp:nvSpPr>
      <dsp:spPr>
        <a:xfrm>
          <a:off x="99852" y="897321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4A7B0-FF2E-4A06-9FFC-EFC9101C2DC1}">
      <dsp:nvSpPr>
        <dsp:cNvPr id="0" name=""/>
        <dsp:cNvSpPr/>
      </dsp:nvSpPr>
      <dsp:spPr>
        <a:xfrm>
          <a:off x="316022" y="1012612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D1B1F-65CD-443D-B709-54452791BE57}">
      <dsp:nvSpPr>
        <dsp:cNvPr id="0" name=""/>
        <dsp:cNvSpPr/>
      </dsp:nvSpPr>
      <dsp:spPr>
        <a:xfrm>
          <a:off x="618661" y="1199960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2A1186-BA12-4F03-895B-3FC21678BF6B}">
      <dsp:nvSpPr>
        <dsp:cNvPr id="0" name=""/>
        <dsp:cNvSpPr/>
      </dsp:nvSpPr>
      <dsp:spPr>
        <a:xfrm>
          <a:off x="676306" y="1012612"/>
          <a:ext cx="161760" cy="161760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90C61F-F6C0-476C-8063-6C6A0C7DAFB9}">
      <dsp:nvSpPr>
        <dsp:cNvPr id="0" name=""/>
        <dsp:cNvSpPr/>
      </dsp:nvSpPr>
      <dsp:spPr>
        <a:xfrm>
          <a:off x="820420" y="1214371"/>
          <a:ext cx="102938" cy="10293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F47A1B-9C4E-477E-AC04-26273000C923}">
      <dsp:nvSpPr>
        <dsp:cNvPr id="0" name=""/>
        <dsp:cNvSpPr/>
      </dsp:nvSpPr>
      <dsp:spPr>
        <a:xfrm>
          <a:off x="950122" y="983789"/>
          <a:ext cx="235287" cy="235287"/>
        </a:xfrm>
        <a:prstGeom prst="ellipse">
          <a:avLst/>
        </a:prstGeom>
        <a:solidFill>
          <a:srgbClr val="C0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0B57DC-187F-4B91-AF78-F8EB581A547F}">
      <dsp:nvSpPr>
        <dsp:cNvPr id="0" name=""/>
        <dsp:cNvSpPr/>
      </dsp:nvSpPr>
      <dsp:spPr>
        <a:xfrm>
          <a:off x="1267172" y="926144"/>
          <a:ext cx="161760" cy="16176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CircleRelationship">
  <dgm:title val=""/>
  <dgm:desc val=""/>
  <dgm:catLst>
    <dgm:cat type="relationship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0" srcId="0" destId="10" srcOrd="0" destOrd="0"/>
        <dgm:cxn modelId="21" srcId="10" destId="11" srcOrd="0" destOrd="0"/>
        <dgm:cxn modelId="22" srcId="10" destId="12" srcOrd="0" destOrd="0"/>
      </dgm:cxnLst>
      <dgm:bg/>
      <dgm:whole/>
    </dgm:dataModel>
  </dgm:clrData>
  <dgm:layoutNode name="Name0">
    <dgm:varLst>
      <dgm:chMax val="1"/>
      <dgm:chPref val="1"/>
    </dgm:varLst>
    <dgm:shape xmlns:r="http://schemas.openxmlformats.org/officeDocument/2006/relationships" r:blip="">
      <dgm:adjLst/>
    </dgm:shape>
    <dgm:choose name="Name1">
      <dgm:if name="Name2" axis="ch ch" ptType="node node" func="cnt" op="equ" val="0">
        <dgm:alg type="composite">
          <dgm:param type="ar" val="0.98"/>
        </dgm:alg>
        <dgm:constrLst>
          <dgm:constr type="primFontSz" for="des" ptType="node" op="equ" val="65"/>
          <dgm:constr type="l" for="ch" forName="Parent" refType="w" fact="0"/>
          <dgm:constr type="t" for="ch" forName="Parent" refType="h" fact="0.039"/>
          <dgm:constr type="w" for="ch" forName="Parent" refType="w" fact="0.8734"/>
          <dgm:constr type="h" for="ch" forName="Parent" refType="h" fact="0.856"/>
          <dgm:constr type="l" for="ch" forName="Accent1" refType="w" fact="0.4984"/>
          <dgm:constr type="t" for="ch" forName="Accent1" refType="h" fact="0"/>
          <dgm:constr type="w" for="ch" forName="Accent1" refType="w" fact="0.0972"/>
          <dgm:constr type="h" for="ch" forName="Accent1" refType="h" fact="0.0952"/>
          <dgm:constr type="l" for="ch" forName="Accent2" refType="w" fact="0.2684"/>
          <dgm:constr type="t" for="ch" forName="Accent2" refType="h" fact="0.8314"/>
          <dgm:constr type="w" for="ch" forName="Accent2" refType="w" fact="0.0704"/>
          <dgm:constr type="h" for="ch" forName="Accent2" refType="h" fact="0.069"/>
          <dgm:constr type="l" for="ch" forName="Accent3" refType="w" fact="0.9296"/>
          <dgm:constr type="t" for="ch" forName="Accent3" refType="h" fact="0.3864"/>
          <dgm:constr type="w" for="ch" forName="Accent3" refType="w" fact="0.0704"/>
          <dgm:constr type="h" for="ch" forName="Accent3" refType="h" fact="0.069"/>
          <dgm:constr type="l" for="ch" forName="Accent4" refType="w" fact="0.5931"/>
          <dgm:constr type="t" for="ch" forName="Accent4" refType="h" fact="0.9048"/>
          <dgm:constr type="w" for="ch" forName="Accent4" refType="w" fact="0.0972"/>
          <dgm:constr type="h" for="ch" forName="Accent4" refType="h" fact="0.0952"/>
          <dgm:constr type="l" for="ch" forName="Accent5" refType="w" fact="0.2883"/>
          <dgm:constr type="t" for="ch" forName="Accent5" refType="h" fact="0.1353"/>
          <dgm:constr type="w" for="ch" forName="Accent5" refType="w" fact="0.0704"/>
          <dgm:constr type="h" for="ch" forName="Accent5" refType="h" fact="0.069"/>
          <dgm:constr type="l" for="ch" forName="Accent6" refType="w" fact="0.0666"/>
          <dgm:constr type="t" for="ch" forName="Accent6" refType="h" fact="0.53"/>
          <dgm:constr type="w" for="ch" forName="Accent6" refType="w" fact="0.0704"/>
          <dgm:constr type="h" for="ch" forName="Accent6" refType="h" fact="0.069"/>
        </dgm:constrLst>
      </dgm:if>
      <dgm:if name="Name3" axis="ch ch" ptType="node node" func="cnt" op="equ" val="1">
        <dgm:alg type="composite">
          <dgm:param type="ar" val="1.2476"/>
        </dgm:alg>
        <dgm:constrLst>
          <dgm:constr type="primFontSz" for="des" ptType="node" op="equ" val="65"/>
          <dgm:constr type="l" for="ch" forName="Parent" refType="w" fact="0.2145"/>
          <dgm:constr type="t" for="ch" forName="Parent" refType="h" fact="0.039"/>
          <dgm:constr type="w" for="ch" forName="Parent" refType="w" fact="0.6861"/>
          <dgm:constr type="h" for="ch" forName="Parent" refType="h" fact="0.856"/>
          <dgm:constr type="l" for="ch" forName="Accent8" refType="w" fact="0.0262"/>
          <dgm:constr type="t" for="ch" forName="Accent8" refType="h" fact="0.6434"/>
          <dgm:constr type="w" for="ch" forName="Accent8" refType="w" fact="0.138"/>
          <dgm:constr type="h" for="ch" forName="Accent8" refType="h" fact="0.1721"/>
          <dgm:constr type="l" for="ch" forName="Accent1" refType="w" fact="0.6059"/>
          <dgm:constr type="t" for="ch" forName="Accent1" refType="h" fact="0"/>
          <dgm:constr type="w" for="ch" forName="Accent1" refType="w" fact="0.0763"/>
          <dgm:constr type="h" for="ch" forName="Accent1" refType="h" fact="0.0952"/>
          <dgm:constr type="l" for="ch" forName="Accent2" refType="w" fact="0.4253"/>
          <dgm:constr type="t" for="ch" forName="Accent2" refType="h" fact="0.8314"/>
          <dgm:constr type="w" for="ch" forName="Accent2" refType="w" fact="0.0553"/>
          <dgm:constr type="h" for="ch" forName="Accent2" refType="h" fact="0.069"/>
          <dgm:constr type="l" for="ch" forName="Accent3" refType="w" fact="0.9447"/>
          <dgm:constr type="t" for="ch" forName="Accent3" refType="h" fact="0.3864"/>
          <dgm:constr type="w" for="ch" forName="Accent3" refType="w" fact="0.0553"/>
          <dgm:constr type="h" for="ch" forName="Accent3" refType="h" fact="0.069"/>
          <dgm:constr type="l" for="ch" forName="Child1" refType="w" fact="0"/>
          <dgm:constr type="t" for="ch" forName="Child1" refType="h" fact="0.1935"/>
          <dgm:constr type="w" for="ch" forName="Child1" refType="w" fact="0.2789"/>
          <dgm:constr type="h" for="ch" forName="Child1" refType="h" fact="0.3479"/>
          <dgm:constr type="l" for="ch" forName="Accent4" refType="w" fact="0.6803"/>
          <dgm:constr type="t" for="ch" forName="Accent4" refType="h" fact="0.9048"/>
          <dgm:constr type="w" for="ch" forName="Accent4" refType="w" fact="0.0763"/>
          <dgm:constr type="h" for="ch" forName="Accent4" refType="h" fact="0.0952"/>
          <dgm:constr type="l" for="ch" forName="Accent7" refType="w" fact="0.5287"/>
          <dgm:constr type="t" for="ch" forName="Accent7" refType="h" fact="0.1383"/>
          <dgm:constr type="w" for="ch" forName="Accent7" refType="w" fact="0.0763"/>
          <dgm:constr type="h" for="ch" forName="Accent7" refType="h" fact="0.0952"/>
          <dgm:constr type="l" for="ch" forName="Accent5" refType="w" fact="0.4409"/>
          <dgm:constr type="t" for="ch" forName="Accent5" refType="h" fact="0.1353"/>
          <dgm:constr type="w" for="ch" forName="Accent5" refType="w" fact="0.0553"/>
          <dgm:constr type="h" for="ch" forName="Accent5" refType="h" fact="0.069"/>
          <dgm:constr type="l" for="ch" forName="Accent6" refType="w" fact="0.2668"/>
          <dgm:constr type="t" for="ch" forName="Accent6" refType="h" fact="0.53"/>
          <dgm:constr type="w" for="ch" forName="Accent6" refType="w" fact="0.0553"/>
          <dgm:constr type="h" for="ch" forName="Accent6" refType="h" fact="0.069"/>
        </dgm:constrLst>
      </dgm:if>
      <dgm:if name="Name4" axis="ch ch" ptType="node node" func="cnt" op="equ" val="2">
        <dgm:alg type="composite">
          <dgm:param type="ar" val="1.592"/>
        </dgm:alg>
        <dgm:constrLst>
          <dgm:constr type="primFontSz" for="des" ptType="node" op="equ" val="65"/>
          <dgm:constr type="l" for="ch" forName="Parent" refType="w" fact="0.1886"/>
          <dgm:constr type="t" for="ch" forName="Parent" refType="h" fact="0.039"/>
          <dgm:constr type="w" for="ch" forName="Parent" refType="w" fact="0.5377"/>
          <dgm:constr type="h" for="ch" forName="Parent" refType="h" fact="0.856"/>
          <dgm:constr type="l" for="ch" forName="Accent8" refType="w" fact="0.0411"/>
          <dgm:constr type="t" for="ch" forName="Accent8" refType="h" fact="0.6434"/>
          <dgm:constr type="w" for="ch" forName="Accent8" refType="w" fact="0.1081"/>
          <dgm:constr type="h" for="ch" forName="Accent8" refType="h" fact="0.1721"/>
          <dgm:constr type="l" for="ch" forName="Accent1" refType="w" fact="0.4954"/>
          <dgm:constr type="t" for="ch" forName="Accent1" refType="h" fact="0"/>
          <dgm:constr type="w" for="ch" forName="Accent1" refType="w" fact="0.0598"/>
          <dgm:constr type="h" for="ch" forName="Accent1" refType="h" fact="0.0952"/>
          <dgm:constr type="l" for="ch" forName="Accent2" refType="w" fact="0.3538"/>
          <dgm:constr type="t" for="ch" forName="Accent2" refType="h" fact="0.8314"/>
          <dgm:constr type="w" for="ch" forName="Accent2" refType="w" fact="0.0433"/>
          <dgm:constr type="h" for="ch" forName="Accent2" refType="h" fact="0.069"/>
          <dgm:constr type="l" for="ch" forName="Accent3" refType="w" fact="0.7609"/>
          <dgm:constr type="t" for="ch" forName="Accent3" refType="h" fact="0.3864"/>
          <dgm:constr type="w" for="ch" forName="Accent3" refType="w" fact="0.0433"/>
          <dgm:constr type="h" for="ch" forName="Accent3" refType="h" fact="0.069"/>
          <dgm:constr type="l" for="ch" forName="Accent9" refType="w" fact="0.6839"/>
          <dgm:constr type="t" for="ch" forName="Accent9" refType="h" fact="0.27"/>
          <dgm:constr type="w" for="ch" forName="Accent9" refType="w" fact="0.0598"/>
          <dgm:constr type="h" for="ch" forName="Accent9" refType="h" fact="0.0952"/>
          <dgm:constr type="l" for="ch" forName="Child1" refType="w" fact="0.0206"/>
          <dgm:constr type="t" for="ch" forName="Child1" refType="h" fact="0.1935"/>
          <dgm:constr type="w" for="ch" forName="Child1" refType="w" fact="0.2186"/>
          <dgm:constr type="h" for="ch" forName="Child1" refType="h" fact="0.3479"/>
          <dgm:constr type="l" for="ch" forName="Child2" refType="w" fact="0.7814"/>
          <dgm:constr type="t" for="ch" forName="Child2" refType="h" fact="0.0298"/>
          <dgm:constr type="w" for="ch" forName="Child2" refType="w" fact="0.2186"/>
          <dgm:constr type="h" for="ch" forName="Child2" refType="h" fact="0.3479"/>
          <dgm:constr type="l" for="ch" forName="Accent10" refType="w" fact="0"/>
          <dgm:constr type="t" for="ch" forName="Accent10" refType="h" fact="0.8482"/>
          <dgm:constr type="w" for="ch" forName="Accent10" refType="w" fact="0.0433"/>
          <dgm:constr type="h" for="ch" forName="Accent10" refType="h" fact="0.069"/>
          <dgm:constr type="l" for="ch" forName="Accent11" refType="w" fact="0.4318"/>
          <dgm:constr type="t" for="ch" forName="Accent11" refType="h" fact="0.75"/>
          <dgm:constr type="w" for="ch" forName="Accent11" refType="w" fact="0.0433"/>
          <dgm:constr type="h" for="ch" forName="Accent11" refType="h" fact="0.069"/>
          <dgm:constr type="l" for="ch" forName="Accent7" refType="w" fact="0.4349"/>
          <dgm:constr type="t" for="ch" forName="Accent7" refType="h" fact="0.1383"/>
          <dgm:constr type="w" for="ch" forName="Accent7" refType="w" fact="0.0598"/>
          <dgm:constr type="h" for="ch" forName="Accent7" refType="h" fact="0.0952"/>
          <dgm:constr type="l" for="ch" forName="Accent5" refType="w" fact="0.3661"/>
          <dgm:constr type="t" for="ch" forName="Accent5" refType="h" fact="0.1353"/>
          <dgm:constr type="w" for="ch" forName="Accent5" refType="w" fact="0.0433"/>
          <dgm:constr type="h" for="ch" forName="Accent5" refType="h" fact="0.069"/>
          <dgm:constr type="l" for="ch" forName="Accent6" refType="w" fact="0.2296"/>
          <dgm:constr type="t" for="ch" forName="Accent6" refType="h" fact="0.53"/>
          <dgm:constr type="w" for="ch" forName="Accent6" refType="w" fact="0.0433"/>
          <dgm:constr type="h" for="ch" forName="Accent6" refType="h" fact="0.069"/>
          <dgm:constr type="l" for="ch" forName="Accent4" refType="w" fact="0.5537"/>
          <dgm:constr type="t" for="ch" forName="Accent4" refType="h" fact="0.9048"/>
          <dgm:constr type="w" for="ch" forName="Accent4" refType="w" fact="0.0598"/>
          <dgm:constr type="h" for="ch" forName="Accent4" refType="h" fact="0.0952"/>
        </dgm:constrLst>
      </dgm:if>
      <dgm:if name="Name5" axis="ch ch" ptType="node node" func="cnt" op="equ" val="3">
        <dgm:alg type="composite">
          <dgm:param type="ar" val="1.755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9"/>
          <dgm:constr type="w" for="ch" forName="Parent" refType="w" fact="0.4875"/>
          <dgm:constr type="h" for="ch" forName="Parent" refType="h" fact="0.856"/>
          <dgm:constr type="l" for="ch" forName="Accent8" refType="w" fact="0.0373"/>
          <dgm:constr type="t" for="ch" forName="Accent8" refType="h" fact="0.6434"/>
          <dgm:constr type="w" for="ch" forName="Accent8" refType="w" fact="0.098"/>
          <dgm:constr type="h" for="ch" forName="Accent8" refType="h" fact="0.1721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952"/>
          <dgm:constr type="l" for="ch" forName="Accent2" refType="w" fact="0.3209"/>
          <dgm:constr type="t" for="ch" forName="Accent2" refType="h" fact="0.8314"/>
          <dgm:constr type="w" for="ch" forName="Accent2" refType="w" fact="0.0393"/>
          <dgm:constr type="h" for="ch" forName="Accent2" refType="h" fact="0.069"/>
          <dgm:constr type="l" for="ch" forName="Accent3" refType="w" fact="0.6899"/>
          <dgm:constr type="t" for="ch" forName="Accent3" refType="h" fact="0.3864"/>
          <dgm:constr type="w" for="ch" forName="Accent3" refType="w" fact="0.0393"/>
          <dgm:constr type="h" for="ch" forName="Accent3" refType="h" fact="0.069"/>
          <dgm:constr type="l" for="ch" forName="Accent9" refType="w" fact="0.6201"/>
          <dgm:constr type="t" for="ch" forName="Accent9" refType="h" fact="0.27"/>
          <dgm:constr type="w" for="ch" forName="Accent9" refType="w" fact="0.0542"/>
          <dgm:constr type="h" for="ch" forName="Accent9" refType="h" fact="0.0952"/>
          <dgm:constr type="l" for="ch" forName="Child1" refType="w" fact="0.0186"/>
          <dgm:constr type="t" for="ch" forName="Child1" refType="h" fact="0.1935"/>
          <dgm:constr type="w" for="ch" forName="Child1" refType="w" fact="0.1982"/>
          <dgm:constr type="h" for="ch" forName="Child1" refType="h" fact="0.3479"/>
          <dgm:constr type="l" for="ch" forName="Child2" refType="w" fact="0.7086"/>
          <dgm:constr type="t" for="ch" forName="Child2" refType="h" fact="0.0298"/>
          <dgm:constr type="w" for="ch" forName="Child2" refType="w" fact="0.1982"/>
          <dgm:constr type="h" for="ch" forName="Child2" refType="h" fact="0.3479"/>
          <dgm:constr type="l" for="ch" forName="Child3" refType="w" fact="0.8018"/>
          <dgm:constr type="t" for="ch" forName="Child3" refType="h" fact="0.6312"/>
          <dgm:constr type="w" for="ch" forName="Child3" refType="w" fact="0.1982"/>
          <dgm:constr type="h" for="ch" forName="Child3" refType="h" fact="0.3479"/>
          <dgm:constr type="l" for="ch" forName="Accent12" refType="w" fact="0.7459"/>
          <dgm:constr type="t" for="ch" forName="Accent12" refType="h" fact="0.619"/>
          <dgm:constr type="w" for="ch" forName="Accent12" refType="w" fact="0.0393"/>
          <dgm:constr type="h" for="ch" forName="Accent12" refType="h" fact="0.069"/>
          <dgm:constr type="l" for="ch" forName="Accent4" refType="w" fact="0.5021"/>
          <dgm:constr type="t" for="ch" forName="Accent4" refType="h" fact="0.9048"/>
          <dgm:constr type="w" for="ch" forName="Accent4" refType="w" fact="0.0542"/>
          <dgm:constr type="h" for="ch" forName="Accent4" refType="h" fact="0.0952"/>
          <dgm:constr type="l" for="ch" forName="Accent10" refType="w" fact="0"/>
          <dgm:constr type="t" for="ch" forName="Accent10" refType="h" fact="0.8482"/>
          <dgm:constr type="w" for="ch" forName="Accent10" refType="w" fact="0.0393"/>
          <dgm:constr type="h" for="ch" forName="Accent10" refType="h" fact="0.069"/>
          <dgm:constr type="l" for="ch" forName="Accent11" refType="w" fact="0.3916"/>
          <dgm:constr type="t" for="ch" forName="Accent11" refType="h" fact="0.75"/>
          <dgm:constr type="w" for="ch" forName="Accent11" refType="w" fact="0.0393"/>
          <dgm:constr type="h" for="ch" forName="Accent11" refType="h" fact="0.069"/>
          <dgm:constr type="l" for="ch" forName="Accent7" refType="w" fact="0.3944"/>
          <dgm:constr type="t" for="ch" forName="Accent7" refType="h" fact="0.1383"/>
          <dgm:constr type="w" for="ch" forName="Accent7" refType="w" fact="0.0542"/>
          <dgm:constr type="h" for="ch" forName="Accent7" refType="h" fact="0.0952"/>
          <dgm:constr type="l" for="ch" forName="Accent5" refType="w" fact="0.3319"/>
          <dgm:constr type="t" for="ch" forName="Accent5" refType="h" fact="0.1353"/>
          <dgm:constr type="w" for="ch" forName="Accent5" refType="w" fact="0.0393"/>
          <dgm:constr type="h" for="ch" forName="Accent5" refType="h" fact="0.069"/>
          <dgm:constr type="l" for="ch" forName="Accent6" refType="w" fact="0.2082"/>
          <dgm:constr type="t" for="ch" forName="Accent6" refType="h" fact="0.53"/>
          <dgm:constr type="w" for="ch" forName="Accent6" refType="w" fact="0.0393"/>
          <dgm:constr type="h" for="ch" forName="Accent6" refType="h" fact="0.069"/>
        </dgm:constrLst>
      </dgm:if>
      <dgm:if name="Name6" axis="ch ch" ptType="node node" func="cnt" op="equ" val="4">
        <dgm:alg type="composite">
          <dgm:param type="ar" val="1.3749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0306"/>
          <dgm:constr type="w" for="ch" forName="Parent" refType="w" fact="0.4875"/>
          <dgm:constr type="h" for="ch" forName="Parent" refType="h" fact="0.6703"/>
          <dgm:constr type="l" for="ch" forName="Accent8" refType="w" fact="0.0373"/>
          <dgm:constr type="t" for="ch" forName="Accent8" refType="h" fact="0.5038"/>
          <dgm:constr type="w" for="ch" forName="Accent8" refType="w" fact="0.098"/>
          <dgm:constr type="h" for="ch" forName="Accent8" refType="h" fact="0.1348"/>
          <dgm:constr type="l" for="ch" forName="Accent1" refType="w" fact="0.4492"/>
          <dgm:constr type="t" for="ch" forName="Accent1" refType="h" fact="0"/>
          <dgm:constr type="w" for="ch" forName="Accent1" refType="w" fact="0.0542"/>
          <dgm:constr type="h" for="ch" forName="Accent1" refType="h" fact="0.0746"/>
          <dgm:constr type="l" for="ch" forName="Accent2" refType="w" fact="0.3209"/>
          <dgm:constr type="t" for="ch" forName="Accent2" refType="h" fact="0.6511"/>
          <dgm:constr type="w" for="ch" forName="Accent2" refType="w" fact="0.0393"/>
          <dgm:constr type="h" for="ch" forName="Accent2" refType="h" fact="0.054"/>
          <dgm:constr type="l" for="ch" forName="Accent3" refType="w" fact="0.6899"/>
          <dgm:constr type="t" for="ch" forName="Accent3" refType="h" fact="0.3026"/>
          <dgm:constr type="w" for="ch" forName="Accent3" refType="w" fact="0.0393"/>
          <dgm:constr type="h" for="ch" forName="Accent3" refType="h" fact="0.054"/>
          <dgm:constr type="l" for="ch" forName="Accent9" refType="w" fact="0.6201"/>
          <dgm:constr type="t" for="ch" forName="Accent9" refType="h" fact="0.2115"/>
          <dgm:constr type="w" for="ch" forName="Accent9" refType="w" fact="0.0542"/>
          <dgm:constr type="h" for="ch" forName="Accent9" refType="h" fact="0.0746"/>
          <dgm:constr type="l" for="ch" forName="Child1" refType="w" fact="0.0186"/>
          <dgm:constr type="t" for="ch" forName="Child1" refType="h" fact="0.1515"/>
          <dgm:constr type="w" for="ch" forName="Child1" refType="w" fact="0.1982"/>
          <dgm:constr type="h" for="ch" forName="Child1" refType="h" fact="0.2725"/>
          <dgm:constr type="l" for="ch" forName="Child2" refType="w" fact="0.7086"/>
          <dgm:constr type="t" for="ch" forName="Child2" refType="h" fact="0.0233"/>
          <dgm:constr type="w" for="ch" forName="Child2" refType="w" fact="0.1982"/>
          <dgm:constr type="h" for="ch" forName="Child2" refType="h" fact="0.2725"/>
          <dgm:constr type="l" for="ch" forName="Child3" refType="w" fact="0.8018"/>
          <dgm:constr type="t" for="ch" forName="Child3" refType="h" fact="0.4943"/>
          <dgm:constr type="w" for="ch" forName="Child3" refType="w" fact="0.1982"/>
          <dgm:constr type="h" for="ch" forName="Child3" refType="h" fact="0.2725"/>
          <dgm:constr type="l" for="ch" forName="Accent12" refType="w" fact="0.7459"/>
          <dgm:constr type="t" for="ch" forName="Accent12" refType="h" fact="0.4848"/>
          <dgm:constr type="w" for="ch" forName="Accent12" refType="w" fact="0.0393"/>
          <dgm:constr type="h" for="ch" forName="Accent12" refType="h" fact="0.054"/>
          <dgm:constr type="l" for="ch" forName="Accent4" refType="w" fact="0.5021"/>
          <dgm:constr type="t" for="ch" forName="Accent4" refType="h" fact="0.7085"/>
          <dgm:constr type="w" for="ch" forName="Accent4" refType="w" fact="0.0542"/>
          <dgm:constr type="h" for="ch" forName="Accent4" refType="h" fact="0.0746"/>
          <dgm:constr type="l" for="ch" forName="Accent10" refType="w" fact="0"/>
          <dgm:constr type="t" for="ch" forName="Accent10" refType="h" fact="0.6642"/>
          <dgm:constr type="w" for="ch" forName="Accent10" refType="w" fact="0.0393"/>
          <dgm:constr type="h" for="ch" forName="Accent10" refType="h" fact="0.054"/>
          <dgm:constr type="l" for="ch" forName="Accent11" refType="w" fact="0.3916"/>
          <dgm:constr type="t" for="ch" forName="Accent11" refType="h" fact="0.5873"/>
          <dgm:constr type="w" for="ch" forName="Accent11" refType="w" fact="0.0393"/>
          <dgm:constr type="h" for="ch" forName="Accent11" refType="h" fact="0.054"/>
          <dgm:constr type="l" for="ch" forName="Accent7" refType="w" fact="0.3944"/>
          <dgm:constr type="t" for="ch" forName="Accent7" refType="h" fact="0.1083"/>
          <dgm:constr type="w" for="ch" forName="Accent7" refType="w" fact="0.0542"/>
          <dgm:constr type="h" for="ch" forName="Accent7" refType="h" fact="0.0746"/>
          <dgm:constr type="l" for="ch" forName="Accent5" refType="w" fact="0.3319"/>
          <dgm:constr type="t" for="ch" forName="Accent5" refType="h" fact="0.1059"/>
          <dgm:constr type="w" for="ch" forName="Accent5" refType="w" fact="0.0393"/>
          <dgm:constr type="h" for="ch" forName="Accent5" refType="h" fact="0.054"/>
          <dgm:constr type="l" for="ch" forName="Accent6" refType="w" fact="0.2082"/>
          <dgm:constr type="t" for="ch" forName="Accent6" refType="h" fact="0.4151"/>
          <dgm:constr type="w" for="ch" forName="Accent6" refType="w" fact="0.0393"/>
          <dgm:constr type="h" for="ch" forName="Accent6" refType="h" fact="0.054"/>
          <dgm:constr type="l" for="ch" forName="Child4" refType="w" fact="0.2329"/>
          <dgm:constr type="t" for="ch" forName="Child4" refType="h" fact="0.7275"/>
          <dgm:constr type="w" for="ch" forName="Child4" refType="w" fact="0.1982"/>
          <dgm:constr type="h" for="ch" forName="Child4" refType="h" fact="0.2725"/>
          <dgm:constr type="l" for="ch" forName="Accent13" refType="w" fact="0.4099"/>
          <dgm:constr type="t" for="ch" forName="Accent13" refType="h" fact="0.7183"/>
          <dgm:constr type="w" for="ch" forName="Accent13" refType="w" fact="0.0393"/>
          <dgm:constr type="h" for="ch" forName="Accent13" refType="h" fact="0.054"/>
        </dgm:constrLst>
      </dgm:if>
      <dgm:else name="Name7">
        <dgm:alg type="composite">
          <dgm:param type="ar" val="1.1477"/>
        </dgm:alg>
        <dgm:constrLst>
          <dgm:constr type="primFontSz" for="des" ptType="node" op="equ" val="65"/>
          <dgm:constr type="l" for="ch" forName="Parent" refType="w" fact="0.171"/>
          <dgm:constr type="t" for="ch" forName="Parent" refType="h" fact="0.1907"/>
          <dgm:constr type="w" for="ch" forName="Parent" refType="w" fact="0.4875"/>
          <dgm:constr type="h" for="ch" forName="Parent" refType="h" fact="0.5596"/>
          <dgm:constr type="l" for="ch" forName="Accent8" refType="w" fact="0.0373"/>
          <dgm:constr type="t" for="ch" forName="Accent8" refType="h" fact="0.5858"/>
          <dgm:constr type="w" for="ch" forName="Accent8" refType="w" fact="0.098"/>
          <dgm:constr type="h" for="ch" forName="Accent8" refType="h" fact="0.1125"/>
          <dgm:constr type="l" for="ch" forName="Accent1" refType="w" fact="0.4492"/>
          <dgm:constr type="t" for="ch" forName="Accent1" refType="h" fact="0.1652"/>
          <dgm:constr type="w" for="ch" forName="Accent1" refType="w" fact="0.0542"/>
          <dgm:constr type="h" for="ch" forName="Accent1" refType="h" fact="0.0623"/>
          <dgm:constr type="l" for="ch" forName="Accent2" refType="w" fact="0.3209"/>
          <dgm:constr type="t" for="ch" forName="Accent2" refType="h" fact="0.7087"/>
          <dgm:constr type="w" for="ch" forName="Accent2" refType="w" fact="0.0393"/>
          <dgm:constr type="h" for="ch" forName="Accent2" refType="h" fact="0.0451"/>
          <dgm:constr type="l" for="ch" forName="Accent3" refType="w" fact="0.6899"/>
          <dgm:constr type="t" for="ch" forName="Accent3" refType="h" fact="0.4178"/>
          <dgm:constr type="w" for="ch" forName="Accent3" refType="w" fact="0.0393"/>
          <dgm:constr type="h" for="ch" forName="Accent3" refType="h" fact="0.0451"/>
          <dgm:constr type="l" for="ch" forName="Accent9" refType="w" fact="0.6201"/>
          <dgm:constr type="t" for="ch" forName="Accent9" refType="h" fact="0.3417"/>
          <dgm:constr type="w" for="ch" forName="Accent9" refType="w" fact="0.0542"/>
          <dgm:constr type="h" for="ch" forName="Accent9" refType="h" fact="0.0623"/>
          <dgm:constr type="l" for="ch" forName="Child1" refType="w" fact="0.0186"/>
          <dgm:constr type="t" for="ch" forName="Child1" refType="h" fact="0.2917"/>
          <dgm:constr type="w" for="ch" forName="Child1" refType="w" fact="0.1982"/>
          <dgm:constr type="h" for="ch" forName="Child1" refType="h" fact="0.2275"/>
          <dgm:constr type="l" for="ch" forName="Child2" refType="w" fact="0.7086"/>
          <dgm:constr type="t" for="ch" forName="Child2" refType="h" fact="0.1847"/>
          <dgm:constr type="w" for="ch" forName="Child2" refType="w" fact="0.1982"/>
          <dgm:constr type="h" for="ch" forName="Child2" refType="h" fact="0.2275"/>
          <dgm:constr type="l" for="ch" forName="Child3" refType="w" fact="0.8018"/>
          <dgm:constr type="t" for="ch" forName="Child3" refType="h" fact="0.5778"/>
          <dgm:constr type="w" for="ch" forName="Child3" refType="w" fact="0.1982"/>
          <dgm:constr type="h" for="ch" forName="Child3" refType="h" fact="0.2275"/>
          <dgm:constr type="l" for="ch" forName="Accent12" refType="w" fact="0.7459"/>
          <dgm:constr type="t" for="ch" forName="Accent12" refType="h" fact="0.5699"/>
          <dgm:constr type="w" for="ch" forName="Accent12" refType="w" fact="0.0393"/>
          <dgm:constr type="h" for="ch" forName="Accent12" refType="h" fact="0.0451"/>
          <dgm:constr type="l" for="ch" forName="Accent4" refType="w" fact="0.5021"/>
          <dgm:constr type="t" for="ch" forName="Accent4" refType="h" fact="0.7567"/>
          <dgm:constr type="w" for="ch" forName="Accent4" refType="w" fact="0.0542"/>
          <dgm:constr type="h" for="ch" forName="Accent4" refType="h" fact="0.0623"/>
          <dgm:constr type="l" for="ch" forName="Accent10" refType="w" fact="0"/>
          <dgm:constr type="t" for="ch" forName="Accent10" refType="h" fact="0.7197"/>
          <dgm:constr type="w" for="ch" forName="Accent10" refType="w" fact="0.0393"/>
          <dgm:constr type="h" for="ch" forName="Accent10" refType="h" fact="0.0451"/>
          <dgm:constr type="l" for="ch" forName="Accent11" refType="w" fact="0.3916"/>
          <dgm:constr type="t" for="ch" forName="Accent11" refType="h" fact="0.6555"/>
          <dgm:constr type="w" for="ch" forName="Accent11" refType="w" fact="0.0393"/>
          <dgm:constr type="h" for="ch" forName="Accent11" refType="h" fact="0.0451"/>
          <dgm:constr type="l" for="ch" forName="Accent7" refType="w" fact="0.3944"/>
          <dgm:constr type="t" for="ch" forName="Accent7" refType="h" fact="0.2556"/>
          <dgm:constr type="w" for="ch" forName="Accent7" refType="w" fact="0.0542"/>
          <dgm:constr type="h" for="ch" forName="Accent7" refType="h" fact="0.0623"/>
          <dgm:constr type="l" for="ch" forName="Accent5" refType="w" fact="0.3319"/>
          <dgm:constr type="t" for="ch" forName="Accent5" refType="h" fact="0.2536"/>
          <dgm:constr type="w" for="ch" forName="Accent5" refType="w" fact="0.0393"/>
          <dgm:constr type="h" for="ch" forName="Accent5" refType="h" fact="0.0451"/>
          <dgm:constr type="l" for="ch" forName="Accent6" refType="w" fact="0.2082"/>
          <dgm:constr type="t" for="ch" forName="Accent6" refType="h" fact="0.5117"/>
          <dgm:constr type="w" for="ch" forName="Accent6" refType="w" fact="0.0393"/>
          <dgm:constr type="h" for="ch" forName="Accent6" refType="h" fact="0.0451"/>
          <dgm:constr type="l" for="ch" forName="Child5" refType="w" fact="0.4219"/>
          <dgm:constr type="t" for="ch" forName="Child5" refType="h" fact="0"/>
          <dgm:constr type="w" for="ch" forName="Child5" refType="w" fact="0.1982"/>
          <dgm:constr type="h" for="ch" forName="Child5" refType="h" fact="0.2275"/>
          <dgm:constr type="l" for="ch" forName="Child4" refType="w" fact="0.2329"/>
          <dgm:constr type="t" for="ch" forName="Child4" refType="h" fact="0.7725"/>
          <dgm:constr type="w" for="ch" forName="Child4" refType="w" fact="0.1982"/>
          <dgm:constr type="h" for="ch" forName="Child4" refType="h" fact="0.2275"/>
          <dgm:constr type="l" for="ch" forName="Accent15" refType="w" fact="0.1775"/>
          <dgm:constr type="t" for="ch" forName="Accent15" refType="h" fact="0.2466"/>
          <dgm:constr type="w" for="ch" forName="Accent15" refType="w" fact="0.0393"/>
          <dgm:constr type="h" for="ch" forName="Accent15" refType="h" fact="0.0451"/>
          <dgm:constr type="l" for="ch" forName="Accent16" refType="w" fact="0.6351"/>
          <dgm:constr type="t" for="ch" forName="Accent16" refType="h" fact="0.056"/>
          <dgm:constr type="w" for="ch" forName="Accent16" refType="w" fact="0.0393"/>
          <dgm:constr type="h" for="ch" forName="Accent16" refType="h" fact="0.0451"/>
          <dgm:constr type="l" for="ch" forName="Accent13" refType="w" fact="0.4099"/>
          <dgm:constr type="t" for="ch" forName="Accent13" refType="h" fact="0.7648"/>
          <dgm:constr type="w" for="ch" forName="Accent13" refType="w" fact="0.0393"/>
          <dgm:constr type="h" for="ch" forName="Accent13" refType="h" fact="0.0451"/>
        </dgm:constrLst>
      </dgm:else>
    </dgm:choose>
    <dgm:forEach name="wrapper" axis="self" ptType="parTrans">
      <dgm:forEach name="accentRepeat1" axis="self">
        <dgm:layoutNode name="AccentHold1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2" axis="self">
        <dgm:layoutNode name="AccentHold2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  <dgm:forEach name="accentRepeat3" axis="self">
        <dgm:layoutNode name="AccentHold3" styleLbl="node1">
          <dgm:alg type="sp"/>
          <dgm:shape xmlns:r="http://schemas.openxmlformats.org/officeDocument/2006/relationships" type="ellipse" r:blip="">
            <dgm:adjLst/>
          </dgm:shape>
          <dgm:presOf/>
        </dgm:layoutNode>
      </dgm:forEach>
    </dgm:forEach>
    <dgm:forEach name="Name8" axis="ch" ptType="node" cnt="1">
      <dgm:layoutNode name="Parent" styleLbl="node0">
        <dgm:varLst>
          <dgm:chMax val="5"/>
          <dgm:chPref val="5"/>
        </dgm:varLst>
        <dgm:alg type="tx"/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choose name="Name9">
        <dgm:if name="Name10" axis="ch" ptType="node" func="cnt" op="lte" val="4">
          <dgm:layoutNode name="Accent1" styleLbl="node1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</dgm:layoutNode>
        </dgm:if>
        <dgm:else name="Name11"/>
      </dgm:choose>
      <dgm:layoutNode name="Accent2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3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4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5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  <dgm:layoutNode name="Accent6" styleLbl="node1">
        <dgm:alg type="sp"/>
        <dgm:shape xmlns:r="http://schemas.openxmlformats.org/officeDocument/2006/relationships" type="ellipse" r:blip="">
          <dgm:adjLst/>
        </dgm:shape>
        <dgm:presOf/>
        <dgm:constrLst/>
      </dgm:layoutNode>
    </dgm:forEach>
    <dgm:forEach name="Name12" axis="ch ch" ptType="node node" st="1 1" cnt="1 1">
      <dgm:layoutNode name="Child1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3" ref="accentRepeat1"/>
      </dgm:layoutNode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14" ref="accentRepeat2"/>
      </dgm:layoutNode>
    </dgm:forEach>
    <dgm:forEach name="Name15" axis="ch ch" ptType="node node" st="1 2" cnt="1 1">
      <dgm:layoutNode name="Child2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16" ref="accentRepeat1"/>
      </dgm:layoutNode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17" ref="accentRepeat2"/>
      </dgm:layoutNode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18" ref="accentRepeat3"/>
      </dgm:layoutNode>
    </dgm:forEach>
    <dgm:forEach name="Name19" axis="ch ch" ptType="node node" st="1 3" cnt="1 1">
      <dgm:layoutNode name="Child3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2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1"/>
      </dgm:layoutNode>
    </dgm:forEach>
    <dgm:forEach name="Name21" axis="ch ch" ptType="node node" st="1 4" cnt="1 1">
      <dgm:layoutNode name="Child4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3">
        <dgm:alg type="sp"/>
        <dgm:shape xmlns:r="http://schemas.openxmlformats.org/officeDocument/2006/relationships" r:blip="">
          <dgm:adjLst/>
        </dgm:shape>
        <dgm:presOf/>
        <dgm:constrLst/>
        <dgm:forEach name="Name22" ref="accentRepeat1"/>
      </dgm:layoutNode>
    </dgm:forEach>
    <dgm:forEach name="Name23" axis="ch ch" ptType="node node" st="1 5" cnt="1 1">
      <dgm:layoutNode name="Child5" styleLbl="node1">
        <dgm:varLst>
          <dgm:chMax val="0"/>
          <dgm:chPref val="0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ellipse" r:blip="">
          <dgm:adjLst/>
        </dgm:shape>
        <dgm:presOf axis="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Accent15">
        <dgm:alg type="sp"/>
        <dgm:shape xmlns:r="http://schemas.openxmlformats.org/officeDocument/2006/relationships" r:blip="">
          <dgm:adjLst/>
        </dgm:shape>
        <dgm:presOf/>
        <dgm:constrLst/>
        <dgm:forEach name="Name24" ref="accentRepeat2"/>
      </dgm:layoutNode>
      <dgm:layoutNode name="Accent16">
        <dgm:alg type="sp"/>
        <dgm:shape xmlns:r="http://schemas.openxmlformats.org/officeDocument/2006/relationships" r:blip="">
          <dgm:adjLst/>
        </dgm:shape>
        <dgm:presOf/>
        <dgm:constrLst/>
        <dgm:forEach name="Name25" ref="accentRepeat3"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B0D43F-B80B-40D7-B843-4AC81DACC905}" type="datetimeFigureOut">
              <a:rPr lang="pt-BR" smtClean="0"/>
              <a:t>11/03/2016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626FD-18EF-494C-A467-3D85C3950BD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09518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183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562227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5495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95505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9776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5729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10432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11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0250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12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6695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7136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59872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4175" y="685800"/>
            <a:ext cx="608965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>
                <a:solidFill>
                  <a:prstClr val="black"/>
                </a:solidFill>
              </a:rPr>
              <a:pPr/>
              <a:t>15</a:t>
            </a:fld>
            <a:endParaRPr lang="pt-BR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79724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Contrato vai</a:t>
            </a:r>
            <a:r>
              <a:rPr lang="pt-BR" baseline="0" dirty="0"/>
              <a:t> até Março do BTCC da Oi – Adolpho e </a:t>
            </a:r>
            <a:r>
              <a:rPr lang="pt-BR" baseline="0" dirty="0" err="1"/>
              <a:t>Koreeda</a:t>
            </a:r>
            <a:r>
              <a:rPr lang="pt-BR" baseline="0" dirty="0"/>
              <a:t> cientes –</a:t>
            </a:r>
            <a:r>
              <a:rPr lang="pt-BR" baseline="0" dirty="0" err="1"/>
              <a:t>Boarim</a:t>
            </a:r>
            <a:r>
              <a:rPr lang="pt-BR" baseline="0" dirty="0"/>
              <a:t> sugere congelar a </a:t>
            </a:r>
            <a:r>
              <a:rPr lang="pt-BR" baseline="0" dirty="0" err="1"/>
              <a:t>Interlalização</a:t>
            </a:r>
            <a:endParaRPr lang="pt-BR" baseline="0" dirty="0"/>
          </a:p>
          <a:p>
            <a:r>
              <a:rPr lang="pt-BR" baseline="0" dirty="0"/>
              <a:t>MPLS - Fortaleza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40895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54770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374480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95569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1239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9777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22998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70919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2326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Contrato vai</a:t>
            </a:r>
            <a:r>
              <a:rPr lang="pt-BR" baseline="0" dirty="0"/>
              <a:t> até Março do BTCC da Oi – Adolpho e </a:t>
            </a:r>
            <a:r>
              <a:rPr lang="pt-BR" baseline="0" dirty="0" err="1"/>
              <a:t>Koreeda</a:t>
            </a:r>
            <a:r>
              <a:rPr lang="pt-BR" baseline="0" dirty="0"/>
              <a:t> cientes –</a:t>
            </a:r>
            <a:r>
              <a:rPr lang="pt-BR" baseline="0" dirty="0" err="1"/>
              <a:t>Boarim</a:t>
            </a:r>
            <a:r>
              <a:rPr lang="pt-BR" baseline="0" dirty="0"/>
              <a:t> sugere congelar a </a:t>
            </a:r>
            <a:r>
              <a:rPr lang="pt-BR" baseline="0" dirty="0" err="1"/>
              <a:t>Interlalização</a:t>
            </a:r>
            <a:endParaRPr lang="pt-BR" baseline="0" dirty="0"/>
          </a:p>
          <a:p>
            <a:r>
              <a:rPr lang="pt-BR" baseline="0" dirty="0"/>
              <a:t>MPLS - Fortaleza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94402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nos informou que existe um alinhamento em andamento para que as multas aplicadas pelos clientes a Contax não serão mais discriminadas separadamente no faturamento. O valor a ser faturado virá consolidado. A partir de Março alguns clientes já entrarão neste novo modelo e de forma gradativa será feito para o demais. Desta forma, perderemos a visibilidade de quanto estamos sendo impactados financeiramente decorrente de multas.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E7626FD-18EF-494C-A467-3D85C3950BD0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6667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29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106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64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2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1085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9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58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632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529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17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63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126906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73148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6995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169"/>
            <a:ext cx="8229600" cy="85804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460693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vmlDrawing" Target="../drawings/vmlDrawing1.vml"/><Relationship Id="rId7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vmlDrawing" Target="../drawings/vmlDrawing2.vml"/><Relationship Id="rId7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tags" Target="../tags/tag2.xml"/><Relationship Id="rId9" Type="http://schemas.openxmlformats.org/officeDocument/2006/relationships/image" Target="../media/image5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vmlDrawing" Target="../drawings/vmlDrawing3.vml"/><Relationship Id="rId7" Type="http://schemas.openxmlformats.org/officeDocument/2006/relationships/image" Target="../media/image6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tags" Target="../tags/tag3.xml"/><Relationship Id="rId9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96241-9EE8-3241-9C65-A8F2A1D83BB2}" type="datetimeFigureOut">
              <a:rPr lang="en-US" smtClean="0"/>
              <a:t>3/11/2016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88DD49-D405-3D4F-92A5-BAA19C6BFE1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142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9" r:id="rId12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62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14" descr="t02-02.jp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8263"/>
          </a:xfrm>
          <a:prstGeom prst="rect">
            <a:avLst/>
          </a:prstGeom>
        </p:spPr>
      </p:pic>
      <p:pic>
        <p:nvPicPr>
          <p:cNvPr id="7" name="Picture 10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7021333" y="109004"/>
            <a:ext cx="198132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381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86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9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7050653" y="97143"/>
            <a:ext cx="1981324" cy="360000"/>
          </a:xfrm>
          <a:prstGeom prst="rect">
            <a:avLst/>
          </a:prstGeom>
        </p:spPr>
      </p:pic>
      <p:pic>
        <p:nvPicPr>
          <p:cNvPr id="7" name="Picture 2"/>
          <p:cNvPicPr>
            <a:picLocks noChangeAspect="1" noChangeArrowheads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" descr="t03-02.jpg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421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4"/>
            </p:custDataLst>
            <p:extLst/>
          </p:nvPr>
        </p:nvGraphicFramePr>
        <p:xfrm>
          <a:off x="1589" y="1193"/>
          <a:ext cx="1587" cy="1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10" name="Slide do think-cell" r:id="rId5" imgW="270" imgH="270" progId="TCLayout.ActiveDocument.1">
                  <p:embed/>
                </p:oleObj>
              </mc:Choice>
              <mc:Fallback>
                <p:oleObj name="Slide do think-cell" r:id="rId5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193"/>
                        <a:ext cx="1587" cy="11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interna_img-3.png"/>
          <p:cNvPicPr/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182"/>
          <a:stretch>
            <a:fillRect/>
          </a:stretch>
        </p:blipFill>
        <p:spPr>
          <a:xfrm>
            <a:off x="1" y="-4669"/>
            <a:ext cx="3640873" cy="5157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image5.png"/>
          <p:cNvPicPr/>
          <p:nvPr userDrawn="1"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8118917" y="4410609"/>
            <a:ext cx="1043999" cy="770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icture 11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021333" y="109004"/>
            <a:ext cx="198132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296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hf hdr="0" ftr="0" dt="0"/>
  <p:txStyles>
    <p:titleStyle>
      <a:lvl1pPr algn="ctr" defTabSz="686108" rtl="0" eaLnBrk="1" latinLnBrk="0" hangingPunct="1">
        <a:spcBef>
          <a:spcPct val="0"/>
        </a:spcBef>
        <a:buNone/>
        <a:defRPr sz="330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291" indent="-257291" algn="l" defTabSz="686108" rtl="0" eaLnBrk="1" latinLnBrk="0" hangingPunct="1">
        <a:spcBef>
          <a:spcPct val="20000"/>
        </a:spcBef>
        <a:buFont typeface="Arial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</a:defRPr>
      </a:lvl1pPr>
      <a:lvl2pPr marL="557462" indent="-214409" algn="l" defTabSz="686108" rtl="0" eaLnBrk="1" latinLnBrk="0" hangingPunct="1">
        <a:spcBef>
          <a:spcPct val="20000"/>
        </a:spcBef>
        <a:buFont typeface="Arial" pitchFamily="34" charset="0"/>
        <a:buChar char="–"/>
        <a:defRPr sz="2102" kern="1200">
          <a:solidFill>
            <a:schemeClr val="tx1"/>
          </a:solidFill>
          <a:latin typeface="+mn-lt"/>
          <a:ea typeface="+mn-ea"/>
          <a:cs typeface="+mn-cs"/>
        </a:defRPr>
      </a:lvl2pPr>
      <a:lvl3pPr marL="857634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802" kern="1200">
          <a:solidFill>
            <a:schemeClr val="tx1"/>
          </a:solidFill>
          <a:latin typeface="+mn-lt"/>
          <a:ea typeface="+mn-ea"/>
          <a:cs typeface="+mn-cs"/>
        </a:defRPr>
      </a:lvl3pPr>
      <a:lvl4pPr marL="1200688" indent="-171527" algn="l" defTabSz="686108" rtl="0" eaLnBrk="1" latinLnBrk="0" hangingPunct="1">
        <a:spcBef>
          <a:spcPct val="20000"/>
        </a:spcBef>
        <a:buFont typeface="Arial" pitchFamily="34" charset="0"/>
        <a:buChar char="–"/>
        <a:defRPr sz="1501" kern="1200">
          <a:solidFill>
            <a:schemeClr val="tx1"/>
          </a:solidFill>
          <a:latin typeface="+mn-lt"/>
          <a:ea typeface="+mn-ea"/>
          <a:cs typeface="+mn-cs"/>
        </a:defRPr>
      </a:lvl4pPr>
      <a:lvl5pPr marL="1543743" indent="-171527" algn="l" defTabSz="686108" rtl="0" eaLnBrk="1" latinLnBrk="0" hangingPunct="1">
        <a:spcBef>
          <a:spcPct val="20000"/>
        </a:spcBef>
        <a:buFont typeface="Arial" pitchFamily="34" charset="0"/>
        <a:buChar char="»"/>
        <a:defRPr sz="1501" kern="1200">
          <a:solidFill>
            <a:schemeClr val="tx1"/>
          </a:solidFill>
          <a:latin typeface="+mn-lt"/>
          <a:ea typeface="+mn-ea"/>
          <a:cs typeface="+mn-cs"/>
        </a:defRPr>
      </a:lvl5pPr>
      <a:lvl6pPr marL="1886798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6pPr>
      <a:lvl7pPr marL="2229850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7pPr>
      <a:lvl8pPr marL="2572905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8pPr>
      <a:lvl9pPr marL="2915959" indent="-171527" algn="l" defTabSz="686108" rtl="0" eaLnBrk="1" latinLnBrk="0" hangingPunct="1">
        <a:spcBef>
          <a:spcPct val="20000"/>
        </a:spcBef>
        <a:buFont typeface="Arial" pitchFamily="34" charset="0"/>
        <a:buChar char="•"/>
        <a:defRPr sz="15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3055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6108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916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2216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5271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8324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1377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4432" algn="l" defTabSz="686108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emf"/><Relationship Id="rId5" Type="http://schemas.openxmlformats.org/officeDocument/2006/relationships/image" Target="../media/image10.emf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chart" Target="../charts/chart2.xml"/><Relationship Id="rId4" Type="http://schemas.openxmlformats.org/officeDocument/2006/relationships/chart" Target="../charts/chart1.xml"/><Relationship Id="rId9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14.emf"/><Relationship Id="rId7" Type="http://schemas.openxmlformats.org/officeDocument/2006/relationships/image" Target="../media/image12.png"/><Relationship Id="rId12" Type="http://schemas.openxmlformats.org/officeDocument/2006/relationships/image" Target="../media/image3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slide" Target="slide8.xml"/><Relationship Id="rId5" Type="http://schemas.openxmlformats.org/officeDocument/2006/relationships/chart" Target="../charts/chart3.xml"/><Relationship Id="rId10" Type="http://schemas.openxmlformats.org/officeDocument/2006/relationships/slide" Target="slide7.xml"/><Relationship Id="rId4" Type="http://schemas.openxmlformats.org/officeDocument/2006/relationships/image" Target="../media/image4.png"/><Relationship Id="rId9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image" Target="../media/image4.png"/><Relationship Id="rId7" Type="http://schemas.openxmlformats.org/officeDocument/2006/relationships/slide" Target="slide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5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chart" Target="../charts/chart4.xml"/><Relationship Id="rId7" Type="http://schemas.openxmlformats.org/officeDocument/2006/relationships/slide" Target="slid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chart" Target="../charts/chart5.xml"/><Relationship Id="rId7" Type="http://schemas.openxmlformats.org/officeDocument/2006/relationships/slide" Target="slide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chart" Target="../charts/chart6.xml"/><Relationship Id="rId7" Type="http://schemas.openxmlformats.org/officeDocument/2006/relationships/slide" Target="slide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3.emf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7.emf"/><Relationship Id="rId12" Type="http://schemas.openxmlformats.org/officeDocument/2006/relationships/image" Target="../media/image20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19.emf"/><Relationship Id="rId5" Type="http://schemas.openxmlformats.org/officeDocument/2006/relationships/image" Target="../media/image12.png"/><Relationship Id="rId10" Type="http://schemas.openxmlformats.org/officeDocument/2006/relationships/oleObject" Target="../embeddings/oleObject6.bin"/><Relationship Id="rId4" Type="http://schemas.openxmlformats.org/officeDocument/2006/relationships/image" Target="../media/image4.png"/><Relationship Id="rId9" Type="http://schemas.openxmlformats.org/officeDocument/2006/relationships/image" Target="../media/image18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emf"/><Relationship Id="rId13" Type="http://schemas.openxmlformats.org/officeDocument/2006/relationships/image" Target="../media/image3.emf"/><Relationship Id="rId3" Type="http://schemas.openxmlformats.org/officeDocument/2006/relationships/notesSlide" Target="../notesSlides/notesSlide9.xml"/><Relationship Id="rId7" Type="http://schemas.openxmlformats.org/officeDocument/2006/relationships/oleObject" Target="../embeddings/oleObject7.bin"/><Relationship Id="rId12" Type="http://schemas.openxmlformats.org/officeDocument/2006/relationships/image" Target="../media/image23.e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4.png"/><Relationship Id="rId11" Type="http://schemas.openxmlformats.org/officeDocument/2006/relationships/oleObject" Target="../embeddings/oleObject9.bin"/><Relationship Id="rId5" Type="http://schemas.openxmlformats.org/officeDocument/2006/relationships/image" Target="../media/image12.png"/><Relationship Id="rId10" Type="http://schemas.openxmlformats.org/officeDocument/2006/relationships/image" Target="../media/image22.emf"/><Relationship Id="rId4" Type="http://schemas.openxmlformats.org/officeDocument/2006/relationships/image" Target="../media/image4.png"/><Relationship Id="rId9" Type="http://schemas.openxmlformats.org/officeDocument/2006/relationships/oleObject" Target="../embeddings/oleObject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7.png"/><Relationship Id="rId5" Type="http://schemas.openxmlformats.org/officeDocument/2006/relationships/image" Target="../media/image12.png"/><Relationship Id="rId4" Type="http://schemas.openxmlformats.org/officeDocument/2006/relationships/image" Target="../media/image26.png"/><Relationship Id="rId9" Type="http://schemas.openxmlformats.org/officeDocument/2006/relationships/image" Target="../media/image3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18" Type="http://schemas.openxmlformats.org/officeDocument/2006/relationships/diagramColors" Target="../diagrams/colors3.xml"/><Relationship Id="rId3" Type="http://schemas.openxmlformats.org/officeDocument/2006/relationships/image" Target="../media/image12.png"/><Relationship Id="rId21" Type="http://schemas.openxmlformats.org/officeDocument/2006/relationships/image" Target="../media/image3.emf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17" Type="http://schemas.openxmlformats.org/officeDocument/2006/relationships/diagramQuickStyle" Target="../diagrams/quickStyle3.xml"/><Relationship Id="rId2" Type="http://schemas.openxmlformats.org/officeDocument/2006/relationships/notesSlide" Target="../notesSlides/notesSlide12.xml"/><Relationship Id="rId16" Type="http://schemas.openxmlformats.org/officeDocument/2006/relationships/diagramLayout" Target="../diagrams/layout3.xml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5" Type="http://schemas.openxmlformats.org/officeDocument/2006/relationships/diagramData" Target="../diagrams/data1.xml"/><Relationship Id="rId15" Type="http://schemas.openxmlformats.org/officeDocument/2006/relationships/diagramData" Target="../diagrams/data3.xml"/><Relationship Id="rId10" Type="http://schemas.openxmlformats.org/officeDocument/2006/relationships/diagramData" Target="../diagrams/data2.xml"/><Relationship Id="rId19" Type="http://schemas.microsoft.com/office/2007/relationships/diagramDrawing" Target="../diagrams/drawing3.xml"/><Relationship Id="rId4" Type="http://schemas.openxmlformats.org/officeDocument/2006/relationships/image" Target="../media/image4.png"/><Relationship Id="rId9" Type="http://schemas.microsoft.com/office/2007/relationships/diagramDrawing" Target="../diagrams/drawing1.xml"/><Relationship Id="rId14" Type="http://schemas.microsoft.com/office/2007/relationships/diagramDrawing" Target="../diagrams/drawing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30.emf"/><Relationship Id="rId4" Type="http://schemas.openxmlformats.org/officeDocument/2006/relationships/image" Target="../media/image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emf"/><Relationship Id="rId4" Type="http://schemas.openxmlformats.org/officeDocument/2006/relationships/image" Target="../media/image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31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32.png"/><Relationship Id="rId4" Type="http://schemas.openxmlformats.org/officeDocument/2006/relationships/image" Target="../media/image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33.png"/><Relationship Id="rId4" Type="http://schemas.openxmlformats.org/officeDocument/2006/relationships/image" Target="../media/image5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34.png"/><Relationship Id="rId4" Type="http://schemas.openxmlformats.org/officeDocument/2006/relationships/image" Target="../media/image5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35.png"/><Relationship Id="rId4" Type="http://schemas.openxmlformats.org/officeDocument/2006/relationships/image" Target="../media/image5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34.png"/><Relationship Id="rId4" Type="http://schemas.openxmlformats.org/officeDocument/2006/relationships/image" Target="../media/image5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emf"/><Relationship Id="rId4" Type="http://schemas.openxmlformats.org/officeDocument/2006/relationships/image" Target="../media/image5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emf"/><Relationship Id="rId4" Type="http://schemas.openxmlformats.org/officeDocument/2006/relationships/image" Target="../media/image5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emf"/><Relationship Id="rId5" Type="http://schemas.openxmlformats.org/officeDocument/2006/relationships/image" Target="../media/image35.png"/><Relationship Id="rId4" Type="http://schemas.openxmlformats.org/officeDocument/2006/relationships/image" Target="../media/image5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emf"/><Relationship Id="rId4" Type="http://schemas.openxmlformats.org/officeDocument/2006/relationships/image" Target="../media/image4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achada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" y="3239"/>
            <a:ext cx="9144000" cy="5145024"/>
          </a:xfrm>
          <a:prstGeom prst="rect">
            <a:avLst/>
          </a:prstGeom>
        </p:spPr>
      </p:pic>
      <p:pic>
        <p:nvPicPr>
          <p:cNvPr id="10" name="Picture 9" descr="meia_bolinha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466" y="4354709"/>
            <a:ext cx="1635846" cy="8043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0329" y="3208"/>
            <a:ext cx="3345084" cy="122185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9711" y="325132"/>
            <a:ext cx="1744578" cy="422254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/>
        </p:nvSpPr>
        <p:spPr>
          <a:xfrm>
            <a:off x="0" y="292955"/>
            <a:ext cx="3942260" cy="1757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70000"/>
              </a:lnSpc>
            </a:pPr>
            <a:r>
              <a:rPr lang="en-US" sz="3000" b="1" dirty="0">
                <a:solidFill>
                  <a:srgbClr val="19345B"/>
                </a:solidFill>
                <a:latin typeface="Arial"/>
                <a:cs typeface="Arial"/>
              </a:rPr>
              <a:t>Contact Center</a:t>
            </a:r>
            <a:r>
              <a:rPr lang="en-US" sz="3000" b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lang="en-US" sz="2200" b="1" dirty="0">
                <a:solidFill>
                  <a:srgbClr val="FF0000"/>
                </a:solidFill>
                <a:latin typeface="Arial"/>
                <a:cs typeface="Arial"/>
              </a:rPr>
              <a:t>Estabilidade Operacional</a:t>
            </a:r>
          </a:p>
          <a:p>
            <a:pPr algn="l">
              <a:lnSpc>
                <a:spcPct val="110000"/>
              </a:lnSpc>
            </a:pPr>
            <a:r>
              <a:rPr lang="en-US" sz="2200" b="1" dirty="0">
                <a:solidFill>
                  <a:srgbClr val="FF0000"/>
                </a:solidFill>
                <a:latin typeface="Arial"/>
                <a:cs typeface="Arial"/>
              </a:rPr>
              <a:t>10.Março.2016</a:t>
            </a:r>
          </a:p>
        </p:txBody>
      </p:sp>
    </p:spTree>
    <p:extLst>
      <p:ext uri="{BB962C8B-B14F-4D97-AF65-F5344CB8AC3E}">
        <p14:creationId xmlns:p14="http://schemas.microsoft.com/office/powerpoint/2010/main" val="90842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interna_img-3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292" cy="5148264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Shape 114"/>
          <p:cNvSpPr/>
          <p:nvPr/>
        </p:nvSpPr>
        <p:spPr>
          <a:xfrm>
            <a:off x="2669861" y="503053"/>
            <a:ext cx="1409769" cy="858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normAutofit/>
          </a:bodyPr>
          <a:lstStyle>
            <a:lvl1pPr>
              <a:defRPr sz="3000" b="1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lvl="0">
              <a:defRPr sz="1800" b="0">
                <a:solidFill>
                  <a:srgbClr val="000000"/>
                </a:solidFill>
              </a:defRPr>
            </a:pPr>
            <a:r>
              <a:rPr lang="pt-BR" sz="3000" b="1" dirty="0">
                <a:solidFill>
                  <a:srgbClr val="1F497D"/>
                </a:solidFill>
              </a:rPr>
              <a:t>Índice</a:t>
            </a:r>
            <a:endParaRPr sz="3000" b="1" dirty="0">
              <a:solidFill>
                <a:srgbClr val="1F497D"/>
              </a:solidFill>
            </a:endParaRPr>
          </a:p>
        </p:txBody>
      </p:sp>
      <p:pic>
        <p:nvPicPr>
          <p:cNvPr id="116" name="image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860" y="4531179"/>
            <a:ext cx="1248721" cy="6145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625970" y="1276051"/>
            <a:ext cx="6515322" cy="317862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 - Incidentes de Alto Impacto e Problemas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Indicadores - Total de Incidentes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3. Indicadores - Total de Incidentes (Alto, Médio e Baixo)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 Gestão de problemas</a:t>
            </a:r>
          </a:p>
          <a:p>
            <a:pPr algn="l">
              <a:buClr>
                <a:srgbClr val="800000"/>
              </a:buClr>
            </a:pPr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Incidentes resolvidos de Alto Impacto</a:t>
            </a: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2ª Fase - T2R - Objetivos</a:t>
            </a: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Projetos Estruturantes e Especiais</a:t>
            </a: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8. Alinhamento</a:t>
            </a:r>
          </a:p>
          <a:p>
            <a:pPr algn="l"/>
            <a:r>
              <a:rPr lang="pt-BR" sz="1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68750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34184" y="153259"/>
            <a:ext cx="6254098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1. Indicadores: Incidentes Alto Impacto e Problemas</a:t>
            </a: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Gráfico 22"/>
          <p:cNvGraphicFramePr/>
          <p:nvPr>
            <p:extLst>
              <p:ext uri="{D42A27DB-BD31-4B8C-83A1-F6EECF244321}">
                <p14:modId xmlns:p14="http://schemas.microsoft.com/office/powerpoint/2010/main" val="3936060246"/>
              </p:ext>
            </p:extLst>
          </p:nvPr>
        </p:nvGraphicFramePr>
        <p:xfrm>
          <a:off x="1" y="795529"/>
          <a:ext cx="4276020" cy="22394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7" name="Gráfico 26"/>
          <p:cNvGraphicFramePr/>
          <p:nvPr>
            <p:extLst>
              <p:ext uri="{D42A27DB-BD31-4B8C-83A1-F6EECF244321}">
                <p14:modId xmlns:p14="http://schemas.microsoft.com/office/powerpoint/2010/main" val="664257768"/>
              </p:ext>
            </p:extLst>
          </p:nvPr>
        </p:nvGraphicFramePr>
        <p:xfrm>
          <a:off x="4532563" y="802693"/>
          <a:ext cx="4250194" cy="22323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3" name="Retângulo de cantos arredondados 32"/>
          <p:cNvSpPr/>
          <p:nvPr/>
        </p:nvSpPr>
        <p:spPr>
          <a:xfrm>
            <a:off x="225224" y="3577590"/>
            <a:ext cx="3878145" cy="987777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600" b="1" dirty="0"/>
              <a:t>Redução Consolidada</a:t>
            </a:r>
            <a:br>
              <a:rPr lang="pt-BR" sz="1600" b="1" dirty="0"/>
            </a:br>
            <a:r>
              <a:rPr lang="pt-BR" sz="1600" b="1" dirty="0"/>
              <a:t> Agosto-15 a Fevereiro-16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7919" y="2822883"/>
            <a:ext cx="247650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" name="CaixaDeTexto 2"/>
          <p:cNvSpPr txBox="1"/>
          <p:nvPr/>
        </p:nvSpPr>
        <p:spPr>
          <a:xfrm>
            <a:off x="1" y="4848225"/>
            <a:ext cx="5871160" cy="246221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Informações retiradas dos indicadores de SLA e </a:t>
            </a:r>
            <a:r>
              <a:rPr lang="pt-BR" sz="1000" dirty="0" err="1">
                <a:solidFill>
                  <a:schemeClr val="bg1">
                    <a:lumMod val="65000"/>
                  </a:schemeClr>
                </a:solidFill>
              </a:rPr>
              <a:t>tProcess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</a:rPr>
              <a:t>! referentes ao período de 01/03 a 08/03.</a:t>
            </a:r>
            <a:endParaRPr lang="pt-BR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35" name="CaixaDeTexto 34"/>
          <p:cNvSpPr txBox="1"/>
          <p:nvPr/>
        </p:nvSpPr>
        <p:spPr>
          <a:xfrm>
            <a:off x="514848" y="232589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-80,3%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1307813" y="232589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-28,6%</a:t>
            </a:r>
          </a:p>
        </p:txBody>
      </p:sp>
      <p:sp>
        <p:nvSpPr>
          <p:cNvPr id="37" name="CaixaDeTexto 36"/>
          <p:cNvSpPr txBox="1"/>
          <p:nvPr/>
        </p:nvSpPr>
        <p:spPr>
          <a:xfrm>
            <a:off x="2073857" y="2325894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-2,9%</a:t>
            </a:r>
          </a:p>
        </p:txBody>
      </p:sp>
      <p:sp>
        <p:nvSpPr>
          <p:cNvPr id="38" name="CaixaDeTexto 37"/>
          <p:cNvSpPr txBox="1"/>
          <p:nvPr/>
        </p:nvSpPr>
        <p:spPr>
          <a:xfrm>
            <a:off x="5075343" y="230074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-80,3%</a:t>
            </a:r>
          </a:p>
        </p:txBody>
      </p:sp>
      <p:sp>
        <p:nvSpPr>
          <p:cNvPr id="39" name="CaixaDeTexto 38"/>
          <p:cNvSpPr txBox="1"/>
          <p:nvPr/>
        </p:nvSpPr>
        <p:spPr>
          <a:xfrm>
            <a:off x="5871161" y="230074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-28,6%</a:t>
            </a:r>
          </a:p>
        </p:txBody>
      </p:sp>
      <p:sp>
        <p:nvSpPr>
          <p:cNvPr id="40" name="CaixaDeTexto 39"/>
          <p:cNvSpPr txBox="1"/>
          <p:nvPr/>
        </p:nvSpPr>
        <p:spPr>
          <a:xfrm>
            <a:off x="6642177" y="2300742"/>
            <a:ext cx="684782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accent2"/>
                </a:solidFill>
              </a:rPr>
              <a:t>+3,8%</a:t>
            </a:r>
          </a:p>
        </p:txBody>
      </p:sp>
      <p:sp>
        <p:nvSpPr>
          <p:cNvPr id="22" name="Retângulo de cantos arredondados 32"/>
          <p:cNvSpPr/>
          <p:nvPr/>
        </p:nvSpPr>
        <p:spPr>
          <a:xfrm>
            <a:off x="2758639" y="3706013"/>
            <a:ext cx="1207571" cy="709702"/>
          </a:xfrm>
          <a:prstGeom prst="round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b="1" dirty="0"/>
              <a:t>-</a:t>
            </a:r>
            <a:r>
              <a:rPr lang="pt-BR" sz="2000" b="1" dirty="0"/>
              <a:t> 86,35%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284471" y="2799869"/>
            <a:ext cx="3120105" cy="2294577"/>
          </a:xfrm>
          <a:prstGeom prst="rect">
            <a:avLst/>
          </a:prstGeom>
        </p:spPr>
      </p:pic>
      <p:pic>
        <p:nvPicPr>
          <p:cNvPr id="21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70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919" y="3095848"/>
            <a:ext cx="5477263" cy="135787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42608" y="271638"/>
            <a:ext cx="184731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sz="24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58032" y="69812"/>
            <a:ext cx="6254098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Indicadores: Total de Incidentes</a:t>
            </a:r>
            <a:endParaRPr lang="pt-BR" sz="20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92175" y="4377863"/>
            <a:ext cx="955343" cy="763945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3" name="Gráfico 22"/>
          <p:cNvGraphicFramePr/>
          <p:nvPr>
            <p:extLst>
              <p:ext uri="{D42A27DB-BD31-4B8C-83A1-F6EECF244321}">
                <p14:modId xmlns:p14="http://schemas.microsoft.com/office/powerpoint/2010/main" val="3967724026"/>
              </p:ext>
            </p:extLst>
          </p:nvPr>
        </p:nvGraphicFramePr>
        <p:xfrm>
          <a:off x="251073" y="75284"/>
          <a:ext cx="5875578" cy="30007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CaixaDeTexto 23"/>
          <p:cNvSpPr txBox="1"/>
          <p:nvPr/>
        </p:nvSpPr>
        <p:spPr>
          <a:xfrm>
            <a:off x="1078166" y="2185598"/>
            <a:ext cx="703482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2"/>
                </a:solidFill>
              </a:rPr>
              <a:t>-20,13%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2131278" y="2198042"/>
            <a:ext cx="732185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2"/>
                </a:solidFill>
              </a:rPr>
              <a:t>+11,67%</a:t>
            </a: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436" y="2794393"/>
            <a:ext cx="247650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8" name="CaixaDeTexto 17"/>
          <p:cNvSpPr txBox="1"/>
          <p:nvPr/>
        </p:nvSpPr>
        <p:spPr>
          <a:xfrm>
            <a:off x="3239176" y="2198042"/>
            <a:ext cx="732185" cy="276999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solidFill>
                  <a:schemeClr val="accent2"/>
                </a:solidFill>
              </a:rPr>
              <a:t>-9,18%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518" y="4819735"/>
            <a:ext cx="5948978" cy="26161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square" rtlCol="0">
            <a:spAutoFit/>
          </a:bodyPr>
          <a:lstStyle/>
          <a:p>
            <a:pPr algn="just"/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Informações retiradas dos indicadores de SLA e </a:t>
            </a:r>
            <a:r>
              <a:rPr lang="pt-BR" sz="1100" dirty="0" err="1">
                <a:solidFill>
                  <a:schemeClr val="bg1">
                    <a:lumMod val="65000"/>
                  </a:schemeClr>
                </a:solidFill>
              </a:rPr>
              <a:t>tProcess</a:t>
            </a:r>
            <a:r>
              <a:rPr lang="pt-BR" sz="1100" dirty="0">
                <a:solidFill>
                  <a:schemeClr val="bg1">
                    <a:lumMod val="65000"/>
                  </a:schemeClr>
                </a:solidFill>
              </a:rPr>
              <a:t>! referentes ao período de 01/03 a 08/03.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22" name="Retângulo 21"/>
          <p:cNvSpPr/>
          <p:nvPr/>
        </p:nvSpPr>
        <p:spPr>
          <a:xfrm>
            <a:off x="6232760" y="1499186"/>
            <a:ext cx="2541202" cy="2684194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Catálogo de Serviços;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Ação de Investigação dos Ofensores junto aos Sites;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Gestão de Problemas;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Projetos de Estabilização;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GEROT Diária de Incidentes;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Gestão de Vulnerabilidades;</a:t>
            </a:r>
          </a:p>
          <a:p>
            <a:pPr marL="171450" lvl="1" indent="-171450">
              <a:spcBef>
                <a:spcPts val="2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Política de Mudanças (Mudança Técnica).</a:t>
            </a: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Retângulo de cantos arredondados 14"/>
          <p:cNvSpPr/>
          <p:nvPr/>
        </p:nvSpPr>
        <p:spPr>
          <a:xfrm>
            <a:off x="6238115" y="1330154"/>
            <a:ext cx="2535847" cy="398839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Ações</a:t>
            </a:r>
            <a:endParaRPr lang="pt-BR" sz="1200" i="1" dirty="0"/>
          </a:p>
        </p:txBody>
      </p:sp>
      <p:sp>
        <p:nvSpPr>
          <p:cNvPr id="27" name="Retângulo Arredondado 26">
            <a:hlinkClick r:id="rId8" action="ppaction://hlinksldjump"/>
          </p:cNvPr>
          <p:cNvSpPr/>
          <p:nvPr/>
        </p:nvSpPr>
        <p:spPr>
          <a:xfrm rot="5400000">
            <a:off x="6116450" y="4446529"/>
            <a:ext cx="232618" cy="952525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Fev-16 </a:t>
            </a:r>
            <a:endParaRPr lang="pt-B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8" name="Retângulo Arredondado 27">
            <a:hlinkClick r:id="rId9" action="ppaction://hlinksldjump"/>
          </p:cNvPr>
          <p:cNvSpPr/>
          <p:nvPr/>
        </p:nvSpPr>
        <p:spPr>
          <a:xfrm rot="5400000">
            <a:off x="641691" y="3297132"/>
            <a:ext cx="232618" cy="9525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endParaRPr lang="pt-B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Retângulo Arredondado 28">
            <a:hlinkClick r:id="rId10" action="ppaction://hlinksldjump"/>
          </p:cNvPr>
          <p:cNvSpPr/>
          <p:nvPr/>
        </p:nvSpPr>
        <p:spPr>
          <a:xfrm rot="5400000">
            <a:off x="641691" y="3644008"/>
            <a:ext cx="232618" cy="9525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endParaRPr lang="pt-B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Retângulo Arredondado 29">
            <a:hlinkClick r:id="rId11" action="ppaction://hlinksldjump"/>
          </p:cNvPr>
          <p:cNvSpPr/>
          <p:nvPr/>
        </p:nvSpPr>
        <p:spPr>
          <a:xfrm rot="5400000">
            <a:off x="641691" y="3990451"/>
            <a:ext cx="232618" cy="952525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endParaRPr lang="pt-BR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6" name="Picture 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282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92175" y="4377863"/>
            <a:ext cx="955343" cy="763945"/>
          </a:xfrm>
          <a:prstGeom prst="rect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1188" y="911593"/>
            <a:ext cx="6680617" cy="3765600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42608" y="271638"/>
            <a:ext cx="184731" cy="46166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wrap="none" rtlCol="0">
            <a:spAutoFit/>
          </a:bodyPr>
          <a:lstStyle/>
          <a:p>
            <a:endParaRPr lang="pt-BR" sz="2400" dirty="0"/>
          </a:p>
        </p:txBody>
      </p:sp>
      <p:sp>
        <p:nvSpPr>
          <p:cNvPr id="20" name="Title 1"/>
          <p:cNvSpPr txBox="1">
            <a:spLocks/>
          </p:cNvSpPr>
          <p:nvPr/>
        </p:nvSpPr>
        <p:spPr>
          <a:xfrm>
            <a:off x="758032" y="69812"/>
            <a:ext cx="6254098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2. Indicadores: Total de Incidentes (Fevereiro)</a:t>
            </a:r>
            <a:endParaRPr lang="pt-BR" sz="20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7" name="Imagem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1436" y="2794393"/>
            <a:ext cx="247650" cy="17621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21" name="Retângulo de cantos arredondados 14"/>
          <p:cNvSpPr/>
          <p:nvPr/>
        </p:nvSpPr>
        <p:spPr>
          <a:xfrm>
            <a:off x="166137" y="1487059"/>
            <a:ext cx="1530142" cy="483865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Apresentado </a:t>
            </a:r>
            <a:r>
              <a:rPr lang="pt-BR" sz="1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 25-Fev-2016</a:t>
            </a:r>
            <a:endParaRPr lang="pt-BR" sz="1200" i="1" dirty="0"/>
          </a:p>
        </p:txBody>
      </p:sp>
      <p:sp>
        <p:nvSpPr>
          <p:cNvPr id="22" name="Retângulo de cantos arredondados 14"/>
          <p:cNvSpPr/>
          <p:nvPr/>
        </p:nvSpPr>
        <p:spPr>
          <a:xfrm>
            <a:off x="162836" y="3675455"/>
            <a:ext cx="1530142" cy="474514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Recalculado </a:t>
            </a:r>
            <a:r>
              <a:rPr lang="pt-B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(Meta Corrigida)</a:t>
            </a:r>
            <a:endParaRPr lang="pt-BR" sz="1200" i="1" dirty="0"/>
          </a:p>
        </p:txBody>
      </p:sp>
      <p:sp>
        <p:nvSpPr>
          <p:cNvPr id="9" name="Seta para Baixo 8"/>
          <p:cNvSpPr/>
          <p:nvPr/>
        </p:nvSpPr>
        <p:spPr>
          <a:xfrm>
            <a:off x="5760511" y="2571037"/>
            <a:ext cx="326422" cy="445755"/>
          </a:xfrm>
          <a:prstGeom prst="downArrow">
            <a:avLst>
              <a:gd name="adj1" fmla="val 50000"/>
              <a:gd name="adj2" fmla="val 60811"/>
            </a:avLst>
          </a:prstGeom>
          <a:solidFill>
            <a:srgbClr val="FF00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de cantos arredondados 14"/>
          <p:cNvSpPr/>
          <p:nvPr/>
        </p:nvSpPr>
        <p:spPr>
          <a:xfrm>
            <a:off x="2771206" y="2603636"/>
            <a:ext cx="3558488" cy="398839"/>
          </a:xfrm>
          <a:prstGeom prst="roundRect">
            <a:avLst/>
          </a:prstGeom>
          <a:noFill/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solidFill>
                  <a:srgbClr val="FF0000"/>
                </a:solidFill>
              </a:rPr>
              <a:t>Meta Recalculada (corrigida)</a:t>
            </a:r>
          </a:p>
          <a:p>
            <a:r>
              <a:rPr lang="pt-BR" sz="1400" b="1" i="1" dirty="0">
                <a:solidFill>
                  <a:srgbClr val="FF0000"/>
                </a:solidFill>
              </a:rPr>
              <a:t>Média dos últimos 90 dias menos 5%</a:t>
            </a:r>
            <a:endParaRPr lang="pt-BR" sz="1200" i="1" dirty="0">
              <a:solidFill>
                <a:srgbClr val="FF0000"/>
              </a:solidFill>
            </a:endParaRPr>
          </a:p>
        </p:txBody>
      </p:sp>
      <p:sp>
        <p:nvSpPr>
          <p:cNvPr id="27" name="Seta para Baixo 26">
            <a:hlinkClick r:id="rId7" action="ppaction://hlinksldjump"/>
          </p:cNvPr>
          <p:cNvSpPr/>
          <p:nvPr/>
        </p:nvSpPr>
        <p:spPr>
          <a:xfrm rot="5400000">
            <a:off x="347496" y="4329924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/>
              <a:t>Voltar</a:t>
            </a:r>
            <a:endParaRPr lang="pt-BR" b="1" dirty="0"/>
          </a:p>
        </p:txBody>
      </p:sp>
      <p:pic>
        <p:nvPicPr>
          <p:cNvPr id="18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246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ráfico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079759"/>
              </p:ext>
            </p:extLst>
          </p:nvPr>
        </p:nvGraphicFramePr>
        <p:xfrm>
          <a:off x="91152" y="532422"/>
          <a:ext cx="7232400" cy="46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75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3. Indicadores: Total de Incidentes Alto</a:t>
              </a:r>
              <a:endPara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a 08/03.</a:t>
              </a: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13" name="Retângulo de cantos arredondados 12"/>
          <p:cNvSpPr>
            <a:spLocks noChangeAspect="1"/>
          </p:cNvSpPr>
          <p:nvPr/>
        </p:nvSpPr>
        <p:spPr>
          <a:xfrm>
            <a:off x="7527600" y="740192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Meta 250</a:t>
            </a:r>
          </a:p>
        </p:txBody>
      </p:sp>
      <p:sp>
        <p:nvSpPr>
          <p:cNvPr id="14" name="Retângulo de cantos arredondados 12"/>
          <p:cNvSpPr>
            <a:spLocks noChangeAspect="1"/>
          </p:cNvSpPr>
          <p:nvPr/>
        </p:nvSpPr>
        <p:spPr>
          <a:xfrm>
            <a:off x="7527600" y="1186770"/>
            <a:ext cx="1440000" cy="352000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Atual 50</a:t>
            </a:r>
          </a:p>
        </p:txBody>
      </p:sp>
      <p:sp>
        <p:nvSpPr>
          <p:cNvPr id="16" name="Seta para Baixo 15">
            <a:hlinkClick r:id="rId7" action="ppaction://hlinksldjump"/>
          </p:cNvPr>
          <p:cNvSpPr/>
          <p:nvPr/>
        </p:nvSpPr>
        <p:spPr>
          <a:xfrm rot="5400000">
            <a:off x="7597154" y="4368352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/>
              <a:t>Voltar</a:t>
            </a:r>
            <a:endParaRPr lang="pt-BR" b="1" dirty="0"/>
          </a:p>
        </p:txBody>
      </p:sp>
      <p:pic>
        <p:nvPicPr>
          <p:cNvPr id="15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12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Gráfico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901607"/>
              </p:ext>
            </p:extLst>
          </p:nvPr>
        </p:nvGraphicFramePr>
        <p:xfrm>
          <a:off x="123722" y="511595"/>
          <a:ext cx="7232400" cy="46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Agrupar 1"/>
          <p:cNvGrpSpPr/>
          <p:nvPr/>
        </p:nvGrpSpPr>
        <p:grpSpPr>
          <a:xfrm>
            <a:off x="1" y="10824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3. Indicadores: Total de Incidentes Médio</a:t>
              </a:r>
              <a:endParaRPr lang="pt-BR" sz="20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a 08/03.</a:t>
              </a: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13" name="Retângulo de cantos arredondados 12"/>
          <p:cNvSpPr>
            <a:spLocks noChangeAspect="1"/>
          </p:cNvSpPr>
          <p:nvPr/>
        </p:nvSpPr>
        <p:spPr>
          <a:xfrm>
            <a:off x="7525761" y="714053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Meta 11.402</a:t>
            </a:r>
          </a:p>
        </p:txBody>
      </p:sp>
      <p:sp>
        <p:nvSpPr>
          <p:cNvPr id="12" name="Retângulo de cantos arredondados 12"/>
          <p:cNvSpPr>
            <a:spLocks noChangeAspect="1"/>
          </p:cNvSpPr>
          <p:nvPr/>
        </p:nvSpPr>
        <p:spPr>
          <a:xfrm>
            <a:off x="7525761" y="1199778"/>
            <a:ext cx="1440000" cy="352000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Atual 4.003</a:t>
            </a:r>
          </a:p>
        </p:txBody>
      </p:sp>
      <p:sp>
        <p:nvSpPr>
          <p:cNvPr id="15" name="Seta para Baixo 14">
            <a:hlinkClick r:id="rId7" action="ppaction://hlinksldjump"/>
          </p:cNvPr>
          <p:cNvSpPr/>
          <p:nvPr/>
        </p:nvSpPr>
        <p:spPr>
          <a:xfrm rot="5400000">
            <a:off x="7597154" y="4368352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/>
              <a:t>Voltar</a:t>
            </a:r>
            <a:endParaRPr lang="pt-BR" b="1" dirty="0"/>
          </a:p>
        </p:txBody>
      </p:sp>
      <p:pic>
        <p:nvPicPr>
          <p:cNvPr id="14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776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Gráfico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897788"/>
              </p:ext>
            </p:extLst>
          </p:nvPr>
        </p:nvGraphicFramePr>
        <p:xfrm>
          <a:off x="10944" y="483605"/>
          <a:ext cx="7232400" cy="4600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2" name="Agrupar 1"/>
          <p:cNvGrpSpPr/>
          <p:nvPr/>
        </p:nvGrpSpPr>
        <p:grpSpPr>
          <a:xfrm>
            <a:off x="1" y="148921"/>
            <a:ext cx="9144000" cy="5049962"/>
            <a:chOff x="1" y="98302"/>
            <a:chExt cx="9144000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fontScale="700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3. Indicadores: Total de Incidentes Baixo</a:t>
              </a: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Imagem 1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7919" y="2822883"/>
              <a:ext cx="247650" cy="1762125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3" name="CaixaDeTexto 2"/>
            <p:cNvSpPr txBox="1"/>
            <p:nvPr/>
          </p:nvSpPr>
          <p:spPr>
            <a:xfrm>
              <a:off x="1" y="4848225"/>
              <a:ext cx="5948978" cy="261610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square" rtlCol="0">
              <a:spAutoFit/>
            </a:bodyPr>
            <a:lstStyle/>
            <a:p>
              <a:pPr algn="just"/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Informações retiradas dos indicadores de SLA e </a:t>
              </a:r>
              <a:r>
                <a:rPr lang="pt-BR" sz="1100" dirty="0" err="1">
                  <a:solidFill>
                    <a:schemeClr val="bg1">
                      <a:lumMod val="65000"/>
                    </a:schemeClr>
                  </a:solidFill>
                </a:rPr>
                <a:t>tProcess</a:t>
              </a:r>
              <a:r>
                <a:rPr lang="pt-BR" sz="1100" dirty="0">
                  <a:solidFill>
                    <a:schemeClr val="bg1">
                      <a:lumMod val="65000"/>
                    </a:schemeClr>
                  </a:solidFill>
                </a:rPr>
                <a:t>! referentes ao período de 01 a 08/03.</a:t>
              </a:r>
            </a:p>
          </p:txBody>
        </p:sp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14" name="Retângulo de cantos arredondados 12"/>
          <p:cNvSpPr>
            <a:spLocks noChangeAspect="1"/>
          </p:cNvSpPr>
          <p:nvPr/>
        </p:nvSpPr>
        <p:spPr>
          <a:xfrm>
            <a:off x="7525761" y="714053"/>
            <a:ext cx="1440000" cy="352000"/>
          </a:xfrm>
          <a:prstGeom prst="roundRect">
            <a:avLst/>
          </a:prstGeom>
          <a:solidFill>
            <a:srgbClr val="92D05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Meta 7.594</a:t>
            </a:r>
          </a:p>
        </p:txBody>
      </p:sp>
      <p:sp>
        <p:nvSpPr>
          <p:cNvPr id="15" name="Retângulo de cantos arredondados 12"/>
          <p:cNvSpPr>
            <a:spLocks noChangeAspect="1"/>
          </p:cNvSpPr>
          <p:nvPr/>
        </p:nvSpPr>
        <p:spPr>
          <a:xfrm>
            <a:off x="7525761" y="1199778"/>
            <a:ext cx="1440000" cy="352000"/>
          </a:xfrm>
          <a:prstGeom prst="roundRect">
            <a:avLst/>
          </a:prstGeom>
          <a:solidFill>
            <a:srgbClr val="0070C0"/>
          </a:solidFill>
          <a:scene3d>
            <a:camera prst="orthographicFront"/>
            <a:lightRig rig="flood" dir="t"/>
          </a:scene3d>
          <a:sp3d prstMaterial="matte">
            <a:bevelT w="114300" prst="artDeco"/>
            <a:bevelB w="165100" prst="coolSlant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Atual 2.877</a:t>
            </a:r>
          </a:p>
        </p:txBody>
      </p:sp>
      <p:sp>
        <p:nvSpPr>
          <p:cNvPr id="16" name="Seta para Baixo 15">
            <a:hlinkClick r:id="rId7" action="ppaction://hlinksldjump"/>
          </p:cNvPr>
          <p:cNvSpPr/>
          <p:nvPr/>
        </p:nvSpPr>
        <p:spPr>
          <a:xfrm rot="5400000">
            <a:off x="7597154" y="4368352"/>
            <a:ext cx="499334" cy="952525"/>
          </a:xfrm>
          <a:prstGeom prst="downArrow">
            <a:avLst>
              <a:gd name="adj1" fmla="val 50000"/>
              <a:gd name="adj2" fmla="val 64978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pt-BR" sz="1400" b="1" dirty="0"/>
              <a:t>Voltar</a:t>
            </a:r>
            <a:endParaRPr lang="pt-BR" b="1" dirty="0"/>
          </a:p>
        </p:txBody>
      </p:sp>
      <p:pic>
        <p:nvPicPr>
          <p:cNvPr id="19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87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01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198" y="1242988"/>
            <a:ext cx="5683231" cy="2533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2746341" y="3963920"/>
            <a:ext cx="3449900" cy="923843"/>
          </a:xfrm>
          <a:prstGeom prst="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pt-BR" sz="1351" b="1" dirty="0">
                <a:solidFill>
                  <a:schemeClr val="bg1"/>
                </a:solidFill>
              </a:rPr>
              <a:t>Oportunidades de redução a serem avaliadas:</a:t>
            </a:r>
          </a:p>
          <a:p>
            <a:r>
              <a:rPr lang="pt-BR" sz="1351" b="1" dirty="0">
                <a:solidFill>
                  <a:schemeClr val="bg1"/>
                </a:solidFill>
              </a:rPr>
              <a:t> </a:t>
            </a:r>
          </a:p>
          <a:p>
            <a:pPr marL="214513" indent="-214513">
              <a:buFont typeface="Arial" pitchFamily="34" charset="0"/>
              <a:buChar char="•"/>
            </a:pPr>
            <a:r>
              <a:rPr lang="pt-BR" sz="1351" b="1" dirty="0">
                <a:solidFill>
                  <a:schemeClr val="bg1"/>
                </a:solidFill>
              </a:rPr>
              <a:t>Site </a:t>
            </a:r>
            <a:r>
              <a:rPr lang="pt-BR" sz="1351" b="1" dirty="0" err="1">
                <a:solidFill>
                  <a:schemeClr val="bg1"/>
                </a:solidFill>
              </a:rPr>
              <a:t>Comério</a:t>
            </a:r>
            <a:r>
              <a:rPr lang="pt-BR" sz="1351" b="1" dirty="0">
                <a:solidFill>
                  <a:schemeClr val="bg1"/>
                </a:solidFill>
              </a:rPr>
              <a:t>  - Exclusão do MPLS Contax</a:t>
            </a:r>
          </a:p>
          <a:p>
            <a:pPr marL="214513" indent="-214513">
              <a:buFont typeface="Arial" pitchFamily="34" charset="0"/>
              <a:buChar char="•"/>
            </a:pPr>
            <a:r>
              <a:rPr lang="pt-BR" sz="1351" b="1" dirty="0">
                <a:solidFill>
                  <a:schemeClr val="bg1"/>
                </a:solidFill>
              </a:rPr>
              <a:t>Site Navegantes - </a:t>
            </a:r>
            <a:r>
              <a:rPr lang="pt-BR" sz="1351" b="1" dirty="0" err="1">
                <a:solidFill>
                  <a:schemeClr val="bg1"/>
                </a:solidFill>
              </a:rPr>
              <a:t>Downgrade</a:t>
            </a:r>
            <a:r>
              <a:rPr lang="pt-BR" sz="1351" b="1" dirty="0">
                <a:solidFill>
                  <a:schemeClr val="bg1"/>
                </a:solidFill>
              </a:rPr>
              <a:t> de banda 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108244" y="675941"/>
            <a:ext cx="4378039" cy="508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pt-BR" sz="1351" b="1" dirty="0">
                <a:solidFill>
                  <a:srgbClr val="002060"/>
                </a:solidFill>
              </a:rPr>
              <a:t>Alinhamento em 04/03</a:t>
            </a:r>
          </a:p>
          <a:p>
            <a:r>
              <a:rPr lang="pt-BR" sz="1351" b="1" dirty="0">
                <a:solidFill>
                  <a:srgbClr val="002060"/>
                </a:solidFill>
              </a:rPr>
              <a:t>As atividades estruturantes relacionadas a MPLS - Villa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909459" y="0"/>
            <a:ext cx="6562970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 Gestão de Problemas</a:t>
            </a:r>
            <a:endParaRPr lang="pt-BR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41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Gráfico 5"/>
          <p:cNvGraphicFramePr/>
          <p:nvPr>
            <p:extLst>
              <p:ext uri="{D42A27DB-BD31-4B8C-83A1-F6EECF244321}">
                <p14:modId xmlns:p14="http://schemas.microsoft.com/office/powerpoint/2010/main" val="2587453596"/>
              </p:ext>
            </p:extLst>
          </p:nvPr>
        </p:nvGraphicFramePr>
        <p:xfrm>
          <a:off x="1371601" y="560400"/>
          <a:ext cx="3805160" cy="23477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Gráfico 6"/>
          <p:cNvGraphicFramePr/>
          <p:nvPr>
            <p:extLst>
              <p:ext uri="{D42A27DB-BD31-4B8C-83A1-F6EECF244321}">
                <p14:modId xmlns:p14="http://schemas.microsoft.com/office/powerpoint/2010/main" val="2289610711"/>
              </p:ext>
            </p:extLst>
          </p:nvPr>
        </p:nvGraphicFramePr>
        <p:xfrm>
          <a:off x="1527857" y="2819803"/>
          <a:ext cx="4107634" cy="23284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tângulo de cantos arredondados 9"/>
          <p:cNvSpPr/>
          <p:nvPr/>
        </p:nvSpPr>
        <p:spPr>
          <a:xfrm>
            <a:off x="5635491" y="1488887"/>
            <a:ext cx="1865943" cy="59942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51" dirty="0"/>
              <a:t>Cotação OTG</a:t>
            </a:r>
          </a:p>
          <a:p>
            <a:pPr algn="ctr"/>
            <a:r>
              <a:rPr lang="pt-BR" sz="1351" dirty="0"/>
              <a:t>~550K</a:t>
            </a:r>
          </a:p>
        </p:txBody>
      </p:sp>
      <p:sp>
        <p:nvSpPr>
          <p:cNvPr id="11" name="Retângulo de cantos arredondados 10"/>
          <p:cNvSpPr/>
          <p:nvPr/>
        </p:nvSpPr>
        <p:spPr>
          <a:xfrm>
            <a:off x="5635491" y="2328400"/>
            <a:ext cx="1865943" cy="599422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351" dirty="0"/>
              <a:t>Contrato ‘Guarda-chuva’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909459" y="0"/>
            <a:ext cx="6562970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4. Gestão de Problemas</a:t>
            </a:r>
            <a:endParaRPr lang="pt-BR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99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28222"/>
            <a:ext cx="9000000" cy="5150996"/>
            <a:chOff x="-1" y="2435"/>
            <a:chExt cx="9144002" cy="5150996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" y="2435"/>
              <a:ext cx="928369" cy="913131"/>
            </a:xfrm>
            <a:prstGeom prst="rect">
              <a:avLst/>
            </a:prstGeom>
          </p:spPr>
        </p:pic>
      </p:grpSp>
      <p:sp>
        <p:nvSpPr>
          <p:cNvPr id="3" name="CaixaDeTexto 2"/>
          <p:cNvSpPr txBox="1"/>
          <p:nvPr/>
        </p:nvSpPr>
        <p:spPr>
          <a:xfrm>
            <a:off x="3131840" y="521763"/>
            <a:ext cx="293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De 01 a 08 de Março de 2016</a:t>
            </a:r>
          </a:p>
        </p:txBody>
      </p:sp>
      <p:graphicFrame>
        <p:nvGraphicFramePr>
          <p:cNvPr id="16" name="Objeto 15"/>
          <p:cNvGraphicFramePr>
            <a:graphicFrameLocks noChangeAspect="1"/>
          </p:cNvGraphicFramePr>
          <p:nvPr>
            <p:extLst/>
          </p:nvPr>
        </p:nvGraphicFramePr>
        <p:xfrm>
          <a:off x="179512" y="3222203"/>
          <a:ext cx="2628000" cy="1424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8" name="Worksheet" r:id="rId6" imgW="2933856" imgH="1590579" progId="Excel.Sheet.12">
                  <p:embed/>
                </p:oleObj>
              </mc:Choice>
              <mc:Fallback>
                <p:oleObj name="Worksheet" r:id="rId6" imgW="2933856" imgH="159057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9512" y="3222203"/>
                        <a:ext cx="2628000" cy="14249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o 17"/>
          <p:cNvGraphicFramePr>
            <a:graphicFrameLocks noChangeAspect="1"/>
          </p:cNvGraphicFramePr>
          <p:nvPr>
            <p:extLst/>
          </p:nvPr>
        </p:nvGraphicFramePr>
        <p:xfrm>
          <a:off x="3223694" y="3222203"/>
          <a:ext cx="2628000" cy="1440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49" name="Worksheet" r:id="rId8" imgW="3267068" imgH="1790634" progId="Excel.Sheet.12">
                  <p:embed/>
                </p:oleObj>
              </mc:Choice>
              <mc:Fallback>
                <p:oleObj name="Worksheet" r:id="rId8" imgW="3267068" imgH="179063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223694" y="3222203"/>
                        <a:ext cx="2628000" cy="14404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o 19"/>
          <p:cNvGraphicFramePr>
            <a:graphicFrameLocks noChangeAspect="1"/>
          </p:cNvGraphicFramePr>
          <p:nvPr>
            <p:extLst/>
          </p:nvPr>
        </p:nvGraphicFramePr>
        <p:xfrm>
          <a:off x="6267877" y="3222203"/>
          <a:ext cx="2628000" cy="1115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0" name="Worksheet" r:id="rId10" imgW="2781213" imgH="1181246" progId="Excel.Sheet.12">
                  <p:embed/>
                </p:oleObj>
              </mc:Choice>
              <mc:Fallback>
                <p:oleObj name="Worksheet" r:id="rId10" imgW="2781213" imgH="118124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267877" y="3222203"/>
                        <a:ext cx="2628000" cy="1115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Imagem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976746" y="931977"/>
            <a:ext cx="3234261" cy="1944000"/>
          </a:xfrm>
          <a:prstGeom prst="rect">
            <a:avLst/>
          </a:prstGeom>
        </p:spPr>
      </p:pic>
      <p:cxnSp>
        <p:nvCxnSpPr>
          <p:cNvPr id="28" name="Conector Angulado 27"/>
          <p:cNvCxnSpPr>
            <a:endCxn id="16" idx="0"/>
          </p:cNvCxnSpPr>
          <p:nvPr/>
        </p:nvCxnSpPr>
        <p:spPr>
          <a:xfrm rot="10800000" flipV="1">
            <a:off x="1493512" y="2646138"/>
            <a:ext cx="3078488" cy="5760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Angulado 29"/>
          <p:cNvCxnSpPr>
            <a:endCxn id="20" idx="0"/>
          </p:cNvCxnSpPr>
          <p:nvPr/>
        </p:nvCxnSpPr>
        <p:spPr>
          <a:xfrm>
            <a:off x="4572001" y="2646139"/>
            <a:ext cx="3009877" cy="5760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Conector de Seta Reta 1026"/>
          <p:cNvCxnSpPr/>
          <p:nvPr/>
        </p:nvCxnSpPr>
        <p:spPr>
          <a:xfrm>
            <a:off x="4572000" y="2646139"/>
            <a:ext cx="7374" cy="571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"/>
          <p:cNvSpPr txBox="1">
            <a:spLocks/>
          </p:cNvSpPr>
          <p:nvPr/>
        </p:nvSpPr>
        <p:spPr>
          <a:xfrm>
            <a:off x="913748" y="64204"/>
            <a:ext cx="6254098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Incidentes Resolvidos de Alto Impacto</a:t>
            </a:r>
          </a:p>
        </p:txBody>
      </p:sp>
      <p:pic>
        <p:nvPicPr>
          <p:cNvPr id="17" name="Picture 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018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28222"/>
            <a:ext cx="9144002" cy="5150996"/>
            <a:chOff x="-1" y="2435"/>
            <a:chExt cx="9144002" cy="5150996"/>
          </a:xfrm>
        </p:grpSpPr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1" y="2435"/>
              <a:ext cx="928369" cy="913131"/>
            </a:xfrm>
            <a:prstGeom prst="rect">
              <a:avLst/>
            </a:prstGeom>
          </p:spPr>
        </p:pic>
      </p:grpSp>
      <p:pic>
        <p:nvPicPr>
          <p:cNvPr id="9" name="Imagem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3578" y="478885"/>
            <a:ext cx="3588439" cy="2156881"/>
          </a:xfrm>
          <a:prstGeom prst="rect">
            <a:avLst/>
          </a:prstGeom>
        </p:spPr>
      </p:pic>
      <p:graphicFrame>
        <p:nvGraphicFramePr>
          <p:cNvPr id="11" name="Objeto 10"/>
          <p:cNvGraphicFramePr>
            <a:graphicFrameLocks noChangeAspect="1"/>
          </p:cNvGraphicFramePr>
          <p:nvPr>
            <p:extLst/>
          </p:nvPr>
        </p:nvGraphicFramePr>
        <p:xfrm>
          <a:off x="157992" y="3074739"/>
          <a:ext cx="2757825" cy="2005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2" name="Worksheet" r:id="rId7" imgW="2933856" imgH="2133494" progId="Excel.Sheet.12">
                  <p:embed/>
                </p:oleObj>
              </mc:Choice>
              <mc:Fallback>
                <p:oleObj name="Worksheet" r:id="rId7" imgW="2933856" imgH="213349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7992" y="3074739"/>
                        <a:ext cx="2757825" cy="20054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o 16"/>
          <p:cNvGraphicFramePr>
            <a:graphicFrameLocks noChangeAspect="1"/>
          </p:cNvGraphicFramePr>
          <p:nvPr>
            <p:extLst/>
          </p:nvPr>
        </p:nvGraphicFramePr>
        <p:xfrm>
          <a:off x="6262964" y="3074740"/>
          <a:ext cx="2736000" cy="923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3" name="Worksheet" r:id="rId9" imgW="2933856" imgH="990733" progId="Excel.Sheet.12">
                  <p:embed/>
                </p:oleObj>
              </mc:Choice>
              <mc:Fallback>
                <p:oleObj name="Worksheet" r:id="rId9" imgW="2933856" imgH="990733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62964" y="3074740"/>
                        <a:ext cx="2736000" cy="9238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to 4"/>
          <p:cNvGraphicFramePr>
            <a:graphicFrameLocks noChangeAspect="1"/>
          </p:cNvGraphicFramePr>
          <p:nvPr>
            <p:extLst/>
          </p:nvPr>
        </p:nvGraphicFramePr>
        <p:xfrm>
          <a:off x="3122540" y="3074739"/>
          <a:ext cx="29337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4" name="Worksheet" r:id="rId11" imgW="2933856" imgH="1371759" progId="Excel.Sheet.12">
                  <p:embed/>
                </p:oleObj>
              </mc:Choice>
              <mc:Fallback>
                <p:oleObj name="Worksheet" r:id="rId11" imgW="2933856" imgH="137175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22540" y="3074739"/>
                        <a:ext cx="2933700" cy="137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Conector Angulado 15"/>
          <p:cNvCxnSpPr/>
          <p:nvPr/>
        </p:nvCxnSpPr>
        <p:spPr>
          <a:xfrm rot="10800000" flipV="1">
            <a:off x="1493512" y="2510670"/>
            <a:ext cx="3078488" cy="5760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Angulado 17"/>
          <p:cNvCxnSpPr/>
          <p:nvPr/>
        </p:nvCxnSpPr>
        <p:spPr>
          <a:xfrm>
            <a:off x="4572001" y="2510671"/>
            <a:ext cx="3009877" cy="5760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/>
          <p:cNvCxnSpPr/>
          <p:nvPr/>
        </p:nvCxnSpPr>
        <p:spPr>
          <a:xfrm>
            <a:off x="4572000" y="2510671"/>
            <a:ext cx="7374" cy="5713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itle 1"/>
          <p:cNvSpPr txBox="1">
            <a:spLocks/>
          </p:cNvSpPr>
          <p:nvPr/>
        </p:nvSpPr>
        <p:spPr>
          <a:xfrm>
            <a:off x="913748" y="64204"/>
            <a:ext cx="6254098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5. Incidentes Resolvidos de Alto Impacto</a:t>
            </a:r>
          </a:p>
        </p:txBody>
      </p:sp>
      <p:pic>
        <p:nvPicPr>
          <p:cNvPr id="21" name="Picture 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994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Agrupar 41"/>
          <p:cNvGrpSpPr/>
          <p:nvPr/>
        </p:nvGrpSpPr>
        <p:grpSpPr>
          <a:xfrm rot="20909702">
            <a:off x="5885456" y="483370"/>
            <a:ext cx="2921436" cy="1232690"/>
            <a:chOff x="4656528" y="1965933"/>
            <a:chExt cx="4176406" cy="1737150"/>
          </a:xfrm>
        </p:grpSpPr>
        <p:grpSp>
          <p:nvGrpSpPr>
            <p:cNvPr id="43" name="Agrupar 42"/>
            <p:cNvGrpSpPr/>
            <p:nvPr/>
          </p:nvGrpSpPr>
          <p:grpSpPr>
            <a:xfrm>
              <a:off x="4656528" y="1965933"/>
              <a:ext cx="4176406" cy="1737150"/>
              <a:chOff x="-19680" y="3542711"/>
              <a:chExt cx="8928992" cy="3176829"/>
            </a:xfrm>
          </p:grpSpPr>
          <p:pic>
            <p:nvPicPr>
              <p:cNvPr id="45" name="Imagem 44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9680" y="3562773"/>
                <a:ext cx="8928992" cy="3156767"/>
              </a:xfrm>
              <a:prstGeom prst="rect">
                <a:avLst/>
              </a:prstGeom>
            </p:spPr>
          </p:pic>
          <p:sp>
            <p:nvSpPr>
              <p:cNvPr id="46" name="CaixaDeTexto 45"/>
              <p:cNvSpPr txBox="1"/>
              <p:nvPr/>
            </p:nvSpPr>
            <p:spPr>
              <a:xfrm>
                <a:off x="1043609" y="3542711"/>
                <a:ext cx="7200799" cy="786632"/>
              </a:xfrm>
              <a:prstGeom prst="rect">
                <a:avLst/>
              </a:prstGeom>
              <a:solidFill>
                <a:srgbClr val="FFC000">
                  <a:alpha val="25098"/>
                </a:srgb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pt-BR" dirty="0"/>
              </a:p>
            </p:txBody>
          </p:sp>
          <p:sp>
            <p:nvSpPr>
              <p:cNvPr id="47" name="CaixaDeTexto 46"/>
              <p:cNvSpPr txBox="1"/>
              <p:nvPr/>
            </p:nvSpPr>
            <p:spPr>
              <a:xfrm>
                <a:off x="2152303" y="5664850"/>
                <a:ext cx="3509340" cy="786632"/>
              </a:xfrm>
              <a:prstGeom prst="rect">
                <a:avLst/>
              </a:prstGeom>
              <a:solidFill>
                <a:srgbClr val="FFC000">
                  <a:alpha val="25098"/>
                </a:srgb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pt-BR" dirty="0"/>
              </a:p>
            </p:txBody>
          </p:sp>
        </p:grpSp>
        <p:pic>
          <p:nvPicPr>
            <p:cNvPr id="44" name="Picture 2" descr="http://2.bp.blogspot.com/-FA13KvVejpc/VZrjx0SSpwI/AAAAAAAAAfM/sTNY7bS_mxI/s1600/done.pn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94706" y="2118613"/>
              <a:ext cx="1514054" cy="15140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22" name="Title 1"/>
          <p:cNvSpPr txBox="1">
            <a:spLocks/>
          </p:cNvSpPr>
          <p:nvPr/>
        </p:nvSpPr>
        <p:spPr>
          <a:xfrm>
            <a:off x="518663" y="109365"/>
            <a:ext cx="6770459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6. 2ª Fase – T2R – Objetivos</a:t>
            </a:r>
          </a:p>
        </p:txBody>
      </p:sp>
      <p:sp>
        <p:nvSpPr>
          <p:cNvPr id="41" name="Subtítulo 2"/>
          <p:cNvSpPr txBox="1">
            <a:spLocks/>
          </p:cNvSpPr>
          <p:nvPr/>
        </p:nvSpPr>
        <p:spPr>
          <a:xfrm>
            <a:off x="74938" y="960667"/>
            <a:ext cx="5780348" cy="1107138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pt-BR" sz="2200" dirty="0">
                <a:cs typeface="Aharoni" panose="02010803020104030203" pitchFamily="2" charset="-79"/>
              </a:rPr>
              <a:t>Para consolidar a Estabilidade Operacional é preciso agora </a:t>
            </a:r>
            <a:r>
              <a:rPr lang="pt-BR" sz="2200" b="1" dirty="0">
                <a:cs typeface="Aharoni" panose="02010803020104030203" pitchFamily="2" charset="-79"/>
              </a:rPr>
              <a:t>manter o ímpeto</a:t>
            </a:r>
            <a:r>
              <a:rPr lang="pt-BR" sz="2200" dirty="0">
                <a:cs typeface="Aharoni" panose="02010803020104030203" pitchFamily="2" charset="-79"/>
              </a:rPr>
              <a:t> e melhorar as práticas relacionadas a </a:t>
            </a:r>
            <a:r>
              <a:rPr lang="pt-BR" sz="2200" b="1" i="1" dirty="0">
                <a:cs typeface="Aharoni" panose="02010803020104030203" pitchFamily="2" charset="-79"/>
              </a:rPr>
              <a:t>Transition to Run </a:t>
            </a:r>
            <a:r>
              <a:rPr lang="pt-BR" sz="2200" b="1" dirty="0">
                <a:cs typeface="Aharoni" panose="02010803020104030203" pitchFamily="2" charset="-79"/>
              </a:rPr>
              <a:t>– T2R</a:t>
            </a:r>
            <a:r>
              <a:rPr lang="pt-BR" sz="2200" dirty="0">
                <a:cs typeface="Aharoni" panose="02010803020104030203" pitchFamily="2" charset="-79"/>
              </a:rPr>
              <a:t>.</a:t>
            </a:r>
          </a:p>
        </p:txBody>
      </p:sp>
      <p:sp>
        <p:nvSpPr>
          <p:cNvPr id="48" name="Subtítulo 2"/>
          <p:cNvSpPr txBox="1">
            <a:spLocks/>
          </p:cNvSpPr>
          <p:nvPr/>
        </p:nvSpPr>
        <p:spPr>
          <a:xfrm>
            <a:off x="0" y="1954024"/>
            <a:ext cx="8907433" cy="1493150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32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Os processos de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T2R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devem considerar todo o ciclo da mudança, desde 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demanda por serviços novos ou alterados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 por parte das unidades de</a:t>
            </a:r>
            <a:b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</a:b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negócio até as atualizações tecnológicas efetuadas pelas equipes de TI até sua </a:t>
            </a:r>
            <a:r>
              <a:rPr lang="pt-BR" sz="2000" b="1" dirty="0">
                <a:solidFill>
                  <a:schemeClr val="tx1"/>
                </a:solidFill>
                <a:cs typeface="Aharoni" panose="02010803020104030203" pitchFamily="2" charset="-79"/>
              </a:rPr>
              <a:t>estabilização em ambiente de produção</a:t>
            </a:r>
            <a:r>
              <a:rPr lang="pt-BR" sz="2000" dirty="0">
                <a:solidFill>
                  <a:schemeClr val="tx1"/>
                </a:solidFill>
                <a:cs typeface="Aharoni" panose="02010803020104030203" pitchFamily="2" charset="-79"/>
              </a:rPr>
              <a:t>.</a:t>
            </a: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  <a:p>
            <a:pPr algn="r"/>
            <a:endParaRPr lang="pt-BR" sz="2000" dirty="0">
              <a:solidFill>
                <a:schemeClr val="tx1"/>
              </a:solidFill>
              <a:cs typeface="Aharoni" panose="02010803020104030203" pitchFamily="2" charset="-79"/>
            </a:endParaRPr>
          </a:p>
        </p:txBody>
      </p:sp>
      <p:pic>
        <p:nvPicPr>
          <p:cNvPr id="49" name="Imagem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332" y="3380497"/>
            <a:ext cx="8303012" cy="1758695"/>
          </a:xfrm>
          <a:prstGeom prst="rect">
            <a:avLst/>
          </a:prstGeom>
        </p:spPr>
      </p:pic>
      <p:grpSp>
        <p:nvGrpSpPr>
          <p:cNvPr id="27" name="Agrupar 26"/>
          <p:cNvGrpSpPr/>
          <p:nvPr/>
        </p:nvGrpSpPr>
        <p:grpSpPr>
          <a:xfrm>
            <a:off x="8302427" y="2320565"/>
            <a:ext cx="841573" cy="2827698"/>
            <a:chOff x="8188658" y="2674201"/>
            <a:chExt cx="955343" cy="2474063"/>
          </a:xfrm>
        </p:grpSpPr>
        <p:pic>
          <p:nvPicPr>
            <p:cNvPr id="30" name="Picture 2"/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Imagem 35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5454" y="2674201"/>
              <a:ext cx="268546" cy="191080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pic>
        <p:nvPicPr>
          <p:cNvPr id="17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11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sp>
        <p:nvSpPr>
          <p:cNvPr id="22" name="Title 1"/>
          <p:cNvSpPr txBox="1">
            <a:spLocks/>
          </p:cNvSpPr>
          <p:nvPr/>
        </p:nvSpPr>
        <p:spPr>
          <a:xfrm>
            <a:off x="518663" y="109365"/>
            <a:ext cx="6770459" cy="5604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w="114300" prst="artDeco"/>
            <a:bevelB/>
          </a:sp3d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6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6. 2ª Fase – T2R – Ações</a:t>
            </a:r>
          </a:p>
        </p:txBody>
      </p:sp>
      <p:grpSp>
        <p:nvGrpSpPr>
          <p:cNvPr id="27" name="Agrupar 26"/>
          <p:cNvGrpSpPr/>
          <p:nvPr/>
        </p:nvGrpSpPr>
        <p:grpSpPr>
          <a:xfrm>
            <a:off x="8302427" y="2320565"/>
            <a:ext cx="841573" cy="2827698"/>
            <a:chOff x="8188658" y="2674201"/>
            <a:chExt cx="955343" cy="2474063"/>
          </a:xfrm>
        </p:grpSpPr>
        <p:pic>
          <p:nvPicPr>
            <p:cNvPr id="30" name="Picture 2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Imagem 35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75454" y="2674201"/>
              <a:ext cx="268546" cy="1910807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</p:grpSp>
      <p:sp>
        <p:nvSpPr>
          <p:cNvPr id="17" name="Subtítulo 2"/>
          <p:cNvSpPr txBox="1">
            <a:spLocks/>
          </p:cNvSpPr>
          <p:nvPr/>
        </p:nvSpPr>
        <p:spPr>
          <a:xfrm>
            <a:off x="82659" y="861620"/>
            <a:ext cx="8611722" cy="3034514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sz="2000" dirty="0">
                <a:cs typeface="Aharoni" panose="02010803020104030203" pitchFamily="2" charset="-79"/>
              </a:rPr>
              <a:t>As ações para consolidar a melhoria da estabilidade operacional são as seguintes: </a:t>
            </a:r>
          </a:p>
          <a:p>
            <a:pPr marL="0" indent="0">
              <a:buNone/>
            </a:pPr>
            <a:endParaRPr lang="pt-BR" sz="2000" dirty="0">
              <a:cs typeface="Aharoni" panose="02010803020104030203" pitchFamily="2" charset="-79"/>
            </a:endParaRPr>
          </a:p>
          <a:p>
            <a:pPr marL="0" indent="0" algn="r">
              <a:buNone/>
            </a:pPr>
            <a:r>
              <a:rPr lang="pt-BR" sz="2000" dirty="0">
                <a:cs typeface="Aharoni" panose="02010803020104030203" pitchFamily="2" charset="-79"/>
              </a:rPr>
              <a:t>0. </a:t>
            </a:r>
            <a:r>
              <a:rPr lang="pt-BR" sz="2000" b="1" dirty="0">
                <a:cs typeface="Aharoni" panose="02010803020104030203" pitchFamily="2" charset="-79"/>
              </a:rPr>
              <a:t>Manter o ímpeto</a:t>
            </a:r>
            <a:r>
              <a:rPr lang="pt-BR" sz="2000" dirty="0">
                <a:cs typeface="Aharoni" panose="02010803020104030203" pitchFamily="2" charset="-79"/>
              </a:rPr>
              <a:t> das conquistas da Gestão de Problemas e Incidentes;</a:t>
            </a:r>
          </a:p>
          <a:p>
            <a:pPr marL="0" indent="0" algn="r">
              <a:buNone/>
            </a:pPr>
            <a:r>
              <a:rPr lang="pt-BR" sz="2000" dirty="0">
                <a:cs typeface="Aharoni" panose="02010803020104030203" pitchFamily="2" charset="-79"/>
              </a:rPr>
              <a:t>1. Identificar e documentar </a:t>
            </a:r>
            <a:r>
              <a:rPr lang="pt-BR" sz="2000" b="1" dirty="0">
                <a:cs typeface="Aharoni" panose="02010803020104030203" pitchFamily="2" charset="-79"/>
              </a:rPr>
              <a:t>Canais e Serviços de TI</a:t>
            </a:r>
            <a:r>
              <a:rPr lang="pt-BR" sz="2000" dirty="0">
                <a:cs typeface="Aharoni" panose="02010803020104030203" pitchFamily="2" charset="-79"/>
              </a:rPr>
              <a:t>;</a:t>
            </a:r>
          </a:p>
          <a:p>
            <a:pPr marL="0" indent="0" algn="r">
              <a:buNone/>
            </a:pPr>
            <a:r>
              <a:rPr lang="pt-BR" sz="2000" dirty="0">
                <a:cs typeface="Aharoni" panose="02010803020104030203" pitchFamily="2" charset="-79"/>
              </a:rPr>
              <a:t>2. Identificar os </a:t>
            </a:r>
            <a:r>
              <a:rPr lang="pt-BR" sz="2000" b="1" dirty="0">
                <a:cs typeface="Aharoni" panose="02010803020104030203" pitchFamily="2" charset="-79"/>
              </a:rPr>
              <a:t>Ativos dos Serviços</a:t>
            </a:r>
            <a:r>
              <a:rPr lang="pt-BR" sz="2000" dirty="0">
                <a:cs typeface="Aharoni" panose="02010803020104030203" pitchFamily="2" charset="-79"/>
              </a:rPr>
              <a:t> e sua </a:t>
            </a:r>
            <a:r>
              <a:rPr lang="pt-BR" sz="2000" b="1" dirty="0">
                <a:cs typeface="Aharoni" panose="02010803020104030203" pitchFamily="2" charset="-79"/>
              </a:rPr>
              <a:t>Configuração;</a:t>
            </a:r>
          </a:p>
          <a:p>
            <a:pPr marL="0" indent="0" algn="r">
              <a:buNone/>
            </a:pPr>
            <a:endParaRPr lang="pt-BR" sz="2000" b="1" dirty="0">
              <a:cs typeface="Aharoni" panose="02010803020104030203" pitchFamily="2" charset="-79"/>
            </a:endParaRPr>
          </a:p>
          <a:p>
            <a:pPr marL="0" indent="0" algn="r">
              <a:buNone/>
            </a:pPr>
            <a:endParaRPr lang="pt-BR" sz="2000" b="1" dirty="0">
              <a:cs typeface="Aharoni" panose="02010803020104030203" pitchFamily="2" charset="-79"/>
            </a:endParaRPr>
          </a:p>
          <a:p>
            <a:pPr marL="0" indent="0" algn="r">
              <a:buNone/>
            </a:pPr>
            <a:endParaRPr lang="pt-BR" sz="2000" dirty="0">
              <a:cs typeface="Aharoni" panose="02010803020104030203" pitchFamily="2" charset="-79"/>
            </a:endParaRPr>
          </a:p>
          <a:p>
            <a:pPr marL="0" indent="0" algn="r">
              <a:buNone/>
            </a:pPr>
            <a:r>
              <a:rPr lang="pt-BR" sz="2000" dirty="0">
                <a:cs typeface="Aharoni" panose="02010803020104030203" pitchFamily="2" charset="-79"/>
              </a:rPr>
              <a:t>3. Revisar e melhorar o processo e os </a:t>
            </a:r>
            <a:r>
              <a:rPr lang="pt-BR" sz="2000" b="1" dirty="0">
                <a:cs typeface="Aharoni" panose="02010803020104030203" pitchFamily="2" charset="-79"/>
              </a:rPr>
              <a:t>ritos de Gestão de Mudanças</a:t>
            </a:r>
            <a:r>
              <a:rPr lang="pt-BR" sz="2000" dirty="0">
                <a:cs typeface="Aharoni" panose="02010803020104030203" pitchFamily="2" charset="-79"/>
              </a:rPr>
              <a:t>;</a:t>
            </a:r>
          </a:p>
          <a:p>
            <a:pPr marL="0" indent="0" algn="r">
              <a:buNone/>
            </a:pPr>
            <a:r>
              <a:rPr lang="pt-BR" sz="2000" dirty="0">
                <a:cs typeface="Aharoni" panose="02010803020104030203" pitchFamily="2" charset="-79"/>
              </a:rPr>
              <a:t>4. Vincular Gestão de </a:t>
            </a:r>
            <a:r>
              <a:rPr lang="pt-BR" sz="2000" b="1" dirty="0">
                <a:cs typeface="Aharoni" panose="02010803020104030203" pitchFamily="2" charset="-79"/>
              </a:rPr>
              <a:t>Demandas, Projetos e Mudanças</a:t>
            </a:r>
            <a:r>
              <a:rPr lang="pt-BR" sz="2000" dirty="0">
                <a:cs typeface="Aharoni" panose="02010803020104030203" pitchFamily="2" charset="-79"/>
              </a:rPr>
              <a:t>;</a:t>
            </a:r>
          </a:p>
          <a:p>
            <a:pPr marL="0" indent="0" algn="r">
              <a:buNone/>
            </a:pPr>
            <a:r>
              <a:rPr lang="pt-BR" sz="2000" dirty="0">
                <a:cs typeface="Aharoni" panose="02010803020104030203" pitchFamily="2" charset="-79"/>
              </a:rPr>
              <a:t>5. Aumentar o </a:t>
            </a:r>
            <a:r>
              <a:rPr lang="pt-BR" sz="2000" b="1" dirty="0">
                <a:cs typeface="Aharoni" panose="02010803020104030203" pitchFamily="2" charset="-79"/>
              </a:rPr>
              <a:t>compromisso com a qualidade </a:t>
            </a:r>
            <a:r>
              <a:rPr lang="pt-BR" sz="2000" dirty="0">
                <a:cs typeface="Aharoni" panose="02010803020104030203" pitchFamily="2" charset="-79"/>
              </a:rPr>
              <a:t>nas implantações e Mudanças.</a:t>
            </a:r>
          </a:p>
          <a:p>
            <a:pPr marL="0" indent="0" algn="r">
              <a:buNone/>
            </a:pPr>
            <a:endParaRPr lang="pt-BR" sz="2000" dirty="0">
              <a:cs typeface="Aharoni" panose="02010803020104030203" pitchFamily="2" charset="-79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8523" y="2837957"/>
            <a:ext cx="4692724" cy="919774"/>
          </a:xfrm>
          <a:prstGeom prst="rect">
            <a:avLst/>
          </a:prstGeom>
        </p:spPr>
      </p:pic>
      <p:pic>
        <p:nvPicPr>
          <p:cNvPr id="10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0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>
          <a:xfrm>
            <a:off x="-1" y="-28222"/>
            <a:ext cx="9144002" cy="5150996"/>
            <a:chOff x="-1" y="2435"/>
            <a:chExt cx="9144002" cy="5150996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" y="2435"/>
              <a:ext cx="928369" cy="913131"/>
            </a:xfrm>
            <a:prstGeom prst="rect">
              <a:avLst/>
            </a:prstGeom>
          </p:spPr>
        </p:pic>
        <p:grpSp>
          <p:nvGrpSpPr>
            <p:cNvPr id="2" name="Agrupar 1"/>
            <p:cNvGrpSpPr/>
            <p:nvPr/>
          </p:nvGrpSpPr>
          <p:grpSpPr>
            <a:xfrm>
              <a:off x="1763688" y="309780"/>
              <a:ext cx="7380313" cy="4843651"/>
              <a:chOff x="2039091" y="300128"/>
              <a:chExt cx="7104910" cy="4848136"/>
            </a:xfrm>
          </p:grpSpPr>
          <p:sp>
            <p:nvSpPr>
              <p:cNvPr id="6" name="CaixaDeTexto 5"/>
              <p:cNvSpPr txBox="1"/>
              <p:nvPr/>
            </p:nvSpPr>
            <p:spPr>
              <a:xfrm>
                <a:off x="2039091" y="300128"/>
                <a:ext cx="184731" cy="462093"/>
              </a:xfrm>
              <a:prstGeom prst="rect">
                <a:avLst/>
              </a:prstGeom>
              <a:noFill/>
              <a:scene3d>
                <a:camera prst="orthographicFront"/>
                <a:lightRig rig="threePt" dir="t"/>
              </a:scene3d>
              <a:sp3d>
                <a:bevelT w="114300" prst="artDeco"/>
                <a:bevelB/>
              </a:sp3d>
            </p:spPr>
            <p:txBody>
              <a:bodyPr wrap="none" rtlCol="0">
                <a:spAutoFit/>
              </a:bodyPr>
              <a:lstStyle/>
              <a:p>
                <a:endParaRPr lang="pt-BR" sz="2400" dirty="0">
                  <a:solidFill>
                    <a:prstClr val="black"/>
                  </a:solidFill>
                </a:endParaRPr>
              </a:p>
            </p:txBody>
          </p:sp>
          <p:pic>
            <p:nvPicPr>
              <p:cNvPr id="1026" name="Picture 2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780" t="78172" r="18395" b="12686"/>
              <a:stretch/>
            </p:blipFill>
            <p:spPr bwMode="auto">
              <a:xfrm>
                <a:off x="8188658" y="4384319"/>
                <a:ext cx="955343" cy="763945"/>
              </a:xfrm>
              <a:prstGeom prst="rect">
                <a:avLst/>
              </a:prstGeom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sp>
        <p:nvSpPr>
          <p:cNvPr id="14" name="Title 1"/>
          <p:cNvSpPr txBox="1">
            <a:spLocks/>
          </p:cNvSpPr>
          <p:nvPr/>
        </p:nvSpPr>
        <p:spPr>
          <a:xfrm>
            <a:off x="562659" y="-14516"/>
            <a:ext cx="6562970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4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6. T2R – Interfaces Atuais</a:t>
            </a:r>
            <a:endParaRPr lang="pt-BR" sz="16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034" name="Agrupar 1033"/>
          <p:cNvGrpSpPr/>
          <p:nvPr/>
        </p:nvGrpSpPr>
        <p:grpSpPr>
          <a:xfrm>
            <a:off x="1815642" y="3356339"/>
            <a:ext cx="1693025" cy="2012560"/>
            <a:chOff x="1815642" y="3356339"/>
            <a:chExt cx="1693025" cy="2012560"/>
          </a:xfrm>
        </p:grpSpPr>
        <p:sp>
          <p:nvSpPr>
            <p:cNvPr id="12" name="Seta para Baixo 11"/>
            <p:cNvSpPr/>
            <p:nvPr/>
          </p:nvSpPr>
          <p:spPr>
            <a:xfrm rot="19695576">
              <a:off x="2059007" y="3730675"/>
              <a:ext cx="225396" cy="164293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aphicFrame>
          <p:nvGraphicFramePr>
            <p:cNvPr id="17" name="Diagrama 16"/>
            <p:cNvGraphicFramePr/>
            <p:nvPr>
              <p:extLst/>
            </p:nvPr>
          </p:nvGraphicFramePr>
          <p:xfrm>
            <a:off x="1815642" y="3356339"/>
            <a:ext cx="1693025" cy="201256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5" r:lo="rId6" r:qs="rId7" r:cs="rId8"/>
            </a:graphicData>
          </a:graphic>
        </p:graphicFrame>
      </p:grpSp>
      <p:grpSp>
        <p:nvGrpSpPr>
          <p:cNvPr id="1032" name="Agrupar 1031"/>
          <p:cNvGrpSpPr/>
          <p:nvPr/>
        </p:nvGrpSpPr>
        <p:grpSpPr>
          <a:xfrm>
            <a:off x="581883" y="1111359"/>
            <a:ext cx="2263043" cy="2504681"/>
            <a:chOff x="581883" y="1111359"/>
            <a:chExt cx="2263043" cy="2504681"/>
          </a:xfrm>
        </p:grpSpPr>
        <p:graphicFrame>
          <p:nvGraphicFramePr>
            <p:cNvPr id="9" name="Diagrama 8"/>
            <p:cNvGraphicFramePr/>
            <p:nvPr>
              <p:extLst/>
            </p:nvPr>
          </p:nvGraphicFramePr>
          <p:xfrm>
            <a:off x="581883" y="1111361"/>
            <a:ext cx="2263043" cy="2504679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0" r:lo="rId11" r:qs="rId12" r:cs="rId13"/>
            </a:graphicData>
          </a:graphic>
        </p:graphicFrame>
        <p:sp>
          <p:nvSpPr>
            <p:cNvPr id="24" name="CaixaDeTexto 23"/>
            <p:cNvSpPr txBox="1"/>
            <p:nvPr/>
          </p:nvSpPr>
          <p:spPr>
            <a:xfrm>
              <a:off x="833314" y="1111359"/>
              <a:ext cx="176237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Demandas</a:t>
              </a:r>
            </a:p>
          </p:txBody>
        </p:sp>
      </p:grpSp>
      <p:grpSp>
        <p:nvGrpSpPr>
          <p:cNvPr id="1035" name="Agrupar 1034"/>
          <p:cNvGrpSpPr/>
          <p:nvPr/>
        </p:nvGrpSpPr>
        <p:grpSpPr>
          <a:xfrm>
            <a:off x="3508667" y="4225176"/>
            <a:ext cx="4851796" cy="635688"/>
            <a:chOff x="3508667" y="4225176"/>
            <a:chExt cx="4851796" cy="635688"/>
          </a:xfrm>
        </p:grpSpPr>
        <p:sp>
          <p:nvSpPr>
            <p:cNvPr id="22" name="Divisa 21"/>
            <p:cNvSpPr/>
            <p:nvPr/>
          </p:nvSpPr>
          <p:spPr>
            <a:xfrm>
              <a:off x="3508667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Iniciação</a:t>
              </a:r>
            </a:p>
          </p:txBody>
        </p:sp>
        <p:sp>
          <p:nvSpPr>
            <p:cNvPr id="27" name="Divisa 26"/>
            <p:cNvSpPr/>
            <p:nvPr/>
          </p:nvSpPr>
          <p:spPr>
            <a:xfrm>
              <a:off x="4721616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Planejamento</a:t>
              </a:r>
            </a:p>
          </p:txBody>
        </p:sp>
        <p:sp>
          <p:nvSpPr>
            <p:cNvPr id="28" name="Divisa 27"/>
            <p:cNvSpPr/>
            <p:nvPr/>
          </p:nvSpPr>
          <p:spPr>
            <a:xfrm>
              <a:off x="5934565" y="4225300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Execução</a:t>
              </a:r>
            </a:p>
          </p:txBody>
        </p:sp>
        <p:sp>
          <p:nvSpPr>
            <p:cNvPr id="29" name="Divisa 28"/>
            <p:cNvSpPr/>
            <p:nvPr/>
          </p:nvSpPr>
          <p:spPr>
            <a:xfrm>
              <a:off x="7147514" y="4225176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Encerramento</a:t>
              </a:r>
            </a:p>
          </p:txBody>
        </p:sp>
        <p:sp>
          <p:nvSpPr>
            <p:cNvPr id="35" name="CaixaDeTexto 34"/>
            <p:cNvSpPr txBox="1"/>
            <p:nvPr/>
          </p:nvSpPr>
          <p:spPr>
            <a:xfrm>
              <a:off x="5247422" y="4553087"/>
              <a:ext cx="16751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Projetos</a:t>
              </a:r>
            </a:p>
          </p:txBody>
        </p:sp>
      </p:grpSp>
      <p:sp>
        <p:nvSpPr>
          <p:cNvPr id="1028" name="AutoShape 6" descr="https://marketplacecdn.yoyogames.com/images/assets/609/icon/1409360641_large.jpg?140936064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9" name="AutoShape 6" descr="https://marketplacecdn.yoyogames.com/images/assets/609/icon/1409360641_large.jpg?1409360641"/>
          <p:cNvSpPr>
            <a:spLocks noChangeAspect="1" noChangeArrowheads="1"/>
          </p:cNvSpPr>
          <p:nvPr/>
        </p:nvSpPr>
        <p:spPr bwMode="auto">
          <a:xfrm rot="16003107">
            <a:off x="-645092" y="-865821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pSp>
        <p:nvGrpSpPr>
          <p:cNvPr id="1036" name="Agrupar 1035"/>
          <p:cNvGrpSpPr/>
          <p:nvPr/>
        </p:nvGrpSpPr>
        <p:grpSpPr>
          <a:xfrm>
            <a:off x="6344468" y="1111361"/>
            <a:ext cx="1927292" cy="3104828"/>
            <a:chOff x="6225745" y="1111361"/>
            <a:chExt cx="1927292" cy="3104828"/>
          </a:xfrm>
        </p:grpSpPr>
        <p:sp>
          <p:nvSpPr>
            <p:cNvPr id="25" name="CaixaDeTexto 24"/>
            <p:cNvSpPr txBox="1"/>
            <p:nvPr/>
          </p:nvSpPr>
          <p:spPr>
            <a:xfrm>
              <a:off x="6225745" y="1111361"/>
              <a:ext cx="192729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b="1" dirty="0">
                  <a:solidFill>
                    <a:schemeClr val="tx2"/>
                  </a:solidFill>
                </a:rPr>
                <a:t>Gestão de Mudanças</a:t>
              </a:r>
            </a:p>
          </p:txBody>
        </p:sp>
        <p:graphicFrame>
          <p:nvGraphicFramePr>
            <p:cNvPr id="23" name="Diagrama 22"/>
            <p:cNvGraphicFramePr/>
            <p:nvPr>
              <p:extLst/>
            </p:nvPr>
          </p:nvGraphicFramePr>
          <p:xfrm>
            <a:off x="6468233" y="1503266"/>
            <a:ext cx="1442317" cy="13499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5" r:lo="rId16" r:qs="rId17" r:cs="rId18"/>
            </a:graphicData>
          </a:graphic>
        </p:graphicFrame>
        <p:sp>
          <p:nvSpPr>
            <p:cNvPr id="40" name="Divisa 39"/>
            <p:cNvSpPr/>
            <p:nvPr/>
          </p:nvSpPr>
          <p:spPr>
            <a:xfrm rot="17864150">
              <a:off x="6277815" y="3497493"/>
              <a:ext cx="1212949" cy="224443"/>
            </a:xfrm>
            <a:prstGeom prst="chevr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b="1" dirty="0">
                  <a:solidFill>
                    <a:schemeClr val="accent5">
                      <a:lumMod val="75000"/>
                    </a:schemeClr>
                  </a:solidFill>
                </a:rPr>
                <a:t>Abre GMUD</a:t>
              </a:r>
            </a:p>
          </p:txBody>
        </p:sp>
      </p:grpSp>
      <p:grpSp>
        <p:nvGrpSpPr>
          <p:cNvPr id="1033" name="Agrupar 1032"/>
          <p:cNvGrpSpPr/>
          <p:nvPr/>
        </p:nvGrpSpPr>
        <p:grpSpPr>
          <a:xfrm>
            <a:off x="464629" y="3758220"/>
            <a:ext cx="838351" cy="805648"/>
            <a:chOff x="464629" y="3758220"/>
            <a:chExt cx="838351" cy="805648"/>
          </a:xfrm>
        </p:grpSpPr>
        <p:sp>
          <p:nvSpPr>
            <p:cNvPr id="1029" name="Fluxograma: Operação Manual 1028"/>
            <p:cNvSpPr/>
            <p:nvPr/>
          </p:nvSpPr>
          <p:spPr>
            <a:xfrm>
              <a:off x="464629" y="4098387"/>
              <a:ext cx="690832" cy="465481"/>
            </a:xfrm>
            <a:prstGeom prst="flowChartManualOperation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000" dirty="0">
                  <a:solidFill>
                    <a:schemeClr val="accent5">
                      <a:lumMod val="75000"/>
                    </a:schemeClr>
                  </a:solidFill>
                </a:rPr>
                <a:t>Não</a:t>
              </a:r>
            </a:p>
          </p:txBody>
        </p:sp>
        <p:sp>
          <p:nvSpPr>
            <p:cNvPr id="42" name="Seta para Baixo 41"/>
            <p:cNvSpPr/>
            <p:nvPr/>
          </p:nvSpPr>
          <p:spPr>
            <a:xfrm rot="2039608">
              <a:off x="1077584" y="3758220"/>
              <a:ext cx="225396" cy="164293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44" name="Triângulo Retângulo 43"/>
          <p:cNvSpPr/>
          <p:nvPr/>
        </p:nvSpPr>
        <p:spPr>
          <a:xfrm rot="10800000">
            <a:off x="283871" y="610097"/>
            <a:ext cx="8514839" cy="4486235"/>
          </a:xfrm>
          <a:prstGeom prst="rtTriangle">
            <a:avLst/>
          </a:prstGeom>
          <a:solidFill>
            <a:schemeClr val="bg1">
              <a:lumMod val="65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30" name="Triângulo Retângulo 1029"/>
          <p:cNvSpPr/>
          <p:nvPr/>
        </p:nvSpPr>
        <p:spPr>
          <a:xfrm>
            <a:off x="283871" y="610098"/>
            <a:ext cx="8514839" cy="4486235"/>
          </a:xfrm>
          <a:prstGeom prst="rtTriangle">
            <a:avLst/>
          </a:prstGeom>
          <a:solidFill>
            <a:srgbClr val="DEEBF7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1038" name="Agrupar 1037"/>
          <p:cNvGrpSpPr/>
          <p:nvPr/>
        </p:nvGrpSpPr>
        <p:grpSpPr>
          <a:xfrm>
            <a:off x="2813532" y="2360752"/>
            <a:ext cx="3530936" cy="926725"/>
            <a:chOff x="2813532" y="2360752"/>
            <a:chExt cx="3530936" cy="926725"/>
          </a:xfrm>
        </p:grpSpPr>
        <p:sp>
          <p:nvSpPr>
            <p:cNvPr id="1031" name="CaixaDeTexto 1030"/>
            <p:cNvSpPr txBox="1"/>
            <p:nvPr/>
          </p:nvSpPr>
          <p:spPr>
            <a:xfrm>
              <a:off x="2813532" y="2639448"/>
              <a:ext cx="3530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b="1" dirty="0">
                  <a:solidFill>
                    <a:schemeClr val="accent5">
                      <a:lumMod val="75000"/>
                    </a:schemeClr>
                  </a:solidFill>
                </a:rPr>
                <a:t>PROJETOS            MUDANÇAS</a:t>
              </a:r>
            </a:p>
          </p:txBody>
        </p:sp>
        <p:pic>
          <p:nvPicPr>
            <p:cNvPr id="1037" name="Imagem 1036"/>
            <p:cNvPicPr>
              <a:picLocks noChangeAspect="1"/>
            </p:cNvPicPr>
            <p:nvPr/>
          </p:nvPicPr>
          <p:blipFill>
            <a:blip r:embed="rId20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271336" y="2360752"/>
              <a:ext cx="463364" cy="926725"/>
            </a:xfrm>
            <a:prstGeom prst="rect">
              <a:avLst/>
            </a:prstGeom>
          </p:spPr>
        </p:pic>
      </p:grpSp>
      <p:pic>
        <p:nvPicPr>
          <p:cNvPr id="36" name="Picture 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238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10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Projetos Estruturantes e Especiais</a:t>
            </a: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9" y="1205152"/>
            <a:ext cx="9045145" cy="28055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21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</a:t>
            </a:r>
            <a:r>
              <a:rPr lang="pt-BR" sz="28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Proj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pt-BR" sz="28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Aspect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7.3 (infra) System 1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1"/>
            <a:ext cx="2716382" cy="284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Finalização Validação da Plataforma pela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Aspect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221121" y="879118"/>
            <a:ext cx="2868782" cy="978810"/>
          </a:xfrm>
          <a:prstGeom prst="round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7.3 (infra)</a:t>
            </a:r>
          </a:p>
          <a:p>
            <a:r>
              <a:rPr lang="pt-BR" sz="1200" i="1" dirty="0"/>
              <a:t>Data Inicio: 14-10-2015</a:t>
            </a:r>
          </a:p>
          <a:p>
            <a:r>
              <a:rPr lang="pt-BR" sz="1200" i="1" dirty="0"/>
              <a:t>Data Conclusão: </a:t>
            </a:r>
            <a:r>
              <a:rPr lang="pt-BR" sz="1200" i="1" strike="sngStrike" dirty="0"/>
              <a:t>04-03-2016</a:t>
            </a:r>
            <a:r>
              <a:rPr lang="pt-BR" sz="1200" i="1" dirty="0"/>
              <a:t> 31-03-2016</a:t>
            </a:r>
          </a:p>
          <a:p>
            <a:r>
              <a:rPr lang="pt-BR" sz="1200" i="1" dirty="0"/>
              <a:t>Progresso: 75%</a:t>
            </a:r>
          </a:p>
          <a:p>
            <a:r>
              <a:rPr lang="pt-BR" sz="1200" i="1" dirty="0"/>
              <a:t>PM: Luiz Washington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0"/>
            <a:ext cx="2716382" cy="284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semana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Efetuado os ajustes solicitados pela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Aspect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– 08/03.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Definida solução de contorno para limitações de memória.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Definida a versão do AQM a ser utilizada – será a 8.0.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/>
              </a:solidFill>
            </a:endParaRP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1"/>
            <a:ext cx="2700000" cy="2844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  <a:endParaRPr lang="pt-BR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Observação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Utilização de 80 horas mensais para passagem de conhecimento da nova plataforma.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Negociar com José Maria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089903" y="923882"/>
            <a:ext cx="5630497" cy="934045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Este projeto tem como escopo, preparar/adequar toda  a infra de HW para instalar a versão 7.3 do </a:t>
            </a:r>
            <a:r>
              <a:rPr lang="pt-BR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Aspect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2000 </a:t>
            </a:r>
            <a:r>
              <a:rPr lang="pt-BR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PAs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 </a:t>
            </a:r>
          </a:p>
        </p:txBody>
      </p:sp>
      <p:grpSp>
        <p:nvGrpSpPr>
          <p:cNvPr id="24" name="Group 34"/>
          <p:cNvGrpSpPr>
            <a:grpSpLocks/>
          </p:cNvGrpSpPr>
          <p:nvPr/>
        </p:nvGrpSpPr>
        <p:grpSpPr bwMode="auto">
          <a:xfrm>
            <a:off x="2592250" y="1478345"/>
            <a:ext cx="274638" cy="274638"/>
            <a:chOff x="0" y="0"/>
            <a:chExt cx="173" cy="173"/>
          </a:xfrm>
        </p:grpSpPr>
        <p:sp>
          <p:nvSpPr>
            <p:cNvPr id="25" name="Arc 35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6" name="Arc 36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7" name="Arc 37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8" name="Arc 38"/>
            <p:cNvSpPr>
              <a:spLocks/>
            </p:cNvSpPr>
            <p:nvPr/>
          </p:nvSpPr>
          <p:spPr bwMode="auto">
            <a:xfrm flipH="1">
              <a:off x="0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9" name="Arc 39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0" name="Oval 40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31" name="Arc 41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pic>
        <p:nvPicPr>
          <p:cNvPr id="20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038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/>
          <p:cNvGrpSpPr/>
          <p:nvPr/>
        </p:nvGrpSpPr>
        <p:grpSpPr>
          <a:xfrm>
            <a:off x="754515" y="108241"/>
            <a:ext cx="8389486" cy="5049962"/>
            <a:chOff x="754515" y="98302"/>
            <a:chExt cx="8389486" cy="5049962"/>
          </a:xfrm>
        </p:grpSpPr>
        <p:sp>
          <p:nvSpPr>
            <p:cNvPr id="6" name="CaixaDeTexto 5"/>
            <p:cNvSpPr txBox="1"/>
            <p:nvPr/>
          </p:nvSpPr>
          <p:spPr>
            <a:xfrm>
              <a:off x="2039091" y="300128"/>
              <a:ext cx="184731" cy="461665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wrap="none" rtlCol="0">
              <a:spAutoFit/>
            </a:bodyPr>
            <a:lstStyle/>
            <a:p>
              <a:endParaRPr lang="pt-BR" sz="2400" dirty="0"/>
            </a:p>
          </p:txBody>
        </p:sp>
        <p:sp>
          <p:nvSpPr>
            <p:cNvPr id="20" name="Title 1"/>
            <p:cNvSpPr txBox="1">
              <a:spLocks/>
            </p:cNvSpPr>
            <p:nvPr/>
          </p:nvSpPr>
          <p:spPr>
            <a:xfrm>
              <a:off x="754515" y="98302"/>
              <a:ext cx="6254098" cy="560400"/>
            </a:xfrm>
            <a:prstGeom prst="rect">
              <a:avLst/>
            </a:prstGeom>
            <a:scene3d>
              <a:camera prst="orthographicFront"/>
              <a:lightRig rig="threePt" dir="t"/>
            </a:scene3d>
            <a:sp3d>
              <a:bevelT w="114300" prst="artDeco"/>
              <a:bevelB/>
            </a:sp3d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>
                <a:buClr>
                  <a:srgbClr val="800000"/>
                </a:buClr>
              </a:pPr>
              <a:r>
                <a:rPr lang="pt-BR" sz="3200" b="1" dirty="0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4. Cronograma </a:t>
              </a:r>
              <a:r>
                <a:rPr lang="pt-BR" sz="3200" b="1" dirty="0" err="1">
                  <a:solidFill>
                    <a:schemeClr val="tx2"/>
                  </a:solidFill>
                  <a:latin typeface="Arial" pitchFamily="34" charset="0"/>
                  <a:cs typeface="Arial" pitchFamily="34" charset="0"/>
                </a:rPr>
                <a:t>Aspect</a:t>
              </a:r>
              <a:endParaRPr lang="pt-BR" sz="32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780" t="78172" r="18395" b="12686"/>
            <a:stretch/>
          </p:blipFill>
          <p:spPr bwMode="auto">
            <a:xfrm>
              <a:off x="8188658" y="4384319"/>
              <a:ext cx="955343" cy="763945"/>
            </a:xfrm>
            <a:prstGeom prst="rect">
              <a:avLst/>
            </a:prstGeom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436"/>
            <a:ext cx="786452" cy="774259"/>
          </a:xfrm>
          <a:prstGeom prst="rect">
            <a:avLst/>
          </a:prstGeom>
        </p:spPr>
      </p:pic>
      <p:pic>
        <p:nvPicPr>
          <p:cNvPr id="13" name="Imagem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226" y="937617"/>
            <a:ext cx="8475921" cy="1465870"/>
          </a:xfrm>
          <a:prstGeom prst="rect">
            <a:avLst/>
          </a:prstGeom>
        </p:spPr>
      </p:pic>
      <p:sp>
        <p:nvSpPr>
          <p:cNvPr id="18" name="CaixaDeTexto 17"/>
          <p:cNvSpPr txBox="1"/>
          <p:nvPr/>
        </p:nvSpPr>
        <p:spPr>
          <a:xfrm>
            <a:off x="393226" y="2560720"/>
            <a:ext cx="5644750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Disponibilização da Plataforma: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Hardware para até 2.000 licenças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Licenças: 1.536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Capacidade para 128 troncos TDM (64 em cada site) e 6 mil troncos SIP</a:t>
            </a:r>
          </a:p>
          <a:p>
            <a:r>
              <a:rPr lang="pt-BR" sz="1400" b="1" dirty="0"/>
              <a:t>Polo BH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Irá consumir 37 troncos TDM de Alegria e 450 licenças</a:t>
            </a:r>
          </a:p>
          <a:p>
            <a:r>
              <a:rPr lang="pt-BR" sz="1400" b="1" dirty="0"/>
              <a:t>Operações Previstas: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BO Anatel – 250 Licenças – 25 troncos TDM – Previsão abril/2016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Itaú – 50 Posições – tipo de troncos a definir</a:t>
            </a:r>
          </a:p>
          <a:p>
            <a:r>
              <a:rPr lang="pt-BR" sz="1400" b="1" dirty="0"/>
              <a:t>Novas Operações: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A partir da segunda semana de abril – pré-requisitos: Troncos </a:t>
            </a:r>
            <a:r>
              <a:rPr lang="pt-BR" sz="1400" dirty="0" err="1"/>
              <a:t>SIPs</a:t>
            </a:r>
            <a:r>
              <a:rPr lang="pt-BR" sz="1400" dirty="0"/>
              <a:t> </a:t>
            </a:r>
          </a:p>
        </p:txBody>
      </p:sp>
      <p:pic>
        <p:nvPicPr>
          <p:cNvPr id="10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37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Gravação (Nice) TAM e VIVO 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Aguardamos a entrega dos 12 HDs</a:t>
            </a: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860528"/>
            <a:ext cx="3064339" cy="997400"/>
          </a:xfrm>
          <a:prstGeom prst="round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Gravacao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(NICE) TAM e VIVO </a:t>
            </a:r>
          </a:p>
          <a:p>
            <a:r>
              <a:rPr lang="pt-BR" sz="1200" i="1" dirty="0"/>
              <a:t>Data Inicio: 14-10-2015</a:t>
            </a:r>
          </a:p>
          <a:p>
            <a:r>
              <a:rPr lang="pt-BR" sz="1200" i="1" dirty="0"/>
              <a:t>Data Conclusão:</a:t>
            </a:r>
            <a:r>
              <a:rPr lang="pt-BR" sz="1200" i="1" strike="sngStrike" dirty="0"/>
              <a:t> 25-03-2016 </a:t>
            </a:r>
            <a:r>
              <a:rPr lang="pt-BR" sz="1200" i="1" dirty="0"/>
              <a:t>25-04-2016</a:t>
            </a:r>
          </a:p>
          <a:p>
            <a:r>
              <a:rPr lang="pt-BR" sz="1200" i="1" dirty="0"/>
              <a:t>Progresso: 26%</a:t>
            </a:r>
          </a:p>
          <a:p>
            <a:r>
              <a:rPr lang="pt-BR" sz="1200" i="1" dirty="0"/>
              <a:t>PM: Thiago Augusto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semana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Recebemos o numero do pedido de Suprimentos.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solidFill>
                  <a:schemeClr val="tx1"/>
                </a:solidFill>
              </a:rPr>
              <a:t>Roberto Elias acordou com a TAM a entrega para a 3° semana de Abril 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Processo de compras demorado. 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FF0000"/>
                </a:solidFill>
              </a:rPr>
              <a:t>SC 775 -  A equipe de suprimentos/</a:t>
            </a:r>
            <a:r>
              <a:rPr lang="pt-BR" sz="1200" dirty="0" err="1">
                <a:solidFill>
                  <a:srgbClr val="FF0000"/>
                </a:solidFill>
              </a:rPr>
              <a:t>Aquanima</a:t>
            </a:r>
            <a:r>
              <a:rPr lang="pt-BR" sz="1200" dirty="0">
                <a:solidFill>
                  <a:srgbClr val="FF0000"/>
                </a:solidFill>
              </a:rPr>
              <a:t>  nova entrega estimada para a 1° semana de Abril.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874284"/>
            <a:ext cx="5338175" cy="983644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Este projeto tem como escopo, adequar infra de HW para instalar 3K licenças de gravação , atualmente sem uso. 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2503" y="1511828"/>
            <a:ext cx="280440" cy="280440"/>
          </a:xfrm>
          <a:prstGeom prst="rect">
            <a:avLst/>
          </a:prstGeom>
        </p:spPr>
      </p:pic>
      <p:pic>
        <p:nvPicPr>
          <p:cNvPr id="13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482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Monitoração Dell – Open Manager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Em execução o cadastramento de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vlans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 servidores (Total).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17834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Monitoração (Dell-Open Manager)</a:t>
            </a:r>
          </a:p>
          <a:p>
            <a:r>
              <a:rPr lang="pt-BR" sz="1200" i="1" dirty="0"/>
              <a:t>Data Inicio: 14-10-2015</a:t>
            </a:r>
          </a:p>
          <a:p>
            <a:r>
              <a:rPr lang="pt-BR" sz="1200" i="1" dirty="0"/>
              <a:t>Data Conclusão: 22-04-2016</a:t>
            </a:r>
          </a:p>
          <a:p>
            <a:r>
              <a:rPr lang="pt-BR" sz="1200" i="1" dirty="0"/>
              <a:t>Progresso: 61%</a:t>
            </a:r>
          </a:p>
          <a:p>
            <a:r>
              <a:rPr lang="pt-BR" sz="1200" i="1" dirty="0"/>
              <a:t>PM: Júlio Cesar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nas últimas duas semanas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Homologação do SW.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Aceitação das regras de liberação por SI.</a:t>
            </a: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Servidores sem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client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OMSE.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Monitoração pró ativa de hardware para eliminar a possibilidade de perda de dados por falta de visibilidade do ambiente. 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03609" y="1548974"/>
            <a:ext cx="280440" cy="280440"/>
          </a:xfrm>
          <a:prstGeom prst="rect">
            <a:avLst/>
          </a:prstGeom>
        </p:spPr>
      </p:pic>
      <p:pic>
        <p:nvPicPr>
          <p:cNvPr id="13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34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Monitoração </a:t>
            </a:r>
            <a:r>
              <a:rPr lang="pt-BR" sz="28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Zabbix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Agendado o treinamento e a Consultoria: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Treinamento: 11 a 15/04</a:t>
            </a:r>
          </a:p>
          <a:p>
            <a:pPr marL="628650" lvl="2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Consultoria: 18 a 23/04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Monitoração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Zabbix</a:t>
            </a:r>
            <a:endPara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/>
              <a:t>Data Inicio: 19-10-2015</a:t>
            </a:r>
          </a:p>
          <a:p>
            <a:r>
              <a:rPr lang="pt-BR" sz="1200" i="1" dirty="0"/>
              <a:t>Data Conclusão: 23-04-2016</a:t>
            </a:r>
          </a:p>
          <a:p>
            <a:r>
              <a:rPr lang="pt-BR" sz="1200" i="1" dirty="0"/>
              <a:t>Progresso: 49%</a:t>
            </a:r>
          </a:p>
          <a:p>
            <a:r>
              <a:rPr lang="pt-BR" sz="1200" i="1" dirty="0"/>
              <a:t>PM: Júlio Cesar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semana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Geração de pedido </a:t>
            </a: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N/A.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Monitoração pró ativa de hardware e elimina a possibilidade de perda de dados por falta de visibilidade do ambiente. 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2094" y="1548974"/>
            <a:ext cx="280440" cy="280440"/>
          </a:xfrm>
          <a:prstGeom prst="rect">
            <a:avLst/>
          </a:prstGeom>
        </p:spPr>
      </p:pic>
      <p:pic>
        <p:nvPicPr>
          <p:cNvPr id="13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753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Redundância links MPLS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Agendada a </a:t>
            </a:r>
            <a:r>
              <a: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GMUD 19612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realização do teste de redundância de MPLS no site Aurora (16 de Março). 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Redundância links MPLS</a:t>
            </a:r>
          </a:p>
          <a:p>
            <a:r>
              <a:rPr lang="pt-BR" sz="1200" i="1" dirty="0"/>
              <a:t>Data Inicio: 01-12-2015</a:t>
            </a:r>
          </a:p>
          <a:p>
            <a:r>
              <a:rPr lang="pt-BR" sz="1200" i="1" dirty="0"/>
              <a:t>Data Conclusão: 11-04-2016</a:t>
            </a:r>
          </a:p>
          <a:p>
            <a:r>
              <a:rPr lang="pt-BR" sz="1200" i="1" dirty="0"/>
              <a:t>Progresso: 21%</a:t>
            </a:r>
          </a:p>
          <a:p>
            <a:r>
              <a:rPr lang="pt-BR" sz="1200" i="1" dirty="0"/>
              <a:t>PM: </a:t>
            </a:r>
            <a:r>
              <a:rPr lang="pt-BR" sz="1200" i="1" dirty="0" err="1"/>
              <a:t>Luis</a:t>
            </a:r>
            <a:r>
              <a:rPr lang="pt-BR" sz="1200" i="1" dirty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semana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 site Navegantes no dia 18 de Fevereiro vai ser efetuada a correção /configuração nos equipamentos da VIVO para 400MB (GMUD 19412)</a:t>
            </a: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Foi detectado que a banda contratada </a:t>
            </a:r>
            <a:r>
              <a:rPr lang="pt-BR" sz="1200" dirty="0">
                <a:solidFill>
                  <a:srgbClr val="FF0000"/>
                </a:solidFill>
              </a:rPr>
              <a:t>(25-06-2015)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o link MPLS VIVO no Site Navegante é de 400MB. Atualmente os equipamentos estão configurados para 100MB.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Para dar </a:t>
            </a:r>
            <a:r>
              <a:rPr lang="pt-BR" sz="1400" b="1" dirty="0"/>
              <a:t>resposta imediata </a:t>
            </a:r>
            <a:r>
              <a:rPr lang="pt-BR" sz="1400" dirty="0"/>
              <a:t>a situações recorrentes de incidentes, relacionados com a perda de </a:t>
            </a:r>
            <a:r>
              <a:rPr lang="pt-BR" sz="1400" b="1" dirty="0"/>
              <a:t>Links </a:t>
            </a:r>
            <a:r>
              <a:rPr lang="pt-BR" sz="1400" dirty="0"/>
              <a:t>que interligam os sites da Contax, este projeto visa, </a:t>
            </a:r>
            <a:r>
              <a:rPr lang="pt-BR" sz="1400" b="1" dirty="0"/>
              <a:t>Garantir e documentar a funcionalidade da contingência e </a:t>
            </a:r>
            <a:r>
              <a:rPr lang="pt-BR" sz="1400" dirty="0"/>
              <a:t>validar caminhos possíveis e documentar ações. 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2094" y="1512748"/>
            <a:ext cx="280440" cy="280440"/>
          </a:xfrm>
          <a:prstGeom prst="rect">
            <a:avLst/>
          </a:prstGeom>
        </p:spPr>
      </p:pic>
      <p:pic>
        <p:nvPicPr>
          <p:cNvPr id="13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682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Backups e </a:t>
            </a:r>
            <a:r>
              <a:rPr lang="pt-BR" sz="28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Restore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em Produção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Instalação do piloto do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ArcServe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UDP para teste de backup 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restore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 ambientes Windows e Linux  (Virtuais e Físicas) – Em andamento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Escopo do projeto ampliado com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restore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para 30 de Abril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Plano de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restore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iniciado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17834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Backup &amp; Restore Ambiente de Produção</a:t>
            </a:r>
          </a:p>
          <a:p>
            <a:r>
              <a:rPr lang="pt-BR" sz="1200" i="1" dirty="0"/>
              <a:t>Data Inicio: 14-10-2015</a:t>
            </a:r>
          </a:p>
          <a:p>
            <a:r>
              <a:rPr lang="pt-BR" sz="1200" i="1" dirty="0"/>
              <a:t>Data Conclusão: 30-04-2016</a:t>
            </a:r>
          </a:p>
          <a:p>
            <a:r>
              <a:rPr lang="pt-BR" sz="1200" i="1" dirty="0"/>
              <a:t>Progresso: 52%</a:t>
            </a:r>
          </a:p>
          <a:p>
            <a:r>
              <a:rPr lang="pt-BR" sz="1200" i="1" dirty="0"/>
              <a:t>PM: Rafael Alves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semana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Apoio da Regional NE e MG para suporte 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discovery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servidores nos sites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Licença da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feature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ArcServe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UDP recebida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Queda na aderência de backup devido as desmobilizações de sites sem nossa ciência. 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Baixo índice de aderência no plano de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restore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devido a falta de infra.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Armazenamento indevido das mídias causando degradação das mesmas.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Providenciar Backup em todos os equipamentos de produção da Contax. Garantir plano de </a:t>
            </a:r>
            <a:r>
              <a:rPr lang="pt-BR" sz="1400" dirty="0" err="1"/>
              <a:t>restore</a:t>
            </a:r>
            <a:r>
              <a:rPr lang="pt-BR" sz="1400" dirty="0"/>
              <a:t> do ambiente. 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2094" y="1537397"/>
            <a:ext cx="280440" cy="280440"/>
          </a:xfrm>
          <a:prstGeom prst="rect">
            <a:avLst/>
          </a:prstGeom>
        </p:spPr>
      </p:pic>
      <p:pic>
        <p:nvPicPr>
          <p:cNvPr id="13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03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2404326" y="894156"/>
            <a:ext cx="4186529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Visão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 Macro -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Cenário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Atual</a:t>
            </a:r>
            <a:endParaRPr lang="en-US" sz="2252"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111" y="1538285"/>
            <a:ext cx="6630962" cy="3272388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562659" y="0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Backups e </a:t>
            </a:r>
            <a:r>
              <a:rPr lang="pt-BR" sz="28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Restore</a:t>
            </a: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 em Produção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566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552411" y="109829"/>
            <a:ext cx="5449569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Detalhamento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 - </a:t>
            </a:r>
            <a:r>
              <a:rPr lang="en-US" sz="2252" b="1" dirty="0" err="1">
                <a:solidFill>
                  <a:schemeClr val="tx2"/>
                </a:solidFill>
                <a:latin typeface="Arial"/>
                <a:cs typeface="Arial"/>
              </a:rPr>
              <a:t>Ofensores</a:t>
            </a:r>
            <a:endParaRPr lang="en-US" sz="2252"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569" y="1220329"/>
            <a:ext cx="6493675" cy="2939467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47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455586" y="58937"/>
            <a:ext cx="6393701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>
                <a:solidFill>
                  <a:schemeClr val="tx2"/>
                </a:solidFill>
                <a:latin typeface="Arial"/>
                <a:cs typeface="Arial"/>
              </a:rPr>
              <a:t>Report - Site </a:t>
            </a:r>
            <a:r>
              <a:rPr lang="en-US" sz="2252" b="1" dirty="0">
                <a:solidFill>
                  <a:schemeClr val="tx2"/>
                </a:solidFill>
                <a:latin typeface="Arial"/>
                <a:cs typeface="Arial"/>
              </a:rPr>
              <a:t>a Site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8973" y="604062"/>
            <a:ext cx="5381651" cy="4544200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594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1511225" y="100125"/>
            <a:ext cx="1523161" cy="644129"/>
          </a:xfrm>
          <a:prstGeom prst="rect">
            <a:avLst/>
          </a:prstGeom>
        </p:spPr>
        <p:txBody>
          <a:bodyPr vert="horz" lIns="68644" tIns="34322" rIns="68644" bIns="34322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252" b="1">
                <a:solidFill>
                  <a:schemeClr val="tx2"/>
                </a:solidFill>
                <a:latin typeface="Arial"/>
                <a:cs typeface="Arial"/>
              </a:rPr>
              <a:t>Time Line</a:t>
            </a:r>
            <a:endParaRPr lang="en-US" sz="2252"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825" y="673469"/>
            <a:ext cx="6864350" cy="4117847"/>
          </a:xfrm>
          <a:prstGeom prst="rect">
            <a:avLst/>
          </a:prstGeom>
        </p:spPr>
      </p:pic>
      <p:pic>
        <p:nvPicPr>
          <p:cNvPr id="4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345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OCS </a:t>
            </a:r>
            <a:r>
              <a:rPr lang="pt-BR" sz="2800" b="1" dirty="0" err="1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Inventory</a:t>
            </a:r>
            <a:endParaRPr lang="pt-BR" sz="2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86279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strike="sngStrike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Ativos cadastrados no OCS: 3.781/6.476 (24/02/2016).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Ativos cadastrados no OCS: 4.001/6.476 (08/03/2016).</a:t>
            </a:r>
          </a:p>
          <a:p>
            <a:pPr marL="216000" lvl="1" indent="-21600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Evolução de (</a:t>
            </a:r>
            <a:r>
              <a:rPr lang="pt-BR" sz="1200" strike="sngStrike" dirty="0">
                <a:solidFill>
                  <a:schemeClr val="tx1">
                    <a:lumMod val="95000"/>
                    <a:lumOff val="5000"/>
                  </a:schemeClr>
                </a:solidFill>
              </a:rPr>
              <a:t>205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 220 media de 22 por dia.</a:t>
            </a: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FFFF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OCS </a:t>
            </a:r>
            <a:r>
              <a:rPr lang="pt-BR" sz="14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Inventory</a:t>
            </a:r>
            <a:endParaRPr lang="pt-BR" sz="1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200" i="1" dirty="0">
                <a:solidFill>
                  <a:schemeClr val="tx1"/>
                </a:solidFill>
              </a:rPr>
              <a:t>Data Inicio: 04-12-2015</a:t>
            </a:r>
          </a:p>
          <a:p>
            <a:r>
              <a:rPr lang="pt-BR" sz="1200" i="1" dirty="0">
                <a:solidFill>
                  <a:schemeClr val="tx1"/>
                </a:solidFill>
              </a:rPr>
              <a:t>Data Conclusão: 14-04-2016</a:t>
            </a:r>
            <a:r>
              <a:rPr lang="pt-BR" sz="1200" i="1" strike="sngStrike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i="1" dirty="0">
                <a:solidFill>
                  <a:schemeClr val="tx1"/>
                </a:solidFill>
              </a:rPr>
              <a:t>Progresso: 68%</a:t>
            </a:r>
          </a:p>
          <a:p>
            <a:r>
              <a:rPr lang="pt-BR" sz="1200" i="1" dirty="0">
                <a:solidFill>
                  <a:schemeClr val="tx1"/>
                </a:solidFill>
              </a:rPr>
              <a:t>PM: Thiago Augusto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86279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semana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Customização para alocar informações dos contratos de manutenção  dos servidores.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Customização para alocar a certidão de nascimento dos equipamentos.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99740" cy="2862798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Velocidade de evolução da instalação é afetada de acordo com instabilidade do ambiente.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Conflitos entre prioridades do gestor de projetos (pré-vendas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Contact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Center/IT e Estabilidade operacional).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Tivemos incidentes de alto impacto que nos afetou a produtividade em 3 dias de trabalho (CSE).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Tivemos a ausência por 02 dias do recurso que está dedicado ao projeto, (problemas de força maior).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  <a:r>
              <a:rPr lang="pt-BR" sz="1400" dirty="0"/>
              <a:t> OCS é uma ferramenta de Inventário de servidores para auxiliar a equipe de Controle de Ativos. </a:t>
            </a:r>
          </a:p>
        </p:txBody>
      </p:sp>
      <p:grpSp>
        <p:nvGrpSpPr>
          <p:cNvPr id="14" name="Group 27"/>
          <p:cNvGrpSpPr>
            <a:grpSpLocks/>
          </p:cNvGrpSpPr>
          <p:nvPr/>
        </p:nvGrpSpPr>
        <p:grpSpPr bwMode="auto">
          <a:xfrm>
            <a:off x="2904282" y="1528044"/>
            <a:ext cx="274637" cy="274638"/>
            <a:chOff x="0" y="0"/>
            <a:chExt cx="173" cy="173"/>
          </a:xfrm>
        </p:grpSpPr>
        <p:sp>
          <p:nvSpPr>
            <p:cNvPr id="19" name="Oval 28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0" name="Arc 29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1" name="Arc 30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2" name="Arc 31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3" name="Arc 32"/>
            <p:cNvSpPr>
              <a:spLocks/>
            </p:cNvSpPr>
            <p:nvPr/>
          </p:nvSpPr>
          <p:spPr bwMode="auto">
            <a:xfrm>
              <a:off x="86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4" name="Arc 33"/>
            <p:cNvSpPr>
              <a:spLocks/>
            </p:cNvSpPr>
            <p:nvPr/>
          </p:nvSpPr>
          <p:spPr bwMode="auto">
            <a:xfrm flipH="1">
              <a:off x="25" y="87"/>
              <a:ext cx="62" cy="86"/>
            </a:xfrm>
            <a:custGeom>
              <a:avLst/>
              <a:gdLst>
                <a:gd name="G0" fmla="+- 0 0 0"/>
                <a:gd name="G1" fmla="+- 0 0 0"/>
                <a:gd name="G2" fmla="+- 21600 0 0"/>
                <a:gd name="T0" fmla="*/ 15386 w 15386"/>
                <a:gd name="T1" fmla="*/ 15159 h 21599"/>
                <a:gd name="T2" fmla="*/ 28 w 15386"/>
                <a:gd name="T3" fmla="*/ 21599 h 21599"/>
                <a:gd name="T4" fmla="*/ 0 w 15386"/>
                <a:gd name="T5" fmla="*/ 0 h 21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86" h="21599" fill="none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</a:path>
                <a:path w="15386" h="21599" stroke="0" extrusionOk="0">
                  <a:moveTo>
                    <a:pt x="15386" y="15159"/>
                  </a:moveTo>
                  <a:cubicBezTo>
                    <a:pt x="11333" y="19273"/>
                    <a:pt x="5802" y="21592"/>
                    <a:pt x="28" y="21599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pic>
        <p:nvPicPr>
          <p:cNvPr id="25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2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20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Ura Internalização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equipe do José Carlos será responsável pelo suporte deste ambiente.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Ura Internalização</a:t>
            </a:r>
          </a:p>
          <a:p>
            <a:r>
              <a:rPr lang="pt-BR" sz="1200" i="1" dirty="0"/>
              <a:t>Data Inicio: 20-10-2015</a:t>
            </a:r>
          </a:p>
          <a:p>
            <a:r>
              <a:rPr lang="pt-BR" sz="1200" i="1" dirty="0"/>
              <a:t>Data Conclusão: 06-06-2016</a:t>
            </a:r>
          </a:p>
          <a:p>
            <a:r>
              <a:rPr lang="pt-BR" sz="1200" i="1" dirty="0"/>
              <a:t>Progresso: 20%</a:t>
            </a:r>
          </a:p>
          <a:p>
            <a:r>
              <a:rPr lang="pt-BR" sz="1200" i="1" dirty="0"/>
              <a:t>PM: </a:t>
            </a:r>
            <a:r>
              <a:rPr lang="pt-BR" sz="1200" i="1" dirty="0" err="1"/>
              <a:t>Luis</a:t>
            </a:r>
            <a:r>
              <a:rPr lang="pt-BR" sz="1200" i="1" dirty="0"/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2081341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semana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solidFill>
                  <a:srgbClr val="00B050"/>
                </a:solidFill>
              </a:rPr>
              <a:t>SC 784 e 785 - Processo Concluído. </a:t>
            </a: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04018" y="2081342"/>
            <a:ext cx="2716382" cy="24754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285750" lvl="1" indent="-2857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Obs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Aguardando data de próximo treinamento da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Genesys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 </a:t>
            </a:r>
            <a:r>
              <a:rPr lang="pt-BR" sz="1400" dirty="0"/>
              <a:t>Monitoração pró ativa de hardware e elimina a possibilidade de perda de dados por falta de visibilidade do ambiente. </a:t>
            </a:r>
          </a:p>
        </p:txBody>
      </p:sp>
      <p:grpSp>
        <p:nvGrpSpPr>
          <p:cNvPr id="13" name="Group 16"/>
          <p:cNvGrpSpPr>
            <a:grpSpLocks/>
          </p:cNvGrpSpPr>
          <p:nvPr/>
        </p:nvGrpSpPr>
        <p:grpSpPr bwMode="auto">
          <a:xfrm>
            <a:off x="2890797" y="1499802"/>
            <a:ext cx="274638" cy="274638"/>
            <a:chOff x="0" y="0"/>
            <a:chExt cx="173" cy="173"/>
          </a:xfrm>
        </p:grpSpPr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0" y="0"/>
              <a:ext cx="173" cy="173"/>
            </a:xfrm>
            <a:prstGeom prst="ellipse">
              <a:avLst/>
            </a:prstGeom>
            <a:noFill/>
            <a:ln w="63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19" name="Arc 18"/>
            <p:cNvSpPr>
              <a:spLocks/>
            </p:cNvSpPr>
            <p:nvPr/>
          </p:nvSpPr>
          <p:spPr bwMode="auto">
            <a:xfrm>
              <a:off x="86" y="0"/>
              <a:ext cx="62" cy="86"/>
            </a:xfrm>
            <a:custGeom>
              <a:avLst/>
              <a:gdLst>
                <a:gd name="G0" fmla="+- 58 0 0"/>
                <a:gd name="G1" fmla="+- 21600 0 0"/>
                <a:gd name="G2" fmla="+- 21600 0 0"/>
                <a:gd name="T0" fmla="*/ 0 w 15318"/>
                <a:gd name="T1" fmla="*/ 1 h 21600"/>
                <a:gd name="T2" fmla="*/ 15318 w 15318"/>
                <a:gd name="T3" fmla="*/ 6314 h 21600"/>
                <a:gd name="T4" fmla="*/ 58 w 15318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318" h="21600" fill="none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</a:path>
                <a:path w="15318" h="21600" stroke="0" extrusionOk="0">
                  <a:moveTo>
                    <a:pt x="-1" y="0"/>
                  </a:moveTo>
                  <a:cubicBezTo>
                    <a:pt x="19" y="0"/>
                    <a:pt x="38" y="0"/>
                    <a:pt x="58" y="0"/>
                  </a:cubicBezTo>
                  <a:cubicBezTo>
                    <a:pt x="5780" y="0"/>
                    <a:pt x="11268" y="2270"/>
                    <a:pt x="15318" y="6313"/>
                  </a:cubicBezTo>
                  <a:lnTo>
                    <a:pt x="58" y="21600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0" name="Arc 19"/>
            <p:cNvSpPr>
              <a:spLocks/>
            </p:cNvSpPr>
            <p:nvPr/>
          </p:nvSpPr>
          <p:spPr bwMode="auto">
            <a:xfrm>
              <a:off x="86" y="25"/>
              <a:ext cx="87" cy="62"/>
            </a:xfrm>
            <a:custGeom>
              <a:avLst/>
              <a:gdLst>
                <a:gd name="G0" fmla="+- 0 0 0"/>
                <a:gd name="G1" fmla="+- 15382 0 0"/>
                <a:gd name="G2" fmla="+- 21600 0 0"/>
                <a:gd name="T0" fmla="*/ 15163 w 21600"/>
                <a:gd name="T1" fmla="*/ 0 h 15382"/>
                <a:gd name="T2" fmla="*/ 21600 w 21600"/>
                <a:gd name="T3" fmla="*/ 15382 h 15382"/>
                <a:gd name="T4" fmla="*/ 0 w 21600"/>
                <a:gd name="T5" fmla="*/ 15382 h 15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382" fill="none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</a:path>
                <a:path w="21600" h="15382" stroke="0" extrusionOk="0">
                  <a:moveTo>
                    <a:pt x="15163" y="-1"/>
                  </a:moveTo>
                  <a:cubicBezTo>
                    <a:pt x="19281" y="4058"/>
                    <a:pt x="21600" y="9599"/>
                    <a:pt x="21600" y="15382"/>
                  </a:cubicBezTo>
                  <a:lnTo>
                    <a:pt x="0" y="15382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  <p:sp>
          <p:nvSpPr>
            <p:cNvPr id="21" name="Arc 20"/>
            <p:cNvSpPr>
              <a:spLocks/>
            </p:cNvSpPr>
            <p:nvPr/>
          </p:nvSpPr>
          <p:spPr bwMode="auto">
            <a:xfrm>
              <a:off x="86" y="87"/>
              <a:ext cx="87" cy="61"/>
            </a:xfrm>
            <a:custGeom>
              <a:avLst/>
              <a:gdLst>
                <a:gd name="G0" fmla="+- 0 0 0"/>
                <a:gd name="G1" fmla="+- 29 0 0"/>
                <a:gd name="G2" fmla="+- 21600 0 0"/>
                <a:gd name="T0" fmla="*/ 21599 w 21600"/>
                <a:gd name="T1" fmla="*/ 0 h 15266"/>
                <a:gd name="T2" fmla="*/ 15309 w 21600"/>
                <a:gd name="T3" fmla="*/ 15266 h 15266"/>
                <a:gd name="T4" fmla="*/ 0 w 21600"/>
                <a:gd name="T5" fmla="*/ 29 h 152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5266" fill="none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</a:path>
                <a:path w="21600" h="15266" stroke="0" extrusionOk="0">
                  <a:moveTo>
                    <a:pt x="21599" y="-1"/>
                  </a:moveTo>
                  <a:cubicBezTo>
                    <a:pt x="21599" y="9"/>
                    <a:pt x="21600" y="19"/>
                    <a:pt x="21600" y="29"/>
                  </a:cubicBezTo>
                  <a:cubicBezTo>
                    <a:pt x="21600" y="5740"/>
                    <a:pt x="19338" y="11218"/>
                    <a:pt x="15309" y="15266"/>
                  </a:cubicBezTo>
                  <a:lnTo>
                    <a:pt x="0" y="29"/>
                  </a:lnTo>
                  <a:close/>
                </a:path>
              </a:pathLst>
            </a:custGeom>
            <a:solidFill>
              <a:srgbClr val="000000"/>
            </a:solidFill>
            <a:ln w="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endParaRPr lang="pt-BR"/>
            </a:p>
          </p:txBody>
        </p:sp>
      </p:grpSp>
      <p:pic>
        <p:nvPicPr>
          <p:cNvPr id="22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538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039091" y="3001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7. Projeto: Qualidade em Gravação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221121" y="1986751"/>
            <a:ext cx="2716382" cy="255176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Último Status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Definir ordem de prioridade das operações.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Janela de funcionamento das operações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ü"/>
            </a:pPr>
            <a:r>
              <a:rPr lang="pt-BR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Avaliar a necessidade de treinamento das equipes envolvidas no </a:t>
            </a:r>
            <a:r>
              <a:rPr lang="pt-BR" sz="14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retrieval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158943" y="776935"/>
            <a:ext cx="3064339" cy="1080993"/>
          </a:xfrm>
          <a:prstGeom prst="round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Projeto:  Qualidade </a:t>
            </a:r>
            <a:r>
              <a:rPr lang="pt-BR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em Gravação</a:t>
            </a:r>
            <a:endParaRPr lang="pt-BR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Inicio: 24-02-2016</a:t>
            </a:r>
          </a:p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Conclusão: 23-05-2016</a:t>
            </a:r>
          </a:p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Progresso: 31%</a:t>
            </a:r>
          </a:p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PM: </a:t>
            </a:r>
            <a:r>
              <a:rPr lang="pt-BR" sz="1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Luis</a:t>
            </a:r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Marçal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112569" y="1986750"/>
            <a:ext cx="2716382" cy="2551766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Objetivos alcançados na última semana</a:t>
            </a:r>
            <a:endParaRPr lang="pt-BR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Realizamos reunião semanal com a equipe de projeto.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Foram retomados os </a:t>
            </a: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checklists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sites (exceção SP).</a:t>
            </a:r>
          </a:p>
          <a:p>
            <a:pPr marL="171450" lvl="1" indent="-171450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Ø"/>
            </a:pPr>
            <a:r>
              <a:rPr lang="pt-BR" sz="1200">
                <a:solidFill>
                  <a:schemeClr val="tx1">
                    <a:lumMod val="95000"/>
                    <a:lumOff val="5000"/>
                  </a:schemeClr>
                </a:solidFill>
              </a:rPr>
              <a:t>Definição da RACI 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esta em fase de conclusão.</a:t>
            </a:r>
          </a:p>
        </p:txBody>
      </p:sp>
      <p:sp>
        <p:nvSpPr>
          <p:cNvPr id="17" name="Retângulo 16"/>
          <p:cNvSpPr/>
          <p:nvPr/>
        </p:nvSpPr>
        <p:spPr>
          <a:xfrm>
            <a:off x="6120750" y="1986751"/>
            <a:ext cx="2716382" cy="255176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r>
              <a: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Riscos/Problemas/Observações</a:t>
            </a: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spcBef>
                <a:spcPts val="200"/>
              </a:spcBef>
              <a:spcAft>
                <a:spcPts val="200"/>
              </a:spcAft>
            </a:pPr>
            <a:r>
              <a:rPr lang="pt-BR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Obs</a:t>
            </a:r>
            <a:r>
              <a:rPr lang="pt-B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Entendimento de todos os contratos poderá ser mais “complicado” que o esperado..</a:t>
            </a:r>
          </a:p>
          <a:p>
            <a:pPr marL="0" lvl="1" algn="ctr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Retângulo de cantos arredondados 17"/>
          <p:cNvSpPr/>
          <p:nvPr/>
        </p:nvSpPr>
        <p:spPr>
          <a:xfrm>
            <a:off x="3382225" y="776936"/>
            <a:ext cx="5338175" cy="1080992"/>
          </a:xfrm>
          <a:prstGeom prst="roundRect">
            <a:avLst/>
          </a:prstGeom>
          <a:solidFill>
            <a:schemeClr val="accent1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Descritivo: </a:t>
            </a:r>
            <a:r>
              <a:rPr lang="pt-BR" sz="1400" dirty="0"/>
              <a:t>Este projeto tem como escopo, executar um plano de ação para eliminar multas (de gravação) nos clientes Contax.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2094" y="1501679"/>
            <a:ext cx="280440" cy="280440"/>
          </a:xfrm>
          <a:prstGeom prst="rect">
            <a:avLst/>
          </a:prstGeom>
        </p:spPr>
      </p:pic>
      <p:pic>
        <p:nvPicPr>
          <p:cNvPr id="13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48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80" t="78172" r="18395" b="12686"/>
          <a:stretch/>
        </p:blipFill>
        <p:spPr bwMode="auto">
          <a:xfrm>
            <a:off x="8188658" y="4384319"/>
            <a:ext cx="955343" cy="763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 descr="t03-02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1368" b="84909"/>
          <a:stretch/>
        </p:blipFill>
        <p:spPr>
          <a:xfrm>
            <a:off x="0" y="0"/>
            <a:ext cx="789296" cy="776935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6" y="3888759"/>
            <a:ext cx="1524000" cy="1143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562659" y="90471"/>
            <a:ext cx="6254098" cy="560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>
                <a:srgbClr val="800000"/>
              </a:buClr>
            </a:pPr>
            <a:r>
              <a:rPr lang="pt-BR" sz="2800" b="1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8. Alinhamento</a:t>
            </a:r>
            <a:endParaRPr lang="pt-BR" sz="1800" b="1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743" y="1885837"/>
            <a:ext cx="2015419" cy="151156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Imagem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162" y="1885837"/>
            <a:ext cx="2574943" cy="193120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Imagem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596" y="1346058"/>
            <a:ext cx="3218155" cy="24136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1777" y="257994"/>
            <a:ext cx="1473556" cy="3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8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7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0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14208</TotalTime>
  <Words>1975</Words>
  <Application>Microsoft Office PowerPoint</Application>
  <PresentationFormat>Personalizar</PresentationFormat>
  <Paragraphs>320</Paragraphs>
  <Slides>31</Slides>
  <Notes>23</Notes>
  <HiddenSlides>4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4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31</vt:i4>
      </vt:variant>
    </vt:vector>
  </HeadingPairs>
  <TitlesOfParts>
    <vt:vector size="42" baseType="lpstr">
      <vt:lpstr>Aharoni</vt:lpstr>
      <vt:lpstr>Arial</vt:lpstr>
      <vt:lpstr>Calibri</vt:lpstr>
      <vt:lpstr>Calibri Light</vt:lpstr>
      <vt:lpstr>Wingdings</vt:lpstr>
      <vt:lpstr>Tema do Office</vt:lpstr>
      <vt:lpstr>5_Tema do Office</vt:lpstr>
      <vt:lpstr>7_Tema do Office</vt:lpstr>
      <vt:lpstr>10_Tema do Office</vt:lpstr>
      <vt:lpstr>Slide do think-cell</vt:lpstr>
      <vt:lpstr>Worksheet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Gustavo Nitzsche</dc:creator>
  <cp:lastModifiedBy>Jorge Filho</cp:lastModifiedBy>
  <cp:revision>1176</cp:revision>
  <dcterms:created xsi:type="dcterms:W3CDTF">2015-08-20T14:57:26Z</dcterms:created>
  <dcterms:modified xsi:type="dcterms:W3CDTF">2016-03-12T02:22:07Z</dcterms:modified>
</cp:coreProperties>
</file>