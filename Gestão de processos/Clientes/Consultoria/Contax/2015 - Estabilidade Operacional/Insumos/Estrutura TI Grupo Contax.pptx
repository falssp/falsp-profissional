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81" r:id="rId2"/>
    <p:sldMasterId id="2147483698" r:id="rId3"/>
  </p:sldMasterIdLst>
  <p:notesMasterIdLst>
    <p:notesMasterId r:id="rId10"/>
  </p:notesMasterIdLst>
  <p:sldIdLst>
    <p:sldId id="590" r:id="rId4"/>
    <p:sldId id="717" r:id="rId5"/>
    <p:sldId id="723" r:id="rId6"/>
    <p:sldId id="724" r:id="rId7"/>
    <p:sldId id="721" r:id="rId8"/>
    <p:sldId id="725" r:id="rId9"/>
  </p:sldIdLst>
  <p:sldSz cx="9144000" cy="6858000" type="screen4x3"/>
  <p:notesSz cx="6858000" cy="9144000"/>
  <p:defaultTextStyle>
    <a:defPPr>
      <a:defRPr lang="pt-B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99"/>
    <a:srgbClr val="0000CC"/>
    <a:srgbClr val="FA394F"/>
    <a:srgbClr val="424242"/>
    <a:srgbClr val="004C73"/>
    <a:srgbClr val="3E6C8A"/>
    <a:srgbClr val="00497A"/>
    <a:srgbClr val="083F6D"/>
    <a:srgbClr val="1934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485" autoAdjust="0"/>
    <p:restoredTop sz="94660"/>
  </p:normalViewPr>
  <p:slideViewPr>
    <p:cSldViewPr snapToGrid="0" snapToObjects="1" showGuides="1">
      <p:cViewPr>
        <p:scale>
          <a:sx n="110" d="100"/>
          <a:sy n="110" d="100"/>
        </p:scale>
        <p:origin x="-462" y="14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presProps" Target="presProps.xml"/><Relationship Id="rId5" Type="http://schemas.openxmlformats.org/officeDocument/2006/relationships/slide" Target="slides/slide2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DAB128-F236-1745-9FE9-FBF2AC83F1B2}" type="datetimeFigureOut">
              <a:rPr lang="pt-BR" smtClean="0"/>
              <a:pPr/>
              <a:t>31/08/2015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ED286-077D-7C4C-ACFE-A45DE4EF59F4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12366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Subcapa_area-01.jp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O que fazemos-01.jp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exto-01.jp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29522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Uma Colu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78394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ma Colu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973138" y="426453"/>
            <a:ext cx="5395912" cy="454264"/>
          </a:xfrm>
          <a:prstGeom prst="rect">
            <a:avLst/>
          </a:prstGeom>
        </p:spPr>
        <p:txBody>
          <a:bodyPr vert="horz"/>
          <a:lstStyle>
            <a:lvl1pPr>
              <a:buNone/>
              <a:defRPr sz="2000" cap="all">
                <a:solidFill>
                  <a:schemeClr val="tx1">
                    <a:lumMod val="75000"/>
                    <a:lumOff val="25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</a:t>
            </a:r>
            <a:endParaRPr lang="en-US" dirty="0"/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1"/>
          </p:nvPr>
        </p:nvSpPr>
        <p:spPr>
          <a:xfrm>
            <a:off x="973138" y="1371600"/>
            <a:ext cx="5813425" cy="510352"/>
          </a:xfrm>
          <a:prstGeom prst="rect">
            <a:avLst/>
          </a:prstGeom>
        </p:spPr>
        <p:txBody>
          <a:bodyPr vert="horz"/>
          <a:lstStyle>
            <a:lvl1pPr>
              <a:buNone/>
              <a:defRPr sz="2200">
                <a:solidFill>
                  <a:schemeClr val="tx1">
                    <a:lumMod val="50000"/>
                    <a:lumOff val="50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2"/>
          </p:nvPr>
        </p:nvSpPr>
        <p:spPr>
          <a:xfrm>
            <a:off x="973138" y="2001838"/>
            <a:ext cx="5813425" cy="371461"/>
          </a:xfrm>
          <a:prstGeom prst="rect">
            <a:avLst/>
          </a:prstGeom>
        </p:spPr>
        <p:txBody>
          <a:bodyPr vert="horz"/>
          <a:lstStyle>
            <a:lvl1pPr>
              <a:buNone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  <a:endParaRPr lang="en-US" dirty="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973138" y="2540000"/>
            <a:ext cx="7787303" cy="3328988"/>
          </a:xfrm>
          <a:prstGeom prst="rect">
            <a:avLst/>
          </a:prstGeom>
        </p:spPr>
        <p:txBody>
          <a:bodyPr vert="horz" numCol="1"/>
          <a:lstStyle>
            <a:lvl1pPr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62601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Colu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973138" y="426453"/>
            <a:ext cx="5395912" cy="454264"/>
          </a:xfrm>
          <a:prstGeom prst="rect">
            <a:avLst/>
          </a:prstGeom>
        </p:spPr>
        <p:txBody>
          <a:bodyPr vert="horz"/>
          <a:lstStyle>
            <a:lvl1pPr>
              <a:buNone/>
              <a:defRPr sz="2000" cap="all">
                <a:solidFill>
                  <a:schemeClr val="tx1">
                    <a:lumMod val="75000"/>
                    <a:lumOff val="25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</a:t>
            </a:r>
            <a:endParaRPr lang="en-US" dirty="0"/>
          </a:p>
        </p:txBody>
      </p:sp>
      <p:sp>
        <p:nvSpPr>
          <p:cNvPr id="8" name="Text Placeholder 13"/>
          <p:cNvSpPr>
            <a:spLocks noGrp="1"/>
          </p:cNvSpPr>
          <p:nvPr>
            <p:ph type="body" sz="quarter" idx="11"/>
          </p:nvPr>
        </p:nvSpPr>
        <p:spPr>
          <a:xfrm>
            <a:off x="973138" y="1371600"/>
            <a:ext cx="5813425" cy="510352"/>
          </a:xfrm>
          <a:prstGeom prst="rect">
            <a:avLst/>
          </a:prstGeom>
        </p:spPr>
        <p:txBody>
          <a:bodyPr vert="horz"/>
          <a:lstStyle>
            <a:lvl1pPr>
              <a:buNone/>
              <a:defRPr sz="2200">
                <a:solidFill>
                  <a:schemeClr val="tx1">
                    <a:lumMod val="50000"/>
                    <a:lumOff val="50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  <p:sp>
        <p:nvSpPr>
          <p:cNvPr id="9" name="Text Placeholder 15"/>
          <p:cNvSpPr>
            <a:spLocks noGrp="1"/>
          </p:cNvSpPr>
          <p:nvPr>
            <p:ph type="body" sz="quarter" idx="12"/>
          </p:nvPr>
        </p:nvSpPr>
        <p:spPr>
          <a:xfrm>
            <a:off x="973138" y="2001838"/>
            <a:ext cx="5813425" cy="371461"/>
          </a:xfrm>
          <a:prstGeom prst="rect">
            <a:avLst/>
          </a:prstGeom>
        </p:spPr>
        <p:txBody>
          <a:bodyPr vert="horz"/>
          <a:lstStyle>
            <a:lvl1pPr>
              <a:buNone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  <a:endParaRPr lang="en-US" dirty="0"/>
          </a:p>
        </p:txBody>
      </p:sp>
      <p:sp>
        <p:nvSpPr>
          <p:cNvPr id="10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973138" y="2540000"/>
            <a:ext cx="7787303" cy="3328988"/>
          </a:xfrm>
          <a:prstGeom prst="rect">
            <a:avLst/>
          </a:prstGeom>
        </p:spPr>
        <p:txBody>
          <a:bodyPr vert="horz" numCol="2" spcCol="216000"/>
          <a:lstStyle>
            <a:lvl1pPr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5859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ês Colu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973138" y="426453"/>
            <a:ext cx="5395912" cy="454264"/>
          </a:xfrm>
          <a:prstGeom prst="rect">
            <a:avLst/>
          </a:prstGeom>
        </p:spPr>
        <p:txBody>
          <a:bodyPr vert="horz"/>
          <a:lstStyle>
            <a:lvl1pPr>
              <a:buNone/>
              <a:defRPr sz="2000" cap="all">
                <a:solidFill>
                  <a:schemeClr val="tx1">
                    <a:lumMod val="75000"/>
                    <a:lumOff val="25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</a:t>
            </a:r>
            <a:endParaRPr lang="en-US" dirty="0"/>
          </a:p>
        </p:txBody>
      </p:sp>
      <p:sp>
        <p:nvSpPr>
          <p:cNvPr id="8" name="Text Placeholder 13"/>
          <p:cNvSpPr>
            <a:spLocks noGrp="1"/>
          </p:cNvSpPr>
          <p:nvPr>
            <p:ph type="body" sz="quarter" idx="11"/>
          </p:nvPr>
        </p:nvSpPr>
        <p:spPr>
          <a:xfrm>
            <a:off x="973138" y="1371600"/>
            <a:ext cx="5813425" cy="510352"/>
          </a:xfrm>
          <a:prstGeom prst="rect">
            <a:avLst/>
          </a:prstGeom>
        </p:spPr>
        <p:txBody>
          <a:bodyPr vert="horz"/>
          <a:lstStyle>
            <a:lvl1pPr>
              <a:buNone/>
              <a:defRPr sz="2200">
                <a:solidFill>
                  <a:schemeClr val="tx1">
                    <a:lumMod val="50000"/>
                    <a:lumOff val="50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  <p:sp>
        <p:nvSpPr>
          <p:cNvPr id="9" name="Text Placeholder 15"/>
          <p:cNvSpPr>
            <a:spLocks noGrp="1"/>
          </p:cNvSpPr>
          <p:nvPr>
            <p:ph type="body" sz="quarter" idx="12"/>
          </p:nvPr>
        </p:nvSpPr>
        <p:spPr>
          <a:xfrm>
            <a:off x="973138" y="2001838"/>
            <a:ext cx="5813425" cy="371461"/>
          </a:xfrm>
          <a:prstGeom prst="rect">
            <a:avLst/>
          </a:prstGeom>
        </p:spPr>
        <p:txBody>
          <a:bodyPr vert="horz"/>
          <a:lstStyle>
            <a:lvl1pPr>
              <a:buNone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  <a:endParaRPr lang="en-US" dirty="0"/>
          </a:p>
        </p:txBody>
      </p:sp>
      <p:sp>
        <p:nvSpPr>
          <p:cNvPr id="10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973138" y="2540000"/>
            <a:ext cx="7787303" cy="3328988"/>
          </a:xfrm>
          <a:prstGeom prst="rect">
            <a:avLst/>
          </a:prstGeom>
        </p:spPr>
        <p:txBody>
          <a:bodyPr vert="horz" numCol="3"/>
          <a:lstStyle>
            <a:lvl1pPr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90626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973138" y="426453"/>
            <a:ext cx="5395912" cy="454264"/>
          </a:xfrm>
          <a:prstGeom prst="rect">
            <a:avLst/>
          </a:prstGeom>
        </p:spPr>
        <p:txBody>
          <a:bodyPr vert="horz"/>
          <a:lstStyle>
            <a:lvl1pPr>
              <a:buNone/>
              <a:defRPr sz="2000" cap="all">
                <a:solidFill>
                  <a:schemeClr val="tx1">
                    <a:lumMod val="75000"/>
                    <a:lumOff val="25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</a:t>
            </a:r>
            <a:endParaRPr lang="en-US" dirty="0"/>
          </a:p>
        </p:txBody>
      </p:sp>
      <p:sp>
        <p:nvSpPr>
          <p:cNvPr id="8" name="Text Placeholder 13"/>
          <p:cNvSpPr>
            <a:spLocks noGrp="1"/>
          </p:cNvSpPr>
          <p:nvPr>
            <p:ph type="body" sz="quarter" idx="11"/>
          </p:nvPr>
        </p:nvSpPr>
        <p:spPr>
          <a:xfrm>
            <a:off x="973138" y="1371600"/>
            <a:ext cx="5813425" cy="510352"/>
          </a:xfrm>
          <a:prstGeom prst="rect">
            <a:avLst/>
          </a:prstGeom>
        </p:spPr>
        <p:txBody>
          <a:bodyPr vert="horz"/>
          <a:lstStyle>
            <a:lvl1pPr>
              <a:buNone/>
              <a:defRPr sz="2200">
                <a:solidFill>
                  <a:schemeClr val="tx1">
                    <a:lumMod val="50000"/>
                    <a:lumOff val="50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  <p:sp>
        <p:nvSpPr>
          <p:cNvPr id="9" name="Text Placeholder 15"/>
          <p:cNvSpPr>
            <a:spLocks noGrp="1"/>
          </p:cNvSpPr>
          <p:nvPr>
            <p:ph type="body" sz="quarter" idx="12"/>
          </p:nvPr>
        </p:nvSpPr>
        <p:spPr>
          <a:xfrm>
            <a:off x="973138" y="2001838"/>
            <a:ext cx="5813425" cy="371461"/>
          </a:xfrm>
          <a:prstGeom prst="rect">
            <a:avLst/>
          </a:prstGeom>
        </p:spPr>
        <p:txBody>
          <a:bodyPr vert="horz"/>
          <a:lstStyle>
            <a:lvl1pPr>
              <a:buNone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  <a:endParaRPr lang="en-US" dirty="0"/>
          </a:p>
        </p:txBody>
      </p:sp>
      <p:sp>
        <p:nvSpPr>
          <p:cNvPr id="10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973138" y="2540000"/>
            <a:ext cx="7787303" cy="3328988"/>
          </a:xfrm>
          <a:prstGeom prst="rect">
            <a:avLst/>
          </a:prstGeom>
        </p:spPr>
        <p:txBody>
          <a:bodyPr vert="horz" numCol="1"/>
          <a:lstStyle>
            <a:lvl1pPr>
              <a:buFont typeface="Arial"/>
              <a:buChar char="•"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235372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ma Coluna C\ Imagem Di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2"/>
          <p:cNvSpPr>
            <a:spLocks noGrp="1"/>
          </p:cNvSpPr>
          <p:nvPr>
            <p:ph idx="1"/>
          </p:nvPr>
        </p:nvSpPr>
        <p:spPr>
          <a:xfrm>
            <a:off x="5033776" y="2540000"/>
            <a:ext cx="3828638" cy="332898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200" b="0" i="0">
                <a:latin typeface="Verdana"/>
                <a:cs typeface="Verdana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973138" y="426453"/>
            <a:ext cx="5395912" cy="454264"/>
          </a:xfrm>
          <a:prstGeom prst="rect">
            <a:avLst/>
          </a:prstGeom>
        </p:spPr>
        <p:txBody>
          <a:bodyPr vert="horz"/>
          <a:lstStyle>
            <a:lvl1pPr>
              <a:buNone/>
              <a:defRPr sz="2000" cap="all">
                <a:solidFill>
                  <a:schemeClr val="tx1">
                    <a:lumMod val="75000"/>
                    <a:lumOff val="25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</a:t>
            </a:r>
            <a:endParaRPr lang="en-US" dirty="0"/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1"/>
          </p:nvPr>
        </p:nvSpPr>
        <p:spPr>
          <a:xfrm>
            <a:off x="973138" y="1371600"/>
            <a:ext cx="5813425" cy="510352"/>
          </a:xfrm>
          <a:prstGeom prst="rect">
            <a:avLst/>
          </a:prstGeom>
        </p:spPr>
        <p:txBody>
          <a:bodyPr vert="horz"/>
          <a:lstStyle>
            <a:lvl1pPr>
              <a:buNone/>
              <a:defRPr sz="2200">
                <a:solidFill>
                  <a:schemeClr val="tx1">
                    <a:lumMod val="50000"/>
                    <a:lumOff val="50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  <p:sp>
        <p:nvSpPr>
          <p:cNvPr id="12" name="Text Placeholder 15"/>
          <p:cNvSpPr>
            <a:spLocks noGrp="1"/>
          </p:cNvSpPr>
          <p:nvPr>
            <p:ph type="body" sz="quarter" idx="12"/>
          </p:nvPr>
        </p:nvSpPr>
        <p:spPr>
          <a:xfrm>
            <a:off x="973138" y="2001838"/>
            <a:ext cx="5813425" cy="371461"/>
          </a:xfrm>
          <a:prstGeom prst="rect">
            <a:avLst/>
          </a:prstGeom>
        </p:spPr>
        <p:txBody>
          <a:bodyPr vert="horz"/>
          <a:lstStyle>
            <a:lvl1pPr>
              <a:buNone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  <a:endParaRPr lang="en-US" dirty="0"/>
          </a:p>
        </p:txBody>
      </p:sp>
      <p:sp>
        <p:nvSpPr>
          <p:cNvPr id="13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973138" y="2540000"/>
            <a:ext cx="3865963" cy="3328988"/>
          </a:xfrm>
          <a:prstGeom prst="rect">
            <a:avLst/>
          </a:prstGeom>
        </p:spPr>
        <p:txBody>
          <a:bodyPr vert="horz" numCol="1"/>
          <a:lstStyle>
            <a:lvl1pPr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946282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ma Coluna C\ Imagem Esq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973138" y="2540000"/>
            <a:ext cx="4088448" cy="332898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200" b="0" i="0">
                <a:latin typeface="Verdana"/>
                <a:cs typeface="Verdana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973138" y="426453"/>
            <a:ext cx="5395912" cy="454264"/>
          </a:xfrm>
          <a:prstGeom prst="rect">
            <a:avLst/>
          </a:prstGeom>
        </p:spPr>
        <p:txBody>
          <a:bodyPr vert="horz"/>
          <a:lstStyle>
            <a:lvl1pPr>
              <a:buNone/>
              <a:defRPr sz="2000" cap="all">
                <a:solidFill>
                  <a:schemeClr val="tx1">
                    <a:lumMod val="75000"/>
                    <a:lumOff val="25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</a:t>
            </a:r>
            <a:endParaRPr lang="en-US" dirty="0"/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1"/>
          </p:nvPr>
        </p:nvSpPr>
        <p:spPr>
          <a:xfrm>
            <a:off x="973138" y="1371600"/>
            <a:ext cx="5813425" cy="510352"/>
          </a:xfrm>
          <a:prstGeom prst="rect">
            <a:avLst/>
          </a:prstGeom>
        </p:spPr>
        <p:txBody>
          <a:bodyPr vert="horz"/>
          <a:lstStyle>
            <a:lvl1pPr>
              <a:buNone/>
              <a:defRPr sz="2200">
                <a:solidFill>
                  <a:schemeClr val="tx1">
                    <a:lumMod val="50000"/>
                    <a:lumOff val="50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  <p:sp>
        <p:nvSpPr>
          <p:cNvPr id="12" name="Text Placeholder 15"/>
          <p:cNvSpPr>
            <a:spLocks noGrp="1"/>
          </p:cNvSpPr>
          <p:nvPr>
            <p:ph type="body" sz="quarter" idx="12"/>
          </p:nvPr>
        </p:nvSpPr>
        <p:spPr>
          <a:xfrm>
            <a:off x="973138" y="2001838"/>
            <a:ext cx="5813425" cy="371461"/>
          </a:xfrm>
          <a:prstGeom prst="rect">
            <a:avLst/>
          </a:prstGeom>
        </p:spPr>
        <p:txBody>
          <a:bodyPr vert="horz"/>
          <a:lstStyle>
            <a:lvl1pPr>
              <a:buNone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  <a:endParaRPr lang="en-US" dirty="0"/>
          </a:p>
        </p:txBody>
      </p:sp>
      <p:sp>
        <p:nvSpPr>
          <p:cNvPr id="13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5228454" y="2540000"/>
            <a:ext cx="3531987" cy="3328988"/>
          </a:xfrm>
          <a:prstGeom prst="rect">
            <a:avLst/>
          </a:prstGeom>
        </p:spPr>
        <p:txBody>
          <a:bodyPr vert="horz" numCol="1"/>
          <a:lstStyle>
            <a:lvl1pPr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863834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ma Coluna C\ Imagem Inf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973137" y="4027488"/>
            <a:ext cx="7787303" cy="188595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200" b="0" i="0">
                <a:latin typeface="Verdana"/>
                <a:cs typeface="Verdana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0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973138" y="426453"/>
            <a:ext cx="5395912" cy="454264"/>
          </a:xfrm>
          <a:prstGeom prst="rect">
            <a:avLst/>
          </a:prstGeom>
        </p:spPr>
        <p:txBody>
          <a:bodyPr vert="horz"/>
          <a:lstStyle>
            <a:lvl1pPr>
              <a:buNone/>
              <a:defRPr sz="2000" cap="all">
                <a:solidFill>
                  <a:schemeClr val="tx1">
                    <a:lumMod val="75000"/>
                    <a:lumOff val="25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</a:t>
            </a:r>
            <a:endParaRPr lang="en-US" dirty="0"/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1"/>
          </p:nvPr>
        </p:nvSpPr>
        <p:spPr>
          <a:xfrm>
            <a:off x="973138" y="1371600"/>
            <a:ext cx="5813425" cy="510352"/>
          </a:xfrm>
          <a:prstGeom prst="rect">
            <a:avLst/>
          </a:prstGeom>
        </p:spPr>
        <p:txBody>
          <a:bodyPr vert="horz"/>
          <a:lstStyle>
            <a:lvl1pPr>
              <a:buNone/>
              <a:defRPr sz="2200">
                <a:solidFill>
                  <a:schemeClr val="tx1">
                    <a:lumMod val="50000"/>
                    <a:lumOff val="50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  <p:sp>
        <p:nvSpPr>
          <p:cNvPr id="12" name="Text Placeholder 15"/>
          <p:cNvSpPr>
            <a:spLocks noGrp="1"/>
          </p:cNvSpPr>
          <p:nvPr>
            <p:ph type="body" sz="quarter" idx="12"/>
          </p:nvPr>
        </p:nvSpPr>
        <p:spPr>
          <a:xfrm>
            <a:off x="973138" y="2001838"/>
            <a:ext cx="5813425" cy="371461"/>
          </a:xfrm>
          <a:prstGeom prst="rect">
            <a:avLst/>
          </a:prstGeom>
        </p:spPr>
        <p:txBody>
          <a:bodyPr vert="horz"/>
          <a:lstStyle>
            <a:lvl1pPr>
              <a:buNone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  <a:endParaRPr lang="en-US" dirty="0"/>
          </a:p>
        </p:txBody>
      </p:sp>
      <p:sp>
        <p:nvSpPr>
          <p:cNvPr id="13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973138" y="2540000"/>
            <a:ext cx="7787303" cy="1335152"/>
          </a:xfrm>
          <a:prstGeom prst="rect">
            <a:avLst/>
          </a:prstGeom>
        </p:spPr>
        <p:txBody>
          <a:bodyPr vert="horz" numCol="1"/>
          <a:lstStyle>
            <a:lvl1pPr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102973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Coluna C\ Imagem Inf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"/>
          <p:cNvSpPr>
            <a:spLocks noGrp="1"/>
          </p:cNvSpPr>
          <p:nvPr>
            <p:ph idx="1"/>
          </p:nvPr>
        </p:nvSpPr>
        <p:spPr>
          <a:xfrm>
            <a:off x="973138" y="4027488"/>
            <a:ext cx="7780749" cy="188595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200" b="0" i="0">
                <a:latin typeface="Verdana"/>
                <a:cs typeface="Verdana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973138" y="426453"/>
            <a:ext cx="5395912" cy="454264"/>
          </a:xfrm>
          <a:prstGeom prst="rect">
            <a:avLst/>
          </a:prstGeom>
        </p:spPr>
        <p:txBody>
          <a:bodyPr vert="horz"/>
          <a:lstStyle>
            <a:lvl1pPr>
              <a:buNone/>
              <a:defRPr sz="2000" cap="all">
                <a:solidFill>
                  <a:schemeClr val="tx1">
                    <a:lumMod val="75000"/>
                    <a:lumOff val="25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</a:t>
            </a:r>
            <a:endParaRPr lang="en-US" dirty="0"/>
          </a:p>
        </p:txBody>
      </p:sp>
      <p:sp>
        <p:nvSpPr>
          <p:cNvPr id="8" name="Text Placeholder 13"/>
          <p:cNvSpPr>
            <a:spLocks noGrp="1"/>
          </p:cNvSpPr>
          <p:nvPr>
            <p:ph type="body" sz="quarter" idx="11"/>
          </p:nvPr>
        </p:nvSpPr>
        <p:spPr>
          <a:xfrm>
            <a:off x="973138" y="1371600"/>
            <a:ext cx="5813425" cy="510352"/>
          </a:xfrm>
          <a:prstGeom prst="rect">
            <a:avLst/>
          </a:prstGeom>
        </p:spPr>
        <p:txBody>
          <a:bodyPr vert="horz"/>
          <a:lstStyle>
            <a:lvl1pPr>
              <a:buNone/>
              <a:defRPr sz="2200">
                <a:solidFill>
                  <a:schemeClr val="tx1">
                    <a:lumMod val="50000"/>
                    <a:lumOff val="50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  <p:sp>
        <p:nvSpPr>
          <p:cNvPr id="9" name="Text Placeholder 15"/>
          <p:cNvSpPr>
            <a:spLocks noGrp="1"/>
          </p:cNvSpPr>
          <p:nvPr>
            <p:ph type="body" sz="quarter" idx="12"/>
          </p:nvPr>
        </p:nvSpPr>
        <p:spPr>
          <a:xfrm>
            <a:off x="973138" y="2001838"/>
            <a:ext cx="5813425" cy="371461"/>
          </a:xfrm>
          <a:prstGeom prst="rect">
            <a:avLst/>
          </a:prstGeom>
        </p:spPr>
        <p:txBody>
          <a:bodyPr vert="horz"/>
          <a:lstStyle>
            <a:lvl1pPr>
              <a:buNone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  <a:endParaRPr lang="en-US" dirty="0"/>
          </a:p>
        </p:txBody>
      </p:sp>
      <p:sp>
        <p:nvSpPr>
          <p:cNvPr id="10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973138" y="2540000"/>
            <a:ext cx="7787303" cy="1325882"/>
          </a:xfrm>
          <a:prstGeom prst="rect">
            <a:avLst/>
          </a:prstGeom>
        </p:spPr>
        <p:txBody>
          <a:bodyPr vert="horz" numCol="2" spcCol="216000"/>
          <a:lstStyle>
            <a:lvl1pPr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381900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ê Coluna C\ Imagem Inf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2"/>
          <p:cNvSpPr>
            <a:spLocks noGrp="1"/>
          </p:cNvSpPr>
          <p:nvPr>
            <p:ph idx="1"/>
          </p:nvPr>
        </p:nvSpPr>
        <p:spPr>
          <a:xfrm>
            <a:off x="973138" y="4027488"/>
            <a:ext cx="7780749" cy="188595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200" b="0" i="0">
                <a:latin typeface="Verdana"/>
                <a:cs typeface="Verdana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1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973138" y="426453"/>
            <a:ext cx="5395912" cy="454264"/>
          </a:xfrm>
          <a:prstGeom prst="rect">
            <a:avLst/>
          </a:prstGeom>
        </p:spPr>
        <p:txBody>
          <a:bodyPr vert="horz"/>
          <a:lstStyle>
            <a:lvl1pPr>
              <a:buNone/>
              <a:defRPr sz="2000" cap="all">
                <a:solidFill>
                  <a:schemeClr val="tx1">
                    <a:lumMod val="75000"/>
                    <a:lumOff val="25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</a:t>
            </a:r>
            <a:endParaRPr lang="en-US" dirty="0"/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1"/>
          </p:nvPr>
        </p:nvSpPr>
        <p:spPr>
          <a:xfrm>
            <a:off x="973138" y="1371600"/>
            <a:ext cx="5813425" cy="510352"/>
          </a:xfrm>
          <a:prstGeom prst="rect">
            <a:avLst/>
          </a:prstGeom>
        </p:spPr>
        <p:txBody>
          <a:bodyPr vert="horz"/>
          <a:lstStyle>
            <a:lvl1pPr>
              <a:buNone/>
              <a:defRPr sz="2200">
                <a:solidFill>
                  <a:schemeClr val="tx1">
                    <a:lumMod val="50000"/>
                    <a:lumOff val="50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  <p:sp>
        <p:nvSpPr>
          <p:cNvPr id="13" name="Text Placeholder 15"/>
          <p:cNvSpPr>
            <a:spLocks noGrp="1"/>
          </p:cNvSpPr>
          <p:nvPr>
            <p:ph type="body" sz="quarter" idx="12"/>
          </p:nvPr>
        </p:nvSpPr>
        <p:spPr>
          <a:xfrm>
            <a:off x="973138" y="2001838"/>
            <a:ext cx="5813425" cy="371461"/>
          </a:xfrm>
          <a:prstGeom prst="rect">
            <a:avLst/>
          </a:prstGeom>
        </p:spPr>
        <p:txBody>
          <a:bodyPr vert="horz"/>
          <a:lstStyle>
            <a:lvl1pPr>
              <a:buNone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  <a:endParaRPr lang="en-US" dirty="0"/>
          </a:p>
        </p:txBody>
      </p:sp>
      <p:sp>
        <p:nvSpPr>
          <p:cNvPr id="15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973138" y="2540000"/>
            <a:ext cx="7787303" cy="1335152"/>
          </a:xfrm>
          <a:prstGeom prst="rect">
            <a:avLst/>
          </a:prstGeom>
        </p:spPr>
        <p:txBody>
          <a:bodyPr vert="horz" numCol="3" spcCol="216000"/>
          <a:lstStyle>
            <a:lvl1pPr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583687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\ Titulo, Subtitulo e Subti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973138" y="2540172"/>
            <a:ext cx="7780749" cy="337326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200" b="0" i="0">
                <a:latin typeface="Verdana"/>
                <a:cs typeface="Verdana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973138" y="426453"/>
            <a:ext cx="5395912" cy="454264"/>
          </a:xfrm>
          <a:prstGeom prst="rect">
            <a:avLst/>
          </a:prstGeom>
        </p:spPr>
        <p:txBody>
          <a:bodyPr vert="horz"/>
          <a:lstStyle>
            <a:lvl1pPr>
              <a:buNone/>
              <a:defRPr sz="2000" cap="all">
                <a:solidFill>
                  <a:schemeClr val="tx1">
                    <a:lumMod val="75000"/>
                    <a:lumOff val="25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</a:t>
            </a:r>
            <a:endParaRPr lang="en-US" dirty="0"/>
          </a:p>
        </p:txBody>
      </p:sp>
      <p:sp>
        <p:nvSpPr>
          <p:cNvPr id="10" name="Text Placeholder 13"/>
          <p:cNvSpPr>
            <a:spLocks noGrp="1"/>
          </p:cNvSpPr>
          <p:nvPr>
            <p:ph type="body" sz="quarter" idx="11"/>
          </p:nvPr>
        </p:nvSpPr>
        <p:spPr>
          <a:xfrm>
            <a:off x="973138" y="1371600"/>
            <a:ext cx="5813425" cy="510352"/>
          </a:xfrm>
          <a:prstGeom prst="rect">
            <a:avLst/>
          </a:prstGeom>
        </p:spPr>
        <p:txBody>
          <a:bodyPr vert="horz"/>
          <a:lstStyle>
            <a:lvl1pPr>
              <a:buNone/>
              <a:defRPr sz="2200">
                <a:solidFill>
                  <a:schemeClr val="tx1">
                    <a:lumMod val="50000"/>
                    <a:lumOff val="50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  <p:sp>
        <p:nvSpPr>
          <p:cNvPr id="11" name="Text Placeholder 15"/>
          <p:cNvSpPr>
            <a:spLocks noGrp="1"/>
          </p:cNvSpPr>
          <p:nvPr>
            <p:ph type="body" sz="quarter" idx="12"/>
          </p:nvPr>
        </p:nvSpPr>
        <p:spPr>
          <a:xfrm>
            <a:off x="973138" y="2001838"/>
            <a:ext cx="5813425" cy="371461"/>
          </a:xfrm>
          <a:prstGeom prst="rect">
            <a:avLst/>
          </a:prstGeom>
        </p:spPr>
        <p:txBody>
          <a:bodyPr vert="horz"/>
          <a:lstStyle>
            <a:lvl1pPr>
              <a:buNone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74889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\ Titulo, Subti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973138" y="1983930"/>
            <a:ext cx="7780749" cy="392950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200" b="0" i="0">
                <a:latin typeface="Verdana"/>
                <a:cs typeface="Verdana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973138" y="426453"/>
            <a:ext cx="5395912" cy="454264"/>
          </a:xfrm>
          <a:prstGeom prst="rect">
            <a:avLst/>
          </a:prstGeom>
        </p:spPr>
        <p:txBody>
          <a:bodyPr vert="horz"/>
          <a:lstStyle>
            <a:lvl1pPr>
              <a:buNone/>
              <a:defRPr sz="2000" cap="all">
                <a:solidFill>
                  <a:schemeClr val="tx1">
                    <a:lumMod val="75000"/>
                    <a:lumOff val="25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</a:t>
            </a:r>
            <a:endParaRPr lang="en-US" dirty="0"/>
          </a:p>
        </p:txBody>
      </p:sp>
      <p:sp>
        <p:nvSpPr>
          <p:cNvPr id="6" name="Text Placeholder 13"/>
          <p:cNvSpPr>
            <a:spLocks noGrp="1"/>
          </p:cNvSpPr>
          <p:nvPr>
            <p:ph type="body" sz="quarter" idx="11"/>
          </p:nvPr>
        </p:nvSpPr>
        <p:spPr>
          <a:xfrm>
            <a:off x="973138" y="1371600"/>
            <a:ext cx="5813425" cy="510352"/>
          </a:xfrm>
          <a:prstGeom prst="rect">
            <a:avLst/>
          </a:prstGeom>
        </p:spPr>
        <p:txBody>
          <a:bodyPr vert="horz"/>
          <a:lstStyle>
            <a:lvl1pPr>
              <a:buNone/>
              <a:defRPr sz="2200">
                <a:solidFill>
                  <a:schemeClr val="tx1">
                    <a:lumMod val="50000"/>
                    <a:lumOff val="50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49000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\ Ti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973138" y="1288627"/>
            <a:ext cx="7780749" cy="462481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200" b="0" i="0">
                <a:latin typeface="Verdana"/>
                <a:cs typeface="Verdana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4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973138" y="426453"/>
            <a:ext cx="5395912" cy="454264"/>
          </a:xfrm>
          <a:prstGeom prst="rect">
            <a:avLst/>
          </a:prstGeom>
        </p:spPr>
        <p:txBody>
          <a:bodyPr vert="horz"/>
          <a:lstStyle>
            <a:lvl1pPr>
              <a:buNone/>
              <a:defRPr sz="2000" cap="all">
                <a:solidFill>
                  <a:schemeClr val="tx1">
                    <a:lumMod val="75000"/>
                    <a:lumOff val="25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23097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Maior C\ Titulo, Subti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0" y="1112485"/>
            <a:ext cx="9143999" cy="495982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200" b="0" i="0">
                <a:latin typeface="Verdana"/>
                <a:cs typeface="Verdana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973138" y="426453"/>
            <a:ext cx="5395912" cy="454264"/>
          </a:xfrm>
          <a:prstGeom prst="rect">
            <a:avLst/>
          </a:prstGeom>
        </p:spPr>
        <p:txBody>
          <a:bodyPr vert="horz"/>
          <a:lstStyle>
            <a:lvl1pPr>
              <a:buNone/>
              <a:defRPr sz="2000" cap="all">
                <a:solidFill>
                  <a:schemeClr val="tx1">
                    <a:lumMod val="75000"/>
                    <a:lumOff val="25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755390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pt-BR">
              <a:solidFill>
                <a:prstClr val="black"/>
              </a:solidFill>
            </a:endParaRPr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pt-BR">
              <a:solidFill>
                <a:prstClr val="black"/>
              </a:solidFill>
            </a:endParaRP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7F93CDD-9720-4945-85EE-975AF0B8AE4E}" type="slidenum">
              <a:rPr lang="pt-BR" smtClean="0">
                <a:solidFill>
                  <a:prstClr val="black"/>
                </a:solidFill>
              </a:rPr>
              <a:pPr/>
              <a:t>‹nº›</a:t>
            </a:fld>
            <a:endParaRPr lang="pt-B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819241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pt-BR">
              <a:solidFill>
                <a:prstClr val="black"/>
              </a:solidFill>
            </a:endParaRP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7F93CDD-9720-4945-85EE-975AF0B8AE4E}" type="slidenum">
              <a:rPr lang="pt-BR" smtClean="0">
                <a:solidFill>
                  <a:prstClr val="black"/>
                </a:solidFill>
              </a:rPr>
              <a:pPr/>
              <a:t>‹nº›</a:t>
            </a:fld>
            <a:endParaRPr lang="pt-BR">
              <a:solidFill>
                <a:prstClr val="black"/>
              </a:solidFill>
            </a:endParaRPr>
          </a:p>
        </p:txBody>
      </p:sp>
      <p:sp>
        <p:nvSpPr>
          <p:cNvPr id="7" name="Espaço Reservado para Número de Slide 5"/>
          <p:cNvSpPr txBox="1">
            <a:spLocks/>
          </p:cNvSpPr>
          <p:nvPr userDrawn="1"/>
        </p:nvSpPr>
        <p:spPr>
          <a:xfrm>
            <a:off x="190500" y="6356350"/>
            <a:ext cx="2133600" cy="365125"/>
          </a:xfrm>
          <a:prstGeom prst="rect">
            <a:avLst/>
          </a:prstGeom>
        </p:spPr>
        <p:txBody>
          <a:bodyPr/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Arial Narrow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7F93CDD-9720-4945-85EE-975AF0B8AE4E}" type="slidenum">
              <a:rPr lang="pt-BR" smtClean="0">
                <a:solidFill>
                  <a:prstClr val="black"/>
                </a:solidFill>
              </a:rPr>
              <a:pPr/>
              <a:t>‹nº›</a:t>
            </a:fld>
            <a:endParaRPr lang="pt-BR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6255043"/>
      </p:ext>
    </p:extLst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ma Colu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973138" y="426453"/>
            <a:ext cx="5395912" cy="454264"/>
          </a:xfrm>
          <a:prstGeom prst="rect">
            <a:avLst/>
          </a:prstGeom>
        </p:spPr>
        <p:txBody>
          <a:bodyPr vert="horz"/>
          <a:lstStyle>
            <a:lvl1pPr>
              <a:buNone/>
              <a:defRPr sz="2000" cap="all">
                <a:solidFill>
                  <a:schemeClr val="tx1">
                    <a:lumMod val="75000"/>
                    <a:lumOff val="25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</a:t>
            </a:r>
            <a:endParaRPr lang="en-US" dirty="0"/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1"/>
          </p:nvPr>
        </p:nvSpPr>
        <p:spPr>
          <a:xfrm>
            <a:off x="973138" y="1371600"/>
            <a:ext cx="5813425" cy="510352"/>
          </a:xfrm>
          <a:prstGeom prst="rect">
            <a:avLst/>
          </a:prstGeom>
        </p:spPr>
        <p:txBody>
          <a:bodyPr vert="horz"/>
          <a:lstStyle>
            <a:lvl1pPr>
              <a:buNone/>
              <a:defRPr sz="2200">
                <a:solidFill>
                  <a:schemeClr val="tx1">
                    <a:lumMod val="50000"/>
                    <a:lumOff val="50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2"/>
          </p:nvPr>
        </p:nvSpPr>
        <p:spPr>
          <a:xfrm>
            <a:off x="973138" y="2001838"/>
            <a:ext cx="5813425" cy="371461"/>
          </a:xfrm>
          <a:prstGeom prst="rect">
            <a:avLst/>
          </a:prstGeom>
        </p:spPr>
        <p:txBody>
          <a:bodyPr vert="horz"/>
          <a:lstStyle>
            <a:lvl1pPr>
              <a:buNone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  <a:endParaRPr lang="en-US" dirty="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973138" y="2540000"/>
            <a:ext cx="7787303" cy="3328988"/>
          </a:xfrm>
          <a:prstGeom prst="rect">
            <a:avLst/>
          </a:prstGeom>
        </p:spPr>
        <p:txBody>
          <a:bodyPr vert="horz" numCol="1"/>
          <a:lstStyle>
            <a:lvl1pPr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2526897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Colu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973138" y="426453"/>
            <a:ext cx="5395912" cy="454264"/>
          </a:xfrm>
          <a:prstGeom prst="rect">
            <a:avLst/>
          </a:prstGeom>
        </p:spPr>
        <p:txBody>
          <a:bodyPr vert="horz"/>
          <a:lstStyle>
            <a:lvl1pPr>
              <a:buNone/>
              <a:defRPr sz="2000" cap="all">
                <a:solidFill>
                  <a:schemeClr val="tx1">
                    <a:lumMod val="75000"/>
                    <a:lumOff val="25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</a:t>
            </a:r>
            <a:endParaRPr lang="en-US" dirty="0"/>
          </a:p>
        </p:txBody>
      </p:sp>
      <p:sp>
        <p:nvSpPr>
          <p:cNvPr id="8" name="Text Placeholder 13"/>
          <p:cNvSpPr>
            <a:spLocks noGrp="1"/>
          </p:cNvSpPr>
          <p:nvPr>
            <p:ph type="body" sz="quarter" idx="11"/>
          </p:nvPr>
        </p:nvSpPr>
        <p:spPr>
          <a:xfrm>
            <a:off x="973138" y="1371600"/>
            <a:ext cx="5813425" cy="510352"/>
          </a:xfrm>
          <a:prstGeom prst="rect">
            <a:avLst/>
          </a:prstGeom>
        </p:spPr>
        <p:txBody>
          <a:bodyPr vert="horz"/>
          <a:lstStyle>
            <a:lvl1pPr>
              <a:buNone/>
              <a:defRPr sz="2200">
                <a:solidFill>
                  <a:schemeClr val="tx1">
                    <a:lumMod val="50000"/>
                    <a:lumOff val="50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  <p:sp>
        <p:nvSpPr>
          <p:cNvPr id="9" name="Text Placeholder 15"/>
          <p:cNvSpPr>
            <a:spLocks noGrp="1"/>
          </p:cNvSpPr>
          <p:nvPr>
            <p:ph type="body" sz="quarter" idx="12"/>
          </p:nvPr>
        </p:nvSpPr>
        <p:spPr>
          <a:xfrm>
            <a:off x="973138" y="2001838"/>
            <a:ext cx="5813425" cy="371461"/>
          </a:xfrm>
          <a:prstGeom prst="rect">
            <a:avLst/>
          </a:prstGeom>
        </p:spPr>
        <p:txBody>
          <a:bodyPr vert="horz"/>
          <a:lstStyle>
            <a:lvl1pPr>
              <a:buNone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  <a:endParaRPr lang="en-US" dirty="0"/>
          </a:p>
        </p:txBody>
      </p:sp>
      <p:sp>
        <p:nvSpPr>
          <p:cNvPr id="10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973138" y="2540000"/>
            <a:ext cx="7787303" cy="3328988"/>
          </a:xfrm>
          <a:prstGeom prst="rect">
            <a:avLst/>
          </a:prstGeom>
        </p:spPr>
        <p:txBody>
          <a:bodyPr vert="horz" numCol="2" spcCol="216000"/>
          <a:lstStyle>
            <a:lvl1pPr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9857552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ês Colu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973138" y="426453"/>
            <a:ext cx="5395912" cy="454264"/>
          </a:xfrm>
          <a:prstGeom prst="rect">
            <a:avLst/>
          </a:prstGeom>
        </p:spPr>
        <p:txBody>
          <a:bodyPr vert="horz"/>
          <a:lstStyle>
            <a:lvl1pPr>
              <a:buNone/>
              <a:defRPr sz="2000" cap="all">
                <a:solidFill>
                  <a:schemeClr val="tx1">
                    <a:lumMod val="75000"/>
                    <a:lumOff val="25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</a:t>
            </a:r>
            <a:endParaRPr lang="en-US" dirty="0"/>
          </a:p>
        </p:txBody>
      </p:sp>
      <p:sp>
        <p:nvSpPr>
          <p:cNvPr id="8" name="Text Placeholder 13"/>
          <p:cNvSpPr>
            <a:spLocks noGrp="1"/>
          </p:cNvSpPr>
          <p:nvPr>
            <p:ph type="body" sz="quarter" idx="11"/>
          </p:nvPr>
        </p:nvSpPr>
        <p:spPr>
          <a:xfrm>
            <a:off x="973138" y="1371600"/>
            <a:ext cx="5813425" cy="510352"/>
          </a:xfrm>
          <a:prstGeom prst="rect">
            <a:avLst/>
          </a:prstGeom>
        </p:spPr>
        <p:txBody>
          <a:bodyPr vert="horz"/>
          <a:lstStyle>
            <a:lvl1pPr>
              <a:buNone/>
              <a:defRPr sz="2200">
                <a:solidFill>
                  <a:schemeClr val="tx1">
                    <a:lumMod val="50000"/>
                    <a:lumOff val="50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  <p:sp>
        <p:nvSpPr>
          <p:cNvPr id="9" name="Text Placeholder 15"/>
          <p:cNvSpPr>
            <a:spLocks noGrp="1"/>
          </p:cNvSpPr>
          <p:nvPr>
            <p:ph type="body" sz="quarter" idx="12"/>
          </p:nvPr>
        </p:nvSpPr>
        <p:spPr>
          <a:xfrm>
            <a:off x="973138" y="2001838"/>
            <a:ext cx="5813425" cy="371461"/>
          </a:xfrm>
          <a:prstGeom prst="rect">
            <a:avLst/>
          </a:prstGeom>
        </p:spPr>
        <p:txBody>
          <a:bodyPr vert="horz"/>
          <a:lstStyle>
            <a:lvl1pPr>
              <a:buNone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  <a:endParaRPr lang="en-US" dirty="0"/>
          </a:p>
        </p:txBody>
      </p:sp>
      <p:sp>
        <p:nvSpPr>
          <p:cNvPr id="10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973138" y="2540000"/>
            <a:ext cx="7787303" cy="3328988"/>
          </a:xfrm>
          <a:prstGeom prst="rect">
            <a:avLst/>
          </a:prstGeom>
        </p:spPr>
        <p:txBody>
          <a:bodyPr vert="horz" numCol="3"/>
          <a:lstStyle>
            <a:lvl1pPr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979576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973138" y="426453"/>
            <a:ext cx="5395912" cy="454264"/>
          </a:xfrm>
          <a:prstGeom prst="rect">
            <a:avLst/>
          </a:prstGeom>
        </p:spPr>
        <p:txBody>
          <a:bodyPr vert="horz"/>
          <a:lstStyle>
            <a:lvl1pPr>
              <a:buNone/>
              <a:defRPr sz="2000" cap="all">
                <a:solidFill>
                  <a:schemeClr val="tx1">
                    <a:lumMod val="75000"/>
                    <a:lumOff val="25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</a:t>
            </a:r>
            <a:endParaRPr lang="en-US" dirty="0"/>
          </a:p>
        </p:txBody>
      </p:sp>
      <p:sp>
        <p:nvSpPr>
          <p:cNvPr id="8" name="Text Placeholder 13"/>
          <p:cNvSpPr>
            <a:spLocks noGrp="1"/>
          </p:cNvSpPr>
          <p:nvPr>
            <p:ph type="body" sz="quarter" idx="11"/>
          </p:nvPr>
        </p:nvSpPr>
        <p:spPr>
          <a:xfrm>
            <a:off x="973138" y="1371600"/>
            <a:ext cx="5813425" cy="510352"/>
          </a:xfrm>
          <a:prstGeom prst="rect">
            <a:avLst/>
          </a:prstGeom>
        </p:spPr>
        <p:txBody>
          <a:bodyPr vert="horz"/>
          <a:lstStyle>
            <a:lvl1pPr>
              <a:buNone/>
              <a:defRPr sz="2200">
                <a:solidFill>
                  <a:schemeClr val="tx1">
                    <a:lumMod val="50000"/>
                    <a:lumOff val="50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  <p:sp>
        <p:nvSpPr>
          <p:cNvPr id="9" name="Text Placeholder 15"/>
          <p:cNvSpPr>
            <a:spLocks noGrp="1"/>
          </p:cNvSpPr>
          <p:nvPr>
            <p:ph type="body" sz="quarter" idx="12"/>
          </p:nvPr>
        </p:nvSpPr>
        <p:spPr>
          <a:xfrm>
            <a:off x="973138" y="2001838"/>
            <a:ext cx="5813425" cy="371461"/>
          </a:xfrm>
          <a:prstGeom prst="rect">
            <a:avLst/>
          </a:prstGeom>
        </p:spPr>
        <p:txBody>
          <a:bodyPr vert="horz"/>
          <a:lstStyle>
            <a:lvl1pPr>
              <a:buNone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  <a:endParaRPr lang="en-US" dirty="0"/>
          </a:p>
        </p:txBody>
      </p:sp>
      <p:sp>
        <p:nvSpPr>
          <p:cNvPr id="10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973138" y="2540000"/>
            <a:ext cx="7787303" cy="3328988"/>
          </a:xfrm>
          <a:prstGeom prst="rect">
            <a:avLst/>
          </a:prstGeom>
        </p:spPr>
        <p:txBody>
          <a:bodyPr vert="horz" numCol="1"/>
          <a:lstStyle>
            <a:lvl1pPr>
              <a:buFont typeface="Arial"/>
              <a:buChar char="•"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241509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ma Coluna C\ Imagem Di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2"/>
          <p:cNvSpPr>
            <a:spLocks noGrp="1"/>
          </p:cNvSpPr>
          <p:nvPr>
            <p:ph idx="1"/>
          </p:nvPr>
        </p:nvSpPr>
        <p:spPr>
          <a:xfrm>
            <a:off x="5033776" y="2540000"/>
            <a:ext cx="3828638" cy="332898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200" b="0" i="0">
                <a:latin typeface="Verdana"/>
                <a:cs typeface="Verdana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973138" y="426453"/>
            <a:ext cx="5395912" cy="454264"/>
          </a:xfrm>
          <a:prstGeom prst="rect">
            <a:avLst/>
          </a:prstGeom>
        </p:spPr>
        <p:txBody>
          <a:bodyPr vert="horz"/>
          <a:lstStyle>
            <a:lvl1pPr>
              <a:buNone/>
              <a:defRPr sz="2000" cap="all">
                <a:solidFill>
                  <a:schemeClr val="tx1">
                    <a:lumMod val="75000"/>
                    <a:lumOff val="25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</a:t>
            </a:r>
            <a:endParaRPr lang="en-US" dirty="0"/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1"/>
          </p:nvPr>
        </p:nvSpPr>
        <p:spPr>
          <a:xfrm>
            <a:off x="973138" y="1371600"/>
            <a:ext cx="5813425" cy="510352"/>
          </a:xfrm>
          <a:prstGeom prst="rect">
            <a:avLst/>
          </a:prstGeom>
        </p:spPr>
        <p:txBody>
          <a:bodyPr vert="horz"/>
          <a:lstStyle>
            <a:lvl1pPr>
              <a:buNone/>
              <a:defRPr sz="2200">
                <a:solidFill>
                  <a:schemeClr val="tx1">
                    <a:lumMod val="50000"/>
                    <a:lumOff val="50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  <p:sp>
        <p:nvSpPr>
          <p:cNvPr id="12" name="Text Placeholder 15"/>
          <p:cNvSpPr>
            <a:spLocks noGrp="1"/>
          </p:cNvSpPr>
          <p:nvPr>
            <p:ph type="body" sz="quarter" idx="12"/>
          </p:nvPr>
        </p:nvSpPr>
        <p:spPr>
          <a:xfrm>
            <a:off x="973138" y="2001838"/>
            <a:ext cx="5813425" cy="371461"/>
          </a:xfrm>
          <a:prstGeom prst="rect">
            <a:avLst/>
          </a:prstGeom>
        </p:spPr>
        <p:txBody>
          <a:bodyPr vert="horz"/>
          <a:lstStyle>
            <a:lvl1pPr>
              <a:buNone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  <a:endParaRPr lang="en-US" dirty="0"/>
          </a:p>
        </p:txBody>
      </p:sp>
      <p:sp>
        <p:nvSpPr>
          <p:cNvPr id="13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973138" y="2540000"/>
            <a:ext cx="3865963" cy="3328988"/>
          </a:xfrm>
          <a:prstGeom prst="rect">
            <a:avLst/>
          </a:prstGeom>
        </p:spPr>
        <p:txBody>
          <a:bodyPr vert="horz" numCol="1"/>
          <a:lstStyle>
            <a:lvl1pPr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360792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ma Coluna C\ Imagem Esq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973138" y="2540000"/>
            <a:ext cx="4088448" cy="332898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200" b="0" i="0">
                <a:latin typeface="Verdana"/>
                <a:cs typeface="Verdana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973138" y="426453"/>
            <a:ext cx="5395912" cy="454264"/>
          </a:xfrm>
          <a:prstGeom prst="rect">
            <a:avLst/>
          </a:prstGeom>
        </p:spPr>
        <p:txBody>
          <a:bodyPr vert="horz"/>
          <a:lstStyle>
            <a:lvl1pPr>
              <a:buNone/>
              <a:defRPr sz="2000" cap="all">
                <a:solidFill>
                  <a:schemeClr val="tx1">
                    <a:lumMod val="75000"/>
                    <a:lumOff val="25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</a:t>
            </a:r>
            <a:endParaRPr lang="en-US" dirty="0"/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1"/>
          </p:nvPr>
        </p:nvSpPr>
        <p:spPr>
          <a:xfrm>
            <a:off x="973138" y="1371600"/>
            <a:ext cx="5813425" cy="510352"/>
          </a:xfrm>
          <a:prstGeom prst="rect">
            <a:avLst/>
          </a:prstGeom>
        </p:spPr>
        <p:txBody>
          <a:bodyPr vert="horz"/>
          <a:lstStyle>
            <a:lvl1pPr>
              <a:buNone/>
              <a:defRPr sz="2200">
                <a:solidFill>
                  <a:schemeClr val="tx1">
                    <a:lumMod val="50000"/>
                    <a:lumOff val="50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  <p:sp>
        <p:nvSpPr>
          <p:cNvPr id="12" name="Text Placeholder 15"/>
          <p:cNvSpPr>
            <a:spLocks noGrp="1"/>
          </p:cNvSpPr>
          <p:nvPr>
            <p:ph type="body" sz="quarter" idx="12"/>
          </p:nvPr>
        </p:nvSpPr>
        <p:spPr>
          <a:xfrm>
            <a:off x="973138" y="2001838"/>
            <a:ext cx="5813425" cy="371461"/>
          </a:xfrm>
          <a:prstGeom prst="rect">
            <a:avLst/>
          </a:prstGeom>
        </p:spPr>
        <p:txBody>
          <a:bodyPr vert="horz"/>
          <a:lstStyle>
            <a:lvl1pPr>
              <a:buNone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  <a:endParaRPr lang="en-US" dirty="0"/>
          </a:p>
        </p:txBody>
      </p:sp>
      <p:sp>
        <p:nvSpPr>
          <p:cNvPr id="13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5228454" y="2540000"/>
            <a:ext cx="3531987" cy="3328988"/>
          </a:xfrm>
          <a:prstGeom prst="rect">
            <a:avLst/>
          </a:prstGeom>
        </p:spPr>
        <p:txBody>
          <a:bodyPr vert="horz" numCol="1"/>
          <a:lstStyle>
            <a:lvl1pPr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385750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ma Coluna C\ Imagem Inf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973137" y="4027488"/>
            <a:ext cx="7787303" cy="188595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200" b="0" i="0">
                <a:latin typeface="Verdana"/>
                <a:cs typeface="Verdana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0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973138" y="426453"/>
            <a:ext cx="5395912" cy="454264"/>
          </a:xfrm>
          <a:prstGeom prst="rect">
            <a:avLst/>
          </a:prstGeom>
        </p:spPr>
        <p:txBody>
          <a:bodyPr vert="horz"/>
          <a:lstStyle>
            <a:lvl1pPr>
              <a:buNone/>
              <a:defRPr sz="2000" cap="all">
                <a:solidFill>
                  <a:schemeClr val="tx1">
                    <a:lumMod val="75000"/>
                    <a:lumOff val="25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</a:t>
            </a:r>
            <a:endParaRPr lang="en-US" dirty="0"/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1"/>
          </p:nvPr>
        </p:nvSpPr>
        <p:spPr>
          <a:xfrm>
            <a:off x="973138" y="1371600"/>
            <a:ext cx="5813425" cy="510352"/>
          </a:xfrm>
          <a:prstGeom prst="rect">
            <a:avLst/>
          </a:prstGeom>
        </p:spPr>
        <p:txBody>
          <a:bodyPr vert="horz"/>
          <a:lstStyle>
            <a:lvl1pPr>
              <a:buNone/>
              <a:defRPr sz="2200">
                <a:solidFill>
                  <a:schemeClr val="tx1">
                    <a:lumMod val="50000"/>
                    <a:lumOff val="50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  <p:sp>
        <p:nvSpPr>
          <p:cNvPr id="12" name="Text Placeholder 15"/>
          <p:cNvSpPr>
            <a:spLocks noGrp="1"/>
          </p:cNvSpPr>
          <p:nvPr>
            <p:ph type="body" sz="quarter" idx="12"/>
          </p:nvPr>
        </p:nvSpPr>
        <p:spPr>
          <a:xfrm>
            <a:off x="973138" y="2001838"/>
            <a:ext cx="5813425" cy="371461"/>
          </a:xfrm>
          <a:prstGeom prst="rect">
            <a:avLst/>
          </a:prstGeom>
        </p:spPr>
        <p:txBody>
          <a:bodyPr vert="horz"/>
          <a:lstStyle>
            <a:lvl1pPr>
              <a:buNone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  <a:endParaRPr lang="en-US" dirty="0"/>
          </a:p>
        </p:txBody>
      </p:sp>
      <p:sp>
        <p:nvSpPr>
          <p:cNvPr id="13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973138" y="2540000"/>
            <a:ext cx="7787303" cy="1335152"/>
          </a:xfrm>
          <a:prstGeom prst="rect">
            <a:avLst/>
          </a:prstGeom>
        </p:spPr>
        <p:txBody>
          <a:bodyPr vert="horz" numCol="1"/>
          <a:lstStyle>
            <a:lvl1pPr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5721001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Coluna C\ Imagem Inf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"/>
          <p:cNvSpPr>
            <a:spLocks noGrp="1"/>
          </p:cNvSpPr>
          <p:nvPr>
            <p:ph idx="1"/>
          </p:nvPr>
        </p:nvSpPr>
        <p:spPr>
          <a:xfrm>
            <a:off x="973138" y="4027488"/>
            <a:ext cx="7780749" cy="188595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200" b="0" i="0">
                <a:latin typeface="Verdana"/>
                <a:cs typeface="Verdana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973138" y="426453"/>
            <a:ext cx="5395912" cy="454264"/>
          </a:xfrm>
          <a:prstGeom prst="rect">
            <a:avLst/>
          </a:prstGeom>
        </p:spPr>
        <p:txBody>
          <a:bodyPr vert="horz"/>
          <a:lstStyle>
            <a:lvl1pPr>
              <a:buNone/>
              <a:defRPr sz="2000" cap="all">
                <a:solidFill>
                  <a:schemeClr val="tx1">
                    <a:lumMod val="75000"/>
                    <a:lumOff val="25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</a:t>
            </a:r>
            <a:endParaRPr lang="en-US" dirty="0"/>
          </a:p>
        </p:txBody>
      </p:sp>
      <p:sp>
        <p:nvSpPr>
          <p:cNvPr id="8" name="Text Placeholder 13"/>
          <p:cNvSpPr>
            <a:spLocks noGrp="1"/>
          </p:cNvSpPr>
          <p:nvPr>
            <p:ph type="body" sz="quarter" idx="11"/>
          </p:nvPr>
        </p:nvSpPr>
        <p:spPr>
          <a:xfrm>
            <a:off x="973138" y="1371600"/>
            <a:ext cx="5813425" cy="510352"/>
          </a:xfrm>
          <a:prstGeom prst="rect">
            <a:avLst/>
          </a:prstGeom>
        </p:spPr>
        <p:txBody>
          <a:bodyPr vert="horz"/>
          <a:lstStyle>
            <a:lvl1pPr>
              <a:buNone/>
              <a:defRPr sz="2200">
                <a:solidFill>
                  <a:schemeClr val="tx1">
                    <a:lumMod val="50000"/>
                    <a:lumOff val="50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  <p:sp>
        <p:nvSpPr>
          <p:cNvPr id="9" name="Text Placeholder 15"/>
          <p:cNvSpPr>
            <a:spLocks noGrp="1"/>
          </p:cNvSpPr>
          <p:nvPr>
            <p:ph type="body" sz="quarter" idx="12"/>
          </p:nvPr>
        </p:nvSpPr>
        <p:spPr>
          <a:xfrm>
            <a:off x="973138" y="2001838"/>
            <a:ext cx="5813425" cy="371461"/>
          </a:xfrm>
          <a:prstGeom prst="rect">
            <a:avLst/>
          </a:prstGeom>
        </p:spPr>
        <p:txBody>
          <a:bodyPr vert="horz"/>
          <a:lstStyle>
            <a:lvl1pPr>
              <a:buNone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  <a:endParaRPr lang="en-US" dirty="0"/>
          </a:p>
        </p:txBody>
      </p:sp>
      <p:sp>
        <p:nvSpPr>
          <p:cNvPr id="10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973138" y="2540000"/>
            <a:ext cx="7787303" cy="1325882"/>
          </a:xfrm>
          <a:prstGeom prst="rect">
            <a:avLst/>
          </a:prstGeom>
        </p:spPr>
        <p:txBody>
          <a:bodyPr vert="horz" numCol="2" spcCol="216000"/>
          <a:lstStyle>
            <a:lvl1pPr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6258769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ê Coluna C\ Imagem Inf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2"/>
          <p:cNvSpPr>
            <a:spLocks noGrp="1"/>
          </p:cNvSpPr>
          <p:nvPr>
            <p:ph idx="1"/>
          </p:nvPr>
        </p:nvSpPr>
        <p:spPr>
          <a:xfrm>
            <a:off x="973138" y="4027488"/>
            <a:ext cx="7780749" cy="188595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200" b="0" i="0">
                <a:latin typeface="Verdana"/>
                <a:cs typeface="Verdana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1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973138" y="426453"/>
            <a:ext cx="5395912" cy="454264"/>
          </a:xfrm>
          <a:prstGeom prst="rect">
            <a:avLst/>
          </a:prstGeom>
        </p:spPr>
        <p:txBody>
          <a:bodyPr vert="horz"/>
          <a:lstStyle>
            <a:lvl1pPr>
              <a:buNone/>
              <a:defRPr sz="2000" cap="all">
                <a:solidFill>
                  <a:schemeClr val="tx1">
                    <a:lumMod val="75000"/>
                    <a:lumOff val="25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</a:t>
            </a:r>
            <a:endParaRPr lang="en-US" dirty="0"/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1"/>
          </p:nvPr>
        </p:nvSpPr>
        <p:spPr>
          <a:xfrm>
            <a:off x="973138" y="1371600"/>
            <a:ext cx="5813425" cy="510352"/>
          </a:xfrm>
          <a:prstGeom prst="rect">
            <a:avLst/>
          </a:prstGeom>
        </p:spPr>
        <p:txBody>
          <a:bodyPr vert="horz"/>
          <a:lstStyle>
            <a:lvl1pPr>
              <a:buNone/>
              <a:defRPr sz="2200">
                <a:solidFill>
                  <a:schemeClr val="tx1">
                    <a:lumMod val="50000"/>
                    <a:lumOff val="50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  <p:sp>
        <p:nvSpPr>
          <p:cNvPr id="13" name="Text Placeholder 15"/>
          <p:cNvSpPr>
            <a:spLocks noGrp="1"/>
          </p:cNvSpPr>
          <p:nvPr>
            <p:ph type="body" sz="quarter" idx="12"/>
          </p:nvPr>
        </p:nvSpPr>
        <p:spPr>
          <a:xfrm>
            <a:off x="973138" y="2001838"/>
            <a:ext cx="5813425" cy="371461"/>
          </a:xfrm>
          <a:prstGeom prst="rect">
            <a:avLst/>
          </a:prstGeom>
        </p:spPr>
        <p:txBody>
          <a:bodyPr vert="horz"/>
          <a:lstStyle>
            <a:lvl1pPr>
              <a:buNone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  <a:endParaRPr lang="en-US" dirty="0"/>
          </a:p>
        </p:txBody>
      </p:sp>
      <p:sp>
        <p:nvSpPr>
          <p:cNvPr id="15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973138" y="2540000"/>
            <a:ext cx="7787303" cy="1335152"/>
          </a:xfrm>
          <a:prstGeom prst="rect">
            <a:avLst/>
          </a:prstGeom>
        </p:spPr>
        <p:txBody>
          <a:bodyPr vert="horz" numCol="3" spcCol="216000"/>
          <a:lstStyle>
            <a:lvl1pPr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0127041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\ Titulo, Subtitulo e Subti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973138" y="2540172"/>
            <a:ext cx="7780749" cy="337326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200" b="0" i="0">
                <a:latin typeface="Verdana"/>
                <a:cs typeface="Verdana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973138" y="426453"/>
            <a:ext cx="5395912" cy="454264"/>
          </a:xfrm>
          <a:prstGeom prst="rect">
            <a:avLst/>
          </a:prstGeom>
        </p:spPr>
        <p:txBody>
          <a:bodyPr vert="horz"/>
          <a:lstStyle>
            <a:lvl1pPr>
              <a:buNone/>
              <a:defRPr sz="2000" cap="all">
                <a:solidFill>
                  <a:schemeClr val="tx1">
                    <a:lumMod val="75000"/>
                    <a:lumOff val="25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</a:t>
            </a:r>
            <a:endParaRPr lang="en-US" dirty="0"/>
          </a:p>
        </p:txBody>
      </p:sp>
      <p:sp>
        <p:nvSpPr>
          <p:cNvPr id="10" name="Text Placeholder 13"/>
          <p:cNvSpPr>
            <a:spLocks noGrp="1"/>
          </p:cNvSpPr>
          <p:nvPr>
            <p:ph type="body" sz="quarter" idx="11"/>
          </p:nvPr>
        </p:nvSpPr>
        <p:spPr>
          <a:xfrm>
            <a:off x="973138" y="1371600"/>
            <a:ext cx="5813425" cy="510352"/>
          </a:xfrm>
          <a:prstGeom prst="rect">
            <a:avLst/>
          </a:prstGeom>
        </p:spPr>
        <p:txBody>
          <a:bodyPr vert="horz"/>
          <a:lstStyle>
            <a:lvl1pPr>
              <a:buNone/>
              <a:defRPr sz="2200">
                <a:solidFill>
                  <a:schemeClr val="tx1">
                    <a:lumMod val="50000"/>
                    <a:lumOff val="50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  <p:sp>
        <p:nvSpPr>
          <p:cNvPr id="11" name="Text Placeholder 15"/>
          <p:cNvSpPr>
            <a:spLocks noGrp="1"/>
          </p:cNvSpPr>
          <p:nvPr>
            <p:ph type="body" sz="quarter" idx="12"/>
          </p:nvPr>
        </p:nvSpPr>
        <p:spPr>
          <a:xfrm>
            <a:off x="973138" y="2001838"/>
            <a:ext cx="5813425" cy="371461"/>
          </a:xfrm>
          <a:prstGeom prst="rect">
            <a:avLst/>
          </a:prstGeom>
        </p:spPr>
        <p:txBody>
          <a:bodyPr vert="horz"/>
          <a:lstStyle>
            <a:lvl1pPr>
              <a:buNone/>
              <a:defRPr sz="1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981672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\ Titulo, Subti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973138" y="1983930"/>
            <a:ext cx="7780749" cy="392950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200" b="0" i="0">
                <a:latin typeface="Verdana"/>
                <a:cs typeface="Verdana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973138" y="426453"/>
            <a:ext cx="5395912" cy="454264"/>
          </a:xfrm>
          <a:prstGeom prst="rect">
            <a:avLst/>
          </a:prstGeom>
        </p:spPr>
        <p:txBody>
          <a:bodyPr vert="horz"/>
          <a:lstStyle>
            <a:lvl1pPr>
              <a:buNone/>
              <a:defRPr sz="2000" cap="all">
                <a:solidFill>
                  <a:schemeClr val="tx1">
                    <a:lumMod val="75000"/>
                    <a:lumOff val="25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</a:t>
            </a:r>
            <a:endParaRPr lang="en-US" dirty="0"/>
          </a:p>
        </p:txBody>
      </p:sp>
      <p:sp>
        <p:nvSpPr>
          <p:cNvPr id="6" name="Text Placeholder 13"/>
          <p:cNvSpPr>
            <a:spLocks noGrp="1"/>
          </p:cNvSpPr>
          <p:nvPr>
            <p:ph type="body" sz="quarter" idx="11"/>
          </p:nvPr>
        </p:nvSpPr>
        <p:spPr>
          <a:xfrm>
            <a:off x="973138" y="1371600"/>
            <a:ext cx="5813425" cy="510352"/>
          </a:xfrm>
          <a:prstGeom prst="rect">
            <a:avLst/>
          </a:prstGeom>
        </p:spPr>
        <p:txBody>
          <a:bodyPr vert="horz"/>
          <a:lstStyle>
            <a:lvl1pPr>
              <a:buNone/>
              <a:defRPr sz="2200">
                <a:solidFill>
                  <a:schemeClr val="tx1">
                    <a:lumMod val="50000"/>
                    <a:lumOff val="50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6641285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\ Ti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973138" y="1288627"/>
            <a:ext cx="7780749" cy="462481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200" b="0" i="0">
                <a:latin typeface="Verdana"/>
                <a:cs typeface="Verdana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4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973138" y="426453"/>
            <a:ext cx="5395912" cy="454264"/>
          </a:xfrm>
          <a:prstGeom prst="rect">
            <a:avLst/>
          </a:prstGeom>
        </p:spPr>
        <p:txBody>
          <a:bodyPr vert="horz"/>
          <a:lstStyle>
            <a:lvl1pPr>
              <a:buNone/>
              <a:defRPr sz="2000" cap="all">
                <a:solidFill>
                  <a:schemeClr val="tx1">
                    <a:lumMod val="75000"/>
                    <a:lumOff val="25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265190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Maior C\ Titulo, Subti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0" y="1112485"/>
            <a:ext cx="9143999" cy="495982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1200" b="0" i="0">
                <a:latin typeface="Verdana"/>
                <a:cs typeface="Verdana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973138" y="426453"/>
            <a:ext cx="5395912" cy="454264"/>
          </a:xfrm>
          <a:prstGeom prst="rect">
            <a:avLst/>
          </a:prstGeom>
        </p:spPr>
        <p:txBody>
          <a:bodyPr vert="horz"/>
          <a:lstStyle>
            <a:lvl1pPr>
              <a:buNone/>
              <a:defRPr sz="2000" cap="all">
                <a:solidFill>
                  <a:schemeClr val="tx1">
                    <a:lumMod val="75000"/>
                    <a:lumOff val="25000"/>
                  </a:schemeClr>
                </a:solidFill>
                <a:latin typeface="Tahoma"/>
                <a:cs typeface="Tahoma"/>
              </a:defRPr>
            </a:lvl1pPr>
          </a:lstStyle>
          <a:p>
            <a:pPr lvl="0"/>
            <a:r>
              <a:rPr lang="x-none" dirty="0" smtClean="0"/>
              <a:t>Click to edit Master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524277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pt-BR">
              <a:solidFill>
                <a:prstClr val="black"/>
              </a:solidFill>
            </a:endParaRPr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pt-BR">
              <a:solidFill>
                <a:prstClr val="black"/>
              </a:solidFill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7F93CDD-9720-4945-85EE-975AF0B8AE4E}" type="slidenum">
              <a:rPr lang="pt-BR" smtClean="0">
                <a:solidFill>
                  <a:prstClr val="black"/>
                </a:solidFill>
              </a:rPr>
              <a:pPr/>
              <a:t>‹nº›</a:t>
            </a:fld>
            <a:endParaRPr lang="pt-B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269001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pt-BR">
              <a:solidFill>
                <a:prstClr val="black"/>
              </a:solidFill>
            </a:endParaRPr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pt-BR">
              <a:solidFill>
                <a:prstClr val="black"/>
              </a:solidFill>
            </a:endParaRP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7F93CDD-9720-4945-85EE-975AF0B8AE4E}" type="slidenum">
              <a:rPr lang="pt-BR" smtClean="0">
                <a:solidFill>
                  <a:prstClr val="black"/>
                </a:solidFill>
              </a:rPr>
              <a:pPr/>
              <a:t>‹nº›</a:t>
            </a:fld>
            <a:endParaRPr lang="pt-B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8732298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9.xml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8.xml"/><Relationship Id="rId17" Type="http://schemas.openxmlformats.org/officeDocument/2006/relationships/image" Target="../media/image5.jpeg"/><Relationship Id="rId2" Type="http://schemas.openxmlformats.org/officeDocument/2006/relationships/slideLayout" Target="../slideLayouts/slideLayout8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4.xml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33.xml"/><Relationship Id="rId17" Type="http://schemas.openxmlformats.org/officeDocument/2006/relationships/image" Target="../media/image5.jpeg"/><Relationship Id="rId2" Type="http://schemas.openxmlformats.org/officeDocument/2006/relationships/slideLayout" Target="../slideLayouts/slideLayout23.xml"/><Relationship Id="rId16" Type="http://schemas.openxmlformats.org/officeDocument/2006/relationships/theme" Target="../theme/theme3.xml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5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31.xml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apa_area-01.jpg"/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0" r:id="rId3"/>
    <p:sldLayoutId id="2147483651" r:id="rId4"/>
    <p:sldLayoutId id="2147483653" r:id="rId5"/>
    <p:sldLayoutId id="2147483717" r:id="rId6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Template_Conteudo.jpg"/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60193" cy="6880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132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  <p:sldLayoutId id="2147483693" r:id="rId12"/>
    <p:sldLayoutId id="2147483694" r:id="rId13"/>
    <p:sldLayoutId id="2147483696" r:id="rId14"/>
    <p:sldLayoutId id="2147483697" r:id="rId15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Template_Conteudo.jpg"/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60193" cy="6880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6468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  <p:sldLayoutId id="2147483712" r:id="rId14"/>
    <p:sldLayoutId id="2147483713" r:id="rId15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image" Target="../media/image9.png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image" Target="../media/image8.png"/><Relationship Id="rId17" Type="http://schemas.openxmlformats.org/officeDocument/2006/relationships/image" Target="../media/image12.png"/><Relationship Id="rId2" Type="http://schemas.openxmlformats.org/officeDocument/2006/relationships/tags" Target="../tags/tag2.xml"/><Relationship Id="rId16" Type="http://schemas.microsoft.com/office/2007/relationships/hdphoto" Target="../media/hdphoto1.wdp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image" Target="../media/image7.png"/><Relationship Id="rId5" Type="http://schemas.openxmlformats.org/officeDocument/2006/relationships/tags" Target="../tags/tag5.xml"/><Relationship Id="rId15" Type="http://schemas.openxmlformats.org/officeDocument/2006/relationships/image" Target="../media/image11.png"/><Relationship Id="rId10" Type="http://schemas.openxmlformats.org/officeDocument/2006/relationships/slideLayout" Target="../slideLayouts/slideLayout4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tprocess&#8211;contax/" TargetMode="External"/><Relationship Id="rId2" Type="http://schemas.openxmlformats.org/officeDocument/2006/relationships/hyperlink" Target="mailto:daniel.donaire@grupocontax.com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capa_governanca_TI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56113" y="4881336"/>
            <a:ext cx="490510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cap="all" dirty="0" smtClean="0">
                <a:solidFill>
                  <a:srgbClr val="FFFFFF"/>
                </a:solidFill>
                <a:latin typeface="Franklin Gothic Medium"/>
                <a:cs typeface="Franklin Gothic Medium"/>
              </a:rPr>
              <a:t>TECNOLOGIA DA </a:t>
            </a:r>
            <a:r>
              <a:rPr lang="en-US" sz="2800" b="1" cap="all" dirty="0" smtClean="0">
                <a:solidFill>
                  <a:srgbClr val="FFFFFF"/>
                </a:solidFill>
                <a:latin typeface="Franklin Gothic Medium"/>
                <a:cs typeface="Franklin Gothic Medium"/>
              </a:rPr>
              <a:t>INFORMAÇÃO</a:t>
            </a:r>
          </a:p>
          <a:p>
            <a:pPr algn="ctr"/>
            <a:r>
              <a:rPr lang="en-US" sz="2800" b="1" cap="all" dirty="0" smtClean="0">
                <a:solidFill>
                  <a:srgbClr val="FFFFFF"/>
                </a:solidFill>
                <a:latin typeface="Franklin Gothic Medium"/>
                <a:cs typeface="Franklin Gothic Medium"/>
              </a:rPr>
              <a:t>GRUPO CONTAX</a:t>
            </a:r>
            <a:endParaRPr lang="en-US" sz="2800" b="1" cap="all" dirty="0" smtClean="0">
              <a:solidFill>
                <a:srgbClr val="FFFFFF"/>
              </a:solidFill>
              <a:latin typeface="Franklin Gothic Medium"/>
              <a:cs typeface="Franklin Gothic Medium"/>
            </a:endParaRPr>
          </a:p>
        </p:txBody>
      </p:sp>
    </p:spTree>
    <p:extLst>
      <p:ext uri="{BB962C8B-B14F-4D97-AF65-F5344CB8AC3E}">
        <p14:creationId xmlns:p14="http://schemas.microsoft.com/office/powerpoint/2010/main" val="17447623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5"/>
          <p:cNvSpPr txBox="1"/>
          <p:nvPr/>
        </p:nvSpPr>
        <p:spPr>
          <a:xfrm>
            <a:off x="0" y="359580"/>
            <a:ext cx="9144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cap="all" dirty="0" smtClean="0">
                <a:solidFill>
                  <a:schemeClr val="bg1">
                    <a:lumMod val="65000"/>
                  </a:schemeClr>
                </a:solidFill>
                <a:latin typeface="Franklin Gothic Book"/>
                <a:cs typeface="Franklin Gothic Book"/>
              </a:rPr>
              <a:t>TECNOLOGIA DA INFORMAÇÃO</a:t>
            </a:r>
            <a:endParaRPr lang="pt-BR" sz="1200" cap="all" dirty="0" smtClean="0">
              <a:solidFill>
                <a:schemeClr val="bg1">
                  <a:lumMod val="65000"/>
                </a:schemeClr>
              </a:solidFill>
              <a:latin typeface="Franklin Gothic Book"/>
              <a:cs typeface="Franklin Gothic Book"/>
            </a:endParaRPr>
          </a:p>
        </p:txBody>
      </p:sp>
      <p:sp>
        <p:nvSpPr>
          <p:cNvPr id="31" name="TextBox 2"/>
          <p:cNvSpPr txBox="1"/>
          <p:nvPr/>
        </p:nvSpPr>
        <p:spPr>
          <a:xfrm>
            <a:off x="964734" y="1146756"/>
            <a:ext cx="55510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cap="small" dirty="0" smtClean="0">
                <a:solidFill>
                  <a:srgbClr val="00497A"/>
                </a:solidFill>
                <a:latin typeface="Franklin Gothic Book"/>
                <a:cs typeface="Franklin Gothic Book"/>
              </a:rPr>
              <a:t>Estrutura</a:t>
            </a:r>
          </a:p>
        </p:txBody>
      </p:sp>
      <p:pic>
        <p:nvPicPr>
          <p:cNvPr id="33" name="Picture 10"/>
          <p:cNvPicPr>
            <a:picLocks noChangeAspect="1" noChangeArrowheads="1"/>
          </p:cNvPicPr>
          <p:nvPr>
            <p:custDataLst>
              <p:tags r:id="rId1"/>
            </p:custDataLst>
          </p:nvPr>
        </p:nvPicPr>
        <p:blipFill>
          <a:blip r:embed="rId11" cstate="print"/>
          <a:srcRect/>
          <a:stretch>
            <a:fillRect/>
          </a:stretch>
        </p:blipFill>
        <p:spPr bwMode="auto">
          <a:xfrm>
            <a:off x="-6580" y="1809749"/>
            <a:ext cx="9157802" cy="504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4" name="Imagem 2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208"/>
          <a:stretch>
            <a:fillRect/>
          </a:stretch>
        </p:blipFill>
        <p:spPr bwMode="auto">
          <a:xfrm>
            <a:off x="-41507" y="1809750"/>
            <a:ext cx="5467684" cy="50327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5" name="Retângulo 34"/>
          <p:cNvSpPr/>
          <p:nvPr>
            <p:custDataLst>
              <p:tags r:id="rId3"/>
            </p:custDataLst>
          </p:nvPr>
        </p:nvSpPr>
        <p:spPr>
          <a:xfrm>
            <a:off x="6591374" y="1867935"/>
            <a:ext cx="2520000" cy="1008000"/>
          </a:xfrm>
          <a:prstGeom prst="rect">
            <a:avLst/>
          </a:prstGeom>
          <a:solidFill>
            <a:schemeClr val="bg1">
              <a:alpha val="92157"/>
            </a:schemeClr>
          </a:solidFill>
          <a:ln w="9525">
            <a:solidFill>
              <a:srgbClr val="F2B800">
                <a:alpha val="30196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/>
          </a:p>
        </p:txBody>
      </p:sp>
      <p:sp>
        <p:nvSpPr>
          <p:cNvPr id="36" name="CaixaDeTexto 52"/>
          <p:cNvSpPr txBox="1">
            <a:spLocks noChangeArrowheads="1"/>
          </p:cNvSpPr>
          <p:nvPr>
            <p:custDataLst>
              <p:tags r:id="rId4"/>
            </p:custDataLst>
          </p:nvPr>
        </p:nvSpPr>
        <p:spPr bwMode="auto">
          <a:xfrm>
            <a:off x="6591374" y="1914565"/>
            <a:ext cx="2520000" cy="3034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algn="ctr" eaLnBrk="1" hangingPunct="1">
              <a:lnSpc>
                <a:spcPct val="85000"/>
              </a:lnSpc>
            </a:pPr>
            <a:r>
              <a:rPr lang="pt-BR" sz="1600" b="1" dirty="0" smtClean="0">
                <a:solidFill>
                  <a:srgbClr val="F2B800"/>
                </a:solidFill>
              </a:rPr>
              <a:t>TI - Brasil</a:t>
            </a:r>
          </a:p>
        </p:txBody>
      </p:sp>
      <p:sp>
        <p:nvSpPr>
          <p:cNvPr id="37" name="Retângulo 36"/>
          <p:cNvSpPr/>
          <p:nvPr>
            <p:custDataLst>
              <p:tags r:id="rId5"/>
            </p:custDataLst>
          </p:nvPr>
        </p:nvSpPr>
        <p:spPr>
          <a:xfrm>
            <a:off x="6591374" y="2235070"/>
            <a:ext cx="2520000" cy="2862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pt-B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Representatividade d</a:t>
            </a:r>
            <a:r>
              <a:rPr lang="pt-BR" sz="14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o Grupo</a:t>
            </a:r>
            <a:endParaRPr lang="pt-BR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38" name="Imagem 37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04" t="12363" r="48438" b="18195"/>
          <a:stretch>
            <a:fillRect/>
          </a:stretch>
        </p:blipFill>
        <p:spPr bwMode="auto">
          <a:xfrm>
            <a:off x="461761" y="2451945"/>
            <a:ext cx="4248409" cy="3494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9" name="Imagem 38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84" r="41353" b="15625"/>
          <a:stretch>
            <a:fillRect/>
          </a:stretch>
        </p:blipFill>
        <p:spPr bwMode="auto">
          <a:xfrm>
            <a:off x="185520" y="1843661"/>
            <a:ext cx="5172391" cy="42463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7" name="Retângulo 56"/>
          <p:cNvSpPr/>
          <p:nvPr/>
        </p:nvSpPr>
        <p:spPr bwMode="auto">
          <a:xfrm>
            <a:off x="604539" y="2036825"/>
            <a:ext cx="1980000" cy="720000"/>
          </a:xfrm>
          <a:prstGeom prst="rect">
            <a:avLst/>
          </a:prstGeom>
          <a:solidFill>
            <a:srgbClr val="F2B800">
              <a:alpha val="80000"/>
            </a:srgbClr>
          </a:solidFill>
          <a:ln w="9525">
            <a:solidFill>
              <a:srgbClr val="FFFFFF">
                <a:alpha val="54902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pt-BR" sz="1600" b="1" dirty="0">
                <a:solidFill>
                  <a:srgbClr val="0077C1"/>
                </a:solidFill>
                <a:latin typeface="Calibri" pitchFamily="34" charset="0"/>
                <a:cs typeface="Arial" charset="0"/>
              </a:rPr>
              <a:t>55.000</a:t>
            </a:r>
            <a:r>
              <a:rPr lang="pt-BR" sz="1600" dirty="0" smtClean="0"/>
              <a:t> Workstations</a:t>
            </a:r>
          </a:p>
          <a:p>
            <a:pPr algn="ctr">
              <a:defRPr/>
            </a:pPr>
            <a:r>
              <a:rPr lang="pt-BR" sz="1600" b="1" dirty="0" smtClean="0">
                <a:solidFill>
                  <a:srgbClr val="0077C1"/>
                </a:solidFill>
                <a:latin typeface="Calibri" pitchFamily="34" charset="0"/>
                <a:cs typeface="Arial" charset="0"/>
              </a:rPr>
              <a:t>6.000</a:t>
            </a:r>
            <a:r>
              <a:rPr lang="pt-BR" sz="1600" dirty="0" smtClean="0"/>
              <a:t> Servidores</a:t>
            </a:r>
          </a:p>
          <a:p>
            <a:pPr algn="ctr">
              <a:defRPr/>
            </a:pPr>
            <a:r>
              <a:rPr lang="pt-BR" sz="1600" b="1" dirty="0" smtClean="0">
                <a:solidFill>
                  <a:srgbClr val="0077C1"/>
                </a:solidFill>
                <a:latin typeface="Calibri" pitchFamily="34" charset="0"/>
                <a:cs typeface="Arial" charset="0"/>
              </a:rPr>
              <a:t>111</a:t>
            </a:r>
            <a:r>
              <a:rPr lang="pt-BR" sz="1600" dirty="0" smtClean="0"/>
              <a:t> Links MPLS</a:t>
            </a:r>
            <a:endParaRPr lang="pt-BR" sz="1600" dirty="0"/>
          </a:p>
        </p:txBody>
      </p:sp>
      <p:sp>
        <p:nvSpPr>
          <p:cNvPr id="55" name="Retângulo 54"/>
          <p:cNvSpPr/>
          <p:nvPr/>
        </p:nvSpPr>
        <p:spPr bwMode="auto">
          <a:xfrm>
            <a:off x="3214837" y="2149925"/>
            <a:ext cx="1980000" cy="720000"/>
          </a:xfrm>
          <a:prstGeom prst="rect">
            <a:avLst/>
          </a:prstGeom>
          <a:solidFill>
            <a:srgbClr val="F2B800">
              <a:alpha val="80000"/>
            </a:srgbClr>
          </a:solidFill>
          <a:ln w="9525">
            <a:solidFill>
              <a:srgbClr val="FFFFFF">
                <a:alpha val="54902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pt-BR" sz="1600" dirty="0" smtClean="0"/>
              <a:t>Maior rede </a:t>
            </a:r>
            <a:r>
              <a:rPr lang="pt-BR" sz="1600" b="1" dirty="0">
                <a:solidFill>
                  <a:srgbClr val="0077C1"/>
                </a:solidFill>
                <a:latin typeface="Calibri" pitchFamily="34" charset="0"/>
                <a:cs typeface="Arial" charset="0"/>
              </a:rPr>
              <a:t>MPLS</a:t>
            </a:r>
            <a:r>
              <a:rPr lang="pt-BR" sz="1600" dirty="0" smtClean="0"/>
              <a:t> (não banco) da América Latina</a:t>
            </a:r>
            <a:endParaRPr lang="pt-BR" sz="16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5124" y="2501191"/>
            <a:ext cx="2484000" cy="2869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0" name="Imagem 59"/>
          <p:cNvPicPr>
            <a:picLocks noChangeAspect="1"/>
          </p:cNvPicPr>
          <p:nvPr>
            <p:custDataLst>
              <p:tags r:id="rId8"/>
            </p:custDataLst>
          </p:nvPr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635" t="37038" r="21828" b="3021"/>
          <a:stretch/>
        </p:blipFill>
        <p:spPr bwMode="auto">
          <a:xfrm>
            <a:off x="555483" y="2037159"/>
            <a:ext cx="5633400" cy="33826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1" name="Imagem 60"/>
          <p:cNvPicPr>
            <a:picLocks noChangeAspect="1"/>
          </p:cNvPicPr>
          <p:nvPr>
            <p:custDataLst>
              <p:tags r:id="rId9"/>
            </p:custDataLst>
          </p:nvPr>
        </p:nvPicPr>
        <p:blipFill rotWithShape="1"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635" t="37038" r="21828" b="3021"/>
          <a:stretch/>
        </p:blipFill>
        <p:spPr bwMode="auto">
          <a:xfrm rot="10800000">
            <a:off x="1604136" y="3135788"/>
            <a:ext cx="5443604" cy="334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" name="Retângulo 29"/>
          <p:cNvSpPr/>
          <p:nvPr/>
        </p:nvSpPr>
        <p:spPr bwMode="auto">
          <a:xfrm>
            <a:off x="1075707" y="3341429"/>
            <a:ext cx="2952000" cy="720000"/>
          </a:xfrm>
          <a:prstGeom prst="rect">
            <a:avLst/>
          </a:prstGeom>
          <a:solidFill>
            <a:srgbClr val="F2B800">
              <a:alpha val="80000"/>
            </a:srgbClr>
          </a:solidFill>
          <a:ln w="9525">
            <a:solidFill>
              <a:srgbClr val="FFFFFF">
                <a:alpha val="54902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pt-BR" sz="1400" dirty="0" smtClean="0"/>
              <a:t>Atendimento a </a:t>
            </a:r>
            <a:r>
              <a:rPr lang="pt-BR" sz="1600" b="1" dirty="0" smtClean="0">
                <a:solidFill>
                  <a:srgbClr val="0077C1"/>
                </a:solidFill>
                <a:latin typeface="Calibri" pitchFamily="34" charset="0"/>
                <a:cs typeface="Arial" charset="0"/>
              </a:rPr>
              <a:t>100 </a:t>
            </a:r>
            <a:r>
              <a:rPr lang="pt-BR" sz="1600" b="1" dirty="0">
                <a:solidFill>
                  <a:srgbClr val="0077C1"/>
                </a:solidFill>
                <a:latin typeface="Calibri" pitchFamily="34" charset="0"/>
                <a:cs typeface="Arial" charset="0"/>
              </a:rPr>
              <a:t>milhões </a:t>
            </a:r>
            <a:r>
              <a:rPr lang="pt-BR" sz="1400" dirty="0" smtClean="0"/>
              <a:t>de ligações mês. Aprox. </a:t>
            </a:r>
            <a:r>
              <a:rPr lang="pt-BR" sz="1600" b="1" dirty="0">
                <a:solidFill>
                  <a:srgbClr val="0077C1"/>
                </a:solidFill>
                <a:latin typeface="Calibri" pitchFamily="34" charset="0"/>
                <a:cs typeface="Arial" charset="0"/>
              </a:rPr>
              <a:t>2 milhões DMM </a:t>
            </a:r>
            <a:r>
              <a:rPr lang="pt-BR" sz="1400" dirty="0" smtClean="0"/>
              <a:t>(dia de maior movimento)</a:t>
            </a:r>
            <a:endParaRPr lang="pt-BR" sz="1400" dirty="0"/>
          </a:p>
        </p:txBody>
      </p:sp>
      <p:sp>
        <p:nvSpPr>
          <p:cNvPr id="28" name="Retângulo 27"/>
          <p:cNvSpPr/>
          <p:nvPr/>
        </p:nvSpPr>
        <p:spPr bwMode="auto">
          <a:xfrm>
            <a:off x="2523362" y="5653554"/>
            <a:ext cx="1980000" cy="720000"/>
          </a:xfrm>
          <a:prstGeom prst="rect">
            <a:avLst/>
          </a:prstGeom>
          <a:solidFill>
            <a:srgbClr val="F2B800">
              <a:alpha val="80000"/>
            </a:srgbClr>
          </a:solidFill>
          <a:ln w="9525">
            <a:solidFill>
              <a:srgbClr val="FFFFFF">
                <a:alpha val="54902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pt-BR" sz="1600" dirty="0" smtClean="0"/>
              <a:t>Maior rede </a:t>
            </a:r>
            <a:r>
              <a:rPr lang="pt-BR" sz="1600" b="1" dirty="0">
                <a:solidFill>
                  <a:srgbClr val="0077C1"/>
                </a:solidFill>
                <a:latin typeface="Calibri" pitchFamily="34" charset="0"/>
                <a:cs typeface="Arial" charset="0"/>
              </a:rPr>
              <a:t>SIP</a:t>
            </a:r>
            <a:r>
              <a:rPr lang="pt-BR" sz="1600" dirty="0" smtClean="0"/>
              <a:t> (</a:t>
            </a:r>
            <a:r>
              <a:rPr lang="pt-BR" sz="1600" dirty="0" err="1" smtClean="0"/>
              <a:t>Simple</a:t>
            </a:r>
            <a:r>
              <a:rPr lang="pt-BR" sz="1600" dirty="0" smtClean="0"/>
              <a:t> IP </a:t>
            </a:r>
            <a:r>
              <a:rPr lang="pt-BR" sz="1600" dirty="0" err="1" smtClean="0"/>
              <a:t>Protocol</a:t>
            </a:r>
            <a:r>
              <a:rPr lang="pt-BR" sz="1600" dirty="0" smtClean="0"/>
              <a:t>) do mundo - </a:t>
            </a:r>
            <a:r>
              <a:rPr lang="pt-BR" sz="1600" dirty="0" err="1" smtClean="0"/>
              <a:t>Avaya</a:t>
            </a:r>
            <a:endParaRPr lang="pt-BR" sz="1600" dirty="0"/>
          </a:p>
        </p:txBody>
      </p:sp>
      <p:sp>
        <p:nvSpPr>
          <p:cNvPr id="29" name="Retângulo 28"/>
          <p:cNvSpPr/>
          <p:nvPr/>
        </p:nvSpPr>
        <p:spPr bwMode="auto">
          <a:xfrm>
            <a:off x="691963" y="4456438"/>
            <a:ext cx="2160000" cy="720000"/>
          </a:xfrm>
          <a:prstGeom prst="rect">
            <a:avLst/>
          </a:prstGeom>
          <a:solidFill>
            <a:srgbClr val="F2B800">
              <a:alpha val="80000"/>
            </a:srgbClr>
          </a:solidFill>
          <a:ln w="9525">
            <a:solidFill>
              <a:srgbClr val="FFFFFF">
                <a:alpha val="54902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pt-BR" sz="1200" dirty="0" smtClean="0"/>
              <a:t>Maior case de </a:t>
            </a:r>
            <a:r>
              <a:rPr lang="pt-BR" sz="1600" b="1" dirty="0">
                <a:solidFill>
                  <a:srgbClr val="0077C1"/>
                </a:solidFill>
                <a:latin typeface="Calibri" pitchFamily="34" charset="0"/>
                <a:cs typeface="Arial" charset="0"/>
              </a:rPr>
              <a:t>virtualização</a:t>
            </a:r>
            <a:r>
              <a:rPr lang="pt-BR" sz="1200" dirty="0" smtClean="0"/>
              <a:t> em VMWARE da América Latina  (certificado pela DELL)</a:t>
            </a:r>
            <a:endParaRPr lang="pt-BR" sz="1200" dirty="0"/>
          </a:p>
        </p:txBody>
      </p:sp>
      <p:sp>
        <p:nvSpPr>
          <p:cNvPr id="45" name="Retângulo 44"/>
          <p:cNvSpPr/>
          <p:nvPr/>
        </p:nvSpPr>
        <p:spPr bwMode="auto">
          <a:xfrm>
            <a:off x="5105320" y="5757308"/>
            <a:ext cx="1980000" cy="720000"/>
          </a:xfrm>
          <a:prstGeom prst="rect">
            <a:avLst/>
          </a:prstGeom>
          <a:solidFill>
            <a:srgbClr val="F2B800">
              <a:alpha val="80000"/>
            </a:srgbClr>
          </a:solidFill>
          <a:ln w="9525">
            <a:solidFill>
              <a:srgbClr val="FFFFFF">
                <a:alpha val="54902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pt-BR" sz="1200" dirty="0" smtClean="0"/>
              <a:t>Desenvolvedores especializados em </a:t>
            </a:r>
            <a:r>
              <a:rPr lang="pt-BR" sz="1200" dirty="0" err="1" smtClean="0"/>
              <a:t>Avaya</a:t>
            </a:r>
            <a:r>
              <a:rPr lang="pt-BR" sz="1200" dirty="0" smtClean="0"/>
              <a:t>, </a:t>
            </a:r>
            <a:r>
              <a:rPr lang="pt-BR" sz="1200" dirty="0" err="1" smtClean="0"/>
              <a:t>Genesys</a:t>
            </a:r>
            <a:r>
              <a:rPr lang="pt-BR" sz="1200" dirty="0" smtClean="0"/>
              <a:t>, Discadores, BPM, integradores</a:t>
            </a:r>
            <a:endParaRPr lang="pt-BR" sz="1200" dirty="0"/>
          </a:p>
        </p:txBody>
      </p:sp>
      <p:sp>
        <p:nvSpPr>
          <p:cNvPr id="44" name="Retângulo 43"/>
          <p:cNvSpPr/>
          <p:nvPr/>
        </p:nvSpPr>
        <p:spPr bwMode="auto">
          <a:xfrm>
            <a:off x="4880337" y="3179226"/>
            <a:ext cx="1980000" cy="720000"/>
          </a:xfrm>
          <a:prstGeom prst="rect">
            <a:avLst/>
          </a:prstGeom>
          <a:solidFill>
            <a:srgbClr val="F2B800">
              <a:alpha val="80000"/>
            </a:srgbClr>
          </a:solidFill>
          <a:ln w="9525">
            <a:solidFill>
              <a:srgbClr val="FFFFFF">
                <a:alpha val="54902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pt-BR" sz="1400" dirty="0" smtClean="0"/>
              <a:t>Maior e mais qualificada equipe de suporte a </a:t>
            </a:r>
            <a:r>
              <a:rPr lang="pt-BR" sz="1400" b="1" dirty="0">
                <a:solidFill>
                  <a:srgbClr val="0077C1"/>
                </a:solidFill>
                <a:latin typeface="Calibri" pitchFamily="34" charset="0"/>
                <a:cs typeface="Arial" charset="0"/>
              </a:rPr>
              <a:t>URA</a:t>
            </a:r>
            <a:r>
              <a:rPr lang="pt-BR" sz="1400" dirty="0" smtClean="0"/>
              <a:t> no Brasil</a:t>
            </a:r>
            <a:endParaRPr lang="pt-BR" sz="1400" dirty="0"/>
          </a:p>
        </p:txBody>
      </p:sp>
      <p:sp>
        <p:nvSpPr>
          <p:cNvPr id="62" name="Retângulo 61"/>
          <p:cNvSpPr/>
          <p:nvPr/>
        </p:nvSpPr>
        <p:spPr bwMode="auto">
          <a:xfrm>
            <a:off x="5941960" y="4575706"/>
            <a:ext cx="1980000" cy="720000"/>
          </a:xfrm>
          <a:prstGeom prst="rect">
            <a:avLst/>
          </a:prstGeom>
          <a:solidFill>
            <a:srgbClr val="F2B800">
              <a:alpha val="80000"/>
            </a:srgbClr>
          </a:solidFill>
          <a:ln w="9525">
            <a:solidFill>
              <a:srgbClr val="FFFFFF">
                <a:alpha val="54902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pt-BR" sz="1600" dirty="0" smtClean="0"/>
              <a:t>Maior integrador NICE RTI do mundo</a:t>
            </a:r>
            <a:endParaRPr lang="pt-BR" sz="1600" dirty="0"/>
          </a:p>
        </p:txBody>
      </p:sp>
      <p:sp>
        <p:nvSpPr>
          <p:cNvPr id="32" name="Retângulo 31"/>
          <p:cNvSpPr/>
          <p:nvPr/>
        </p:nvSpPr>
        <p:spPr bwMode="auto">
          <a:xfrm>
            <a:off x="3667139" y="4459464"/>
            <a:ext cx="1980000" cy="720000"/>
          </a:xfrm>
          <a:prstGeom prst="rect">
            <a:avLst/>
          </a:prstGeom>
          <a:solidFill>
            <a:srgbClr val="F2B800">
              <a:alpha val="80000"/>
            </a:srgbClr>
          </a:solidFill>
          <a:ln w="9525">
            <a:solidFill>
              <a:srgbClr val="FFFFFF">
                <a:alpha val="54902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pt-BR" sz="1400" dirty="0" smtClean="0"/>
              <a:t>Atendimento de  </a:t>
            </a:r>
            <a:r>
              <a:rPr lang="pt-BR" sz="1600" b="1" dirty="0">
                <a:solidFill>
                  <a:srgbClr val="0077C1"/>
                </a:solidFill>
                <a:latin typeface="Calibri" pitchFamily="34" charset="0"/>
                <a:cs typeface="Arial" charset="0"/>
              </a:rPr>
              <a:t>60 mil </a:t>
            </a:r>
            <a:r>
              <a:rPr lang="pt-BR" sz="1400" dirty="0" smtClean="0"/>
              <a:t>chamados de TI/mês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1970374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984" y="1201490"/>
            <a:ext cx="6343365" cy="50801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Texto Explicativo 1 (Ênfase) 1"/>
          <p:cNvSpPr/>
          <p:nvPr/>
        </p:nvSpPr>
        <p:spPr>
          <a:xfrm>
            <a:off x="6059756" y="3728692"/>
            <a:ext cx="2115879" cy="297222"/>
          </a:xfrm>
          <a:prstGeom prst="accentCallout1">
            <a:avLst>
              <a:gd name="adj1" fmla="val 18750"/>
              <a:gd name="adj2" fmla="val -2806"/>
              <a:gd name="adj3" fmla="val -65993"/>
              <a:gd name="adj4" fmla="val -67301"/>
            </a:avLst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200" dirty="0" smtClean="0">
                <a:solidFill>
                  <a:schemeClr val="tx2">
                    <a:lumMod val="50000"/>
                  </a:schemeClr>
                </a:solidFill>
              </a:rPr>
              <a:t>SALVADOR</a:t>
            </a:r>
          </a:p>
          <a:p>
            <a:r>
              <a:rPr lang="pt-BR" sz="1200" dirty="0" smtClean="0">
                <a:solidFill>
                  <a:schemeClr val="tx2">
                    <a:lumMod val="50000"/>
                  </a:schemeClr>
                </a:solidFill>
              </a:rPr>
              <a:t>4 Sites – 7.398 </a:t>
            </a:r>
            <a:r>
              <a:rPr lang="pt-BR" sz="1200" dirty="0" err="1" smtClean="0">
                <a:solidFill>
                  <a:schemeClr val="tx2">
                    <a:lumMod val="50000"/>
                  </a:schemeClr>
                </a:solidFill>
              </a:rPr>
              <a:t>PA´s</a:t>
            </a:r>
            <a:endParaRPr lang="pt-BR" sz="12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" name="Texto Explicativo 1 (Ênfase) 3"/>
          <p:cNvSpPr/>
          <p:nvPr/>
        </p:nvSpPr>
        <p:spPr>
          <a:xfrm>
            <a:off x="5562956" y="2069803"/>
            <a:ext cx="2115879" cy="297222"/>
          </a:xfrm>
          <a:prstGeom prst="accentCallout1">
            <a:avLst>
              <a:gd name="adj1" fmla="val 18750"/>
              <a:gd name="adj2" fmla="val -2303"/>
              <a:gd name="adj3" fmla="val 102662"/>
              <a:gd name="adj4" fmla="val -39662"/>
            </a:avLst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200" dirty="0" smtClean="0">
                <a:solidFill>
                  <a:schemeClr val="tx2">
                    <a:lumMod val="50000"/>
                  </a:schemeClr>
                </a:solidFill>
              </a:rPr>
              <a:t>FORTALEZA</a:t>
            </a:r>
          </a:p>
          <a:p>
            <a:r>
              <a:rPr lang="pt-BR" sz="1200" dirty="0">
                <a:solidFill>
                  <a:schemeClr val="tx2">
                    <a:lumMod val="50000"/>
                  </a:schemeClr>
                </a:solidFill>
              </a:rPr>
              <a:t>3</a:t>
            </a:r>
            <a:r>
              <a:rPr lang="pt-BR" sz="1200" dirty="0" smtClean="0">
                <a:solidFill>
                  <a:schemeClr val="tx2">
                    <a:lumMod val="50000"/>
                  </a:schemeClr>
                </a:solidFill>
              </a:rPr>
              <a:t> Sites – 5.373 </a:t>
            </a:r>
            <a:r>
              <a:rPr lang="pt-BR" sz="1200" dirty="0" err="1" smtClean="0">
                <a:solidFill>
                  <a:schemeClr val="tx2">
                    <a:lumMod val="50000"/>
                  </a:schemeClr>
                </a:solidFill>
              </a:rPr>
              <a:t>PA´s</a:t>
            </a:r>
            <a:endParaRPr lang="pt-BR" sz="12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" name="Texto Explicativo 1 (Ênfase) 4"/>
          <p:cNvSpPr/>
          <p:nvPr/>
        </p:nvSpPr>
        <p:spPr>
          <a:xfrm>
            <a:off x="6191003" y="2622244"/>
            <a:ext cx="2115879" cy="297222"/>
          </a:xfrm>
          <a:prstGeom prst="accentCallout1">
            <a:avLst>
              <a:gd name="adj1" fmla="val 18750"/>
              <a:gd name="adj2" fmla="val -1298"/>
              <a:gd name="adj3" fmla="val 47213"/>
              <a:gd name="adj4" fmla="val -50938"/>
            </a:avLst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200" dirty="0" smtClean="0">
                <a:solidFill>
                  <a:schemeClr val="tx2">
                    <a:lumMod val="50000"/>
                  </a:schemeClr>
                </a:solidFill>
              </a:rPr>
              <a:t>JOÃO PESSOA</a:t>
            </a:r>
          </a:p>
          <a:p>
            <a:r>
              <a:rPr lang="pt-BR" sz="1200" dirty="0" smtClean="0">
                <a:solidFill>
                  <a:schemeClr val="tx2">
                    <a:lumMod val="50000"/>
                  </a:schemeClr>
                </a:solidFill>
              </a:rPr>
              <a:t>1 Site – 1.518 </a:t>
            </a:r>
            <a:r>
              <a:rPr lang="pt-BR" sz="1200" dirty="0" err="1" smtClean="0">
                <a:solidFill>
                  <a:schemeClr val="tx2">
                    <a:lumMod val="50000"/>
                  </a:schemeClr>
                </a:solidFill>
              </a:rPr>
              <a:t>PA´s</a:t>
            </a:r>
            <a:endParaRPr lang="pt-BR" sz="12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6" name="Texto Explicativo 1 (Ênfase) 5"/>
          <p:cNvSpPr/>
          <p:nvPr/>
        </p:nvSpPr>
        <p:spPr>
          <a:xfrm>
            <a:off x="6373293" y="3232510"/>
            <a:ext cx="2115879" cy="297222"/>
          </a:xfrm>
          <a:prstGeom prst="accentCallout1">
            <a:avLst>
              <a:gd name="adj1" fmla="val 15173"/>
              <a:gd name="adj2" fmla="val -293"/>
              <a:gd name="adj3" fmla="val -87757"/>
              <a:gd name="adj4" fmla="val -62652"/>
            </a:avLst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200" dirty="0" smtClean="0">
                <a:solidFill>
                  <a:schemeClr val="tx2">
                    <a:lumMod val="50000"/>
                  </a:schemeClr>
                </a:solidFill>
              </a:rPr>
              <a:t>RECIFE</a:t>
            </a:r>
          </a:p>
          <a:p>
            <a:r>
              <a:rPr lang="pt-BR" sz="1200" dirty="0" smtClean="0">
                <a:solidFill>
                  <a:schemeClr val="tx2">
                    <a:lumMod val="50000"/>
                  </a:schemeClr>
                </a:solidFill>
              </a:rPr>
              <a:t>4 Sites – 9.735 </a:t>
            </a:r>
            <a:r>
              <a:rPr lang="pt-BR" sz="1200" dirty="0" err="1" smtClean="0">
                <a:solidFill>
                  <a:schemeClr val="tx2">
                    <a:lumMod val="50000"/>
                  </a:schemeClr>
                </a:solidFill>
              </a:rPr>
              <a:t>PA´s</a:t>
            </a:r>
            <a:endParaRPr lang="pt-BR" sz="12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7" name="Texto Explicativo 1 (Ênfase) 6"/>
          <p:cNvSpPr/>
          <p:nvPr/>
        </p:nvSpPr>
        <p:spPr>
          <a:xfrm>
            <a:off x="5785613" y="4208598"/>
            <a:ext cx="2115879" cy="297222"/>
          </a:xfrm>
          <a:prstGeom prst="accentCallout1">
            <a:avLst>
              <a:gd name="adj1" fmla="val 18750"/>
              <a:gd name="adj2" fmla="val -3308"/>
              <a:gd name="adj3" fmla="val -13824"/>
              <a:gd name="adj4" fmla="val -66620"/>
            </a:avLst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200" dirty="0" smtClean="0">
                <a:solidFill>
                  <a:schemeClr val="tx2">
                    <a:lumMod val="50000"/>
                  </a:schemeClr>
                </a:solidFill>
              </a:rPr>
              <a:t>MINAS GERAIS</a:t>
            </a:r>
          </a:p>
          <a:p>
            <a:r>
              <a:rPr lang="pt-BR" sz="1200" dirty="0">
                <a:solidFill>
                  <a:schemeClr val="tx2">
                    <a:lumMod val="50000"/>
                  </a:schemeClr>
                </a:solidFill>
              </a:rPr>
              <a:t>2</a:t>
            </a:r>
            <a:r>
              <a:rPr lang="pt-BR" sz="1200" dirty="0" smtClean="0">
                <a:solidFill>
                  <a:schemeClr val="tx2">
                    <a:lumMod val="50000"/>
                  </a:schemeClr>
                </a:solidFill>
              </a:rPr>
              <a:t> Sites – 3.747 </a:t>
            </a:r>
            <a:r>
              <a:rPr lang="pt-BR" sz="1200" dirty="0" err="1" smtClean="0">
                <a:solidFill>
                  <a:schemeClr val="tx2">
                    <a:lumMod val="50000"/>
                  </a:schemeClr>
                </a:solidFill>
              </a:rPr>
              <a:t>PA´s</a:t>
            </a:r>
            <a:endParaRPr lang="pt-BR" sz="12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8" name="Texto Explicativo 1 (Ênfase) 7"/>
          <p:cNvSpPr/>
          <p:nvPr/>
        </p:nvSpPr>
        <p:spPr>
          <a:xfrm>
            <a:off x="5534033" y="4676344"/>
            <a:ext cx="2115879" cy="297222"/>
          </a:xfrm>
          <a:prstGeom prst="accentCallout1">
            <a:avLst>
              <a:gd name="adj1" fmla="val 18750"/>
              <a:gd name="adj2" fmla="val -2805"/>
              <a:gd name="adj3" fmla="val -24705"/>
              <a:gd name="adj4" fmla="val -53251"/>
            </a:avLst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200" dirty="0" smtClean="0">
                <a:solidFill>
                  <a:schemeClr val="tx2">
                    <a:lumMod val="50000"/>
                  </a:schemeClr>
                </a:solidFill>
              </a:rPr>
              <a:t>RIO DE JANEIRO / NITEROI</a:t>
            </a:r>
          </a:p>
          <a:p>
            <a:r>
              <a:rPr lang="pt-BR" sz="1200" dirty="0" smtClean="0">
                <a:solidFill>
                  <a:schemeClr val="tx2">
                    <a:lumMod val="50000"/>
                  </a:schemeClr>
                </a:solidFill>
              </a:rPr>
              <a:t>7 Sites – 6.948 </a:t>
            </a:r>
            <a:r>
              <a:rPr lang="pt-BR" sz="1200" dirty="0" err="1" smtClean="0">
                <a:solidFill>
                  <a:schemeClr val="tx2">
                    <a:lumMod val="50000"/>
                  </a:schemeClr>
                </a:solidFill>
              </a:rPr>
              <a:t>PA´s</a:t>
            </a:r>
            <a:endParaRPr lang="pt-BR" sz="12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" name="Texto Explicativo 1 (Ênfase) 8"/>
          <p:cNvSpPr/>
          <p:nvPr/>
        </p:nvSpPr>
        <p:spPr>
          <a:xfrm>
            <a:off x="5192317" y="5148642"/>
            <a:ext cx="2115879" cy="297222"/>
          </a:xfrm>
          <a:prstGeom prst="accentCallout1">
            <a:avLst>
              <a:gd name="adj1" fmla="val 15173"/>
              <a:gd name="adj2" fmla="val -2805"/>
              <a:gd name="adj3" fmla="val -118685"/>
              <a:gd name="adj4" fmla="val -70965"/>
            </a:avLst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200" dirty="0" smtClean="0">
                <a:solidFill>
                  <a:schemeClr val="tx2">
                    <a:lumMod val="50000"/>
                  </a:schemeClr>
                </a:solidFill>
              </a:rPr>
              <a:t>SÃO PAULO / 	CAMPINAS</a:t>
            </a:r>
          </a:p>
          <a:p>
            <a:r>
              <a:rPr lang="pt-BR" sz="1200" dirty="0" smtClean="0">
                <a:solidFill>
                  <a:schemeClr val="tx2">
                    <a:lumMod val="50000"/>
                  </a:schemeClr>
                </a:solidFill>
              </a:rPr>
              <a:t>7 Sites – 11.082 </a:t>
            </a:r>
            <a:r>
              <a:rPr lang="pt-BR" sz="1200" dirty="0" err="1" smtClean="0">
                <a:solidFill>
                  <a:schemeClr val="tx2">
                    <a:lumMod val="50000"/>
                  </a:schemeClr>
                </a:solidFill>
              </a:rPr>
              <a:t>PA´s</a:t>
            </a:r>
            <a:endParaRPr lang="pt-BR" sz="12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5" name="Texto Explicativo 1 (Ênfase) 14"/>
          <p:cNvSpPr/>
          <p:nvPr/>
        </p:nvSpPr>
        <p:spPr>
          <a:xfrm>
            <a:off x="3962332" y="5841576"/>
            <a:ext cx="2115879" cy="297222"/>
          </a:xfrm>
          <a:prstGeom prst="accentCallout1">
            <a:avLst>
              <a:gd name="adj1" fmla="val 15173"/>
              <a:gd name="adj2" fmla="val -2805"/>
              <a:gd name="adj3" fmla="val -149017"/>
              <a:gd name="adj4" fmla="val -20892"/>
            </a:avLst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200" dirty="0" smtClean="0">
                <a:solidFill>
                  <a:schemeClr val="tx2">
                    <a:lumMod val="50000"/>
                  </a:schemeClr>
                </a:solidFill>
              </a:rPr>
              <a:t>JOINVILLE</a:t>
            </a:r>
          </a:p>
          <a:p>
            <a:r>
              <a:rPr lang="pt-BR" sz="1200" dirty="0">
                <a:solidFill>
                  <a:schemeClr val="tx2">
                    <a:lumMod val="50000"/>
                  </a:schemeClr>
                </a:solidFill>
              </a:rPr>
              <a:t>1</a:t>
            </a:r>
            <a:r>
              <a:rPr lang="pt-BR" sz="1200" dirty="0" smtClean="0">
                <a:solidFill>
                  <a:schemeClr val="tx2">
                    <a:lumMod val="50000"/>
                  </a:schemeClr>
                </a:solidFill>
              </a:rPr>
              <a:t> Site – 594 </a:t>
            </a:r>
            <a:r>
              <a:rPr lang="pt-BR" sz="1200" dirty="0" err="1" smtClean="0">
                <a:solidFill>
                  <a:schemeClr val="tx2">
                    <a:lumMod val="50000"/>
                  </a:schemeClr>
                </a:solidFill>
              </a:rPr>
              <a:t>PA´s</a:t>
            </a:r>
            <a:endParaRPr lang="pt-BR" sz="12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6" name="Texto Explicativo 1 (Ênfase) 15"/>
          <p:cNvSpPr/>
          <p:nvPr/>
        </p:nvSpPr>
        <p:spPr>
          <a:xfrm>
            <a:off x="3389919" y="6310750"/>
            <a:ext cx="2115879" cy="297222"/>
          </a:xfrm>
          <a:prstGeom prst="accentCallout1">
            <a:avLst>
              <a:gd name="adj1" fmla="val 15173"/>
              <a:gd name="adj2" fmla="val -2805"/>
              <a:gd name="adj3" fmla="val -178605"/>
              <a:gd name="adj4" fmla="val -16977"/>
            </a:avLst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200" dirty="0" smtClean="0">
                <a:solidFill>
                  <a:schemeClr val="tx2">
                    <a:lumMod val="50000"/>
                  </a:schemeClr>
                </a:solidFill>
              </a:rPr>
              <a:t>PORTO ALEGRE</a:t>
            </a:r>
          </a:p>
          <a:p>
            <a:r>
              <a:rPr lang="pt-BR" sz="1200" dirty="0" smtClean="0">
                <a:solidFill>
                  <a:schemeClr val="tx2">
                    <a:lumMod val="50000"/>
                  </a:schemeClr>
                </a:solidFill>
              </a:rPr>
              <a:t>2 Sites – 1.989 </a:t>
            </a:r>
            <a:r>
              <a:rPr lang="pt-BR" sz="1200" dirty="0" err="1" smtClean="0">
                <a:solidFill>
                  <a:schemeClr val="tx2">
                    <a:lumMod val="50000"/>
                  </a:schemeClr>
                </a:solidFill>
              </a:rPr>
              <a:t>PA´s</a:t>
            </a:r>
            <a:endParaRPr lang="pt-BR" sz="1200" dirty="0">
              <a:solidFill>
                <a:schemeClr val="tx2">
                  <a:lumMod val="50000"/>
                </a:schemeClr>
              </a:solidFill>
            </a:endParaRPr>
          </a:p>
        </p:txBody>
      </p:sp>
      <p:graphicFrame>
        <p:nvGraphicFramePr>
          <p:cNvPr id="17" name="Tabela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966795"/>
              </p:ext>
            </p:extLst>
          </p:nvPr>
        </p:nvGraphicFramePr>
        <p:xfrm>
          <a:off x="7248942" y="866210"/>
          <a:ext cx="1368152" cy="670560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1368152"/>
              </a:tblGrid>
              <a:tr h="183343">
                <a:tc>
                  <a:txBody>
                    <a:bodyPr/>
                    <a:lstStyle/>
                    <a:p>
                      <a:pPr defTabSz="360000"/>
                      <a:r>
                        <a:rPr lang="pt-BR" sz="1600" b="1" dirty="0" smtClean="0">
                          <a:solidFill>
                            <a:schemeClr val="tx1"/>
                          </a:solidFill>
                          <a:effectLst/>
                        </a:rPr>
                        <a:t>  32 Sites</a:t>
                      </a:r>
                      <a:endParaRPr lang="pt-BR" sz="16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/>
                </a:tc>
              </a:tr>
              <a:tr h="183343">
                <a:tc>
                  <a:txBody>
                    <a:bodyPr/>
                    <a:lstStyle/>
                    <a:p>
                      <a:pPr defTabSz="360000"/>
                      <a:r>
                        <a:rPr lang="pt-BR" sz="1600" b="1" dirty="0" smtClean="0">
                          <a:solidFill>
                            <a:schemeClr val="tx1"/>
                          </a:solidFill>
                          <a:effectLst/>
                        </a:rPr>
                        <a:t>  50.948 </a:t>
                      </a:r>
                      <a:r>
                        <a:rPr lang="pt-BR" sz="1600" b="1" dirty="0" err="1" smtClean="0">
                          <a:solidFill>
                            <a:schemeClr val="tx1"/>
                          </a:solidFill>
                          <a:effectLst/>
                        </a:rPr>
                        <a:t>PA´s</a:t>
                      </a:r>
                      <a:endParaRPr lang="pt-BR" sz="16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9" name="Texto Explicativo 1 (Ênfase) 18"/>
          <p:cNvSpPr/>
          <p:nvPr/>
        </p:nvSpPr>
        <p:spPr>
          <a:xfrm>
            <a:off x="4839892" y="1611936"/>
            <a:ext cx="2115879" cy="297222"/>
          </a:xfrm>
          <a:prstGeom prst="accentCallout1">
            <a:avLst>
              <a:gd name="adj1" fmla="val 18750"/>
              <a:gd name="adj2" fmla="val -2303"/>
              <a:gd name="adj3" fmla="val 471199"/>
              <a:gd name="adj4" fmla="val -192268"/>
            </a:avLst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200" dirty="0" smtClean="0">
                <a:solidFill>
                  <a:schemeClr val="tx2">
                    <a:lumMod val="50000"/>
                  </a:schemeClr>
                </a:solidFill>
              </a:rPr>
              <a:t>ACRE</a:t>
            </a:r>
          </a:p>
          <a:p>
            <a:r>
              <a:rPr lang="pt-BR" sz="1200" dirty="0" smtClean="0">
                <a:solidFill>
                  <a:schemeClr val="tx2">
                    <a:lumMod val="50000"/>
                  </a:schemeClr>
                </a:solidFill>
              </a:rPr>
              <a:t>1 Site – 1.012 </a:t>
            </a:r>
            <a:r>
              <a:rPr lang="pt-BR" sz="1200" dirty="0" err="1" smtClean="0">
                <a:solidFill>
                  <a:schemeClr val="tx2">
                    <a:lumMod val="50000"/>
                  </a:schemeClr>
                </a:solidFill>
              </a:rPr>
              <a:t>PA´s</a:t>
            </a:r>
            <a:endParaRPr lang="pt-BR" sz="12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0" name="Texto Explicativo 1 (Ênfase) 19"/>
          <p:cNvSpPr/>
          <p:nvPr/>
        </p:nvSpPr>
        <p:spPr>
          <a:xfrm>
            <a:off x="4839892" y="5576778"/>
            <a:ext cx="2115879" cy="297222"/>
          </a:xfrm>
          <a:prstGeom prst="accentCallout1">
            <a:avLst>
              <a:gd name="adj1" fmla="val 15173"/>
              <a:gd name="adj2" fmla="val -2805"/>
              <a:gd name="adj3" fmla="val -166755"/>
              <a:gd name="adj4" fmla="val -64662"/>
            </a:avLst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200" dirty="0" smtClean="0">
                <a:solidFill>
                  <a:schemeClr val="tx2">
                    <a:lumMod val="50000"/>
                  </a:schemeClr>
                </a:solidFill>
              </a:rPr>
              <a:t>PARANA</a:t>
            </a:r>
          </a:p>
          <a:p>
            <a:r>
              <a:rPr lang="pt-BR" sz="1200" dirty="0" smtClean="0">
                <a:solidFill>
                  <a:schemeClr val="tx2">
                    <a:lumMod val="50000"/>
                  </a:schemeClr>
                </a:solidFill>
              </a:rPr>
              <a:t>4 Sites – 1.552 </a:t>
            </a:r>
            <a:r>
              <a:rPr lang="pt-BR" sz="1200" dirty="0" err="1" smtClean="0">
                <a:solidFill>
                  <a:schemeClr val="tx2">
                    <a:lumMod val="50000"/>
                  </a:schemeClr>
                </a:solidFill>
              </a:rPr>
              <a:t>PA´s</a:t>
            </a:r>
            <a:endParaRPr lang="pt-BR" sz="1200" dirty="0">
              <a:solidFill>
                <a:schemeClr val="tx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7701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tângulo de cantos arredondados 96"/>
          <p:cNvSpPr/>
          <p:nvPr/>
        </p:nvSpPr>
        <p:spPr>
          <a:xfrm>
            <a:off x="1774208" y="3030855"/>
            <a:ext cx="4600423" cy="363030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8" name="Retângulo de cantos arredondados 97"/>
          <p:cNvSpPr/>
          <p:nvPr/>
        </p:nvSpPr>
        <p:spPr>
          <a:xfrm>
            <a:off x="6524761" y="3033127"/>
            <a:ext cx="2539674" cy="363030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 de cantos arredondados 9"/>
          <p:cNvSpPr/>
          <p:nvPr/>
        </p:nvSpPr>
        <p:spPr>
          <a:xfrm>
            <a:off x="109182" y="3029803"/>
            <a:ext cx="1531154" cy="363030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" name="TextBox 2"/>
          <p:cNvSpPr txBox="1"/>
          <p:nvPr/>
        </p:nvSpPr>
        <p:spPr>
          <a:xfrm>
            <a:off x="2373792" y="609722"/>
            <a:ext cx="44937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cap="small" dirty="0" smtClean="0">
                <a:solidFill>
                  <a:srgbClr val="00497A"/>
                </a:solidFill>
                <a:latin typeface="Franklin Gothic Book"/>
                <a:cs typeface="Franklin Gothic Book"/>
              </a:rPr>
              <a:t>Estrutura Organizacional – </a:t>
            </a:r>
            <a:r>
              <a:rPr lang="pt-BR" sz="1400" b="1" cap="small" dirty="0">
                <a:solidFill>
                  <a:srgbClr val="00497A"/>
                </a:solidFill>
                <a:latin typeface="Franklin Gothic Book"/>
                <a:cs typeface="Franklin Gothic Book"/>
              </a:rPr>
              <a:t>J</a:t>
            </a:r>
            <a:r>
              <a:rPr lang="pt-BR" sz="1400" b="1" cap="small" dirty="0" smtClean="0">
                <a:solidFill>
                  <a:srgbClr val="00497A"/>
                </a:solidFill>
                <a:latin typeface="Franklin Gothic Book"/>
                <a:cs typeface="Franklin Gothic Book"/>
              </a:rPr>
              <a:t>ul. 2015</a:t>
            </a:r>
            <a:endParaRPr lang="pt-BR" sz="2400" b="1" cap="small" dirty="0" smtClean="0">
              <a:solidFill>
                <a:srgbClr val="00497A"/>
              </a:solidFill>
              <a:latin typeface="Franklin Gothic Book"/>
              <a:cs typeface="Franklin Gothic Book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0" y="359580"/>
            <a:ext cx="9144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cap="all" dirty="0" smtClean="0">
                <a:solidFill>
                  <a:schemeClr val="bg1">
                    <a:lumMod val="65000"/>
                  </a:schemeClr>
                </a:solidFill>
                <a:latin typeface="Franklin Gothic Book"/>
                <a:cs typeface="Franklin Gothic Book"/>
              </a:rPr>
              <a:t>ORGANOGRAMA - TI</a:t>
            </a:r>
            <a:endParaRPr lang="pt-BR" sz="1200" cap="all" dirty="0" smtClean="0">
              <a:solidFill>
                <a:schemeClr val="bg1">
                  <a:lumMod val="65000"/>
                </a:schemeClr>
              </a:solidFill>
              <a:latin typeface="Franklin Gothic Book"/>
              <a:cs typeface="Franklin Gothic Book"/>
            </a:endParaRPr>
          </a:p>
        </p:txBody>
      </p:sp>
      <p:cxnSp>
        <p:nvCxnSpPr>
          <p:cNvPr id="34" name="Conector angulado 33"/>
          <p:cNvCxnSpPr>
            <a:stCxn id="37" idx="1"/>
            <a:endCxn id="55" idx="2"/>
          </p:cNvCxnSpPr>
          <p:nvPr/>
        </p:nvCxnSpPr>
        <p:spPr>
          <a:xfrm rot="10800000">
            <a:off x="4448488" y="2156345"/>
            <a:ext cx="1296144" cy="319847"/>
          </a:xfrm>
          <a:prstGeom prst="bentConnector2">
            <a:avLst/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ector angulado 34"/>
          <p:cNvCxnSpPr>
            <a:stCxn id="55" idx="2"/>
            <a:endCxn id="36" idx="3"/>
          </p:cNvCxnSpPr>
          <p:nvPr/>
        </p:nvCxnSpPr>
        <p:spPr>
          <a:xfrm rot="5400000">
            <a:off x="3514489" y="1542191"/>
            <a:ext cx="319847" cy="1548152"/>
          </a:xfrm>
          <a:prstGeom prst="bentConnector2">
            <a:avLst/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tângulo 35">
            <a:hlinkClick r:id="" action="ppaction://noaction"/>
          </p:cNvPr>
          <p:cNvSpPr/>
          <p:nvPr/>
        </p:nvSpPr>
        <p:spPr>
          <a:xfrm>
            <a:off x="1640336" y="2242191"/>
            <a:ext cx="1260000" cy="46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r>
              <a:rPr lang="pt-BR" sz="900" b="1" dirty="0" smtClean="0">
                <a:solidFill>
                  <a:schemeClr val="tx2">
                    <a:lumMod val="50000"/>
                  </a:schemeClr>
                </a:solidFill>
              </a:rPr>
              <a:t>Governança TI</a:t>
            </a:r>
          </a:p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r>
              <a:rPr lang="pt-BR" sz="900" dirty="0" smtClean="0">
                <a:solidFill>
                  <a:schemeClr val="tx2">
                    <a:lumMod val="50000"/>
                  </a:schemeClr>
                </a:solidFill>
              </a:rPr>
              <a:t>Lívia Quevedo</a:t>
            </a:r>
            <a:endParaRPr lang="pt-BR" sz="9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7" name="Retângulo 36">
            <a:hlinkClick r:id="" action="ppaction://noaction"/>
          </p:cNvPr>
          <p:cNvSpPr/>
          <p:nvPr/>
        </p:nvSpPr>
        <p:spPr>
          <a:xfrm>
            <a:off x="5744632" y="2242191"/>
            <a:ext cx="1260000" cy="46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r>
              <a:rPr lang="pt-BR" sz="900" b="1" dirty="0">
                <a:solidFill>
                  <a:schemeClr val="tx2">
                    <a:lumMod val="50000"/>
                  </a:schemeClr>
                </a:solidFill>
              </a:rPr>
              <a:t>Aderência a </a:t>
            </a:r>
          </a:p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r>
              <a:rPr lang="pt-BR" sz="900" b="1" dirty="0">
                <a:solidFill>
                  <a:schemeClr val="tx2">
                    <a:lumMod val="50000"/>
                  </a:schemeClr>
                </a:solidFill>
              </a:rPr>
              <a:t>Processos </a:t>
            </a:r>
            <a:r>
              <a:rPr lang="pt-BR" sz="900" b="1" dirty="0" smtClean="0">
                <a:solidFill>
                  <a:schemeClr val="tx2">
                    <a:lumMod val="50000"/>
                  </a:schemeClr>
                </a:solidFill>
              </a:rPr>
              <a:t>TI</a:t>
            </a:r>
          </a:p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r>
              <a:rPr lang="pt-BR" sz="900" dirty="0" smtClean="0">
                <a:solidFill>
                  <a:schemeClr val="tx2">
                    <a:lumMod val="50000"/>
                  </a:schemeClr>
                </a:solidFill>
              </a:rPr>
              <a:t>Rogério Veloso</a:t>
            </a:r>
            <a:endParaRPr lang="pt-BR" sz="9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8" name="Retângulo 37"/>
          <p:cNvSpPr/>
          <p:nvPr/>
        </p:nvSpPr>
        <p:spPr>
          <a:xfrm>
            <a:off x="356266" y="4233257"/>
            <a:ext cx="1080000" cy="396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r>
              <a:rPr lang="pt-BR" sz="800" b="1" dirty="0" smtClean="0">
                <a:solidFill>
                  <a:schemeClr val="tx2">
                    <a:lumMod val="50000"/>
                  </a:schemeClr>
                </a:solidFill>
              </a:rPr>
              <a:t>Service Desk Serviços Centralizados</a:t>
            </a:r>
          </a:p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r>
              <a:rPr lang="pt-BR" sz="800" dirty="0" smtClean="0">
                <a:solidFill>
                  <a:schemeClr val="tx2">
                    <a:lumMod val="50000"/>
                  </a:schemeClr>
                </a:solidFill>
              </a:rPr>
              <a:t>Daniel Donaire</a:t>
            </a:r>
            <a:endParaRPr lang="pt-BR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9" name="Retângulo 38"/>
          <p:cNvSpPr/>
          <p:nvPr/>
        </p:nvSpPr>
        <p:spPr>
          <a:xfrm>
            <a:off x="7903497" y="4206653"/>
            <a:ext cx="1080000" cy="39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  <a:effectLst/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/>
            <a:r>
              <a:rPr lang="pt-BR" sz="800" b="1" dirty="0">
                <a:solidFill>
                  <a:schemeClr val="tx2">
                    <a:lumMod val="50000"/>
                  </a:schemeClr>
                </a:solidFill>
              </a:rPr>
              <a:t>Field Services </a:t>
            </a:r>
            <a:r>
              <a:rPr lang="pt-BR" sz="800" b="1" dirty="0" smtClean="0">
                <a:solidFill>
                  <a:schemeClr val="tx2">
                    <a:lumMod val="50000"/>
                  </a:schemeClr>
                </a:solidFill>
              </a:rPr>
              <a:t>AC</a:t>
            </a:r>
          </a:p>
          <a:p>
            <a:pPr algn="ctr" defTabSz="281275"/>
            <a:r>
              <a:rPr lang="pt-BR" sz="800" dirty="0" smtClean="0">
                <a:solidFill>
                  <a:schemeClr val="tx2">
                    <a:lumMod val="50000"/>
                  </a:schemeClr>
                </a:solidFill>
              </a:rPr>
              <a:t>Wagner  Luis</a:t>
            </a:r>
            <a:endParaRPr lang="pt-BR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0" name="Retângulo 39"/>
          <p:cNvSpPr/>
          <p:nvPr/>
        </p:nvSpPr>
        <p:spPr>
          <a:xfrm>
            <a:off x="2175302" y="4206653"/>
            <a:ext cx="1080000" cy="396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/>
            <a:r>
              <a:rPr lang="pt-BR" sz="800" b="1" dirty="0" smtClean="0">
                <a:solidFill>
                  <a:schemeClr val="tx2">
                    <a:lumMod val="50000"/>
                  </a:schemeClr>
                </a:solidFill>
              </a:rPr>
              <a:t>Aplicações de Negócios </a:t>
            </a:r>
            <a:r>
              <a:rPr lang="pt-BR" sz="800" dirty="0" smtClean="0">
                <a:solidFill>
                  <a:schemeClr val="tx2">
                    <a:lumMod val="50000"/>
                  </a:schemeClr>
                </a:solidFill>
              </a:rPr>
              <a:t>Alexandre Morais</a:t>
            </a:r>
            <a:endParaRPr lang="pt-BR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1" name="Retângulo 40"/>
          <p:cNvSpPr/>
          <p:nvPr/>
        </p:nvSpPr>
        <p:spPr>
          <a:xfrm>
            <a:off x="7903497" y="5556767"/>
            <a:ext cx="1080000" cy="396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/>
            <a:r>
              <a:rPr lang="pt-BR" sz="800" b="1" dirty="0">
                <a:solidFill>
                  <a:schemeClr val="tx2">
                    <a:lumMod val="50000"/>
                  </a:schemeClr>
                </a:solidFill>
              </a:rPr>
              <a:t>Field Services PR/CPN</a:t>
            </a:r>
          </a:p>
          <a:p>
            <a:pPr algn="ctr" defTabSz="281275"/>
            <a:r>
              <a:rPr lang="pt-BR" sz="800" dirty="0">
                <a:solidFill>
                  <a:schemeClr val="tx2">
                    <a:lumMod val="50000"/>
                  </a:schemeClr>
                </a:solidFill>
              </a:rPr>
              <a:t>TBD</a:t>
            </a:r>
          </a:p>
        </p:txBody>
      </p:sp>
      <p:sp>
        <p:nvSpPr>
          <p:cNvPr id="42" name="Retângulo 41"/>
          <p:cNvSpPr/>
          <p:nvPr/>
        </p:nvSpPr>
        <p:spPr>
          <a:xfrm>
            <a:off x="7903497" y="4656691"/>
            <a:ext cx="1080000" cy="39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  <a:effectLst/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/>
            <a:r>
              <a:rPr lang="pt-BR" sz="800" b="1" dirty="0">
                <a:solidFill>
                  <a:schemeClr val="tx2">
                    <a:lumMod val="50000"/>
                  </a:schemeClr>
                </a:solidFill>
              </a:rPr>
              <a:t>Field Services </a:t>
            </a:r>
            <a:r>
              <a:rPr lang="pt-BR" sz="800" b="1" dirty="0" smtClean="0">
                <a:solidFill>
                  <a:schemeClr val="tx2">
                    <a:lumMod val="50000"/>
                  </a:schemeClr>
                </a:solidFill>
              </a:rPr>
              <a:t>PB</a:t>
            </a:r>
          </a:p>
          <a:p>
            <a:pPr algn="ctr" defTabSz="281275"/>
            <a:r>
              <a:rPr lang="pt-BR" sz="800" dirty="0" smtClean="0">
                <a:solidFill>
                  <a:schemeClr val="tx2">
                    <a:lumMod val="50000"/>
                  </a:schemeClr>
                </a:solidFill>
              </a:rPr>
              <a:t>Alexandre Pardal</a:t>
            </a:r>
            <a:endParaRPr lang="pt-BR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3" name="Retângulo 42"/>
          <p:cNvSpPr/>
          <p:nvPr/>
        </p:nvSpPr>
        <p:spPr>
          <a:xfrm>
            <a:off x="7903497" y="5106729"/>
            <a:ext cx="1080000" cy="396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  <a:effectLst/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/>
            <a:r>
              <a:rPr lang="pt-BR" sz="800" b="1" dirty="0">
                <a:solidFill>
                  <a:schemeClr val="tx2">
                    <a:lumMod val="50000"/>
                  </a:schemeClr>
                </a:solidFill>
              </a:rPr>
              <a:t>Field Services </a:t>
            </a:r>
            <a:r>
              <a:rPr lang="pt-BR" sz="800" b="1" dirty="0" smtClean="0">
                <a:solidFill>
                  <a:schemeClr val="tx2">
                    <a:lumMod val="50000"/>
                  </a:schemeClr>
                </a:solidFill>
              </a:rPr>
              <a:t>MG</a:t>
            </a:r>
          </a:p>
          <a:p>
            <a:pPr algn="ctr" defTabSz="281275"/>
            <a:r>
              <a:rPr lang="pt-BR" sz="800" dirty="0" smtClean="0">
                <a:solidFill>
                  <a:schemeClr val="tx2">
                    <a:lumMod val="50000"/>
                  </a:schemeClr>
                </a:solidFill>
              </a:rPr>
              <a:t>Rogério Mendonça</a:t>
            </a:r>
            <a:endParaRPr lang="pt-BR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6" name="Retângulo 45"/>
          <p:cNvSpPr/>
          <p:nvPr/>
        </p:nvSpPr>
        <p:spPr>
          <a:xfrm>
            <a:off x="6607473" y="4656691"/>
            <a:ext cx="1080000" cy="396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/>
            <a:r>
              <a:rPr lang="pt-BR" sz="800" b="1" dirty="0">
                <a:solidFill>
                  <a:schemeClr val="tx2">
                    <a:lumMod val="50000"/>
                  </a:schemeClr>
                </a:solidFill>
              </a:rPr>
              <a:t>Field Services </a:t>
            </a:r>
            <a:r>
              <a:rPr lang="pt-BR" sz="800" b="1" dirty="0" smtClean="0">
                <a:solidFill>
                  <a:schemeClr val="tx2">
                    <a:lumMod val="50000"/>
                  </a:schemeClr>
                </a:solidFill>
              </a:rPr>
              <a:t>BA</a:t>
            </a:r>
          </a:p>
          <a:p>
            <a:pPr algn="ctr" defTabSz="281275"/>
            <a:r>
              <a:rPr lang="pt-BR" sz="800" dirty="0" smtClean="0">
                <a:solidFill>
                  <a:schemeClr val="tx2">
                    <a:lumMod val="50000"/>
                  </a:schemeClr>
                </a:solidFill>
              </a:rPr>
              <a:t>Julio Alves</a:t>
            </a:r>
            <a:endParaRPr lang="pt-BR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7" name="Retângulo 46"/>
          <p:cNvSpPr/>
          <p:nvPr/>
        </p:nvSpPr>
        <p:spPr>
          <a:xfrm>
            <a:off x="6607473" y="4206653"/>
            <a:ext cx="1080000" cy="396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/>
            <a:r>
              <a:rPr lang="pt-BR" sz="800" b="1" dirty="0">
                <a:solidFill>
                  <a:schemeClr val="tx2">
                    <a:lumMod val="50000"/>
                  </a:schemeClr>
                </a:solidFill>
              </a:rPr>
              <a:t>Field Services </a:t>
            </a:r>
            <a:r>
              <a:rPr lang="pt-BR" sz="800" b="1" dirty="0" smtClean="0">
                <a:solidFill>
                  <a:schemeClr val="tx2">
                    <a:lumMod val="50000"/>
                  </a:schemeClr>
                </a:solidFill>
              </a:rPr>
              <a:t>CE</a:t>
            </a:r>
          </a:p>
          <a:p>
            <a:pPr algn="ctr" defTabSz="281275"/>
            <a:r>
              <a:rPr lang="pt-BR" sz="800" dirty="0" smtClean="0">
                <a:solidFill>
                  <a:schemeClr val="tx2">
                    <a:lumMod val="50000"/>
                  </a:schemeClr>
                </a:solidFill>
              </a:rPr>
              <a:t>Alexandre Gustavo</a:t>
            </a:r>
            <a:endParaRPr lang="pt-BR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8" name="Retângulo 47"/>
          <p:cNvSpPr/>
          <p:nvPr/>
        </p:nvSpPr>
        <p:spPr>
          <a:xfrm>
            <a:off x="6607473" y="5106729"/>
            <a:ext cx="1080000" cy="396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/>
            <a:r>
              <a:rPr lang="pt-BR" sz="800" b="1" dirty="0">
                <a:solidFill>
                  <a:schemeClr val="tx2">
                    <a:lumMod val="50000"/>
                  </a:schemeClr>
                </a:solidFill>
              </a:rPr>
              <a:t>Field Services </a:t>
            </a:r>
            <a:r>
              <a:rPr lang="pt-BR" sz="800" b="1" dirty="0" smtClean="0">
                <a:solidFill>
                  <a:schemeClr val="tx2">
                    <a:lumMod val="50000"/>
                  </a:schemeClr>
                </a:solidFill>
              </a:rPr>
              <a:t>RJ</a:t>
            </a:r>
          </a:p>
          <a:p>
            <a:pPr algn="ctr" defTabSz="281275"/>
            <a:r>
              <a:rPr lang="pt-BR" sz="800" dirty="0" smtClean="0">
                <a:solidFill>
                  <a:schemeClr val="tx2">
                    <a:lumMod val="50000"/>
                  </a:schemeClr>
                </a:solidFill>
              </a:rPr>
              <a:t>Eugenio Silva</a:t>
            </a:r>
            <a:endParaRPr lang="pt-BR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9" name="Retângulo 48"/>
          <p:cNvSpPr/>
          <p:nvPr/>
        </p:nvSpPr>
        <p:spPr>
          <a:xfrm>
            <a:off x="6607473" y="5556767"/>
            <a:ext cx="1080000" cy="396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/>
            <a:r>
              <a:rPr lang="pt-BR" sz="800" b="1" dirty="0">
                <a:solidFill>
                  <a:schemeClr val="tx2">
                    <a:lumMod val="50000"/>
                  </a:schemeClr>
                </a:solidFill>
              </a:rPr>
              <a:t>Field Services </a:t>
            </a:r>
            <a:r>
              <a:rPr lang="pt-BR" sz="800" b="1" dirty="0" smtClean="0">
                <a:solidFill>
                  <a:schemeClr val="tx2">
                    <a:lumMod val="50000"/>
                  </a:schemeClr>
                </a:solidFill>
              </a:rPr>
              <a:t>SP</a:t>
            </a:r>
          </a:p>
          <a:p>
            <a:pPr algn="ctr" defTabSz="281275"/>
            <a:r>
              <a:rPr lang="pt-BR" sz="800" dirty="0" smtClean="0">
                <a:solidFill>
                  <a:schemeClr val="tx2">
                    <a:lumMod val="50000"/>
                  </a:schemeClr>
                </a:solidFill>
              </a:rPr>
              <a:t>Roberto Elias</a:t>
            </a:r>
            <a:endParaRPr lang="pt-BR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0" name="Retângulo 49"/>
          <p:cNvSpPr/>
          <p:nvPr/>
        </p:nvSpPr>
        <p:spPr>
          <a:xfrm>
            <a:off x="3603948" y="3756615"/>
            <a:ext cx="1080000" cy="396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/>
            <a:r>
              <a:rPr lang="pt-BR" sz="800" b="1" dirty="0" smtClean="0">
                <a:solidFill>
                  <a:schemeClr val="tx2">
                    <a:lumMod val="50000"/>
                  </a:schemeClr>
                </a:solidFill>
              </a:rPr>
              <a:t>FOPAG e Ponto</a:t>
            </a:r>
          </a:p>
          <a:p>
            <a:pPr algn="ctr" defTabSz="281275"/>
            <a:r>
              <a:rPr lang="pt-BR" sz="800" dirty="0" smtClean="0">
                <a:solidFill>
                  <a:schemeClr val="tx2">
                    <a:lumMod val="50000"/>
                  </a:schemeClr>
                </a:solidFill>
              </a:rPr>
              <a:t>Fernando Brandão</a:t>
            </a:r>
            <a:endParaRPr lang="pt-BR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1" name="Retângulo 50"/>
          <p:cNvSpPr/>
          <p:nvPr/>
        </p:nvSpPr>
        <p:spPr>
          <a:xfrm>
            <a:off x="356266" y="5124337"/>
            <a:ext cx="1080000" cy="396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r>
              <a:rPr lang="pt-BR" sz="800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pt-BR" sz="800" b="1" dirty="0" smtClean="0">
                <a:solidFill>
                  <a:schemeClr val="tx2">
                    <a:lumMod val="50000"/>
                  </a:schemeClr>
                </a:solidFill>
              </a:rPr>
              <a:t>Engenharia de Redes</a:t>
            </a:r>
          </a:p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r>
              <a:rPr lang="pt-BR" sz="800" dirty="0" smtClean="0">
                <a:solidFill>
                  <a:schemeClr val="tx2">
                    <a:lumMod val="50000"/>
                  </a:schemeClr>
                </a:solidFill>
              </a:rPr>
              <a:t>Felipe Villa</a:t>
            </a:r>
            <a:endParaRPr lang="pt-BR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2" name="Retângulo 51"/>
          <p:cNvSpPr/>
          <p:nvPr/>
        </p:nvSpPr>
        <p:spPr>
          <a:xfrm>
            <a:off x="356266" y="5574375"/>
            <a:ext cx="1080000" cy="396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r>
              <a:rPr lang="pt-BR" sz="800" b="1" dirty="0" smtClean="0">
                <a:solidFill>
                  <a:schemeClr val="tx2">
                    <a:lumMod val="50000"/>
                  </a:schemeClr>
                </a:solidFill>
              </a:rPr>
              <a:t>Plataforma/Infra</a:t>
            </a:r>
          </a:p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r>
              <a:rPr lang="pt-BR" sz="800" dirty="0" smtClean="0">
                <a:solidFill>
                  <a:schemeClr val="tx2">
                    <a:lumMod val="50000"/>
                  </a:schemeClr>
                </a:solidFill>
              </a:rPr>
              <a:t>Nelson Klaus</a:t>
            </a:r>
            <a:endParaRPr lang="pt-BR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3" name="Retângulo 52"/>
          <p:cNvSpPr/>
          <p:nvPr/>
        </p:nvSpPr>
        <p:spPr>
          <a:xfrm>
            <a:off x="356266" y="3783219"/>
            <a:ext cx="1080000" cy="396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r>
              <a:rPr lang="pt-BR" sz="800" b="1" dirty="0" smtClean="0">
                <a:solidFill>
                  <a:schemeClr val="tx2">
                    <a:lumMod val="50000"/>
                  </a:schemeClr>
                </a:solidFill>
              </a:rPr>
              <a:t>Service Desk Corporativo</a:t>
            </a:r>
          </a:p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r>
              <a:rPr lang="pt-BR" sz="800" dirty="0" smtClean="0">
                <a:solidFill>
                  <a:schemeClr val="tx2">
                    <a:lumMod val="50000"/>
                  </a:schemeClr>
                </a:solidFill>
              </a:rPr>
              <a:t>Rafael Alves</a:t>
            </a:r>
            <a:endParaRPr lang="pt-BR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4" name="Retângulo 53"/>
          <p:cNvSpPr/>
          <p:nvPr/>
        </p:nvSpPr>
        <p:spPr>
          <a:xfrm>
            <a:off x="2175302" y="3756615"/>
            <a:ext cx="1080000" cy="396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/>
            <a:r>
              <a:rPr lang="pt-BR" sz="800" b="1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pt-BR" sz="700" b="1" dirty="0" smtClean="0">
                <a:solidFill>
                  <a:schemeClr val="tx2">
                    <a:lumMod val="50000"/>
                  </a:schemeClr>
                </a:solidFill>
              </a:rPr>
              <a:t>Automação de Processos</a:t>
            </a:r>
          </a:p>
          <a:p>
            <a:pPr algn="ctr" defTabSz="281275"/>
            <a:r>
              <a:rPr lang="pt-BR" sz="800" dirty="0" smtClean="0">
                <a:solidFill>
                  <a:schemeClr val="tx2">
                    <a:lumMod val="50000"/>
                  </a:schemeClr>
                </a:solidFill>
              </a:rPr>
              <a:t>Reimy Saga</a:t>
            </a:r>
            <a:endParaRPr lang="pt-BR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5" name="Retângulo 54"/>
          <p:cNvSpPr/>
          <p:nvPr/>
        </p:nvSpPr>
        <p:spPr>
          <a:xfrm>
            <a:off x="3728488" y="1688344"/>
            <a:ext cx="1440000" cy="46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r>
              <a:rPr lang="pt-BR" sz="1050" b="1" dirty="0" smtClean="0">
                <a:solidFill>
                  <a:schemeClr val="bg1"/>
                </a:solidFill>
              </a:rPr>
              <a:t>Diretoria Executiva de TI</a:t>
            </a:r>
          </a:p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r>
              <a:rPr lang="pt-BR" sz="1050" dirty="0" smtClean="0">
                <a:solidFill>
                  <a:schemeClr val="bg1"/>
                </a:solidFill>
              </a:rPr>
              <a:t>Ibrahim Jamhour</a:t>
            </a:r>
            <a:endParaRPr lang="pt-BR" sz="1050" dirty="0">
              <a:solidFill>
                <a:schemeClr val="bg1"/>
              </a:solidFill>
            </a:endParaRPr>
          </a:p>
        </p:txBody>
      </p:sp>
      <p:sp>
        <p:nvSpPr>
          <p:cNvPr id="56" name="Retângulo 55"/>
          <p:cNvSpPr/>
          <p:nvPr/>
        </p:nvSpPr>
        <p:spPr>
          <a:xfrm>
            <a:off x="3603948" y="4206653"/>
            <a:ext cx="1080000" cy="396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/>
            <a:r>
              <a:rPr lang="pt-BR" sz="800" b="1" dirty="0" smtClean="0">
                <a:solidFill>
                  <a:schemeClr val="tx2">
                    <a:lumMod val="50000"/>
                  </a:schemeClr>
                </a:solidFill>
              </a:rPr>
              <a:t>R&amp;S,T&amp;D, Mov. E Hierarquia</a:t>
            </a:r>
          </a:p>
          <a:p>
            <a:pPr algn="ctr" defTabSz="281275"/>
            <a:r>
              <a:rPr lang="pt-BR" sz="800" dirty="0" smtClean="0">
                <a:solidFill>
                  <a:schemeClr val="tx2">
                    <a:lumMod val="50000"/>
                  </a:schemeClr>
                </a:solidFill>
              </a:rPr>
              <a:t>Adalton  de Lima</a:t>
            </a:r>
          </a:p>
        </p:txBody>
      </p:sp>
      <p:sp>
        <p:nvSpPr>
          <p:cNvPr id="57" name="Retângulo 56"/>
          <p:cNvSpPr/>
          <p:nvPr/>
        </p:nvSpPr>
        <p:spPr>
          <a:xfrm>
            <a:off x="356266" y="4683295"/>
            <a:ext cx="1080000" cy="396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r>
              <a:rPr lang="pt-BR" sz="800" b="1" dirty="0" smtClean="0">
                <a:solidFill>
                  <a:schemeClr val="tx2">
                    <a:lumMod val="50000"/>
                  </a:schemeClr>
                </a:solidFill>
              </a:rPr>
              <a:t>Suporte Data Center</a:t>
            </a:r>
          </a:p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r>
              <a:rPr lang="pt-BR" sz="800" dirty="0" smtClean="0">
                <a:solidFill>
                  <a:schemeClr val="tx2">
                    <a:lumMod val="50000"/>
                  </a:schemeClr>
                </a:solidFill>
              </a:rPr>
              <a:t>Célio Andrade</a:t>
            </a:r>
            <a:endParaRPr lang="pt-BR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59" name="Conector angulado 58"/>
          <p:cNvCxnSpPr>
            <a:stCxn id="55" idx="2"/>
            <a:endCxn id="58" idx="0"/>
          </p:cNvCxnSpPr>
          <p:nvPr/>
        </p:nvCxnSpPr>
        <p:spPr>
          <a:xfrm rot="5400000">
            <a:off x="2128277" y="858083"/>
            <a:ext cx="1021951" cy="3618472"/>
          </a:xfrm>
          <a:prstGeom prst="bentConnector3">
            <a:avLst>
              <a:gd name="adj1" fmla="val 66749"/>
            </a:avLst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 angulado 59"/>
          <p:cNvCxnSpPr>
            <a:stCxn id="55" idx="2"/>
            <a:endCxn id="44" idx="0"/>
          </p:cNvCxnSpPr>
          <p:nvPr/>
        </p:nvCxnSpPr>
        <p:spPr>
          <a:xfrm rot="16200000" flipH="1">
            <a:off x="5608595" y="996237"/>
            <a:ext cx="1021951" cy="3342164"/>
          </a:xfrm>
          <a:prstGeom prst="bentConnector3">
            <a:avLst>
              <a:gd name="adj1" fmla="val 66026"/>
            </a:avLst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ector angulado 60"/>
          <p:cNvCxnSpPr>
            <a:stCxn id="55" idx="2"/>
            <a:endCxn id="45" idx="0"/>
          </p:cNvCxnSpPr>
          <p:nvPr/>
        </p:nvCxnSpPr>
        <p:spPr>
          <a:xfrm rot="5400000">
            <a:off x="3749650" y="2479456"/>
            <a:ext cx="1021951" cy="375726"/>
          </a:xfrm>
          <a:prstGeom prst="bentConnector3">
            <a:avLst>
              <a:gd name="adj1" fmla="val 66026"/>
            </a:avLst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tângulo 61"/>
          <p:cNvSpPr/>
          <p:nvPr/>
        </p:nvSpPr>
        <p:spPr>
          <a:xfrm>
            <a:off x="3603948" y="4656691"/>
            <a:ext cx="1080000" cy="396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/>
            <a:r>
              <a:rPr lang="pt-BR" sz="800" b="1" dirty="0" smtClean="0">
                <a:solidFill>
                  <a:schemeClr val="tx2">
                    <a:lumMod val="50000"/>
                  </a:schemeClr>
                </a:solidFill>
              </a:rPr>
              <a:t>Portal e Comunicação</a:t>
            </a:r>
          </a:p>
          <a:p>
            <a:pPr algn="ctr" defTabSz="281275"/>
            <a:r>
              <a:rPr lang="pt-BR" sz="800" b="1" dirty="0" smtClean="0">
                <a:solidFill>
                  <a:schemeClr val="tx2">
                    <a:lumMod val="50000"/>
                  </a:schemeClr>
                </a:solidFill>
              </a:rPr>
              <a:t>TBD</a:t>
            </a:r>
            <a:endParaRPr lang="pt-BR" sz="800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3" name="Conector angulado 62"/>
          <p:cNvCxnSpPr>
            <a:endCxn id="51" idx="1"/>
          </p:cNvCxnSpPr>
          <p:nvPr/>
        </p:nvCxnSpPr>
        <p:spPr>
          <a:xfrm rot="16200000" flipH="1">
            <a:off x="85669" y="5051740"/>
            <a:ext cx="415196" cy="125997"/>
          </a:xfrm>
          <a:prstGeom prst="bentConnector2">
            <a:avLst/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ector angulado 63"/>
          <p:cNvCxnSpPr>
            <a:endCxn id="52" idx="1"/>
          </p:cNvCxnSpPr>
          <p:nvPr/>
        </p:nvCxnSpPr>
        <p:spPr>
          <a:xfrm rot="16200000" flipH="1">
            <a:off x="-128224" y="5287885"/>
            <a:ext cx="842980" cy="126000"/>
          </a:xfrm>
          <a:prstGeom prst="bentConnector2">
            <a:avLst/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ector angulado 64"/>
          <p:cNvCxnSpPr>
            <a:endCxn id="53" idx="1"/>
          </p:cNvCxnSpPr>
          <p:nvPr/>
        </p:nvCxnSpPr>
        <p:spPr>
          <a:xfrm rot="16200000" flipH="1">
            <a:off x="83503" y="3708456"/>
            <a:ext cx="419528" cy="125998"/>
          </a:xfrm>
          <a:prstGeom prst="bentConnector2">
            <a:avLst/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ector angulado 65"/>
          <p:cNvCxnSpPr>
            <a:endCxn id="38" idx="1"/>
          </p:cNvCxnSpPr>
          <p:nvPr/>
        </p:nvCxnSpPr>
        <p:spPr>
          <a:xfrm rot="16200000" flipH="1">
            <a:off x="-99214" y="3975776"/>
            <a:ext cx="784963" cy="125998"/>
          </a:xfrm>
          <a:prstGeom prst="bentConnector2">
            <a:avLst/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ector angulado 66"/>
          <p:cNvCxnSpPr>
            <a:stCxn id="55" idx="2"/>
            <a:endCxn id="31" idx="0"/>
          </p:cNvCxnSpPr>
          <p:nvPr/>
        </p:nvCxnSpPr>
        <p:spPr>
          <a:xfrm rot="5400000">
            <a:off x="3041324" y="1771130"/>
            <a:ext cx="1021951" cy="1792379"/>
          </a:xfrm>
          <a:prstGeom prst="bentConnector3">
            <a:avLst>
              <a:gd name="adj1" fmla="val 66026"/>
            </a:avLst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ector angulado 67"/>
          <p:cNvCxnSpPr>
            <a:endCxn id="54" idx="1"/>
          </p:cNvCxnSpPr>
          <p:nvPr/>
        </p:nvCxnSpPr>
        <p:spPr>
          <a:xfrm rot="16200000" flipH="1">
            <a:off x="1899413" y="3678725"/>
            <a:ext cx="415195" cy="136583"/>
          </a:xfrm>
          <a:prstGeom prst="bentConnector2">
            <a:avLst/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ector angulado 68"/>
          <p:cNvCxnSpPr>
            <a:endCxn id="40" idx="1"/>
          </p:cNvCxnSpPr>
          <p:nvPr/>
        </p:nvCxnSpPr>
        <p:spPr>
          <a:xfrm rot="16200000" flipH="1">
            <a:off x="1685512" y="3914863"/>
            <a:ext cx="842968" cy="136611"/>
          </a:xfrm>
          <a:prstGeom prst="bentConnector2">
            <a:avLst/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ector angulado 69"/>
          <p:cNvCxnSpPr>
            <a:endCxn id="50" idx="1"/>
          </p:cNvCxnSpPr>
          <p:nvPr/>
        </p:nvCxnSpPr>
        <p:spPr>
          <a:xfrm rot="16200000" flipH="1">
            <a:off x="3328038" y="3678704"/>
            <a:ext cx="415195" cy="136625"/>
          </a:xfrm>
          <a:prstGeom prst="bentConnector2">
            <a:avLst/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ector angulado 70"/>
          <p:cNvCxnSpPr>
            <a:endCxn id="56" idx="1"/>
          </p:cNvCxnSpPr>
          <p:nvPr/>
        </p:nvCxnSpPr>
        <p:spPr>
          <a:xfrm rot="16200000" flipH="1">
            <a:off x="3114151" y="3914856"/>
            <a:ext cx="842968" cy="136625"/>
          </a:xfrm>
          <a:prstGeom prst="bentConnector2">
            <a:avLst/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ector angulado 71"/>
          <p:cNvCxnSpPr>
            <a:endCxn id="62" idx="1"/>
          </p:cNvCxnSpPr>
          <p:nvPr/>
        </p:nvCxnSpPr>
        <p:spPr>
          <a:xfrm rot="16200000" flipH="1">
            <a:off x="2889125" y="4139867"/>
            <a:ext cx="1293021" cy="136626"/>
          </a:xfrm>
          <a:prstGeom prst="bentConnector2">
            <a:avLst/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tângulo 72"/>
          <p:cNvSpPr/>
          <p:nvPr/>
        </p:nvSpPr>
        <p:spPr>
          <a:xfrm>
            <a:off x="7912025" y="3756615"/>
            <a:ext cx="1080000" cy="396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/>
            <a:r>
              <a:rPr lang="pt-BR" sz="800" b="1" dirty="0">
                <a:solidFill>
                  <a:schemeClr val="tx2">
                    <a:lumMod val="50000"/>
                  </a:schemeClr>
                </a:solidFill>
              </a:rPr>
              <a:t>Field Services RS/SC</a:t>
            </a:r>
          </a:p>
          <a:p>
            <a:pPr algn="ctr" defTabSz="281275"/>
            <a:r>
              <a:rPr lang="pt-BR" sz="800" dirty="0">
                <a:solidFill>
                  <a:schemeClr val="tx2">
                    <a:lumMod val="50000"/>
                  </a:schemeClr>
                </a:solidFill>
              </a:rPr>
              <a:t>TBD</a:t>
            </a:r>
          </a:p>
        </p:txBody>
      </p:sp>
      <p:cxnSp>
        <p:nvCxnSpPr>
          <p:cNvPr id="74" name="Conector angulado 73"/>
          <p:cNvCxnSpPr>
            <a:stCxn id="44" idx="2"/>
            <a:endCxn id="39" idx="1"/>
          </p:cNvCxnSpPr>
          <p:nvPr/>
        </p:nvCxnSpPr>
        <p:spPr>
          <a:xfrm rot="16200000" flipH="1">
            <a:off x="7467895" y="3969051"/>
            <a:ext cx="758358" cy="112845"/>
          </a:xfrm>
          <a:prstGeom prst="bentConnector2">
            <a:avLst/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ector angulado 74"/>
          <p:cNvCxnSpPr>
            <a:stCxn id="44" idx="2"/>
            <a:endCxn id="42" idx="1"/>
          </p:cNvCxnSpPr>
          <p:nvPr/>
        </p:nvCxnSpPr>
        <p:spPr>
          <a:xfrm rot="16200000" flipH="1">
            <a:off x="7242876" y="4194070"/>
            <a:ext cx="1208396" cy="112845"/>
          </a:xfrm>
          <a:prstGeom prst="bentConnector2">
            <a:avLst/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ector angulado 75"/>
          <p:cNvCxnSpPr>
            <a:stCxn id="44" idx="2"/>
            <a:endCxn id="43" idx="1"/>
          </p:cNvCxnSpPr>
          <p:nvPr/>
        </p:nvCxnSpPr>
        <p:spPr>
          <a:xfrm rot="16200000" flipH="1">
            <a:off x="7017857" y="4419089"/>
            <a:ext cx="1658434" cy="112845"/>
          </a:xfrm>
          <a:prstGeom prst="bentConnector2">
            <a:avLst/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ector angulado 76"/>
          <p:cNvCxnSpPr>
            <a:stCxn id="44" idx="2"/>
            <a:endCxn id="41" idx="1"/>
          </p:cNvCxnSpPr>
          <p:nvPr/>
        </p:nvCxnSpPr>
        <p:spPr>
          <a:xfrm rot="16200000" flipH="1">
            <a:off x="6792838" y="4644108"/>
            <a:ext cx="2108472" cy="112845"/>
          </a:xfrm>
          <a:prstGeom prst="bentConnector2">
            <a:avLst/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ector angulado 77"/>
          <p:cNvCxnSpPr>
            <a:stCxn id="44" idx="2"/>
            <a:endCxn id="73" idx="1"/>
          </p:cNvCxnSpPr>
          <p:nvPr/>
        </p:nvCxnSpPr>
        <p:spPr>
          <a:xfrm rot="16200000" flipH="1">
            <a:off x="7697178" y="3739768"/>
            <a:ext cx="308320" cy="121373"/>
          </a:xfrm>
          <a:prstGeom prst="bentConnector2">
            <a:avLst/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ector angulado 78"/>
          <p:cNvCxnSpPr>
            <a:endCxn id="57" idx="1"/>
          </p:cNvCxnSpPr>
          <p:nvPr/>
        </p:nvCxnSpPr>
        <p:spPr>
          <a:xfrm rot="16200000" flipH="1">
            <a:off x="-324233" y="4200796"/>
            <a:ext cx="1235000" cy="125998"/>
          </a:xfrm>
          <a:prstGeom prst="bentConnector2">
            <a:avLst/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ector angulado 79"/>
          <p:cNvCxnSpPr>
            <a:stCxn id="44" idx="2"/>
            <a:endCxn id="47" idx="3"/>
          </p:cNvCxnSpPr>
          <p:nvPr/>
        </p:nvCxnSpPr>
        <p:spPr>
          <a:xfrm rot="5400000">
            <a:off x="7359884" y="3973885"/>
            <a:ext cx="758358" cy="103179"/>
          </a:xfrm>
          <a:prstGeom prst="bentConnector2">
            <a:avLst/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ector angulado 80"/>
          <p:cNvCxnSpPr>
            <a:stCxn id="44" idx="2"/>
            <a:endCxn id="46" idx="3"/>
          </p:cNvCxnSpPr>
          <p:nvPr/>
        </p:nvCxnSpPr>
        <p:spPr>
          <a:xfrm rot="5400000">
            <a:off x="7134865" y="4198904"/>
            <a:ext cx="1208396" cy="103179"/>
          </a:xfrm>
          <a:prstGeom prst="bentConnector2">
            <a:avLst/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ector angulado 81"/>
          <p:cNvCxnSpPr>
            <a:stCxn id="44" idx="2"/>
            <a:endCxn id="48" idx="3"/>
          </p:cNvCxnSpPr>
          <p:nvPr/>
        </p:nvCxnSpPr>
        <p:spPr>
          <a:xfrm rot="5400000">
            <a:off x="6909846" y="4423923"/>
            <a:ext cx="1658434" cy="103179"/>
          </a:xfrm>
          <a:prstGeom prst="bentConnector2">
            <a:avLst/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ector angulado 82"/>
          <p:cNvCxnSpPr>
            <a:stCxn id="44" idx="2"/>
            <a:endCxn id="49" idx="3"/>
          </p:cNvCxnSpPr>
          <p:nvPr/>
        </p:nvCxnSpPr>
        <p:spPr>
          <a:xfrm rot="5400000">
            <a:off x="6684827" y="4648942"/>
            <a:ext cx="2108472" cy="103179"/>
          </a:xfrm>
          <a:prstGeom prst="bentConnector2">
            <a:avLst/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tângulo 83"/>
          <p:cNvSpPr/>
          <p:nvPr/>
        </p:nvSpPr>
        <p:spPr>
          <a:xfrm>
            <a:off x="2175302" y="4656691"/>
            <a:ext cx="1080000" cy="396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/>
            <a:r>
              <a:rPr lang="pt-BR" sz="800" b="1" dirty="0" smtClean="0">
                <a:solidFill>
                  <a:schemeClr val="tx2">
                    <a:lumMod val="50000"/>
                  </a:schemeClr>
                </a:solidFill>
              </a:rPr>
              <a:t>Big Data e Telemetria</a:t>
            </a:r>
          </a:p>
          <a:p>
            <a:pPr algn="ctr" defTabSz="281275"/>
            <a:r>
              <a:rPr lang="pt-BR" sz="800" dirty="0" smtClean="0">
                <a:solidFill>
                  <a:schemeClr val="tx2">
                    <a:lumMod val="50000"/>
                  </a:schemeClr>
                </a:solidFill>
              </a:rPr>
              <a:t>Marcus Sampaio</a:t>
            </a:r>
            <a:endParaRPr lang="pt-BR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85" name="Conector angulado 84"/>
          <p:cNvCxnSpPr>
            <a:endCxn id="84" idx="1"/>
          </p:cNvCxnSpPr>
          <p:nvPr/>
        </p:nvCxnSpPr>
        <p:spPr>
          <a:xfrm rot="16200000" flipH="1">
            <a:off x="1460493" y="4139882"/>
            <a:ext cx="1293006" cy="136612"/>
          </a:xfrm>
          <a:prstGeom prst="bentConnector2">
            <a:avLst/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tângulo 86"/>
          <p:cNvSpPr/>
          <p:nvPr/>
        </p:nvSpPr>
        <p:spPr>
          <a:xfrm>
            <a:off x="5015664" y="3756615"/>
            <a:ext cx="1080000" cy="396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/>
            <a:r>
              <a:rPr lang="pt-BR" sz="800" b="1" dirty="0" smtClean="0">
                <a:solidFill>
                  <a:schemeClr val="tx2">
                    <a:lumMod val="50000"/>
                  </a:schemeClr>
                </a:solidFill>
              </a:rPr>
              <a:t>Contabilidade e Tesouraria</a:t>
            </a:r>
          </a:p>
          <a:p>
            <a:pPr algn="ctr" defTabSz="281275"/>
            <a:r>
              <a:rPr lang="pt-BR" sz="800" dirty="0" smtClean="0">
                <a:solidFill>
                  <a:schemeClr val="tx2">
                    <a:lumMod val="50000"/>
                  </a:schemeClr>
                </a:solidFill>
              </a:rPr>
              <a:t>Maria Helena</a:t>
            </a:r>
            <a:endParaRPr lang="pt-BR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88" name="Retângulo 87"/>
          <p:cNvSpPr/>
          <p:nvPr/>
        </p:nvSpPr>
        <p:spPr>
          <a:xfrm>
            <a:off x="5015664" y="4206653"/>
            <a:ext cx="1080000" cy="396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/>
            <a:r>
              <a:rPr lang="pt-BR" sz="800" b="1" dirty="0" smtClean="0">
                <a:solidFill>
                  <a:schemeClr val="tx2">
                    <a:lumMod val="50000"/>
                  </a:schemeClr>
                </a:solidFill>
              </a:rPr>
              <a:t>Jurídico e </a:t>
            </a:r>
            <a:r>
              <a:rPr lang="pt-BR" sz="800" b="1" dirty="0" err="1" smtClean="0">
                <a:solidFill>
                  <a:schemeClr val="tx2">
                    <a:lumMod val="50000"/>
                  </a:schemeClr>
                </a:solidFill>
              </a:rPr>
              <a:t>Sourcing</a:t>
            </a:r>
            <a:endParaRPr lang="pt-BR" sz="800" b="1" dirty="0" smtClean="0">
              <a:solidFill>
                <a:schemeClr val="tx2">
                  <a:lumMod val="50000"/>
                </a:schemeClr>
              </a:solidFill>
            </a:endParaRPr>
          </a:p>
          <a:p>
            <a:pPr algn="ctr" defTabSz="281275"/>
            <a:r>
              <a:rPr lang="pt-BR" sz="800" dirty="0" smtClean="0">
                <a:solidFill>
                  <a:schemeClr val="tx2">
                    <a:lumMod val="50000"/>
                  </a:schemeClr>
                </a:solidFill>
              </a:rPr>
              <a:t>TBD</a:t>
            </a:r>
            <a:endParaRPr lang="pt-BR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89" name="Retângulo 88"/>
          <p:cNvSpPr/>
          <p:nvPr/>
        </p:nvSpPr>
        <p:spPr>
          <a:xfrm>
            <a:off x="5015664" y="4656691"/>
            <a:ext cx="1080000" cy="396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/>
            <a:r>
              <a:rPr lang="pt-BR" sz="800" b="1" dirty="0" smtClean="0">
                <a:solidFill>
                  <a:schemeClr val="tx2">
                    <a:lumMod val="50000"/>
                  </a:schemeClr>
                </a:solidFill>
              </a:rPr>
              <a:t>BI Corporativo</a:t>
            </a:r>
          </a:p>
          <a:p>
            <a:pPr algn="ctr" defTabSz="281275"/>
            <a:r>
              <a:rPr lang="pt-BR" sz="800" dirty="0" smtClean="0">
                <a:solidFill>
                  <a:schemeClr val="tx2">
                    <a:lumMod val="50000"/>
                  </a:schemeClr>
                </a:solidFill>
              </a:rPr>
              <a:t>TBD</a:t>
            </a:r>
            <a:endParaRPr lang="pt-BR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90" name="Conector angulado 89"/>
          <p:cNvCxnSpPr>
            <a:endCxn id="87" idx="1"/>
          </p:cNvCxnSpPr>
          <p:nvPr/>
        </p:nvCxnSpPr>
        <p:spPr>
          <a:xfrm rot="16200000" flipH="1">
            <a:off x="4753997" y="3692948"/>
            <a:ext cx="415198" cy="108135"/>
          </a:xfrm>
          <a:prstGeom prst="bentConnector2">
            <a:avLst/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ector angulado 90"/>
          <p:cNvCxnSpPr>
            <a:endCxn id="88" idx="1"/>
          </p:cNvCxnSpPr>
          <p:nvPr/>
        </p:nvCxnSpPr>
        <p:spPr>
          <a:xfrm rot="16200000" flipH="1">
            <a:off x="4540114" y="3929103"/>
            <a:ext cx="842966" cy="108134"/>
          </a:xfrm>
          <a:prstGeom prst="bentConnector2">
            <a:avLst/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ector angulado 91"/>
          <p:cNvCxnSpPr>
            <a:endCxn id="89" idx="1"/>
          </p:cNvCxnSpPr>
          <p:nvPr/>
        </p:nvCxnSpPr>
        <p:spPr>
          <a:xfrm rot="16200000" flipH="1">
            <a:off x="4315086" y="4154113"/>
            <a:ext cx="1293022" cy="108134"/>
          </a:xfrm>
          <a:prstGeom prst="bentConnector2">
            <a:avLst/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tângulo 92"/>
          <p:cNvSpPr/>
          <p:nvPr/>
        </p:nvSpPr>
        <p:spPr>
          <a:xfrm>
            <a:off x="6607473" y="3756615"/>
            <a:ext cx="1080000" cy="396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/>
            <a:r>
              <a:rPr lang="pt-BR" sz="800" b="1" dirty="0" smtClean="0">
                <a:solidFill>
                  <a:schemeClr val="tx2">
                    <a:lumMod val="50000"/>
                  </a:schemeClr>
                </a:solidFill>
              </a:rPr>
              <a:t>Field Services PE</a:t>
            </a:r>
          </a:p>
          <a:p>
            <a:pPr algn="ctr" defTabSz="281275"/>
            <a:r>
              <a:rPr lang="pt-BR" sz="800" dirty="0" smtClean="0">
                <a:solidFill>
                  <a:schemeClr val="tx2">
                    <a:lumMod val="50000"/>
                  </a:schemeClr>
                </a:solidFill>
              </a:rPr>
              <a:t>Marcelo Rosim</a:t>
            </a:r>
            <a:endParaRPr lang="pt-BR" sz="800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94" name="Conector angulado 93"/>
          <p:cNvCxnSpPr>
            <a:stCxn id="44" idx="2"/>
            <a:endCxn id="93" idx="3"/>
          </p:cNvCxnSpPr>
          <p:nvPr/>
        </p:nvCxnSpPr>
        <p:spPr>
          <a:xfrm rot="5400000">
            <a:off x="7584903" y="3748866"/>
            <a:ext cx="308320" cy="103179"/>
          </a:xfrm>
          <a:prstGeom prst="bentConnector2">
            <a:avLst/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ector angulado 94"/>
          <p:cNvCxnSpPr>
            <a:stCxn id="55" idx="2"/>
            <a:endCxn id="86" idx="0"/>
          </p:cNvCxnSpPr>
          <p:nvPr/>
        </p:nvCxnSpPr>
        <p:spPr>
          <a:xfrm rot="16200000" flipH="1">
            <a:off x="4457976" y="2146856"/>
            <a:ext cx="1021951" cy="1040926"/>
          </a:xfrm>
          <a:prstGeom prst="bentConnector3">
            <a:avLst>
              <a:gd name="adj1" fmla="val 66749"/>
            </a:avLst>
          </a:prstGeom>
          <a:ln w="12700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6" name="Tabela 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468496"/>
              </p:ext>
            </p:extLst>
          </p:nvPr>
        </p:nvGraphicFramePr>
        <p:xfrm>
          <a:off x="7439085" y="1141834"/>
          <a:ext cx="1368152" cy="853440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1368152"/>
              </a:tblGrid>
              <a:tr h="183343">
                <a:tc>
                  <a:txBody>
                    <a:bodyPr/>
                    <a:lstStyle/>
                    <a:p>
                      <a:pPr defTabSz="360000"/>
                      <a:r>
                        <a:rPr lang="pt-BR" sz="800" dirty="0" smtClean="0">
                          <a:solidFill>
                            <a:schemeClr val="tx2"/>
                          </a:solidFill>
                        </a:rPr>
                        <a:t>  05  Diretores </a:t>
                      </a:r>
                      <a:endParaRPr lang="pt-BR" sz="8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</a:tr>
              <a:tr h="183343">
                <a:tc>
                  <a:txBody>
                    <a:bodyPr/>
                    <a:lstStyle/>
                    <a:p>
                      <a:pPr defTabSz="360000"/>
                      <a:r>
                        <a:rPr lang="pt-BR" sz="800" dirty="0" smtClean="0">
                          <a:solidFill>
                            <a:schemeClr val="tx2"/>
                          </a:solidFill>
                        </a:rPr>
                        <a:t>  22  Gerentes</a:t>
                      </a:r>
                      <a:endParaRPr lang="pt-BR" sz="8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</a:tr>
              <a:tr h="183343">
                <a:tc>
                  <a:txBody>
                    <a:bodyPr/>
                    <a:lstStyle/>
                    <a:p>
                      <a:pPr defTabSz="360000"/>
                      <a:r>
                        <a:rPr lang="pt-BR" sz="800" dirty="0" smtClean="0">
                          <a:solidFill>
                            <a:schemeClr val="tx2"/>
                          </a:solidFill>
                        </a:rPr>
                        <a:t>748  Funcionários</a:t>
                      </a:r>
                      <a:endParaRPr lang="pt-BR" sz="8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</a:tr>
              <a:tr h="183343">
                <a:tc>
                  <a:txBody>
                    <a:bodyPr/>
                    <a:lstStyle/>
                    <a:p>
                      <a:pPr defTabSz="360000"/>
                      <a:r>
                        <a:rPr lang="pt-BR" sz="800" dirty="0" smtClean="0">
                          <a:solidFill>
                            <a:schemeClr val="tx2"/>
                          </a:solidFill>
                        </a:rPr>
                        <a:t>  81  Consultores Externos</a:t>
                      </a:r>
                      <a:endParaRPr lang="pt-BR" sz="800" dirty="0">
                        <a:solidFill>
                          <a:schemeClr val="tx2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9" name="TextBox 2"/>
          <p:cNvSpPr txBox="1"/>
          <p:nvPr/>
        </p:nvSpPr>
        <p:spPr>
          <a:xfrm>
            <a:off x="185382" y="6040836"/>
            <a:ext cx="131731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cap="small" dirty="0" smtClean="0">
                <a:solidFill>
                  <a:srgbClr val="00497A"/>
                </a:solidFill>
                <a:latin typeface="Franklin Gothic Book"/>
                <a:cs typeface="Franklin Gothic Book"/>
              </a:rPr>
              <a:t>Processos e Suporte Centralizado</a:t>
            </a:r>
          </a:p>
        </p:txBody>
      </p:sp>
      <p:sp>
        <p:nvSpPr>
          <p:cNvPr id="100" name="TextBox 2"/>
          <p:cNvSpPr txBox="1"/>
          <p:nvPr/>
        </p:nvSpPr>
        <p:spPr>
          <a:xfrm>
            <a:off x="2247069" y="6154604"/>
            <a:ext cx="37975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cap="small" dirty="0" smtClean="0">
                <a:solidFill>
                  <a:srgbClr val="00497A"/>
                </a:solidFill>
                <a:latin typeface="Franklin Gothic Book"/>
                <a:cs typeface="Franklin Gothic Book"/>
              </a:rPr>
              <a:t>Aplicações e Desenvolvimento de Software</a:t>
            </a:r>
          </a:p>
        </p:txBody>
      </p:sp>
      <p:sp>
        <p:nvSpPr>
          <p:cNvPr id="101" name="TextBox 2"/>
          <p:cNvSpPr txBox="1"/>
          <p:nvPr/>
        </p:nvSpPr>
        <p:spPr>
          <a:xfrm>
            <a:off x="6465696" y="6153592"/>
            <a:ext cx="29146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cap="small" dirty="0" smtClean="0">
                <a:solidFill>
                  <a:srgbClr val="00497A"/>
                </a:solidFill>
                <a:latin typeface="Franklin Gothic Book"/>
                <a:cs typeface="Franklin Gothic Book"/>
              </a:rPr>
              <a:t>Field Services</a:t>
            </a:r>
          </a:p>
        </p:txBody>
      </p:sp>
      <p:sp>
        <p:nvSpPr>
          <p:cNvPr id="58" name="Retângulo 57"/>
          <p:cNvSpPr/>
          <p:nvPr/>
        </p:nvSpPr>
        <p:spPr>
          <a:xfrm>
            <a:off x="200016" y="3178295"/>
            <a:ext cx="1260000" cy="46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r>
              <a:rPr lang="pt-BR" sz="900" b="1" dirty="0" smtClean="0">
                <a:solidFill>
                  <a:schemeClr val="bg1"/>
                </a:solidFill>
              </a:rPr>
              <a:t>Engenharia </a:t>
            </a:r>
            <a:r>
              <a:rPr lang="pt-BR" sz="900" b="1" dirty="0">
                <a:solidFill>
                  <a:schemeClr val="bg1"/>
                </a:solidFill>
              </a:rPr>
              <a:t>e </a:t>
            </a:r>
          </a:p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r>
              <a:rPr lang="pt-BR" sz="900" b="1" dirty="0" smtClean="0">
                <a:solidFill>
                  <a:schemeClr val="bg1"/>
                </a:solidFill>
              </a:rPr>
              <a:t>Produção de TI</a:t>
            </a:r>
            <a:endParaRPr lang="pt-BR" sz="900" b="1" dirty="0">
              <a:solidFill>
                <a:schemeClr val="bg1"/>
              </a:solidFill>
            </a:endParaRPr>
          </a:p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r>
              <a:rPr lang="pt-BR" sz="900" dirty="0" smtClean="0">
                <a:solidFill>
                  <a:schemeClr val="bg1"/>
                </a:solidFill>
              </a:rPr>
              <a:t>Fabio </a:t>
            </a:r>
            <a:r>
              <a:rPr lang="pt-BR" sz="900" dirty="0">
                <a:solidFill>
                  <a:schemeClr val="bg1"/>
                </a:solidFill>
              </a:rPr>
              <a:t>K</a:t>
            </a:r>
            <a:r>
              <a:rPr lang="pt-BR" sz="900" dirty="0" smtClean="0">
                <a:solidFill>
                  <a:schemeClr val="bg1"/>
                </a:solidFill>
              </a:rPr>
              <a:t>oreeda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31" name="Retângulo 30"/>
          <p:cNvSpPr/>
          <p:nvPr/>
        </p:nvSpPr>
        <p:spPr>
          <a:xfrm>
            <a:off x="2026109" y="3178295"/>
            <a:ext cx="1260000" cy="46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r>
              <a:rPr lang="pt-BR" sz="900" b="1" dirty="0" smtClean="0">
                <a:solidFill>
                  <a:schemeClr val="bg1"/>
                </a:solidFill>
              </a:rPr>
              <a:t>Sistemas de Negócios</a:t>
            </a:r>
          </a:p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r>
              <a:rPr lang="pt-BR" sz="900" dirty="0" smtClean="0">
                <a:solidFill>
                  <a:schemeClr val="bg1"/>
                </a:solidFill>
              </a:rPr>
              <a:t>Rivaldo Barbosa   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45" name="Retângulo 44"/>
          <p:cNvSpPr/>
          <p:nvPr/>
        </p:nvSpPr>
        <p:spPr>
          <a:xfrm>
            <a:off x="3442762" y="3178295"/>
            <a:ext cx="1260000" cy="46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r>
              <a:rPr lang="pt-BR" sz="900" b="1" dirty="0" smtClean="0">
                <a:solidFill>
                  <a:schemeClr val="bg1"/>
                </a:solidFill>
              </a:rPr>
              <a:t>Sistemas de RH</a:t>
            </a:r>
            <a:endParaRPr lang="pt-BR" sz="900" b="1" dirty="0">
              <a:solidFill>
                <a:schemeClr val="bg1"/>
              </a:solidFill>
            </a:endParaRPr>
          </a:p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r>
              <a:rPr lang="pt-BR" sz="900" dirty="0">
                <a:solidFill>
                  <a:schemeClr val="bg1"/>
                </a:solidFill>
              </a:rPr>
              <a:t>Cesar </a:t>
            </a:r>
            <a:r>
              <a:rPr lang="pt-BR" sz="900" dirty="0" err="1">
                <a:solidFill>
                  <a:schemeClr val="bg1"/>
                </a:solidFill>
              </a:rPr>
              <a:t>Cyriaco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86" name="Retângulo 85"/>
          <p:cNvSpPr/>
          <p:nvPr/>
        </p:nvSpPr>
        <p:spPr>
          <a:xfrm>
            <a:off x="4859414" y="3178295"/>
            <a:ext cx="1260000" cy="46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r>
              <a:rPr lang="pt-BR" sz="900" b="1" dirty="0" smtClean="0">
                <a:solidFill>
                  <a:schemeClr val="bg1"/>
                </a:solidFill>
              </a:rPr>
              <a:t>Sistemas de Finanças</a:t>
            </a:r>
            <a:endParaRPr lang="pt-BR" sz="900" b="1" dirty="0">
              <a:solidFill>
                <a:schemeClr val="bg1"/>
              </a:solidFill>
            </a:endParaRPr>
          </a:p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r>
              <a:rPr lang="pt-BR" sz="900" dirty="0" smtClean="0">
                <a:solidFill>
                  <a:schemeClr val="bg1"/>
                </a:solidFill>
              </a:rPr>
              <a:t>José Gandarela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44" name="Retângulo 43"/>
          <p:cNvSpPr/>
          <p:nvPr/>
        </p:nvSpPr>
        <p:spPr>
          <a:xfrm>
            <a:off x="7160652" y="3178295"/>
            <a:ext cx="1260000" cy="46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r>
              <a:rPr lang="pt-BR" sz="900" b="1" dirty="0" smtClean="0">
                <a:solidFill>
                  <a:schemeClr val="bg1"/>
                </a:solidFill>
              </a:rPr>
              <a:t>Suporte</a:t>
            </a:r>
            <a:r>
              <a:rPr lang="pt-BR" sz="900" b="1" dirty="0">
                <a:solidFill>
                  <a:schemeClr val="bg1"/>
                </a:solidFill>
              </a:rPr>
              <a:t> </a:t>
            </a:r>
            <a:r>
              <a:rPr lang="pt-BR" sz="900" b="1" dirty="0" smtClean="0">
                <a:solidFill>
                  <a:schemeClr val="bg1"/>
                </a:solidFill>
              </a:rPr>
              <a:t>aos Sites</a:t>
            </a:r>
            <a:endParaRPr lang="pt-BR" sz="900" b="1" dirty="0">
              <a:solidFill>
                <a:schemeClr val="bg1"/>
              </a:solidFill>
            </a:endParaRPr>
          </a:p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r>
              <a:rPr lang="pt-BR" sz="900" dirty="0" smtClean="0">
                <a:solidFill>
                  <a:schemeClr val="bg1"/>
                </a:solidFill>
              </a:rPr>
              <a:t>José Bourbon         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02" name="Retângulo 101">
            <a:hlinkClick r:id="" action="ppaction://noaction"/>
          </p:cNvPr>
          <p:cNvSpPr/>
          <p:nvPr/>
        </p:nvSpPr>
        <p:spPr>
          <a:xfrm>
            <a:off x="359030" y="1543390"/>
            <a:ext cx="456776" cy="13287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endParaRPr lang="pt-BR" sz="9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03" name="Retângulo 102"/>
          <p:cNvSpPr/>
          <p:nvPr/>
        </p:nvSpPr>
        <p:spPr>
          <a:xfrm>
            <a:off x="359030" y="1174750"/>
            <a:ext cx="456776" cy="132874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endParaRPr lang="pt-BR" sz="1050" dirty="0">
              <a:solidFill>
                <a:schemeClr val="bg1"/>
              </a:solidFill>
            </a:endParaRPr>
          </a:p>
        </p:txBody>
      </p:sp>
      <p:sp>
        <p:nvSpPr>
          <p:cNvPr id="104" name="Retângulo 103"/>
          <p:cNvSpPr/>
          <p:nvPr/>
        </p:nvSpPr>
        <p:spPr>
          <a:xfrm>
            <a:off x="356663" y="1730650"/>
            <a:ext cx="459143" cy="128086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  <a:effectLst/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/>
            <a:endParaRPr lang="pt-BR" sz="8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0" name="CaixaDeTexto 19"/>
          <p:cNvSpPr txBox="1"/>
          <p:nvPr/>
        </p:nvSpPr>
        <p:spPr>
          <a:xfrm>
            <a:off x="1102522" y="1125514"/>
            <a:ext cx="9060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360000"/>
            <a:r>
              <a:rPr lang="pt-BR" sz="800" dirty="0">
                <a:solidFill>
                  <a:schemeClr val="tx2"/>
                </a:solidFill>
              </a:rPr>
              <a:t>Diretor Executivo</a:t>
            </a:r>
          </a:p>
        </p:txBody>
      </p:sp>
      <p:sp>
        <p:nvSpPr>
          <p:cNvPr id="105" name="CaixaDeTexto 104"/>
          <p:cNvSpPr txBox="1"/>
          <p:nvPr/>
        </p:nvSpPr>
        <p:spPr>
          <a:xfrm>
            <a:off x="1104190" y="1306158"/>
            <a:ext cx="48122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360000"/>
            <a:r>
              <a:rPr lang="pt-BR" sz="800" dirty="0" smtClean="0">
                <a:solidFill>
                  <a:schemeClr val="tx2"/>
                </a:solidFill>
              </a:rPr>
              <a:t>Diretor</a:t>
            </a:r>
            <a:endParaRPr lang="pt-BR" sz="800" dirty="0">
              <a:solidFill>
                <a:schemeClr val="tx2"/>
              </a:solidFill>
            </a:endParaRPr>
          </a:p>
        </p:txBody>
      </p:sp>
      <p:sp>
        <p:nvSpPr>
          <p:cNvPr id="106" name="Retângulo 105"/>
          <p:cNvSpPr/>
          <p:nvPr/>
        </p:nvSpPr>
        <p:spPr>
          <a:xfrm>
            <a:off x="356266" y="1354402"/>
            <a:ext cx="459540" cy="132874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018" tIns="4018" rIns="4018" bIns="4018" spcCol="893" anchor="ctr"/>
          <a:lstStyle/>
          <a:p>
            <a:pPr algn="ctr" defTabSz="281275" fontAlgn="auto">
              <a:spcBef>
                <a:spcPts val="0"/>
              </a:spcBef>
              <a:spcAft>
                <a:spcPts val="0"/>
              </a:spcAft>
            </a:pP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07" name="CaixaDeTexto 106"/>
          <p:cNvSpPr txBox="1"/>
          <p:nvPr/>
        </p:nvSpPr>
        <p:spPr>
          <a:xfrm>
            <a:off x="1105521" y="1498313"/>
            <a:ext cx="52610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360000"/>
            <a:r>
              <a:rPr lang="pt-BR" sz="800" dirty="0" smtClean="0">
                <a:solidFill>
                  <a:schemeClr val="tx2"/>
                </a:solidFill>
              </a:rPr>
              <a:t>Gerente</a:t>
            </a:r>
            <a:endParaRPr lang="pt-BR" sz="800" dirty="0">
              <a:solidFill>
                <a:schemeClr val="tx2"/>
              </a:solidFill>
            </a:endParaRPr>
          </a:p>
        </p:txBody>
      </p:sp>
      <p:sp>
        <p:nvSpPr>
          <p:cNvPr id="108" name="CaixaDeTexto 107"/>
          <p:cNvSpPr txBox="1"/>
          <p:nvPr/>
        </p:nvSpPr>
        <p:spPr>
          <a:xfrm>
            <a:off x="1107629" y="1674002"/>
            <a:ext cx="73770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360000"/>
            <a:r>
              <a:rPr lang="pt-BR" sz="800" dirty="0" smtClean="0">
                <a:solidFill>
                  <a:schemeClr val="tx2"/>
                </a:solidFill>
              </a:rPr>
              <a:t>Coordenador</a:t>
            </a:r>
            <a:endParaRPr lang="pt-BR" sz="800" dirty="0">
              <a:solidFill>
                <a:schemeClr val="tx2"/>
              </a:solidFill>
            </a:endParaRPr>
          </a:p>
        </p:txBody>
      </p:sp>
      <p:cxnSp>
        <p:nvCxnSpPr>
          <p:cNvPr id="25" name="Conector de seta reta 24"/>
          <p:cNvCxnSpPr/>
          <p:nvPr/>
        </p:nvCxnSpPr>
        <p:spPr>
          <a:xfrm>
            <a:off x="888315" y="1232452"/>
            <a:ext cx="216000" cy="0"/>
          </a:xfrm>
          <a:prstGeom prst="straightConnector1">
            <a:avLst/>
          </a:prstGeom>
          <a:ln w="12700" cap="flat">
            <a:tailEnd type="arrow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ector de seta reta 108"/>
          <p:cNvCxnSpPr/>
          <p:nvPr/>
        </p:nvCxnSpPr>
        <p:spPr>
          <a:xfrm>
            <a:off x="888971" y="1416656"/>
            <a:ext cx="216000" cy="0"/>
          </a:xfrm>
          <a:prstGeom prst="straightConnector1">
            <a:avLst/>
          </a:prstGeom>
          <a:ln w="12700" cap="flat">
            <a:tailEnd type="arrow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ector de seta reta 109"/>
          <p:cNvCxnSpPr/>
          <p:nvPr/>
        </p:nvCxnSpPr>
        <p:spPr>
          <a:xfrm>
            <a:off x="898928" y="1600860"/>
            <a:ext cx="216000" cy="0"/>
          </a:xfrm>
          <a:prstGeom prst="straightConnector1">
            <a:avLst/>
          </a:prstGeom>
          <a:ln w="12700" cap="flat">
            <a:tailEnd type="arrow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ector de seta reta 110"/>
          <p:cNvCxnSpPr/>
          <p:nvPr/>
        </p:nvCxnSpPr>
        <p:spPr>
          <a:xfrm>
            <a:off x="898928" y="1783733"/>
            <a:ext cx="216000" cy="0"/>
          </a:xfrm>
          <a:prstGeom prst="straightConnector1">
            <a:avLst/>
          </a:prstGeom>
          <a:ln w="12700" cap="flat">
            <a:tailEnd type="arrow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to 29"/>
          <p:cNvCxnSpPr/>
          <p:nvPr/>
        </p:nvCxnSpPr>
        <p:spPr>
          <a:xfrm flipH="1">
            <a:off x="318077" y="1102076"/>
            <a:ext cx="1642756" cy="0"/>
          </a:xfrm>
          <a:prstGeom prst="line">
            <a:avLst/>
          </a:prstGeom>
          <a:ln w="11811"/>
          <a:effectLst>
            <a:outerShdw blurRad="12700" algn="ctr" rotWithShape="0">
              <a:schemeClr val="tx2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ector reto 117"/>
          <p:cNvCxnSpPr/>
          <p:nvPr/>
        </p:nvCxnSpPr>
        <p:spPr>
          <a:xfrm flipH="1">
            <a:off x="297477" y="1925766"/>
            <a:ext cx="1663356" cy="0"/>
          </a:xfrm>
          <a:prstGeom prst="line">
            <a:avLst/>
          </a:prstGeom>
          <a:ln w="11811"/>
          <a:effectLst>
            <a:outerShdw blurRad="12700" algn="ctr" rotWithShape="0">
              <a:schemeClr val="tx2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29633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025631" y="446739"/>
            <a:ext cx="55510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cap="small" dirty="0" smtClean="0">
                <a:solidFill>
                  <a:srgbClr val="00497A"/>
                </a:solidFill>
                <a:latin typeface="Franklin Gothic Book"/>
                <a:cs typeface="Franklin Gothic Book"/>
              </a:rPr>
              <a:t>SLA’s – Principais Indicadores</a:t>
            </a:r>
          </a:p>
        </p:txBody>
      </p:sp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1861527"/>
              </p:ext>
            </p:extLst>
          </p:nvPr>
        </p:nvGraphicFramePr>
        <p:xfrm>
          <a:off x="143579" y="908404"/>
          <a:ext cx="8849638" cy="5166950"/>
        </p:xfrm>
        <a:graphic>
          <a:graphicData uri="http://schemas.openxmlformats.org/drawingml/2006/table">
            <a:tbl>
              <a:tblPr/>
              <a:tblGrid>
                <a:gridCol w="1096249"/>
                <a:gridCol w="1695907"/>
                <a:gridCol w="2074205"/>
                <a:gridCol w="1014608"/>
                <a:gridCol w="738691"/>
                <a:gridCol w="576542"/>
                <a:gridCol w="931973"/>
                <a:gridCol w="721463"/>
              </a:tblGrid>
              <a:tr h="256589">
                <a:tc>
                  <a:txBody>
                    <a:bodyPr/>
                    <a:lstStyle/>
                    <a:p>
                      <a:pPr algn="l" fontAlgn="b"/>
                      <a:endParaRPr lang="pt-BR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Gothic"/>
                      </a:endParaRPr>
                    </a:p>
                  </a:txBody>
                  <a:tcPr marL="6538" marR="6538" marT="6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6538" marR="6538" marT="6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2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6538" marR="6538" marT="6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2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6538" marR="6538" marT="6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2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6538" marR="6538" marT="6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endParaRPr lang="pt-BR" sz="12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6538" marR="6538" marT="6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pt-BR" sz="12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6538" marR="6538" marT="6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8801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INDICADOR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O QUE É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COMO SERÁ MEDIDO OU APURADO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APURAÇÃO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NÍVEL DE SERVIÇO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</a:tr>
              <a:tr h="378801"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SLA de atendimentos de incidentes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Porcentagem de chamados cujo o tempo total para solução foi atendido conforme o SLA definido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A medição deste indicador será a quantidade de incidentes atendidos dentro do tempo estipulado, dividido pela quantidade total de incidentes abertos por criticidade. complexidade.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MENSAL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IMPACTO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/>
                      </a:endParaRP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pt-BR" sz="1200" b="0" i="0" u="none" strike="noStrike">
                        <a:solidFill>
                          <a:srgbClr val="000000"/>
                        </a:solidFill>
                        <a:effectLst/>
                        <a:latin typeface="Century Gothic"/>
                      </a:endParaRP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TEMPO DE </a:t>
                      </a:r>
                      <a:r>
                        <a:rPr lang="pt-BR" sz="9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RECUPERAÇÃO</a:t>
                      </a:r>
                      <a:endParaRPr lang="pt-BR" sz="9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/>
                      </a:endParaRP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META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</a:tr>
              <a:tr h="368585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ALTO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2 HORAS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95%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/>
                      </a:endParaRPr>
                    </a:p>
                  </a:txBody>
                  <a:tcPr marL="6538" marR="6538" marT="653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</a:tr>
              <a:tr h="303308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MÉDIO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pt-BR" sz="1200" b="0" i="0" u="none" strike="noStrike">
                        <a:solidFill>
                          <a:srgbClr val="000000"/>
                        </a:solidFill>
                        <a:effectLst/>
                        <a:latin typeface="Century Gothic"/>
                      </a:endParaRP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3 HORAS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85%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/>
                      </a:endParaRPr>
                    </a:p>
                  </a:txBody>
                  <a:tcPr marL="6538" marR="6538" marT="653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3785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BAIXO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/>
                      </a:endParaRP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12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HORAS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75%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/>
                      </a:endParaRPr>
                    </a:p>
                  </a:txBody>
                  <a:tcPr marL="6538" marR="6538" marT="653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14841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PESQUISA DE SATISFAÇÃO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/>
                      </a:endParaRP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Baseado na lista de chamados encerrados será enviados de forma aleatória pesquisas de satisfação 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Avaliação de um grau de satisfação mínimo na pesquisa de usuários, considerando bom ou excelente numa escala de 5 graus (péssimo, ruim, médio, bom, excelente).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MENSAL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BOM OU EXCELENTE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85%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28175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REQUISIÇÃO DE SERVIÇOS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Solicitações de atividades de criação ou mudança de baixa complexidade.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A medição deste indicador será a quantidade de requisições atendidas dentro do tempo estipulado, dividido pela quantidade total de requisições.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MENSAL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 </a:t>
                      </a:r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SLA</a:t>
                      </a:r>
                      <a:r>
                        <a:rPr lang="pt-BR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 de TI desconsidera necessidade de aquisições que depende de processo de compra ou logístico 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Gothic"/>
                      </a:endParaRP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pt-BR" sz="1200" b="0" i="0" u="none" strike="noStrike">
                        <a:solidFill>
                          <a:srgbClr val="000000"/>
                        </a:solidFill>
                        <a:effectLst/>
                        <a:latin typeface="Century Gothic"/>
                      </a:endParaRP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48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HORAS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Gothic"/>
                        </a:rPr>
                        <a:t>85%</a:t>
                      </a:r>
                    </a:p>
                  </a:txBody>
                  <a:tcPr marL="6538" marR="6538" marT="653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78483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507017" y="1146756"/>
            <a:ext cx="55510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cap="small" dirty="0" smtClean="0">
                <a:solidFill>
                  <a:srgbClr val="00497A"/>
                </a:solidFill>
                <a:latin typeface="Franklin Gothic Book"/>
                <a:cs typeface="Franklin Gothic Book"/>
              </a:rPr>
              <a:t>Contatos</a:t>
            </a:r>
          </a:p>
        </p:txBody>
      </p:sp>
      <p:sp>
        <p:nvSpPr>
          <p:cNvPr id="6" name="Retângulo 5"/>
          <p:cNvSpPr/>
          <p:nvPr/>
        </p:nvSpPr>
        <p:spPr>
          <a:xfrm>
            <a:off x="1507017" y="2381821"/>
            <a:ext cx="4572000" cy="323165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fr-FR" sz="1600" b="1" cap="small" dirty="0" smtClean="0">
                <a:solidFill>
                  <a:srgbClr val="404040"/>
                </a:solidFill>
                <a:latin typeface="Franklin Gothic Book"/>
                <a:cs typeface="Franklin Gothic Book"/>
              </a:rPr>
              <a:t>GER. TI – SERVIÇOS CENTRALIZADOS CSC TI</a:t>
            </a:r>
          </a:p>
          <a:p>
            <a:r>
              <a:rPr lang="fr-FR" sz="1600" b="1" cap="small" dirty="0" smtClean="0">
                <a:solidFill>
                  <a:srgbClr val="404040"/>
                </a:solidFill>
                <a:latin typeface="Franklin Gothic Book"/>
                <a:cs typeface="Franklin Gothic Book"/>
              </a:rPr>
              <a:t>Daniel Donaire</a:t>
            </a:r>
          </a:p>
          <a:p>
            <a:r>
              <a:rPr lang="fr-FR" sz="1400" dirty="0">
                <a:solidFill>
                  <a:srgbClr val="404040"/>
                </a:solidFill>
                <a:latin typeface="Franklin Gothic Book"/>
                <a:cs typeface="Franklin Gothic Book"/>
                <a:hlinkClick r:id="rId2"/>
              </a:rPr>
              <a:t>d</a:t>
            </a:r>
            <a:r>
              <a:rPr lang="fr-FR" sz="1400" dirty="0" smtClean="0">
                <a:solidFill>
                  <a:srgbClr val="404040"/>
                </a:solidFill>
                <a:latin typeface="Franklin Gothic Book"/>
                <a:cs typeface="Franklin Gothic Book"/>
                <a:hlinkClick r:id="rId2"/>
              </a:rPr>
              <a:t>aniel.donaire@grupocontax.com</a:t>
            </a:r>
            <a:endParaRPr lang="fr-FR" sz="1400" dirty="0" smtClean="0">
              <a:solidFill>
                <a:srgbClr val="404040"/>
              </a:solidFill>
              <a:latin typeface="Franklin Gothic Book"/>
              <a:cs typeface="Franklin Gothic Book"/>
            </a:endParaRPr>
          </a:p>
          <a:p>
            <a:r>
              <a:rPr lang="fr-FR" sz="1400" dirty="0" smtClean="0">
                <a:solidFill>
                  <a:srgbClr val="404040"/>
                </a:solidFill>
                <a:latin typeface="Franklin Gothic Book"/>
                <a:cs typeface="Franklin Gothic Book"/>
              </a:rPr>
              <a:t>(</a:t>
            </a:r>
            <a:r>
              <a:rPr lang="fr-FR" sz="1400" dirty="0">
                <a:solidFill>
                  <a:srgbClr val="404040"/>
                </a:solidFill>
                <a:latin typeface="Franklin Gothic Book"/>
                <a:cs typeface="Franklin Gothic Book"/>
              </a:rPr>
              <a:t>11) </a:t>
            </a:r>
            <a:r>
              <a:rPr lang="pt-BR" sz="1400" dirty="0" smtClean="0">
                <a:solidFill>
                  <a:srgbClr val="404040"/>
                </a:solidFill>
                <a:latin typeface="Franklin Gothic Book"/>
                <a:cs typeface="Franklin Gothic Book"/>
              </a:rPr>
              <a:t>96768-0708</a:t>
            </a:r>
          </a:p>
          <a:p>
            <a:endParaRPr lang="pt-BR" sz="1400" dirty="0" smtClean="0">
              <a:solidFill>
                <a:srgbClr val="404040"/>
              </a:solidFill>
              <a:latin typeface="Franklin Gothic Book"/>
              <a:cs typeface="Franklin Gothic Book"/>
            </a:endParaRPr>
          </a:p>
          <a:p>
            <a:endParaRPr lang="pt-BR" sz="1400" dirty="0">
              <a:solidFill>
                <a:srgbClr val="404040"/>
              </a:solidFill>
              <a:latin typeface="Franklin Gothic Book"/>
              <a:cs typeface="Franklin Gothic Book"/>
            </a:endParaRPr>
          </a:p>
          <a:p>
            <a:endParaRPr lang="pt-BR" sz="1400" dirty="0">
              <a:solidFill>
                <a:srgbClr val="404040"/>
              </a:solidFill>
              <a:latin typeface="Franklin Gothic Book"/>
              <a:cs typeface="Franklin Gothic Book"/>
            </a:endParaRPr>
          </a:p>
          <a:p>
            <a:r>
              <a:rPr lang="fr-FR" b="1" cap="small" dirty="0">
                <a:solidFill>
                  <a:srgbClr val="404040"/>
                </a:solidFill>
                <a:latin typeface="Franklin Gothic Book"/>
                <a:cs typeface="Franklin Gothic Book"/>
              </a:rPr>
              <a:t>Help </a:t>
            </a:r>
            <a:r>
              <a:rPr lang="fr-FR" b="1" cap="small" dirty="0" smtClean="0">
                <a:solidFill>
                  <a:srgbClr val="404040"/>
                </a:solidFill>
                <a:latin typeface="Franklin Gothic Book"/>
                <a:cs typeface="Franklin Gothic Book"/>
              </a:rPr>
              <a:t>Desk </a:t>
            </a:r>
          </a:p>
          <a:p>
            <a:r>
              <a:rPr lang="fr-FR" sz="1400" dirty="0" smtClean="0">
                <a:solidFill>
                  <a:srgbClr val="404040"/>
                </a:solidFill>
                <a:latin typeface="Franklin Gothic Book"/>
                <a:cs typeface="Franklin Gothic Book"/>
                <a:hlinkClick r:id="rId3"/>
              </a:rPr>
              <a:t>http:\\tprocess–contax </a:t>
            </a:r>
            <a:endParaRPr lang="fr-FR" sz="1400" dirty="0" smtClean="0">
              <a:solidFill>
                <a:srgbClr val="404040"/>
              </a:solidFill>
              <a:latin typeface="Franklin Gothic Book"/>
              <a:cs typeface="Franklin Gothic Book"/>
            </a:endParaRPr>
          </a:p>
          <a:p>
            <a:r>
              <a:rPr lang="fr-FR" sz="1400" b="1" dirty="0" smtClean="0">
                <a:solidFill>
                  <a:srgbClr val="404040"/>
                </a:solidFill>
                <a:latin typeface="Franklin Gothic Book"/>
                <a:cs typeface="Franklin Gothic Book"/>
              </a:rPr>
              <a:t>(11) 3059-8383</a:t>
            </a:r>
          </a:p>
          <a:p>
            <a:r>
              <a:rPr lang="fr-FR" sz="1400" dirty="0" smtClean="0">
                <a:solidFill>
                  <a:srgbClr val="404040"/>
                </a:solidFill>
                <a:latin typeface="Franklin Gothic Book"/>
                <a:cs typeface="Franklin Gothic Book"/>
              </a:rPr>
              <a:t>Ramal: 44357 (Op. 1)</a:t>
            </a:r>
            <a:endParaRPr lang="fr-FR" sz="1400" dirty="0">
              <a:solidFill>
                <a:srgbClr val="404040"/>
              </a:solidFill>
              <a:latin typeface="Franklin Gothic Book"/>
              <a:cs typeface="Franklin Gothic Book"/>
            </a:endParaRPr>
          </a:p>
          <a:p>
            <a:endParaRPr lang="fr-FR" sz="1400" b="1" cap="small" dirty="0">
              <a:solidFill>
                <a:srgbClr val="404040"/>
              </a:solidFill>
              <a:latin typeface="Franklin Gothic Book"/>
              <a:cs typeface="Franklin Gothic Book"/>
            </a:endParaRPr>
          </a:p>
          <a:p>
            <a:endParaRPr lang="fr-FR" sz="1400" dirty="0" smtClean="0">
              <a:solidFill>
                <a:srgbClr val="404040"/>
              </a:solidFill>
              <a:latin typeface="Franklin Gothic Book"/>
              <a:cs typeface="Franklin Gothic Book"/>
            </a:endParaRPr>
          </a:p>
          <a:p>
            <a:endParaRPr lang="fr-FR" sz="1400" dirty="0" smtClean="0">
              <a:solidFill>
                <a:srgbClr val="404040"/>
              </a:solidFill>
              <a:latin typeface="Franklin Gothic Book"/>
              <a:cs typeface="Franklin Gothic Book"/>
            </a:endParaRPr>
          </a:p>
        </p:txBody>
      </p:sp>
    </p:spTree>
    <p:extLst>
      <p:ext uri="{BB962C8B-B14F-4D97-AF65-F5344CB8AC3E}">
        <p14:creationId xmlns:p14="http://schemas.microsoft.com/office/powerpoint/2010/main" val="715103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OvmfkPwMrUib3_TGvNsp1A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2VqfniX4dUuAtQH_KQLg9w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2Jbje14uaky0mWYj6tn_5w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5pCNngfXoEecY.m_xVnAsQ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R.DVbv6yUGkbg6ckAJJG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5nYUgy0kBk2_fr.dG_Edeg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x8EtQwQW8U6YOkV.uKjSxQ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.mZvh_trvUuWWRJRITj8OA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.mZvh_trvUuWWRJRITj8OA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marL="0" marR="0" indent="0" algn="just" defTabSz="457200" rtl="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sz="1200" b="0" i="0" dirty="0" err="1" smtClean="0">
            <a:solidFill>
              <a:schemeClr val="tx1">
                <a:lumMod val="50000"/>
                <a:lumOff val="50000"/>
              </a:schemeClr>
            </a:solidFill>
            <a:latin typeface="Tahoma"/>
            <a:cs typeface="Tahoma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marL="0" marR="0" indent="0" algn="just" defTabSz="457200" rtl="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sz="1200" b="0" i="0" dirty="0" err="1" smtClean="0">
            <a:solidFill>
              <a:schemeClr val="tx1">
                <a:lumMod val="50000"/>
                <a:lumOff val="50000"/>
              </a:schemeClr>
            </a:solidFill>
            <a:latin typeface="Tahoma"/>
            <a:cs typeface="Tahoma"/>
          </a:defRPr>
        </a:defPPr>
      </a:lstStyle>
    </a:tx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12531</TotalTime>
  <Words>603</Words>
  <Application>Microsoft Office PowerPoint</Application>
  <PresentationFormat>Apresentação na tela (4:3)</PresentationFormat>
  <Paragraphs>167</Paragraphs>
  <Slides>6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3</vt:i4>
      </vt:variant>
      <vt:variant>
        <vt:lpstr>Títulos de slides</vt:lpstr>
      </vt:variant>
      <vt:variant>
        <vt:i4>6</vt:i4>
      </vt:variant>
    </vt:vector>
  </HeadingPairs>
  <TitlesOfParts>
    <vt:vector size="9" baseType="lpstr">
      <vt:lpstr>Office Theme</vt:lpstr>
      <vt:lpstr>Custom Design</vt:lpstr>
      <vt:lpstr>1_Custom Design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Ability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Introdução</dc:title>
  <dc:creator>Julianna Carvalho</dc:creator>
  <cp:lastModifiedBy>Daniel Donaire</cp:lastModifiedBy>
  <cp:revision>455</cp:revision>
  <cp:lastPrinted>2014-09-22T12:36:28Z</cp:lastPrinted>
  <dcterms:created xsi:type="dcterms:W3CDTF">2014-10-24T11:37:54Z</dcterms:created>
  <dcterms:modified xsi:type="dcterms:W3CDTF">2015-08-31T13:42:36Z</dcterms:modified>
</cp:coreProperties>
</file>