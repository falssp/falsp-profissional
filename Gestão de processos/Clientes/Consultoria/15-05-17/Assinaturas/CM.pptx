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679950" cy="1079500"/>
  <p:notesSz cx="6858000" cy="9144000"/>
  <p:defaultTextStyle>
    <a:defPPr>
      <a:defRPr lang="pt-BR"/>
    </a:defPPr>
    <a:lvl1pPr marL="0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1pPr>
    <a:lvl2pPr marL="97658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2pPr>
    <a:lvl3pPr marL="195316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3pPr>
    <a:lvl4pPr marL="292974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4pPr>
    <a:lvl5pPr marL="390632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5pPr>
    <a:lvl6pPr marL="488290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6pPr>
    <a:lvl7pPr marL="585948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7pPr>
    <a:lvl8pPr marL="683605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8pPr>
    <a:lvl9pPr marL="781263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>
          <p15:clr>
            <a:srgbClr val="A4A3A4"/>
          </p15:clr>
        </p15:guide>
        <p15:guide id="2" pos="14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49" d="100"/>
          <a:sy n="249" d="100"/>
        </p:scale>
        <p:origin x="168" y="984"/>
      </p:cViewPr>
      <p:guideLst>
        <p:guide orient="horz" pos="340"/>
        <p:guide pos="14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50999" y="335354"/>
            <a:ext cx="3977959" cy="2313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01993" y="611717"/>
            <a:ext cx="3275967" cy="2758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7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95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92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90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88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85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83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81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68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97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9687" y="693688"/>
            <a:ext cx="3977959" cy="214401"/>
          </a:xfrm>
        </p:spPr>
        <p:txBody>
          <a:bodyPr anchor="t"/>
          <a:lstStyle>
            <a:lvl1pPr algn="l">
              <a:defRPr sz="9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69687" y="457547"/>
            <a:ext cx="3977959" cy="236141"/>
          </a:xfrm>
        </p:spPr>
        <p:txBody>
          <a:bodyPr anchor="b"/>
          <a:lstStyle>
            <a:lvl1pPr marL="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1pPr>
            <a:lvl2pPr marL="97658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95316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3pPr>
            <a:lvl4pPr marL="292974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4pPr>
            <a:lvl5pPr marL="390632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5pPr>
            <a:lvl6pPr marL="488290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6pPr>
            <a:lvl7pPr marL="585948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7pPr>
            <a:lvl8pPr marL="683605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8pPr>
            <a:lvl9pPr marL="781263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18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34001" y="251883"/>
            <a:ext cx="2066979" cy="712420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378979" y="251883"/>
            <a:ext cx="2066979" cy="712420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70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34002" y="241647"/>
            <a:ext cx="2067790" cy="100703"/>
          </a:xfrm>
        </p:spPr>
        <p:txBody>
          <a:bodyPr anchor="b"/>
          <a:lstStyle>
            <a:lvl1pPr marL="0" indent="0">
              <a:buNone/>
              <a:defRPr sz="500" b="1"/>
            </a:lvl1pPr>
            <a:lvl2pPr marL="97658" indent="0">
              <a:buNone/>
              <a:defRPr sz="400" b="1"/>
            </a:lvl2pPr>
            <a:lvl3pPr marL="195316" indent="0">
              <a:buNone/>
              <a:defRPr sz="400" b="1"/>
            </a:lvl3pPr>
            <a:lvl4pPr marL="292974" indent="0">
              <a:buNone/>
              <a:defRPr sz="300" b="1"/>
            </a:lvl4pPr>
            <a:lvl5pPr marL="390632" indent="0">
              <a:buNone/>
              <a:defRPr sz="300" b="1"/>
            </a:lvl5pPr>
            <a:lvl6pPr marL="488290" indent="0">
              <a:buNone/>
              <a:defRPr sz="300" b="1"/>
            </a:lvl6pPr>
            <a:lvl7pPr marL="585948" indent="0">
              <a:buNone/>
              <a:defRPr sz="300" b="1"/>
            </a:lvl7pPr>
            <a:lvl8pPr marL="683605" indent="0">
              <a:buNone/>
              <a:defRPr sz="300" b="1"/>
            </a:lvl8pPr>
            <a:lvl9pPr marL="781263" indent="0">
              <a:buNone/>
              <a:defRPr sz="3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34002" y="342341"/>
            <a:ext cx="2067790" cy="621962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2377355" y="241647"/>
            <a:ext cx="2068600" cy="100703"/>
          </a:xfrm>
        </p:spPr>
        <p:txBody>
          <a:bodyPr anchor="b"/>
          <a:lstStyle>
            <a:lvl1pPr marL="0" indent="0">
              <a:buNone/>
              <a:defRPr sz="500" b="1"/>
            </a:lvl1pPr>
            <a:lvl2pPr marL="97658" indent="0">
              <a:buNone/>
              <a:defRPr sz="400" b="1"/>
            </a:lvl2pPr>
            <a:lvl3pPr marL="195316" indent="0">
              <a:buNone/>
              <a:defRPr sz="400" b="1"/>
            </a:lvl3pPr>
            <a:lvl4pPr marL="292974" indent="0">
              <a:buNone/>
              <a:defRPr sz="300" b="1"/>
            </a:lvl4pPr>
            <a:lvl5pPr marL="390632" indent="0">
              <a:buNone/>
              <a:defRPr sz="300" b="1"/>
            </a:lvl5pPr>
            <a:lvl6pPr marL="488290" indent="0">
              <a:buNone/>
              <a:defRPr sz="300" b="1"/>
            </a:lvl6pPr>
            <a:lvl7pPr marL="585948" indent="0">
              <a:buNone/>
              <a:defRPr sz="300" b="1"/>
            </a:lvl7pPr>
            <a:lvl8pPr marL="683605" indent="0">
              <a:buNone/>
              <a:defRPr sz="300" b="1"/>
            </a:lvl8pPr>
            <a:lvl9pPr marL="781263" indent="0">
              <a:buNone/>
              <a:defRPr sz="3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377355" y="342341"/>
            <a:ext cx="2068600" cy="621962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87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02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5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001" y="42989"/>
            <a:ext cx="1539673" cy="182915"/>
          </a:xfrm>
        </p:spPr>
        <p:txBody>
          <a:bodyPr anchor="b"/>
          <a:lstStyle>
            <a:lvl1pPr algn="l">
              <a:defRPr sz="4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29735" y="42989"/>
            <a:ext cx="2616222" cy="921323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4001" y="225895"/>
            <a:ext cx="1539673" cy="738408"/>
          </a:xfrm>
        </p:spPr>
        <p:txBody>
          <a:bodyPr/>
          <a:lstStyle>
            <a:lvl1pPr marL="0" indent="0">
              <a:buNone/>
              <a:defRPr sz="300"/>
            </a:lvl1pPr>
            <a:lvl2pPr marL="97658" indent="0">
              <a:buNone/>
              <a:defRPr sz="300"/>
            </a:lvl2pPr>
            <a:lvl3pPr marL="195316" indent="0">
              <a:buNone/>
              <a:defRPr sz="200"/>
            </a:lvl3pPr>
            <a:lvl4pPr marL="292974" indent="0">
              <a:buNone/>
              <a:defRPr sz="200"/>
            </a:lvl4pPr>
            <a:lvl5pPr marL="390632" indent="0">
              <a:buNone/>
              <a:defRPr sz="200"/>
            </a:lvl5pPr>
            <a:lvl6pPr marL="488290" indent="0">
              <a:buNone/>
              <a:defRPr sz="200"/>
            </a:lvl6pPr>
            <a:lvl7pPr marL="585948" indent="0">
              <a:buNone/>
              <a:defRPr sz="200"/>
            </a:lvl7pPr>
            <a:lvl8pPr marL="683605" indent="0">
              <a:buNone/>
              <a:defRPr sz="200"/>
            </a:lvl8pPr>
            <a:lvl9pPr marL="781263" indent="0">
              <a:buNone/>
              <a:defRPr sz="2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0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7304" y="755659"/>
            <a:ext cx="2807970" cy="89209"/>
          </a:xfrm>
        </p:spPr>
        <p:txBody>
          <a:bodyPr anchor="b"/>
          <a:lstStyle>
            <a:lvl1pPr algn="l">
              <a:defRPr sz="4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917304" y="96455"/>
            <a:ext cx="2807970" cy="647700"/>
          </a:xfrm>
        </p:spPr>
        <p:txBody>
          <a:bodyPr/>
          <a:lstStyle>
            <a:lvl1pPr marL="0" indent="0">
              <a:buNone/>
              <a:defRPr sz="700"/>
            </a:lvl1pPr>
            <a:lvl2pPr marL="97658" indent="0">
              <a:buNone/>
              <a:defRPr sz="600"/>
            </a:lvl2pPr>
            <a:lvl3pPr marL="195316" indent="0">
              <a:buNone/>
              <a:defRPr sz="500"/>
            </a:lvl3pPr>
            <a:lvl4pPr marL="292974" indent="0">
              <a:buNone/>
              <a:defRPr sz="400"/>
            </a:lvl4pPr>
            <a:lvl5pPr marL="390632" indent="0">
              <a:buNone/>
              <a:defRPr sz="400"/>
            </a:lvl5pPr>
            <a:lvl6pPr marL="488290" indent="0">
              <a:buNone/>
              <a:defRPr sz="400"/>
            </a:lvl6pPr>
            <a:lvl7pPr marL="585948" indent="0">
              <a:buNone/>
              <a:defRPr sz="400"/>
            </a:lvl7pPr>
            <a:lvl8pPr marL="683605" indent="0">
              <a:buNone/>
              <a:defRPr sz="400"/>
            </a:lvl8pPr>
            <a:lvl9pPr marL="781263" indent="0">
              <a:buNone/>
              <a:defRPr sz="4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7304" y="844868"/>
            <a:ext cx="2807970" cy="126691"/>
          </a:xfrm>
        </p:spPr>
        <p:txBody>
          <a:bodyPr/>
          <a:lstStyle>
            <a:lvl1pPr marL="0" indent="0">
              <a:buNone/>
              <a:defRPr sz="300"/>
            </a:lvl1pPr>
            <a:lvl2pPr marL="97658" indent="0">
              <a:buNone/>
              <a:defRPr sz="300"/>
            </a:lvl2pPr>
            <a:lvl3pPr marL="195316" indent="0">
              <a:buNone/>
              <a:defRPr sz="200"/>
            </a:lvl3pPr>
            <a:lvl4pPr marL="292974" indent="0">
              <a:buNone/>
              <a:defRPr sz="200"/>
            </a:lvl4pPr>
            <a:lvl5pPr marL="390632" indent="0">
              <a:buNone/>
              <a:defRPr sz="200"/>
            </a:lvl5pPr>
            <a:lvl6pPr marL="488290" indent="0">
              <a:buNone/>
              <a:defRPr sz="200"/>
            </a:lvl6pPr>
            <a:lvl7pPr marL="585948" indent="0">
              <a:buNone/>
              <a:defRPr sz="200"/>
            </a:lvl7pPr>
            <a:lvl8pPr marL="683605" indent="0">
              <a:buNone/>
              <a:defRPr sz="200"/>
            </a:lvl8pPr>
            <a:lvl9pPr marL="781263" indent="0">
              <a:buNone/>
              <a:defRPr sz="2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03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1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392967" y="43239"/>
            <a:ext cx="1052988" cy="921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33999" y="43239"/>
            <a:ext cx="3080970" cy="921073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07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34001" y="43239"/>
            <a:ext cx="4211957" cy="179917"/>
          </a:xfrm>
          <a:prstGeom prst="rect">
            <a:avLst/>
          </a:prstGeom>
        </p:spPr>
        <p:txBody>
          <a:bodyPr vert="horz" lIns="19532" tIns="9766" rIns="19532" bIns="9766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34001" y="251883"/>
            <a:ext cx="4211957" cy="712420"/>
          </a:xfrm>
          <a:prstGeom prst="rect">
            <a:avLst/>
          </a:prstGeom>
        </p:spPr>
        <p:txBody>
          <a:bodyPr vert="horz" lIns="19532" tIns="9766" rIns="19532" bIns="9766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34000" y="1000546"/>
            <a:ext cx="1091989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13119-FD48-4602-AED9-A53273196641}" type="datetimeFigureOut">
              <a:rPr lang="pt-BR" smtClean="0"/>
              <a:t>23/03/2017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598987" y="1000546"/>
            <a:ext cx="1481984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3353968" y="1000546"/>
            <a:ext cx="1091989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04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95316" rtl="0" eaLnBrk="1" latinLnBrk="0" hangingPunct="1">
        <a:spcBef>
          <a:spcPct val="0"/>
        </a:spcBef>
        <a:buNone/>
        <a:defRPr sz="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243" indent="-73243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58694" indent="-61036" algn="l" defTabSz="195316" rtl="0" eaLnBrk="1" latinLnBrk="0" hangingPunct="1">
        <a:spcBef>
          <a:spcPct val="20000"/>
        </a:spcBef>
        <a:buFont typeface="Arial" panose="020B0604020202020204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44145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41803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" kern="1200">
          <a:solidFill>
            <a:schemeClr val="tx1"/>
          </a:solidFill>
          <a:latin typeface="+mn-lt"/>
          <a:ea typeface="+mn-ea"/>
          <a:cs typeface="+mn-cs"/>
        </a:defRPr>
      </a:lvl4pPr>
      <a:lvl5pPr marL="439461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»"/>
        <a:defRPr sz="400" kern="1200">
          <a:solidFill>
            <a:schemeClr val="tx1"/>
          </a:solidFill>
          <a:latin typeface="+mn-lt"/>
          <a:ea typeface="+mn-ea"/>
          <a:cs typeface="+mn-cs"/>
        </a:defRPr>
      </a:lvl5pPr>
      <a:lvl6pPr marL="537119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6pPr>
      <a:lvl7pPr marL="634776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7pPr>
      <a:lvl8pPr marL="732434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8pPr>
      <a:lvl9pPr marL="830092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1pPr>
      <a:lvl2pPr marL="97658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2pPr>
      <a:lvl3pPr marL="195316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292974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4pPr>
      <a:lvl5pPr marL="390632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5pPr>
      <a:lvl6pPr marL="488290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6pPr>
      <a:lvl7pPr marL="585948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7pPr>
      <a:lvl8pPr marL="683605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8pPr>
      <a:lvl9pPr marL="781263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016225" y="93474"/>
            <a:ext cx="234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200" b="1" dirty="0">
                <a:latin typeface="Trebuchet MS" panose="020B0603020202020204" pitchFamily="34" charset="0"/>
              </a:rPr>
              <a:t>Claudia </a:t>
            </a:r>
            <a:r>
              <a:rPr lang="pt-BR" sz="1200" dirty="0" err="1">
                <a:latin typeface="Trebuchet MS" panose="020B0603020202020204" pitchFamily="34" charset="0"/>
              </a:rPr>
              <a:t>Montagnoli</a:t>
            </a:r>
            <a:endParaRPr lang="pt-BR" sz="1200" dirty="0">
              <a:latin typeface="Trebuchet MS" panose="020B0603020202020204" pitchFamily="34" charset="0"/>
            </a:endParaRPr>
          </a:p>
          <a:p>
            <a:r>
              <a:rPr lang="pt-BR" sz="1000" dirty="0">
                <a:latin typeface="Trebuchet MS" panose="020B0603020202020204" pitchFamily="34" charset="0"/>
              </a:rPr>
              <a:t>+55 11 2246.2981</a:t>
            </a:r>
          </a:p>
          <a:p>
            <a:r>
              <a:rPr lang="pt-BR" sz="1000" dirty="0">
                <a:latin typeface="Trebuchet MS" panose="020B0603020202020204" pitchFamily="34" charset="0"/>
              </a:rPr>
              <a:t>+55 11 9.8804.1323</a:t>
            </a:r>
          </a:p>
          <a:p>
            <a:pPr>
              <a:spcBef>
                <a:spcPts val="600"/>
              </a:spcBef>
            </a:pPr>
            <a:r>
              <a:rPr lang="pt-BR" sz="1000" b="1" dirty="0">
                <a:latin typeface="Trebuchet MS" panose="020B0603020202020204" pitchFamily="34" charset="0"/>
              </a:rPr>
              <a:t>claudia@chacon-ilimitada.com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" y="833286"/>
            <a:ext cx="2000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rPr>
              <a:t>www.chacon-ilimitada.com</a:t>
            </a:r>
            <a:r>
              <a:rPr lang="pt-BR" sz="1000" dirty="0">
                <a:solidFill>
                  <a:srgbClr val="00B05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20002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17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20</Words>
  <Application>Microsoft Office PowerPoint</Application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Jorge Filho</cp:lastModifiedBy>
  <cp:revision>3</cp:revision>
  <dcterms:created xsi:type="dcterms:W3CDTF">2015-09-04T19:23:46Z</dcterms:created>
  <dcterms:modified xsi:type="dcterms:W3CDTF">2017-03-24T12:18:38Z</dcterms:modified>
</cp:coreProperties>
</file>