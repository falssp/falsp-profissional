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679950" cy="1079500"/>
  <p:notesSz cx="6858000" cy="9144000"/>
  <p:defaultTextStyle>
    <a:defPPr>
      <a:defRPr lang="pt-BR"/>
    </a:defPPr>
    <a:lvl1pPr marL="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1pPr>
    <a:lvl2pPr marL="9765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2pPr>
    <a:lvl3pPr marL="195316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3pPr>
    <a:lvl4pPr marL="292974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4pPr>
    <a:lvl5pPr marL="390632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5pPr>
    <a:lvl6pPr marL="488290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6pPr>
    <a:lvl7pPr marL="585948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7pPr>
    <a:lvl8pPr marL="683605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8pPr>
    <a:lvl9pPr marL="781263" algn="l" defTabSz="195316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A4A3A4"/>
          </p15:clr>
        </p15:guide>
        <p15:guide id="2" pos="14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9" d="100"/>
          <a:sy n="219" d="100"/>
        </p:scale>
        <p:origin x="168" y="792"/>
      </p:cViewPr>
      <p:guideLst>
        <p:guide orient="horz" pos="340"/>
        <p:guide pos="14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50999" y="335354"/>
            <a:ext cx="3977959" cy="2313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01993" y="611717"/>
            <a:ext cx="3275967" cy="2758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7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95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92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9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88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85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83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81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68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97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9687" y="693688"/>
            <a:ext cx="3977959" cy="214401"/>
          </a:xfrm>
        </p:spPr>
        <p:txBody>
          <a:bodyPr anchor="t"/>
          <a:lstStyle>
            <a:lvl1pPr algn="l">
              <a:defRPr sz="9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69687" y="457547"/>
            <a:ext cx="3977959" cy="236141"/>
          </a:xfrm>
        </p:spPr>
        <p:txBody>
          <a:bodyPr anchor="b"/>
          <a:lstStyle>
            <a:lvl1pPr marL="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1pPr>
            <a:lvl2pPr marL="97658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95316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3pPr>
            <a:lvl4pPr marL="292974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4pPr>
            <a:lvl5pPr marL="390632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5pPr>
            <a:lvl6pPr marL="488290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6pPr>
            <a:lvl7pPr marL="585948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7pPr>
            <a:lvl8pPr marL="683605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8pPr>
            <a:lvl9pPr marL="781263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18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34001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78979" y="251883"/>
            <a:ext cx="2066979" cy="712420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70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2" y="241647"/>
            <a:ext cx="206779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234002" y="342341"/>
            <a:ext cx="206779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2377355" y="241647"/>
            <a:ext cx="2068600" cy="100703"/>
          </a:xfrm>
        </p:spPr>
        <p:txBody>
          <a:bodyPr anchor="b"/>
          <a:lstStyle>
            <a:lvl1pPr marL="0" indent="0">
              <a:buNone/>
              <a:defRPr sz="500" b="1"/>
            </a:lvl1pPr>
            <a:lvl2pPr marL="97658" indent="0">
              <a:buNone/>
              <a:defRPr sz="400" b="1"/>
            </a:lvl2pPr>
            <a:lvl3pPr marL="195316" indent="0">
              <a:buNone/>
              <a:defRPr sz="400" b="1"/>
            </a:lvl3pPr>
            <a:lvl4pPr marL="292974" indent="0">
              <a:buNone/>
              <a:defRPr sz="300" b="1"/>
            </a:lvl4pPr>
            <a:lvl5pPr marL="390632" indent="0">
              <a:buNone/>
              <a:defRPr sz="300" b="1"/>
            </a:lvl5pPr>
            <a:lvl6pPr marL="488290" indent="0">
              <a:buNone/>
              <a:defRPr sz="300" b="1"/>
            </a:lvl6pPr>
            <a:lvl7pPr marL="585948" indent="0">
              <a:buNone/>
              <a:defRPr sz="300" b="1"/>
            </a:lvl7pPr>
            <a:lvl8pPr marL="683605" indent="0">
              <a:buNone/>
              <a:defRPr sz="300" b="1"/>
            </a:lvl8pPr>
            <a:lvl9pPr marL="781263" indent="0">
              <a:buNone/>
              <a:defRPr sz="3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377355" y="342341"/>
            <a:ext cx="2068600" cy="621962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87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2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5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4001" y="42989"/>
            <a:ext cx="1539673" cy="182915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29735" y="42989"/>
            <a:ext cx="2616222" cy="921323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4001" y="225895"/>
            <a:ext cx="1539673" cy="738408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0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304" y="755659"/>
            <a:ext cx="2807970" cy="89209"/>
          </a:xfrm>
        </p:spPr>
        <p:txBody>
          <a:bodyPr anchor="b"/>
          <a:lstStyle>
            <a:lvl1pPr algn="l">
              <a:defRPr sz="4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917304" y="96455"/>
            <a:ext cx="2807970" cy="647700"/>
          </a:xfrm>
        </p:spPr>
        <p:txBody>
          <a:bodyPr/>
          <a:lstStyle>
            <a:lvl1pPr marL="0" indent="0">
              <a:buNone/>
              <a:defRPr sz="700"/>
            </a:lvl1pPr>
            <a:lvl2pPr marL="97658" indent="0">
              <a:buNone/>
              <a:defRPr sz="600"/>
            </a:lvl2pPr>
            <a:lvl3pPr marL="195316" indent="0">
              <a:buNone/>
              <a:defRPr sz="500"/>
            </a:lvl3pPr>
            <a:lvl4pPr marL="292974" indent="0">
              <a:buNone/>
              <a:defRPr sz="400"/>
            </a:lvl4pPr>
            <a:lvl5pPr marL="390632" indent="0">
              <a:buNone/>
              <a:defRPr sz="400"/>
            </a:lvl5pPr>
            <a:lvl6pPr marL="488290" indent="0">
              <a:buNone/>
              <a:defRPr sz="400"/>
            </a:lvl6pPr>
            <a:lvl7pPr marL="585948" indent="0">
              <a:buNone/>
              <a:defRPr sz="400"/>
            </a:lvl7pPr>
            <a:lvl8pPr marL="683605" indent="0">
              <a:buNone/>
              <a:defRPr sz="400"/>
            </a:lvl8pPr>
            <a:lvl9pPr marL="781263" indent="0">
              <a:buNone/>
              <a:defRPr sz="4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7304" y="844868"/>
            <a:ext cx="2807970" cy="126691"/>
          </a:xfrm>
        </p:spPr>
        <p:txBody>
          <a:bodyPr/>
          <a:lstStyle>
            <a:lvl1pPr marL="0" indent="0">
              <a:buNone/>
              <a:defRPr sz="300"/>
            </a:lvl1pPr>
            <a:lvl2pPr marL="97658" indent="0">
              <a:buNone/>
              <a:defRPr sz="300"/>
            </a:lvl2pPr>
            <a:lvl3pPr marL="195316" indent="0">
              <a:buNone/>
              <a:defRPr sz="200"/>
            </a:lvl3pPr>
            <a:lvl4pPr marL="292974" indent="0">
              <a:buNone/>
              <a:defRPr sz="200"/>
            </a:lvl4pPr>
            <a:lvl5pPr marL="390632" indent="0">
              <a:buNone/>
              <a:defRPr sz="200"/>
            </a:lvl5pPr>
            <a:lvl6pPr marL="488290" indent="0">
              <a:buNone/>
              <a:defRPr sz="200"/>
            </a:lvl6pPr>
            <a:lvl7pPr marL="585948" indent="0">
              <a:buNone/>
              <a:defRPr sz="200"/>
            </a:lvl7pPr>
            <a:lvl8pPr marL="683605" indent="0">
              <a:buNone/>
              <a:defRPr sz="200"/>
            </a:lvl8pPr>
            <a:lvl9pPr marL="781263" indent="0">
              <a:buNone/>
              <a:defRPr sz="2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03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1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392967" y="43239"/>
            <a:ext cx="1052988" cy="921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33999" y="43239"/>
            <a:ext cx="3080970" cy="921073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07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34001" y="43239"/>
            <a:ext cx="4211957" cy="179917"/>
          </a:xfrm>
          <a:prstGeom prst="rect">
            <a:avLst/>
          </a:prstGeom>
        </p:spPr>
        <p:txBody>
          <a:bodyPr vert="horz" lIns="19532" tIns="9766" rIns="19532" bIns="9766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34001" y="251883"/>
            <a:ext cx="4211957" cy="712420"/>
          </a:xfrm>
          <a:prstGeom prst="rect">
            <a:avLst/>
          </a:prstGeom>
        </p:spPr>
        <p:txBody>
          <a:bodyPr vert="horz" lIns="19532" tIns="9766" rIns="19532" bIns="9766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34000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3119-FD48-4602-AED9-A53273196641}" type="datetimeFigureOut">
              <a:rPr lang="pt-BR" smtClean="0"/>
              <a:t>19/09/2016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98987" y="1000546"/>
            <a:ext cx="1481984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3353968" y="1000546"/>
            <a:ext cx="1091989" cy="57473"/>
          </a:xfrm>
          <a:prstGeom prst="rect">
            <a:avLst/>
          </a:prstGeom>
        </p:spPr>
        <p:txBody>
          <a:bodyPr vert="horz" lIns="19532" tIns="9766" rIns="19532" bIns="9766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328E7-4213-4C93-959E-1303E621C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04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95316" rtl="0" eaLnBrk="1" latinLnBrk="0" hangingPunct="1">
        <a:spcBef>
          <a:spcPct val="0"/>
        </a:spcBef>
        <a:buNone/>
        <a:defRPr sz="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243" indent="-73243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58694" indent="-61036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44145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41803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439461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»"/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537119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634776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732434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830092" indent="-48829" algn="l" defTabSz="195316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1pPr>
      <a:lvl2pPr marL="9765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2pPr>
      <a:lvl3pPr marL="195316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292974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4pPr>
      <a:lvl5pPr marL="390632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5pPr>
      <a:lvl6pPr marL="488290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6pPr>
      <a:lvl7pPr marL="585948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7pPr>
      <a:lvl8pPr marL="683605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8pPr>
      <a:lvl9pPr marL="781263" algn="l" defTabSz="195316" rtl="0" eaLnBrk="1" latinLnBrk="0" hangingPunct="1">
        <a:defRPr sz="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2016225" y="93474"/>
            <a:ext cx="234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>
                <a:latin typeface="Trebuchet MS" panose="020B0603020202020204" pitchFamily="34" charset="0"/>
              </a:rPr>
              <a:t>Nome </a:t>
            </a:r>
            <a:r>
              <a:rPr lang="pt-BR" sz="1200" dirty="0">
                <a:latin typeface="Trebuchet MS" panose="020B0603020202020204" pitchFamily="34" charset="0"/>
              </a:rPr>
              <a:t>Sobrenome</a:t>
            </a:r>
          </a:p>
          <a:p>
            <a:r>
              <a:rPr lang="pt-BR" sz="1000" dirty="0">
                <a:latin typeface="Trebuchet MS" panose="020B0603020202020204" pitchFamily="34" charset="0"/>
              </a:rPr>
              <a:t>+55 XX 2246.2981</a:t>
            </a:r>
          </a:p>
          <a:p>
            <a:r>
              <a:rPr lang="pt-BR" sz="1000" dirty="0">
                <a:latin typeface="Trebuchet MS" panose="020B0603020202020204" pitchFamily="34" charset="0"/>
              </a:rPr>
              <a:t>+</a:t>
            </a:r>
            <a:r>
              <a:rPr lang="pt-BR" sz="1000">
                <a:latin typeface="Trebuchet MS" panose="020B0603020202020204" pitchFamily="34" charset="0"/>
              </a:rPr>
              <a:t>55 XX </a:t>
            </a:r>
            <a:r>
              <a:rPr lang="pt-BR" sz="1000" dirty="0">
                <a:latin typeface="Trebuchet MS" panose="020B0603020202020204" pitchFamily="34" charset="0"/>
              </a:rPr>
              <a:t>9.XXXX.XXXX</a:t>
            </a:r>
          </a:p>
          <a:p>
            <a:pPr>
              <a:spcBef>
                <a:spcPts val="600"/>
              </a:spcBef>
            </a:pPr>
            <a:r>
              <a:rPr lang="pt-BR" sz="1000" b="1" dirty="0">
                <a:latin typeface="Trebuchet MS" panose="020B0603020202020204" pitchFamily="34" charset="0"/>
              </a:rPr>
              <a:t>e-mail@chacon-ilimitada.com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" y="833286"/>
            <a:ext cx="2000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rPr>
              <a:t>www.chacon-ilimitada.com</a:t>
            </a:r>
            <a:r>
              <a:rPr lang="pt-BR" sz="1000" dirty="0">
                <a:solidFill>
                  <a:srgbClr val="00B050"/>
                </a:solidFill>
                <a:latin typeface="Trebuchet MS" panose="020B0603020202020204" pitchFamily="34" charset="0"/>
              </a:rPr>
              <a:t> 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000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17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</Words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2015-09-04T19:23:46Z</dcterms:created>
  <dcterms:modified xsi:type="dcterms:W3CDTF">2016-09-19T14:16:18Z</dcterms:modified>
</cp:coreProperties>
</file>