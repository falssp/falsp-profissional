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5.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6" r:id="rId2"/>
    <p:sldMasterId id="2147483690" r:id="rId3"/>
    <p:sldMasterId id="2147483706" r:id="rId4"/>
    <p:sldMasterId id="2147483722" r:id="rId5"/>
    <p:sldMasterId id="2147483736" r:id="rId6"/>
  </p:sldMasterIdLst>
  <p:notesMasterIdLst>
    <p:notesMasterId r:id="rId13"/>
  </p:notesMasterIdLst>
  <p:handoutMasterIdLst>
    <p:handoutMasterId r:id="rId14"/>
  </p:handoutMasterIdLst>
  <p:sldIdLst>
    <p:sldId id="320" r:id="rId7"/>
    <p:sldId id="281" r:id="rId8"/>
    <p:sldId id="321" r:id="rId9"/>
    <p:sldId id="324" r:id="rId10"/>
    <p:sldId id="323" r:id="rId11"/>
    <p:sldId id="325" r:id="rId12"/>
  </p:sldIdLst>
  <p:sldSz cx="9144000" cy="6858000" type="screen4x3"/>
  <p:notesSz cx="6883400" cy="9906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81" autoAdjust="0"/>
    <p:restoredTop sz="94660"/>
  </p:normalViewPr>
  <p:slideViewPr>
    <p:cSldViewPr>
      <p:cViewPr>
        <p:scale>
          <a:sx n="76" d="100"/>
          <a:sy n="76" d="100"/>
        </p:scale>
        <p:origin x="-1206" y="2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82807" cy="495300"/>
          </a:xfrm>
          <a:prstGeom prst="rect">
            <a:avLst/>
          </a:prstGeom>
        </p:spPr>
        <p:txBody>
          <a:bodyPr vert="horz" lIns="95939" tIns="47969" rIns="95939" bIns="47969" rtlCol="0"/>
          <a:lstStyle>
            <a:lvl1pPr algn="l">
              <a:defRPr sz="1300"/>
            </a:lvl1pPr>
          </a:lstStyle>
          <a:p>
            <a:endParaRPr lang="pt-BR"/>
          </a:p>
        </p:txBody>
      </p:sp>
      <p:sp>
        <p:nvSpPr>
          <p:cNvPr id="3" name="Espaço Reservado para Data 2"/>
          <p:cNvSpPr>
            <a:spLocks noGrp="1"/>
          </p:cNvSpPr>
          <p:nvPr>
            <p:ph type="dt" sz="quarter" idx="1"/>
          </p:nvPr>
        </p:nvSpPr>
        <p:spPr>
          <a:xfrm>
            <a:off x="3899000" y="0"/>
            <a:ext cx="2982807" cy="495300"/>
          </a:xfrm>
          <a:prstGeom prst="rect">
            <a:avLst/>
          </a:prstGeom>
        </p:spPr>
        <p:txBody>
          <a:bodyPr vert="horz" lIns="95939" tIns="47969" rIns="95939" bIns="47969" rtlCol="0"/>
          <a:lstStyle>
            <a:lvl1pPr algn="r">
              <a:defRPr sz="1300"/>
            </a:lvl1pPr>
          </a:lstStyle>
          <a:p>
            <a:endParaRPr lang="pt-BR"/>
          </a:p>
        </p:txBody>
      </p:sp>
      <p:sp>
        <p:nvSpPr>
          <p:cNvPr id="4" name="Espaço Reservado para Rodapé 3"/>
          <p:cNvSpPr>
            <a:spLocks noGrp="1"/>
          </p:cNvSpPr>
          <p:nvPr>
            <p:ph type="ftr" sz="quarter" idx="2"/>
          </p:nvPr>
        </p:nvSpPr>
        <p:spPr>
          <a:xfrm>
            <a:off x="0" y="9408981"/>
            <a:ext cx="2982807" cy="495300"/>
          </a:xfrm>
          <a:prstGeom prst="rect">
            <a:avLst/>
          </a:prstGeom>
        </p:spPr>
        <p:txBody>
          <a:bodyPr vert="horz" lIns="95939" tIns="47969" rIns="95939" bIns="47969" rtlCol="0" anchor="b"/>
          <a:lstStyle>
            <a:lvl1pPr algn="l">
              <a:defRPr sz="1300"/>
            </a:lvl1pPr>
          </a:lstStyle>
          <a:p>
            <a:endParaRPr lang="pt-BR"/>
          </a:p>
        </p:txBody>
      </p:sp>
      <p:sp>
        <p:nvSpPr>
          <p:cNvPr id="5" name="Espaço Reservado para Número de Slide 4"/>
          <p:cNvSpPr>
            <a:spLocks noGrp="1"/>
          </p:cNvSpPr>
          <p:nvPr>
            <p:ph type="sldNum" sz="quarter" idx="3"/>
          </p:nvPr>
        </p:nvSpPr>
        <p:spPr>
          <a:xfrm>
            <a:off x="3899000" y="9408981"/>
            <a:ext cx="2982807" cy="495300"/>
          </a:xfrm>
          <a:prstGeom prst="rect">
            <a:avLst/>
          </a:prstGeom>
        </p:spPr>
        <p:txBody>
          <a:bodyPr vert="horz" lIns="95939" tIns="47969" rIns="95939" bIns="47969" rtlCol="0" anchor="b"/>
          <a:lstStyle>
            <a:lvl1pPr algn="r">
              <a:defRPr sz="1300"/>
            </a:lvl1pPr>
          </a:lstStyle>
          <a:p>
            <a:fld id="{0FCDCC9F-2D84-474D-9FF3-07F2B63813C8}" type="slidenum">
              <a:rPr lang="pt-BR" smtClean="0"/>
              <a:t>‹nº›</a:t>
            </a:fld>
            <a:endParaRPr lang="pt-BR"/>
          </a:p>
        </p:txBody>
      </p:sp>
    </p:spTree>
    <p:extLst>
      <p:ext uri="{BB962C8B-B14F-4D97-AF65-F5344CB8AC3E}">
        <p14:creationId xmlns:p14="http://schemas.microsoft.com/office/powerpoint/2010/main" val="339204774"/>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82807" cy="495300"/>
          </a:xfrm>
          <a:prstGeom prst="rect">
            <a:avLst/>
          </a:prstGeom>
        </p:spPr>
        <p:txBody>
          <a:bodyPr vert="horz" lIns="95939" tIns="47969" rIns="95939" bIns="47969" rtlCol="0"/>
          <a:lstStyle>
            <a:lvl1pPr algn="l">
              <a:defRPr sz="1300"/>
            </a:lvl1pPr>
          </a:lstStyle>
          <a:p>
            <a:endParaRPr lang="pt-BR"/>
          </a:p>
        </p:txBody>
      </p:sp>
      <p:sp>
        <p:nvSpPr>
          <p:cNvPr id="3" name="Espaço Reservado para Data 2"/>
          <p:cNvSpPr>
            <a:spLocks noGrp="1"/>
          </p:cNvSpPr>
          <p:nvPr>
            <p:ph type="dt" idx="1"/>
          </p:nvPr>
        </p:nvSpPr>
        <p:spPr>
          <a:xfrm>
            <a:off x="3899000" y="0"/>
            <a:ext cx="2982807" cy="495300"/>
          </a:xfrm>
          <a:prstGeom prst="rect">
            <a:avLst/>
          </a:prstGeom>
        </p:spPr>
        <p:txBody>
          <a:bodyPr vert="horz" lIns="95939" tIns="47969" rIns="95939" bIns="47969" rtlCol="0"/>
          <a:lstStyle>
            <a:lvl1pPr algn="r">
              <a:defRPr sz="1300"/>
            </a:lvl1pPr>
          </a:lstStyle>
          <a:p>
            <a:endParaRPr lang="pt-BR"/>
          </a:p>
        </p:txBody>
      </p:sp>
      <p:sp>
        <p:nvSpPr>
          <p:cNvPr id="4" name="Espaço Reservado para Imagem de Slide 3"/>
          <p:cNvSpPr>
            <a:spLocks noGrp="1" noRot="1" noChangeAspect="1"/>
          </p:cNvSpPr>
          <p:nvPr>
            <p:ph type="sldImg" idx="2"/>
          </p:nvPr>
        </p:nvSpPr>
        <p:spPr>
          <a:xfrm>
            <a:off x="965200" y="742950"/>
            <a:ext cx="4953000" cy="3714750"/>
          </a:xfrm>
          <a:prstGeom prst="rect">
            <a:avLst/>
          </a:prstGeom>
          <a:noFill/>
          <a:ln w="12700">
            <a:solidFill>
              <a:prstClr val="black"/>
            </a:solidFill>
          </a:ln>
        </p:spPr>
        <p:txBody>
          <a:bodyPr vert="horz" lIns="95939" tIns="47969" rIns="95939" bIns="47969" rtlCol="0" anchor="ctr"/>
          <a:lstStyle/>
          <a:p>
            <a:endParaRPr lang="pt-BR"/>
          </a:p>
        </p:txBody>
      </p:sp>
      <p:sp>
        <p:nvSpPr>
          <p:cNvPr id="5" name="Espaço Reservado para Anotações 4"/>
          <p:cNvSpPr>
            <a:spLocks noGrp="1"/>
          </p:cNvSpPr>
          <p:nvPr>
            <p:ph type="body" sz="quarter" idx="3"/>
          </p:nvPr>
        </p:nvSpPr>
        <p:spPr>
          <a:xfrm>
            <a:off x="688340" y="4705350"/>
            <a:ext cx="5506720" cy="4457700"/>
          </a:xfrm>
          <a:prstGeom prst="rect">
            <a:avLst/>
          </a:prstGeom>
        </p:spPr>
        <p:txBody>
          <a:bodyPr vert="horz" lIns="95939" tIns="47969" rIns="95939" bIns="47969"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9408981"/>
            <a:ext cx="2982807" cy="495300"/>
          </a:xfrm>
          <a:prstGeom prst="rect">
            <a:avLst/>
          </a:prstGeom>
        </p:spPr>
        <p:txBody>
          <a:bodyPr vert="horz" lIns="95939" tIns="47969" rIns="95939" bIns="47969" rtlCol="0" anchor="b"/>
          <a:lstStyle>
            <a:lvl1pPr algn="l">
              <a:defRPr sz="1300"/>
            </a:lvl1pPr>
          </a:lstStyle>
          <a:p>
            <a:endParaRPr lang="pt-BR"/>
          </a:p>
        </p:txBody>
      </p:sp>
      <p:sp>
        <p:nvSpPr>
          <p:cNvPr id="7" name="Espaço Reservado para Número de Slide 6"/>
          <p:cNvSpPr>
            <a:spLocks noGrp="1"/>
          </p:cNvSpPr>
          <p:nvPr>
            <p:ph type="sldNum" sz="quarter" idx="5"/>
          </p:nvPr>
        </p:nvSpPr>
        <p:spPr>
          <a:xfrm>
            <a:off x="3899000" y="9408981"/>
            <a:ext cx="2982807" cy="495300"/>
          </a:xfrm>
          <a:prstGeom prst="rect">
            <a:avLst/>
          </a:prstGeom>
        </p:spPr>
        <p:txBody>
          <a:bodyPr vert="horz" lIns="95939" tIns="47969" rIns="95939" bIns="47969" rtlCol="0" anchor="b"/>
          <a:lstStyle>
            <a:lvl1pPr algn="r">
              <a:defRPr sz="1300"/>
            </a:lvl1pPr>
          </a:lstStyle>
          <a:p>
            <a:fld id="{B03B7B00-5F57-41EE-AF9F-1C4CC95391B3}" type="slidenum">
              <a:rPr lang="pt-BR" smtClean="0"/>
              <a:t>‹nº›</a:t>
            </a:fld>
            <a:endParaRPr lang="pt-BR"/>
          </a:p>
        </p:txBody>
      </p:sp>
    </p:spTree>
    <p:extLst>
      <p:ext uri="{BB962C8B-B14F-4D97-AF65-F5344CB8AC3E}">
        <p14:creationId xmlns:p14="http://schemas.microsoft.com/office/powerpoint/2010/main" val="3106797541"/>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6" name="Espaço Reservado para Data 5"/>
          <p:cNvSpPr>
            <a:spLocks noGrp="1"/>
          </p:cNvSpPr>
          <p:nvPr>
            <p:ph type="dt" idx="10"/>
          </p:nvPr>
        </p:nvSpPr>
        <p:spPr/>
        <p:txBody>
          <a:bodyPr/>
          <a:lstStyle/>
          <a:p>
            <a:endParaRPr lang="pt-BR"/>
          </a:p>
        </p:txBody>
      </p:sp>
    </p:spTree>
    <p:extLst>
      <p:ext uri="{BB962C8B-B14F-4D97-AF65-F5344CB8AC3E}">
        <p14:creationId xmlns:p14="http://schemas.microsoft.com/office/powerpoint/2010/main" val="2162400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6" name="Espaço Reservado para Data 5"/>
          <p:cNvSpPr>
            <a:spLocks noGrp="1"/>
          </p:cNvSpPr>
          <p:nvPr>
            <p:ph type="dt" idx="10"/>
          </p:nvPr>
        </p:nvSpPr>
        <p:spPr/>
        <p:txBody>
          <a:bodyPr/>
          <a:lstStyle/>
          <a:p>
            <a:endParaRPr lang="pt-BR"/>
          </a:p>
        </p:txBody>
      </p:sp>
    </p:spTree>
    <p:extLst>
      <p:ext uri="{BB962C8B-B14F-4D97-AF65-F5344CB8AC3E}">
        <p14:creationId xmlns:p14="http://schemas.microsoft.com/office/powerpoint/2010/main" val="2162400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6" name="Espaço Reservado para Data 5"/>
          <p:cNvSpPr>
            <a:spLocks noGrp="1"/>
          </p:cNvSpPr>
          <p:nvPr>
            <p:ph type="dt" idx="10"/>
          </p:nvPr>
        </p:nvSpPr>
        <p:spPr/>
        <p:txBody>
          <a:bodyPr/>
          <a:lstStyle/>
          <a:p>
            <a:endParaRPr lang="pt-BR"/>
          </a:p>
        </p:txBody>
      </p:sp>
    </p:spTree>
    <p:extLst>
      <p:ext uri="{BB962C8B-B14F-4D97-AF65-F5344CB8AC3E}">
        <p14:creationId xmlns:p14="http://schemas.microsoft.com/office/powerpoint/2010/main" val="2162400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6" name="Espaço Reservado para Data 5"/>
          <p:cNvSpPr>
            <a:spLocks noGrp="1"/>
          </p:cNvSpPr>
          <p:nvPr>
            <p:ph type="dt" idx="10"/>
          </p:nvPr>
        </p:nvSpPr>
        <p:spPr/>
        <p:txBody>
          <a:bodyPr/>
          <a:lstStyle/>
          <a:p>
            <a:endParaRPr lang="pt-BR"/>
          </a:p>
        </p:txBody>
      </p:sp>
    </p:spTree>
    <p:extLst>
      <p:ext uri="{BB962C8B-B14F-4D97-AF65-F5344CB8AC3E}">
        <p14:creationId xmlns:p14="http://schemas.microsoft.com/office/powerpoint/2010/main" val="2162400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6" name="Espaço Reservado para Data 5"/>
          <p:cNvSpPr>
            <a:spLocks noGrp="1"/>
          </p:cNvSpPr>
          <p:nvPr>
            <p:ph type="dt" idx="10"/>
          </p:nvPr>
        </p:nvSpPr>
        <p:spPr/>
        <p:txBody>
          <a:bodyPr/>
          <a:lstStyle/>
          <a:p>
            <a:endParaRPr lang="pt-BR"/>
          </a:p>
        </p:txBody>
      </p:sp>
    </p:spTree>
    <p:extLst>
      <p:ext uri="{BB962C8B-B14F-4D97-AF65-F5344CB8AC3E}">
        <p14:creationId xmlns:p14="http://schemas.microsoft.com/office/powerpoint/2010/main" val="2162400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Uma Coluna">
    <p:spTree>
      <p:nvGrpSpPr>
        <p:cNvPr id="1" name=""/>
        <p:cNvGrpSpPr/>
        <p:nvPr/>
      </p:nvGrpSpPr>
      <p:grpSpPr>
        <a:xfrm>
          <a:off x="0" y="0"/>
          <a:ext cx="0" cy="0"/>
          <a:chOff x="0" y="0"/>
          <a:chExt cx="0" cy="0"/>
        </a:xfrm>
      </p:grpSpPr>
      <p:sp>
        <p:nvSpPr>
          <p:cNvPr id="2" name="TextBox 1"/>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p:nvSpPr>
        <p:spPr bwMode="auto">
          <a:xfrm>
            <a:off x="1170906" y="2067223"/>
            <a:ext cx="5347766" cy="341141"/>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a:spLocks noChangeArrowheads="1"/>
          </p:cNvSpPr>
          <p:nvPr/>
        </p:nvSpPr>
        <p:spPr bwMode="auto">
          <a:xfrm>
            <a:off x="1170912" y="2697882"/>
            <a:ext cx="7583537" cy="120104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Tree>
    <p:extLst>
      <p:ext uri="{BB962C8B-B14F-4D97-AF65-F5344CB8AC3E}">
        <p14:creationId xmlns:p14="http://schemas.microsoft.com/office/powerpoint/2010/main" val="1339345601"/>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uas Coluna">
    <p:spTree>
      <p:nvGrpSpPr>
        <p:cNvPr id="1" name=""/>
        <p:cNvGrpSpPr/>
        <p:nvPr/>
      </p:nvGrpSpPr>
      <p:grpSpPr>
        <a:xfrm>
          <a:off x="0" y="0"/>
          <a:ext cx="0" cy="0"/>
          <a:chOff x="0" y="0"/>
          <a:chExt cx="0" cy="0"/>
        </a:xfrm>
      </p:grpSpPr>
      <p:sp>
        <p:nvSpPr>
          <p:cNvPr id="2" name="TextBox 1"/>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p:nvSpPr>
        <p:spPr bwMode="auto">
          <a:xfrm>
            <a:off x="1170906" y="2067223"/>
            <a:ext cx="5347766" cy="341141"/>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p:nvPr/>
        </p:nvSpPr>
        <p:spPr>
          <a:xfrm>
            <a:off x="1170775" y="2698340"/>
            <a:ext cx="7583112" cy="2492990"/>
          </a:xfrm>
          <a:prstGeom prst="rect">
            <a:avLst/>
          </a:prstGeom>
          <a:noFill/>
        </p:spPr>
        <p:txBody>
          <a:bodyPr lIns="91378" tIns="45690" rIns="91378" bIns="45690" numCol="2" spcCol="215857">
            <a:spAutoFit/>
          </a:bodyPr>
          <a:lstStyle/>
          <a:p>
            <a:pPr algn="just" defTabSz="456893"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a:t>
            </a:r>
            <a:endParaRPr lang="en-US" sz="1200" dirty="0">
              <a:solidFill>
                <a:srgbClr val="7F7F7F"/>
              </a:solidFill>
              <a:latin typeface="Tahoma"/>
              <a:ea typeface="+mn-ea"/>
              <a:cs typeface="Tahoma"/>
            </a:endParaRPr>
          </a:p>
          <a:p>
            <a:pPr algn="just" defTabSz="456893" eaLnBrk="1" fontAlgn="auto" hangingPunct="1">
              <a:spcBef>
                <a:spcPts val="0"/>
              </a:spcBef>
              <a:spcAft>
                <a:spcPts val="0"/>
              </a:spcAft>
              <a:defRPr/>
            </a:pPr>
            <a:endParaRPr lang="en-US" sz="1200" dirty="0">
              <a:solidFill>
                <a:srgbClr val="7F7F7F"/>
              </a:solidFill>
              <a:latin typeface="Tahoma"/>
              <a:ea typeface="+mn-ea"/>
              <a:cs typeface="Tahoma"/>
            </a:endParaRPr>
          </a:p>
        </p:txBody>
      </p:sp>
    </p:spTree>
    <p:extLst>
      <p:ext uri="{BB962C8B-B14F-4D97-AF65-F5344CB8AC3E}">
        <p14:creationId xmlns:p14="http://schemas.microsoft.com/office/powerpoint/2010/main" val="74089731"/>
      </p:ext>
    </p:extLst>
  </p:cSld>
  <p:clrMapOvr>
    <a:masterClrMapping/>
  </p:clrMapOvr>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rês Coluna">
    <p:spTree>
      <p:nvGrpSpPr>
        <p:cNvPr id="1" name=""/>
        <p:cNvGrpSpPr/>
        <p:nvPr/>
      </p:nvGrpSpPr>
      <p:grpSpPr>
        <a:xfrm>
          <a:off x="0" y="0"/>
          <a:ext cx="0" cy="0"/>
          <a:chOff x="0" y="0"/>
          <a:chExt cx="0" cy="0"/>
        </a:xfrm>
      </p:grpSpPr>
      <p:sp>
        <p:nvSpPr>
          <p:cNvPr id="2" name="TextBox 1"/>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p:nvSpPr>
        <p:spPr bwMode="auto">
          <a:xfrm>
            <a:off x="1170906" y="2067223"/>
            <a:ext cx="5347766" cy="341141"/>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p:nvPr/>
        </p:nvSpPr>
        <p:spPr>
          <a:xfrm>
            <a:off x="1170775" y="2698341"/>
            <a:ext cx="7583112" cy="3068035"/>
          </a:xfrm>
          <a:prstGeom prst="rect">
            <a:avLst/>
          </a:prstGeom>
          <a:noFill/>
        </p:spPr>
        <p:txBody>
          <a:bodyPr lIns="91378" tIns="45690" rIns="91378" bIns="45690" numCol="3" spcCol="215857">
            <a:spAutoFit/>
          </a:bodyPr>
          <a:lstStyle/>
          <a:p>
            <a:pPr algn="just" defTabSz="456893"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a:t>
            </a:r>
            <a:endParaRPr lang="en-US" sz="1200" dirty="0">
              <a:solidFill>
                <a:srgbClr val="7F7F7F"/>
              </a:solidFill>
              <a:latin typeface="Tahoma"/>
              <a:ea typeface="+mn-ea"/>
              <a:cs typeface="Tahoma"/>
            </a:endParaRPr>
          </a:p>
          <a:p>
            <a:pPr algn="just" defTabSz="456893"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a:t>
            </a:r>
            <a:endParaRPr lang="en-US" sz="1200" dirty="0">
              <a:solidFill>
                <a:srgbClr val="7F7F7F"/>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p:txBody>
      </p:sp>
    </p:spTree>
    <p:extLst>
      <p:ext uri="{BB962C8B-B14F-4D97-AF65-F5344CB8AC3E}">
        <p14:creationId xmlns:p14="http://schemas.microsoft.com/office/powerpoint/2010/main" val="435011791"/>
      </p:ext>
    </p:extLst>
  </p:cSld>
  <p:clrMapOvr>
    <a:masterClrMapping/>
  </p:clrMapOvr>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ullets">
    <p:spTree>
      <p:nvGrpSpPr>
        <p:cNvPr id="1" name=""/>
        <p:cNvGrpSpPr/>
        <p:nvPr/>
      </p:nvGrpSpPr>
      <p:grpSpPr>
        <a:xfrm>
          <a:off x="0" y="0"/>
          <a:ext cx="0" cy="0"/>
          <a:chOff x="0" y="0"/>
          <a:chExt cx="0" cy="0"/>
        </a:xfrm>
      </p:grpSpPr>
      <p:sp>
        <p:nvSpPr>
          <p:cNvPr id="2" name="TextBox 1"/>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p:nvSpPr>
        <p:spPr bwMode="auto">
          <a:xfrm>
            <a:off x="1170906" y="2067223"/>
            <a:ext cx="5347766" cy="341141"/>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a:spLocks noChangeArrowheads="1"/>
          </p:cNvSpPr>
          <p:nvPr/>
        </p:nvSpPr>
        <p:spPr bwMode="auto">
          <a:xfrm>
            <a:off x="1170912" y="2697889"/>
            <a:ext cx="7583537" cy="2483554"/>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p:txBody>
      </p:sp>
    </p:spTree>
    <p:extLst>
      <p:ext uri="{BB962C8B-B14F-4D97-AF65-F5344CB8AC3E}">
        <p14:creationId xmlns:p14="http://schemas.microsoft.com/office/powerpoint/2010/main" val="2447655006"/>
      </p:ext>
    </p:extLst>
  </p:cSld>
  <p:clrMapOvr>
    <a:masterClrMapping/>
  </p:clrMapOvr>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Uma Coluna C\ Imagem Dir">
    <p:spTree>
      <p:nvGrpSpPr>
        <p:cNvPr id="1" name=""/>
        <p:cNvGrpSpPr/>
        <p:nvPr/>
      </p:nvGrpSpPr>
      <p:grpSpPr>
        <a:xfrm>
          <a:off x="0" y="0"/>
          <a:ext cx="0" cy="0"/>
          <a:chOff x="0" y="0"/>
          <a:chExt cx="0" cy="0"/>
        </a:xfrm>
      </p:grpSpPr>
      <p:sp>
        <p:nvSpPr>
          <p:cNvPr id="3" name="TextBox 2"/>
          <p:cNvSpPr txBox="1">
            <a:spLocks noChangeArrowheads="1"/>
          </p:cNvSpPr>
          <p:nvPr/>
        </p:nvSpPr>
        <p:spPr bwMode="auto">
          <a:xfrm>
            <a:off x="1170905" y="2624212"/>
            <a:ext cx="3723680" cy="2299610"/>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
        <p:nvSpPr>
          <p:cNvPr id="4" name="TextBox 3"/>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p:nvSpPr>
        <p:spPr bwMode="auto">
          <a:xfrm>
            <a:off x="1170906" y="2067223"/>
            <a:ext cx="5347766" cy="341141"/>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6" name="Content Placeholder 2"/>
          <p:cNvSpPr>
            <a:spLocks noGrp="1"/>
          </p:cNvSpPr>
          <p:nvPr>
            <p:ph idx="1"/>
          </p:nvPr>
        </p:nvSpPr>
        <p:spPr>
          <a:xfrm>
            <a:off x="5033777" y="2698753"/>
            <a:ext cx="3828639" cy="2928564"/>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946495257"/>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Uma Coluna C\ Imagem Esq">
    <p:spTree>
      <p:nvGrpSpPr>
        <p:cNvPr id="1" name=""/>
        <p:cNvGrpSpPr/>
        <p:nvPr/>
      </p:nvGrpSpPr>
      <p:grpSpPr>
        <a:xfrm>
          <a:off x="0" y="0"/>
          <a:ext cx="0" cy="0"/>
          <a:chOff x="0" y="0"/>
          <a:chExt cx="0" cy="0"/>
        </a:xfrm>
      </p:grpSpPr>
      <p:sp>
        <p:nvSpPr>
          <p:cNvPr id="3" name="TextBox 2"/>
          <p:cNvSpPr txBox="1">
            <a:spLocks noChangeArrowheads="1"/>
          </p:cNvSpPr>
          <p:nvPr/>
        </p:nvSpPr>
        <p:spPr bwMode="auto">
          <a:xfrm>
            <a:off x="5155780" y="2587377"/>
            <a:ext cx="3723680" cy="2299610"/>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
        <p:nvSpPr>
          <p:cNvPr id="4" name="TextBox 3"/>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p:nvSpPr>
        <p:spPr bwMode="auto">
          <a:xfrm>
            <a:off x="1170906" y="2067223"/>
            <a:ext cx="5347766" cy="341141"/>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5" name="Content Placeholder 2"/>
          <p:cNvSpPr>
            <a:spLocks noGrp="1"/>
          </p:cNvSpPr>
          <p:nvPr>
            <p:ph idx="1"/>
          </p:nvPr>
        </p:nvSpPr>
        <p:spPr>
          <a:xfrm>
            <a:off x="1232948" y="2698753"/>
            <a:ext cx="3828639" cy="2928564"/>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797525041"/>
      </p:ext>
    </p:extLst>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Uma Coluna C\ Imagem Infer">
    <p:spTree>
      <p:nvGrpSpPr>
        <p:cNvPr id="1" name=""/>
        <p:cNvGrpSpPr/>
        <p:nvPr/>
      </p:nvGrpSpPr>
      <p:grpSpPr>
        <a:xfrm>
          <a:off x="0" y="0"/>
          <a:ext cx="0" cy="0"/>
          <a:chOff x="0" y="0"/>
          <a:chExt cx="0" cy="0"/>
        </a:xfrm>
      </p:grpSpPr>
      <p:sp>
        <p:nvSpPr>
          <p:cNvPr id="3" name="TextBox 2"/>
          <p:cNvSpPr txBox="1">
            <a:spLocks noChangeArrowheads="1"/>
          </p:cNvSpPr>
          <p:nvPr/>
        </p:nvSpPr>
        <p:spPr bwMode="auto">
          <a:xfrm>
            <a:off x="1170912" y="2697890"/>
            <a:ext cx="7583537" cy="1149697"/>
          </a:xfrm>
          <a:prstGeom prst="rect">
            <a:avLst/>
          </a:prstGeom>
          <a:noFill/>
          <a:ln>
            <a:noFill/>
          </a:ln>
          <a:extLst/>
        </p:spPr>
        <p:txBody>
          <a:bodyPr lIns="107932" tIns="46770" rIns="91378" bIns="45690"/>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
        <p:nvSpPr>
          <p:cNvPr id="4" name="TextBox 3"/>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p:nvSpPr>
        <p:spPr bwMode="auto">
          <a:xfrm>
            <a:off x="1170906" y="2067223"/>
            <a:ext cx="5347766" cy="341141"/>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5" name="Content Placeholder 2"/>
          <p:cNvSpPr>
            <a:spLocks noGrp="1"/>
          </p:cNvSpPr>
          <p:nvPr>
            <p:ph idx="1"/>
          </p:nvPr>
        </p:nvSpPr>
        <p:spPr>
          <a:xfrm>
            <a:off x="1169990" y="4027488"/>
            <a:ext cx="7583900" cy="1885950"/>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343587100"/>
      </p:ext>
    </p:extLst>
  </p:cSld>
  <p:clrMapOvr>
    <a:masterClrMapping/>
  </p:clrMapOvr>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uas Coluna C\ Imagem Infer">
    <p:spTree>
      <p:nvGrpSpPr>
        <p:cNvPr id="1" name=""/>
        <p:cNvGrpSpPr/>
        <p:nvPr/>
      </p:nvGrpSpPr>
      <p:grpSpPr>
        <a:xfrm>
          <a:off x="0" y="0"/>
          <a:ext cx="0" cy="0"/>
          <a:chOff x="0" y="0"/>
          <a:chExt cx="0" cy="0"/>
        </a:xfrm>
      </p:grpSpPr>
      <p:sp>
        <p:nvSpPr>
          <p:cNvPr id="3" name="TextBox 2"/>
          <p:cNvSpPr txBox="1"/>
          <p:nvPr/>
        </p:nvSpPr>
        <p:spPr>
          <a:xfrm>
            <a:off x="1170775" y="2698334"/>
            <a:ext cx="7583112" cy="1149006"/>
          </a:xfrm>
          <a:prstGeom prst="rect">
            <a:avLst/>
          </a:prstGeom>
          <a:noFill/>
        </p:spPr>
        <p:txBody>
          <a:bodyPr lIns="107932" tIns="46770" rIns="91378" bIns="45690" numCol="2" spcCol="215857"/>
          <a:lstStyle/>
          <a:p>
            <a:pPr algn="just" defTabSz="456893"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endParaRPr lang="en-US" sz="1200" dirty="0">
              <a:solidFill>
                <a:srgbClr val="7F7F7F"/>
              </a:solidFill>
              <a:latin typeface="Tahoma"/>
              <a:ea typeface="+mn-ea"/>
              <a:cs typeface="Tahoma"/>
            </a:endParaRPr>
          </a:p>
        </p:txBody>
      </p:sp>
      <p:sp>
        <p:nvSpPr>
          <p:cNvPr id="4" name="TextBox 3"/>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p:nvSpPr>
        <p:spPr bwMode="auto">
          <a:xfrm>
            <a:off x="1170906" y="2067223"/>
            <a:ext cx="5347766" cy="341141"/>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21" name="Content Placeholder 2"/>
          <p:cNvSpPr>
            <a:spLocks noGrp="1"/>
          </p:cNvSpPr>
          <p:nvPr>
            <p:ph idx="1"/>
          </p:nvPr>
        </p:nvSpPr>
        <p:spPr>
          <a:xfrm>
            <a:off x="1169990" y="4027488"/>
            <a:ext cx="7583900" cy="1885950"/>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465025668"/>
      </p:ext>
    </p:extLst>
  </p:cSld>
  <p:clrMapOvr>
    <a:masterClrMapping/>
  </p:clrMapOvr>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rê Coluna C\ Imagem Infer">
    <p:spTree>
      <p:nvGrpSpPr>
        <p:cNvPr id="1" name=""/>
        <p:cNvGrpSpPr/>
        <p:nvPr/>
      </p:nvGrpSpPr>
      <p:grpSpPr>
        <a:xfrm>
          <a:off x="0" y="0"/>
          <a:ext cx="0" cy="0"/>
          <a:chOff x="0" y="0"/>
          <a:chExt cx="0" cy="0"/>
        </a:xfrm>
      </p:grpSpPr>
      <p:sp>
        <p:nvSpPr>
          <p:cNvPr id="3" name="TextBox 2"/>
          <p:cNvSpPr txBox="1"/>
          <p:nvPr/>
        </p:nvSpPr>
        <p:spPr>
          <a:xfrm>
            <a:off x="1170775" y="2698334"/>
            <a:ext cx="7583112" cy="1149006"/>
          </a:xfrm>
          <a:prstGeom prst="rect">
            <a:avLst/>
          </a:prstGeom>
          <a:noFill/>
        </p:spPr>
        <p:txBody>
          <a:bodyPr lIns="107932" tIns="46770" rIns="91378" bIns="45690" numCol="3" spcCol="179883"/>
          <a:lstStyle/>
          <a:p>
            <a:pPr algn="just" defTabSz="456893"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a:t>
            </a:r>
            <a:endParaRPr lang="en-US" sz="1200" dirty="0">
              <a:solidFill>
                <a:srgbClr val="7F7F7F"/>
              </a:solidFill>
              <a:latin typeface="Tahoma"/>
              <a:ea typeface="+mn-ea"/>
              <a:cs typeface="Tahoma"/>
            </a:endParaRPr>
          </a:p>
        </p:txBody>
      </p:sp>
      <p:sp>
        <p:nvSpPr>
          <p:cNvPr id="4" name="TextBox 3"/>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p:nvSpPr>
        <p:spPr bwMode="auto">
          <a:xfrm>
            <a:off x="1170906" y="2067223"/>
            <a:ext cx="5347766" cy="341141"/>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0" name="Content Placeholder 2"/>
          <p:cNvSpPr>
            <a:spLocks noGrp="1"/>
          </p:cNvSpPr>
          <p:nvPr>
            <p:ph idx="1"/>
          </p:nvPr>
        </p:nvSpPr>
        <p:spPr>
          <a:xfrm>
            <a:off x="1169990" y="4027488"/>
            <a:ext cx="7583900" cy="1885950"/>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394895249"/>
      </p:ext>
    </p:extLst>
  </p:cSld>
  <p:clrMapOvr>
    <a:masterClrMapping/>
  </p:clrMapOvr>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m C\ Titulo, Subtitulo e Subtitulo">
    <p:spTree>
      <p:nvGrpSpPr>
        <p:cNvPr id="1" name=""/>
        <p:cNvGrpSpPr/>
        <p:nvPr/>
      </p:nvGrpSpPr>
      <p:grpSpPr>
        <a:xfrm>
          <a:off x="0" y="0"/>
          <a:ext cx="0" cy="0"/>
          <a:chOff x="0" y="0"/>
          <a:chExt cx="0" cy="0"/>
        </a:xfrm>
      </p:grpSpPr>
      <p:sp>
        <p:nvSpPr>
          <p:cNvPr id="3" name="TextBox 2"/>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5" name="TextBox 4"/>
          <p:cNvSpPr txBox="1">
            <a:spLocks noChangeArrowheads="1"/>
          </p:cNvSpPr>
          <p:nvPr/>
        </p:nvSpPr>
        <p:spPr bwMode="auto">
          <a:xfrm>
            <a:off x="1170906" y="2067223"/>
            <a:ext cx="5347766" cy="341141"/>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5" name="Content Placeholder 2"/>
          <p:cNvSpPr>
            <a:spLocks noGrp="1"/>
          </p:cNvSpPr>
          <p:nvPr>
            <p:ph idx="1"/>
          </p:nvPr>
        </p:nvSpPr>
        <p:spPr>
          <a:xfrm>
            <a:off x="1169990" y="2540172"/>
            <a:ext cx="7583900" cy="3373266"/>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773595193"/>
      </p:ext>
    </p:extLst>
  </p:cSld>
  <p:clrMapOvr>
    <a:masterClrMapping/>
  </p:clrMapOvr>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magem C\ Titulo, Subtitulo">
    <p:spTree>
      <p:nvGrpSpPr>
        <p:cNvPr id="1" name=""/>
        <p:cNvGrpSpPr/>
        <p:nvPr/>
      </p:nvGrpSpPr>
      <p:grpSpPr>
        <a:xfrm>
          <a:off x="0" y="0"/>
          <a:ext cx="0" cy="0"/>
          <a:chOff x="0" y="0"/>
          <a:chExt cx="0" cy="0"/>
        </a:xfrm>
      </p:grpSpPr>
      <p:sp>
        <p:nvSpPr>
          <p:cNvPr id="3" name="TextBox 2"/>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a:spLocks noChangeArrowheads="1"/>
          </p:cNvSpPr>
          <p:nvPr/>
        </p:nvSpPr>
        <p:spPr bwMode="auto">
          <a:xfrm>
            <a:off x="1169791" y="1420939"/>
            <a:ext cx="5348883" cy="42770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14" name="Content Placeholder 2"/>
          <p:cNvSpPr>
            <a:spLocks noGrp="1"/>
          </p:cNvSpPr>
          <p:nvPr>
            <p:ph idx="1"/>
          </p:nvPr>
        </p:nvSpPr>
        <p:spPr>
          <a:xfrm>
            <a:off x="1169990" y="1983930"/>
            <a:ext cx="7583900" cy="3929508"/>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417062510"/>
      </p:ext>
    </p:extLst>
  </p:cSld>
  <p:clrMapOvr>
    <a:masterClrMapping/>
  </p:clrMapOvr>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magem C\ Titulo">
    <p:spTree>
      <p:nvGrpSpPr>
        <p:cNvPr id="1" name=""/>
        <p:cNvGrpSpPr/>
        <p:nvPr/>
      </p:nvGrpSpPr>
      <p:grpSpPr>
        <a:xfrm>
          <a:off x="0" y="0"/>
          <a:ext cx="0" cy="0"/>
          <a:chOff x="0" y="0"/>
          <a:chExt cx="0" cy="0"/>
        </a:xfrm>
      </p:grpSpPr>
      <p:sp>
        <p:nvSpPr>
          <p:cNvPr id="3" name="TextBox 2"/>
          <p:cNvSpPr txBox="1"/>
          <p:nvPr/>
        </p:nvSpPr>
        <p:spPr>
          <a:xfrm>
            <a:off x="1170906" y="389557"/>
            <a:ext cx="4603255" cy="400049"/>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9" name="Content Placeholder 2"/>
          <p:cNvSpPr>
            <a:spLocks noGrp="1"/>
          </p:cNvSpPr>
          <p:nvPr>
            <p:ph idx="1"/>
          </p:nvPr>
        </p:nvSpPr>
        <p:spPr>
          <a:xfrm>
            <a:off x="1169990" y="1288640"/>
            <a:ext cx="7583900" cy="4624811"/>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4178519123"/>
      </p:ext>
    </p:extLst>
  </p:cSld>
  <p:clrMapOvr>
    <a:masterClrMapping/>
  </p:clrMapOvr>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magem Maior C\ Titulo, Subtitulo">
    <p:spTree>
      <p:nvGrpSpPr>
        <p:cNvPr id="1" name=""/>
        <p:cNvGrpSpPr/>
        <p:nvPr/>
      </p:nvGrpSpPr>
      <p:grpSpPr>
        <a:xfrm>
          <a:off x="0" y="0"/>
          <a:ext cx="0" cy="0"/>
          <a:chOff x="0" y="0"/>
          <a:chExt cx="0" cy="0"/>
        </a:xfrm>
      </p:grpSpPr>
      <p:sp>
        <p:nvSpPr>
          <p:cNvPr id="8" name="Content Placeholder 2"/>
          <p:cNvSpPr>
            <a:spLocks noGrp="1"/>
          </p:cNvSpPr>
          <p:nvPr>
            <p:ph idx="1"/>
          </p:nvPr>
        </p:nvSpPr>
        <p:spPr>
          <a:xfrm>
            <a:off x="14" y="1112485"/>
            <a:ext cx="9143999" cy="4959824"/>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4188551368"/>
      </p:ext>
    </p:extLst>
  </p:cSld>
  <p:clrMapOvr>
    <a:masterClrMapping/>
  </p:clrMapOvr>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a:prstGeom prst="rect">
            <a:avLst/>
          </a:prstGeom>
        </p:spPr>
        <p:txBody>
          <a:bodyPr/>
          <a:lstStyle/>
          <a:p>
            <a:r>
              <a:rPr lang="pt-BR" smtClean="0"/>
              <a:t>Clique para editar o título mestre</a:t>
            </a:r>
            <a:endParaRPr lang="pt-BR"/>
          </a:p>
        </p:txBody>
      </p:sp>
      <p:sp>
        <p:nvSpPr>
          <p:cNvPr id="3" name="Espaço Reservado para Conteúdo 2"/>
          <p:cNvSpPr>
            <a:spLocks noGrp="1"/>
          </p:cNvSpPr>
          <p:nvPr>
            <p:ph idx="1"/>
          </p:nvPr>
        </p:nvSpPr>
        <p:spPr>
          <a:xfrm>
            <a:off x="457200" y="1600200"/>
            <a:ext cx="8229600" cy="4525963"/>
          </a:xfrm>
          <a:prstGeom prst="rect">
            <a:avLst/>
          </a:prstGeo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a:xfrm>
            <a:off x="457200" y="6356350"/>
            <a:ext cx="2133600" cy="365125"/>
          </a:xfrm>
          <a:prstGeom prst="rect">
            <a:avLst/>
          </a:prstGeom>
        </p:spPr>
        <p:txBody>
          <a:bodyPr/>
          <a:lstStyle/>
          <a:p>
            <a:endParaRPr lang="pt-BR"/>
          </a:p>
        </p:txBody>
      </p:sp>
      <p:sp>
        <p:nvSpPr>
          <p:cNvPr id="5" name="Espaço Reservado para Rodapé 4"/>
          <p:cNvSpPr>
            <a:spLocks noGrp="1"/>
          </p:cNvSpPr>
          <p:nvPr>
            <p:ph type="ftr" sz="quarter" idx="11"/>
          </p:nvPr>
        </p:nvSpPr>
        <p:spPr>
          <a:xfrm>
            <a:off x="3124200" y="6356350"/>
            <a:ext cx="2895600" cy="365125"/>
          </a:xfrm>
          <a:prstGeom prst="rect">
            <a:avLst/>
          </a:prstGeom>
        </p:spPr>
        <p:txBody>
          <a:bodyPr/>
          <a:lstStyle/>
          <a:p>
            <a:endParaRPr lang="pt-BR"/>
          </a:p>
        </p:txBody>
      </p:sp>
      <p:sp>
        <p:nvSpPr>
          <p:cNvPr id="6" name="Espaço Reservado para Número de Slide 5"/>
          <p:cNvSpPr>
            <a:spLocks noGrp="1"/>
          </p:cNvSpPr>
          <p:nvPr>
            <p:ph type="sldNum" sz="quarter" idx="12"/>
          </p:nvPr>
        </p:nvSpPr>
        <p:spPr>
          <a:xfrm>
            <a:off x="6553200" y="6356350"/>
            <a:ext cx="2133600" cy="365125"/>
          </a:xfrm>
          <a:prstGeom prst="rect">
            <a:avLst/>
          </a:prstGeom>
        </p:spPr>
        <p:txBody>
          <a:bodyPr/>
          <a:lstStyle/>
          <a:p>
            <a:fld id="{9518BB3F-0B5C-4A8D-9EBF-901B4239A069}" type="slidenum">
              <a:rPr lang="pt-BR" smtClean="0"/>
              <a:t>‹nº›</a:t>
            </a:fld>
            <a:endParaRPr lang="pt-BR"/>
          </a:p>
        </p:txBody>
      </p:sp>
    </p:spTree>
    <p:extLst>
      <p:ext uri="{BB962C8B-B14F-4D97-AF65-F5344CB8AC3E}">
        <p14:creationId xmlns:p14="http://schemas.microsoft.com/office/powerpoint/2010/main" val="20015770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abeçalho da Seção">
    <p:spTree>
      <p:nvGrpSpPr>
        <p:cNvPr id="1" name=""/>
        <p:cNvGrpSpPr/>
        <p:nvPr/>
      </p:nvGrpSpPr>
      <p:grpSpPr>
        <a:xfrm>
          <a:off x="0" y="0"/>
          <a:ext cx="0" cy="0"/>
          <a:chOff x="0" y="0"/>
          <a:chExt cx="0" cy="0"/>
        </a:xfrm>
      </p:grpSpPr>
      <p:pic>
        <p:nvPicPr>
          <p:cNvPr id="7" name="Imagem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871"/>
            <a:ext cx="9144000" cy="6858871"/>
          </a:xfrm>
          <a:prstGeom prst="rect">
            <a:avLst/>
          </a:prstGeom>
        </p:spPr>
      </p:pic>
      <p:sp>
        <p:nvSpPr>
          <p:cNvPr id="3" name="Espaço Reservado para Texto 2"/>
          <p:cNvSpPr>
            <a:spLocks noGrp="1"/>
          </p:cNvSpPr>
          <p:nvPr>
            <p:ph type="body" idx="1" hasCustomPrompt="1"/>
          </p:nvPr>
        </p:nvSpPr>
        <p:spPr>
          <a:xfrm>
            <a:off x="3059833" y="2204866"/>
            <a:ext cx="5578897" cy="1500187"/>
          </a:xfrm>
          <a:prstGeom prst="rect">
            <a:avLst/>
          </a:prstGeom>
        </p:spPr>
        <p:txBody>
          <a:bodyPr lIns="99056" tIns="49528" rIns="99056" bIns="49528" anchor="ctr">
            <a:normAutofit/>
          </a:bodyPr>
          <a:lstStyle>
            <a:lvl1pPr marL="0" indent="0" algn="ctr">
              <a:buNone/>
              <a:defRPr sz="3500" b="1">
                <a:solidFill>
                  <a:srgbClr val="002060"/>
                </a:solidFill>
              </a:defRPr>
            </a:lvl1pPr>
            <a:lvl2pPr marL="495280" indent="0">
              <a:buNone/>
              <a:defRPr sz="2000">
                <a:solidFill>
                  <a:schemeClr val="tx1">
                    <a:tint val="75000"/>
                  </a:schemeClr>
                </a:solidFill>
              </a:defRPr>
            </a:lvl2pPr>
            <a:lvl3pPr marL="990560" indent="0">
              <a:buNone/>
              <a:defRPr sz="1800">
                <a:solidFill>
                  <a:schemeClr val="tx1">
                    <a:tint val="75000"/>
                  </a:schemeClr>
                </a:solidFill>
              </a:defRPr>
            </a:lvl3pPr>
            <a:lvl4pPr marL="1485841" indent="0">
              <a:buNone/>
              <a:defRPr sz="1500">
                <a:solidFill>
                  <a:schemeClr val="tx1">
                    <a:tint val="75000"/>
                  </a:schemeClr>
                </a:solidFill>
              </a:defRPr>
            </a:lvl4pPr>
            <a:lvl5pPr marL="1981120" indent="0">
              <a:buNone/>
              <a:defRPr sz="1500">
                <a:solidFill>
                  <a:schemeClr val="tx1">
                    <a:tint val="75000"/>
                  </a:schemeClr>
                </a:solidFill>
              </a:defRPr>
            </a:lvl5pPr>
            <a:lvl6pPr marL="2476400" indent="0">
              <a:buNone/>
              <a:defRPr sz="1500">
                <a:solidFill>
                  <a:schemeClr val="tx1">
                    <a:tint val="75000"/>
                  </a:schemeClr>
                </a:solidFill>
              </a:defRPr>
            </a:lvl6pPr>
            <a:lvl7pPr marL="2971680" indent="0">
              <a:buNone/>
              <a:defRPr sz="1500">
                <a:solidFill>
                  <a:schemeClr val="tx1">
                    <a:tint val="75000"/>
                  </a:schemeClr>
                </a:solidFill>
              </a:defRPr>
            </a:lvl7pPr>
            <a:lvl8pPr marL="3466961" indent="0">
              <a:buNone/>
              <a:defRPr sz="1500">
                <a:solidFill>
                  <a:schemeClr val="tx1">
                    <a:tint val="75000"/>
                  </a:schemeClr>
                </a:solidFill>
              </a:defRPr>
            </a:lvl8pPr>
            <a:lvl9pPr marL="3962241" indent="0">
              <a:buNone/>
              <a:defRPr sz="1500">
                <a:solidFill>
                  <a:schemeClr val="tx1">
                    <a:tint val="75000"/>
                  </a:schemeClr>
                </a:solidFill>
              </a:defRPr>
            </a:lvl9pPr>
          </a:lstStyle>
          <a:p>
            <a:pPr lvl="0"/>
            <a:r>
              <a:rPr lang="pt-BR" dirty="0" smtClean="0"/>
              <a:t>CLIQUE PARA EDITAR O TEXTO MESTRE</a:t>
            </a:r>
          </a:p>
        </p:txBody>
      </p:sp>
      <p:sp>
        <p:nvSpPr>
          <p:cNvPr id="4" name="Espaço Reservado para Data 3"/>
          <p:cNvSpPr>
            <a:spLocks noGrp="1"/>
          </p:cNvSpPr>
          <p:nvPr>
            <p:ph type="dt" sz="half" idx="10"/>
          </p:nvPr>
        </p:nvSpPr>
        <p:spPr>
          <a:xfrm>
            <a:off x="457201" y="6356351"/>
            <a:ext cx="2133599" cy="365125"/>
          </a:xfrm>
          <a:prstGeom prst="rect">
            <a:avLst/>
          </a:prstGeom>
        </p:spPr>
        <p:txBody>
          <a:bodyPr lIns="99056" tIns="49528" rIns="99056" bIns="49528"/>
          <a:lstStyle/>
          <a:p>
            <a:fld id="{4773E79D-73D5-41FE-82CE-1902A863C84B}" type="datetimeFigureOut">
              <a:rPr lang="pt-BR" smtClean="0"/>
              <a:pPr/>
              <a:t>07/11/2014</a:t>
            </a:fld>
            <a:endParaRPr lang="pt-BR"/>
          </a:p>
        </p:txBody>
      </p:sp>
      <p:sp>
        <p:nvSpPr>
          <p:cNvPr id="5" name="Espaço Reservado para Rodapé 4"/>
          <p:cNvSpPr>
            <a:spLocks noGrp="1"/>
          </p:cNvSpPr>
          <p:nvPr>
            <p:ph type="ftr" sz="quarter" idx="11"/>
          </p:nvPr>
        </p:nvSpPr>
        <p:spPr>
          <a:xfrm>
            <a:off x="3124201" y="6356351"/>
            <a:ext cx="2895601" cy="365125"/>
          </a:xfrm>
          <a:prstGeom prst="rect">
            <a:avLst/>
          </a:prstGeom>
        </p:spPr>
        <p:txBody>
          <a:bodyPr lIns="99056" tIns="49528" rIns="99056" bIns="49528"/>
          <a:lstStyle/>
          <a:p>
            <a:endParaRPr lang="pt-BR"/>
          </a:p>
        </p:txBody>
      </p:sp>
      <p:sp>
        <p:nvSpPr>
          <p:cNvPr id="6" name="Espaço Reservado para Número de Slide 5"/>
          <p:cNvSpPr>
            <a:spLocks noGrp="1"/>
          </p:cNvSpPr>
          <p:nvPr>
            <p:ph type="sldNum" sz="quarter" idx="12"/>
          </p:nvPr>
        </p:nvSpPr>
        <p:spPr>
          <a:xfrm>
            <a:off x="6553202" y="6356351"/>
            <a:ext cx="2133599" cy="365125"/>
          </a:xfrm>
          <a:prstGeom prst="rect">
            <a:avLst/>
          </a:prstGeom>
        </p:spPr>
        <p:txBody>
          <a:bodyPr lIns="99056" tIns="49528" rIns="99056" bIns="49528"/>
          <a:lstStyle/>
          <a:p>
            <a:fld id="{E6EBB3E0-6DCB-49AE-B8B0-3D11FC23227F}" type="slidenum">
              <a:rPr lang="pt-BR" smtClean="0"/>
              <a:pPr/>
              <a:t>‹nº›</a:t>
            </a:fld>
            <a:endParaRPr lang="pt-BR"/>
          </a:p>
        </p:txBody>
      </p:sp>
    </p:spTree>
    <p:extLst>
      <p:ext uri="{BB962C8B-B14F-4D97-AF65-F5344CB8AC3E}">
        <p14:creationId xmlns:p14="http://schemas.microsoft.com/office/powerpoint/2010/main" val="124782244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Uma Coluna">
    <p:spTree>
      <p:nvGrpSpPr>
        <p:cNvPr id="1" name=""/>
        <p:cNvGrpSpPr/>
        <p:nvPr/>
      </p:nvGrpSpPr>
      <p:grpSpPr>
        <a:xfrm>
          <a:off x="0" y="0"/>
          <a:ext cx="0" cy="0"/>
          <a:chOff x="0" y="0"/>
          <a:chExt cx="0" cy="0"/>
        </a:xfrm>
      </p:grpSpPr>
      <p:sp>
        <p:nvSpPr>
          <p:cNvPr id="2" name="TextBox 1"/>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userDrawn="1"/>
        </p:nvSpPr>
        <p:spPr bwMode="auto">
          <a:xfrm>
            <a:off x="1170906" y="2067223"/>
            <a:ext cx="5347766" cy="341145"/>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a:spLocks noChangeArrowheads="1"/>
          </p:cNvSpPr>
          <p:nvPr userDrawn="1"/>
        </p:nvSpPr>
        <p:spPr bwMode="auto">
          <a:xfrm>
            <a:off x="1170914" y="2697882"/>
            <a:ext cx="7583537" cy="1201043"/>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Tree>
    <p:extLst>
      <p:ext uri="{BB962C8B-B14F-4D97-AF65-F5344CB8AC3E}">
        <p14:creationId xmlns:p14="http://schemas.microsoft.com/office/powerpoint/2010/main" val="39697997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uas Coluna">
    <p:spTree>
      <p:nvGrpSpPr>
        <p:cNvPr id="1" name=""/>
        <p:cNvGrpSpPr/>
        <p:nvPr/>
      </p:nvGrpSpPr>
      <p:grpSpPr>
        <a:xfrm>
          <a:off x="0" y="0"/>
          <a:ext cx="0" cy="0"/>
          <a:chOff x="0" y="0"/>
          <a:chExt cx="0" cy="0"/>
        </a:xfrm>
      </p:grpSpPr>
      <p:sp>
        <p:nvSpPr>
          <p:cNvPr id="2" name="TextBox 1"/>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userDrawn="1"/>
        </p:nvSpPr>
        <p:spPr bwMode="auto">
          <a:xfrm>
            <a:off x="1170906" y="2067223"/>
            <a:ext cx="5347766" cy="341145"/>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p:nvPr userDrawn="1"/>
        </p:nvSpPr>
        <p:spPr>
          <a:xfrm>
            <a:off x="1170775" y="2698340"/>
            <a:ext cx="7583112" cy="2492990"/>
          </a:xfrm>
          <a:prstGeom prst="rect">
            <a:avLst/>
          </a:prstGeom>
          <a:noFill/>
        </p:spPr>
        <p:txBody>
          <a:bodyPr lIns="91373" tIns="45687" rIns="91373" bIns="45687" numCol="2" spcCol="215846">
            <a:spAutoFit/>
          </a:bodyPr>
          <a:lstStyle/>
          <a:p>
            <a:pPr algn="just" defTabSz="456869"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a:t>
            </a:r>
            <a:endParaRPr lang="en-US" sz="1200" dirty="0">
              <a:solidFill>
                <a:srgbClr val="7F7F7F"/>
              </a:solidFill>
              <a:latin typeface="Tahoma"/>
              <a:ea typeface="+mn-ea"/>
              <a:cs typeface="Tahoma"/>
            </a:endParaRPr>
          </a:p>
          <a:p>
            <a:pPr algn="just" defTabSz="456869" eaLnBrk="1" fontAlgn="auto" hangingPunct="1">
              <a:spcBef>
                <a:spcPts val="0"/>
              </a:spcBef>
              <a:spcAft>
                <a:spcPts val="0"/>
              </a:spcAft>
              <a:defRPr/>
            </a:pPr>
            <a:endParaRPr lang="en-US" sz="1200" dirty="0">
              <a:solidFill>
                <a:srgbClr val="7F7F7F"/>
              </a:solidFill>
              <a:latin typeface="Tahoma"/>
              <a:ea typeface="+mn-ea"/>
              <a:cs typeface="Tahoma"/>
            </a:endParaRPr>
          </a:p>
        </p:txBody>
      </p:sp>
    </p:spTree>
    <p:extLst>
      <p:ext uri="{BB962C8B-B14F-4D97-AF65-F5344CB8AC3E}">
        <p14:creationId xmlns:p14="http://schemas.microsoft.com/office/powerpoint/2010/main" val="13124483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ês Coluna">
    <p:spTree>
      <p:nvGrpSpPr>
        <p:cNvPr id="1" name=""/>
        <p:cNvGrpSpPr/>
        <p:nvPr/>
      </p:nvGrpSpPr>
      <p:grpSpPr>
        <a:xfrm>
          <a:off x="0" y="0"/>
          <a:ext cx="0" cy="0"/>
          <a:chOff x="0" y="0"/>
          <a:chExt cx="0" cy="0"/>
        </a:xfrm>
      </p:grpSpPr>
      <p:sp>
        <p:nvSpPr>
          <p:cNvPr id="2" name="TextBox 1"/>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userDrawn="1"/>
        </p:nvSpPr>
        <p:spPr bwMode="auto">
          <a:xfrm>
            <a:off x="1170906" y="2067223"/>
            <a:ext cx="5347766" cy="341145"/>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p:nvPr userDrawn="1"/>
        </p:nvSpPr>
        <p:spPr>
          <a:xfrm>
            <a:off x="1170775" y="2698341"/>
            <a:ext cx="7583112" cy="3068035"/>
          </a:xfrm>
          <a:prstGeom prst="rect">
            <a:avLst/>
          </a:prstGeom>
          <a:noFill/>
        </p:spPr>
        <p:txBody>
          <a:bodyPr lIns="91373" tIns="45687" rIns="91373" bIns="45687" numCol="3" spcCol="215846">
            <a:spAutoFit/>
          </a:bodyPr>
          <a:lstStyle/>
          <a:p>
            <a:pPr algn="just" defTabSz="456869"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a:t>
            </a:r>
            <a:endParaRPr lang="en-US" sz="1200" dirty="0">
              <a:solidFill>
                <a:srgbClr val="7F7F7F"/>
              </a:solidFill>
              <a:latin typeface="Tahoma"/>
              <a:ea typeface="+mn-ea"/>
              <a:cs typeface="Tahoma"/>
            </a:endParaRPr>
          </a:p>
          <a:p>
            <a:pPr algn="just" defTabSz="456869"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a:t>
            </a:r>
            <a:endParaRPr lang="en-US" sz="1200" dirty="0">
              <a:solidFill>
                <a:srgbClr val="7F7F7F"/>
              </a:solidFill>
              <a:latin typeface="Tahoma"/>
              <a:ea typeface="+mn-ea"/>
              <a:cs typeface="Tahoma"/>
            </a:endParaRPr>
          </a:p>
          <a:p>
            <a:pPr algn="just" defTabSz="456869"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69"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69"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69"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69"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69"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p:txBody>
      </p:sp>
    </p:spTree>
    <p:extLst>
      <p:ext uri="{BB962C8B-B14F-4D97-AF65-F5344CB8AC3E}">
        <p14:creationId xmlns:p14="http://schemas.microsoft.com/office/powerpoint/2010/main" val="8159545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2" name="TextBox 1"/>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userDrawn="1"/>
        </p:nvSpPr>
        <p:spPr bwMode="auto">
          <a:xfrm>
            <a:off x="1170906" y="2067223"/>
            <a:ext cx="5347766" cy="341145"/>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a:spLocks noChangeArrowheads="1"/>
          </p:cNvSpPr>
          <p:nvPr userDrawn="1"/>
        </p:nvSpPr>
        <p:spPr bwMode="auto">
          <a:xfrm>
            <a:off x="1170914" y="2697889"/>
            <a:ext cx="7583537" cy="2483558"/>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p:txBody>
      </p:sp>
    </p:spTree>
    <p:extLst>
      <p:ext uri="{BB962C8B-B14F-4D97-AF65-F5344CB8AC3E}">
        <p14:creationId xmlns:p14="http://schemas.microsoft.com/office/powerpoint/2010/main" val="16522509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Uma Coluna C\ Imagem Dir">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1170905" y="2624212"/>
            <a:ext cx="3723680" cy="2299614"/>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
        <p:nvSpPr>
          <p:cNvPr id="4" name="TextBox 3"/>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userDrawn="1"/>
        </p:nvSpPr>
        <p:spPr bwMode="auto">
          <a:xfrm>
            <a:off x="1170906" y="2067223"/>
            <a:ext cx="5347766" cy="341145"/>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6" name="Content Placeholder 2"/>
          <p:cNvSpPr>
            <a:spLocks noGrp="1"/>
          </p:cNvSpPr>
          <p:nvPr>
            <p:ph idx="1"/>
          </p:nvPr>
        </p:nvSpPr>
        <p:spPr>
          <a:xfrm>
            <a:off x="5033779" y="2698753"/>
            <a:ext cx="3828639" cy="2928564"/>
          </a:xfrm>
          <a:prstGeom prst="rect">
            <a:avLst/>
          </a:prstGeom>
        </p:spPr>
        <p:txBody>
          <a:bodyPr lIns="91373" tIns="45687" rIns="91373" bIns="45687">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7310117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Uma Coluna C\ Imagem Esq">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5155780" y="2587377"/>
            <a:ext cx="3723680" cy="2299614"/>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
        <p:nvSpPr>
          <p:cNvPr id="4" name="TextBox 3"/>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userDrawn="1"/>
        </p:nvSpPr>
        <p:spPr bwMode="auto">
          <a:xfrm>
            <a:off x="1170906" y="2067223"/>
            <a:ext cx="5347766" cy="341145"/>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5" name="Content Placeholder 2"/>
          <p:cNvSpPr>
            <a:spLocks noGrp="1"/>
          </p:cNvSpPr>
          <p:nvPr>
            <p:ph idx="1"/>
          </p:nvPr>
        </p:nvSpPr>
        <p:spPr>
          <a:xfrm>
            <a:off x="1232950" y="2698753"/>
            <a:ext cx="3828639" cy="2928564"/>
          </a:xfrm>
          <a:prstGeom prst="rect">
            <a:avLst/>
          </a:prstGeom>
        </p:spPr>
        <p:txBody>
          <a:bodyPr lIns="91373" tIns="45687" rIns="91373" bIns="45687">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330693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Uma Coluna C\ Imagem Infer">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1170914" y="2697892"/>
            <a:ext cx="7583537" cy="1149697"/>
          </a:xfrm>
          <a:prstGeom prst="rect">
            <a:avLst/>
          </a:prstGeom>
          <a:noFill/>
          <a:ln>
            <a:noFill/>
          </a:ln>
          <a:extLst/>
        </p:spPr>
        <p:txBody>
          <a:bodyPr lIns="107927" tIns="46767" rIns="91373" bIns="45687"/>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
        <p:nvSpPr>
          <p:cNvPr id="4" name="TextBox 3"/>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userDrawn="1"/>
        </p:nvSpPr>
        <p:spPr bwMode="auto">
          <a:xfrm>
            <a:off x="1170906" y="2067223"/>
            <a:ext cx="5347766" cy="341145"/>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5" name="Content Placeholder 2"/>
          <p:cNvSpPr>
            <a:spLocks noGrp="1"/>
          </p:cNvSpPr>
          <p:nvPr>
            <p:ph idx="1"/>
          </p:nvPr>
        </p:nvSpPr>
        <p:spPr>
          <a:xfrm>
            <a:off x="1169990" y="4027488"/>
            <a:ext cx="7583900" cy="1885950"/>
          </a:xfrm>
          <a:prstGeom prst="rect">
            <a:avLst/>
          </a:prstGeom>
        </p:spPr>
        <p:txBody>
          <a:bodyPr lIns="91373" tIns="45687" rIns="91373" bIns="45687">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4562889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uas Coluna C\ Imagem Infer">
    <p:spTree>
      <p:nvGrpSpPr>
        <p:cNvPr id="1" name=""/>
        <p:cNvGrpSpPr/>
        <p:nvPr/>
      </p:nvGrpSpPr>
      <p:grpSpPr>
        <a:xfrm>
          <a:off x="0" y="0"/>
          <a:ext cx="0" cy="0"/>
          <a:chOff x="0" y="0"/>
          <a:chExt cx="0" cy="0"/>
        </a:xfrm>
      </p:grpSpPr>
      <p:sp>
        <p:nvSpPr>
          <p:cNvPr id="3" name="TextBox 2"/>
          <p:cNvSpPr txBox="1"/>
          <p:nvPr userDrawn="1"/>
        </p:nvSpPr>
        <p:spPr>
          <a:xfrm>
            <a:off x="1170775" y="2698334"/>
            <a:ext cx="7583112" cy="1149006"/>
          </a:xfrm>
          <a:prstGeom prst="rect">
            <a:avLst/>
          </a:prstGeom>
          <a:noFill/>
        </p:spPr>
        <p:txBody>
          <a:bodyPr lIns="107927" tIns="46767" rIns="91373" bIns="45687" numCol="2" spcCol="215846"/>
          <a:lstStyle/>
          <a:p>
            <a:pPr algn="just" defTabSz="456869"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endParaRPr lang="en-US" sz="1200" dirty="0">
              <a:solidFill>
                <a:srgbClr val="7F7F7F"/>
              </a:solidFill>
              <a:latin typeface="Tahoma"/>
              <a:ea typeface="+mn-ea"/>
              <a:cs typeface="Tahoma"/>
            </a:endParaRPr>
          </a:p>
        </p:txBody>
      </p:sp>
      <p:sp>
        <p:nvSpPr>
          <p:cNvPr id="4" name="TextBox 3"/>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userDrawn="1"/>
        </p:nvSpPr>
        <p:spPr bwMode="auto">
          <a:xfrm>
            <a:off x="1170906" y="2067223"/>
            <a:ext cx="5347766" cy="341145"/>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21" name="Content Placeholder 2"/>
          <p:cNvSpPr>
            <a:spLocks noGrp="1"/>
          </p:cNvSpPr>
          <p:nvPr>
            <p:ph idx="1"/>
          </p:nvPr>
        </p:nvSpPr>
        <p:spPr>
          <a:xfrm>
            <a:off x="1169990" y="4027488"/>
            <a:ext cx="7583900" cy="1885950"/>
          </a:xfrm>
          <a:prstGeom prst="rect">
            <a:avLst/>
          </a:prstGeom>
        </p:spPr>
        <p:txBody>
          <a:bodyPr lIns="91373" tIns="45687" rIns="91373" bIns="45687">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7129443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rê Coluna C\ Imagem Infer">
    <p:spTree>
      <p:nvGrpSpPr>
        <p:cNvPr id="1" name=""/>
        <p:cNvGrpSpPr/>
        <p:nvPr/>
      </p:nvGrpSpPr>
      <p:grpSpPr>
        <a:xfrm>
          <a:off x="0" y="0"/>
          <a:ext cx="0" cy="0"/>
          <a:chOff x="0" y="0"/>
          <a:chExt cx="0" cy="0"/>
        </a:xfrm>
      </p:grpSpPr>
      <p:sp>
        <p:nvSpPr>
          <p:cNvPr id="3" name="TextBox 2"/>
          <p:cNvSpPr txBox="1"/>
          <p:nvPr userDrawn="1"/>
        </p:nvSpPr>
        <p:spPr>
          <a:xfrm>
            <a:off x="1170775" y="2698334"/>
            <a:ext cx="7583112" cy="1149006"/>
          </a:xfrm>
          <a:prstGeom prst="rect">
            <a:avLst/>
          </a:prstGeom>
          <a:noFill/>
        </p:spPr>
        <p:txBody>
          <a:bodyPr lIns="107927" tIns="46767" rIns="91373" bIns="45687" numCol="3" spcCol="179874"/>
          <a:lstStyle/>
          <a:p>
            <a:pPr algn="just" defTabSz="456869"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a:t>
            </a:r>
            <a:endParaRPr lang="en-US" sz="1200" dirty="0">
              <a:solidFill>
                <a:srgbClr val="7F7F7F"/>
              </a:solidFill>
              <a:latin typeface="Tahoma"/>
              <a:ea typeface="+mn-ea"/>
              <a:cs typeface="Tahoma"/>
            </a:endParaRPr>
          </a:p>
        </p:txBody>
      </p:sp>
      <p:sp>
        <p:nvSpPr>
          <p:cNvPr id="4" name="TextBox 3"/>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userDrawn="1"/>
        </p:nvSpPr>
        <p:spPr bwMode="auto">
          <a:xfrm>
            <a:off x="1170906" y="2067223"/>
            <a:ext cx="5347766" cy="341145"/>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0" name="Content Placeholder 2"/>
          <p:cNvSpPr>
            <a:spLocks noGrp="1"/>
          </p:cNvSpPr>
          <p:nvPr>
            <p:ph idx="1"/>
          </p:nvPr>
        </p:nvSpPr>
        <p:spPr>
          <a:xfrm>
            <a:off x="1169990" y="4027488"/>
            <a:ext cx="7583900" cy="1885950"/>
          </a:xfrm>
          <a:prstGeom prst="rect">
            <a:avLst/>
          </a:prstGeom>
        </p:spPr>
        <p:txBody>
          <a:bodyPr lIns="91373" tIns="45687" rIns="91373" bIns="45687">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5458796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m C\ Titulo, Subtitulo e Subtitulo">
    <p:spTree>
      <p:nvGrpSpPr>
        <p:cNvPr id="1" name=""/>
        <p:cNvGrpSpPr/>
        <p:nvPr/>
      </p:nvGrpSpPr>
      <p:grpSpPr>
        <a:xfrm>
          <a:off x="0" y="0"/>
          <a:ext cx="0" cy="0"/>
          <a:chOff x="0" y="0"/>
          <a:chExt cx="0" cy="0"/>
        </a:xfrm>
      </p:grpSpPr>
      <p:sp>
        <p:nvSpPr>
          <p:cNvPr id="3" name="TextBox 2"/>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5" name="TextBox 4"/>
          <p:cNvSpPr txBox="1">
            <a:spLocks noChangeArrowheads="1"/>
          </p:cNvSpPr>
          <p:nvPr userDrawn="1"/>
        </p:nvSpPr>
        <p:spPr bwMode="auto">
          <a:xfrm>
            <a:off x="1170906" y="2067223"/>
            <a:ext cx="5347766" cy="341145"/>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5" name="Content Placeholder 2"/>
          <p:cNvSpPr>
            <a:spLocks noGrp="1"/>
          </p:cNvSpPr>
          <p:nvPr>
            <p:ph idx="1"/>
          </p:nvPr>
        </p:nvSpPr>
        <p:spPr>
          <a:xfrm>
            <a:off x="1169990" y="2540172"/>
            <a:ext cx="7583900" cy="3373266"/>
          </a:xfrm>
          <a:prstGeom prst="rect">
            <a:avLst/>
          </a:prstGeom>
        </p:spPr>
        <p:txBody>
          <a:bodyPr lIns="91373" tIns="45687" rIns="91373" bIns="45687">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439397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m C\ Titulo, Subtitulo">
    <p:spTree>
      <p:nvGrpSpPr>
        <p:cNvPr id="1" name=""/>
        <p:cNvGrpSpPr/>
        <p:nvPr/>
      </p:nvGrpSpPr>
      <p:grpSpPr>
        <a:xfrm>
          <a:off x="0" y="0"/>
          <a:ext cx="0" cy="0"/>
          <a:chOff x="0" y="0"/>
          <a:chExt cx="0" cy="0"/>
        </a:xfrm>
      </p:grpSpPr>
      <p:sp>
        <p:nvSpPr>
          <p:cNvPr id="3" name="TextBox 2"/>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a:spLocks noChangeArrowheads="1"/>
          </p:cNvSpPr>
          <p:nvPr userDrawn="1"/>
        </p:nvSpPr>
        <p:spPr bwMode="auto">
          <a:xfrm>
            <a:off x="1169792" y="1420940"/>
            <a:ext cx="5348883" cy="427707"/>
          </a:xfrm>
          <a:prstGeom prst="rect">
            <a:avLst/>
          </a:prstGeom>
          <a:noFill/>
          <a:ln>
            <a:noFill/>
          </a:ln>
          <a:extLst/>
        </p:spPr>
        <p:txBody>
          <a:bodyPr lIns="91373" tIns="45687" rIns="91373" bIns="45687">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14" name="Content Placeholder 2"/>
          <p:cNvSpPr>
            <a:spLocks noGrp="1"/>
          </p:cNvSpPr>
          <p:nvPr>
            <p:ph idx="1"/>
          </p:nvPr>
        </p:nvSpPr>
        <p:spPr>
          <a:xfrm>
            <a:off x="1169990" y="1983930"/>
            <a:ext cx="7583900" cy="3929508"/>
          </a:xfrm>
          <a:prstGeom prst="rect">
            <a:avLst/>
          </a:prstGeom>
        </p:spPr>
        <p:txBody>
          <a:bodyPr lIns="91373" tIns="45687" rIns="91373" bIns="45687">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9941060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m C\ Titulo">
    <p:spTree>
      <p:nvGrpSpPr>
        <p:cNvPr id="1" name=""/>
        <p:cNvGrpSpPr/>
        <p:nvPr/>
      </p:nvGrpSpPr>
      <p:grpSpPr>
        <a:xfrm>
          <a:off x="0" y="0"/>
          <a:ext cx="0" cy="0"/>
          <a:chOff x="0" y="0"/>
          <a:chExt cx="0" cy="0"/>
        </a:xfrm>
      </p:grpSpPr>
      <p:sp>
        <p:nvSpPr>
          <p:cNvPr id="3" name="TextBox 2"/>
          <p:cNvSpPr txBox="1"/>
          <p:nvPr userDrawn="1"/>
        </p:nvSpPr>
        <p:spPr>
          <a:xfrm>
            <a:off x="1170906" y="389559"/>
            <a:ext cx="4603255" cy="400053"/>
          </a:xfrm>
          <a:prstGeom prst="rect">
            <a:avLst/>
          </a:prstGeom>
          <a:noFill/>
        </p:spPr>
        <p:txBody>
          <a:bodyPr lIns="91373" tIns="45687" rIns="91373" bIns="45687">
            <a:spAutoFit/>
          </a:bodyPr>
          <a:lstStyle/>
          <a:p>
            <a:pPr defTabSz="456869"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9" name="Content Placeholder 2"/>
          <p:cNvSpPr>
            <a:spLocks noGrp="1"/>
          </p:cNvSpPr>
          <p:nvPr>
            <p:ph idx="1"/>
          </p:nvPr>
        </p:nvSpPr>
        <p:spPr>
          <a:xfrm>
            <a:off x="1169990" y="1288641"/>
            <a:ext cx="7583900" cy="4624811"/>
          </a:xfrm>
          <a:prstGeom prst="rect">
            <a:avLst/>
          </a:prstGeom>
        </p:spPr>
        <p:txBody>
          <a:bodyPr lIns="91373" tIns="45687" rIns="91373" bIns="45687">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5743343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m Maior C\ Titulo, Subtitulo">
    <p:spTree>
      <p:nvGrpSpPr>
        <p:cNvPr id="1" name=""/>
        <p:cNvGrpSpPr/>
        <p:nvPr/>
      </p:nvGrpSpPr>
      <p:grpSpPr>
        <a:xfrm>
          <a:off x="0" y="0"/>
          <a:ext cx="0" cy="0"/>
          <a:chOff x="0" y="0"/>
          <a:chExt cx="0" cy="0"/>
        </a:xfrm>
      </p:grpSpPr>
      <p:sp>
        <p:nvSpPr>
          <p:cNvPr id="8" name="Content Placeholder 2"/>
          <p:cNvSpPr>
            <a:spLocks noGrp="1"/>
          </p:cNvSpPr>
          <p:nvPr>
            <p:ph idx="1"/>
          </p:nvPr>
        </p:nvSpPr>
        <p:spPr>
          <a:xfrm>
            <a:off x="14" y="1112485"/>
            <a:ext cx="9143999" cy="4959824"/>
          </a:xfrm>
          <a:prstGeom prst="rect">
            <a:avLst/>
          </a:prstGeom>
        </p:spPr>
        <p:txBody>
          <a:bodyPr lIns="91373" tIns="45687" rIns="91373" bIns="45687">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9418466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ma Coluna">
    <p:spTree>
      <p:nvGrpSpPr>
        <p:cNvPr id="1" name=""/>
        <p:cNvGrpSpPr/>
        <p:nvPr/>
      </p:nvGrpSpPr>
      <p:grpSpPr>
        <a:xfrm>
          <a:off x="0" y="0"/>
          <a:ext cx="0" cy="0"/>
          <a:chOff x="0" y="0"/>
          <a:chExt cx="0" cy="0"/>
        </a:xfrm>
      </p:grpSpPr>
      <p:sp>
        <p:nvSpPr>
          <p:cNvPr id="2" name="TextBox 1"/>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userDrawn="1"/>
        </p:nvSpPr>
        <p:spPr bwMode="auto">
          <a:xfrm>
            <a:off x="1170906" y="2067223"/>
            <a:ext cx="5347766" cy="341155"/>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a:spLocks noChangeArrowheads="1"/>
          </p:cNvSpPr>
          <p:nvPr userDrawn="1"/>
        </p:nvSpPr>
        <p:spPr bwMode="auto">
          <a:xfrm>
            <a:off x="1170915" y="2697882"/>
            <a:ext cx="7583537" cy="1201043"/>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Tree>
    <p:extLst>
      <p:ext uri="{BB962C8B-B14F-4D97-AF65-F5344CB8AC3E}">
        <p14:creationId xmlns:p14="http://schemas.microsoft.com/office/powerpoint/2010/main" val="17747687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uas Coluna">
    <p:spTree>
      <p:nvGrpSpPr>
        <p:cNvPr id="1" name=""/>
        <p:cNvGrpSpPr/>
        <p:nvPr/>
      </p:nvGrpSpPr>
      <p:grpSpPr>
        <a:xfrm>
          <a:off x="0" y="0"/>
          <a:ext cx="0" cy="0"/>
          <a:chOff x="0" y="0"/>
          <a:chExt cx="0" cy="0"/>
        </a:xfrm>
      </p:grpSpPr>
      <p:sp>
        <p:nvSpPr>
          <p:cNvPr id="2" name="TextBox 1"/>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userDrawn="1"/>
        </p:nvSpPr>
        <p:spPr bwMode="auto">
          <a:xfrm>
            <a:off x="1170906" y="2067223"/>
            <a:ext cx="5347766" cy="341155"/>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p:nvPr userDrawn="1"/>
        </p:nvSpPr>
        <p:spPr>
          <a:xfrm>
            <a:off x="1170775" y="2698340"/>
            <a:ext cx="7583112" cy="2492990"/>
          </a:xfrm>
          <a:prstGeom prst="rect">
            <a:avLst/>
          </a:prstGeom>
          <a:noFill/>
        </p:spPr>
        <p:txBody>
          <a:bodyPr lIns="91378" tIns="45690" rIns="91378" bIns="45690" numCol="2" spcCol="215857">
            <a:spAutoFit/>
          </a:bodyPr>
          <a:lstStyle/>
          <a:p>
            <a:pPr algn="just" defTabSz="456893"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a:t>
            </a:r>
            <a:endParaRPr lang="en-US" sz="1200" dirty="0">
              <a:solidFill>
                <a:srgbClr val="7F7F7F"/>
              </a:solidFill>
              <a:latin typeface="Tahoma"/>
              <a:ea typeface="+mn-ea"/>
              <a:cs typeface="Tahoma"/>
            </a:endParaRPr>
          </a:p>
          <a:p>
            <a:pPr algn="just" defTabSz="456893" eaLnBrk="1" fontAlgn="auto" hangingPunct="1">
              <a:spcBef>
                <a:spcPts val="0"/>
              </a:spcBef>
              <a:spcAft>
                <a:spcPts val="0"/>
              </a:spcAft>
              <a:defRPr/>
            </a:pPr>
            <a:endParaRPr lang="en-US" sz="1200" dirty="0">
              <a:solidFill>
                <a:srgbClr val="7F7F7F"/>
              </a:solidFill>
              <a:latin typeface="Tahoma"/>
              <a:ea typeface="+mn-ea"/>
              <a:cs typeface="Tahoma"/>
            </a:endParaRPr>
          </a:p>
        </p:txBody>
      </p:sp>
    </p:spTree>
    <p:extLst>
      <p:ext uri="{BB962C8B-B14F-4D97-AF65-F5344CB8AC3E}">
        <p14:creationId xmlns:p14="http://schemas.microsoft.com/office/powerpoint/2010/main" val="26139693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rês Coluna">
    <p:spTree>
      <p:nvGrpSpPr>
        <p:cNvPr id="1" name=""/>
        <p:cNvGrpSpPr/>
        <p:nvPr/>
      </p:nvGrpSpPr>
      <p:grpSpPr>
        <a:xfrm>
          <a:off x="0" y="0"/>
          <a:ext cx="0" cy="0"/>
          <a:chOff x="0" y="0"/>
          <a:chExt cx="0" cy="0"/>
        </a:xfrm>
      </p:grpSpPr>
      <p:sp>
        <p:nvSpPr>
          <p:cNvPr id="2" name="TextBox 1"/>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userDrawn="1"/>
        </p:nvSpPr>
        <p:spPr bwMode="auto">
          <a:xfrm>
            <a:off x="1170906" y="2067223"/>
            <a:ext cx="5347766" cy="341155"/>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p:nvPr userDrawn="1"/>
        </p:nvSpPr>
        <p:spPr>
          <a:xfrm>
            <a:off x="1170775" y="2698341"/>
            <a:ext cx="7583112" cy="3068035"/>
          </a:xfrm>
          <a:prstGeom prst="rect">
            <a:avLst/>
          </a:prstGeom>
          <a:noFill/>
        </p:spPr>
        <p:txBody>
          <a:bodyPr lIns="91378" tIns="45690" rIns="91378" bIns="45690" numCol="3" spcCol="215857">
            <a:spAutoFit/>
          </a:bodyPr>
          <a:lstStyle/>
          <a:p>
            <a:pPr algn="just" defTabSz="456893"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a:t>
            </a:r>
            <a:endParaRPr lang="en-US" sz="1200" dirty="0">
              <a:solidFill>
                <a:srgbClr val="7F7F7F"/>
              </a:solidFill>
              <a:latin typeface="Tahoma"/>
              <a:ea typeface="+mn-ea"/>
              <a:cs typeface="Tahoma"/>
            </a:endParaRPr>
          </a:p>
          <a:p>
            <a:pPr algn="just" defTabSz="456893"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Integer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quam a quam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eget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molestie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nibh</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cursus</a:t>
            </a:r>
            <a:r>
              <a:rPr lang="en-US" sz="1200" dirty="0">
                <a:solidFill>
                  <a:srgbClr val="7F7F7F"/>
                </a:solidFill>
                <a:latin typeface="Calibri"/>
                <a:ea typeface="+mn-ea"/>
                <a:cs typeface="+mn-cs"/>
              </a:rPr>
              <a:t>.</a:t>
            </a:r>
            <a:endParaRPr lang="en-US" sz="1200" dirty="0">
              <a:solidFill>
                <a:srgbClr val="7F7F7F"/>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a:p>
            <a:pPr algn="just" defTabSz="456893" eaLnBrk="1" fontAlgn="auto" hangingPunct="1">
              <a:spcBef>
                <a:spcPts val="0"/>
              </a:spcBef>
              <a:spcAft>
                <a:spcPts val="0"/>
              </a:spcAft>
              <a:defRPr/>
            </a:pPr>
            <a:endParaRPr lang="en-US" sz="1200" dirty="0">
              <a:solidFill>
                <a:prstClr val="black">
                  <a:lumMod val="50000"/>
                  <a:lumOff val="50000"/>
                </a:prstClr>
              </a:solidFill>
              <a:latin typeface="Tahoma"/>
              <a:ea typeface="+mn-ea"/>
              <a:cs typeface="Tahoma"/>
            </a:endParaRPr>
          </a:p>
        </p:txBody>
      </p:sp>
    </p:spTree>
    <p:extLst>
      <p:ext uri="{BB962C8B-B14F-4D97-AF65-F5344CB8AC3E}">
        <p14:creationId xmlns:p14="http://schemas.microsoft.com/office/powerpoint/2010/main" val="19346898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2" name="TextBox 1"/>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3" name="TextBox 2"/>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4" name="TextBox 3"/>
          <p:cNvSpPr txBox="1">
            <a:spLocks noChangeArrowheads="1"/>
          </p:cNvSpPr>
          <p:nvPr userDrawn="1"/>
        </p:nvSpPr>
        <p:spPr bwMode="auto">
          <a:xfrm>
            <a:off x="1170906" y="2067223"/>
            <a:ext cx="5347766" cy="341155"/>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5" name="TextBox 4"/>
          <p:cNvSpPr txBox="1">
            <a:spLocks noChangeArrowheads="1"/>
          </p:cNvSpPr>
          <p:nvPr userDrawn="1"/>
        </p:nvSpPr>
        <p:spPr bwMode="auto">
          <a:xfrm>
            <a:off x="1170915" y="2697889"/>
            <a:ext cx="7583537" cy="2483568"/>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a:p>
            <a:pPr algn="just" eaLnBrk="1" hangingPunct="1">
              <a:buFont typeface="Arial" charset="0"/>
              <a:buChar char="•"/>
              <a:defRPr/>
            </a:pPr>
            <a:endParaRPr lang="en-US" sz="1200" smtClean="0">
              <a:solidFill>
                <a:srgbClr val="7F7F7F"/>
              </a:solidFill>
              <a:latin typeface="Tahoma" charset="0"/>
              <a:cs typeface="Tahoma" charset="0"/>
            </a:endParaRPr>
          </a:p>
          <a:p>
            <a:pPr algn="just" eaLnBrk="1" hangingPunct="1">
              <a:buFont typeface="Arial" charset="0"/>
              <a:buChar char="•"/>
              <a:defRPr/>
            </a:pPr>
            <a:r>
              <a:rPr lang="en-US" sz="1200" smtClean="0">
                <a:solidFill>
                  <a:srgbClr val="7F7F7F"/>
                </a:solidFill>
                <a:latin typeface="Tahoma" charset="0"/>
                <a:cs typeface="Tahoma" charset="0"/>
              </a:rPr>
              <a:t> Lorem ipsum</a:t>
            </a:r>
          </a:p>
        </p:txBody>
      </p:sp>
    </p:spTree>
    <p:extLst>
      <p:ext uri="{BB962C8B-B14F-4D97-AF65-F5344CB8AC3E}">
        <p14:creationId xmlns:p14="http://schemas.microsoft.com/office/powerpoint/2010/main" val="18683194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ma Coluna C\ Imagem Dir">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1170905" y="2624212"/>
            <a:ext cx="3723680" cy="2299624"/>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
        <p:nvSpPr>
          <p:cNvPr id="4" name="TextBox 3"/>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userDrawn="1"/>
        </p:nvSpPr>
        <p:spPr bwMode="auto">
          <a:xfrm>
            <a:off x="1170906" y="2067223"/>
            <a:ext cx="5347766" cy="341155"/>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6" name="Content Placeholder 2"/>
          <p:cNvSpPr>
            <a:spLocks noGrp="1"/>
          </p:cNvSpPr>
          <p:nvPr>
            <p:ph idx="1"/>
          </p:nvPr>
        </p:nvSpPr>
        <p:spPr>
          <a:xfrm>
            <a:off x="5033780" y="2698753"/>
            <a:ext cx="3828639" cy="2928564"/>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0314449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ma Coluna C\ Imagem Esq">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5155780" y="2587377"/>
            <a:ext cx="3723680" cy="2299624"/>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
        <p:nvSpPr>
          <p:cNvPr id="4" name="TextBox 3"/>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userDrawn="1"/>
        </p:nvSpPr>
        <p:spPr bwMode="auto">
          <a:xfrm>
            <a:off x="1170906" y="2067223"/>
            <a:ext cx="5347766" cy="341155"/>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5" name="Content Placeholder 2"/>
          <p:cNvSpPr>
            <a:spLocks noGrp="1"/>
          </p:cNvSpPr>
          <p:nvPr>
            <p:ph idx="1"/>
          </p:nvPr>
        </p:nvSpPr>
        <p:spPr>
          <a:xfrm>
            <a:off x="1232951" y="2698753"/>
            <a:ext cx="3828639" cy="2928564"/>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3085976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Uma Coluna C\ Imagem Infer">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1170915" y="2697893"/>
            <a:ext cx="7583537" cy="1149697"/>
          </a:xfrm>
          <a:prstGeom prst="rect">
            <a:avLst/>
          </a:prstGeom>
          <a:noFill/>
          <a:ln>
            <a:noFill/>
          </a:ln>
          <a:extLst/>
        </p:spPr>
        <p:txBody>
          <a:bodyPr lIns="107932" tIns="46770" rIns="91378" bIns="45690"/>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algn="just" eaLnBrk="1" hangingPunct="1">
              <a:defRPr/>
            </a:pPr>
            <a:r>
              <a:rPr lang="en-US" sz="1200" smtClean="0">
                <a:solidFill>
                  <a:srgbClr val="7F7F7F"/>
                </a:solidFill>
                <a:latin typeface="Calibri" charset="0"/>
              </a:rPr>
              <a:t>Lorem ipsum dolor sit amet, consectetur adipiscing elit. Vestibulum adipiscing tristique elementum. Donec tincidunt tincidunt mauris, pulvinar luctus nisl commodo ut. Aliquam ultrices massa at elit rhoncus non egestas dolor semper. Quisque in lacus metus. Maecenas vitae risus vel odio rhoncus tempor. Suspendisse eu tortor leo, quis volutpat erat. Vivamus gravida est vitae elit tincidunt ut faucibus enim commodo. Etiam luctus ligula ut arcu ultricies aliquam. In malesuada justo id metus dapibus ac volutpat massa faucibus. Fusce facilisis metus a odio tincidunt elementum. Integer vestibulum quam a quam gravida eget molestie nibh cursus.</a:t>
            </a:r>
            <a:endParaRPr lang="en-US" sz="1200" smtClean="0">
              <a:solidFill>
                <a:srgbClr val="7F7F7F"/>
              </a:solidFill>
              <a:latin typeface="Tahoma" charset="0"/>
              <a:cs typeface="Tahoma" charset="0"/>
            </a:endParaRPr>
          </a:p>
        </p:txBody>
      </p:sp>
      <p:sp>
        <p:nvSpPr>
          <p:cNvPr id="4" name="TextBox 3"/>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userDrawn="1"/>
        </p:nvSpPr>
        <p:spPr bwMode="auto">
          <a:xfrm>
            <a:off x="1170906" y="2067223"/>
            <a:ext cx="5347766" cy="341155"/>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5" name="Content Placeholder 2"/>
          <p:cNvSpPr>
            <a:spLocks noGrp="1"/>
          </p:cNvSpPr>
          <p:nvPr>
            <p:ph idx="1"/>
          </p:nvPr>
        </p:nvSpPr>
        <p:spPr>
          <a:xfrm>
            <a:off x="1169990" y="4027488"/>
            <a:ext cx="7583900" cy="1885950"/>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7044292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uas Coluna C\ Imagem Infer">
    <p:spTree>
      <p:nvGrpSpPr>
        <p:cNvPr id="1" name=""/>
        <p:cNvGrpSpPr/>
        <p:nvPr/>
      </p:nvGrpSpPr>
      <p:grpSpPr>
        <a:xfrm>
          <a:off x="0" y="0"/>
          <a:ext cx="0" cy="0"/>
          <a:chOff x="0" y="0"/>
          <a:chExt cx="0" cy="0"/>
        </a:xfrm>
      </p:grpSpPr>
      <p:sp>
        <p:nvSpPr>
          <p:cNvPr id="3" name="TextBox 2"/>
          <p:cNvSpPr txBox="1"/>
          <p:nvPr userDrawn="1"/>
        </p:nvSpPr>
        <p:spPr>
          <a:xfrm>
            <a:off x="1170775" y="2698334"/>
            <a:ext cx="7583112" cy="1149006"/>
          </a:xfrm>
          <a:prstGeom prst="rect">
            <a:avLst/>
          </a:prstGeom>
          <a:noFill/>
        </p:spPr>
        <p:txBody>
          <a:bodyPr lIns="107932" tIns="46770" rIns="91378" bIns="45690" numCol="2" spcCol="215857"/>
          <a:lstStyle/>
          <a:p>
            <a:pPr algn="just" defTabSz="456893"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Fusce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facilisis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 </a:t>
            </a:r>
            <a:r>
              <a:rPr lang="en-US" sz="1200" dirty="0" err="1">
                <a:solidFill>
                  <a:srgbClr val="7F7F7F"/>
                </a:solidFill>
                <a:latin typeface="Calibri"/>
                <a:ea typeface="+mn-ea"/>
                <a:cs typeface="+mn-cs"/>
              </a:rPr>
              <a:t>odio</a:t>
            </a:r>
            <a:endParaRPr lang="en-US" sz="1200" dirty="0">
              <a:solidFill>
                <a:srgbClr val="7F7F7F"/>
              </a:solidFill>
              <a:latin typeface="Tahoma"/>
              <a:ea typeface="+mn-ea"/>
              <a:cs typeface="Tahoma"/>
            </a:endParaRPr>
          </a:p>
        </p:txBody>
      </p:sp>
      <p:sp>
        <p:nvSpPr>
          <p:cNvPr id="4" name="TextBox 3"/>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userDrawn="1"/>
        </p:nvSpPr>
        <p:spPr bwMode="auto">
          <a:xfrm>
            <a:off x="1170906" y="2067223"/>
            <a:ext cx="5347766" cy="341155"/>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21" name="Content Placeholder 2"/>
          <p:cNvSpPr>
            <a:spLocks noGrp="1"/>
          </p:cNvSpPr>
          <p:nvPr>
            <p:ph idx="1"/>
          </p:nvPr>
        </p:nvSpPr>
        <p:spPr>
          <a:xfrm>
            <a:off x="1169990" y="4027488"/>
            <a:ext cx="7583900" cy="1885950"/>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549588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rê Coluna C\ Imagem Infer">
    <p:spTree>
      <p:nvGrpSpPr>
        <p:cNvPr id="1" name=""/>
        <p:cNvGrpSpPr/>
        <p:nvPr/>
      </p:nvGrpSpPr>
      <p:grpSpPr>
        <a:xfrm>
          <a:off x="0" y="0"/>
          <a:ext cx="0" cy="0"/>
          <a:chOff x="0" y="0"/>
          <a:chExt cx="0" cy="0"/>
        </a:xfrm>
      </p:grpSpPr>
      <p:sp>
        <p:nvSpPr>
          <p:cNvPr id="3" name="TextBox 2"/>
          <p:cNvSpPr txBox="1"/>
          <p:nvPr userDrawn="1"/>
        </p:nvSpPr>
        <p:spPr>
          <a:xfrm>
            <a:off x="1170775" y="2698334"/>
            <a:ext cx="7583112" cy="1149006"/>
          </a:xfrm>
          <a:prstGeom prst="rect">
            <a:avLst/>
          </a:prstGeom>
          <a:noFill/>
        </p:spPr>
        <p:txBody>
          <a:bodyPr lIns="107932" tIns="46770" rIns="91378" bIns="45690" numCol="3" spcCol="179883"/>
          <a:lstStyle/>
          <a:p>
            <a:pPr algn="just" defTabSz="456893" eaLnBrk="1" fontAlgn="auto" hangingPunct="1">
              <a:spcBef>
                <a:spcPts val="0"/>
              </a:spcBef>
              <a:spcAft>
                <a:spcPts val="0"/>
              </a:spcAft>
              <a:defRPr/>
            </a:pPr>
            <a:r>
              <a:rPr lang="en-US" sz="1200" dirty="0" err="1">
                <a:solidFill>
                  <a:srgbClr val="7F7F7F"/>
                </a:solidFill>
                <a:latin typeface="Calibri"/>
                <a:ea typeface="+mn-ea"/>
                <a:cs typeface="+mn-cs"/>
              </a:rPr>
              <a:t>Lorem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ipsum</a:t>
            </a:r>
            <a:r>
              <a:rPr lang="en-US" sz="1200" dirty="0">
                <a:solidFill>
                  <a:srgbClr val="7F7F7F"/>
                </a:solidFill>
                <a:latin typeface="Calibri"/>
                <a:ea typeface="+mn-ea"/>
                <a:cs typeface="+mn-cs"/>
              </a:rPr>
              <a:t> dolor sit </a:t>
            </a:r>
            <a:r>
              <a:rPr lang="en-US" sz="1200" dirty="0" err="1">
                <a:solidFill>
                  <a:srgbClr val="7F7F7F"/>
                </a:solidFill>
                <a:latin typeface="Calibri"/>
                <a:ea typeface="+mn-ea"/>
                <a:cs typeface="+mn-cs"/>
              </a:rPr>
              <a:t>amet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consectetur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Vestibulum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adipiscing</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tristique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elementum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Donec</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mauris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pulvinar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nisl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massa</a:t>
            </a:r>
            <a:r>
              <a:rPr lang="en-US" sz="1200" dirty="0">
                <a:solidFill>
                  <a:srgbClr val="7F7F7F"/>
                </a:solidFill>
                <a:latin typeface="Calibri"/>
                <a:ea typeface="+mn-ea"/>
                <a:cs typeface="+mn-cs"/>
              </a:rPr>
              <a:t> at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non </a:t>
            </a:r>
            <a:r>
              <a:rPr lang="en-US" sz="1200" dirty="0" err="1">
                <a:solidFill>
                  <a:srgbClr val="7F7F7F"/>
                </a:solidFill>
                <a:latin typeface="Calibri"/>
                <a:ea typeface="+mn-ea"/>
                <a:cs typeface="+mn-cs"/>
              </a:rPr>
              <a:t>egestas</a:t>
            </a:r>
            <a:r>
              <a:rPr lang="en-US" sz="1200" dirty="0">
                <a:solidFill>
                  <a:srgbClr val="7F7F7F"/>
                </a:solidFill>
                <a:latin typeface="Calibri"/>
                <a:ea typeface="+mn-ea"/>
                <a:cs typeface="+mn-cs"/>
              </a:rPr>
              <a:t> dolor </a:t>
            </a:r>
            <a:r>
              <a:rPr lang="en-US" sz="1200" dirty="0" err="1">
                <a:solidFill>
                  <a:srgbClr val="7F7F7F"/>
                </a:solidFill>
                <a:latin typeface="Calibri"/>
                <a:ea typeface="+mn-ea"/>
                <a:cs typeface="+mn-cs"/>
              </a:rPr>
              <a:t>semper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Quisque</a:t>
            </a:r>
            <a:r>
              <a:rPr lang="en-US" sz="1200" dirty="0">
                <a:solidFill>
                  <a:srgbClr val="7F7F7F"/>
                </a:solidFill>
                <a:latin typeface="Calibri"/>
                <a:ea typeface="+mn-ea"/>
                <a:cs typeface="+mn-cs"/>
              </a:rPr>
              <a:t> in lacus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Maecenas vitae </a:t>
            </a:r>
            <a:r>
              <a:rPr lang="en-US" sz="1200" dirty="0" err="1">
                <a:solidFill>
                  <a:srgbClr val="7F7F7F"/>
                </a:solidFill>
                <a:latin typeface="Calibri"/>
                <a:ea typeface="+mn-ea"/>
                <a:cs typeface="+mn-cs"/>
              </a:rPr>
              <a:t>risus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vel</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odio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rhoncus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tempor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Suspendisse</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tortor</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leo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quis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erat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Vivamus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gravida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est</a:t>
            </a:r>
            <a:r>
              <a:rPr lang="en-US" sz="1200" dirty="0">
                <a:solidFill>
                  <a:srgbClr val="7F7F7F"/>
                </a:solidFill>
                <a:latin typeface="Calibri"/>
                <a:ea typeface="+mn-ea"/>
                <a:cs typeface="+mn-cs"/>
              </a:rPr>
              <a:t> vitae </a:t>
            </a:r>
            <a:r>
              <a:rPr lang="en-US" sz="1200" dirty="0" err="1">
                <a:solidFill>
                  <a:srgbClr val="7F7F7F"/>
                </a:solidFill>
                <a:latin typeface="Calibri"/>
                <a:ea typeface="+mn-ea"/>
                <a:cs typeface="+mn-cs"/>
              </a:rPr>
              <a:t>elit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tincidunt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faucibus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enim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commodo</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Etiam</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luctus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ligula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ut</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arcu</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ultricies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aliquam</a:t>
            </a:r>
            <a:r>
              <a:rPr lang="en-US" sz="1200" dirty="0">
                <a:solidFill>
                  <a:srgbClr val="7F7F7F"/>
                </a:solidFill>
                <a:latin typeface="Calibri"/>
                <a:ea typeface="+mn-ea"/>
                <a:cs typeface="+mn-cs"/>
              </a:rPr>
              <a:t>. In </a:t>
            </a:r>
            <a:r>
              <a:rPr lang="en-US" sz="1200" dirty="0" err="1">
                <a:solidFill>
                  <a:srgbClr val="7F7F7F"/>
                </a:solidFill>
                <a:latin typeface="Calibri"/>
                <a:ea typeface="+mn-ea"/>
                <a:cs typeface="+mn-cs"/>
              </a:rPr>
              <a:t>malesuada</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justo</a:t>
            </a:r>
            <a:r>
              <a:rPr lang="en-US" sz="1200" dirty="0">
                <a:solidFill>
                  <a:srgbClr val="7F7F7F"/>
                </a:solidFill>
                <a:latin typeface="Calibri"/>
                <a:ea typeface="+mn-ea"/>
                <a:cs typeface="+mn-cs"/>
              </a:rPr>
              <a:t> id </a:t>
            </a:r>
            <a:r>
              <a:rPr lang="en-US" sz="1200" dirty="0" err="1">
                <a:solidFill>
                  <a:srgbClr val="7F7F7F"/>
                </a:solidFill>
                <a:latin typeface="Calibri"/>
                <a:ea typeface="+mn-ea"/>
                <a:cs typeface="+mn-cs"/>
              </a:rPr>
              <a:t>metus</a:t>
            </a:r>
            <a:r>
              <a:rPr lang="en-US" sz="1200" dirty="0">
                <a:solidFill>
                  <a:srgbClr val="7F7F7F"/>
                </a:solidFill>
                <a:latin typeface="Calibri"/>
                <a:ea typeface="+mn-ea"/>
                <a:cs typeface="+mn-cs"/>
              </a:rPr>
              <a:t> </a:t>
            </a:r>
            <a:r>
              <a:rPr lang="en-US" sz="1200" dirty="0" err="1">
                <a:solidFill>
                  <a:srgbClr val="7F7F7F"/>
                </a:solidFill>
                <a:latin typeface="Calibri"/>
                <a:ea typeface="+mn-ea"/>
                <a:cs typeface="+mn-cs"/>
              </a:rPr>
              <a:t>dapibus</a:t>
            </a:r>
            <a:r>
              <a:rPr lang="en-US" sz="1200" dirty="0">
                <a:solidFill>
                  <a:srgbClr val="7F7F7F"/>
                </a:solidFill>
                <a:latin typeface="Calibri"/>
                <a:ea typeface="+mn-ea"/>
                <a:cs typeface="+mn-cs"/>
              </a:rPr>
              <a:t> ac </a:t>
            </a:r>
            <a:r>
              <a:rPr lang="en-US" sz="1200" dirty="0" err="1">
                <a:solidFill>
                  <a:srgbClr val="7F7F7F"/>
                </a:solidFill>
                <a:latin typeface="Calibri"/>
                <a:ea typeface="+mn-ea"/>
                <a:cs typeface="+mn-cs"/>
              </a:rPr>
              <a:t>volutpat</a:t>
            </a:r>
            <a:r>
              <a:rPr lang="en-US" sz="1200" dirty="0">
                <a:solidFill>
                  <a:srgbClr val="7F7F7F"/>
                </a:solidFill>
                <a:latin typeface="Calibri"/>
                <a:ea typeface="+mn-ea"/>
                <a:cs typeface="+mn-cs"/>
              </a:rPr>
              <a:t> a</a:t>
            </a:r>
            <a:endParaRPr lang="en-US" sz="1200" dirty="0">
              <a:solidFill>
                <a:srgbClr val="7F7F7F"/>
              </a:solidFill>
              <a:latin typeface="Tahoma"/>
              <a:ea typeface="+mn-ea"/>
              <a:cs typeface="Tahoma"/>
            </a:endParaRPr>
          </a:p>
        </p:txBody>
      </p:sp>
      <p:sp>
        <p:nvSpPr>
          <p:cNvPr id="4" name="TextBox 3"/>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5" name="TextBox 4"/>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6" name="TextBox 5"/>
          <p:cNvSpPr txBox="1">
            <a:spLocks noChangeArrowheads="1"/>
          </p:cNvSpPr>
          <p:nvPr userDrawn="1"/>
        </p:nvSpPr>
        <p:spPr bwMode="auto">
          <a:xfrm>
            <a:off x="1170906" y="2067223"/>
            <a:ext cx="5347766" cy="341155"/>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0" name="Content Placeholder 2"/>
          <p:cNvSpPr>
            <a:spLocks noGrp="1"/>
          </p:cNvSpPr>
          <p:nvPr>
            <p:ph idx="1"/>
          </p:nvPr>
        </p:nvSpPr>
        <p:spPr>
          <a:xfrm>
            <a:off x="1169990" y="4027488"/>
            <a:ext cx="7583900" cy="1885950"/>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7733650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m C\ Titulo, Subtitulo e Subtitulo">
    <p:spTree>
      <p:nvGrpSpPr>
        <p:cNvPr id="1" name=""/>
        <p:cNvGrpSpPr/>
        <p:nvPr/>
      </p:nvGrpSpPr>
      <p:grpSpPr>
        <a:xfrm>
          <a:off x="0" y="0"/>
          <a:ext cx="0" cy="0"/>
          <a:chOff x="0" y="0"/>
          <a:chExt cx="0" cy="0"/>
        </a:xfrm>
      </p:grpSpPr>
      <p:sp>
        <p:nvSpPr>
          <p:cNvPr id="3" name="TextBox 2"/>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5" name="TextBox 4"/>
          <p:cNvSpPr txBox="1">
            <a:spLocks noChangeArrowheads="1"/>
          </p:cNvSpPr>
          <p:nvPr userDrawn="1"/>
        </p:nvSpPr>
        <p:spPr bwMode="auto">
          <a:xfrm>
            <a:off x="1170906" y="2067223"/>
            <a:ext cx="5347766" cy="341155"/>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1600" smtClean="0">
                <a:solidFill>
                  <a:srgbClr val="4F81BD"/>
                </a:solidFill>
                <a:latin typeface="Calibri" charset="0"/>
              </a:rPr>
              <a:t>Lorem ipsum</a:t>
            </a:r>
          </a:p>
        </p:txBody>
      </p:sp>
      <p:sp>
        <p:nvSpPr>
          <p:cNvPr id="15" name="Content Placeholder 2"/>
          <p:cNvSpPr>
            <a:spLocks noGrp="1"/>
          </p:cNvSpPr>
          <p:nvPr>
            <p:ph idx="1"/>
          </p:nvPr>
        </p:nvSpPr>
        <p:spPr>
          <a:xfrm>
            <a:off x="1169990" y="2540172"/>
            <a:ext cx="7583900" cy="3373266"/>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2772915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magem C\ Titulo, Subtitulo">
    <p:spTree>
      <p:nvGrpSpPr>
        <p:cNvPr id="1" name=""/>
        <p:cNvGrpSpPr/>
        <p:nvPr/>
      </p:nvGrpSpPr>
      <p:grpSpPr>
        <a:xfrm>
          <a:off x="0" y="0"/>
          <a:ext cx="0" cy="0"/>
          <a:chOff x="0" y="0"/>
          <a:chExt cx="0" cy="0"/>
        </a:xfrm>
      </p:grpSpPr>
      <p:sp>
        <p:nvSpPr>
          <p:cNvPr id="3" name="TextBox 2"/>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a:spLocks noChangeArrowheads="1"/>
          </p:cNvSpPr>
          <p:nvPr userDrawn="1"/>
        </p:nvSpPr>
        <p:spPr bwMode="auto">
          <a:xfrm>
            <a:off x="1169792" y="1420942"/>
            <a:ext cx="5348883" cy="427717"/>
          </a:xfrm>
          <a:prstGeom prst="rect">
            <a:avLst/>
          </a:prstGeom>
          <a:noFill/>
          <a:ln>
            <a:noFill/>
          </a:ln>
          <a:extLst/>
        </p:spPr>
        <p:txBody>
          <a:bodyPr lIns="91378" tIns="45690" rIns="91378" bIns="45690">
            <a:spAutoFit/>
          </a:bodyPr>
          <a:lstStyle>
            <a:lvl1pPr defTabSz="649288">
              <a:defRPr sz="5800">
                <a:solidFill>
                  <a:srgbClr val="000000"/>
                </a:solidFill>
                <a:latin typeface="Gill Sans" charset="0"/>
                <a:ea typeface="ヒラギノ角ゴ ProN W3" charset="0"/>
                <a:cs typeface="ヒラギノ角ゴ ProN W3" charset="0"/>
                <a:sym typeface="Gill Sans" charset="0"/>
              </a:defRPr>
            </a:lvl1pPr>
            <a:lvl2pPr marL="742950" indent="-285750" defTabSz="649288">
              <a:defRPr sz="5800">
                <a:solidFill>
                  <a:srgbClr val="000000"/>
                </a:solidFill>
                <a:latin typeface="Gill Sans" charset="0"/>
                <a:ea typeface="ヒラギノ角ゴ ProN W3" charset="0"/>
                <a:cs typeface="ヒラギノ角ゴ ProN W3" charset="0"/>
                <a:sym typeface="Gill Sans" charset="0"/>
              </a:defRPr>
            </a:lvl2pPr>
            <a:lvl3pPr marL="1143000" indent="-228600" defTabSz="649288">
              <a:defRPr sz="5800">
                <a:solidFill>
                  <a:srgbClr val="000000"/>
                </a:solidFill>
                <a:latin typeface="Gill Sans" charset="0"/>
                <a:ea typeface="ヒラギノ角ゴ ProN W3" charset="0"/>
                <a:cs typeface="ヒラギノ角ゴ ProN W3" charset="0"/>
                <a:sym typeface="Gill Sans" charset="0"/>
              </a:defRPr>
            </a:lvl3pPr>
            <a:lvl4pPr marL="1600200" indent="-228600" defTabSz="649288">
              <a:defRPr sz="5800">
                <a:solidFill>
                  <a:srgbClr val="000000"/>
                </a:solidFill>
                <a:latin typeface="Gill Sans" charset="0"/>
                <a:ea typeface="ヒラギノ角ゴ ProN W3" charset="0"/>
                <a:cs typeface="ヒラギノ角ゴ ProN W3" charset="0"/>
                <a:sym typeface="Gill Sans" charset="0"/>
              </a:defRPr>
            </a:lvl4pPr>
            <a:lvl5pPr marL="2057400" indent="-228600" defTabSz="649288">
              <a:defRPr sz="5800">
                <a:solidFill>
                  <a:srgbClr val="000000"/>
                </a:solidFill>
                <a:latin typeface="Gill Sans" charset="0"/>
                <a:ea typeface="ヒラギノ角ゴ ProN W3" charset="0"/>
                <a:cs typeface="ヒラギノ角ゴ ProN W3" charset="0"/>
                <a:sym typeface="Gill Sans" charset="0"/>
              </a:defRPr>
            </a:lvl5pPr>
            <a:lvl6pPr marL="25146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6pPr>
            <a:lvl7pPr marL="29718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7pPr>
            <a:lvl8pPr marL="34290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8pPr>
            <a:lvl9pPr marL="3886200" indent="-228600" defTabSz="649288" eaLnBrk="0" fontAlgn="base" hangingPunct="0">
              <a:spcBef>
                <a:spcPct val="0"/>
              </a:spcBef>
              <a:spcAft>
                <a:spcPct val="0"/>
              </a:spcAft>
              <a:defRPr sz="5800">
                <a:solidFill>
                  <a:srgbClr val="000000"/>
                </a:solidFill>
                <a:latin typeface="Gill Sans" charset="0"/>
                <a:ea typeface="ヒラギノ角ゴ ProN W3" charset="0"/>
                <a:cs typeface="ヒラギノ角ゴ ProN W3" charset="0"/>
                <a:sym typeface="Gill Sans" charset="0"/>
              </a:defRPr>
            </a:lvl9pPr>
          </a:lstStyle>
          <a:p>
            <a:pPr eaLnBrk="1" hangingPunct="1">
              <a:defRPr/>
            </a:pPr>
            <a:r>
              <a:rPr lang="en-US" sz="2200" smtClean="0">
                <a:solidFill>
                  <a:srgbClr val="7F7F7F"/>
                </a:solidFill>
                <a:latin typeface="Tahoma" charset="0"/>
                <a:cs typeface="Tahoma" charset="0"/>
              </a:rPr>
              <a:t>Lorem ipsum</a:t>
            </a:r>
          </a:p>
        </p:txBody>
      </p:sp>
      <p:sp>
        <p:nvSpPr>
          <p:cNvPr id="14" name="Content Placeholder 2"/>
          <p:cNvSpPr>
            <a:spLocks noGrp="1"/>
          </p:cNvSpPr>
          <p:nvPr>
            <p:ph idx="1"/>
          </p:nvPr>
        </p:nvSpPr>
        <p:spPr>
          <a:xfrm>
            <a:off x="1169990" y="1983930"/>
            <a:ext cx="7583900" cy="3929508"/>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1452696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magem C\ Titulo">
    <p:spTree>
      <p:nvGrpSpPr>
        <p:cNvPr id="1" name=""/>
        <p:cNvGrpSpPr/>
        <p:nvPr/>
      </p:nvGrpSpPr>
      <p:grpSpPr>
        <a:xfrm>
          <a:off x="0" y="0"/>
          <a:ext cx="0" cy="0"/>
          <a:chOff x="0" y="0"/>
          <a:chExt cx="0" cy="0"/>
        </a:xfrm>
      </p:grpSpPr>
      <p:sp>
        <p:nvSpPr>
          <p:cNvPr id="3" name="TextBox 2"/>
          <p:cNvSpPr txBox="1"/>
          <p:nvPr userDrawn="1"/>
        </p:nvSpPr>
        <p:spPr>
          <a:xfrm>
            <a:off x="1170906" y="389559"/>
            <a:ext cx="4603255" cy="400063"/>
          </a:xfrm>
          <a:prstGeom prst="rect">
            <a:avLst/>
          </a:prstGeom>
          <a:noFill/>
        </p:spPr>
        <p:txBody>
          <a:bodyPr lIns="91378" tIns="45690" rIns="91378" bIns="45690">
            <a:spAutoFit/>
          </a:bodyPr>
          <a:lstStyle/>
          <a:p>
            <a:pPr defTabSz="456893" eaLnBrk="1" fontAlgn="auto" hangingPunct="1">
              <a:spcBef>
                <a:spcPts val="0"/>
              </a:spcBef>
              <a:spcAft>
                <a:spcPts val="0"/>
              </a:spcAft>
              <a:defRPr/>
            </a:pPr>
            <a:r>
              <a:rPr lang="pt-BR" sz="2000" cap="all" dirty="0" err="1">
                <a:solidFill>
                  <a:prstClr val="black">
                    <a:lumMod val="75000"/>
                    <a:lumOff val="25000"/>
                  </a:prstClr>
                </a:solidFill>
                <a:latin typeface="Tahoma"/>
                <a:ea typeface="+mn-ea"/>
                <a:cs typeface="Tahoma"/>
              </a:rPr>
              <a:t>Lorem</a:t>
            </a:r>
            <a:r>
              <a:rPr lang="pt-BR" sz="2000" cap="all" dirty="0">
                <a:solidFill>
                  <a:prstClr val="black">
                    <a:lumMod val="75000"/>
                    <a:lumOff val="25000"/>
                  </a:prstClr>
                </a:solidFill>
                <a:latin typeface="Tahoma"/>
                <a:ea typeface="+mn-ea"/>
                <a:cs typeface="Tahoma"/>
              </a:rPr>
              <a:t> </a:t>
            </a:r>
            <a:r>
              <a:rPr lang="pt-BR" sz="2000" cap="all" dirty="0" err="1">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9" name="Content Placeholder 2"/>
          <p:cNvSpPr>
            <a:spLocks noGrp="1"/>
          </p:cNvSpPr>
          <p:nvPr>
            <p:ph idx="1"/>
          </p:nvPr>
        </p:nvSpPr>
        <p:spPr>
          <a:xfrm>
            <a:off x="1169990" y="1288640"/>
            <a:ext cx="7583900" cy="4624811"/>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0856700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m Maior C\ Titulo, Subtitulo">
    <p:spTree>
      <p:nvGrpSpPr>
        <p:cNvPr id="1" name=""/>
        <p:cNvGrpSpPr/>
        <p:nvPr/>
      </p:nvGrpSpPr>
      <p:grpSpPr>
        <a:xfrm>
          <a:off x="0" y="0"/>
          <a:ext cx="0" cy="0"/>
          <a:chOff x="0" y="0"/>
          <a:chExt cx="0" cy="0"/>
        </a:xfrm>
      </p:grpSpPr>
      <p:sp>
        <p:nvSpPr>
          <p:cNvPr id="8" name="Content Placeholder 2"/>
          <p:cNvSpPr>
            <a:spLocks noGrp="1"/>
          </p:cNvSpPr>
          <p:nvPr>
            <p:ph idx="1"/>
          </p:nvPr>
        </p:nvSpPr>
        <p:spPr>
          <a:xfrm>
            <a:off x="13" y="1112485"/>
            <a:ext cx="9143999" cy="4959824"/>
          </a:xfrm>
          <a:prstGeom prst="rect">
            <a:avLst/>
          </a:prstGeom>
        </p:spPr>
        <p:txBody>
          <a:bodyPr lIns="91378" tIns="45690" rIns="91378" bIns="45690">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5675244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abeçalho da Seção">
    <p:spTree>
      <p:nvGrpSpPr>
        <p:cNvPr id="1" name=""/>
        <p:cNvGrpSpPr/>
        <p:nvPr/>
      </p:nvGrpSpPr>
      <p:grpSpPr>
        <a:xfrm>
          <a:off x="0" y="0"/>
          <a:ext cx="0" cy="0"/>
          <a:chOff x="0" y="0"/>
          <a:chExt cx="0" cy="0"/>
        </a:xfrm>
      </p:grpSpPr>
      <p:pic>
        <p:nvPicPr>
          <p:cNvPr id="7" name="Imagem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868"/>
            <a:ext cx="9144000" cy="6858871"/>
          </a:xfrm>
          <a:prstGeom prst="rect">
            <a:avLst/>
          </a:prstGeom>
        </p:spPr>
      </p:pic>
      <p:sp>
        <p:nvSpPr>
          <p:cNvPr id="3" name="Espaço Reservado para Texto 2"/>
          <p:cNvSpPr>
            <a:spLocks noGrp="1"/>
          </p:cNvSpPr>
          <p:nvPr>
            <p:ph type="body" idx="1" hasCustomPrompt="1"/>
          </p:nvPr>
        </p:nvSpPr>
        <p:spPr>
          <a:xfrm>
            <a:off x="3059837" y="2204868"/>
            <a:ext cx="5578897" cy="1500187"/>
          </a:xfrm>
          <a:prstGeom prst="rect">
            <a:avLst/>
          </a:prstGeom>
        </p:spPr>
        <p:txBody>
          <a:bodyPr lIns="91421" tIns="45711" rIns="91421" bIns="45711" anchor="ctr">
            <a:normAutofit/>
          </a:bodyPr>
          <a:lstStyle>
            <a:lvl1pPr marL="0" indent="0" algn="ctr">
              <a:buNone/>
              <a:defRPr sz="3200" b="1">
                <a:solidFill>
                  <a:srgbClr val="002060"/>
                </a:solidFill>
              </a:defRPr>
            </a:lvl1pPr>
            <a:lvl2pPr marL="457106" indent="0">
              <a:buNone/>
              <a:defRPr sz="1800">
                <a:solidFill>
                  <a:schemeClr val="tx1">
                    <a:tint val="75000"/>
                  </a:schemeClr>
                </a:solidFill>
              </a:defRPr>
            </a:lvl2pPr>
            <a:lvl3pPr marL="914212" indent="0">
              <a:buNone/>
              <a:defRPr sz="1600">
                <a:solidFill>
                  <a:schemeClr val="tx1">
                    <a:tint val="75000"/>
                  </a:schemeClr>
                </a:solidFill>
              </a:defRPr>
            </a:lvl3pPr>
            <a:lvl4pPr marL="1371320" indent="0">
              <a:buNone/>
              <a:defRPr sz="1400">
                <a:solidFill>
                  <a:schemeClr val="tx1">
                    <a:tint val="75000"/>
                  </a:schemeClr>
                </a:solidFill>
              </a:defRPr>
            </a:lvl4pPr>
            <a:lvl5pPr marL="1828426" indent="0">
              <a:buNone/>
              <a:defRPr sz="1400">
                <a:solidFill>
                  <a:schemeClr val="tx1">
                    <a:tint val="75000"/>
                  </a:schemeClr>
                </a:solidFill>
              </a:defRPr>
            </a:lvl5pPr>
            <a:lvl6pPr marL="2285532" indent="0">
              <a:buNone/>
              <a:defRPr sz="1400">
                <a:solidFill>
                  <a:schemeClr val="tx1">
                    <a:tint val="75000"/>
                  </a:schemeClr>
                </a:solidFill>
              </a:defRPr>
            </a:lvl6pPr>
            <a:lvl7pPr marL="2742640" indent="0">
              <a:buNone/>
              <a:defRPr sz="1400">
                <a:solidFill>
                  <a:schemeClr val="tx1">
                    <a:tint val="75000"/>
                  </a:schemeClr>
                </a:solidFill>
              </a:defRPr>
            </a:lvl7pPr>
            <a:lvl8pPr marL="3199744" indent="0">
              <a:buNone/>
              <a:defRPr sz="1400">
                <a:solidFill>
                  <a:schemeClr val="tx1">
                    <a:tint val="75000"/>
                  </a:schemeClr>
                </a:solidFill>
              </a:defRPr>
            </a:lvl8pPr>
            <a:lvl9pPr marL="3656852" indent="0">
              <a:buNone/>
              <a:defRPr sz="1400">
                <a:solidFill>
                  <a:schemeClr val="tx1">
                    <a:tint val="75000"/>
                  </a:schemeClr>
                </a:solidFill>
              </a:defRPr>
            </a:lvl9pPr>
          </a:lstStyle>
          <a:p>
            <a:pPr lvl="0"/>
            <a:r>
              <a:rPr lang="pt-BR" dirty="0" smtClean="0"/>
              <a:t>CLIQUE PARA EDITAR O TEXTO MESTRE</a:t>
            </a:r>
          </a:p>
        </p:txBody>
      </p:sp>
      <p:sp>
        <p:nvSpPr>
          <p:cNvPr id="4" name="Espaço Reservado para Data 3"/>
          <p:cNvSpPr>
            <a:spLocks noGrp="1"/>
          </p:cNvSpPr>
          <p:nvPr>
            <p:ph type="dt" sz="half" idx="10"/>
          </p:nvPr>
        </p:nvSpPr>
        <p:spPr>
          <a:xfrm>
            <a:off x="457200" y="6356355"/>
            <a:ext cx="2133600" cy="365125"/>
          </a:xfrm>
          <a:prstGeom prst="rect">
            <a:avLst/>
          </a:prstGeom>
        </p:spPr>
        <p:txBody>
          <a:bodyPr lIns="91421" tIns="45711" rIns="91421" bIns="45711"/>
          <a:lstStyle/>
          <a:p>
            <a:fld id="{4773E79D-73D5-41FE-82CE-1902A863C84B}" type="datetimeFigureOut">
              <a:rPr lang="pt-BR" smtClean="0"/>
              <a:pPr/>
              <a:t>07/11/2014</a:t>
            </a:fld>
            <a:endParaRPr lang="pt-BR"/>
          </a:p>
        </p:txBody>
      </p:sp>
      <p:sp>
        <p:nvSpPr>
          <p:cNvPr id="5" name="Espaço Reservado para Rodapé 4"/>
          <p:cNvSpPr>
            <a:spLocks noGrp="1"/>
          </p:cNvSpPr>
          <p:nvPr>
            <p:ph type="ftr" sz="quarter" idx="11"/>
          </p:nvPr>
        </p:nvSpPr>
        <p:spPr>
          <a:xfrm>
            <a:off x="3124201" y="6356355"/>
            <a:ext cx="2895600" cy="365125"/>
          </a:xfrm>
          <a:prstGeom prst="rect">
            <a:avLst/>
          </a:prstGeom>
        </p:spPr>
        <p:txBody>
          <a:bodyPr lIns="91421" tIns="45711" rIns="91421" bIns="45711"/>
          <a:lstStyle/>
          <a:p>
            <a:endParaRPr lang="pt-BR"/>
          </a:p>
        </p:txBody>
      </p:sp>
      <p:sp>
        <p:nvSpPr>
          <p:cNvPr id="6" name="Espaço Reservado para Número de Slide 5"/>
          <p:cNvSpPr>
            <a:spLocks noGrp="1"/>
          </p:cNvSpPr>
          <p:nvPr>
            <p:ph type="sldNum" sz="quarter" idx="12"/>
          </p:nvPr>
        </p:nvSpPr>
        <p:spPr>
          <a:xfrm>
            <a:off x="6553201" y="6356355"/>
            <a:ext cx="2133600" cy="365125"/>
          </a:xfrm>
          <a:prstGeom prst="rect">
            <a:avLst/>
          </a:prstGeom>
        </p:spPr>
        <p:txBody>
          <a:bodyPr lIns="91421" tIns="45711" rIns="91421" bIns="45711"/>
          <a:lstStyle/>
          <a:p>
            <a:fld id="{E6EBB3E0-6DCB-49AE-B8B0-3D11FC23227F}" type="slidenum">
              <a:rPr lang="pt-BR" smtClean="0"/>
              <a:pPr/>
              <a:t>‹nº›</a:t>
            </a:fld>
            <a:endParaRPr lang="pt-BR"/>
          </a:p>
        </p:txBody>
      </p:sp>
    </p:spTree>
    <p:extLst>
      <p:ext uri="{BB962C8B-B14F-4D97-AF65-F5344CB8AC3E}">
        <p14:creationId xmlns:p14="http://schemas.microsoft.com/office/powerpoint/2010/main" val="1780551649"/>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a:xfrm>
            <a:off x="401836" y="928687"/>
            <a:ext cx="8340328" cy="2232422"/>
          </a:xfrm>
          <a:prstGeom prst="rect">
            <a:avLst/>
          </a:prstGeom>
        </p:spPr>
        <p:txBody>
          <a:bodyPr lIns="64264" tIns="32132" rIns="64264" bIns="32132"/>
          <a:lstStyle/>
          <a:p>
            <a:r>
              <a:rPr lang="pt-BR" smtClean="0"/>
              <a:t>Clique para editar o título mestre</a:t>
            </a:r>
            <a:endParaRPr lang="en-US"/>
          </a:p>
        </p:txBody>
      </p:sp>
      <p:sp>
        <p:nvSpPr>
          <p:cNvPr id="3" name="Content Placeholder 2"/>
          <p:cNvSpPr>
            <a:spLocks noGrp="1"/>
          </p:cNvSpPr>
          <p:nvPr>
            <p:ph idx="1"/>
          </p:nvPr>
        </p:nvSpPr>
        <p:spPr>
          <a:xfrm>
            <a:off x="401836" y="3527227"/>
            <a:ext cx="8340328" cy="2232422"/>
          </a:xfrm>
          <a:prstGeom prst="rect">
            <a:avLst/>
          </a:prstGeom>
        </p:spPr>
        <p:txBody>
          <a:bodyPr lIns="64264" tIns="32132" rIns="64264" bIns="32132"/>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Tree>
    <p:extLst>
      <p:ext uri="{BB962C8B-B14F-4D97-AF65-F5344CB8AC3E}">
        <p14:creationId xmlns:p14="http://schemas.microsoft.com/office/powerpoint/2010/main" val="2501846998"/>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Uma Coluna">
    <p:spTree>
      <p:nvGrpSpPr>
        <p:cNvPr id="1" name=""/>
        <p:cNvGrpSpPr/>
        <p:nvPr/>
      </p:nvGrpSpPr>
      <p:grpSpPr>
        <a:xfrm>
          <a:off x="0" y="0"/>
          <a:ext cx="0" cy="0"/>
          <a:chOff x="0" y="0"/>
          <a:chExt cx="0" cy="0"/>
        </a:xfrm>
      </p:grpSpPr>
      <p:sp>
        <p:nvSpPr>
          <p:cNvPr id="11" name="TextBox 10"/>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12" name="TextBox 11"/>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13" name="TextBox 12"/>
          <p:cNvSpPr txBox="1"/>
          <p:nvPr userDrawn="1"/>
        </p:nvSpPr>
        <p:spPr>
          <a:xfrm>
            <a:off x="1170785" y="2067367"/>
            <a:ext cx="5347719" cy="341179"/>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4" name="TextBox 13"/>
          <p:cNvSpPr txBox="1"/>
          <p:nvPr userDrawn="1"/>
        </p:nvSpPr>
        <p:spPr>
          <a:xfrm>
            <a:off x="1170775" y="2698344"/>
            <a:ext cx="7583112" cy="1200329"/>
          </a:xfrm>
          <a:prstGeom prst="rect">
            <a:avLst/>
          </a:prstGeom>
          <a:noFill/>
        </p:spPr>
        <p:txBody>
          <a:bodyPr wrap="square" lIns="91397" tIns="45699" rIns="91397" bIns="45699" rtlCol="0">
            <a:spAutoFit/>
          </a:bodyPr>
          <a:lstStyle/>
          <a:p>
            <a:pPr algn="just" defTabSz="456988"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a:solidFill>
                <a:srgbClr val="7F7F7F"/>
              </a:solidFill>
              <a:latin typeface="Tahoma"/>
              <a:ea typeface="+mn-ea"/>
              <a:cs typeface="Tahoma"/>
            </a:endParaRPr>
          </a:p>
        </p:txBody>
      </p:sp>
    </p:spTree>
    <p:extLst>
      <p:ext uri="{BB962C8B-B14F-4D97-AF65-F5344CB8AC3E}">
        <p14:creationId xmlns:p14="http://schemas.microsoft.com/office/powerpoint/2010/main" val="12919147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uas Coluna">
    <p:spTree>
      <p:nvGrpSpPr>
        <p:cNvPr id="1" name=""/>
        <p:cNvGrpSpPr/>
        <p:nvPr/>
      </p:nvGrpSpPr>
      <p:grpSpPr>
        <a:xfrm>
          <a:off x="0" y="0"/>
          <a:ext cx="0" cy="0"/>
          <a:chOff x="0" y="0"/>
          <a:chExt cx="0" cy="0"/>
        </a:xfrm>
      </p:grpSpPr>
      <p:sp>
        <p:nvSpPr>
          <p:cNvPr id="3" name="TextBox 2"/>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5" name="TextBox 4"/>
          <p:cNvSpPr txBox="1"/>
          <p:nvPr userDrawn="1"/>
        </p:nvSpPr>
        <p:spPr>
          <a:xfrm>
            <a:off x="1170785" y="2067367"/>
            <a:ext cx="5347719" cy="341179"/>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6" name="TextBox 5"/>
          <p:cNvSpPr txBox="1"/>
          <p:nvPr userDrawn="1"/>
        </p:nvSpPr>
        <p:spPr>
          <a:xfrm>
            <a:off x="1170775" y="2698340"/>
            <a:ext cx="7583112" cy="2492990"/>
          </a:xfrm>
          <a:prstGeom prst="rect">
            <a:avLst/>
          </a:prstGeom>
          <a:noFill/>
        </p:spPr>
        <p:txBody>
          <a:bodyPr wrap="square" lIns="91397" tIns="45699" rIns="91397" bIns="45699" numCol="2" spcCol="215901" rtlCol="0">
            <a:spAutoFit/>
          </a:bodyPr>
          <a:lstStyle/>
          <a:p>
            <a:pPr algn="just" defTabSz="456988"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smtClean="0">
              <a:solidFill>
                <a:srgbClr val="7F7F7F"/>
              </a:solidFill>
              <a:latin typeface="Tahoma"/>
              <a:ea typeface="+mn-ea"/>
              <a:cs typeface="Tahoma"/>
            </a:endParaRPr>
          </a:p>
          <a:p>
            <a:pPr algn="just" defTabSz="456988" eaLnBrk="1" fontAlgn="auto" hangingPunct="1">
              <a:spcBef>
                <a:spcPts val="0"/>
              </a:spcBef>
              <a:spcAft>
                <a:spcPts val="0"/>
              </a:spcAft>
              <a:defRPr/>
            </a:pPr>
            <a:endParaRPr lang="en-US" sz="1200" dirty="0">
              <a:solidFill>
                <a:srgbClr val="7F7F7F"/>
              </a:solidFill>
              <a:latin typeface="Tahoma"/>
              <a:ea typeface="+mn-ea"/>
              <a:cs typeface="Tahoma"/>
            </a:endParaRPr>
          </a:p>
        </p:txBody>
      </p:sp>
    </p:spTree>
    <p:extLst>
      <p:ext uri="{BB962C8B-B14F-4D97-AF65-F5344CB8AC3E}">
        <p14:creationId xmlns:p14="http://schemas.microsoft.com/office/powerpoint/2010/main" val="29961943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rês Coluna">
    <p:spTree>
      <p:nvGrpSpPr>
        <p:cNvPr id="1" name=""/>
        <p:cNvGrpSpPr/>
        <p:nvPr/>
      </p:nvGrpSpPr>
      <p:grpSpPr>
        <a:xfrm>
          <a:off x="0" y="0"/>
          <a:ext cx="0" cy="0"/>
          <a:chOff x="0" y="0"/>
          <a:chExt cx="0" cy="0"/>
        </a:xfrm>
      </p:grpSpPr>
      <p:sp>
        <p:nvSpPr>
          <p:cNvPr id="3" name="TextBox 2"/>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5" name="TextBox 4"/>
          <p:cNvSpPr txBox="1"/>
          <p:nvPr userDrawn="1"/>
        </p:nvSpPr>
        <p:spPr>
          <a:xfrm>
            <a:off x="1170785" y="2067367"/>
            <a:ext cx="5347719" cy="341179"/>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6" name="TextBox 5"/>
          <p:cNvSpPr txBox="1"/>
          <p:nvPr userDrawn="1"/>
        </p:nvSpPr>
        <p:spPr>
          <a:xfrm>
            <a:off x="1170775" y="2698341"/>
            <a:ext cx="7583112" cy="3068035"/>
          </a:xfrm>
          <a:prstGeom prst="rect">
            <a:avLst/>
          </a:prstGeom>
          <a:noFill/>
        </p:spPr>
        <p:txBody>
          <a:bodyPr wrap="square" lIns="91397" tIns="45699" rIns="91397" bIns="45699" numCol="3" spcCol="215901" rtlCol="0">
            <a:spAutoFit/>
          </a:bodyPr>
          <a:lstStyle/>
          <a:p>
            <a:pPr algn="just" defTabSz="456988"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smtClean="0">
              <a:solidFill>
                <a:srgbClr val="7F7F7F"/>
              </a:solidFill>
              <a:latin typeface="Tahoma"/>
              <a:ea typeface="+mn-ea"/>
              <a:cs typeface="Tahoma"/>
            </a:endParaRPr>
          </a:p>
          <a:p>
            <a:pPr algn="just" defTabSz="456988"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smtClean="0">
              <a:solidFill>
                <a:srgbClr val="7F7F7F"/>
              </a:solidFill>
              <a:latin typeface="Tahoma"/>
              <a:ea typeface="+mn-ea"/>
              <a:cs typeface="Tahoma"/>
            </a:endParaRPr>
          </a:p>
          <a:p>
            <a:pPr algn="just" defTabSz="456988" eaLnBrk="1" fontAlgn="auto" hangingPunct="1">
              <a:spcBef>
                <a:spcPts val="0"/>
              </a:spcBef>
              <a:spcAft>
                <a:spcPts val="0"/>
              </a:spcAft>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pPr>
            <a:endParaRPr lang="en-US" sz="1200" dirty="0">
              <a:solidFill>
                <a:prstClr val="black">
                  <a:lumMod val="50000"/>
                  <a:lumOff val="50000"/>
                </a:prstClr>
              </a:solidFill>
              <a:latin typeface="Tahoma"/>
              <a:ea typeface="+mn-ea"/>
              <a:cs typeface="Tahoma"/>
            </a:endParaRPr>
          </a:p>
        </p:txBody>
      </p:sp>
    </p:spTree>
    <p:extLst>
      <p:ext uri="{BB962C8B-B14F-4D97-AF65-F5344CB8AC3E}">
        <p14:creationId xmlns:p14="http://schemas.microsoft.com/office/powerpoint/2010/main" val="12620921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3" name="TextBox 2"/>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5" name="TextBox 4"/>
          <p:cNvSpPr txBox="1"/>
          <p:nvPr userDrawn="1"/>
        </p:nvSpPr>
        <p:spPr>
          <a:xfrm>
            <a:off x="1170785" y="2067367"/>
            <a:ext cx="5347719" cy="341179"/>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6" name="TextBox 5"/>
          <p:cNvSpPr txBox="1"/>
          <p:nvPr userDrawn="1"/>
        </p:nvSpPr>
        <p:spPr>
          <a:xfrm>
            <a:off x="1170775" y="2698345"/>
            <a:ext cx="7583112" cy="2483593"/>
          </a:xfrm>
          <a:prstGeom prst="rect">
            <a:avLst/>
          </a:prstGeom>
          <a:noFill/>
        </p:spPr>
        <p:txBody>
          <a:bodyPr wrap="square" lIns="91397" tIns="45699" rIns="91397" bIns="45699" numCol="1" spcCol="215901" rtlCol="0">
            <a:spAutoFit/>
          </a:bodyPr>
          <a:lstStyle/>
          <a:p>
            <a:pPr algn="just" defTabSz="456988"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6988"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p:txBody>
      </p:sp>
    </p:spTree>
    <p:extLst>
      <p:ext uri="{BB962C8B-B14F-4D97-AF65-F5344CB8AC3E}">
        <p14:creationId xmlns:p14="http://schemas.microsoft.com/office/powerpoint/2010/main" val="303305807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Uma Coluna C\ Imagem Dir">
    <p:spTree>
      <p:nvGrpSpPr>
        <p:cNvPr id="1" name=""/>
        <p:cNvGrpSpPr/>
        <p:nvPr/>
      </p:nvGrpSpPr>
      <p:grpSpPr>
        <a:xfrm>
          <a:off x="0" y="0"/>
          <a:ext cx="0" cy="0"/>
          <a:chOff x="0" y="0"/>
          <a:chExt cx="0" cy="0"/>
        </a:xfrm>
      </p:grpSpPr>
      <p:sp>
        <p:nvSpPr>
          <p:cNvPr id="14" name="TextBox 13"/>
          <p:cNvSpPr txBox="1"/>
          <p:nvPr userDrawn="1"/>
        </p:nvSpPr>
        <p:spPr>
          <a:xfrm>
            <a:off x="1170778" y="2624167"/>
            <a:ext cx="3723949" cy="2299648"/>
          </a:xfrm>
          <a:prstGeom prst="rect">
            <a:avLst/>
          </a:prstGeom>
          <a:noFill/>
        </p:spPr>
        <p:txBody>
          <a:bodyPr wrap="square" lIns="91397" tIns="45699" rIns="91397" bIns="45699" rtlCol="0">
            <a:spAutoFit/>
          </a:bodyPr>
          <a:lstStyle/>
          <a:p>
            <a:pPr algn="just" defTabSz="456988"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a:solidFill>
                <a:srgbClr val="7F7F7F"/>
              </a:solidFill>
              <a:latin typeface="Tahoma"/>
              <a:ea typeface="+mn-ea"/>
              <a:cs typeface="Tahoma"/>
            </a:endParaRPr>
          </a:p>
        </p:txBody>
      </p:sp>
      <p:sp>
        <p:nvSpPr>
          <p:cNvPr id="8" name="TextBox 7"/>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9" name="TextBox 8"/>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10" name="TextBox 9"/>
          <p:cNvSpPr txBox="1"/>
          <p:nvPr userDrawn="1"/>
        </p:nvSpPr>
        <p:spPr>
          <a:xfrm>
            <a:off x="1170785" y="2067367"/>
            <a:ext cx="5347719" cy="341179"/>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6" name="Content Placeholder 2"/>
          <p:cNvSpPr>
            <a:spLocks noGrp="1"/>
          </p:cNvSpPr>
          <p:nvPr>
            <p:ph idx="1"/>
          </p:nvPr>
        </p:nvSpPr>
        <p:spPr>
          <a:xfrm>
            <a:off x="5033781" y="2698753"/>
            <a:ext cx="3828639" cy="2928564"/>
          </a:xfrm>
          <a:prstGeom prst="rect">
            <a:avLst/>
          </a:prstGeom>
        </p:spPr>
        <p:txBody>
          <a:bodyPr lIns="91397" tIns="45699" rIns="91397" bIns="45699">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5441832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Uma Coluna C\ Imagem Esq">
    <p:spTree>
      <p:nvGrpSpPr>
        <p:cNvPr id="1" name=""/>
        <p:cNvGrpSpPr/>
        <p:nvPr/>
      </p:nvGrpSpPr>
      <p:grpSpPr>
        <a:xfrm>
          <a:off x="0" y="0"/>
          <a:ext cx="0" cy="0"/>
          <a:chOff x="0" y="0"/>
          <a:chExt cx="0" cy="0"/>
        </a:xfrm>
      </p:grpSpPr>
      <p:sp>
        <p:nvSpPr>
          <p:cNvPr id="14" name="TextBox 13"/>
          <p:cNvSpPr txBox="1"/>
          <p:nvPr userDrawn="1"/>
        </p:nvSpPr>
        <p:spPr>
          <a:xfrm>
            <a:off x="5155763" y="2587084"/>
            <a:ext cx="3723949" cy="2299648"/>
          </a:xfrm>
          <a:prstGeom prst="rect">
            <a:avLst/>
          </a:prstGeom>
          <a:noFill/>
        </p:spPr>
        <p:txBody>
          <a:bodyPr wrap="square" lIns="91397" tIns="45699" rIns="91397" bIns="45699" rtlCol="0">
            <a:spAutoFit/>
          </a:bodyPr>
          <a:lstStyle/>
          <a:p>
            <a:pPr algn="just" defTabSz="456988"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a:solidFill>
                <a:srgbClr val="7F7F7F"/>
              </a:solidFill>
              <a:latin typeface="Tahoma"/>
              <a:ea typeface="+mn-ea"/>
              <a:cs typeface="Tahoma"/>
            </a:endParaRPr>
          </a:p>
        </p:txBody>
      </p:sp>
      <p:sp>
        <p:nvSpPr>
          <p:cNvPr id="8" name="TextBox 7"/>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9" name="TextBox 8"/>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10" name="TextBox 9"/>
          <p:cNvSpPr txBox="1"/>
          <p:nvPr userDrawn="1"/>
        </p:nvSpPr>
        <p:spPr>
          <a:xfrm>
            <a:off x="1170785" y="2067367"/>
            <a:ext cx="5347719" cy="341179"/>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5" name="Content Placeholder 2"/>
          <p:cNvSpPr>
            <a:spLocks noGrp="1"/>
          </p:cNvSpPr>
          <p:nvPr>
            <p:ph idx="1"/>
          </p:nvPr>
        </p:nvSpPr>
        <p:spPr>
          <a:xfrm>
            <a:off x="1232952" y="2698753"/>
            <a:ext cx="3828639" cy="2928564"/>
          </a:xfrm>
          <a:prstGeom prst="rect">
            <a:avLst/>
          </a:prstGeom>
        </p:spPr>
        <p:txBody>
          <a:bodyPr lIns="91397" tIns="45699" rIns="91397" bIns="45699">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9924320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Uma Coluna C\ Imagem Infer">
    <p:spTree>
      <p:nvGrpSpPr>
        <p:cNvPr id="1" name=""/>
        <p:cNvGrpSpPr/>
        <p:nvPr/>
      </p:nvGrpSpPr>
      <p:grpSpPr>
        <a:xfrm>
          <a:off x="0" y="0"/>
          <a:ext cx="0" cy="0"/>
          <a:chOff x="0" y="0"/>
          <a:chExt cx="0" cy="0"/>
        </a:xfrm>
      </p:grpSpPr>
      <p:sp>
        <p:nvSpPr>
          <p:cNvPr id="14" name="TextBox 13"/>
          <p:cNvSpPr txBox="1"/>
          <p:nvPr userDrawn="1"/>
        </p:nvSpPr>
        <p:spPr>
          <a:xfrm>
            <a:off x="1170775" y="2698334"/>
            <a:ext cx="7583112" cy="1149006"/>
          </a:xfrm>
          <a:prstGeom prst="rect">
            <a:avLst/>
          </a:prstGeom>
          <a:noFill/>
        </p:spPr>
        <p:txBody>
          <a:bodyPr wrap="square" lIns="107953" tIns="46779" rIns="91397" bIns="45699" numCol="1" spcCol="215901" rtlCol="0">
            <a:noAutofit/>
          </a:bodyPr>
          <a:lstStyle/>
          <a:p>
            <a:pPr algn="just" defTabSz="456988"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a:solidFill>
                <a:srgbClr val="7F7F7F"/>
              </a:solidFill>
              <a:latin typeface="Tahoma"/>
              <a:ea typeface="+mn-ea"/>
              <a:cs typeface="Tahoma"/>
            </a:endParaRPr>
          </a:p>
        </p:txBody>
      </p:sp>
      <p:sp>
        <p:nvSpPr>
          <p:cNvPr id="7" name="TextBox 6"/>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8" name="TextBox 7"/>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9" name="TextBox 8"/>
          <p:cNvSpPr txBox="1"/>
          <p:nvPr userDrawn="1"/>
        </p:nvSpPr>
        <p:spPr>
          <a:xfrm>
            <a:off x="1170785" y="2067367"/>
            <a:ext cx="5347719" cy="341179"/>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5" name="Content Placeholder 2"/>
          <p:cNvSpPr>
            <a:spLocks noGrp="1"/>
          </p:cNvSpPr>
          <p:nvPr>
            <p:ph idx="1"/>
          </p:nvPr>
        </p:nvSpPr>
        <p:spPr>
          <a:xfrm>
            <a:off x="1169990" y="4027488"/>
            <a:ext cx="7583900" cy="1885950"/>
          </a:xfrm>
          <a:prstGeom prst="rect">
            <a:avLst/>
          </a:prstGeom>
        </p:spPr>
        <p:txBody>
          <a:bodyPr lIns="91397" tIns="45699" rIns="91397" bIns="45699">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16517057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uas Coluna C\ Imagem Infer">
    <p:spTree>
      <p:nvGrpSpPr>
        <p:cNvPr id="1" name=""/>
        <p:cNvGrpSpPr/>
        <p:nvPr/>
      </p:nvGrpSpPr>
      <p:grpSpPr>
        <a:xfrm>
          <a:off x="0" y="0"/>
          <a:ext cx="0" cy="0"/>
          <a:chOff x="0" y="0"/>
          <a:chExt cx="0" cy="0"/>
        </a:xfrm>
      </p:grpSpPr>
      <p:sp>
        <p:nvSpPr>
          <p:cNvPr id="14" name="TextBox 13"/>
          <p:cNvSpPr txBox="1"/>
          <p:nvPr userDrawn="1"/>
        </p:nvSpPr>
        <p:spPr>
          <a:xfrm>
            <a:off x="1170775" y="2698334"/>
            <a:ext cx="7583112" cy="1149006"/>
          </a:xfrm>
          <a:prstGeom prst="rect">
            <a:avLst/>
          </a:prstGeom>
          <a:noFill/>
        </p:spPr>
        <p:txBody>
          <a:bodyPr wrap="square" lIns="107953" tIns="46779" rIns="91397" bIns="45699" numCol="2" spcCol="215901" rtlCol="0">
            <a:noAutofit/>
          </a:bodyPr>
          <a:lstStyle/>
          <a:p>
            <a:pPr algn="just" defTabSz="456988"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endParaRPr lang="en-US" sz="1200" dirty="0">
              <a:solidFill>
                <a:srgbClr val="7F7F7F"/>
              </a:solidFill>
              <a:latin typeface="Tahoma"/>
              <a:ea typeface="+mn-ea"/>
              <a:cs typeface="Tahoma"/>
            </a:endParaRPr>
          </a:p>
        </p:txBody>
      </p:sp>
      <p:sp>
        <p:nvSpPr>
          <p:cNvPr id="18" name="TextBox 17"/>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19" name="TextBox 18"/>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20" name="TextBox 19"/>
          <p:cNvSpPr txBox="1"/>
          <p:nvPr userDrawn="1"/>
        </p:nvSpPr>
        <p:spPr>
          <a:xfrm>
            <a:off x="1170785" y="2067367"/>
            <a:ext cx="5347719" cy="341179"/>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21" name="Content Placeholder 2"/>
          <p:cNvSpPr>
            <a:spLocks noGrp="1"/>
          </p:cNvSpPr>
          <p:nvPr>
            <p:ph idx="1"/>
          </p:nvPr>
        </p:nvSpPr>
        <p:spPr>
          <a:xfrm>
            <a:off x="1169990" y="4027488"/>
            <a:ext cx="7583900" cy="1885950"/>
          </a:xfrm>
          <a:prstGeom prst="rect">
            <a:avLst/>
          </a:prstGeom>
        </p:spPr>
        <p:txBody>
          <a:bodyPr lIns="91397" tIns="45699" rIns="91397" bIns="45699">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3012326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rê Coluna C\ Imagem Infer">
    <p:spTree>
      <p:nvGrpSpPr>
        <p:cNvPr id="1" name=""/>
        <p:cNvGrpSpPr/>
        <p:nvPr/>
      </p:nvGrpSpPr>
      <p:grpSpPr>
        <a:xfrm>
          <a:off x="0" y="0"/>
          <a:ext cx="0" cy="0"/>
          <a:chOff x="0" y="0"/>
          <a:chExt cx="0" cy="0"/>
        </a:xfrm>
      </p:grpSpPr>
      <p:sp>
        <p:nvSpPr>
          <p:cNvPr id="14" name="TextBox 13"/>
          <p:cNvSpPr txBox="1"/>
          <p:nvPr userDrawn="1"/>
        </p:nvSpPr>
        <p:spPr>
          <a:xfrm>
            <a:off x="1170775" y="2698334"/>
            <a:ext cx="7583112" cy="1149006"/>
          </a:xfrm>
          <a:prstGeom prst="rect">
            <a:avLst/>
          </a:prstGeom>
          <a:noFill/>
        </p:spPr>
        <p:txBody>
          <a:bodyPr wrap="square" lIns="107953" tIns="46779" rIns="91397" bIns="45699" numCol="3" spcCol="179919" rtlCol="0">
            <a:noAutofit/>
          </a:bodyPr>
          <a:lstStyle/>
          <a:p>
            <a:pPr algn="just" defTabSz="456988"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a:t>
            </a:r>
            <a:endParaRPr lang="en-US" sz="1200" dirty="0">
              <a:solidFill>
                <a:srgbClr val="7F7F7F"/>
              </a:solidFill>
              <a:latin typeface="Tahoma"/>
              <a:ea typeface="+mn-ea"/>
              <a:cs typeface="Tahoma"/>
            </a:endParaRPr>
          </a:p>
        </p:txBody>
      </p:sp>
      <p:sp>
        <p:nvSpPr>
          <p:cNvPr id="7" name="TextBox 6"/>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8" name="TextBox 7"/>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9" name="TextBox 8"/>
          <p:cNvSpPr txBox="1"/>
          <p:nvPr userDrawn="1"/>
        </p:nvSpPr>
        <p:spPr>
          <a:xfrm>
            <a:off x="1170785" y="2067367"/>
            <a:ext cx="5347719" cy="341179"/>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0" name="Content Placeholder 2"/>
          <p:cNvSpPr>
            <a:spLocks noGrp="1"/>
          </p:cNvSpPr>
          <p:nvPr>
            <p:ph idx="1"/>
          </p:nvPr>
        </p:nvSpPr>
        <p:spPr>
          <a:xfrm>
            <a:off x="1169990" y="4027488"/>
            <a:ext cx="7583900" cy="1885950"/>
          </a:xfrm>
          <a:prstGeom prst="rect">
            <a:avLst/>
          </a:prstGeom>
        </p:spPr>
        <p:txBody>
          <a:bodyPr lIns="91397" tIns="45699" rIns="91397" bIns="45699">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8856641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agem C\ Titulo, Subtitulo e Subtitulo">
    <p:spTree>
      <p:nvGrpSpPr>
        <p:cNvPr id="1" name=""/>
        <p:cNvGrpSpPr/>
        <p:nvPr/>
      </p:nvGrpSpPr>
      <p:grpSpPr>
        <a:xfrm>
          <a:off x="0" y="0"/>
          <a:ext cx="0" cy="0"/>
          <a:chOff x="0" y="0"/>
          <a:chExt cx="0" cy="0"/>
        </a:xfrm>
      </p:grpSpPr>
      <p:sp>
        <p:nvSpPr>
          <p:cNvPr id="7" name="TextBox 6"/>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8" name="TextBox 7"/>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9" name="TextBox 8"/>
          <p:cNvSpPr txBox="1"/>
          <p:nvPr userDrawn="1"/>
        </p:nvSpPr>
        <p:spPr>
          <a:xfrm>
            <a:off x="1170785" y="2067367"/>
            <a:ext cx="5347719" cy="341179"/>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5" name="Content Placeholder 2"/>
          <p:cNvSpPr>
            <a:spLocks noGrp="1"/>
          </p:cNvSpPr>
          <p:nvPr>
            <p:ph idx="1"/>
          </p:nvPr>
        </p:nvSpPr>
        <p:spPr>
          <a:xfrm>
            <a:off x="1169990" y="2540172"/>
            <a:ext cx="7583900" cy="3373266"/>
          </a:xfrm>
          <a:prstGeom prst="rect">
            <a:avLst/>
          </a:prstGeom>
        </p:spPr>
        <p:txBody>
          <a:bodyPr lIns="91397" tIns="45699" rIns="91397" bIns="45699">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7728113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magem C\ Titulo, Subtitulo">
    <p:spTree>
      <p:nvGrpSpPr>
        <p:cNvPr id="1" name=""/>
        <p:cNvGrpSpPr/>
        <p:nvPr/>
      </p:nvGrpSpPr>
      <p:grpSpPr>
        <a:xfrm>
          <a:off x="0" y="0"/>
          <a:ext cx="0" cy="0"/>
          <a:chOff x="0" y="0"/>
          <a:chExt cx="0" cy="0"/>
        </a:xfrm>
      </p:grpSpPr>
      <p:sp>
        <p:nvSpPr>
          <p:cNvPr id="7" name="TextBox 6"/>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8" name="TextBox 7"/>
          <p:cNvSpPr txBox="1"/>
          <p:nvPr userDrawn="1"/>
        </p:nvSpPr>
        <p:spPr>
          <a:xfrm>
            <a:off x="1169988" y="1420647"/>
            <a:ext cx="5348508" cy="427741"/>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14" name="Content Placeholder 2"/>
          <p:cNvSpPr>
            <a:spLocks noGrp="1"/>
          </p:cNvSpPr>
          <p:nvPr>
            <p:ph idx="1"/>
          </p:nvPr>
        </p:nvSpPr>
        <p:spPr>
          <a:xfrm>
            <a:off x="1169990" y="1983930"/>
            <a:ext cx="7583900" cy="3929508"/>
          </a:xfrm>
          <a:prstGeom prst="rect">
            <a:avLst/>
          </a:prstGeom>
        </p:spPr>
        <p:txBody>
          <a:bodyPr lIns="91397" tIns="45699" rIns="91397" bIns="45699">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70353328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agem C\ Titulo">
    <p:spTree>
      <p:nvGrpSpPr>
        <p:cNvPr id="1" name=""/>
        <p:cNvGrpSpPr/>
        <p:nvPr/>
      </p:nvGrpSpPr>
      <p:grpSpPr>
        <a:xfrm>
          <a:off x="0" y="0"/>
          <a:ext cx="0" cy="0"/>
          <a:chOff x="0" y="0"/>
          <a:chExt cx="0" cy="0"/>
        </a:xfrm>
      </p:grpSpPr>
      <p:sp>
        <p:nvSpPr>
          <p:cNvPr id="5" name="TextBox 4"/>
          <p:cNvSpPr txBox="1"/>
          <p:nvPr userDrawn="1"/>
        </p:nvSpPr>
        <p:spPr>
          <a:xfrm>
            <a:off x="1170776" y="389374"/>
            <a:ext cx="4603601" cy="400087"/>
          </a:xfrm>
          <a:prstGeom prst="rect">
            <a:avLst/>
          </a:prstGeom>
          <a:noFill/>
        </p:spPr>
        <p:txBody>
          <a:bodyPr wrap="square" lIns="91397" tIns="45699" rIns="91397" bIns="45699" rtlCol="0">
            <a:spAutoFit/>
          </a:bodyPr>
          <a:lstStyle/>
          <a:p>
            <a:pPr defTabSz="456988"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9" name="Content Placeholder 2"/>
          <p:cNvSpPr>
            <a:spLocks noGrp="1"/>
          </p:cNvSpPr>
          <p:nvPr>
            <p:ph idx="1"/>
          </p:nvPr>
        </p:nvSpPr>
        <p:spPr>
          <a:xfrm>
            <a:off x="1169990" y="1288636"/>
            <a:ext cx="7583900" cy="4624811"/>
          </a:xfrm>
          <a:prstGeom prst="rect">
            <a:avLst/>
          </a:prstGeom>
        </p:spPr>
        <p:txBody>
          <a:bodyPr lIns="91397" tIns="45699" rIns="91397" bIns="45699">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4891857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magem Maior C\ Titulo, Subtitulo">
    <p:spTree>
      <p:nvGrpSpPr>
        <p:cNvPr id="1" name=""/>
        <p:cNvGrpSpPr/>
        <p:nvPr/>
      </p:nvGrpSpPr>
      <p:grpSpPr>
        <a:xfrm>
          <a:off x="0" y="0"/>
          <a:ext cx="0" cy="0"/>
          <a:chOff x="0" y="0"/>
          <a:chExt cx="0" cy="0"/>
        </a:xfrm>
      </p:grpSpPr>
      <p:sp>
        <p:nvSpPr>
          <p:cNvPr id="8" name="Content Placeholder 2"/>
          <p:cNvSpPr>
            <a:spLocks noGrp="1"/>
          </p:cNvSpPr>
          <p:nvPr>
            <p:ph idx="1"/>
          </p:nvPr>
        </p:nvSpPr>
        <p:spPr>
          <a:xfrm>
            <a:off x="9" y="1112485"/>
            <a:ext cx="9143999" cy="4959824"/>
          </a:xfrm>
          <a:prstGeom prst="rect">
            <a:avLst/>
          </a:prstGeom>
        </p:spPr>
        <p:txBody>
          <a:bodyPr lIns="91397" tIns="45699" rIns="91397" bIns="45699">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6313321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a:xfrm>
            <a:off x="401836" y="928687"/>
            <a:ext cx="8340328" cy="2232422"/>
          </a:xfrm>
          <a:prstGeom prst="rect">
            <a:avLst/>
          </a:prstGeom>
        </p:spPr>
        <p:txBody>
          <a:bodyPr lIns="64261" tIns="32130" rIns="64261" bIns="32130"/>
          <a:lstStyle/>
          <a:p>
            <a:r>
              <a:rPr lang="pt-BR" smtClean="0"/>
              <a:t>Clique para editar o título mestre</a:t>
            </a:r>
            <a:endParaRPr lang="en-US"/>
          </a:p>
        </p:txBody>
      </p:sp>
      <p:sp>
        <p:nvSpPr>
          <p:cNvPr id="3" name="Content Placeholder 2"/>
          <p:cNvSpPr>
            <a:spLocks noGrp="1"/>
          </p:cNvSpPr>
          <p:nvPr>
            <p:ph idx="1"/>
          </p:nvPr>
        </p:nvSpPr>
        <p:spPr>
          <a:xfrm>
            <a:off x="401836" y="3527227"/>
            <a:ext cx="8340328" cy="2232422"/>
          </a:xfrm>
          <a:prstGeom prst="rect">
            <a:avLst/>
          </a:prstGeom>
        </p:spPr>
        <p:txBody>
          <a:bodyPr lIns="64261" tIns="32130" rIns="64261" bIns="3213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Tree>
    <p:extLst>
      <p:ext uri="{BB962C8B-B14F-4D97-AF65-F5344CB8AC3E}">
        <p14:creationId xmlns:p14="http://schemas.microsoft.com/office/powerpoint/2010/main" val="2501846998"/>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beçalho da Seção">
    <p:spTree>
      <p:nvGrpSpPr>
        <p:cNvPr id="1" name=""/>
        <p:cNvGrpSpPr/>
        <p:nvPr/>
      </p:nvGrpSpPr>
      <p:grpSpPr>
        <a:xfrm>
          <a:off x="0" y="0"/>
          <a:ext cx="0" cy="0"/>
          <a:chOff x="0" y="0"/>
          <a:chExt cx="0" cy="0"/>
        </a:xfrm>
      </p:grpSpPr>
      <p:pic>
        <p:nvPicPr>
          <p:cNvPr id="7" name="Imagem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867"/>
            <a:ext cx="9144000" cy="6858871"/>
          </a:xfrm>
          <a:prstGeom prst="rect">
            <a:avLst/>
          </a:prstGeom>
        </p:spPr>
      </p:pic>
      <p:sp>
        <p:nvSpPr>
          <p:cNvPr id="3" name="Espaço Reservado para Texto 2"/>
          <p:cNvSpPr>
            <a:spLocks noGrp="1"/>
          </p:cNvSpPr>
          <p:nvPr>
            <p:ph type="body" idx="1" hasCustomPrompt="1"/>
          </p:nvPr>
        </p:nvSpPr>
        <p:spPr>
          <a:xfrm>
            <a:off x="3059838" y="2204869"/>
            <a:ext cx="5578897" cy="1500187"/>
          </a:xfrm>
          <a:prstGeom prst="rect">
            <a:avLst/>
          </a:prstGeom>
        </p:spPr>
        <p:txBody>
          <a:bodyPr lIns="91416" tIns="45709" rIns="91416" bIns="45709" anchor="ctr">
            <a:normAutofit/>
          </a:bodyPr>
          <a:lstStyle>
            <a:lvl1pPr marL="0" indent="0" algn="ctr">
              <a:buNone/>
              <a:defRPr sz="3200" b="1">
                <a:solidFill>
                  <a:srgbClr val="002060"/>
                </a:solidFill>
              </a:defRPr>
            </a:lvl1pPr>
            <a:lvl2pPr marL="457082" indent="0">
              <a:buNone/>
              <a:defRPr sz="1800">
                <a:solidFill>
                  <a:schemeClr val="tx1">
                    <a:tint val="75000"/>
                  </a:schemeClr>
                </a:solidFill>
              </a:defRPr>
            </a:lvl2pPr>
            <a:lvl3pPr marL="914165" indent="0">
              <a:buNone/>
              <a:defRPr sz="1600">
                <a:solidFill>
                  <a:schemeClr val="tx1">
                    <a:tint val="75000"/>
                  </a:schemeClr>
                </a:solidFill>
              </a:defRPr>
            </a:lvl3pPr>
            <a:lvl4pPr marL="1371250" indent="0">
              <a:buNone/>
              <a:defRPr sz="1400">
                <a:solidFill>
                  <a:schemeClr val="tx1">
                    <a:tint val="75000"/>
                  </a:schemeClr>
                </a:solidFill>
              </a:defRPr>
            </a:lvl4pPr>
            <a:lvl5pPr marL="1828332" indent="0">
              <a:buNone/>
              <a:defRPr sz="1400">
                <a:solidFill>
                  <a:schemeClr val="tx1">
                    <a:tint val="75000"/>
                  </a:schemeClr>
                </a:solidFill>
              </a:defRPr>
            </a:lvl5pPr>
            <a:lvl6pPr marL="2285415" indent="0">
              <a:buNone/>
              <a:defRPr sz="1400">
                <a:solidFill>
                  <a:schemeClr val="tx1">
                    <a:tint val="75000"/>
                  </a:schemeClr>
                </a:solidFill>
              </a:defRPr>
            </a:lvl6pPr>
            <a:lvl7pPr marL="2742500" indent="0">
              <a:buNone/>
              <a:defRPr sz="1400">
                <a:solidFill>
                  <a:schemeClr val="tx1">
                    <a:tint val="75000"/>
                  </a:schemeClr>
                </a:solidFill>
              </a:defRPr>
            </a:lvl7pPr>
            <a:lvl8pPr marL="3199580" indent="0">
              <a:buNone/>
              <a:defRPr sz="1400">
                <a:solidFill>
                  <a:schemeClr val="tx1">
                    <a:tint val="75000"/>
                  </a:schemeClr>
                </a:solidFill>
              </a:defRPr>
            </a:lvl8pPr>
            <a:lvl9pPr marL="3656665" indent="0">
              <a:buNone/>
              <a:defRPr sz="1400">
                <a:solidFill>
                  <a:schemeClr val="tx1">
                    <a:tint val="75000"/>
                  </a:schemeClr>
                </a:solidFill>
              </a:defRPr>
            </a:lvl9pPr>
          </a:lstStyle>
          <a:p>
            <a:pPr lvl="0"/>
            <a:r>
              <a:rPr lang="pt-BR" dirty="0" smtClean="0"/>
              <a:t>CLIQUE PARA EDITAR O TEXTO MESTRE</a:t>
            </a:r>
          </a:p>
        </p:txBody>
      </p:sp>
      <p:sp>
        <p:nvSpPr>
          <p:cNvPr id="4" name="Espaço Reservado para Data 3"/>
          <p:cNvSpPr>
            <a:spLocks noGrp="1"/>
          </p:cNvSpPr>
          <p:nvPr>
            <p:ph type="dt" sz="half" idx="10"/>
          </p:nvPr>
        </p:nvSpPr>
        <p:spPr>
          <a:xfrm>
            <a:off x="457200" y="6356356"/>
            <a:ext cx="2133600" cy="365125"/>
          </a:xfrm>
          <a:prstGeom prst="rect">
            <a:avLst/>
          </a:prstGeom>
        </p:spPr>
        <p:txBody>
          <a:bodyPr lIns="91416" tIns="45709" rIns="91416" bIns="45709"/>
          <a:lstStyle/>
          <a:p>
            <a:fld id="{4773E79D-73D5-41FE-82CE-1902A863C84B}" type="datetimeFigureOut">
              <a:rPr lang="pt-BR" smtClean="0"/>
              <a:pPr/>
              <a:t>07/11/2014</a:t>
            </a:fld>
            <a:endParaRPr lang="pt-BR"/>
          </a:p>
        </p:txBody>
      </p:sp>
      <p:sp>
        <p:nvSpPr>
          <p:cNvPr id="5" name="Espaço Reservado para Rodapé 4"/>
          <p:cNvSpPr>
            <a:spLocks noGrp="1"/>
          </p:cNvSpPr>
          <p:nvPr>
            <p:ph type="ftr" sz="quarter" idx="11"/>
          </p:nvPr>
        </p:nvSpPr>
        <p:spPr>
          <a:xfrm>
            <a:off x="3124201" y="6356356"/>
            <a:ext cx="2895600" cy="365125"/>
          </a:xfrm>
          <a:prstGeom prst="rect">
            <a:avLst/>
          </a:prstGeom>
        </p:spPr>
        <p:txBody>
          <a:bodyPr lIns="91416" tIns="45709" rIns="91416" bIns="45709"/>
          <a:lstStyle/>
          <a:p>
            <a:endParaRPr lang="pt-BR"/>
          </a:p>
        </p:txBody>
      </p:sp>
      <p:sp>
        <p:nvSpPr>
          <p:cNvPr id="6" name="Espaço Reservado para Número de Slide 5"/>
          <p:cNvSpPr>
            <a:spLocks noGrp="1"/>
          </p:cNvSpPr>
          <p:nvPr>
            <p:ph type="sldNum" sz="quarter" idx="12"/>
          </p:nvPr>
        </p:nvSpPr>
        <p:spPr>
          <a:xfrm>
            <a:off x="6553201" y="6356356"/>
            <a:ext cx="2133600" cy="365125"/>
          </a:xfrm>
          <a:prstGeom prst="rect">
            <a:avLst/>
          </a:prstGeom>
        </p:spPr>
        <p:txBody>
          <a:bodyPr lIns="91416" tIns="45709" rIns="91416" bIns="45709"/>
          <a:lstStyle/>
          <a:p>
            <a:fld id="{E6EBB3E0-6DCB-49AE-B8B0-3D11FC23227F}" type="slidenum">
              <a:rPr lang="pt-BR" smtClean="0"/>
              <a:pPr/>
              <a:t>‹nº›</a:t>
            </a:fld>
            <a:endParaRPr lang="pt-BR"/>
          </a:p>
        </p:txBody>
      </p:sp>
    </p:spTree>
    <p:extLst>
      <p:ext uri="{BB962C8B-B14F-4D97-AF65-F5344CB8AC3E}">
        <p14:creationId xmlns:p14="http://schemas.microsoft.com/office/powerpoint/2010/main" val="1780551649"/>
      </p:ext>
    </p:extLst>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Uma Coluna">
    <p:spTree>
      <p:nvGrpSpPr>
        <p:cNvPr id="1" name=""/>
        <p:cNvGrpSpPr/>
        <p:nvPr/>
      </p:nvGrpSpPr>
      <p:grpSpPr>
        <a:xfrm>
          <a:off x="0" y="0"/>
          <a:ext cx="0" cy="0"/>
          <a:chOff x="0" y="0"/>
          <a:chExt cx="0" cy="0"/>
        </a:xfrm>
      </p:grpSpPr>
      <p:sp>
        <p:nvSpPr>
          <p:cNvPr id="11" name="TextBox 10"/>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12" name="TextBox 11"/>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13" name="TextBox 12"/>
          <p:cNvSpPr txBox="1"/>
          <p:nvPr userDrawn="1"/>
        </p:nvSpPr>
        <p:spPr>
          <a:xfrm>
            <a:off x="1170782" y="2067367"/>
            <a:ext cx="5347719" cy="341194"/>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4" name="TextBox 13"/>
          <p:cNvSpPr txBox="1"/>
          <p:nvPr userDrawn="1"/>
        </p:nvSpPr>
        <p:spPr>
          <a:xfrm>
            <a:off x="1170775" y="2698342"/>
            <a:ext cx="7583112" cy="1200329"/>
          </a:xfrm>
          <a:prstGeom prst="rect">
            <a:avLst/>
          </a:prstGeom>
          <a:noFill/>
        </p:spPr>
        <p:txBody>
          <a:bodyPr wrap="square" lIns="91407" tIns="45704" rIns="91407" bIns="45704" rtlCol="0">
            <a:spAutoFit/>
          </a:bodyPr>
          <a:lstStyle/>
          <a:p>
            <a:pPr algn="just" defTabSz="457035"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a:solidFill>
                <a:srgbClr val="7F7F7F"/>
              </a:solidFill>
              <a:latin typeface="Tahoma"/>
              <a:ea typeface="+mn-ea"/>
              <a:cs typeface="Tahoma"/>
            </a:endParaRPr>
          </a:p>
        </p:txBody>
      </p:sp>
    </p:spTree>
    <p:extLst>
      <p:ext uri="{BB962C8B-B14F-4D97-AF65-F5344CB8AC3E}">
        <p14:creationId xmlns:p14="http://schemas.microsoft.com/office/powerpoint/2010/main" val="141299994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uas Coluna">
    <p:spTree>
      <p:nvGrpSpPr>
        <p:cNvPr id="1" name=""/>
        <p:cNvGrpSpPr/>
        <p:nvPr/>
      </p:nvGrpSpPr>
      <p:grpSpPr>
        <a:xfrm>
          <a:off x="0" y="0"/>
          <a:ext cx="0" cy="0"/>
          <a:chOff x="0" y="0"/>
          <a:chExt cx="0" cy="0"/>
        </a:xfrm>
      </p:grpSpPr>
      <p:sp>
        <p:nvSpPr>
          <p:cNvPr id="3" name="TextBox 2"/>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5" name="TextBox 4"/>
          <p:cNvSpPr txBox="1"/>
          <p:nvPr userDrawn="1"/>
        </p:nvSpPr>
        <p:spPr>
          <a:xfrm>
            <a:off x="1170782" y="2067367"/>
            <a:ext cx="5347719" cy="341194"/>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6" name="TextBox 5"/>
          <p:cNvSpPr txBox="1"/>
          <p:nvPr userDrawn="1"/>
        </p:nvSpPr>
        <p:spPr>
          <a:xfrm>
            <a:off x="1170775" y="2698340"/>
            <a:ext cx="7583112" cy="2492990"/>
          </a:xfrm>
          <a:prstGeom prst="rect">
            <a:avLst/>
          </a:prstGeom>
          <a:noFill/>
        </p:spPr>
        <p:txBody>
          <a:bodyPr wrap="square" lIns="91407" tIns="45704" rIns="91407" bIns="45704" numCol="2" spcCol="215923" rtlCol="0">
            <a:spAutoFit/>
          </a:bodyPr>
          <a:lstStyle/>
          <a:p>
            <a:pPr algn="just" defTabSz="457035"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smtClean="0">
              <a:solidFill>
                <a:srgbClr val="7F7F7F"/>
              </a:solidFill>
              <a:latin typeface="Tahoma"/>
              <a:ea typeface="+mn-ea"/>
              <a:cs typeface="Tahoma"/>
            </a:endParaRPr>
          </a:p>
          <a:p>
            <a:pPr algn="just" defTabSz="457035" eaLnBrk="1" fontAlgn="auto" hangingPunct="1">
              <a:spcBef>
                <a:spcPts val="0"/>
              </a:spcBef>
              <a:spcAft>
                <a:spcPts val="0"/>
              </a:spcAft>
              <a:defRPr/>
            </a:pPr>
            <a:endParaRPr lang="en-US" sz="1200" dirty="0">
              <a:solidFill>
                <a:srgbClr val="7F7F7F"/>
              </a:solidFill>
              <a:latin typeface="Tahoma"/>
              <a:ea typeface="+mn-ea"/>
              <a:cs typeface="Tahoma"/>
            </a:endParaRPr>
          </a:p>
        </p:txBody>
      </p:sp>
    </p:spTree>
    <p:extLst>
      <p:ext uri="{BB962C8B-B14F-4D97-AF65-F5344CB8AC3E}">
        <p14:creationId xmlns:p14="http://schemas.microsoft.com/office/powerpoint/2010/main" val="347545936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rês Coluna">
    <p:spTree>
      <p:nvGrpSpPr>
        <p:cNvPr id="1" name=""/>
        <p:cNvGrpSpPr/>
        <p:nvPr/>
      </p:nvGrpSpPr>
      <p:grpSpPr>
        <a:xfrm>
          <a:off x="0" y="0"/>
          <a:ext cx="0" cy="0"/>
          <a:chOff x="0" y="0"/>
          <a:chExt cx="0" cy="0"/>
        </a:xfrm>
      </p:grpSpPr>
      <p:sp>
        <p:nvSpPr>
          <p:cNvPr id="3" name="TextBox 2"/>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5" name="TextBox 4"/>
          <p:cNvSpPr txBox="1"/>
          <p:nvPr userDrawn="1"/>
        </p:nvSpPr>
        <p:spPr>
          <a:xfrm>
            <a:off x="1170782" y="2067367"/>
            <a:ext cx="5347719" cy="341194"/>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6" name="TextBox 5"/>
          <p:cNvSpPr txBox="1"/>
          <p:nvPr userDrawn="1"/>
        </p:nvSpPr>
        <p:spPr>
          <a:xfrm>
            <a:off x="1170775" y="2698341"/>
            <a:ext cx="7583112" cy="3068035"/>
          </a:xfrm>
          <a:prstGeom prst="rect">
            <a:avLst/>
          </a:prstGeom>
          <a:noFill/>
        </p:spPr>
        <p:txBody>
          <a:bodyPr wrap="square" lIns="91407" tIns="45704" rIns="91407" bIns="45704" numCol="3" spcCol="215923" rtlCol="0">
            <a:spAutoFit/>
          </a:bodyPr>
          <a:lstStyle/>
          <a:p>
            <a:pPr algn="just" defTabSz="457035"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smtClean="0">
              <a:solidFill>
                <a:srgbClr val="7F7F7F"/>
              </a:solidFill>
              <a:latin typeface="Tahoma"/>
              <a:ea typeface="+mn-ea"/>
              <a:cs typeface="Tahoma"/>
            </a:endParaRPr>
          </a:p>
          <a:p>
            <a:pPr algn="just" defTabSz="457035"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smtClean="0">
              <a:solidFill>
                <a:srgbClr val="7F7F7F"/>
              </a:solidFill>
              <a:latin typeface="Tahoma"/>
              <a:ea typeface="+mn-ea"/>
              <a:cs typeface="Tahoma"/>
            </a:endParaRPr>
          </a:p>
          <a:p>
            <a:pPr algn="just" defTabSz="457035" eaLnBrk="1" fontAlgn="auto" hangingPunct="1">
              <a:spcBef>
                <a:spcPts val="0"/>
              </a:spcBef>
              <a:spcAft>
                <a:spcPts val="0"/>
              </a:spcAft>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pPr>
            <a:endParaRPr lang="en-US" sz="1200" dirty="0">
              <a:solidFill>
                <a:prstClr val="black">
                  <a:lumMod val="50000"/>
                  <a:lumOff val="50000"/>
                </a:prstClr>
              </a:solidFill>
              <a:latin typeface="Tahoma"/>
              <a:ea typeface="+mn-ea"/>
              <a:cs typeface="Tahoma"/>
            </a:endParaRPr>
          </a:p>
        </p:txBody>
      </p:sp>
    </p:spTree>
    <p:extLst>
      <p:ext uri="{BB962C8B-B14F-4D97-AF65-F5344CB8AC3E}">
        <p14:creationId xmlns:p14="http://schemas.microsoft.com/office/powerpoint/2010/main" val="223327262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3" name="TextBox 2"/>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4" name="TextBox 3"/>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5" name="TextBox 4"/>
          <p:cNvSpPr txBox="1"/>
          <p:nvPr userDrawn="1"/>
        </p:nvSpPr>
        <p:spPr>
          <a:xfrm>
            <a:off x="1170782" y="2067367"/>
            <a:ext cx="5347719" cy="341194"/>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6" name="TextBox 5"/>
          <p:cNvSpPr txBox="1"/>
          <p:nvPr userDrawn="1"/>
        </p:nvSpPr>
        <p:spPr>
          <a:xfrm>
            <a:off x="1170775" y="2698346"/>
            <a:ext cx="7583112" cy="2483607"/>
          </a:xfrm>
          <a:prstGeom prst="rect">
            <a:avLst/>
          </a:prstGeom>
          <a:noFill/>
        </p:spPr>
        <p:txBody>
          <a:bodyPr wrap="square" lIns="91407" tIns="45704" rIns="91407" bIns="45704" numCol="1" spcCol="215923" rtlCol="0">
            <a:spAutoFit/>
          </a:bodyPr>
          <a:lstStyle/>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ea typeface="+mn-e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Lorem</a:t>
            </a:r>
            <a:r>
              <a:rPr lang="en-US" sz="1200" dirty="0" smtClean="0">
                <a:solidFill>
                  <a:prstClr val="black">
                    <a:lumMod val="50000"/>
                    <a:lumOff val="50000"/>
                  </a:prstClr>
                </a:solidFill>
                <a:latin typeface="Tahoma"/>
                <a:ea typeface="+mn-ea"/>
                <a:cs typeface="Tahoma"/>
              </a:rPr>
              <a:t> </a:t>
            </a:r>
            <a:r>
              <a:rPr lang="en-US" sz="1200" dirty="0" err="1" smtClean="0">
                <a:solidFill>
                  <a:prstClr val="black">
                    <a:lumMod val="50000"/>
                    <a:lumOff val="50000"/>
                  </a:prstClr>
                </a:solidFill>
                <a:latin typeface="Tahoma"/>
                <a:ea typeface="+mn-ea"/>
                <a:cs typeface="Tahoma"/>
              </a:rPr>
              <a:t>ipsum</a:t>
            </a:r>
            <a:endParaRPr lang="en-US" sz="1200" dirty="0" smtClean="0">
              <a:solidFill>
                <a:prstClr val="black">
                  <a:lumMod val="50000"/>
                  <a:lumOff val="50000"/>
                </a:prstClr>
              </a:solidFill>
              <a:latin typeface="Tahoma"/>
              <a:ea typeface="+mn-ea"/>
              <a:cs typeface="Tahoma"/>
            </a:endParaRPr>
          </a:p>
        </p:txBody>
      </p:sp>
    </p:spTree>
    <p:extLst>
      <p:ext uri="{BB962C8B-B14F-4D97-AF65-F5344CB8AC3E}">
        <p14:creationId xmlns:p14="http://schemas.microsoft.com/office/powerpoint/2010/main" val="363032357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Uma Coluna C\ Imagem Dir">
    <p:spTree>
      <p:nvGrpSpPr>
        <p:cNvPr id="1" name=""/>
        <p:cNvGrpSpPr/>
        <p:nvPr/>
      </p:nvGrpSpPr>
      <p:grpSpPr>
        <a:xfrm>
          <a:off x="0" y="0"/>
          <a:ext cx="0" cy="0"/>
          <a:chOff x="0" y="0"/>
          <a:chExt cx="0" cy="0"/>
        </a:xfrm>
      </p:grpSpPr>
      <p:sp>
        <p:nvSpPr>
          <p:cNvPr id="14" name="TextBox 13"/>
          <p:cNvSpPr txBox="1"/>
          <p:nvPr userDrawn="1"/>
        </p:nvSpPr>
        <p:spPr>
          <a:xfrm>
            <a:off x="1170779" y="2624167"/>
            <a:ext cx="3723949" cy="2299662"/>
          </a:xfrm>
          <a:prstGeom prst="rect">
            <a:avLst/>
          </a:prstGeom>
          <a:noFill/>
        </p:spPr>
        <p:txBody>
          <a:bodyPr wrap="square" lIns="91407" tIns="45704" rIns="91407" bIns="45704" rtlCol="0">
            <a:spAutoFit/>
          </a:bodyPr>
          <a:lstStyle/>
          <a:p>
            <a:pPr algn="just" defTabSz="457035"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a:solidFill>
                <a:srgbClr val="7F7F7F"/>
              </a:solidFill>
              <a:latin typeface="Tahoma"/>
              <a:ea typeface="+mn-ea"/>
              <a:cs typeface="Tahoma"/>
            </a:endParaRPr>
          </a:p>
        </p:txBody>
      </p:sp>
      <p:sp>
        <p:nvSpPr>
          <p:cNvPr id="8" name="TextBox 7"/>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9" name="TextBox 8"/>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10" name="TextBox 9"/>
          <p:cNvSpPr txBox="1"/>
          <p:nvPr userDrawn="1"/>
        </p:nvSpPr>
        <p:spPr>
          <a:xfrm>
            <a:off x="1170782" y="2067367"/>
            <a:ext cx="5347719" cy="341194"/>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6" name="Content Placeholder 2"/>
          <p:cNvSpPr>
            <a:spLocks noGrp="1"/>
          </p:cNvSpPr>
          <p:nvPr>
            <p:ph idx="1"/>
          </p:nvPr>
        </p:nvSpPr>
        <p:spPr>
          <a:xfrm>
            <a:off x="5033782" y="2698753"/>
            <a:ext cx="3828639" cy="2928564"/>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2526505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Uma Coluna C\ Imagem Esq">
    <p:spTree>
      <p:nvGrpSpPr>
        <p:cNvPr id="1" name=""/>
        <p:cNvGrpSpPr/>
        <p:nvPr/>
      </p:nvGrpSpPr>
      <p:grpSpPr>
        <a:xfrm>
          <a:off x="0" y="0"/>
          <a:ext cx="0" cy="0"/>
          <a:chOff x="0" y="0"/>
          <a:chExt cx="0" cy="0"/>
        </a:xfrm>
      </p:grpSpPr>
      <p:sp>
        <p:nvSpPr>
          <p:cNvPr id="14" name="TextBox 13"/>
          <p:cNvSpPr txBox="1"/>
          <p:nvPr userDrawn="1"/>
        </p:nvSpPr>
        <p:spPr>
          <a:xfrm>
            <a:off x="5155764" y="2587084"/>
            <a:ext cx="3723949" cy="2299662"/>
          </a:xfrm>
          <a:prstGeom prst="rect">
            <a:avLst/>
          </a:prstGeom>
          <a:noFill/>
        </p:spPr>
        <p:txBody>
          <a:bodyPr wrap="square" lIns="91407" tIns="45704" rIns="91407" bIns="45704" rtlCol="0">
            <a:spAutoFit/>
          </a:bodyPr>
          <a:lstStyle/>
          <a:p>
            <a:pPr algn="just" defTabSz="457035"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a:solidFill>
                <a:srgbClr val="7F7F7F"/>
              </a:solidFill>
              <a:latin typeface="Tahoma"/>
              <a:ea typeface="+mn-ea"/>
              <a:cs typeface="Tahoma"/>
            </a:endParaRPr>
          </a:p>
        </p:txBody>
      </p:sp>
      <p:sp>
        <p:nvSpPr>
          <p:cNvPr id="8" name="TextBox 7"/>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9" name="TextBox 8"/>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10" name="TextBox 9"/>
          <p:cNvSpPr txBox="1"/>
          <p:nvPr userDrawn="1"/>
        </p:nvSpPr>
        <p:spPr>
          <a:xfrm>
            <a:off x="1170782" y="2067367"/>
            <a:ext cx="5347719" cy="341194"/>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5" name="Content Placeholder 2"/>
          <p:cNvSpPr>
            <a:spLocks noGrp="1"/>
          </p:cNvSpPr>
          <p:nvPr>
            <p:ph idx="1"/>
          </p:nvPr>
        </p:nvSpPr>
        <p:spPr>
          <a:xfrm>
            <a:off x="1232953" y="2698753"/>
            <a:ext cx="3828639" cy="2928564"/>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63908904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Uma Coluna C\ Imagem Infer">
    <p:spTree>
      <p:nvGrpSpPr>
        <p:cNvPr id="1" name=""/>
        <p:cNvGrpSpPr/>
        <p:nvPr/>
      </p:nvGrpSpPr>
      <p:grpSpPr>
        <a:xfrm>
          <a:off x="0" y="0"/>
          <a:ext cx="0" cy="0"/>
          <a:chOff x="0" y="0"/>
          <a:chExt cx="0" cy="0"/>
        </a:xfrm>
      </p:grpSpPr>
      <p:sp>
        <p:nvSpPr>
          <p:cNvPr id="14" name="TextBox 13"/>
          <p:cNvSpPr txBox="1"/>
          <p:nvPr userDrawn="1"/>
        </p:nvSpPr>
        <p:spPr>
          <a:xfrm>
            <a:off x="1170775" y="2698334"/>
            <a:ext cx="7583112" cy="1149006"/>
          </a:xfrm>
          <a:prstGeom prst="rect">
            <a:avLst/>
          </a:prstGeom>
          <a:noFill/>
        </p:spPr>
        <p:txBody>
          <a:bodyPr wrap="square" lIns="107964" tIns="46784" rIns="91407" bIns="45704" numCol="1" spcCol="215923" rtlCol="0">
            <a:noAutofit/>
          </a:bodyPr>
          <a:lstStyle/>
          <a:p>
            <a:pPr algn="just" defTabSz="457035"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Integer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quam a quam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eget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molestie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nibh</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cursus</a:t>
            </a:r>
            <a:r>
              <a:rPr lang="en-US" sz="1200" dirty="0" smtClean="0">
                <a:solidFill>
                  <a:srgbClr val="7F7F7F"/>
                </a:solidFill>
                <a:latin typeface="Calibri"/>
                <a:ea typeface="+mn-ea"/>
                <a:cs typeface="+mn-cs"/>
              </a:rPr>
              <a:t>.</a:t>
            </a:r>
            <a:endParaRPr lang="en-US" sz="1200" dirty="0">
              <a:solidFill>
                <a:srgbClr val="7F7F7F"/>
              </a:solidFill>
              <a:latin typeface="Tahoma"/>
              <a:ea typeface="+mn-ea"/>
              <a:cs typeface="Tahoma"/>
            </a:endParaRPr>
          </a:p>
        </p:txBody>
      </p:sp>
      <p:sp>
        <p:nvSpPr>
          <p:cNvPr id="7" name="TextBox 6"/>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8" name="TextBox 7"/>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9" name="TextBox 8"/>
          <p:cNvSpPr txBox="1"/>
          <p:nvPr userDrawn="1"/>
        </p:nvSpPr>
        <p:spPr>
          <a:xfrm>
            <a:off x="1170782" y="2067367"/>
            <a:ext cx="5347719" cy="341194"/>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5" name="Content Placeholder 2"/>
          <p:cNvSpPr>
            <a:spLocks noGrp="1"/>
          </p:cNvSpPr>
          <p:nvPr>
            <p:ph idx="1"/>
          </p:nvPr>
        </p:nvSpPr>
        <p:spPr>
          <a:xfrm>
            <a:off x="1169990" y="4027488"/>
            <a:ext cx="7583900" cy="1885950"/>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0267300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uas Coluna C\ Imagem Infer">
    <p:spTree>
      <p:nvGrpSpPr>
        <p:cNvPr id="1" name=""/>
        <p:cNvGrpSpPr/>
        <p:nvPr/>
      </p:nvGrpSpPr>
      <p:grpSpPr>
        <a:xfrm>
          <a:off x="0" y="0"/>
          <a:ext cx="0" cy="0"/>
          <a:chOff x="0" y="0"/>
          <a:chExt cx="0" cy="0"/>
        </a:xfrm>
      </p:grpSpPr>
      <p:sp>
        <p:nvSpPr>
          <p:cNvPr id="14" name="TextBox 13"/>
          <p:cNvSpPr txBox="1"/>
          <p:nvPr userDrawn="1"/>
        </p:nvSpPr>
        <p:spPr>
          <a:xfrm>
            <a:off x="1170775" y="2698334"/>
            <a:ext cx="7583112" cy="1149006"/>
          </a:xfrm>
          <a:prstGeom prst="rect">
            <a:avLst/>
          </a:prstGeom>
          <a:noFill/>
        </p:spPr>
        <p:txBody>
          <a:bodyPr wrap="square" lIns="107964" tIns="46784" rIns="91407" bIns="45704" numCol="2" spcCol="215923" rtlCol="0">
            <a:noAutofit/>
          </a:bodyPr>
          <a:lstStyle/>
          <a:p>
            <a:pPr algn="just" defTabSz="457035"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Fusce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facilisis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 </a:t>
            </a:r>
            <a:r>
              <a:rPr lang="en-US" sz="1200" dirty="0" err="1" smtClean="0">
                <a:solidFill>
                  <a:srgbClr val="7F7F7F"/>
                </a:solidFill>
                <a:latin typeface="Calibri"/>
                <a:ea typeface="+mn-ea"/>
                <a:cs typeface="+mn-cs"/>
              </a:rPr>
              <a:t>odio</a:t>
            </a:r>
            <a:endParaRPr lang="en-US" sz="1200" dirty="0">
              <a:solidFill>
                <a:srgbClr val="7F7F7F"/>
              </a:solidFill>
              <a:latin typeface="Tahoma"/>
              <a:ea typeface="+mn-ea"/>
              <a:cs typeface="Tahoma"/>
            </a:endParaRPr>
          </a:p>
        </p:txBody>
      </p:sp>
      <p:sp>
        <p:nvSpPr>
          <p:cNvPr id="18" name="TextBox 17"/>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19" name="TextBox 18"/>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20" name="TextBox 19"/>
          <p:cNvSpPr txBox="1"/>
          <p:nvPr userDrawn="1"/>
        </p:nvSpPr>
        <p:spPr>
          <a:xfrm>
            <a:off x="1170782" y="2067367"/>
            <a:ext cx="5347719" cy="341194"/>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21" name="Content Placeholder 2"/>
          <p:cNvSpPr>
            <a:spLocks noGrp="1"/>
          </p:cNvSpPr>
          <p:nvPr>
            <p:ph idx="1"/>
          </p:nvPr>
        </p:nvSpPr>
        <p:spPr>
          <a:xfrm>
            <a:off x="1169990" y="4027488"/>
            <a:ext cx="7583900" cy="1885950"/>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8138518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rê Coluna C\ Imagem Infer">
    <p:spTree>
      <p:nvGrpSpPr>
        <p:cNvPr id="1" name=""/>
        <p:cNvGrpSpPr/>
        <p:nvPr/>
      </p:nvGrpSpPr>
      <p:grpSpPr>
        <a:xfrm>
          <a:off x="0" y="0"/>
          <a:ext cx="0" cy="0"/>
          <a:chOff x="0" y="0"/>
          <a:chExt cx="0" cy="0"/>
        </a:xfrm>
      </p:grpSpPr>
      <p:sp>
        <p:nvSpPr>
          <p:cNvPr id="14" name="TextBox 13"/>
          <p:cNvSpPr txBox="1"/>
          <p:nvPr userDrawn="1"/>
        </p:nvSpPr>
        <p:spPr>
          <a:xfrm>
            <a:off x="1170775" y="2698334"/>
            <a:ext cx="7583112" cy="1149006"/>
          </a:xfrm>
          <a:prstGeom prst="rect">
            <a:avLst/>
          </a:prstGeom>
          <a:noFill/>
        </p:spPr>
        <p:txBody>
          <a:bodyPr wrap="square" lIns="107964" tIns="46784" rIns="91407" bIns="45704" numCol="3" spcCol="179937" rtlCol="0">
            <a:noAutofit/>
          </a:bodyPr>
          <a:lstStyle/>
          <a:p>
            <a:pPr algn="just" defTabSz="457035" eaLnBrk="1" fontAlgn="auto" hangingPunct="1">
              <a:spcBef>
                <a:spcPts val="0"/>
              </a:spcBef>
              <a:spcAft>
                <a:spcPts val="0"/>
              </a:spcAft>
              <a:defRPr/>
            </a:pPr>
            <a:r>
              <a:rPr lang="en-US" sz="1200" dirty="0" err="1" smtClean="0">
                <a:solidFill>
                  <a:srgbClr val="7F7F7F"/>
                </a:solidFill>
                <a:latin typeface="Calibri"/>
                <a:ea typeface="+mn-ea"/>
                <a:cs typeface="+mn-cs"/>
              </a:rPr>
              <a:t>Lorem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ipsum</a:t>
            </a:r>
            <a:r>
              <a:rPr lang="en-US" sz="1200" dirty="0" smtClean="0">
                <a:solidFill>
                  <a:srgbClr val="7F7F7F"/>
                </a:solidFill>
                <a:latin typeface="Calibri"/>
                <a:ea typeface="+mn-ea"/>
                <a:cs typeface="+mn-cs"/>
              </a:rPr>
              <a:t> dolor sit </a:t>
            </a:r>
            <a:r>
              <a:rPr lang="en-US" sz="1200" dirty="0" err="1" smtClean="0">
                <a:solidFill>
                  <a:srgbClr val="7F7F7F"/>
                </a:solidFill>
                <a:latin typeface="Calibri"/>
                <a:ea typeface="+mn-ea"/>
                <a:cs typeface="+mn-cs"/>
              </a:rPr>
              <a:t>amet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consectetur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Vestibulum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adipiscing</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tristique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elementum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Donec</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mauris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pulvinar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nisl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massa</a:t>
            </a:r>
            <a:r>
              <a:rPr lang="en-US" sz="1200" dirty="0" smtClean="0">
                <a:solidFill>
                  <a:srgbClr val="7F7F7F"/>
                </a:solidFill>
                <a:latin typeface="Calibri"/>
                <a:ea typeface="+mn-ea"/>
                <a:cs typeface="+mn-cs"/>
              </a:rPr>
              <a:t> at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non </a:t>
            </a:r>
            <a:r>
              <a:rPr lang="en-US" sz="1200" dirty="0" err="1" smtClean="0">
                <a:solidFill>
                  <a:srgbClr val="7F7F7F"/>
                </a:solidFill>
                <a:latin typeface="Calibri"/>
                <a:ea typeface="+mn-ea"/>
                <a:cs typeface="+mn-cs"/>
              </a:rPr>
              <a:t>egestas</a:t>
            </a:r>
            <a:r>
              <a:rPr lang="en-US" sz="1200" dirty="0" smtClean="0">
                <a:solidFill>
                  <a:srgbClr val="7F7F7F"/>
                </a:solidFill>
                <a:latin typeface="Calibri"/>
                <a:ea typeface="+mn-ea"/>
                <a:cs typeface="+mn-cs"/>
              </a:rPr>
              <a:t> dolor </a:t>
            </a:r>
            <a:r>
              <a:rPr lang="en-US" sz="1200" dirty="0" err="1" smtClean="0">
                <a:solidFill>
                  <a:srgbClr val="7F7F7F"/>
                </a:solidFill>
                <a:latin typeface="Calibri"/>
                <a:ea typeface="+mn-ea"/>
                <a:cs typeface="+mn-cs"/>
              </a:rPr>
              <a:t>semper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Quisque</a:t>
            </a:r>
            <a:r>
              <a:rPr lang="en-US" sz="1200" dirty="0" smtClean="0">
                <a:solidFill>
                  <a:srgbClr val="7F7F7F"/>
                </a:solidFill>
                <a:latin typeface="Calibri"/>
                <a:ea typeface="+mn-ea"/>
                <a:cs typeface="+mn-cs"/>
              </a:rPr>
              <a:t> in lacus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Maecenas vitae </a:t>
            </a:r>
            <a:r>
              <a:rPr lang="en-US" sz="1200" dirty="0" err="1" smtClean="0">
                <a:solidFill>
                  <a:srgbClr val="7F7F7F"/>
                </a:solidFill>
                <a:latin typeface="Calibri"/>
                <a:ea typeface="+mn-ea"/>
                <a:cs typeface="+mn-cs"/>
              </a:rPr>
              <a:t>risus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vel</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odio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rhoncus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tempor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Suspendisse</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tortor</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leo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quis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erat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Vivamus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gravida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est</a:t>
            </a:r>
            <a:r>
              <a:rPr lang="en-US" sz="1200" dirty="0" smtClean="0">
                <a:solidFill>
                  <a:srgbClr val="7F7F7F"/>
                </a:solidFill>
                <a:latin typeface="Calibri"/>
                <a:ea typeface="+mn-ea"/>
                <a:cs typeface="+mn-cs"/>
              </a:rPr>
              <a:t> vitae </a:t>
            </a:r>
            <a:r>
              <a:rPr lang="en-US" sz="1200" dirty="0" err="1" smtClean="0">
                <a:solidFill>
                  <a:srgbClr val="7F7F7F"/>
                </a:solidFill>
                <a:latin typeface="Calibri"/>
                <a:ea typeface="+mn-ea"/>
                <a:cs typeface="+mn-cs"/>
              </a:rPr>
              <a:t>elit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tincidunt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faucibus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enim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commodo</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Etiam</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luctus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ligula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ut</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arcu</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ultricies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aliquam</a:t>
            </a:r>
            <a:r>
              <a:rPr lang="en-US" sz="1200" dirty="0" smtClean="0">
                <a:solidFill>
                  <a:srgbClr val="7F7F7F"/>
                </a:solidFill>
                <a:latin typeface="Calibri"/>
                <a:ea typeface="+mn-ea"/>
                <a:cs typeface="+mn-cs"/>
              </a:rPr>
              <a:t>. In </a:t>
            </a:r>
            <a:r>
              <a:rPr lang="en-US" sz="1200" dirty="0" err="1" smtClean="0">
                <a:solidFill>
                  <a:srgbClr val="7F7F7F"/>
                </a:solidFill>
                <a:latin typeface="Calibri"/>
                <a:ea typeface="+mn-ea"/>
                <a:cs typeface="+mn-cs"/>
              </a:rPr>
              <a:t>malesuada</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justo</a:t>
            </a:r>
            <a:r>
              <a:rPr lang="en-US" sz="1200" dirty="0" smtClean="0">
                <a:solidFill>
                  <a:srgbClr val="7F7F7F"/>
                </a:solidFill>
                <a:latin typeface="Calibri"/>
                <a:ea typeface="+mn-ea"/>
                <a:cs typeface="+mn-cs"/>
              </a:rPr>
              <a:t> id </a:t>
            </a:r>
            <a:r>
              <a:rPr lang="en-US" sz="1200" dirty="0" err="1" smtClean="0">
                <a:solidFill>
                  <a:srgbClr val="7F7F7F"/>
                </a:solidFill>
                <a:latin typeface="Calibri"/>
                <a:ea typeface="+mn-ea"/>
                <a:cs typeface="+mn-cs"/>
              </a:rPr>
              <a:t>metus</a:t>
            </a:r>
            <a:r>
              <a:rPr lang="en-US" sz="1200" dirty="0" smtClean="0">
                <a:solidFill>
                  <a:srgbClr val="7F7F7F"/>
                </a:solidFill>
                <a:latin typeface="Calibri"/>
                <a:ea typeface="+mn-ea"/>
                <a:cs typeface="+mn-cs"/>
              </a:rPr>
              <a:t> </a:t>
            </a:r>
            <a:r>
              <a:rPr lang="en-US" sz="1200" dirty="0" err="1" smtClean="0">
                <a:solidFill>
                  <a:srgbClr val="7F7F7F"/>
                </a:solidFill>
                <a:latin typeface="Calibri"/>
                <a:ea typeface="+mn-ea"/>
                <a:cs typeface="+mn-cs"/>
              </a:rPr>
              <a:t>dapibus</a:t>
            </a:r>
            <a:r>
              <a:rPr lang="en-US" sz="1200" dirty="0" smtClean="0">
                <a:solidFill>
                  <a:srgbClr val="7F7F7F"/>
                </a:solidFill>
                <a:latin typeface="Calibri"/>
                <a:ea typeface="+mn-ea"/>
                <a:cs typeface="+mn-cs"/>
              </a:rPr>
              <a:t> ac </a:t>
            </a:r>
            <a:r>
              <a:rPr lang="en-US" sz="1200" dirty="0" err="1" smtClean="0">
                <a:solidFill>
                  <a:srgbClr val="7F7F7F"/>
                </a:solidFill>
                <a:latin typeface="Calibri"/>
                <a:ea typeface="+mn-ea"/>
                <a:cs typeface="+mn-cs"/>
              </a:rPr>
              <a:t>volutpat</a:t>
            </a:r>
            <a:r>
              <a:rPr lang="en-US" sz="1200" dirty="0" smtClean="0">
                <a:solidFill>
                  <a:srgbClr val="7F7F7F"/>
                </a:solidFill>
                <a:latin typeface="Calibri"/>
                <a:ea typeface="+mn-ea"/>
                <a:cs typeface="+mn-cs"/>
              </a:rPr>
              <a:t> a</a:t>
            </a:r>
            <a:endParaRPr lang="en-US" sz="1200" dirty="0">
              <a:solidFill>
                <a:srgbClr val="7F7F7F"/>
              </a:solidFill>
              <a:latin typeface="Tahoma"/>
              <a:ea typeface="+mn-ea"/>
              <a:cs typeface="Tahoma"/>
            </a:endParaRPr>
          </a:p>
        </p:txBody>
      </p:sp>
      <p:sp>
        <p:nvSpPr>
          <p:cNvPr id="7" name="TextBox 6"/>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8" name="TextBox 7"/>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9" name="TextBox 8"/>
          <p:cNvSpPr txBox="1"/>
          <p:nvPr userDrawn="1"/>
        </p:nvSpPr>
        <p:spPr>
          <a:xfrm>
            <a:off x="1170782" y="2067367"/>
            <a:ext cx="5347719" cy="341194"/>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0" name="Content Placeholder 2"/>
          <p:cNvSpPr>
            <a:spLocks noGrp="1"/>
          </p:cNvSpPr>
          <p:nvPr>
            <p:ph idx="1"/>
          </p:nvPr>
        </p:nvSpPr>
        <p:spPr>
          <a:xfrm>
            <a:off x="1169990" y="4027488"/>
            <a:ext cx="7583900" cy="1885950"/>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71346270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magem C\ Titulo, Subtitulo e Subtitulo">
    <p:spTree>
      <p:nvGrpSpPr>
        <p:cNvPr id="1" name=""/>
        <p:cNvGrpSpPr/>
        <p:nvPr/>
      </p:nvGrpSpPr>
      <p:grpSpPr>
        <a:xfrm>
          <a:off x="0" y="0"/>
          <a:ext cx="0" cy="0"/>
          <a:chOff x="0" y="0"/>
          <a:chExt cx="0" cy="0"/>
        </a:xfrm>
      </p:grpSpPr>
      <p:sp>
        <p:nvSpPr>
          <p:cNvPr id="7" name="TextBox 6"/>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8" name="TextBox 7"/>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9" name="TextBox 8"/>
          <p:cNvSpPr txBox="1"/>
          <p:nvPr userDrawn="1"/>
        </p:nvSpPr>
        <p:spPr>
          <a:xfrm>
            <a:off x="1170782" y="2067367"/>
            <a:ext cx="5347719" cy="341194"/>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ea typeface="+mn-ea"/>
                <a:cs typeface="+mn-cs"/>
              </a:rPr>
              <a:t>Lorem</a:t>
            </a:r>
            <a:r>
              <a:rPr lang="en-US" sz="1600" dirty="0" smtClean="0">
                <a:solidFill>
                  <a:srgbClr val="4F81BD"/>
                </a:solidFill>
                <a:latin typeface="Calibri"/>
                <a:ea typeface="+mn-ea"/>
                <a:cs typeface="+mn-cs"/>
              </a:rPr>
              <a:t> </a:t>
            </a:r>
            <a:r>
              <a:rPr lang="en-US" sz="1600" dirty="0" err="1" smtClean="0">
                <a:solidFill>
                  <a:srgbClr val="4F81BD"/>
                </a:solidFill>
                <a:latin typeface="Calibri"/>
                <a:ea typeface="+mn-ea"/>
                <a:cs typeface="+mn-cs"/>
              </a:rPr>
              <a:t>ipsum</a:t>
            </a:r>
            <a:endParaRPr lang="en-US" sz="1600" dirty="0">
              <a:solidFill>
                <a:srgbClr val="4F81BD"/>
              </a:solidFill>
              <a:latin typeface="Calibri"/>
              <a:ea typeface="+mn-ea"/>
              <a:cs typeface="+mn-cs"/>
            </a:endParaRPr>
          </a:p>
        </p:txBody>
      </p:sp>
      <p:sp>
        <p:nvSpPr>
          <p:cNvPr id="15" name="Content Placeholder 2"/>
          <p:cNvSpPr>
            <a:spLocks noGrp="1"/>
          </p:cNvSpPr>
          <p:nvPr>
            <p:ph idx="1"/>
          </p:nvPr>
        </p:nvSpPr>
        <p:spPr>
          <a:xfrm>
            <a:off x="1169990" y="2540172"/>
            <a:ext cx="7583900" cy="3373266"/>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0240748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magem C\ Titulo, Subtitulo">
    <p:spTree>
      <p:nvGrpSpPr>
        <p:cNvPr id="1" name=""/>
        <p:cNvGrpSpPr/>
        <p:nvPr/>
      </p:nvGrpSpPr>
      <p:grpSpPr>
        <a:xfrm>
          <a:off x="0" y="0"/>
          <a:ext cx="0" cy="0"/>
          <a:chOff x="0" y="0"/>
          <a:chExt cx="0" cy="0"/>
        </a:xfrm>
      </p:grpSpPr>
      <p:sp>
        <p:nvSpPr>
          <p:cNvPr id="7" name="TextBox 6"/>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8" name="TextBox 7"/>
          <p:cNvSpPr txBox="1"/>
          <p:nvPr userDrawn="1"/>
        </p:nvSpPr>
        <p:spPr>
          <a:xfrm>
            <a:off x="1169988" y="1420639"/>
            <a:ext cx="5348508" cy="427756"/>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ea typeface="+mn-ea"/>
                <a:cs typeface="Tahoma"/>
              </a:rPr>
              <a:t>Lorem</a:t>
            </a:r>
            <a:r>
              <a:rPr lang="en-US" sz="2200" dirty="0" smtClean="0">
                <a:solidFill>
                  <a:prstClr val="black">
                    <a:lumMod val="50000"/>
                    <a:lumOff val="50000"/>
                  </a:prstClr>
                </a:solidFill>
                <a:latin typeface="Tahoma"/>
                <a:ea typeface="+mn-ea"/>
                <a:cs typeface="Tahoma"/>
              </a:rPr>
              <a:t> </a:t>
            </a:r>
            <a:r>
              <a:rPr lang="en-US" sz="2200" dirty="0" err="1" smtClean="0">
                <a:solidFill>
                  <a:prstClr val="black">
                    <a:lumMod val="50000"/>
                    <a:lumOff val="50000"/>
                  </a:prstClr>
                </a:solidFill>
                <a:latin typeface="Tahoma"/>
                <a:ea typeface="+mn-ea"/>
                <a:cs typeface="Tahoma"/>
              </a:rPr>
              <a:t>ipsum</a:t>
            </a:r>
            <a:endParaRPr lang="en-US" sz="2200" dirty="0">
              <a:solidFill>
                <a:prstClr val="black">
                  <a:lumMod val="50000"/>
                  <a:lumOff val="50000"/>
                </a:prstClr>
              </a:solidFill>
              <a:latin typeface="Tahoma"/>
              <a:ea typeface="+mn-ea"/>
              <a:cs typeface="Tahoma"/>
            </a:endParaRPr>
          </a:p>
        </p:txBody>
      </p:sp>
      <p:sp>
        <p:nvSpPr>
          <p:cNvPr id="14" name="Content Placeholder 2"/>
          <p:cNvSpPr>
            <a:spLocks noGrp="1"/>
          </p:cNvSpPr>
          <p:nvPr>
            <p:ph idx="1"/>
          </p:nvPr>
        </p:nvSpPr>
        <p:spPr>
          <a:xfrm>
            <a:off x="1169990" y="1983930"/>
            <a:ext cx="7583900" cy="3929508"/>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2578987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magem C\ Titulo">
    <p:spTree>
      <p:nvGrpSpPr>
        <p:cNvPr id="1" name=""/>
        <p:cNvGrpSpPr/>
        <p:nvPr/>
      </p:nvGrpSpPr>
      <p:grpSpPr>
        <a:xfrm>
          <a:off x="0" y="0"/>
          <a:ext cx="0" cy="0"/>
          <a:chOff x="0" y="0"/>
          <a:chExt cx="0" cy="0"/>
        </a:xfrm>
      </p:grpSpPr>
      <p:sp>
        <p:nvSpPr>
          <p:cNvPr id="5" name="TextBox 4"/>
          <p:cNvSpPr txBox="1"/>
          <p:nvPr userDrawn="1"/>
        </p:nvSpPr>
        <p:spPr>
          <a:xfrm>
            <a:off x="1170776" y="389375"/>
            <a:ext cx="4603601" cy="400101"/>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ea typeface="+mn-ea"/>
                <a:cs typeface="Tahoma"/>
              </a:rPr>
              <a:t>Lorem</a:t>
            </a:r>
            <a:r>
              <a:rPr lang="pt-BR" sz="2000" cap="all" dirty="0" smtClean="0">
                <a:solidFill>
                  <a:prstClr val="black">
                    <a:lumMod val="75000"/>
                    <a:lumOff val="25000"/>
                  </a:prstClr>
                </a:solidFill>
                <a:latin typeface="Tahoma"/>
                <a:ea typeface="+mn-ea"/>
                <a:cs typeface="Tahoma"/>
              </a:rPr>
              <a:t> </a:t>
            </a:r>
            <a:r>
              <a:rPr lang="pt-BR" sz="2000" cap="all" dirty="0" err="1" smtClean="0">
                <a:solidFill>
                  <a:prstClr val="black">
                    <a:lumMod val="75000"/>
                    <a:lumOff val="25000"/>
                  </a:prstClr>
                </a:solidFill>
                <a:latin typeface="Tahoma"/>
                <a:ea typeface="+mn-ea"/>
                <a:cs typeface="Tahoma"/>
              </a:rPr>
              <a:t>ipsum</a:t>
            </a:r>
            <a:endParaRPr lang="pt-BR" sz="2000" cap="all" dirty="0">
              <a:solidFill>
                <a:prstClr val="black">
                  <a:lumMod val="75000"/>
                  <a:lumOff val="25000"/>
                </a:prstClr>
              </a:solidFill>
              <a:latin typeface="Tahoma"/>
              <a:ea typeface="+mn-ea"/>
              <a:cs typeface="Tahoma"/>
            </a:endParaRPr>
          </a:p>
        </p:txBody>
      </p:sp>
      <p:sp>
        <p:nvSpPr>
          <p:cNvPr id="9" name="Content Placeholder 2"/>
          <p:cNvSpPr>
            <a:spLocks noGrp="1"/>
          </p:cNvSpPr>
          <p:nvPr>
            <p:ph idx="1"/>
          </p:nvPr>
        </p:nvSpPr>
        <p:spPr>
          <a:xfrm>
            <a:off x="1169990" y="1288635"/>
            <a:ext cx="7583900" cy="4624811"/>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4362908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Imagem Maior C\ Titulo, Subtitulo">
    <p:spTree>
      <p:nvGrpSpPr>
        <p:cNvPr id="1" name=""/>
        <p:cNvGrpSpPr/>
        <p:nvPr/>
      </p:nvGrpSpPr>
      <p:grpSpPr>
        <a:xfrm>
          <a:off x="0" y="0"/>
          <a:ext cx="0" cy="0"/>
          <a:chOff x="0" y="0"/>
          <a:chExt cx="0" cy="0"/>
        </a:xfrm>
      </p:grpSpPr>
      <p:sp>
        <p:nvSpPr>
          <p:cNvPr id="8" name="Content Placeholder 2"/>
          <p:cNvSpPr>
            <a:spLocks noGrp="1"/>
          </p:cNvSpPr>
          <p:nvPr>
            <p:ph idx="1"/>
          </p:nvPr>
        </p:nvSpPr>
        <p:spPr>
          <a:xfrm>
            <a:off x="8" y="1112485"/>
            <a:ext cx="9143999" cy="4959824"/>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400195953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Uma Coluna">
    <p:spTree>
      <p:nvGrpSpPr>
        <p:cNvPr id="1" name=""/>
        <p:cNvGrpSpPr/>
        <p:nvPr/>
      </p:nvGrpSpPr>
      <p:grpSpPr>
        <a:xfrm>
          <a:off x="0" y="0"/>
          <a:ext cx="0" cy="0"/>
          <a:chOff x="0" y="0"/>
          <a:chExt cx="0" cy="0"/>
        </a:xfrm>
      </p:grpSpPr>
      <p:sp>
        <p:nvSpPr>
          <p:cNvPr id="11" name="TextBox 10"/>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12" name="TextBox 11"/>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13" name="TextBox 12"/>
          <p:cNvSpPr txBox="1"/>
          <p:nvPr userDrawn="1"/>
        </p:nvSpPr>
        <p:spPr>
          <a:xfrm>
            <a:off x="1170783" y="2067367"/>
            <a:ext cx="5347719" cy="341198"/>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rPr>
              <a:t>Lorem</a:t>
            </a:r>
            <a:r>
              <a:rPr lang="en-US" sz="1600" dirty="0" smtClean="0">
                <a:solidFill>
                  <a:srgbClr val="4F81BD"/>
                </a:solidFill>
                <a:latin typeface="Calibri"/>
              </a:rPr>
              <a:t> </a:t>
            </a:r>
            <a:r>
              <a:rPr lang="en-US" sz="1600" dirty="0" err="1" smtClean="0">
                <a:solidFill>
                  <a:srgbClr val="4F81BD"/>
                </a:solidFill>
                <a:latin typeface="Calibri"/>
              </a:rPr>
              <a:t>ipsum</a:t>
            </a:r>
            <a:endParaRPr lang="en-US" sz="1600" dirty="0">
              <a:solidFill>
                <a:srgbClr val="4F81BD"/>
              </a:solidFill>
              <a:latin typeface="Calibri"/>
            </a:endParaRPr>
          </a:p>
        </p:txBody>
      </p:sp>
      <p:sp>
        <p:nvSpPr>
          <p:cNvPr id="14" name="TextBox 13"/>
          <p:cNvSpPr txBox="1"/>
          <p:nvPr userDrawn="1"/>
        </p:nvSpPr>
        <p:spPr>
          <a:xfrm>
            <a:off x="1170775" y="2698342"/>
            <a:ext cx="7583112" cy="1200329"/>
          </a:xfrm>
          <a:prstGeom prst="rect">
            <a:avLst/>
          </a:prstGeom>
          <a:noFill/>
        </p:spPr>
        <p:txBody>
          <a:bodyPr wrap="square" lIns="91407" tIns="45704" rIns="91407" bIns="45704" rtlCol="0">
            <a:spAutoFit/>
          </a:bodyPr>
          <a:lstStyle/>
          <a:p>
            <a:pPr algn="just" defTabSz="457035" eaLnBrk="1" fontAlgn="auto" hangingPunct="1">
              <a:spcBef>
                <a:spcPts val="0"/>
              </a:spcBef>
              <a:spcAft>
                <a:spcPts val="0"/>
              </a:spcAft>
              <a:defRPr/>
            </a:pPr>
            <a:r>
              <a:rPr lang="en-US" sz="1200" dirty="0" err="1" smtClean="0">
                <a:solidFill>
                  <a:srgbClr val="7F7F7F"/>
                </a:solidFill>
                <a:latin typeface="Calibri"/>
              </a:rPr>
              <a:t>Lorem</a:t>
            </a:r>
            <a:r>
              <a:rPr lang="en-US" sz="1200" dirty="0" smtClean="0">
                <a:solidFill>
                  <a:srgbClr val="7F7F7F"/>
                </a:solidFill>
                <a:latin typeface="Calibri"/>
              </a:rPr>
              <a:t> </a:t>
            </a:r>
            <a:r>
              <a:rPr lang="en-US" sz="1200" dirty="0" err="1" smtClean="0">
                <a:solidFill>
                  <a:srgbClr val="7F7F7F"/>
                </a:solidFill>
                <a:latin typeface="Calibri"/>
              </a:rPr>
              <a:t>ipsum</a:t>
            </a:r>
            <a:r>
              <a:rPr lang="en-US" sz="1200" dirty="0" smtClean="0">
                <a:solidFill>
                  <a:srgbClr val="7F7F7F"/>
                </a:solidFill>
                <a:latin typeface="Calibri"/>
              </a:rPr>
              <a:t> dolor sit </a:t>
            </a:r>
            <a:r>
              <a:rPr lang="en-US" sz="1200" dirty="0" err="1" smtClean="0">
                <a:solidFill>
                  <a:srgbClr val="7F7F7F"/>
                </a:solidFill>
                <a:latin typeface="Calibri"/>
              </a:rPr>
              <a:t>amet</a:t>
            </a:r>
            <a:r>
              <a:rPr lang="en-US" sz="1200" dirty="0" smtClean="0">
                <a:solidFill>
                  <a:srgbClr val="7F7F7F"/>
                </a:solidFill>
                <a:latin typeface="Calibri"/>
              </a:rPr>
              <a:t>, </a:t>
            </a:r>
            <a:r>
              <a:rPr lang="en-US" sz="1200" dirty="0" err="1" smtClean="0">
                <a:solidFill>
                  <a:srgbClr val="7F7F7F"/>
                </a:solidFill>
                <a:latin typeface="Calibri"/>
              </a:rPr>
              <a:t>consectetur</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Vestibulum</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tristique</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a:t>
            </a:r>
            <a:r>
              <a:rPr lang="en-US" sz="1200" dirty="0" err="1" smtClean="0">
                <a:solidFill>
                  <a:srgbClr val="7F7F7F"/>
                </a:solidFill>
                <a:latin typeface="Calibri"/>
              </a:rPr>
              <a:t>Donec</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mauris</a:t>
            </a:r>
            <a:r>
              <a:rPr lang="en-US" sz="1200" dirty="0" smtClean="0">
                <a:solidFill>
                  <a:srgbClr val="7F7F7F"/>
                </a:solidFill>
                <a:latin typeface="Calibri"/>
              </a:rPr>
              <a:t>, </a:t>
            </a:r>
            <a:r>
              <a:rPr lang="en-US" sz="1200" dirty="0" err="1" smtClean="0">
                <a:solidFill>
                  <a:srgbClr val="7F7F7F"/>
                </a:solidFill>
                <a:latin typeface="Calibri"/>
              </a:rPr>
              <a:t>pulvinar</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nisl</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a:t>
            </a:r>
            <a:r>
              <a:rPr lang="en-US" sz="1200" dirty="0" err="1" smtClean="0">
                <a:solidFill>
                  <a:srgbClr val="7F7F7F"/>
                </a:solidFill>
                <a:latin typeface="Calibri"/>
              </a:rPr>
              <a:t>ultrices</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non </a:t>
            </a:r>
            <a:r>
              <a:rPr lang="en-US" sz="1200" dirty="0" err="1" smtClean="0">
                <a:solidFill>
                  <a:srgbClr val="7F7F7F"/>
                </a:solidFill>
                <a:latin typeface="Calibri"/>
              </a:rPr>
              <a:t>egestas</a:t>
            </a:r>
            <a:r>
              <a:rPr lang="en-US" sz="1200" dirty="0" smtClean="0">
                <a:solidFill>
                  <a:srgbClr val="7F7F7F"/>
                </a:solidFill>
                <a:latin typeface="Calibri"/>
              </a:rPr>
              <a:t> dolor </a:t>
            </a:r>
            <a:r>
              <a:rPr lang="en-US" sz="1200" dirty="0" err="1" smtClean="0">
                <a:solidFill>
                  <a:srgbClr val="7F7F7F"/>
                </a:solidFill>
                <a:latin typeface="Calibri"/>
              </a:rPr>
              <a:t>semper</a:t>
            </a:r>
            <a:r>
              <a:rPr lang="en-US" sz="1200" dirty="0" smtClean="0">
                <a:solidFill>
                  <a:srgbClr val="7F7F7F"/>
                </a:solidFill>
                <a:latin typeface="Calibri"/>
              </a:rPr>
              <a:t>. </a:t>
            </a:r>
            <a:r>
              <a:rPr lang="en-US" sz="1200" dirty="0" err="1" smtClean="0">
                <a:solidFill>
                  <a:srgbClr val="7F7F7F"/>
                </a:solidFill>
                <a:latin typeface="Calibri"/>
              </a:rPr>
              <a:t>Quisque</a:t>
            </a:r>
            <a:r>
              <a:rPr lang="en-US" sz="1200" dirty="0" smtClean="0">
                <a:solidFill>
                  <a:srgbClr val="7F7F7F"/>
                </a:solidFill>
                <a:latin typeface="Calibri"/>
              </a:rPr>
              <a:t> in lacus </a:t>
            </a:r>
            <a:r>
              <a:rPr lang="en-US" sz="1200" dirty="0" err="1" smtClean="0">
                <a:solidFill>
                  <a:srgbClr val="7F7F7F"/>
                </a:solidFill>
                <a:latin typeface="Calibri"/>
              </a:rPr>
              <a:t>metus</a:t>
            </a:r>
            <a:r>
              <a:rPr lang="en-US" sz="1200" dirty="0" smtClean="0">
                <a:solidFill>
                  <a:srgbClr val="7F7F7F"/>
                </a:solidFill>
                <a:latin typeface="Calibri"/>
              </a:rPr>
              <a:t>. Maecenas vitae </a:t>
            </a:r>
            <a:r>
              <a:rPr lang="en-US" sz="1200" dirty="0" err="1" smtClean="0">
                <a:solidFill>
                  <a:srgbClr val="7F7F7F"/>
                </a:solidFill>
                <a:latin typeface="Calibri"/>
              </a:rPr>
              <a:t>risus</a:t>
            </a:r>
            <a:r>
              <a:rPr lang="en-US" sz="1200" dirty="0" smtClean="0">
                <a:solidFill>
                  <a:srgbClr val="7F7F7F"/>
                </a:solidFill>
                <a:latin typeface="Calibri"/>
              </a:rPr>
              <a:t> </a:t>
            </a:r>
            <a:r>
              <a:rPr lang="en-US" sz="1200" dirty="0" err="1" smtClean="0">
                <a:solidFill>
                  <a:srgbClr val="7F7F7F"/>
                </a:solidFill>
                <a:latin typeface="Calibri"/>
              </a:rPr>
              <a:t>vel</a:t>
            </a:r>
            <a:r>
              <a:rPr lang="en-US" sz="1200" dirty="0" smtClean="0">
                <a:solidFill>
                  <a:srgbClr val="7F7F7F"/>
                </a:solidFill>
                <a:latin typeface="Calibri"/>
              </a:rPr>
              <a:t>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a:t>
            </a:r>
            <a:r>
              <a:rPr lang="en-US" sz="1200" dirty="0" err="1" smtClean="0">
                <a:solidFill>
                  <a:srgbClr val="7F7F7F"/>
                </a:solidFill>
                <a:latin typeface="Calibri"/>
              </a:rPr>
              <a:t>tempor</a:t>
            </a:r>
            <a:r>
              <a:rPr lang="en-US" sz="1200" dirty="0" smtClean="0">
                <a:solidFill>
                  <a:srgbClr val="7F7F7F"/>
                </a:solidFill>
                <a:latin typeface="Calibri"/>
              </a:rPr>
              <a:t>. </a:t>
            </a:r>
            <a:r>
              <a:rPr lang="en-US" sz="1200" dirty="0" err="1" smtClean="0">
                <a:solidFill>
                  <a:srgbClr val="7F7F7F"/>
                </a:solidFill>
                <a:latin typeface="Calibri"/>
              </a:rPr>
              <a:t>Suspendisse</a:t>
            </a:r>
            <a:r>
              <a:rPr lang="en-US" sz="1200" dirty="0" smtClean="0">
                <a:solidFill>
                  <a:srgbClr val="7F7F7F"/>
                </a:solidFill>
                <a:latin typeface="Calibri"/>
              </a:rPr>
              <a:t> </a:t>
            </a:r>
            <a:r>
              <a:rPr lang="en-US" sz="1200" dirty="0" err="1" smtClean="0">
                <a:solidFill>
                  <a:srgbClr val="7F7F7F"/>
                </a:solidFill>
                <a:latin typeface="Calibri"/>
              </a:rPr>
              <a:t>eu</a:t>
            </a:r>
            <a:r>
              <a:rPr lang="en-US" sz="1200" dirty="0" smtClean="0">
                <a:solidFill>
                  <a:srgbClr val="7F7F7F"/>
                </a:solidFill>
                <a:latin typeface="Calibri"/>
              </a:rPr>
              <a:t> </a:t>
            </a:r>
            <a:r>
              <a:rPr lang="en-US" sz="1200" dirty="0" err="1" smtClean="0">
                <a:solidFill>
                  <a:srgbClr val="7F7F7F"/>
                </a:solidFill>
                <a:latin typeface="Calibri"/>
              </a:rPr>
              <a:t>tortor</a:t>
            </a:r>
            <a:r>
              <a:rPr lang="en-US" sz="1200" dirty="0" smtClean="0">
                <a:solidFill>
                  <a:srgbClr val="7F7F7F"/>
                </a:solidFill>
                <a:latin typeface="Calibri"/>
              </a:rPr>
              <a:t> </a:t>
            </a:r>
            <a:r>
              <a:rPr lang="en-US" sz="1200" dirty="0" err="1" smtClean="0">
                <a:solidFill>
                  <a:srgbClr val="7F7F7F"/>
                </a:solidFill>
                <a:latin typeface="Calibri"/>
              </a:rPr>
              <a:t>leo</a:t>
            </a:r>
            <a:r>
              <a:rPr lang="en-US" sz="1200" dirty="0" smtClean="0">
                <a:solidFill>
                  <a:srgbClr val="7F7F7F"/>
                </a:solidFill>
                <a:latin typeface="Calibri"/>
              </a:rPr>
              <a:t>, </a:t>
            </a:r>
            <a:r>
              <a:rPr lang="en-US" sz="1200" dirty="0" err="1" smtClean="0">
                <a:solidFill>
                  <a:srgbClr val="7F7F7F"/>
                </a:solidFill>
                <a:latin typeface="Calibri"/>
              </a:rPr>
              <a:t>quis</a:t>
            </a:r>
            <a:r>
              <a:rPr lang="en-US" sz="1200" dirty="0" smtClean="0">
                <a:solidFill>
                  <a:srgbClr val="7F7F7F"/>
                </a:solidFill>
                <a:latin typeface="Calibri"/>
              </a:rPr>
              <a:t>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erat</a:t>
            </a:r>
            <a:r>
              <a:rPr lang="en-US" sz="1200" dirty="0" smtClean="0">
                <a:solidFill>
                  <a:srgbClr val="7F7F7F"/>
                </a:solidFill>
                <a:latin typeface="Calibri"/>
              </a:rPr>
              <a:t>. </a:t>
            </a:r>
            <a:r>
              <a:rPr lang="en-US" sz="1200" dirty="0" err="1" smtClean="0">
                <a:solidFill>
                  <a:srgbClr val="7F7F7F"/>
                </a:solidFill>
                <a:latin typeface="Calibri"/>
              </a:rPr>
              <a:t>Vivamus</a:t>
            </a:r>
            <a:r>
              <a:rPr lang="en-US" sz="1200" dirty="0" smtClean="0">
                <a:solidFill>
                  <a:srgbClr val="7F7F7F"/>
                </a:solidFill>
                <a:latin typeface="Calibri"/>
              </a:rPr>
              <a:t>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est</a:t>
            </a:r>
            <a:r>
              <a:rPr lang="en-US" sz="1200" dirty="0" smtClean="0">
                <a:solidFill>
                  <a:srgbClr val="7F7F7F"/>
                </a:solidFill>
                <a:latin typeface="Calibri"/>
              </a:rPr>
              <a:t> vitae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enim</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Etiam</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ligula</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arcu</a:t>
            </a:r>
            <a:r>
              <a:rPr lang="en-US" sz="1200" dirty="0" smtClean="0">
                <a:solidFill>
                  <a:srgbClr val="7F7F7F"/>
                </a:solidFill>
                <a:latin typeface="Calibri"/>
              </a:rPr>
              <a:t> </a:t>
            </a:r>
            <a:r>
              <a:rPr lang="en-US" sz="1200" dirty="0" err="1" smtClean="0">
                <a:solidFill>
                  <a:srgbClr val="7F7F7F"/>
                </a:solidFill>
                <a:latin typeface="Calibri"/>
              </a:rPr>
              <a:t>ultricies</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In </a:t>
            </a:r>
            <a:r>
              <a:rPr lang="en-US" sz="1200" dirty="0" err="1" smtClean="0">
                <a:solidFill>
                  <a:srgbClr val="7F7F7F"/>
                </a:solidFill>
                <a:latin typeface="Calibri"/>
              </a:rPr>
              <a:t>malesuada</a:t>
            </a:r>
            <a:r>
              <a:rPr lang="en-US" sz="1200" dirty="0" smtClean="0">
                <a:solidFill>
                  <a:srgbClr val="7F7F7F"/>
                </a:solidFill>
                <a:latin typeface="Calibri"/>
              </a:rPr>
              <a:t> </a:t>
            </a:r>
            <a:r>
              <a:rPr lang="en-US" sz="1200" dirty="0" err="1" smtClean="0">
                <a:solidFill>
                  <a:srgbClr val="7F7F7F"/>
                </a:solidFill>
                <a:latin typeface="Calibri"/>
              </a:rPr>
              <a:t>justo</a:t>
            </a:r>
            <a:r>
              <a:rPr lang="en-US" sz="1200" dirty="0" smtClean="0">
                <a:solidFill>
                  <a:srgbClr val="7F7F7F"/>
                </a:solidFill>
                <a:latin typeface="Calibri"/>
              </a:rPr>
              <a:t> id </a:t>
            </a:r>
            <a:r>
              <a:rPr lang="en-US" sz="1200" dirty="0" err="1" smtClean="0">
                <a:solidFill>
                  <a:srgbClr val="7F7F7F"/>
                </a:solidFill>
                <a:latin typeface="Calibri"/>
              </a:rPr>
              <a:t>metus</a:t>
            </a:r>
            <a:r>
              <a:rPr lang="en-US" sz="1200" dirty="0" smtClean="0">
                <a:solidFill>
                  <a:srgbClr val="7F7F7F"/>
                </a:solidFill>
                <a:latin typeface="Calibri"/>
              </a:rPr>
              <a:t> </a:t>
            </a:r>
            <a:r>
              <a:rPr lang="en-US" sz="1200" dirty="0" err="1" smtClean="0">
                <a:solidFill>
                  <a:srgbClr val="7F7F7F"/>
                </a:solidFill>
                <a:latin typeface="Calibri"/>
              </a:rPr>
              <a:t>dapibus</a:t>
            </a:r>
            <a:r>
              <a:rPr lang="en-US" sz="1200" dirty="0" smtClean="0">
                <a:solidFill>
                  <a:srgbClr val="7F7F7F"/>
                </a:solidFill>
                <a:latin typeface="Calibri"/>
              </a:rPr>
              <a:t> ac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Fusce</a:t>
            </a:r>
            <a:r>
              <a:rPr lang="en-US" sz="1200" dirty="0" smtClean="0">
                <a:solidFill>
                  <a:srgbClr val="7F7F7F"/>
                </a:solidFill>
                <a:latin typeface="Calibri"/>
              </a:rPr>
              <a:t> </a:t>
            </a:r>
            <a:r>
              <a:rPr lang="en-US" sz="1200" dirty="0" err="1" smtClean="0">
                <a:solidFill>
                  <a:srgbClr val="7F7F7F"/>
                </a:solidFill>
                <a:latin typeface="Calibri"/>
              </a:rPr>
              <a:t>facilisis</a:t>
            </a:r>
            <a:r>
              <a:rPr lang="en-US" sz="1200" dirty="0" smtClean="0">
                <a:solidFill>
                  <a:srgbClr val="7F7F7F"/>
                </a:solidFill>
                <a:latin typeface="Calibri"/>
              </a:rPr>
              <a:t> </a:t>
            </a:r>
            <a:r>
              <a:rPr lang="en-US" sz="1200" dirty="0" err="1" smtClean="0">
                <a:solidFill>
                  <a:srgbClr val="7F7F7F"/>
                </a:solidFill>
                <a:latin typeface="Calibri"/>
              </a:rPr>
              <a:t>metus</a:t>
            </a:r>
            <a:r>
              <a:rPr lang="en-US" sz="1200" dirty="0" smtClean="0">
                <a:solidFill>
                  <a:srgbClr val="7F7F7F"/>
                </a:solidFill>
                <a:latin typeface="Calibri"/>
              </a:rPr>
              <a:t> a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Integer </a:t>
            </a:r>
            <a:r>
              <a:rPr lang="en-US" sz="1200" dirty="0" err="1" smtClean="0">
                <a:solidFill>
                  <a:srgbClr val="7F7F7F"/>
                </a:solidFill>
                <a:latin typeface="Calibri"/>
              </a:rPr>
              <a:t>vestibulum</a:t>
            </a:r>
            <a:r>
              <a:rPr lang="en-US" sz="1200" dirty="0" smtClean="0">
                <a:solidFill>
                  <a:srgbClr val="7F7F7F"/>
                </a:solidFill>
                <a:latin typeface="Calibri"/>
              </a:rPr>
              <a:t> quam a quam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eget</a:t>
            </a:r>
            <a:r>
              <a:rPr lang="en-US" sz="1200" dirty="0" smtClean="0">
                <a:solidFill>
                  <a:srgbClr val="7F7F7F"/>
                </a:solidFill>
                <a:latin typeface="Calibri"/>
              </a:rPr>
              <a:t> </a:t>
            </a:r>
            <a:r>
              <a:rPr lang="en-US" sz="1200" dirty="0" err="1" smtClean="0">
                <a:solidFill>
                  <a:srgbClr val="7F7F7F"/>
                </a:solidFill>
                <a:latin typeface="Calibri"/>
              </a:rPr>
              <a:t>molestie</a:t>
            </a:r>
            <a:r>
              <a:rPr lang="en-US" sz="1200" dirty="0" smtClean="0">
                <a:solidFill>
                  <a:srgbClr val="7F7F7F"/>
                </a:solidFill>
                <a:latin typeface="Calibri"/>
              </a:rPr>
              <a:t> </a:t>
            </a:r>
            <a:r>
              <a:rPr lang="en-US" sz="1200" dirty="0" err="1" smtClean="0">
                <a:solidFill>
                  <a:srgbClr val="7F7F7F"/>
                </a:solidFill>
                <a:latin typeface="Calibri"/>
              </a:rPr>
              <a:t>nibh</a:t>
            </a:r>
            <a:r>
              <a:rPr lang="en-US" sz="1200" dirty="0" smtClean="0">
                <a:solidFill>
                  <a:srgbClr val="7F7F7F"/>
                </a:solidFill>
                <a:latin typeface="Calibri"/>
              </a:rPr>
              <a:t> </a:t>
            </a:r>
            <a:r>
              <a:rPr lang="en-US" sz="1200" dirty="0" err="1" smtClean="0">
                <a:solidFill>
                  <a:srgbClr val="7F7F7F"/>
                </a:solidFill>
                <a:latin typeface="Calibri"/>
              </a:rPr>
              <a:t>cursus</a:t>
            </a:r>
            <a:r>
              <a:rPr lang="en-US" sz="1200" dirty="0" smtClean="0">
                <a:solidFill>
                  <a:srgbClr val="7F7F7F"/>
                </a:solidFill>
                <a:latin typeface="Calibri"/>
              </a:rPr>
              <a:t>.</a:t>
            </a:r>
            <a:endParaRPr lang="en-US" sz="1200" dirty="0">
              <a:solidFill>
                <a:srgbClr val="7F7F7F"/>
              </a:solidFill>
              <a:latin typeface="Tahoma"/>
              <a:cs typeface="Tahoma"/>
            </a:endParaRPr>
          </a:p>
        </p:txBody>
      </p:sp>
    </p:spTree>
    <p:extLst>
      <p:ext uri="{BB962C8B-B14F-4D97-AF65-F5344CB8AC3E}">
        <p14:creationId xmlns:p14="http://schemas.microsoft.com/office/powerpoint/2010/main" val="156895591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uas Coluna">
    <p:spTree>
      <p:nvGrpSpPr>
        <p:cNvPr id="1" name=""/>
        <p:cNvGrpSpPr/>
        <p:nvPr/>
      </p:nvGrpSpPr>
      <p:grpSpPr>
        <a:xfrm>
          <a:off x="0" y="0"/>
          <a:ext cx="0" cy="0"/>
          <a:chOff x="0" y="0"/>
          <a:chExt cx="0" cy="0"/>
        </a:xfrm>
      </p:grpSpPr>
      <p:sp>
        <p:nvSpPr>
          <p:cNvPr id="3" name="TextBox 2"/>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4" name="TextBox 3"/>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5" name="TextBox 4"/>
          <p:cNvSpPr txBox="1"/>
          <p:nvPr userDrawn="1"/>
        </p:nvSpPr>
        <p:spPr>
          <a:xfrm>
            <a:off x="1170783" y="2067367"/>
            <a:ext cx="5347719" cy="341198"/>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rPr>
              <a:t>Lorem</a:t>
            </a:r>
            <a:r>
              <a:rPr lang="en-US" sz="1600" dirty="0" smtClean="0">
                <a:solidFill>
                  <a:srgbClr val="4F81BD"/>
                </a:solidFill>
                <a:latin typeface="Calibri"/>
              </a:rPr>
              <a:t> </a:t>
            </a:r>
            <a:r>
              <a:rPr lang="en-US" sz="1600" dirty="0" err="1" smtClean="0">
                <a:solidFill>
                  <a:srgbClr val="4F81BD"/>
                </a:solidFill>
                <a:latin typeface="Calibri"/>
              </a:rPr>
              <a:t>ipsum</a:t>
            </a:r>
            <a:endParaRPr lang="en-US" sz="1600" dirty="0">
              <a:solidFill>
                <a:srgbClr val="4F81BD"/>
              </a:solidFill>
              <a:latin typeface="Calibri"/>
            </a:endParaRPr>
          </a:p>
        </p:txBody>
      </p:sp>
      <p:sp>
        <p:nvSpPr>
          <p:cNvPr id="6" name="TextBox 5"/>
          <p:cNvSpPr txBox="1"/>
          <p:nvPr userDrawn="1"/>
        </p:nvSpPr>
        <p:spPr>
          <a:xfrm>
            <a:off x="1170775" y="2698340"/>
            <a:ext cx="7583112" cy="2492990"/>
          </a:xfrm>
          <a:prstGeom prst="rect">
            <a:avLst/>
          </a:prstGeom>
          <a:noFill/>
        </p:spPr>
        <p:txBody>
          <a:bodyPr wrap="square" lIns="91407" tIns="45704" rIns="91407" bIns="45704" numCol="2" spcCol="215923" rtlCol="0">
            <a:spAutoFit/>
          </a:bodyPr>
          <a:lstStyle/>
          <a:p>
            <a:pPr algn="just" defTabSz="457035" eaLnBrk="1" fontAlgn="auto" hangingPunct="1">
              <a:spcBef>
                <a:spcPts val="0"/>
              </a:spcBef>
              <a:spcAft>
                <a:spcPts val="0"/>
              </a:spcAft>
              <a:defRPr/>
            </a:pPr>
            <a:r>
              <a:rPr lang="en-US" sz="1200" dirty="0" err="1" smtClean="0">
                <a:solidFill>
                  <a:srgbClr val="7F7F7F"/>
                </a:solidFill>
                <a:latin typeface="Calibri"/>
              </a:rPr>
              <a:t>Lorem</a:t>
            </a:r>
            <a:r>
              <a:rPr lang="en-US" sz="1200" dirty="0" smtClean="0">
                <a:solidFill>
                  <a:srgbClr val="7F7F7F"/>
                </a:solidFill>
                <a:latin typeface="Calibri"/>
              </a:rPr>
              <a:t> </a:t>
            </a:r>
            <a:r>
              <a:rPr lang="en-US" sz="1200" dirty="0" err="1" smtClean="0">
                <a:solidFill>
                  <a:srgbClr val="7F7F7F"/>
                </a:solidFill>
                <a:latin typeface="Calibri"/>
              </a:rPr>
              <a:t>ipsum</a:t>
            </a:r>
            <a:r>
              <a:rPr lang="en-US" sz="1200" dirty="0" smtClean="0">
                <a:solidFill>
                  <a:srgbClr val="7F7F7F"/>
                </a:solidFill>
                <a:latin typeface="Calibri"/>
              </a:rPr>
              <a:t> dolor sit </a:t>
            </a:r>
            <a:r>
              <a:rPr lang="en-US" sz="1200" dirty="0" err="1" smtClean="0">
                <a:solidFill>
                  <a:srgbClr val="7F7F7F"/>
                </a:solidFill>
                <a:latin typeface="Calibri"/>
              </a:rPr>
              <a:t>amet</a:t>
            </a:r>
            <a:r>
              <a:rPr lang="en-US" sz="1200" dirty="0" smtClean="0">
                <a:solidFill>
                  <a:srgbClr val="7F7F7F"/>
                </a:solidFill>
                <a:latin typeface="Calibri"/>
              </a:rPr>
              <a:t>, </a:t>
            </a:r>
            <a:r>
              <a:rPr lang="en-US" sz="1200" dirty="0" err="1" smtClean="0">
                <a:solidFill>
                  <a:srgbClr val="7F7F7F"/>
                </a:solidFill>
                <a:latin typeface="Calibri"/>
              </a:rPr>
              <a:t>consectetur</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Vestibulum</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tristique</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a:t>
            </a:r>
            <a:r>
              <a:rPr lang="en-US" sz="1200" dirty="0" err="1" smtClean="0">
                <a:solidFill>
                  <a:srgbClr val="7F7F7F"/>
                </a:solidFill>
                <a:latin typeface="Calibri"/>
              </a:rPr>
              <a:t>Donec</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mauris</a:t>
            </a:r>
            <a:r>
              <a:rPr lang="en-US" sz="1200" dirty="0" smtClean="0">
                <a:solidFill>
                  <a:srgbClr val="7F7F7F"/>
                </a:solidFill>
                <a:latin typeface="Calibri"/>
              </a:rPr>
              <a:t>, </a:t>
            </a:r>
            <a:r>
              <a:rPr lang="en-US" sz="1200" dirty="0" err="1" smtClean="0">
                <a:solidFill>
                  <a:srgbClr val="7F7F7F"/>
                </a:solidFill>
                <a:latin typeface="Calibri"/>
              </a:rPr>
              <a:t>pulvinar</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nisl</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a:t>
            </a:r>
            <a:r>
              <a:rPr lang="en-US" sz="1200" dirty="0" err="1" smtClean="0">
                <a:solidFill>
                  <a:srgbClr val="7F7F7F"/>
                </a:solidFill>
                <a:latin typeface="Calibri"/>
              </a:rPr>
              <a:t>ultrices</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non </a:t>
            </a:r>
            <a:r>
              <a:rPr lang="en-US" sz="1200" dirty="0" err="1" smtClean="0">
                <a:solidFill>
                  <a:srgbClr val="7F7F7F"/>
                </a:solidFill>
                <a:latin typeface="Calibri"/>
              </a:rPr>
              <a:t>egestas</a:t>
            </a:r>
            <a:r>
              <a:rPr lang="en-US" sz="1200" dirty="0" smtClean="0">
                <a:solidFill>
                  <a:srgbClr val="7F7F7F"/>
                </a:solidFill>
                <a:latin typeface="Calibri"/>
              </a:rPr>
              <a:t> dolor </a:t>
            </a:r>
            <a:r>
              <a:rPr lang="en-US" sz="1200" dirty="0" err="1" smtClean="0">
                <a:solidFill>
                  <a:srgbClr val="7F7F7F"/>
                </a:solidFill>
                <a:latin typeface="Calibri"/>
              </a:rPr>
              <a:t>semper</a:t>
            </a:r>
            <a:r>
              <a:rPr lang="en-US" sz="1200" dirty="0" smtClean="0">
                <a:solidFill>
                  <a:srgbClr val="7F7F7F"/>
                </a:solidFill>
                <a:latin typeface="Calibri"/>
              </a:rPr>
              <a:t>. </a:t>
            </a:r>
            <a:r>
              <a:rPr lang="en-US" sz="1200" dirty="0" err="1" smtClean="0">
                <a:solidFill>
                  <a:srgbClr val="7F7F7F"/>
                </a:solidFill>
                <a:latin typeface="Calibri"/>
              </a:rPr>
              <a:t>Quisque</a:t>
            </a:r>
            <a:r>
              <a:rPr lang="en-US" sz="1200" dirty="0" smtClean="0">
                <a:solidFill>
                  <a:srgbClr val="7F7F7F"/>
                </a:solidFill>
                <a:latin typeface="Calibri"/>
              </a:rPr>
              <a:t> in lacus </a:t>
            </a:r>
            <a:r>
              <a:rPr lang="en-US" sz="1200" dirty="0" err="1" smtClean="0">
                <a:solidFill>
                  <a:srgbClr val="7F7F7F"/>
                </a:solidFill>
                <a:latin typeface="Calibri"/>
              </a:rPr>
              <a:t>metus</a:t>
            </a:r>
            <a:r>
              <a:rPr lang="en-US" sz="1200" dirty="0" smtClean="0">
                <a:solidFill>
                  <a:srgbClr val="7F7F7F"/>
                </a:solidFill>
                <a:latin typeface="Calibri"/>
              </a:rPr>
              <a:t>. Maecenas vitae </a:t>
            </a:r>
            <a:r>
              <a:rPr lang="en-US" sz="1200" dirty="0" err="1" smtClean="0">
                <a:solidFill>
                  <a:srgbClr val="7F7F7F"/>
                </a:solidFill>
                <a:latin typeface="Calibri"/>
              </a:rPr>
              <a:t>risus</a:t>
            </a:r>
            <a:r>
              <a:rPr lang="en-US" sz="1200" dirty="0" smtClean="0">
                <a:solidFill>
                  <a:srgbClr val="7F7F7F"/>
                </a:solidFill>
                <a:latin typeface="Calibri"/>
              </a:rPr>
              <a:t> </a:t>
            </a:r>
            <a:r>
              <a:rPr lang="en-US" sz="1200" dirty="0" err="1" smtClean="0">
                <a:solidFill>
                  <a:srgbClr val="7F7F7F"/>
                </a:solidFill>
                <a:latin typeface="Calibri"/>
              </a:rPr>
              <a:t>vel</a:t>
            </a:r>
            <a:r>
              <a:rPr lang="en-US" sz="1200" dirty="0" smtClean="0">
                <a:solidFill>
                  <a:srgbClr val="7F7F7F"/>
                </a:solidFill>
                <a:latin typeface="Calibri"/>
              </a:rPr>
              <a:t>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a:t>
            </a:r>
            <a:r>
              <a:rPr lang="en-US" sz="1200" dirty="0" err="1" smtClean="0">
                <a:solidFill>
                  <a:srgbClr val="7F7F7F"/>
                </a:solidFill>
                <a:latin typeface="Calibri"/>
              </a:rPr>
              <a:t>tempor</a:t>
            </a:r>
            <a:r>
              <a:rPr lang="en-US" sz="1200" dirty="0" smtClean="0">
                <a:solidFill>
                  <a:srgbClr val="7F7F7F"/>
                </a:solidFill>
                <a:latin typeface="Calibri"/>
              </a:rPr>
              <a:t>. </a:t>
            </a:r>
            <a:r>
              <a:rPr lang="en-US" sz="1200" dirty="0" err="1" smtClean="0">
                <a:solidFill>
                  <a:srgbClr val="7F7F7F"/>
                </a:solidFill>
                <a:latin typeface="Calibri"/>
              </a:rPr>
              <a:t>Suspendisse</a:t>
            </a:r>
            <a:r>
              <a:rPr lang="en-US" sz="1200" dirty="0" smtClean="0">
                <a:solidFill>
                  <a:srgbClr val="7F7F7F"/>
                </a:solidFill>
                <a:latin typeface="Calibri"/>
              </a:rPr>
              <a:t> </a:t>
            </a:r>
            <a:r>
              <a:rPr lang="en-US" sz="1200" dirty="0" err="1" smtClean="0">
                <a:solidFill>
                  <a:srgbClr val="7F7F7F"/>
                </a:solidFill>
                <a:latin typeface="Calibri"/>
              </a:rPr>
              <a:t>eu</a:t>
            </a:r>
            <a:r>
              <a:rPr lang="en-US" sz="1200" dirty="0" smtClean="0">
                <a:solidFill>
                  <a:srgbClr val="7F7F7F"/>
                </a:solidFill>
                <a:latin typeface="Calibri"/>
              </a:rPr>
              <a:t> </a:t>
            </a:r>
            <a:r>
              <a:rPr lang="en-US" sz="1200" dirty="0" err="1" smtClean="0">
                <a:solidFill>
                  <a:srgbClr val="7F7F7F"/>
                </a:solidFill>
                <a:latin typeface="Calibri"/>
              </a:rPr>
              <a:t>tortor</a:t>
            </a:r>
            <a:r>
              <a:rPr lang="en-US" sz="1200" dirty="0" smtClean="0">
                <a:solidFill>
                  <a:srgbClr val="7F7F7F"/>
                </a:solidFill>
                <a:latin typeface="Calibri"/>
              </a:rPr>
              <a:t> </a:t>
            </a:r>
            <a:r>
              <a:rPr lang="en-US" sz="1200" dirty="0" err="1" smtClean="0">
                <a:solidFill>
                  <a:srgbClr val="7F7F7F"/>
                </a:solidFill>
                <a:latin typeface="Calibri"/>
              </a:rPr>
              <a:t>leo</a:t>
            </a:r>
            <a:r>
              <a:rPr lang="en-US" sz="1200" dirty="0" smtClean="0">
                <a:solidFill>
                  <a:srgbClr val="7F7F7F"/>
                </a:solidFill>
                <a:latin typeface="Calibri"/>
              </a:rPr>
              <a:t>, </a:t>
            </a:r>
            <a:r>
              <a:rPr lang="en-US" sz="1200" dirty="0" err="1" smtClean="0">
                <a:solidFill>
                  <a:srgbClr val="7F7F7F"/>
                </a:solidFill>
                <a:latin typeface="Calibri"/>
              </a:rPr>
              <a:t>quis</a:t>
            </a:r>
            <a:r>
              <a:rPr lang="en-US" sz="1200" dirty="0" smtClean="0">
                <a:solidFill>
                  <a:srgbClr val="7F7F7F"/>
                </a:solidFill>
                <a:latin typeface="Calibri"/>
              </a:rPr>
              <a:t>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erat</a:t>
            </a:r>
            <a:r>
              <a:rPr lang="en-US" sz="1200" dirty="0" smtClean="0">
                <a:solidFill>
                  <a:srgbClr val="7F7F7F"/>
                </a:solidFill>
                <a:latin typeface="Calibri"/>
              </a:rPr>
              <a:t>. </a:t>
            </a:r>
            <a:r>
              <a:rPr lang="en-US" sz="1200" dirty="0" err="1" smtClean="0">
                <a:solidFill>
                  <a:srgbClr val="7F7F7F"/>
                </a:solidFill>
                <a:latin typeface="Calibri"/>
              </a:rPr>
              <a:t>Vivamus</a:t>
            </a:r>
            <a:r>
              <a:rPr lang="en-US" sz="1200" dirty="0" smtClean="0">
                <a:solidFill>
                  <a:srgbClr val="7F7F7F"/>
                </a:solidFill>
                <a:latin typeface="Calibri"/>
              </a:rPr>
              <a:t>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est</a:t>
            </a:r>
            <a:r>
              <a:rPr lang="en-US" sz="1200" dirty="0" smtClean="0">
                <a:solidFill>
                  <a:srgbClr val="7F7F7F"/>
                </a:solidFill>
                <a:latin typeface="Calibri"/>
              </a:rPr>
              <a:t> vitae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enim</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Etiam</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ligula</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arcu</a:t>
            </a:r>
            <a:r>
              <a:rPr lang="en-US" sz="1200" dirty="0" smtClean="0">
                <a:solidFill>
                  <a:srgbClr val="7F7F7F"/>
                </a:solidFill>
                <a:latin typeface="Calibri"/>
              </a:rPr>
              <a:t> </a:t>
            </a:r>
            <a:r>
              <a:rPr lang="en-US" sz="1200" dirty="0" err="1" smtClean="0">
                <a:solidFill>
                  <a:srgbClr val="7F7F7F"/>
                </a:solidFill>
                <a:latin typeface="Calibri"/>
              </a:rPr>
              <a:t>ultricies</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In </a:t>
            </a:r>
            <a:r>
              <a:rPr lang="en-US" sz="1200" dirty="0" err="1" smtClean="0">
                <a:solidFill>
                  <a:srgbClr val="7F7F7F"/>
                </a:solidFill>
                <a:latin typeface="Calibri"/>
              </a:rPr>
              <a:t>malesuada</a:t>
            </a:r>
            <a:r>
              <a:rPr lang="en-US" sz="1200" dirty="0" smtClean="0">
                <a:solidFill>
                  <a:srgbClr val="7F7F7F"/>
                </a:solidFill>
                <a:latin typeface="Calibri"/>
              </a:rPr>
              <a:t> </a:t>
            </a:r>
            <a:r>
              <a:rPr lang="en-US" sz="1200" dirty="0" err="1" smtClean="0">
                <a:solidFill>
                  <a:srgbClr val="7F7F7F"/>
                </a:solidFill>
                <a:latin typeface="Calibri"/>
              </a:rPr>
              <a:t>justo</a:t>
            </a:r>
            <a:r>
              <a:rPr lang="en-US" sz="1200" dirty="0" smtClean="0">
                <a:solidFill>
                  <a:srgbClr val="7F7F7F"/>
                </a:solidFill>
                <a:latin typeface="Calibri"/>
              </a:rPr>
              <a:t> id </a:t>
            </a:r>
            <a:r>
              <a:rPr lang="en-US" sz="1200" dirty="0" err="1" smtClean="0">
                <a:solidFill>
                  <a:srgbClr val="7F7F7F"/>
                </a:solidFill>
                <a:latin typeface="Calibri"/>
              </a:rPr>
              <a:t>metus</a:t>
            </a:r>
            <a:r>
              <a:rPr lang="en-US" sz="1200" dirty="0" smtClean="0">
                <a:solidFill>
                  <a:srgbClr val="7F7F7F"/>
                </a:solidFill>
                <a:latin typeface="Calibri"/>
              </a:rPr>
              <a:t> </a:t>
            </a:r>
            <a:r>
              <a:rPr lang="en-US" sz="1200" dirty="0" err="1" smtClean="0">
                <a:solidFill>
                  <a:srgbClr val="7F7F7F"/>
                </a:solidFill>
                <a:latin typeface="Calibri"/>
              </a:rPr>
              <a:t>dapibus</a:t>
            </a:r>
            <a:r>
              <a:rPr lang="en-US" sz="1200" dirty="0" smtClean="0">
                <a:solidFill>
                  <a:srgbClr val="7F7F7F"/>
                </a:solidFill>
                <a:latin typeface="Calibri"/>
              </a:rPr>
              <a:t> ac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Fusce</a:t>
            </a:r>
            <a:r>
              <a:rPr lang="en-US" sz="1200" dirty="0" smtClean="0">
                <a:solidFill>
                  <a:srgbClr val="7F7F7F"/>
                </a:solidFill>
                <a:latin typeface="Calibri"/>
              </a:rPr>
              <a:t> </a:t>
            </a:r>
            <a:r>
              <a:rPr lang="en-US" sz="1200" dirty="0" err="1" smtClean="0">
                <a:solidFill>
                  <a:srgbClr val="7F7F7F"/>
                </a:solidFill>
                <a:latin typeface="Calibri"/>
              </a:rPr>
              <a:t>facilisis</a:t>
            </a:r>
            <a:r>
              <a:rPr lang="en-US" sz="1200" dirty="0" smtClean="0">
                <a:solidFill>
                  <a:srgbClr val="7F7F7F"/>
                </a:solidFill>
                <a:latin typeface="Calibri"/>
              </a:rPr>
              <a:t> </a:t>
            </a:r>
            <a:r>
              <a:rPr lang="en-US" sz="1200" dirty="0" err="1" smtClean="0">
                <a:solidFill>
                  <a:srgbClr val="7F7F7F"/>
                </a:solidFill>
                <a:latin typeface="Calibri"/>
              </a:rPr>
              <a:t>metus</a:t>
            </a:r>
            <a:r>
              <a:rPr lang="en-US" sz="1200" dirty="0" smtClean="0">
                <a:solidFill>
                  <a:srgbClr val="7F7F7F"/>
                </a:solidFill>
                <a:latin typeface="Calibri"/>
              </a:rPr>
              <a:t> a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Integer </a:t>
            </a:r>
            <a:r>
              <a:rPr lang="en-US" sz="1200" dirty="0" err="1" smtClean="0">
                <a:solidFill>
                  <a:srgbClr val="7F7F7F"/>
                </a:solidFill>
                <a:latin typeface="Calibri"/>
              </a:rPr>
              <a:t>vestibulum</a:t>
            </a:r>
            <a:r>
              <a:rPr lang="en-US" sz="1200" dirty="0" smtClean="0">
                <a:solidFill>
                  <a:srgbClr val="7F7F7F"/>
                </a:solidFill>
                <a:latin typeface="Calibri"/>
              </a:rPr>
              <a:t> quam a quam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eget</a:t>
            </a:r>
            <a:r>
              <a:rPr lang="en-US" sz="1200" dirty="0" smtClean="0">
                <a:solidFill>
                  <a:srgbClr val="7F7F7F"/>
                </a:solidFill>
                <a:latin typeface="Calibri"/>
              </a:rPr>
              <a:t> </a:t>
            </a:r>
            <a:r>
              <a:rPr lang="en-US" sz="1200" dirty="0" err="1" smtClean="0">
                <a:solidFill>
                  <a:srgbClr val="7F7F7F"/>
                </a:solidFill>
                <a:latin typeface="Calibri"/>
              </a:rPr>
              <a:t>molestie</a:t>
            </a:r>
            <a:r>
              <a:rPr lang="en-US" sz="1200" dirty="0" smtClean="0">
                <a:solidFill>
                  <a:srgbClr val="7F7F7F"/>
                </a:solidFill>
                <a:latin typeface="Calibri"/>
              </a:rPr>
              <a:t> </a:t>
            </a:r>
            <a:r>
              <a:rPr lang="en-US" sz="1200" dirty="0" err="1" smtClean="0">
                <a:solidFill>
                  <a:srgbClr val="7F7F7F"/>
                </a:solidFill>
                <a:latin typeface="Calibri"/>
              </a:rPr>
              <a:t>nibh</a:t>
            </a:r>
            <a:r>
              <a:rPr lang="en-US" sz="1200" dirty="0" smtClean="0">
                <a:solidFill>
                  <a:srgbClr val="7F7F7F"/>
                </a:solidFill>
                <a:latin typeface="Calibri"/>
              </a:rPr>
              <a:t> </a:t>
            </a:r>
            <a:r>
              <a:rPr lang="en-US" sz="1200" dirty="0" err="1" smtClean="0">
                <a:solidFill>
                  <a:srgbClr val="7F7F7F"/>
                </a:solidFill>
                <a:latin typeface="Calibri"/>
              </a:rPr>
              <a:t>cursus</a:t>
            </a:r>
            <a:r>
              <a:rPr lang="en-US" sz="1200" dirty="0" smtClean="0">
                <a:solidFill>
                  <a:srgbClr val="7F7F7F"/>
                </a:solidFill>
                <a:latin typeface="Calibri"/>
              </a:rPr>
              <a:t>. </a:t>
            </a:r>
            <a:r>
              <a:rPr lang="en-US" sz="1200" dirty="0" err="1" smtClean="0">
                <a:solidFill>
                  <a:srgbClr val="7F7F7F"/>
                </a:solidFill>
                <a:latin typeface="Calibri"/>
              </a:rPr>
              <a:t>Lorem</a:t>
            </a:r>
            <a:r>
              <a:rPr lang="en-US" sz="1200" dirty="0" smtClean="0">
                <a:solidFill>
                  <a:srgbClr val="7F7F7F"/>
                </a:solidFill>
                <a:latin typeface="Calibri"/>
              </a:rPr>
              <a:t> </a:t>
            </a:r>
            <a:r>
              <a:rPr lang="en-US" sz="1200" dirty="0" err="1" smtClean="0">
                <a:solidFill>
                  <a:srgbClr val="7F7F7F"/>
                </a:solidFill>
                <a:latin typeface="Calibri"/>
              </a:rPr>
              <a:t>ipsum</a:t>
            </a:r>
            <a:r>
              <a:rPr lang="en-US" sz="1200" dirty="0" smtClean="0">
                <a:solidFill>
                  <a:srgbClr val="7F7F7F"/>
                </a:solidFill>
                <a:latin typeface="Calibri"/>
              </a:rPr>
              <a:t> dolor sit </a:t>
            </a:r>
            <a:r>
              <a:rPr lang="en-US" sz="1200" dirty="0" err="1" smtClean="0">
                <a:solidFill>
                  <a:srgbClr val="7F7F7F"/>
                </a:solidFill>
                <a:latin typeface="Calibri"/>
              </a:rPr>
              <a:t>amet</a:t>
            </a:r>
            <a:r>
              <a:rPr lang="en-US" sz="1200" dirty="0" smtClean="0">
                <a:solidFill>
                  <a:srgbClr val="7F7F7F"/>
                </a:solidFill>
                <a:latin typeface="Calibri"/>
              </a:rPr>
              <a:t>, </a:t>
            </a:r>
            <a:r>
              <a:rPr lang="en-US" sz="1200" dirty="0" err="1" smtClean="0">
                <a:solidFill>
                  <a:srgbClr val="7F7F7F"/>
                </a:solidFill>
                <a:latin typeface="Calibri"/>
              </a:rPr>
              <a:t>consectetur</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Vestibulum</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tristique</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a:t>
            </a:r>
            <a:r>
              <a:rPr lang="en-US" sz="1200" dirty="0" err="1" smtClean="0">
                <a:solidFill>
                  <a:srgbClr val="7F7F7F"/>
                </a:solidFill>
                <a:latin typeface="Calibri"/>
              </a:rPr>
              <a:t>Donec</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mauris</a:t>
            </a:r>
            <a:r>
              <a:rPr lang="en-US" sz="1200" dirty="0" smtClean="0">
                <a:solidFill>
                  <a:srgbClr val="7F7F7F"/>
                </a:solidFill>
                <a:latin typeface="Calibri"/>
              </a:rPr>
              <a:t>, </a:t>
            </a:r>
            <a:r>
              <a:rPr lang="en-US" sz="1200" dirty="0" err="1" smtClean="0">
                <a:solidFill>
                  <a:srgbClr val="7F7F7F"/>
                </a:solidFill>
                <a:latin typeface="Calibri"/>
              </a:rPr>
              <a:t>pulvinar</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nisl</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a:t>
            </a:r>
            <a:r>
              <a:rPr lang="en-US" sz="1200" dirty="0" err="1" smtClean="0">
                <a:solidFill>
                  <a:srgbClr val="7F7F7F"/>
                </a:solidFill>
                <a:latin typeface="Calibri"/>
              </a:rPr>
              <a:t>ultrices</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non </a:t>
            </a:r>
            <a:r>
              <a:rPr lang="en-US" sz="1200" dirty="0" err="1" smtClean="0">
                <a:solidFill>
                  <a:srgbClr val="7F7F7F"/>
                </a:solidFill>
                <a:latin typeface="Calibri"/>
              </a:rPr>
              <a:t>egestas</a:t>
            </a:r>
            <a:r>
              <a:rPr lang="en-US" sz="1200" dirty="0" smtClean="0">
                <a:solidFill>
                  <a:srgbClr val="7F7F7F"/>
                </a:solidFill>
                <a:latin typeface="Calibri"/>
              </a:rPr>
              <a:t> dolor </a:t>
            </a:r>
            <a:r>
              <a:rPr lang="en-US" sz="1200" dirty="0" err="1" smtClean="0">
                <a:solidFill>
                  <a:srgbClr val="7F7F7F"/>
                </a:solidFill>
                <a:latin typeface="Calibri"/>
              </a:rPr>
              <a:t>semper</a:t>
            </a:r>
            <a:r>
              <a:rPr lang="en-US" sz="1200" dirty="0" smtClean="0">
                <a:solidFill>
                  <a:srgbClr val="7F7F7F"/>
                </a:solidFill>
                <a:latin typeface="Calibri"/>
              </a:rPr>
              <a:t>. </a:t>
            </a:r>
            <a:r>
              <a:rPr lang="en-US" sz="1200" dirty="0" err="1" smtClean="0">
                <a:solidFill>
                  <a:srgbClr val="7F7F7F"/>
                </a:solidFill>
                <a:latin typeface="Calibri"/>
              </a:rPr>
              <a:t>Quisque</a:t>
            </a:r>
            <a:r>
              <a:rPr lang="en-US" sz="1200" dirty="0" smtClean="0">
                <a:solidFill>
                  <a:srgbClr val="7F7F7F"/>
                </a:solidFill>
                <a:latin typeface="Calibri"/>
              </a:rPr>
              <a:t> in lacus </a:t>
            </a:r>
            <a:r>
              <a:rPr lang="en-US" sz="1200" dirty="0" err="1" smtClean="0">
                <a:solidFill>
                  <a:srgbClr val="7F7F7F"/>
                </a:solidFill>
                <a:latin typeface="Calibri"/>
              </a:rPr>
              <a:t>metus</a:t>
            </a:r>
            <a:r>
              <a:rPr lang="en-US" sz="1200" dirty="0" smtClean="0">
                <a:solidFill>
                  <a:srgbClr val="7F7F7F"/>
                </a:solidFill>
                <a:latin typeface="Calibri"/>
              </a:rPr>
              <a:t>. Maecenas vitae </a:t>
            </a:r>
            <a:r>
              <a:rPr lang="en-US" sz="1200" dirty="0" err="1" smtClean="0">
                <a:solidFill>
                  <a:srgbClr val="7F7F7F"/>
                </a:solidFill>
                <a:latin typeface="Calibri"/>
              </a:rPr>
              <a:t>risus</a:t>
            </a:r>
            <a:r>
              <a:rPr lang="en-US" sz="1200" dirty="0" smtClean="0">
                <a:solidFill>
                  <a:srgbClr val="7F7F7F"/>
                </a:solidFill>
                <a:latin typeface="Calibri"/>
              </a:rPr>
              <a:t> </a:t>
            </a:r>
            <a:r>
              <a:rPr lang="en-US" sz="1200" dirty="0" err="1" smtClean="0">
                <a:solidFill>
                  <a:srgbClr val="7F7F7F"/>
                </a:solidFill>
                <a:latin typeface="Calibri"/>
              </a:rPr>
              <a:t>vel</a:t>
            </a:r>
            <a:r>
              <a:rPr lang="en-US" sz="1200" dirty="0" smtClean="0">
                <a:solidFill>
                  <a:srgbClr val="7F7F7F"/>
                </a:solidFill>
                <a:latin typeface="Calibri"/>
              </a:rPr>
              <a:t>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a:t>
            </a:r>
            <a:r>
              <a:rPr lang="en-US" sz="1200" dirty="0" err="1" smtClean="0">
                <a:solidFill>
                  <a:srgbClr val="7F7F7F"/>
                </a:solidFill>
                <a:latin typeface="Calibri"/>
              </a:rPr>
              <a:t>tempor</a:t>
            </a:r>
            <a:r>
              <a:rPr lang="en-US" sz="1200" dirty="0" smtClean="0">
                <a:solidFill>
                  <a:srgbClr val="7F7F7F"/>
                </a:solidFill>
                <a:latin typeface="Calibri"/>
              </a:rPr>
              <a:t>. </a:t>
            </a:r>
            <a:r>
              <a:rPr lang="en-US" sz="1200" dirty="0" err="1" smtClean="0">
                <a:solidFill>
                  <a:srgbClr val="7F7F7F"/>
                </a:solidFill>
                <a:latin typeface="Calibri"/>
              </a:rPr>
              <a:t>Suspendisse</a:t>
            </a:r>
            <a:r>
              <a:rPr lang="en-US" sz="1200" dirty="0" smtClean="0">
                <a:solidFill>
                  <a:srgbClr val="7F7F7F"/>
                </a:solidFill>
                <a:latin typeface="Calibri"/>
              </a:rPr>
              <a:t> </a:t>
            </a:r>
            <a:r>
              <a:rPr lang="en-US" sz="1200" dirty="0" err="1" smtClean="0">
                <a:solidFill>
                  <a:srgbClr val="7F7F7F"/>
                </a:solidFill>
                <a:latin typeface="Calibri"/>
              </a:rPr>
              <a:t>eu</a:t>
            </a:r>
            <a:r>
              <a:rPr lang="en-US" sz="1200" dirty="0" smtClean="0">
                <a:solidFill>
                  <a:srgbClr val="7F7F7F"/>
                </a:solidFill>
                <a:latin typeface="Calibri"/>
              </a:rPr>
              <a:t> </a:t>
            </a:r>
            <a:r>
              <a:rPr lang="en-US" sz="1200" dirty="0" err="1" smtClean="0">
                <a:solidFill>
                  <a:srgbClr val="7F7F7F"/>
                </a:solidFill>
                <a:latin typeface="Calibri"/>
              </a:rPr>
              <a:t>tortor</a:t>
            </a:r>
            <a:r>
              <a:rPr lang="en-US" sz="1200" dirty="0" smtClean="0">
                <a:solidFill>
                  <a:srgbClr val="7F7F7F"/>
                </a:solidFill>
                <a:latin typeface="Calibri"/>
              </a:rPr>
              <a:t> </a:t>
            </a:r>
            <a:r>
              <a:rPr lang="en-US" sz="1200" dirty="0" err="1" smtClean="0">
                <a:solidFill>
                  <a:srgbClr val="7F7F7F"/>
                </a:solidFill>
                <a:latin typeface="Calibri"/>
              </a:rPr>
              <a:t>leo</a:t>
            </a:r>
            <a:r>
              <a:rPr lang="en-US" sz="1200" dirty="0" smtClean="0">
                <a:solidFill>
                  <a:srgbClr val="7F7F7F"/>
                </a:solidFill>
                <a:latin typeface="Calibri"/>
              </a:rPr>
              <a:t>, </a:t>
            </a:r>
            <a:r>
              <a:rPr lang="en-US" sz="1200" dirty="0" err="1" smtClean="0">
                <a:solidFill>
                  <a:srgbClr val="7F7F7F"/>
                </a:solidFill>
                <a:latin typeface="Calibri"/>
              </a:rPr>
              <a:t>quis</a:t>
            </a:r>
            <a:r>
              <a:rPr lang="en-US" sz="1200" dirty="0" smtClean="0">
                <a:solidFill>
                  <a:srgbClr val="7F7F7F"/>
                </a:solidFill>
                <a:latin typeface="Calibri"/>
              </a:rPr>
              <a:t>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erat</a:t>
            </a:r>
            <a:r>
              <a:rPr lang="en-US" sz="1200" dirty="0" smtClean="0">
                <a:solidFill>
                  <a:srgbClr val="7F7F7F"/>
                </a:solidFill>
                <a:latin typeface="Calibri"/>
              </a:rPr>
              <a:t>. </a:t>
            </a:r>
            <a:r>
              <a:rPr lang="en-US" sz="1200" dirty="0" err="1" smtClean="0">
                <a:solidFill>
                  <a:srgbClr val="7F7F7F"/>
                </a:solidFill>
                <a:latin typeface="Calibri"/>
              </a:rPr>
              <a:t>Vivamus</a:t>
            </a:r>
            <a:r>
              <a:rPr lang="en-US" sz="1200" dirty="0" smtClean="0">
                <a:solidFill>
                  <a:srgbClr val="7F7F7F"/>
                </a:solidFill>
                <a:latin typeface="Calibri"/>
              </a:rPr>
              <a:t>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est</a:t>
            </a:r>
            <a:r>
              <a:rPr lang="en-US" sz="1200" dirty="0" smtClean="0">
                <a:solidFill>
                  <a:srgbClr val="7F7F7F"/>
                </a:solidFill>
                <a:latin typeface="Calibri"/>
              </a:rPr>
              <a:t> vitae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enim</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Etiam</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ligula</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arcu</a:t>
            </a:r>
            <a:r>
              <a:rPr lang="en-US" sz="1200" dirty="0" smtClean="0">
                <a:solidFill>
                  <a:srgbClr val="7F7F7F"/>
                </a:solidFill>
                <a:latin typeface="Calibri"/>
              </a:rPr>
              <a:t> </a:t>
            </a:r>
            <a:r>
              <a:rPr lang="en-US" sz="1200" dirty="0" err="1" smtClean="0">
                <a:solidFill>
                  <a:srgbClr val="7F7F7F"/>
                </a:solidFill>
                <a:latin typeface="Calibri"/>
              </a:rPr>
              <a:t>ultricies</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In </a:t>
            </a:r>
            <a:r>
              <a:rPr lang="en-US" sz="1200" dirty="0" err="1" smtClean="0">
                <a:solidFill>
                  <a:srgbClr val="7F7F7F"/>
                </a:solidFill>
                <a:latin typeface="Calibri"/>
              </a:rPr>
              <a:t>malesuada</a:t>
            </a:r>
            <a:r>
              <a:rPr lang="en-US" sz="1200" dirty="0" smtClean="0">
                <a:solidFill>
                  <a:srgbClr val="7F7F7F"/>
                </a:solidFill>
                <a:latin typeface="Calibri"/>
              </a:rPr>
              <a:t> </a:t>
            </a:r>
            <a:r>
              <a:rPr lang="en-US" sz="1200" dirty="0" err="1" smtClean="0">
                <a:solidFill>
                  <a:srgbClr val="7F7F7F"/>
                </a:solidFill>
                <a:latin typeface="Calibri"/>
              </a:rPr>
              <a:t>justo</a:t>
            </a:r>
            <a:r>
              <a:rPr lang="en-US" sz="1200" dirty="0" smtClean="0">
                <a:solidFill>
                  <a:srgbClr val="7F7F7F"/>
                </a:solidFill>
                <a:latin typeface="Calibri"/>
              </a:rPr>
              <a:t> id </a:t>
            </a:r>
            <a:r>
              <a:rPr lang="en-US" sz="1200" dirty="0" err="1" smtClean="0">
                <a:solidFill>
                  <a:srgbClr val="7F7F7F"/>
                </a:solidFill>
                <a:latin typeface="Calibri"/>
              </a:rPr>
              <a:t>metus</a:t>
            </a:r>
            <a:r>
              <a:rPr lang="en-US" sz="1200" dirty="0" smtClean="0">
                <a:solidFill>
                  <a:srgbClr val="7F7F7F"/>
                </a:solidFill>
                <a:latin typeface="Calibri"/>
              </a:rPr>
              <a:t> </a:t>
            </a:r>
            <a:r>
              <a:rPr lang="en-US" sz="1200" dirty="0" err="1" smtClean="0">
                <a:solidFill>
                  <a:srgbClr val="7F7F7F"/>
                </a:solidFill>
                <a:latin typeface="Calibri"/>
              </a:rPr>
              <a:t>dapibus</a:t>
            </a:r>
            <a:r>
              <a:rPr lang="en-US" sz="1200" dirty="0" smtClean="0">
                <a:solidFill>
                  <a:srgbClr val="7F7F7F"/>
                </a:solidFill>
                <a:latin typeface="Calibri"/>
              </a:rPr>
              <a:t> ac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Fusce</a:t>
            </a:r>
            <a:r>
              <a:rPr lang="en-US" sz="1200" dirty="0" smtClean="0">
                <a:solidFill>
                  <a:srgbClr val="7F7F7F"/>
                </a:solidFill>
                <a:latin typeface="Calibri"/>
              </a:rPr>
              <a:t> </a:t>
            </a:r>
            <a:r>
              <a:rPr lang="en-US" sz="1200" dirty="0" err="1" smtClean="0">
                <a:solidFill>
                  <a:srgbClr val="7F7F7F"/>
                </a:solidFill>
                <a:latin typeface="Calibri"/>
              </a:rPr>
              <a:t>facilisis</a:t>
            </a:r>
            <a:r>
              <a:rPr lang="en-US" sz="1200" dirty="0" smtClean="0">
                <a:solidFill>
                  <a:srgbClr val="7F7F7F"/>
                </a:solidFill>
                <a:latin typeface="Calibri"/>
              </a:rPr>
              <a:t> </a:t>
            </a:r>
            <a:r>
              <a:rPr lang="en-US" sz="1200" dirty="0" err="1" smtClean="0">
                <a:solidFill>
                  <a:srgbClr val="7F7F7F"/>
                </a:solidFill>
                <a:latin typeface="Calibri"/>
              </a:rPr>
              <a:t>metus</a:t>
            </a:r>
            <a:r>
              <a:rPr lang="en-US" sz="1200" dirty="0" smtClean="0">
                <a:solidFill>
                  <a:srgbClr val="7F7F7F"/>
                </a:solidFill>
                <a:latin typeface="Calibri"/>
              </a:rPr>
              <a:t> a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Integer </a:t>
            </a:r>
            <a:r>
              <a:rPr lang="en-US" sz="1200" dirty="0" err="1" smtClean="0">
                <a:solidFill>
                  <a:srgbClr val="7F7F7F"/>
                </a:solidFill>
                <a:latin typeface="Calibri"/>
              </a:rPr>
              <a:t>vestibulum</a:t>
            </a:r>
            <a:r>
              <a:rPr lang="en-US" sz="1200" dirty="0" smtClean="0">
                <a:solidFill>
                  <a:srgbClr val="7F7F7F"/>
                </a:solidFill>
                <a:latin typeface="Calibri"/>
              </a:rPr>
              <a:t> quam a quam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eget</a:t>
            </a:r>
            <a:r>
              <a:rPr lang="en-US" sz="1200" dirty="0" smtClean="0">
                <a:solidFill>
                  <a:srgbClr val="7F7F7F"/>
                </a:solidFill>
                <a:latin typeface="Calibri"/>
              </a:rPr>
              <a:t> </a:t>
            </a:r>
            <a:r>
              <a:rPr lang="en-US" sz="1200" dirty="0" err="1" smtClean="0">
                <a:solidFill>
                  <a:srgbClr val="7F7F7F"/>
                </a:solidFill>
                <a:latin typeface="Calibri"/>
              </a:rPr>
              <a:t>molestie</a:t>
            </a:r>
            <a:r>
              <a:rPr lang="en-US" sz="1200" dirty="0" smtClean="0">
                <a:solidFill>
                  <a:srgbClr val="7F7F7F"/>
                </a:solidFill>
                <a:latin typeface="Calibri"/>
              </a:rPr>
              <a:t> </a:t>
            </a:r>
            <a:r>
              <a:rPr lang="en-US" sz="1200" dirty="0" err="1" smtClean="0">
                <a:solidFill>
                  <a:srgbClr val="7F7F7F"/>
                </a:solidFill>
                <a:latin typeface="Calibri"/>
              </a:rPr>
              <a:t>nibh</a:t>
            </a:r>
            <a:r>
              <a:rPr lang="en-US" sz="1200" dirty="0" smtClean="0">
                <a:solidFill>
                  <a:srgbClr val="7F7F7F"/>
                </a:solidFill>
                <a:latin typeface="Calibri"/>
              </a:rPr>
              <a:t> </a:t>
            </a:r>
            <a:r>
              <a:rPr lang="en-US" sz="1200" dirty="0" err="1" smtClean="0">
                <a:solidFill>
                  <a:srgbClr val="7F7F7F"/>
                </a:solidFill>
                <a:latin typeface="Calibri"/>
              </a:rPr>
              <a:t>cursus</a:t>
            </a:r>
            <a:r>
              <a:rPr lang="en-US" sz="1200" dirty="0" smtClean="0">
                <a:solidFill>
                  <a:srgbClr val="7F7F7F"/>
                </a:solidFill>
                <a:latin typeface="Calibri"/>
              </a:rPr>
              <a:t>.</a:t>
            </a:r>
            <a:endParaRPr lang="en-US" sz="1200" dirty="0" smtClean="0">
              <a:solidFill>
                <a:srgbClr val="7F7F7F"/>
              </a:solidFill>
              <a:latin typeface="Tahoma"/>
              <a:cs typeface="Tahoma"/>
            </a:endParaRPr>
          </a:p>
          <a:p>
            <a:pPr algn="just" defTabSz="457035" eaLnBrk="1" fontAlgn="auto" hangingPunct="1">
              <a:spcBef>
                <a:spcPts val="0"/>
              </a:spcBef>
              <a:spcAft>
                <a:spcPts val="0"/>
              </a:spcAft>
              <a:defRPr/>
            </a:pPr>
            <a:endParaRPr lang="en-US" sz="1200" dirty="0">
              <a:solidFill>
                <a:srgbClr val="7F7F7F"/>
              </a:solidFill>
              <a:latin typeface="Tahoma"/>
              <a:cs typeface="Tahoma"/>
            </a:endParaRPr>
          </a:p>
        </p:txBody>
      </p:sp>
    </p:spTree>
    <p:extLst>
      <p:ext uri="{BB962C8B-B14F-4D97-AF65-F5344CB8AC3E}">
        <p14:creationId xmlns:p14="http://schemas.microsoft.com/office/powerpoint/2010/main" val="269873291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rês Coluna">
    <p:spTree>
      <p:nvGrpSpPr>
        <p:cNvPr id="1" name=""/>
        <p:cNvGrpSpPr/>
        <p:nvPr/>
      </p:nvGrpSpPr>
      <p:grpSpPr>
        <a:xfrm>
          <a:off x="0" y="0"/>
          <a:ext cx="0" cy="0"/>
          <a:chOff x="0" y="0"/>
          <a:chExt cx="0" cy="0"/>
        </a:xfrm>
      </p:grpSpPr>
      <p:sp>
        <p:nvSpPr>
          <p:cNvPr id="3" name="TextBox 2"/>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4" name="TextBox 3"/>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5" name="TextBox 4"/>
          <p:cNvSpPr txBox="1"/>
          <p:nvPr userDrawn="1"/>
        </p:nvSpPr>
        <p:spPr>
          <a:xfrm>
            <a:off x="1170783" y="2067367"/>
            <a:ext cx="5347719" cy="341198"/>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rPr>
              <a:t>Lorem</a:t>
            </a:r>
            <a:r>
              <a:rPr lang="en-US" sz="1600" dirty="0" smtClean="0">
                <a:solidFill>
                  <a:srgbClr val="4F81BD"/>
                </a:solidFill>
                <a:latin typeface="Calibri"/>
              </a:rPr>
              <a:t> </a:t>
            </a:r>
            <a:r>
              <a:rPr lang="en-US" sz="1600" dirty="0" err="1" smtClean="0">
                <a:solidFill>
                  <a:srgbClr val="4F81BD"/>
                </a:solidFill>
                <a:latin typeface="Calibri"/>
              </a:rPr>
              <a:t>ipsum</a:t>
            </a:r>
            <a:endParaRPr lang="en-US" sz="1600" dirty="0">
              <a:solidFill>
                <a:srgbClr val="4F81BD"/>
              </a:solidFill>
              <a:latin typeface="Calibri"/>
            </a:endParaRPr>
          </a:p>
        </p:txBody>
      </p:sp>
      <p:sp>
        <p:nvSpPr>
          <p:cNvPr id="6" name="TextBox 5"/>
          <p:cNvSpPr txBox="1"/>
          <p:nvPr userDrawn="1"/>
        </p:nvSpPr>
        <p:spPr>
          <a:xfrm>
            <a:off x="1170775" y="2698341"/>
            <a:ext cx="7583112" cy="3068035"/>
          </a:xfrm>
          <a:prstGeom prst="rect">
            <a:avLst/>
          </a:prstGeom>
          <a:noFill/>
        </p:spPr>
        <p:txBody>
          <a:bodyPr wrap="square" lIns="91407" tIns="45704" rIns="91407" bIns="45704" numCol="3" spcCol="215923" rtlCol="0">
            <a:spAutoFit/>
          </a:bodyPr>
          <a:lstStyle/>
          <a:p>
            <a:pPr algn="just" defTabSz="457035" eaLnBrk="1" fontAlgn="auto" hangingPunct="1">
              <a:spcBef>
                <a:spcPts val="0"/>
              </a:spcBef>
              <a:spcAft>
                <a:spcPts val="0"/>
              </a:spcAft>
              <a:defRPr/>
            </a:pPr>
            <a:r>
              <a:rPr lang="en-US" sz="1200" dirty="0" err="1" smtClean="0">
                <a:solidFill>
                  <a:srgbClr val="7F7F7F"/>
                </a:solidFill>
                <a:latin typeface="Calibri"/>
              </a:rPr>
              <a:t>Lorem</a:t>
            </a:r>
            <a:r>
              <a:rPr lang="en-US" sz="1200" dirty="0" smtClean="0">
                <a:solidFill>
                  <a:srgbClr val="7F7F7F"/>
                </a:solidFill>
                <a:latin typeface="Calibri"/>
              </a:rPr>
              <a:t> </a:t>
            </a:r>
            <a:r>
              <a:rPr lang="en-US" sz="1200" dirty="0" err="1" smtClean="0">
                <a:solidFill>
                  <a:srgbClr val="7F7F7F"/>
                </a:solidFill>
                <a:latin typeface="Calibri"/>
              </a:rPr>
              <a:t>ipsum</a:t>
            </a:r>
            <a:r>
              <a:rPr lang="en-US" sz="1200" dirty="0" smtClean="0">
                <a:solidFill>
                  <a:srgbClr val="7F7F7F"/>
                </a:solidFill>
                <a:latin typeface="Calibri"/>
              </a:rPr>
              <a:t> dolor sit </a:t>
            </a:r>
            <a:r>
              <a:rPr lang="en-US" sz="1200" dirty="0" err="1" smtClean="0">
                <a:solidFill>
                  <a:srgbClr val="7F7F7F"/>
                </a:solidFill>
                <a:latin typeface="Calibri"/>
              </a:rPr>
              <a:t>amet</a:t>
            </a:r>
            <a:r>
              <a:rPr lang="en-US" sz="1200" dirty="0" smtClean="0">
                <a:solidFill>
                  <a:srgbClr val="7F7F7F"/>
                </a:solidFill>
                <a:latin typeface="Calibri"/>
              </a:rPr>
              <a:t>, </a:t>
            </a:r>
            <a:r>
              <a:rPr lang="en-US" sz="1200" dirty="0" err="1" smtClean="0">
                <a:solidFill>
                  <a:srgbClr val="7F7F7F"/>
                </a:solidFill>
                <a:latin typeface="Calibri"/>
              </a:rPr>
              <a:t>consectetur</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Vestibulum</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tristique</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a:t>
            </a:r>
            <a:r>
              <a:rPr lang="en-US" sz="1200" dirty="0" err="1" smtClean="0">
                <a:solidFill>
                  <a:srgbClr val="7F7F7F"/>
                </a:solidFill>
                <a:latin typeface="Calibri"/>
              </a:rPr>
              <a:t>Donec</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mauris</a:t>
            </a:r>
            <a:r>
              <a:rPr lang="en-US" sz="1200" dirty="0" smtClean="0">
                <a:solidFill>
                  <a:srgbClr val="7F7F7F"/>
                </a:solidFill>
                <a:latin typeface="Calibri"/>
              </a:rPr>
              <a:t>, </a:t>
            </a:r>
            <a:r>
              <a:rPr lang="en-US" sz="1200" dirty="0" err="1" smtClean="0">
                <a:solidFill>
                  <a:srgbClr val="7F7F7F"/>
                </a:solidFill>
                <a:latin typeface="Calibri"/>
              </a:rPr>
              <a:t>pulvinar</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nisl</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a:t>
            </a:r>
            <a:r>
              <a:rPr lang="en-US" sz="1200" dirty="0" err="1" smtClean="0">
                <a:solidFill>
                  <a:srgbClr val="7F7F7F"/>
                </a:solidFill>
                <a:latin typeface="Calibri"/>
              </a:rPr>
              <a:t>ultrices</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non </a:t>
            </a:r>
            <a:r>
              <a:rPr lang="en-US" sz="1200" dirty="0" err="1" smtClean="0">
                <a:solidFill>
                  <a:srgbClr val="7F7F7F"/>
                </a:solidFill>
                <a:latin typeface="Calibri"/>
              </a:rPr>
              <a:t>egestas</a:t>
            </a:r>
            <a:r>
              <a:rPr lang="en-US" sz="1200" dirty="0" smtClean="0">
                <a:solidFill>
                  <a:srgbClr val="7F7F7F"/>
                </a:solidFill>
                <a:latin typeface="Calibri"/>
              </a:rPr>
              <a:t> dolor </a:t>
            </a:r>
            <a:r>
              <a:rPr lang="en-US" sz="1200" dirty="0" err="1" smtClean="0">
                <a:solidFill>
                  <a:srgbClr val="7F7F7F"/>
                </a:solidFill>
                <a:latin typeface="Calibri"/>
              </a:rPr>
              <a:t>semper</a:t>
            </a:r>
            <a:r>
              <a:rPr lang="en-US" sz="1200" dirty="0" smtClean="0">
                <a:solidFill>
                  <a:srgbClr val="7F7F7F"/>
                </a:solidFill>
                <a:latin typeface="Calibri"/>
              </a:rPr>
              <a:t>. </a:t>
            </a:r>
            <a:r>
              <a:rPr lang="en-US" sz="1200" dirty="0" err="1" smtClean="0">
                <a:solidFill>
                  <a:srgbClr val="7F7F7F"/>
                </a:solidFill>
                <a:latin typeface="Calibri"/>
              </a:rPr>
              <a:t>Quisque</a:t>
            </a:r>
            <a:r>
              <a:rPr lang="en-US" sz="1200" dirty="0" smtClean="0">
                <a:solidFill>
                  <a:srgbClr val="7F7F7F"/>
                </a:solidFill>
                <a:latin typeface="Calibri"/>
              </a:rPr>
              <a:t> in lacus </a:t>
            </a:r>
            <a:r>
              <a:rPr lang="en-US" sz="1200" dirty="0" err="1" smtClean="0">
                <a:solidFill>
                  <a:srgbClr val="7F7F7F"/>
                </a:solidFill>
                <a:latin typeface="Calibri"/>
              </a:rPr>
              <a:t>metus</a:t>
            </a:r>
            <a:r>
              <a:rPr lang="en-US" sz="1200" dirty="0" smtClean="0">
                <a:solidFill>
                  <a:srgbClr val="7F7F7F"/>
                </a:solidFill>
                <a:latin typeface="Calibri"/>
              </a:rPr>
              <a:t>. Maecenas vitae </a:t>
            </a:r>
            <a:r>
              <a:rPr lang="en-US" sz="1200" dirty="0" err="1" smtClean="0">
                <a:solidFill>
                  <a:srgbClr val="7F7F7F"/>
                </a:solidFill>
                <a:latin typeface="Calibri"/>
              </a:rPr>
              <a:t>risus</a:t>
            </a:r>
            <a:r>
              <a:rPr lang="en-US" sz="1200" dirty="0" smtClean="0">
                <a:solidFill>
                  <a:srgbClr val="7F7F7F"/>
                </a:solidFill>
                <a:latin typeface="Calibri"/>
              </a:rPr>
              <a:t> </a:t>
            </a:r>
            <a:r>
              <a:rPr lang="en-US" sz="1200" dirty="0" err="1" smtClean="0">
                <a:solidFill>
                  <a:srgbClr val="7F7F7F"/>
                </a:solidFill>
                <a:latin typeface="Calibri"/>
              </a:rPr>
              <a:t>vel</a:t>
            </a:r>
            <a:r>
              <a:rPr lang="en-US" sz="1200" dirty="0" smtClean="0">
                <a:solidFill>
                  <a:srgbClr val="7F7F7F"/>
                </a:solidFill>
                <a:latin typeface="Calibri"/>
              </a:rPr>
              <a:t>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a:t>
            </a:r>
            <a:r>
              <a:rPr lang="en-US" sz="1200" dirty="0" err="1" smtClean="0">
                <a:solidFill>
                  <a:srgbClr val="7F7F7F"/>
                </a:solidFill>
                <a:latin typeface="Calibri"/>
              </a:rPr>
              <a:t>tempor</a:t>
            </a:r>
            <a:r>
              <a:rPr lang="en-US" sz="1200" dirty="0" smtClean="0">
                <a:solidFill>
                  <a:srgbClr val="7F7F7F"/>
                </a:solidFill>
                <a:latin typeface="Calibri"/>
              </a:rPr>
              <a:t>. </a:t>
            </a:r>
            <a:r>
              <a:rPr lang="en-US" sz="1200" dirty="0" err="1" smtClean="0">
                <a:solidFill>
                  <a:srgbClr val="7F7F7F"/>
                </a:solidFill>
                <a:latin typeface="Calibri"/>
              </a:rPr>
              <a:t>Suspendisse</a:t>
            </a:r>
            <a:r>
              <a:rPr lang="en-US" sz="1200" dirty="0" smtClean="0">
                <a:solidFill>
                  <a:srgbClr val="7F7F7F"/>
                </a:solidFill>
                <a:latin typeface="Calibri"/>
              </a:rPr>
              <a:t> </a:t>
            </a:r>
            <a:r>
              <a:rPr lang="en-US" sz="1200" dirty="0" err="1" smtClean="0">
                <a:solidFill>
                  <a:srgbClr val="7F7F7F"/>
                </a:solidFill>
                <a:latin typeface="Calibri"/>
              </a:rPr>
              <a:t>eu</a:t>
            </a:r>
            <a:r>
              <a:rPr lang="en-US" sz="1200" dirty="0" smtClean="0">
                <a:solidFill>
                  <a:srgbClr val="7F7F7F"/>
                </a:solidFill>
                <a:latin typeface="Calibri"/>
              </a:rPr>
              <a:t> </a:t>
            </a:r>
            <a:r>
              <a:rPr lang="en-US" sz="1200" dirty="0" err="1" smtClean="0">
                <a:solidFill>
                  <a:srgbClr val="7F7F7F"/>
                </a:solidFill>
                <a:latin typeface="Calibri"/>
              </a:rPr>
              <a:t>tortor</a:t>
            </a:r>
            <a:r>
              <a:rPr lang="en-US" sz="1200" dirty="0" smtClean="0">
                <a:solidFill>
                  <a:srgbClr val="7F7F7F"/>
                </a:solidFill>
                <a:latin typeface="Calibri"/>
              </a:rPr>
              <a:t> </a:t>
            </a:r>
            <a:r>
              <a:rPr lang="en-US" sz="1200" dirty="0" err="1" smtClean="0">
                <a:solidFill>
                  <a:srgbClr val="7F7F7F"/>
                </a:solidFill>
                <a:latin typeface="Calibri"/>
              </a:rPr>
              <a:t>leo</a:t>
            </a:r>
            <a:r>
              <a:rPr lang="en-US" sz="1200" dirty="0" smtClean="0">
                <a:solidFill>
                  <a:srgbClr val="7F7F7F"/>
                </a:solidFill>
                <a:latin typeface="Calibri"/>
              </a:rPr>
              <a:t>, </a:t>
            </a:r>
            <a:r>
              <a:rPr lang="en-US" sz="1200" dirty="0" err="1" smtClean="0">
                <a:solidFill>
                  <a:srgbClr val="7F7F7F"/>
                </a:solidFill>
                <a:latin typeface="Calibri"/>
              </a:rPr>
              <a:t>quis</a:t>
            </a:r>
            <a:r>
              <a:rPr lang="en-US" sz="1200" dirty="0" smtClean="0">
                <a:solidFill>
                  <a:srgbClr val="7F7F7F"/>
                </a:solidFill>
                <a:latin typeface="Calibri"/>
              </a:rPr>
              <a:t>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erat</a:t>
            </a:r>
            <a:r>
              <a:rPr lang="en-US" sz="1200" dirty="0" smtClean="0">
                <a:solidFill>
                  <a:srgbClr val="7F7F7F"/>
                </a:solidFill>
                <a:latin typeface="Calibri"/>
              </a:rPr>
              <a:t>. </a:t>
            </a:r>
            <a:r>
              <a:rPr lang="en-US" sz="1200" dirty="0" err="1" smtClean="0">
                <a:solidFill>
                  <a:srgbClr val="7F7F7F"/>
                </a:solidFill>
                <a:latin typeface="Calibri"/>
              </a:rPr>
              <a:t>Vivamus</a:t>
            </a:r>
            <a:r>
              <a:rPr lang="en-US" sz="1200" dirty="0" smtClean="0">
                <a:solidFill>
                  <a:srgbClr val="7F7F7F"/>
                </a:solidFill>
                <a:latin typeface="Calibri"/>
              </a:rPr>
              <a:t>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est</a:t>
            </a:r>
            <a:r>
              <a:rPr lang="en-US" sz="1200" dirty="0" smtClean="0">
                <a:solidFill>
                  <a:srgbClr val="7F7F7F"/>
                </a:solidFill>
                <a:latin typeface="Calibri"/>
              </a:rPr>
              <a:t> vitae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enim</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Etiam</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ligula</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arcu</a:t>
            </a:r>
            <a:r>
              <a:rPr lang="en-US" sz="1200" dirty="0" smtClean="0">
                <a:solidFill>
                  <a:srgbClr val="7F7F7F"/>
                </a:solidFill>
                <a:latin typeface="Calibri"/>
              </a:rPr>
              <a:t> </a:t>
            </a:r>
            <a:r>
              <a:rPr lang="en-US" sz="1200" dirty="0" err="1" smtClean="0">
                <a:solidFill>
                  <a:srgbClr val="7F7F7F"/>
                </a:solidFill>
                <a:latin typeface="Calibri"/>
              </a:rPr>
              <a:t>ultricies</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In </a:t>
            </a:r>
            <a:r>
              <a:rPr lang="en-US" sz="1200" dirty="0" err="1" smtClean="0">
                <a:solidFill>
                  <a:srgbClr val="7F7F7F"/>
                </a:solidFill>
                <a:latin typeface="Calibri"/>
              </a:rPr>
              <a:t>malesuada</a:t>
            </a:r>
            <a:r>
              <a:rPr lang="en-US" sz="1200" dirty="0" smtClean="0">
                <a:solidFill>
                  <a:srgbClr val="7F7F7F"/>
                </a:solidFill>
                <a:latin typeface="Calibri"/>
              </a:rPr>
              <a:t> </a:t>
            </a:r>
            <a:r>
              <a:rPr lang="en-US" sz="1200" dirty="0" err="1" smtClean="0">
                <a:solidFill>
                  <a:srgbClr val="7F7F7F"/>
                </a:solidFill>
                <a:latin typeface="Calibri"/>
              </a:rPr>
              <a:t>justo</a:t>
            </a:r>
            <a:r>
              <a:rPr lang="en-US" sz="1200" dirty="0" smtClean="0">
                <a:solidFill>
                  <a:srgbClr val="7F7F7F"/>
                </a:solidFill>
                <a:latin typeface="Calibri"/>
              </a:rPr>
              <a:t> id </a:t>
            </a:r>
            <a:r>
              <a:rPr lang="en-US" sz="1200" dirty="0" err="1" smtClean="0">
                <a:solidFill>
                  <a:srgbClr val="7F7F7F"/>
                </a:solidFill>
                <a:latin typeface="Calibri"/>
              </a:rPr>
              <a:t>metus</a:t>
            </a:r>
            <a:r>
              <a:rPr lang="en-US" sz="1200" dirty="0" smtClean="0">
                <a:solidFill>
                  <a:srgbClr val="7F7F7F"/>
                </a:solidFill>
                <a:latin typeface="Calibri"/>
              </a:rPr>
              <a:t> </a:t>
            </a:r>
            <a:r>
              <a:rPr lang="en-US" sz="1200" dirty="0" err="1" smtClean="0">
                <a:solidFill>
                  <a:srgbClr val="7F7F7F"/>
                </a:solidFill>
                <a:latin typeface="Calibri"/>
              </a:rPr>
              <a:t>dapibus</a:t>
            </a:r>
            <a:r>
              <a:rPr lang="en-US" sz="1200" dirty="0" smtClean="0">
                <a:solidFill>
                  <a:srgbClr val="7F7F7F"/>
                </a:solidFill>
                <a:latin typeface="Calibri"/>
              </a:rPr>
              <a:t> ac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Fusce</a:t>
            </a:r>
            <a:r>
              <a:rPr lang="en-US" sz="1200" dirty="0" smtClean="0">
                <a:solidFill>
                  <a:srgbClr val="7F7F7F"/>
                </a:solidFill>
                <a:latin typeface="Calibri"/>
              </a:rPr>
              <a:t> </a:t>
            </a:r>
            <a:r>
              <a:rPr lang="en-US" sz="1200" dirty="0" err="1" smtClean="0">
                <a:solidFill>
                  <a:srgbClr val="7F7F7F"/>
                </a:solidFill>
                <a:latin typeface="Calibri"/>
              </a:rPr>
              <a:t>facilisis</a:t>
            </a:r>
            <a:r>
              <a:rPr lang="en-US" sz="1200" dirty="0" smtClean="0">
                <a:solidFill>
                  <a:srgbClr val="7F7F7F"/>
                </a:solidFill>
                <a:latin typeface="Calibri"/>
              </a:rPr>
              <a:t> </a:t>
            </a:r>
            <a:r>
              <a:rPr lang="en-US" sz="1200" dirty="0" err="1" smtClean="0">
                <a:solidFill>
                  <a:srgbClr val="7F7F7F"/>
                </a:solidFill>
                <a:latin typeface="Calibri"/>
              </a:rPr>
              <a:t>metus</a:t>
            </a:r>
            <a:r>
              <a:rPr lang="en-US" sz="1200" dirty="0" smtClean="0">
                <a:solidFill>
                  <a:srgbClr val="7F7F7F"/>
                </a:solidFill>
                <a:latin typeface="Calibri"/>
              </a:rPr>
              <a:t> a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Integer </a:t>
            </a:r>
            <a:r>
              <a:rPr lang="en-US" sz="1200" dirty="0" err="1" smtClean="0">
                <a:solidFill>
                  <a:srgbClr val="7F7F7F"/>
                </a:solidFill>
                <a:latin typeface="Calibri"/>
              </a:rPr>
              <a:t>vestibulum</a:t>
            </a:r>
            <a:r>
              <a:rPr lang="en-US" sz="1200" dirty="0" smtClean="0">
                <a:solidFill>
                  <a:srgbClr val="7F7F7F"/>
                </a:solidFill>
                <a:latin typeface="Calibri"/>
              </a:rPr>
              <a:t> quam a quam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eget</a:t>
            </a:r>
            <a:r>
              <a:rPr lang="en-US" sz="1200" dirty="0" smtClean="0">
                <a:solidFill>
                  <a:srgbClr val="7F7F7F"/>
                </a:solidFill>
                <a:latin typeface="Calibri"/>
              </a:rPr>
              <a:t> </a:t>
            </a:r>
            <a:r>
              <a:rPr lang="en-US" sz="1200" dirty="0" err="1" smtClean="0">
                <a:solidFill>
                  <a:srgbClr val="7F7F7F"/>
                </a:solidFill>
                <a:latin typeface="Calibri"/>
              </a:rPr>
              <a:t>molestie</a:t>
            </a:r>
            <a:r>
              <a:rPr lang="en-US" sz="1200" dirty="0" smtClean="0">
                <a:solidFill>
                  <a:srgbClr val="7F7F7F"/>
                </a:solidFill>
                <a:latin typeface="Calibri"/>
              </a:rPr>
              <a:t> </a:t>
            </a:r>
            <a:r>
              <a:rPr lang="en-US" sz="1200" dirty="0" err="1" smtClean="0">
                <a:solidFill>
                  <a:srgbClr val="7F7F7F"/>
                </a:solidFill>
                <a:latin typeface="Calibri"/>
              </a:rPr>
              <a:t>nibh</a:t>
            </a:r>
            <a:r>
              <a:rPr lang="en-US" sz="1200" dirty="0" smtClean="0">
                <a:solidFill>
                  <a:srgbClr val="7F7F7F"/>
                </a:solidFill>
                <a:latin typeface="Calibri"/>
              </a:rPr>
              <a:t> </a:t>
            </a:r>
            <a:r>
              <a:rPr lang="en-US" sz="1200" dirty="0" err="1" smtClean="0">
                <a:solidFill>
                  <a:srgbClr val="7F7F7F"/>
                </a:solidFill>
                <a:latin typeface="Calibri"/>
              </a:rPr>
              <a:t>cursus</a:t>
            </a:r>
            <a:r>
              <a:rPr lang="en-US" sz="1200" dirty="0" smtClean="0">
                <a:solidFill>
                  <a:srgbClr val="7F7F7F"/>
                </a:solidFill>
                <a:latin typeface="Calibri"/>
              </a:rPr>
              <a:t>.</a:t>
            </a:r>
            <a:endParaRPr lang="en-US" sz="1200" dirty="0" smtClean="0">
              <a:solidFill>
                <a:srgbClr val="7F7F7F"/>
              </a:solidFill>
              <a:latin typeface="Tahoma"/>
              <a:cs typeface="Tahoma"/>
            </a:endParaRPr>
          </a:p>
          <a:p>
            <a:pPr algn="just" defTabSz="457035" eaLnBrk="1" fontAlgn="auto" hangingPunct="1">
              <a:spcBef>
                <a:spcPts val="0"/>
              </a:spcBef>
              <a:spcAft>
                <a:spcPts val="0"/>
              </a:spcAft>
              <a:defRPr/>
            </a:pPr>
            <a:r>
              <a:rPr lang="en-US" sz="1200" dirty="0" err="1" smtClean="0">
                <a:solidFill>
                  <a:srgbClr val="7F7F7F"/>
                </a:solidFill>
                <a:latin typeface="Calibri"/>
              </a:rPr>
              <a:t>Lorem</a:t>
            </a:r>
            <a:r>
              <a:rPr lang="en-US" sz="1200" dirty="0" smtClean="0">
                <a:solidFill>
                  <a:srgbClr val="7F7F7F"/>
                </a:solidFill>
                <a:latin typeface="Calibri"/>
              </a:rPr>
              <a:t> </a:t>
            </a:r>
            <a:r>
              <a:rPr lang="en-US" sz="1200" dirty="0" err="1" smtClean="0">
                <a:solidFill>
                  <a:srgbClr val="7F7F7F"/>
                </a:solidFill>
                <a:latin typeface="Calibri"/>
              </a:rPr>
              <a:t>ipsum</a:t>
            </a:r>
            <a:r>
              <a:rPr lang="en-US" sz="1200" dirty="0" smtClean="0">
                <a:solidFill>
                  <a:srgbClr val="7F7F7F"/>
                </a:solidFill>
                <a:latin typeface="Calibri"/>
              </a:rPr>
              <a:t> dolor sit </a:t>
            </a:r>
            <a:r>
              <a:rPr lang="en-US" sz="1200" dirty="0" err="1" smtClean="0">
                <a:solidFill>
                  <a:srgbClr val="7F7F7F"/>
                </a:solidFill>
                <a:latin typeface="Calibri"/>
              </a:rPr>
              <a:t>amet</a:t>
            </a:r>
            <a:r>
              <a:rPr lang="en-US" sz="1200" dirty="0" smtClean="0">
                <a:solidFill>
                  <a:srgbClr val="7F7F7F"/>
                </a:solidFill>
                <a:latin typeface="Calibri"/>
              </a:rPr>
              <a:t>, </a:t>
            </a:r>
            <a:r>
              <a:rPr lang="en-US" sz="1200" dirty="0" err="1" smtClean="0">
                <a:solidFill>
                  <a:srgbClr val="7F7F7F"/>
                </a:solidFill>
                <a:latin typeface="Calibri"/>
              </a:rPr>
              <a:t>consectetur</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Vestibulum</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tristique</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a:t>
            </a:r>
            <a:r>
              <a:rPr lang="en-US" sz="1200" dirty="0" err="1" smtClean="0">
                <a:solidFill>
                  <a:srgbClr val="7F7F7F"/>
                </a:solidFill>
                <a:latin typeface="Calibri"/>
              </a:rPr>
              <a:t>Donec</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mauris</a:t>
            </a:r>
            <a:r>
              <a:rPr lang="en-US" sz="1200" dirty="0" smtClean="0">
                <a:solidFill>
                  <a:srgbClr val="7F7F7F"/>
                </a:solidFill>
                <a:latin typeface="Calibri"/>
              </a:rPr>
              <a:t>, </a:t>
            </a:r>
            <a:r>
              <a:rPr lang="en-US" sz="1200" dirty="0" err="1" smtClean="0">
                <a:solidFill>
                  <a:srgbClr val="7F7F7F"/>
                </a:solidFill>
                <a:latin typeface="Calibri"/>
              </a:rPr>
              <a:t>pulvinar</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nisl</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a:t>
            </a:r>
            <a:r>
              <a:rPr lang="en-US" sz="1200" dirty="0" err="1" smtClean="0">
                <a:solidFill>
                  <a:srgbClr val="7F7F7F"/>
                </a:solidFill>
                <a:latin typeface="Calibri"/>
              </a:rPr>
              <a:t>ultrices</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non </a:t>
            </a:r>
            <a:r>
              <a:rPr lang="en-US" sz="1200" dirty="0" err="1" smtClean="0">
                <a:solidFill>
                  <a:srgbClr val="7F7F7F"/>
                </a:solidFill>
                <a:latin typeface="Calibri"/>
              </a:rPr>
              <a:t>egestas</a:t>
            </a:r>
            <a:r>
              <a:rPr lang="en-US" sz="1200" dirty="0" smtClean="0">
                <a:solidFill>
                  <a:srgbClr val="7F7F7F"/>
                </a:solidFill>
                <a:latin typeface="Calibri"/>
              </a:rPr>
              <a:t> dolor </a:t>
            </a:r>
            <a:r>
              <a:rPr lang="en-US" sz="1200" dirty="0" err="1" smtClean="0">
                <a:solidFill>
                  <a:srgbClr val="7F7F7F"/>
                </a:solidFill>
                <a:latin typeface="Calibri"/>
              </a:rPr>
              <a:t>semper</a:t>
            </a:r>
            <a:r>
              <a:rPr lang="en-US" sz="1200" dirty="0" smtClean="0">
                <a:solidFill>
                  <a:srgbClr val="7F7F7F"/>
                </a:solidFill>
                <a:latin typeface="Calibri"/>
              </a:rPr>
              <a:t>. </a:t>
            </a:r>
            <a:r>
              <a:rPr lang="en-US" sz="1200" dirty="0" err="1" smtClean="0">
                <a:solidFill>
                  <a:srgbClr val="7F7F7F"/>
                </a:solidFill>
                <a:latin typeface="Calibri"/>
              </a:rPr>
              <a:t>Quisque</a:t>
            </a:r>
            <a:r>
              <a:rPr lang="en-US" sz="1200" dirty="0" smtClean="0">
                <a:solidFill>
                  <a:srgbClr val="7F7F7F"/>
                </a:solidFill>
                <a:latin typeface="Calibri"/>
              </a:rPr>
              <a:t> in lacus </a:t>
            </a:r>
            <a:r>
              <a:rPr lang="en-US" sz="1200" dirty="0" err="1" smtClean="0">
                <a:solidFill>
                  <a:srgbClr val="7F7F7F"/>
                </a:solidFill>
                <a:latin typeface="Calibri"/>
              </a:rPr>
              <a:t>metus</a:t>
            </a:r>
            <a:r>
              <a:rPr lang="en-US" sz="1200" dirty="0" smtClean="0">
                <a:solidFill>
                  <a:srgbClr val="7F7F7F"/>
                </a:solidFill>
                <a:latin typeface="Calibri"/>
              </a:rPr>
              <a:t>. Maecenas vitae </a:t>
            </a:r>
            <a:r>
              <a:rPr lang="en-US" sz="1200" dirty="0" err="1" smtClean="0">
                <a:solidFill>
                  <a:srgbClr val="7F7F7F"/>
                </a:solidFill>
                <a:latin typeface="Calibri"/>
              </a:rPr>
              <a:t>risus</a:t>
            </a:r>
            <a:r>
              <a:rPr lang="en-US" sz="1200" dirty="0" smtClean="0">
                <a:solidFill>
                  <a:srgbClr val="7F7F7F"/>
                </a:solidFill>
                <a:latin typeface="Calibri"/>
              </a:rPr>
              <a:t> </a:t>
            </a:r>
            <a:r>
              <a:rPr lang="en-US" sz="1200" dirty="0" err="1" smtClean="0">
                <a:solidFill>
                  <a:srgbClr val="7F7F7F"/>
                </a:solidFill>
                <a:latin typeface="Calibri"/>
              </a:rPr>
              <a:t>vel</a:t>
            </a:r>
            <a:r>
              <a:rPr lang="en-US" sz="1200" dirty="0" smtClean="0">
                <a:solidFill>
                  <a:srgbClr val="7F7F7F"/>
                </a:solidFill>
                <a:latin typeface="Calibri"/>
              </a:rPr>
              <a:t>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a:t>
            </a:r>
            <a:r>
              <a:rPr lang="en-US" sz="1200" dirty="0" err="1" smtClean="0">
                <a:solidFill>
                  <a:srgbClr val="7F7F7F"/>
                </a:solidFill>
                <a:latin typeface="Calibri"/>
              </a:rPr>
              <a:t>tempor</a:t>
            </a:r>
            <a:r>
              <a:rPr lang="en-US" sz="1200" dirty="0" smtClean="0">
                <a:solidFill>
                  <a:srgbClr val="7F7F7F"/>
                </a:solidFill>
                <a:latin typeface="Calibri"/>
              </a:rPr>
              <a:t>. </a:t>
            </a:r>
            <a:r>
              <a:rPr lang="en-US" sz="1200" dirty="0" err="1" smtClean="0">
                <a:solidFill>
                  <a:srgbClr val="7F7F7F"/>
                </a:solidFill>
                <a:latin typeface="Calibri"/>
              </a:rPr>
              <a:t>Suspendisse</a:t>
            </a:r>
            <a:r>
              <a:rPr lang="en-US" sz="1200" dirty="0" smtClean="0">
                <a:solidFill>
                  <a:srgbClr val="7F7F7F"/>
                </a:solidFill>
                <a:latin typeface="Calibri"/>
              </a:rPr>
              <a:t> </a:t>
            </a:r>
            <a:r>
              <a:rPr lang="en-US" sz="1200" dirty="0" err="1" smtClean="0">
                <a:solidFill>
                  <a:srgbClr val="7F7F7F"/>
                </a:solidFill>
                <a:latin typeface="Calibri"/>
              </a:rPr>
              <a:t>eu</a:t>
            </a:r>
            <a:r>
              <a:rPr lang="en-US" sz="1200" dirty="0" smtClean="0">
                <a:solidFill>
                  <a:srgbClr val="7F7F7F"/>
                </a:solidFill>
                <a:latin typeface="Calibri"/>
              </a:rPr>
              <a:t> </a:t>
            </a:r>
            <a:r>
              <a:rPr lang="en-US" sz="1200" dirty="0" err="1" smtClean="0">
                <a:solidFill>
                  <a:srgbClr val="7F7F7F"/>
                </a:solidFill>
                <a:latin typeface="Calibri"/>
              </a:rPr>
              <a:t>tortor</a:t>
            </a:r>
            <a:r>
              <a:rPr lang="en-US" sz="1200" dirty="0" smtClean="0">
                <a:solidFill>
                  <a:srgbClr val="7F7F7F"/>
                </a:solidFill>
                <a:latin typeface="Calibri"/>
              </a:rPr>
              <a:t> </a:t>
            </a:r>
            <a:r>
              <a:rPr lang="en-US" sz="1200" dirty="0" err="1" smtClean="0">
                <a:solidFill>
                  <a:srgbClr val="7F7F7F"/>
                </a:solidFill>
                <a:latin typeface="Calibri"/>
              </a:rPr>
              <a:t>leo</a:t>
            </a:r>
            <a:r>
              <a:rPr lang="en-US" sz="1200" dirty="0" smtClean="0">
                <a:solidFill>
                  <a:srgbClr val="7F7F7F"/>
                </a:solidFill>
                <a:latin typeface="Calibri"/>
              </a:rPr>
              <a:t>, </a:t>
            </a:r>
            <a:r>
              <a:rPr lang="en-US" sz="1200" dirty="0" err="1" smtClean="0">
                <a:solidFill>
                  <a:srgbClr val="7F7F7F"/>
                </a:solidFill>
                <a:latin typeface="Calibri"/>
              </a:rPr>
              <a:t>quis</a:t>
            </a:r>
            <a:r>
              <a:rPr lang="en-US" sz="1200" dirty="0" smtClean="0">
                <a:solidFill>
                  <a:srgbClr val="7F7F7F"/>
                </a:solidFill>
                <a:latin typeface="Calibri"/>
              </a:rPr>
              <a:t>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erat</a:t>
            </a:r>
            <a:r>
              <a:rPr lang="en-US" sz="1200" dirty="0" smtClean="0">
                <a:solidFill>
                  <a:srgbClr val="7F7F7F"/>
                </a:solidFill>
                <a:latin typeface="Calibri"/>
              </a:rPr>
              <a:t>. </a:t>
            </a:r>
            <a:r>
              <a:rPr lang="en-US" sz="1200" dirty="0" err="1" smtClean="0">
                <a:solidFill>
                  <a:srgbClr val="7F7F7F"/>
                </a:solidFill>
                <a:latin typeface="Calibri"/>
              </a:rPr>
              <a:t>Vivamus</a:t>
            </a:r>
            <a:r>
              <a:rPr lang="en-US" sz="1200" dirty="0" smtClean="0">
                <a:solidFill>
                  <a:srgbClr val="7F7F7F"/>
                </a:solidFill>
                <a:latin typeface="Calibri"/>
              </a:rPr>
              <a:t>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est</a:t>
            </a:r>
            <a:r>
              <a:rPr lang="en-US" sz="1200" dirty="0" smtClean="0">
                <a:solidFill>
                  <a:srgbClr val="7F7F7F"/>
                </a:solidFill>
                <a:latin typeface="Calibri"/>
              </a:rPr>
              <a:t> vitae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enim</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Etiam</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ligula</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arcu</a:t>
            </a:r>
            <a:r>
              <a:rPr lang="en-US" sz="1200" dirty="0" smtClean="0">
                <a:solidFill>
                  <a:srgbClr val="7F7F7F"/>
                </a:solidFill>
                <a:latin typeface="Calibri"/>
              </a:rPr>
              <a:t> </a:t>
            </a:r>
            <a:r>
              <a:rPr lang="en-US" sz="1200" dirty="0" err="1" smtClean="0">
                <a:solidFill>
                  <a:srgbClr val="7F7F7F"/>
                </a:solidFill>
                <a:latin typeface="Calibri"/>
              </a:rPr>
              <a:t>ultricies</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In </a:t>
            </a:r>
            <a:r>
              <a:rPr lang="en-US" sz="1200" dirty="0" err="1" smtClean="0">
                <a:solidFill>
                  <a:srgbClr val="7F7F7F"/>
                </a:solidFill>
                <a:latin typeface="Calibri"/>
              </a:rPr>
              <a:t>malesuada</a:t>
            </a:r>
            <a:r>
              <a:rPr lang="en-US" sz="1200" dirty="0" smtClean="0">
                <a:solidFill>
                  <a:srgbClr val="7F7F7F"/>
                </a:solidFill>
                <a:latin typeface="Calibri"/>
              </a:rPr>
              <a:t> </a:t>
            </a:r>
            <a:r>
              <a:rPr lang="en-US" sz="1200" dirty="0" err="1" smtClean="0">
                <a:solidFill>
                  <a:srgbClr val="7F7F7F"/>
                </a:solidFill>
                <a:latin typeface="Calibri"/>
              </a:rPr>
              <a:t>justo</a:t>
            </a:r>
            <a:r>
              <a:rPr lang="en-US" sz="1200" dirty="0" smtClean="0">
                <a:solidFill>
                  <a:srgbClr val="7F7F7F"/>
                </a:solidFill>
                <a:latin typeface="Calibri"/>
              </a:rPr>
              <a:t> id </a:t>
            </a:r>
            <a:r>
              <a:rPr lang="en-US" sz="1200" dirty="0" err="1" smtClean="0">
                <a:solidFill>
                  <a:srgbClr val="7F7F7F"/>
                </a:solidFill>
                <a:latin typeface="Calibri"/>
              </a:rPr>
              <a:t>metus</a:t>
            </a:r>
            <a:r>
              <a:rPr lang="en-US" sz="1200" dirty="0" smtClean="0">
                <a:solidFill>
                  <a:srgbClr val="7F7F7F"/>
                </a:solidFill>
                <a:latin typeface="Calibri"/>
              </a:rPr>
              <a:t> </a:t>
            </a:r>
            <a:r>
              <a:rPr lang="en-US" sz="1200" dirty="0" err="1" smtClean="0">
                <a:solidFill>
                  <a:srgbClr val="7F7F7F"/>
                </a:solidFill>
                <a:latin typeface="Calibri"/>
              </a:rPr>
              <a:t>dapibus</a:t>
            </a:r>
            <a:r>
              <a:rPr lang="en-US" sz="1200" dirty="0" smtClean="0">
                <a:solidFill>
                  <a:srgbClr val="7F7F7F"/>
                </a:solidFill>
                <a:latin typeface="Calibri"/>
              </a:rPr>
              <a:t> ac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Fusce</a:t>
            </a:r>
            <a:r>
              <a:rPr lang="en-US" sz="1200" dirty="0" smtClean="0">
                <a:solidFill>
                  <a:srgbClr val="7F7F7F"/>
                </a:solidFill>
                <a:latin typeface="Calibri"/>
              </a:rPr>
              <a:t> </a:t>
            </a:r>
            <a:r>
              <a:rPr lang="en-US" sz="1200" dirty="0" err="1" smtClean="0">
                <a:solidFill>
                  <a:srgbClr val="7F7F7F"/>
                </a:solidFill>
                <a:latin typeface="Calibri"/>
              </a:rPr>
              <a:t>facilisis</a:t>
            </a:r>
            <a:r>
              <a:rPr lang="en-US" sz="1200" dirty="0" smtClean="0">
                <a:solidFill>
                  <a:srgbClr val="7F7F7F"/>
                </a:solidFill>
                <a:latin typeface="Calibri"/>
              </a:rPr>
              <a:t> </a:t>
            </a:r>
            <a:r>
              <a:rPr lang="en-US" sz="1200" dirty="0" err="1" smtClean="0">
                <a:solidFill>
                  <a:srgbClr val="7F7F7F"/>
                </a:solidFill>
                <a:latin typeface="Calibri"/>
              </a:rPr>
              <a:t>metus</a:t>
            </a:r>
            <a:r>
              <a:rPr lang="en-US" sz="1200" dirty="0" smtClean="0">
                <a:solidFill>
                  <a:srgbClr val="7F7F7F"/>
                </a:solidFill>
                <a:latin typeface="Calibri"/>
              </a:rPr>
              <a:t> a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Integer </a:t>
            </a:r>
            <a:r>
              <a:rPr lang="en-US" sz="1200" dirty="0" err="1" smtClean="0">
                <a:solidFill>
                  <a:srgbClr val="7F7F7F"/>
                </a:solidFill>
                <a:latin typeface="Calibri"/>
              </a:rPr>
              <a:t>vestibulum</a:t>
            </a:r>
            <a:r>
              <a:rPr lang="en-US" sz="1200" dirty="0" smtClean="0">
                <a:solidFill>
                  <a:srgbClr val="7F7F7F"/>
                </a:solidFill>
                <a:latin typeface="Calibri"/>
              </a:rPr>
              <a:t> quam a quam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eget</a:t>
            </a:r>
            <a:r>
              <a:rPr lang="en-US" sz="1200" dirty="0" smtClean="0">
                <a:solidFill>
                  <a:srgbClr val="7F7F7F"/>
                </a:solidFill>
                <a:latin typeface="Calibri"/>
              </a:rPr>
              <a:t> </a:t>
            </a:r>
            <a:r>
              <a:rPr lang="en-US" sz="1200" dirty="0" err="1" smtClean="0">
                <a:solidFill>
                  <a:srgbClr val="7F7F7F"/>
                </a:solidFill>
                <a:latin typeface="Calibri"/>
              </a:rPr>
              <a:t>molestie</a:t>
            </a:r>
            <a:r>
              <a:rPr lang="en-US" sz="1200" dirty="0" smtClean="0">
                <a:solidFill>
                  <a:srgbClr val="7F7F7F"/>
                </a:solidFill>
                <a:latin typeface="Calibri"/>
              </a:rPr>
              <a:t> </a:t>
            </a:r>
            <a:r>
              <a:rPr lang="en-US" sz="1200" dirty="0" err="1" smtClean="0">
                <a:solidFill>
                  <a:srgbClr val="7F7F7F"/>
                </a:solidFill>
                <a:latin typeface="Calibri"/>
              </a:rPr>
              <a:t>nibh</a:t>
            </a:r>
            <a:r>
              <a:rPr lang="en-US" sz="1200" dirty="0" smtClean="0">
                <a:solidFill>
                  <a:srgbClr val="7F7F7F"/>
                </a:solidFill>
                <a:latin typeface="Calibri"/>
              </a:rPr>
              <a:t> </a:t>
            </a:r>
            <a:r>
              <a:rPr lang="en-US" sz="1200" dirty="0" err="1" smtClean="0">
                <a:solidFill>
                  <a:srgbClr val="7F7F7F"/>
                </a:solidFill>
                <a:latin typeface="Calibri"/>
              </a:rPr>
              <a:t>cursus</a:t>
            </a:r>
            <a:r>
              <a:rPr lang="en-US" sz="1200" dirty="0" smtClean="0">
                <a:solidFill>
                  <a:srgbClr val="7F7F7F"/>
                </a:solidFill>
                <a:latin typeface="Calibri"/>
              </a:rPr>
              <a:t>.</a:t>
            </a:r>
            <a:endParaRPr lang="en-US" sz="1200" dirty="0" smtClean="0">
              <a:solidFill>
                <a:srgbClr val="7F7F7F"/>
              </a:solidFill>
              <a:latin typeface="Tahoma"/>
              <a:cs typeface="Tahoma"/>
            </a:endParaRPr>
          </a:p>
          <a:p>
            <a:pPr algn="just" defTabSz="457035" eaLnBrk="1" fontAlgn="auto" hangingPunct="1">
              <a:spcBef>
                <a:spcPts val="0"/>
              </a:spcBef>
              <a:spcAft>
                <a:spcPts val="0"/>
              </a:spcAft>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pPr>
            <a:endParaRPr lang="en-US" sz="1200" dirty="0">
              <a:solidFill>
                <a:prstClr val="black">
                  <a:lumMod val="50000"/>
                  <a:lumOff val="50000"/>
                </a:prstClr>
              </a:solidFill>
              <a:latin typeface="Tahoma"/>
              <a:cs typeface="Tahoma"/>
            </a:endParaRPr>
          </a:p>
        </p:txBody>
      </p:sp>
    </p:spTree>
    <p:extLst>
      <p:ext uri="{BB962C8B-B14F-4D97-AF65-F5344CB8AC3E}">
        <p14:creationId xmlns:p14="http://schemas.microsoft.com/office/powerpoint/2010/main" val="315734257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3" name="TextBox 2"/>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4" name="TextBox 3"/>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5" name="TextBox 4"/>
          <p:cNvSpPr txBox="1"/>
          <p:nvPr userDrawn="1"/>
        </p:nvSpPr>
        <p:spPr>
          <a:xfrm>
            <a:off x="1170783" y="2067367"/>
            <a:ext cx="5347719" cy="341198"/>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rPr>
              <a:t>Lorem</a:t>
            </a:r>
            <a:r>
              <a:rPr lang="en-US" sz="1600" dirty="0" smtClean="0">
                <a:solidFill>
                  <a:srgbClr val="4F81BD"/>
                </a:solidFill>
                <a:latin typeface="Calibri"/>
              </a:rPr>
              <a:t> </a:t>
            </a:r>
            <a:r>
              <a:rPr lang="en-US" sz="1600" dirty="0" err="1" smtClean="0">
                <a:solidFill>
                  <a:srgbClr val="4F81BD"/>
                </a:solidFill>
                <a:latin typeface="Calibri"/>
              </a:rPr>
              <a:t>ipsum</a:t>
            </a:r>
            <a:endParaRPr lang="en-US" sz="1600" dirty="0">
              <a:solidFill>
                <a:srgbClr val="4F81BD"/>
              </a:solidFill>
              <a:latin typeface="Calibri"/>
            </a:endParaRPr>
          </a:p>
        </p:txBody>
      </p:sp>
      <p:sp>
        <p:nvSpPr>
          <p:cNvPr id="6" name="TextBox 5"/>
          <p:cNvSpPr txBox="1"/>
          <p:nvPr userDrawn="1"/>
        </p:nvSpPr>
        <p:spPr>
          <a:xfrm>
            <a:off x="1170775" y="2698347"/>
            <a:ext cx="7583112" cy="2483611"/>
          </a:xfrm>
          <a:prstGeom prst="rect">
            <a:avLst/>
          </a:prstGeom>
          <a:noFill/>
        </p:spPr>
        <p:txBody>
          <a:bodyPr wrap="square" lIns="91407" tIns="45704" rIns="91407" bIns="45704" numCol="1" spcCol="215923" rtlCol="0">
            <a:spAutoFit/>
          </a:bodyPr>
          <a:lstStyle/>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Lorem</a:t>
            </a: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ipsum</a:t>
            </a: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Lorem</a:t>
            </a: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ipsum</a:t>
            </a: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Lorem</a:t>
            </a: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ipsum</a:t>
            </a: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Lorem</a:t>
            </a: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ipsum</a:t>
            </a: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Lorem</a:t>
            </a: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ipsum</a:t>
            </a: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Lorem</a:t>
            </a: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ipsum</a:t>
            </a: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endParaRPr lang="en-US" sz="1200" dirty="0" smtClean="0">
              <a:solidFill>
                <a:prstClr val="black">
                  <a:lumMod val="50000"/>
                  <a:lumOff val="50000"/>
                </a:prstClr>
              </a:solidFill>
              <a:latin typeface="Tahoma"/>
              <a:cs typeface="Tahoma"/>
            </a:endParaRPr>
          </a:p>
          <a:p>
            <a:pPr algn="just" defTabSz="457035" eaLnBrk="1" fontAlgn="auto" hangingPunct="1">
              <a:spcBef>
                <a:spcPts val="0"/>
              </a:spcBef>
              <a:spcAft>
                <a:spcPts val="0"/>
              </a:spcAft>
              <a:buFont typeface="Arial"/>
              <a:buChar char="•"/>
              <a:defRPr/>
            </a:pP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Lorem</a:t>
            </a:r>
            <a:r>
              <a:rPr lang="en-US" sz="1200" dirty="0" smtClean="0">
                <a:solidFill>
                  <a:prstClr val="black">
                    <a:lumMod val="50000"/>
                    <a:lumOff val="50000"/>
                  </a:prstClr>
                </a:solidFill>
                <a:latin typeface="Tahoma"/>
                <a:cs typeface="Tahoma"/>
              </a:rPr>
              <a:t> </a:t>
            </a:r>
            <a:r>
              <a:rPr lang="en-US" sz="1200" dirty="0" err="1" smtClean="0">
                <a:solidFill>
                  <a:prstClr val="black">
                    <a:lumMod val="50000"/>
                    <a:lumOff val="50000"/>
                  </a:prstClr>
                </a:solidFill>
                <a:latin typeface="Tahoma"/>
                <a:cs typeface="Tahoma"/>
              </a:rPr>
              <a:t>ipsum</a:t>
            </a:r>
            <a:endParaRPr lang="en-US" sz="1200" dirty="0" smtClean="0">
              <a:solidFill>
                <a:prstClr val="black">
                  <a:lumMod val="50000"/>
                  <a:lumOff val="50000"/>
                </a:prstClr>
              </a:solidFill>
              <a:latin typeface="Tahoma"/>
              <a:cs typeface="Tahoma"/>
            </a:endParaRPr>
          </a:p>
        </p:txBody>
      </p:sp>
    </p:spTree>
    <p:extLst>
      <p:ext uri="{BB962C8B-B14F-4D97-AF65-F5344CB8AC3E}">
        <p14:creationId xmlns:p14="http://schemas.microsoft.com/office/powerpoint/2010/main" val="334102120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Uma Coluna C\ Imagem Dir">
    <p:spTree>
      <p:nvGrpSpPr>
        <p:cNvPr id="1" name=""/>
        <p:cNvGrpSpPr/>
        <p:nvPr/>
      </p:nvGrpSpPr>
      <p:grpSpPr>
        <a:xfrm>
          <a:off x="0" y="0"/>
          <a:ext cx="0" cy="0"/>
          <a:chOff x="0" y="0"/>
          <a:chExt cx="0" cy="0"/>
        </a:xfrm>
      </p:grpSpPr>
      <p:sp>
        <p:nvSpPr>
          <p:cNvPr id="14" name="TextBox 13"/>
          <p:cNvSpPr txBox="1"/>
          <p:nvPr userDrawn="1"/>
        </p:nvSpPr>
        <p:spPr>
          <a:xfrm>
            <a:off x="1170780" y="2624167"/>
            <a:ext cx="3723949" cy="2299667"/>
          </a:xfrm>
          <a:prstGeom prst="rect">
            <a:avLst/>
          </a:prstGeom>
          <a:noFill/>
        </p:spPr>
        <p:txBody>
          <a:bodyPr wrap="square" lIns="91407" tIns="45704" rIns="91407" bIns="45704" rtlCol="0">
            <a:spAutoFit/>
          </a:bodyPr>
          <a:lstStyle/>
          <a:p>
            <a:pPr algn="just" defTabSz="457035" eaLnBrk="1" fontAlgn="auto" hangingPunct="1">
              <a:spcBef>
                <a:spcPts val="0"/>
              </a:spcBef>
              <a:spcAft>
                <a:spcPts val="0"/>
              </a:spcAft>
              <a:defRPr/>
            </a:pPr>
            <a:r>
              <a:rPr lang="en-US" sz="1200" dirty="0" err="1" smtClean="0">
                <a:solidFill>
                  <a:srgbClr val="7F7F7F"/>
                </a:solidFill>
                <a:latin typeface="Calibri"/>
              </a:rPr>
              <a:t>Lorem</a:t>
            </a:r>
            <a:r>
              <a:rPr lang="en-US" sz="1200" dirty="0" smtClean="0">
                <a:solidFill>
                  <a:srgbClr val="7F7F7F"/>
                </a:solidFill>
                <a:latin typeface="Calibri"/>
              </a:rPr>
              <a:t> </a:t>
            </a:r>
            <a:r>
              <a:rPr lang="en-US" sz="1200" dirty="0" err="1" smtClean="0">
                <a:solidFill>
                  <a:srgbClr val="7F7F7F"/>
                </a:solidFill>
                <a:latin typeface="Calibri"/>
              </a:rPr>
              <a:t>ipsum</a:t>
            </a:r>
            <a:r>
              <a:rPr lang="en-US" sz="1200" dirty="0" smtClean="0">
                <a:solidFill>
                  <a:srgbClr val="7F7F7F"/>
                </a:solidFill>
                <a:latin typeface="Calibri"/>
              </a:rPr>
              <a:t> dolor sit </a:t>
            </a:r>
            <a:r>
              <a:rPr lang="en-US" sz="1200" dirty="0" err="1" smtClean="0">
                <a:solidFill>
                  <a:srgbClr val="7F7F7F"/>
                </a:solidFill>
                <a:latin typeface="Calibri"/>
              </a:rPr>
              <a:t>amet</a:t>
            </a:r>
            <a:r>
              <a:rPr lang="en-US" sz="1200" dirty="0" smtClean="0">
                <a:solidFill>
                  <a:srgbClr val="7F7F7F"/>
                </a:solidFill>
                <a:latin typeface="Calibri"/>
              </a:rPr>
              <a:t>, </a:t>
            </a:r>
            <a:r>
              <a:rPr lang="en-US" sz="1200" dirty="0" err="1" smtClean="0">
                <a:solidFill>
                  <a:srgbClr val="7F7F7F"/>
                </a:solidFill>
                <a:latin typeface="Calibri"/>
              </a:rPr>
              <a:t>consectetur</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Vestibulum</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tristique</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a:t>
            </a:r>
            <a:r>
              <a:rPr lang="en-US" sz="1200" dirty="0" err="1" smtClean="0">
                <a:solidFill>
                  <a:srgbClr val="7F7F7F"/>
                </a:solidFill>
                <a:latin typeface="Calibri"/>
              </a:rPr>
              <a:t>Donec</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mauris</a:t>
            </a:r>
            <a:r>
              <a:rPr lang="en-US" sz="1200" dirty="0" smtClean="0">
                <a:solidFill>
                  <a:srgbClr val="7F7F7F"/>
                </a:solidFill>
                <a:latin typeface="Calibri"/>
              </a:rPr>
              <a:t>, </a:t>
            </a:r>
            <a:r>
              <a:rPr lang="en-US" sz="1200" dirty="0" err="1" smtClean="0">
                <a:solidFill>
                  <a:srgbClr val="7F7F7F"/>
                </a:solidFill>
                <a:latin typeface="Calibri"/>
              </a:rPr>
              <a:t>pulvinar</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nisl</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a:t>
            </a:r>
            <a:r>
              <a:rPr lang="en-US" sz="1200" dirty="0" err="1" smtClean="0">
                <a:solidFill>
                  <a:srgbClr val="7F7F7F"/>
                </a:solidFill>
                <a:latin typeface="Calibri"/>
              </a:rPr>
              <a:t>ultrices</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non </a:t>
            </a:r>
            <a:r>
              <a:rPr lang="en-US" sz="1200" dirty="0" err="1" smtClean="0">
                <a:solidFill>
                  <a:srgbClr val="7F7F7F"/>
                </a:solidFill>
                <a:latin typeface="Calibri"/>
              </a:rPr>
              <a:t>egestas</a:t>
            </a:r>
            <a:r>
              <a:rPr lang="en-US" sz="1200" dirty="0" smtClean="0">
                <a:solidFill>
                  <a:srgbClr val="7F7F7F"/>
                </a:solidFill>
                <a:latin typeface="Calibri"/>
              </a:rPr>
              <a:t> dolor </a:t>
            </a:r>
            <a:r>
              <a:rPr lang="en-US" sz="1200" dirty="0" err="1" smtClean="0">
                <a:solidFill>
                  <a:srgbClr val="7F7F7F"/>
                </a:solidFill>
                <a:latin typeface="Calibri"/>
              </a:rPr>
              <a:t>semper</a:t>
            </a:r>
            <a:r>
              <a:rPr lang="en-US" sz="1200" dirty="0" smtClean="0">
                <a:solidFill>
                  <a:srgbClr val="7F7F7F"/>
                </a:solidFill>
                <a:latin typeface="Calibri"/>
              </a:rPr>
              <a:t>. </a:t>
            </a:r>
            <a:r>
              <a:rPr lang="en-US" sz="1200" dirty="0" err="1" smtClean="0">
                <a:solidFill>
                  <a:srgbClr val="7F7F7F"/>
                </a:solidFill>
                <a:latin typeface="Calibri"/>
              </a:rPr>
              <a:t>Quisque</a:t>
            </a:r>
            <a:r>
              <a:rPr lang="en-US" sz="1200" dirty="0" smtClean="0">
                <a:solidFill>
                  <a:srgbClr val="7F7F7F"/>
                </a:solidFill>
                <a:latin typeface="Calibri"/>
              </a:rPr>
              <a:t> in lacus </a:t>
            </a:r>
            <a:r>
              <a:rPr lang="en-US" sz="1200" dirty="0" err="1" smtClean="0">
                <a:solidFill>
                  <a:srgbClr val="7F7F7F"/>
                </a:solidFill>
                <a:latin typeface="Calibri"/>
              </a:rPr>
              <a:t>metus</a:t>
            </a:r>
            <a:r>
              <a:rPr lang="en-US" sz="1200" dirty="0" smtClean="0">
                <a:solidFill>
                  <a:srgbClr val="7F7F7F"/>
                </a:solidFill>
                <a:latin typeface="Calibri"/>
              </a:rPr>
              <a:t>. Maecenas vitae </a:t>
            </a:r>
            <a:r>
              <a:rPr lang="en-US" sz="1200" dirty="0" err="1" smtClean="0">
                <a:solidFill>
                  <a:srgbClr val="7F7F7F"/>
                </a:solidFill>
                <a:latin typeface="Calibri"/>
              </a:rPr>
              <a:t>risus</a:t>
            </a:r>
            <a:r>
              <a:rPr lang="en-US" sz="1200" dirty="0" smtClean="0">
                <a:solidFill>
                  <a:srgbClr val="7F7F7F"/>
                </a:solidFill>
                <a:latin typeface="Calibri"/>
              </a:rPr>
              <a:t> </a:t>
            </a:r>
            <a:r>
              <a:rPr lang="en-US" sz="1200" dirty="0" err="1" smtClean="0">
                <a:solidFill>
                  <a:srgbClr val="7F7F7F"/>
                </a:solidFill>
                <a:latin typeface="Calibri"/>
              </a:rPr>
              <a:t>vel</a:t>
            </a:r>
            <a:r>
              <a:rPr lang="en-US" sz="1200" dirty="0" smtClean="0">
                <a:solidFill>
                  <a:srgbClr val="7F7F7F"/>
                </a:solidFill>
                <a:latin typeface="Calibri"/>
              </a:rPr>
              <a:t>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a:t>
            </a:r>
            <a:r>
              <a:rPr lang="en-US" sz="1200" dirty="0" err="1" smtClean="0">
                <a:solidFill>
                  <a:srgbClr val="7F7F7F"/>
                </a:solidFill>
                <a:latin typeface="Calibri"/>
              </a:rPr>
              <a:t>tempor</a:t>
            </a:r>
            <a:r>
              <a:rPr lang="en-US" sz="1200" dirty="0" smtClean="0">
                <a:solidFill>
                  <a:srgbClr val="7F7F7F"/>
                </a:solidFill>
                <a:latin typeface="Calibri"/>
              </a:rPr>
              <a:t>. </a:t>
            </a:r>
            <a:r>
              <a:rPr lang="en-US" sz="1200" dirty="0" err="1" smtClean="0">
                <a:solidFill>
                  <a:srgbClr val="7F7F7F"/>
                </a:solidFill>
                <a:latin typeface="Calibri"/>
              </a:rPr>
              <a:t>Suspendisse</a:t>
            </a:r>
            <a:r>
              <a:rPr lang="en-US" sz="1200" dirty="0" smtClean="0">
                <a:solidFill>
                  <a:srgbClr val="7F7F7F"/>
                </a:solidFill>
                <a:latin typeface="Calibri"/>
              </a:rPr>
              <a:t> </a:t>
            </a:r>
            <a:r>
              <a:rPr lang="en-US" sz="1200" dirty="0" err="1" smtClean="0">
                <a:solidFill>
                  <a:srgbClr val="7F7F7F"/>
                </a:solidFill>
                <a:latin typeface="Calibri"/>
              </a:rPr>
              <a:t>eu</a:t>
            </a:r>
            <a:r>
              <a:rPr lang="en-US" sz="1200" dirty="0" smtClean="0">
                <a:solidFill>
                  <a:srgbClr val="7F7F7F"/>
                </a:solidFill>
                <a:latin typeface="Calibri"/>
              </a:rPr>
              <a:t> </a:t>
            </a:r>
            <a:r>
              <a:rPr lang="en-US" sz="1200" dirty="0" err="1" smtClean="0">
                <a:solidFill>
                  <a:srgbClr val="7F7F7F"/>
                </a:solidFill>
                <a:latin typeface="Calibri"/>
              </a:rPr>
              <a:t>tortor</a:t>
            </a:r>
            <a:r>
              <a:rPr lang="en-US" sz="1200" dirty="0" smtClean="0">
                <a:solidFill>
                  <a:srgbClr val="7F7F7F"/>
                </a:solidFill>
                <a:latin typeface="Calibri"/>
              </a:rPr>
              <a:t> </a:t>
            </a:r>
            <a:r>
              <a:rPr lang="en-US" sz="1200" dirty="0" err="1" smtClean="0">
                <a:solidFill>
                  <a:srgbClr val="7F7F7F"/>
                </a:solidFill>
                <a:latin typeface="Calibri"/>
              </a:rPr>
              <a:t>leo</a:t>
            </a:r>
            <a:r>
              <a:rPr lang="en-US" sz="1200" dirty="0" smtClean="0">
                <a:solidFill>
                  <a:srgbClr val="7F7F7F"/>
                </a:solidFill>
                <a:latin typeface="Calibri"/>
              </a:rPr>
              <a:t>, </a:t>
            </a:r>
            <a:r>
              <a:rPr lang="en-US" sz="1200" dirty="0" err="1" smtClean="0">
                <a:solidFill>
                  <a:srgbClr val="7F7F7F"/>
                </a:solidFill>
                <a:latin typeface="Calibri"/>
              </a:rPr>
              <a:t>quis</a:t>
            </a:r>
            <a:r>
              <a:rPr lang="en-US" sz="1200" dirty="0" smtClean="0">
                <a:solidFill>
                  <a:srgbClr val="7F7F7F"/>
                </a:solidFill>
                <a:latin typeface="Calibri"/>
              </a:rPr>
              <a:t>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erat</a:t>
            </a:r>
            <a:r>
              <a:rPr lang="en-US" sz="1200" dirty="0" smtClean="0">
                <a:solidFill>
                  <a:srgbClr val="7F7F7F"/>
                </a:solidFill>
                <a:latin typeface="Calibri"/>
              </a:rPr>
              <a:t>. </a:t>
            </a:r>
            <a:r>
              <a:rPr lang="en-US" sz="1200" dirty="0" err="1" smtClean="0">
                <a:solidFill>
                  <a:srgbClr val="7F7F7F"/>
                </a:solidFill>
                <a:latin typeface="Calibri"/>
              </a:rPr>
              <a:t>Vivamus</a:t>
            </a:r>
            <a:r>
              <a:rPr lang="en-US" sz="1200" dirty="0" smtClean="0">
                <a:solidFill>
                  <a:srgbClr val="7F7F7F"/>
                </a:solidFill>
                <a:latin typeface="Calibri"/>
              </a:rPr>
              <a:t>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est</a:t>
            </a:r>
            <a:r>
              <a:rPr lang="en-US" sz="1200" dirty="0" smtClean="0">
                <a:solidFill>
                  <a:srgbClr val="7F7F7F"/>
                </a:solidFill>
                <a:latin typeface="Calibri"/>
              </a:rPr>
              <a:t> vitae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enim</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Etiam</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ligula</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arcu</a:t>
            </a:r>
            <a:r>
              <a:rPr lang="en-US" sz="1200" dirty="0" smtClean="0">
                <a:solidFill>
                  <a:srgbClr val="7F7F7F"/>
                </a:solidFill>
                <a:latin typeface="Calibri"/>
              </a:rPr>
              <a:t> </a:t>
            </a:r>
            <a:r>
              <a:rPr lang="en-US" sz="1200" dirty="0" err="1" smtClean="0">
                <a:solidFill>
                  <a:srgbClr val="7F7F7F"/>
                </a:solidFill>
                <a:latin typeface="Calibri"/>
              </a:rPr>
              <a:t>ultricies</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In </a:t>
            </a:r>
            <a:r>
              <a:rPr lang="en-US" sz="1200" dirty="0" err="1" smtClean="0">
                <a:solidFill>
                  <a:srgbClr val="7F7F7F"/>
                </a:solidFill>
                <a:latin typeface="Calibri"/>
              </a:rPr>
              <a:t>malesuada</a:t>
            </a:r>
            <a:r>
              <a:rPr lang="en-US" sz="1200" dirty="0" smtClean="0">
                <a:solidFill>
                  <a:srgbClr val="7F7F7F"/>
                </a:solidFill>
                <a:latin typeface="Calibri"/>
              </a:rPr>
              <a:t> </a:t>
            </a:r>
            <a:r>
              <a:rPr lang="en-US" sz="1200" dirty="0" err="1" smtClean="0">
                <a:solidFill>
                  <a:srgbClr val="7F7F7F"/>
                </a:solidFill>
                <a:latin typeface="Calibri"/>
              </a:rPr>
              <a:t>justo</a:t>
            </a:r>
            <a:r>
              <a:rPr lang="en-US" sz="1200" dirty="0" smtClean="0">
                <a:solidFill>
                  <a:srgbClr val="7F7F7F"/>
                </a:solidFill>
                <a:latin typeface="Calibri"/>
              </a:rPr>
              <a:t> id </a:t>
            </a:r>
            <a:r>
              <a:rPr lang="en-US" sz="1200" dirty="0" err="1" smtClean="0">
                <a:solidFill>
                  <a:srgbClr val="7F7F7F"/>
                </a:solidFill>
                <a:latin typeface="Calibri"/>
              </a:rPr>
              <a:t>metus</a:t>
            </a:r>
            <a:r>
              <a:rPr lang="en-US" sz="1200" dirty="0" smtClean="0">
                <a:solidFill>
                  <a:srgbClr val="7F7F7F"/>
                </a:solidFill>
                <a:latin typeface="Calibri"/>
              </a:rPr>
              <a:t> </a:t>
            </a:r>
            <a:r>
              <a:rPr lang="en-US" sz="1200" dirty="0" err="1" smtClean="0">
                <a:solidFill>
                  <a:srgbClr val="7F7F7F"/>
                </a:solidFill>
                <a:latin typeface="Calibri"/>
              </a:rPr>
              <a:t>dapibus</a:t>
            </a:r>
            <a:r>
              <a:rPr lang="en-US" sz="1200" dirty="0" smtClean="0">
                <a:solidFill>
                  <a:srgbClr val="7F7F7F"/>
                </a:solidFill>
                <a:latin typeface="Calibri"/>
              </a:rPr>
              <a:t> ac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Fusce</a:t>
            </a:r>
            <a:r>
              <a:rPr lang="en-US" sz="1200" dirty="0" smtClean="0">
                <a:solidFill>
                  <a:srgbClr val="7F7F7F"/>
                </a:solidFill>
                <a:latin typeface="Calibri"/>
              </a:rPr>
              <a:t> </a:t>
            </a:r>
            <a:r>
              <a:rPr lang="en-US" sz="1200" dirty="0" err="1" smtClean="0">
                <a:solidFill>
                  <a:srgbClr val="7F7F7F"/>
                </a:solidFill>
                <a:latin typeface="Calibri"/>
              </a:rPr>
              <a:t>facilisis</a:t>
            </a:r>
            <a:r>
              <a:rPr lang="en-US" sz="1200" dirty="0" smtClean="0">
                <a:solidFill>
                  <a:srgbClr val="7F7F7F"/>
                </a:solidFill>
                <a:latin typeface="Calibri"/>
              </a:rPr>
              <a:t> </a:t>
            </a:r>
            <a:r>
              <a:rPr lang="en-US" sz="1200" dirty="0" err="1" smtClean="0">
                <a:solidFill>
                  <a:srgbClr val="7F7F7F"/>
                </a:solidFill>
                <a:latin typeface="Calibri"/>
              </a:rPr>
              <a:t>metus</a:t>
            </a:r>
            <a:r>
              <a:rPr lang="en-US" sz="1200" dirty="0" smtClean="0">
                <a:solidFill>
                  <a:srgbClr val="7F7F7F"/>
                </a:solidFill>
                <a:latin typeface="Calibri"/>
              </a:rPr>
              <a:t> a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Integer </a:t>
            </a:r>
            <a:r>
              <a:rPr lang="en-US" sz="1200" dirty="0" err="1" smtClean="0">
                <a:solidFill>
                  <a:srgbClr val="7F7F7F"/>
                </a:solidFill>
                <a:latin typeface="Calibri"/>
              </a:rPr>
              <a:t>vestibulum</a:t>
            </a:r>
            <a:r>
              <a:rPr lang="en-US" sz="1200" dirty="0" smtClean="0">
                <a:solidFill>
                  <a:srgbClr val="7F7F7F"/>
                </a:solidFill>
                <a:latin typeface="Calibri"/>
              </a:rPr>
              <a:t> quam a quam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eget</a:t>
            </a:r>
            <a:r>
              <a:rPr lang="en-US" sz="1200" dirty="0" smtClean="0">
                <a:solidFill>
                  <a:srgbClr val="7F7F7F"/>
                </a:solidFill>
                <a:latin typeface="Calibri"/>
              </a:rPr>
              <a:t> </a:t>
            </a:r>
            <a:r>
              <a:rPr lang="en-US" sz="1200" dirty="0" err="1" smtClean="0">
                <a:solidFill>
                  <a:srgbClr val="7F7F7F"/>
                </a:solidFill>
                <a:latin typeface="Calibri"/>
              </a:rPr>
              <a:t>molestie</a:t>
            </a:r>
            <a:r>
              <a:rPr lang="en-US" sz="1200" dirty="0" smtClean="0">
                <a:solidFill>
                  <a:srgbClr val="7F7F7F"/>
                </a:solidFill>
                <a:latin typeface="Calibri"/>
              </a:rPr>
              <a:t> </a:t>
            </a:r>
            <a:r>
              <a:rPr lang="en-US" sz="1200" dirty="0" err="1" smtClean="0">
                <a:solidFill>
                  <a:srgbClr val="7F7F7F"/>
                </a:solidFill>
                <a:latin typeface="Calibri"/>
              </a:rPr>
              <a:t>nibh</a:t>
            </a:r>
            <a:r>
              <a:rPr lang="en-US" sz="1200" dirty="0" smtClean="0">
                <a:solidFill>
                  <a:srgbClr val="7F7F7F"/>
                </a:solidFill>
                <a:latin typeface="Calibri"/>
              </a:rPr>
              <a:t> </a:t>
            </a:r>
            <a:r>
              <a:rPr lang="en-US" sz="1200" dirty="0" err="1" smtClean="0">
                <a:solidFill>
                  <a:srgbClr val="7F7F7F"/>
                </a:solidFill>
                <a:latin typeface="Calibri"/>
              </a:rPr>
              <a:t>cursus</a:t>
            </a:r>
            <a:r>
              <a:rPr lang="en-US" sz="1200" dirty="0" smtClean="0">
                <a:solidFill>
                  <a:srgbClr val="7F7F7F"/>
                </a:solidFill>
                <a:latin typeface="Calibri"/>
              </a:rPr>
              <a:t>.</a:t>
            </a:r>
            <a:endParaRPr lang="en-US" sz="1200" dirty="0">
              <a:solidFill>
                <a:srgbClr val="7F7F7F"/>
              </a:solidFill>
              <a:latin typeface="Tahoma"/>
              <a:cs typeface="Tahoma"/>
            </a:endParaRPr>
          </a:p>
        </p:txBody>
      </p:sp>
      <p:sp>
        <p:nvSpPr>
          <p:cNvPr id="8" name="TextBox 7"/>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9" name="TextBox 8"/>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10" name="TextBox 9"/>
          <p:cNvSpPr txBox="1"/>
          <p:nvPr userDrawn="1"/>
        </p:nvSpPr>
        <p:spPr>
          <a:xfrm>
            <a:off x="1170783" y="2067367"/>
            <a:ext cx="5347719" cy="341198"/>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rPr>
              <a:t>Lorem</a:t>
            </a:r>
            <a:r>
              <a:rPr lang="en-US" sz="1600" dirty="0" smtClean="0">
                <a:solidFill>
                  <a:srgbClr val="4F81BD"/>
                </a:solidFill>
                <a:latin typeface="Calibri"/>
              </a:rPr>
              <a:t> </a:t>
            </a:r>
            <a:r>
              <a:rPr lang="en-US" sz="1600" dirty="0" err="1" smtClean="0">
                <a:solidFill>
                  <a:srgbClr val="4F81BD"/>
                </a:solidFill>
                <a:latin typeface="Calibri"/>
              </a:rPr>
              <a:t>ipsum</a:t>
            </a:r>
            <a:endParaRPr lang="en-US" sz="1600" dirty="0">
              <a:solidFill>
                <a:srgbClr val="4F81BD"/>
              </a:solidFill>
              <a:latin typeface="Calibri"/>
            </a:endParaRPr>
          </a:p>
        </p:txBody>
      </p:sp>
      <p:sp>
        <p:nvSpPr>
          <p:cNvPr id="16" name="Content Placeholder 2"/>
          <p:cNvSpPr>
            <a:spLocks noGrp="1"/>
          </p:cNvSpPr>
          <p:nvPr>
            <p:ph idx="1"/>
          </p:nvPr>
        </p:nvSpPr>
        <p:spPr>
          <a:xfrm>
            <a:off x="5033783" y="2698752"/>
            <a:ext cx="3828639" cy="2928564"/>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54667701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Uma Coluna C\ Imagem Esq">
    <p:spTree>
      <p:nvGrpSpPr>
        <p:cNvPr id="1" name=""/>
        <p:cNvGrpSpPr/>
        <p:nvPr/>
      </p:nvGrpSpPr>
      <p:grpSpPr>
        <a:xfrm>
          <a:off x="0" y="0"/>
          <a:ext cx="0" cy="0"/>
          <a:chOff x="0" y="0"/>
          <a:chExt cx="0" cy="0"/>
        </a:xfrm>
      </p:grpSpPr>
      <p:sp>
        <p:nvSpPr>
          <p:cNvPr id="14" name="TextBox 13"/>
          <p:cNvSpPr txBox="1"/>
          <p:nvPr userDrawn="1"/>
        </p:nvSpPr>
        <p:spPr>
          <a:xfrm>
            <a:off x="5155765" y="2587085"/>
            <a:ext cx="3723949" cy="2299667"/>
          </a:xfrm>
          <a:prstGeom prst="rect">
            <a:avLst/>
          </a:prstGeom>
          <a:noFill/>
        </p:spPr>
        <p:txBody>
          <a:bodyPr wrap="square" lIns="91407" tIns="45704" rIns="91407" bIns="45704" rtlCol="0">
            <a:spAutoFit/>
          </a:bodyPr>
          <a:lstStyle/>
          <a:p>
            <a:pPr algn="just" defTabSz="457035" eaLnBrk="1" fontAlgn="auto" hangingPunct="1">
              <a:spcBef>
                <a:spcPts val="0"/>
              </a:spcBef>
              <a:spcAft>
                <a:spcPts val="0"/>
              </a:spcAft>
              <a:defRPr/>
            </a:pPr>
            <a:r>
              <a:rPr lang="en-US" sz="1200" dirty="0" err="1" smtClean="0">
                <a:solidFill>
                  <a:srgbClr val="7F7F7F"/>
                </a:solidFill>
                <a:latin typeface="Calibri"/>
              </a:rPr>
              <a:t>Lorem</a:t>
            </a:r>
            <a:r>
              <a:rPr lang="en-US" sz="1200" dirty="0" smtClean="0">
                <a:solidFill>
                  <a:srgbClr val="7F7F7F"/>
                </a:solidFill>
                <a:latin typeface="Calibri"/>
              </a:rPr>
              <a:t> </a:t>
            </a:r>
            <a:r>
              <a:rPr lang="en-US" sz="1200" dirty="0" err="1" smtClean="0">
                <a:solidFill>
                  <a:srgbClr val="7F7F7F"/>
                </a:solidFill>
                <a:latin typeface="Calibri"/>
              </a:rPr>
              <a:t>ipsum</a:t>
            </a:r>
            <a:r>
              <a:rPr lang="en-US" sz="1200" dirty="0" smtClean="0">
                <a:solidFill>
                  <a:srgbClr val="7F7F7F"/>
                </a:solidFill>
                <a:latin typeface="Calibri"/>
              </a:rPr>
              <a:t> dolor sit </a:t>
            </a:r>
            <a:r>
              <a:rPr lang="en-US" sz="1200" dirty="0" err="1" smtClean="0">
                <a:solidFill>
                  <a:srgbClr val="7F7F7F"/>
                </a:solidFill>
                <a:latin typeface="Calibri"/>
              </a:rPr>
              <a:t>amet</a:t>
            </a:r>
            <a:r>
              <a:rPr lang="en-US" sz="1200" dirty="0" smtClean="0">
                <a:solidFill>
                  <a:srgbClr val="7F7F7F"/>
                </a:solidFill>
                <a:latin typeface="Calibri"/>
              </a:rPr>
              <a:t>, </a:t>
            </a:r>
            <a:r>
              <a:rPr lang="en-US" sz="1200" dirty="0" err="1" smtClean="0">
                <a:solidFill>
                  <a:srgbClr val="7F7F7F"/>
                </a:solidFill>
                <a:latin typeface="Calibri"/>
              </a:rPr>
              <a:t>consectetur</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Vestibulum</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tristique</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a:t>
            </a:r>
            <a:r>
              <a:rPr lang="en-US" sz="1200" dirty="0" err="1" smtClean="0">
                <a:solidFill>
                  <a:srgbClr val="7F7F7F"/>
                </a:solidFill>
                <a:latin typeface="Calibri"/>
              </a:rPr>
              <a:t>Donec</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mauris</a:t>
            </a:r>
            <a:r>
              <a:rPr lang="en-US" sz="1200" dirty="0" smtClean="0">
                <a:solidFill>
                  <a:srgbClr val="7F7F7F"/>
                </a:solidFill>
                <a:latin typeface="Calibri"/>
              </a:rPr>
              <a:t>, </a:t>
            </a:r>
            <a:r>
              <a:rPr lang="en-US" sz="1200" dirty="0" err="1" smtClean="0">
                <a:solidFill>
                  <a:srgbClr val="7F7F7F"/>
                </a:solidFill>
                <a:latin typeface="Calibri"/>
              </a:rPr>
              <a:t>pulvinar</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nisl</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a:t>
            </a:r>
            <a:r>
              <a:rPr lang="en-US" sz="1200" dirty="0" err="1" smtClean="0">
                <a:solidFill>
                  <a:srgbClr val="7F7F7F"/>
                </a:solidFill>
                <a:latin typeface="Calibri"/>
              </a:rPr>
              <a:t>ultrices</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non </a:t>
            </a:r>
            <a:r>
              <a:rPr lang="en-US" sz="1200" dirty="0" err="1" smtClean="0">
                <a:solidFill>
                  <a:srgbClr val="7F7F7F"/>
                </a:solidFill>
                <a:latin typeface="Calibri"/>
              </a:rPr>
              <a:t>egestas</a:t>
            </a:r>
            <a:r>
              <a:rPr lang="en-US" sz="1200" dirty="0" smtClean="0">
                <a:solidFill>
                  <a:srgbClr val="7F7F7F"/>
                </a:solidFill>
                <a:latin typeface="Calibri"/>
              </a:rPr>
              <a:t> dolor </a:t>
            </a:r>
            <a:r>
              <a:rPr lang="en-US" sz="1200" dirty="0" err="1" smtClean="0">
                <a:solidFill>
                  <a:srgbClr val="7F7F7F"/>
                </a:solidFill>
                <a:latin typeface="Calibri"/>
              </a:rPr>
              <a:t>semper</a:t>
            </a:r>
            <a:r>
              <a:rPr lang="en-US" sz="1200" dirty="0" smtClean="0">
                <a:solidFill>
                  <a:srgbClr val="7F7F7F"/>
                </a:solidFill>
                <a:latin typeface="Calibri"/>
              </a:rPr>
              <a:t>. </a:t>
            </a:r>
            <a:r>
              <a:rPr lang="en-US" sz="1200" dirty="0" err="1" smtClean="0">
                <a:solidFill>
                  <a:srgbClr val="7F7F7F"/>
                </a:solidFill>
                <a:latin typeface="Calibri"/>
              </a:rPr>
              <a:t>Quisque</a:t>
            </a:r>
            <a:r>
              <a:rPr lang="en-US" sz="1200" dirty="0" smtClean="0">
                <a:solidFill>
                  <a:srgbClr val="7F7F7F"/>
                </a:solidFill>
                <a:latin typeface="Calibri"/>
              </a:rPr>
              <a:t> in lacus </a:t>
            </a:r>
            <a:r>
              <a:rPr lang="en-US" sz="1200" dirty="0" err="1" smtClean="0">
                <a:solidFill>
                  <a:srgbClr val="7F7F7F"/>
                </a:solidFill>
                <a:latin typeface="Calibri"/>
              </a:rPr>
              <a:t>metus</a:t>
            </a:r>
            <a:r>
              <a:rPr lang="en-US" sz="1200" dirty="0" smtClean="0">
                <a:solidFill>
                  <a:srgbClr val="7F7F7F"/>
                </a:solidFill>
                <a:latin typeface="Calibri"/>
              </a:rPr>
              <a:t>. Maecenas vitae </a:t>
            </a:r>
            <a:r>
              <a:rPr lang="en-US" sz="1200" dirty="0" err="1" smtClean="0">
                <a:solidFill>
                  <a:srgbClr val="7F7F7F"/>
                </a:solidFill>
                <a:latin typeface="Calibri"/>
              </a:rPr>
              <a:t>risus</a:t>
            </a:r>
            <a:r>
              <a:rPr lang="en-US" sz="1200" dirty="0" smtClean="0">
                <a:solidFill>
                  <a:srgbClr val="7F7F7F"/>
                </a:solidFill>
                <a:latin typeface="Calibri"/>
              </a:rPr>
              <a:t> </a:t>
            </a:r>
            <a:r>
              <a:rPr lang="en-US" sz="1200" dirty="0" err="1" smtClean="0">
                <a:solidFill>
                  <a:srgbClr val="7F7F7F"/>
                </a:solidFill>
                <a:latin typeface="Calibri"/>
              </a:rPr>
              <a:t>vel</a:t>
            </a:r>
            <a:r>
              <a:rPr lang="en-US" sz="1200" dirty="0" smtClean="0">
                <a:solidFill>
                  <a:srgbClr val="7F7F7F"/>
                </a:solidFill>
                <a:latin typeface="Calibri"/>
              </a:rPr>
              <a:t>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a:t>
            </a:r>
            <a:r>
              <a:rPr lang="en-US" sz="1200" dirty="0" err="1" smtClean="0">
                <a:solidFill>
                  <a:srgbClr val="7F7F7F"/>
                </a:solidFill>
                <a:latin typeface="Calibri"/>
              </a:rPr>
              <a:t>tempor</a:t>
            </a:r>
            <a:r>
              <a:rPr lang="en-US" sz="1200" dirty="0" smtClean="0">
                <a:solidFill>
                  <a:srgbClr val="7F7F7F"/>
                </a:solidFill>
                <a:latin typeface="Calibri"/>
              </a:rPr>
              <a:t>. </a:t>
            </a:r>
            <a:r>
              <a:rPr lang="en-US" sz="1200" dirty="0" err="1" smtClean="0">
                <a:solidFill>
                  <a:srgbClr val="7F7F7F"/>
                </a:solidFill>
                <a:latin typeface="Calibri"/>
              </a:rPr>
              <a:t>Suspendisse</a:t>
            </a:r>
            <a:r>
              <a:rPr lang="en-US" sz="1200" dirty="0" smtClean="0">
                <a:solidFill>
                  <a:srgbClr val="7F7F7F"/>
                </a:solidFill>
                <a:latin typeface="Calibri"/>
              </a:rPr>
              <a:t> </a:t>
            </a:r>
            <a:r>
              <a:rPr lang="en-US" sz="1200" dirty="0" err="1" smtClean="0">
                <a:solidFill>
                  <a:srgbClr val="7F7F7F"/>
                </a:solidFill>
                <a:latin typeface="Calibri"/>
              </a:rPr>
              <a:t>eu</a:t>
            </a:r>
            <a:r>
              <a:rPr lang="en-US" sz="1200" dirty="0" smtClean="0">
                <a:solidFill>
                  <a:srgbClr val="7F7F7F"/>
                </a:solidFill>
                <a:latin typeface="Calibri"/>
              </a:rPr>
              <a:t> </a:t>
            </a:r>
            <a:r>
              <a:rPr lang="en-US" sz="1200" dirty="0" err="1" smtClean="0">
                <a:solidFill>
                  <a:srgbClr val="7F7F7F"/>
                </a:solidFill>
                <a:latin typeface="Calibri"/>
              </a:rPr>
              <a:t>tortor</a:t>
            </a:r>
            <a:r>
              <a:rPr lang="en-US" sz="1200" dirty="0" smtClean="0">
                <a:solidFill>
                  <a:srgbClr val="7F7F7F"/>
                </a:solidFill>
                <a:latin typeface="Calibri"/>
              </a:rPr>
              <a:t> </a:t>
            </a:r>
            <a:r>
              <a:rPr lang="en-US" sz="1200" dirty="0" err="1" smtClean="0">
                <a:solidFill>
                  <a:srgbClr val="7F7F7F"/>
                </a:solidFill>
                <a:latin typeface="Calibri"/>
              </a:rPr>
              <a:t>leo</a:t>
            </a:r>
            <a:r>
              <a:rPr lang="en-US" sz="1200" dirty="0" smtClean="0">
                <a:solidFill>
                  <a:srgbClr val="7F7F7F"/>
                </a:solidFill>
                <a:latin typeface="Calibri"/>
              </a:rPr>
              <a:t>, </a:t>
            </a:r>
            <a:r>
              <a:rPr lang="en-US" sz="1200" dirty="0" err="1" smtClean="0">
                <a:solidFill>
                  <a:srgbClr val="7F7F7F"/>
                </a:solidFill>
                <a:latin typeface="Calibri"/>
              </a:rPr>
              <a:t>quis</a:t>
            </a:r>
            <a:r>
              <a:rPr lang="en-US" sz="1200" dirty="0" smtClean="0">
                <a:solidFill>
                  <a:srgbClr val="7F7F7F"/>
                </a:solidFill>
                <a:latin typeface="Calibri"/>
              </a:rPr>
              <a:t>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erat</a:t>
            </a:r>
            <a:r>
              <a:rPr lang="en-US" sz="1200" dirty="0" smtClean="0">
                <a:solidFill>
                  <a:srgbClr val="7F7F7F"/>
                </a:solidFill>
                <a:latin typeface="Calibri"/>
              </a:rPr>
              <a:t>. </a:t>
            </a:r>
            <a:r>
              <a:rPr lang="en-US" sz="1200" dirty="0" err="1" smtClean="0">
                <a:solidFill>
                  <a:srgbClr val="7F7F7F"/>
                </a:solidFill>
                <a:latin typeface="Calibri"/>
              </a:rPr>
              <a:t>Vivamus</a:t>
            </a:r>
            <a:r>
              <a:rPr lang="en-US" sz="1200" dirty="0" smtClean="0">
                <a:solidFill>
                  <a:srgbClr val="7F7F7F"/>
                </a:solidFill>
                <a:latin typeface="Calibri"/>
              </a:rPr>
              <a:t>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est</a:t>
            </a:r>
            <a:r>
              <a:rPr lang="en-US" sz="1200" dirty="0" smtClean="0">
                <a:solidFill>
                  <a:srgbClr val="7F7F7F"/>
                </a:solidFill>
                <a:latin typeface="Calibri"/>
              </a:rPr>
              <a:t> vitae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enim</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Etiam</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ligula</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arcu</a:t>
            </a:r>
            <a:r>
              <a:rPr lang="en-US" sz="1200" dirty="0" smtClean="0">
                <a:solidFill>
                  <a:srgbClr val="7F7F7F"/>
                </a:solidFill>
                <a:latin typeface="Calibri"/>
              </a:rPr>
              <a:t> </a:t>
            </a:r>
            <a:r>
              <a:rPr lang="en-US" sz="1200" dirty="0" err="1" smtClean="0">
                <a:solidFill>
                  <a:srgbClr val="7F7F7F"/>
                </a:solidFill>
                <a:latin typeface="Calibri"/>
              </a:rPr>
              <a:t>ultricies</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In </a:t>
            </a:r>
            <a:r>
              <a:rPr lang="en-US" sz="1200" dirty="0" err="1" smtClean="0">
                <a:solidFill>
                  <a:srgbClr val="7F7F7F"/>
                </a:solidFill>
                <a:latin typeface="Calibri"/>
              </a:rPr>
              <a:t>malesuada</a:t>
            </a:r>
            <a:r>
              <a:rPr lang="en-US" sz="1200" dirty="0" smtClean="0">
                <a:solidFill>
                  <a:srgbClr val="7F7F7F"/>
                </a:solidFill>
                <a:latin typeface="Calibri"/>
              </a:rPr>
              <a:t> </a:t>
            </a:r>
            <a:r>
              <a:rPr lang="en-US" sz="1200" dirty="0" err="1" smtClean="0">
                <a:solidFill>
                  <a:srgbClr val="7F7F7F"/>
                </a:solidFill>
                <a:latin typeface="Calibri"/>
              </a:rPr>
              <a:t>justo</a:t>
            </a:r>
            <a:r>
              <a:rPr lang="en-US" sz="1200" dirty="0" smtClean="0">
                <a:solidFill>
                  <a:srgbClr val="7F7F7F"/>
                </a:solidFill>
                <a:latin typeface="Calibri"/>
              </a:rPr>
              <a:t> id </a:t>
            </a:r>
            <a:r>
              <a:rPr lang="en-US" sz="1200" dirty="0" err="1" smtClean="0">
                <a:solidFill>
                  <a:srgbClr val="7F7F7F"/>
                </a:solidFill>
                <a:latin typeface="Calibri"/>
              </a:rPr>
              <a:t>metus</a:t>
            </a:r>
            <a:r>
              <a:rPr lang="en-US" sz="1200" dirty="0" smtClean="0">
                <a:solidFill>
                  <a:srgbClr val="7F7F7F"/>
                </a:solidFill>
                <a:latin typeface="Calibri"/>
              </a:rPr>
              <a:t> </a:t>
            </a:r>
            <a:r>
              <a:rPr lang="en-US" sz="1200" dirty="0" err="1" smtClean="0">
                <a:solidFill>
                  <a:srgbClr val="7F7F7F"/>
                </a:solidFill>
                <a:latin typeface="Calibri"/>
              </a:rPr>
              <a:t>dapibus</a:t>
            </a:r>
            <a:r>
              <a:rPr lang="en-US" sz="1200" dirty="0" smtClean="0">
                <a:solidFill>
                  <a:srgbClr val="7F7F7F"/>
                </a:solidFill>
                <a:latin typeface="Calibri"/>
              </a:rPr>
              <a:t> ac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Fusce</a:t>
            </a:r>
            <a:r>
              <a:rPr lang="en-US" sz="1200" dirty="0" smtClean="0">
                <a:solidFill>
                  <a:srgbClr val="7F7F7F"/>
                </a:solidFill>
                <a:latin typeface="Calibri"/>
              </a:rPr>
              <a:t> </a:t>
            </a:r>
            <a:r>
              <a:rPr lang="en-US" sz="1200" dirty="0" err="1" smtClean="0">
                <a:solidFill>
                  <a:srgbClr val="7F7F7F"/>
                </a:solidFill>
                <a:latin typeface="Calibri"/>
              </a:rPr>
              <a:t>facilisis</a:t>
            </a:r>
            <a:r>
              <a:rPr lang="en-US" sz="1200" dirty="0" smtClean="0">
                <a:solidFill>
                  <a:srgbClr val="7F7F7F"/>
                </a:solidFill>
                <a:latin typeface="Calibri"/>
              </a:rPr>
              <a:t> </a:t>
            </a:r>
            <a:r>
              <a:rPr lang="en-US" sz="1200" dirty="0" err="1" smtClean="0">
                <a:solidFill>
                  <a:srgbClr val="7F7F7F"/>
                </a:solidFill>
                <a:latin typeface="Calibri"/>
              </a:rPr>
              <a:t>metus</a:t>
            </a:r>
            <a:r>
              <a:rPr lang="en-US" sz="1200" dirty="0" smtClean="0">
                <a:solidFill>
                  <a:srgbClr val="7F7F7F"/>
                </a:solidFill>
                <a:latin typeface="Calibri"/>
              </a:rPr>
              <a:t> a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Integer </a:t>
            </a:r>
            <a:r>
              <a:rPr lang="en-US" sz="1200" dirty="0" err="1" smtClean="0">
                <a:solidFill>
                  <a:srgbClr val="7F7F7F"/>
                </a:solidFill>
                <a:latin typeface="Calibri"/>
              </a:rPr>
              <a:t>vestibulum</a:t>
            </a:r>
            <a:r>
              <a:rPr lang="en-US" sz="1200" dirty="0" smtClean="0">
                <a:solidFill>
                  <a:srgbClr val="7F7F7F"/>
                </a:solidFill>
                <a:latin typeface="Calibri"/>
              </a:rPr>
              <a:t> quam a quam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eget</a:t>
            </a:r>
            <a:r>
              <a:rPr lang="en-US" sz="1200" dirty="0" smtClean="0">
                <a:solidFill>
                  <a:srgbClr val="7F7F7F"/>
                </a:solidFill>
                <a:latin typeface="Calibri"/>
              </a:rPr>
              <a:t> </a:t>
            </a:r>
            <a:r>
              <a:rPr lang="en-US" sz="1200" dirty="0" err="1" smtClean="0">
                <a:solidFill>
                  <a:srgbClr val="7F7F7F"/>
                </a:solidFill>
                <a:latin typeface="Calibri"/>
              </a:rPr>
              <a:t>molestie</a:t>
            </a:r>
            <a:r>
              <a:rPr lang="en-US" sz="1200" dirty="0" smtClean="0">
                <a:solidFill>
                  <a:srgbClr val="7F7F7F"/>
                </a:solidFill>
                <a:latin typeface="Calibri"/>
              </a:rPr>
              <a:t> </a:t>
            </a:r>
            <a:r>
              <a:rPr lang="en-US" sz="1200" dirty="0" err="1" smtClean="0">
                <a:solidFill>
                  <a:srgbClr val="7F7F7F"/>
                </a:solidFill>
                <a:latin typeface="Calibri"/>
              </a:rPr>
              <a:t>nibh</a:t>
            </a:r>
            <a:r>
              <a:rPr lang="en-US" sz="1200" dirty="0" smtClean="0">
                <a:solidFill>
                  <a:srgbClr val="7F7F7F"/>
                </a:solidFill>
                <a:latin typeface="Calibri"/>
              </a:rPr>
              <a:t> </a:t>
            </a:r>
            <a:r>
              <a:rPr lang="en-US" sz="1200" dirty="0" err="1" smtClean="0">
                <a:solidFill>
                  <a:srgbClr val="7F7F7F"/>
                </a:solidFill>
                <a:latin typeface="Calibri"/>
              </a:rPr>
              <a:t>cursus</a:t>
            </a:r>
            <a:r>
              <a:rPr lang="en-US" sz="1200" dirty="0" smtClean="0">
                <a:solidFill>
                  <a:srgbClr val="7F7F7F"/>
                </a:solidFill>
                <a:latin typeface="Calibri"/>
              </a:rPr>
              <a:t>.</a:t>
            </a:r>
            <a:endParaRPr lang="en-US" sz="1200" dirty="0">
              <a:solidFill>
                <a:srgbClr val="7F7F7F"/>
              </a:solidFill>
              <a:latin typeface="Tahoma"/>
              <a:cs typeface="Tahoma"/>
            </a:endParaRPr>
          </a:p>
        </p:txBody>
      </p:sp>
      <p:sp>
        <p:nvSpPr>
          <p:cNvPr id="8" name="TextBox 7"/>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9" name="TextBox 8"/>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10" name="TextBox 9"/>
          <p:cNvSpPr txBox="1"/>
          <p:nvPr userDrawn="1"/>
        </p:nvSpPr>
        <p:spPr>
          <a:xfrm>
            <a:off x="1170783" y="2067367"/>
            <a:ext cx="5347719" cy="341198"/>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rPr>
              <a:t>Lorem</a:t>
            </a:r>
            <a:r>
              <a:rPr lang="en-US" sz="1600" dirty="0" smtClean="0">
                <a:solidFill>
                  <a:srgbClr val="4F81BD"/>
                </a:solidFill>
                <a:latin typeface="Calibri"/>
              </a:rPr>
              <a:t> </a:t>
            </a:r>
            <a:r>
              <a:rPr lang="en-US" sz="1600" dirty="0" err="1" smtClean="0">
                <a:solidFill>
                  <a:srgbClr val="4F81BD"/>
                </a:solidFill>
                <a:latin typeface="Calibri"/>
              </a:rPr>
              <a:t>ipsum</a:t>
            </a:r>
            <a:endParaRPr lang="en-US" sz="1600" dirty="0">
              <a:solidFill>
                <a:srgbClr val="4F81BD"/>
              </a:solidFill>
              <a:latin typeface="Calibri"/>
            </a:endParaRPr>
          </a:p>
        </p:txBody>
      </p:sp>
      <p:sp>
        <p:nvSpPr>
          <p:cNvPr id="15" name="Content Placeholder 2"/>
          <p:cNvSpPr>
            <a:spLocks noGrp="1"/>
          </p:cNvSpPr>
          <p:nvPr>
            <p:ph idx="1"/>
          </p:nvPr>
        </p:nvSpPr>
        <p:spPr>
          <a:xfrm>
            <a:off x="1232954" y="2698752"/>
            <a:ext cx="3828639" cy="2928564"/>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142618461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Uma Coluna C\ Imagem Infer">
    <p:spTree>
      <p:nvGrpSpPr>
        <p:cNvPr id="1" name=""/>
        <p:cNvGrpSpPr/>
        <p:nvPr/>
      </p:nvGrpSpPr>
      <p:grpSpPr>
        <a:xfrm>
          <a:off x="0" y="0"/>
          <a:ext cx="0" cy="0"/>
          <a:chOff x="0" y="0"/>
          <a:chExt cx="0" cy="0"/>
        </a:xfrm>
      </p:grpSpPr>
      <p:sp>
        <p:nvSpPr>
          <p:cNvPr id="14" name="TextBox 13"/>
          <p:cNvSpPr txBox="1"/>
          <p:nvPr userDrawn="1"/>
        </p:nvSpPr>
        <p:spPr>
          <a:xfrm>
            <a:off x="1170775" y="2698334"/>
            <a:ext cx="7583112" cy="1149006"/>
          </a:xfrm>
          <a:prstGeom prst="rect">
            <a:avLst/>
          </a:prstGeom>
          <a:noFill/>
        </p:spPr>
        <p:txBody>
          <a:bodyPr wrap="square" lIns="107964" tIns="46784" rIns="91407" bIns="45704" numCol="1" spcCol="215923" rtlCol="0">
            <a:noAutofit/>
          </a:bodyPr>
          <a:lstStyle/>
          <a:p>
            <a:pPr algn="just" defTabSz="457035" eaLnBrk="1" fontAlgn="auto" hangingPunct="1">
              <a:spcBef>
                <a:spcPts val="0"/>
              </a:spcBef>
              <a:spcAft>
                <a:spcPts val="0"/>
              </a:spcAft>
              <a:defRPr/>
            </a:pPr>
            <a:r>
              <a:rPr lang="en-US" sz="1200" dirty="0" err="1" smtClean="0">
                <a:solidFill>
                  <a:srgbClr val="7F7F7F"/>
                </a:solidFill>
                <a:latin typeface="Calibri"/>
              </a:rPr>
              <a:t>Lorem</a:t>
            </a:r>
            <a:r>
              <a:rPr lang="en-US" sz="1200" dirty="0" smtClean="0">
                <a:solidFill>
                  <a:srgbClr val="7F7F7F"/>
                </a:solidFill>
                <a:latin typeface="Calibri"/>
              </a:rPr>
              <a:t> </a:t>
            </a:r>
            <a:r>
              <a:rPr lang="en-US" sz="1200" dirty="0" err="1" smtClean="0">
                <a:solidFill>
                  <a:srgbClr val="7F7F7F"/>
                </a:solidFill>
                <a:latin typeface="Calibri"/>
              </a:rPr>
              <a:t>ipsum</a:t>
            </a:r>
            <a:r>
              <a:rPr lang="en-US" sz="1200" dirty="0" smtClean="0">
                <a:solidFill>
                  <a:srgbClr val="7F7F7F"/>
                </a:solidFill>
                <a:latin typeface="Calibri"/>
              </a:rPr>
              <a:t> dolor sit </a:t>
            </a:r>
            <a:r>
              <a:rPr lang="en-US" sz="1200" dirty="0" err="1" smtClean="0">
                <a:solidFill>
                  <a:srgbClr val="7F7F7F"/>
                </a:solidFill>
                <a:latin typeface="Calibri"/>
              </a:rPr>
              <a:t>amet</a:t>
            </a:r>
            <a:r>
              <a:rPr lang="en-US" sz="1200" dirty="0" smtClean="0">
                <a:solidFill>
                  <a:srgbClr val="7F7F7F"/>
                </a:solidFill>
                <a:latin typeface="Calibri"/>
              </a:rPr>
              <a:t>, </a:t>
            </a:r>
            <a:r>
              <a:rPr lang="en-US" sz="1200" dirty="0" err="1" smtClean="0">
                <a:solidFill>
                  <a:srgbClr val="7F7F7F"/>
                </a:solidFill>
                <a:latin typeface="Calibri"/>
              </a:rPr>
              <a:t>consectetur</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Vestibulum</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tristique</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a:t>
            </a:r>
            <a:r>
              <a:rPr lang="en-US" sz="1200" dirty="0" err="1" smtClean="0">
                <a:solidFill>
                  <a:srgbClr val="7F7F7F"/>
                </a:solidFill>
                <a:latin typeface="Calibri"/>
              </a:rPr>
              <a:t>Donec</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mauris</a:t>
            </a:r>
            <a:r>
              <a:rPr lang="en-US" sz="1200" dirty="0" smtClean="0">
                <a:solidFill>
                  <a:srgbClr val="7F7F7F"/>
                </a:solidFill>
                <a:latin typeface="Calibri"/>
              </a:rPr>
              <a:t>, </a:t>
            </a:r>
            <a:r>
              <a:rPr lang="en-US" sz="1200" dirty="0" err="1" smtClean="0">
                <a:solidFill>
                  <a:srgbClr val="7F7F7F"/>
                </a:solidFill>
                <a:latin typeface="Calibri"/>
              </a:rPr>
              <a:t>pulvinar</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nisl</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a:t>
            </a:r>
            <a:r>
              <a:rPr lang="en-US" sz="1200" dirty="0" err="1" smtClean="0">
                <a:solidFill>
                  <a:srgbClr val="7F7F7F"/>
                </a:solidFill>
                <a:latin typeface="Calibri"/>
              </a:rPr>
              <a:t>ultrices</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non </a:t>
            </a:r>
            <a:r>
              <a:rPr lang="en-US" sz="1200" dirty="0" err="1" smtClean="0">
                <a:solidFill>
                  <a:srgbClr val="7F7F7F"/>
                </a:solidFill>
                <a:latin typeface="Calibri"/>
              </a:rPr>
              <a:t>egestas</a:t>
            </a:r>
            <a:r>
              <a:rPr lang="en-US" sz="1200" dirty="0" smtClean="0">
                <a:solidFill>
                  <a:srgbClr val="7F7F7F"/>
                </a:solidFill>
                <a:latin typeface="Calibri"/>
              </a:rPr>
              <a:t> dolor </a:t>
            </a:r>
            <a:r>
              <a:rPr lang="en-US" sz="1200" dirty="0" err="1" smtClean="0">
                <a:solidFill>
                  <a:srgbClr val="7F7F7F"/>
                </a:solidFill>
                <a:latin typeface="Calibri"/>
              </a:rPr>
              <a:t>semper</a:t>
            </a:r>
            <a:r>
              <a:rPr lang="en-US" sz="1200" dirty="0" smtClean="0">
                <a:solidFill>
                  <a:srgbClr val="7F7F7F"/>
                </a:solidFill>
                <a:latin typeface="Calibri"/>
              </a:rPr>
              <a:t>. </a:t>
            </a:r>
            <a:r>
              <a:rPr lang="en-US" sz="1200" dirty="0" err="1" smtClean="0">
                <a:solidFill>
                  <a:srgbClr val="7F7F7F"/>
                </a:solidFill>
                <a:latin typeface="Calibri"/>
              </a:rPr>
              <a:t>Quisque</a:t>
            </a:r>
            <a:r>
              <a:rPr lang="en-US" sz="1200" dirty="0" smtClean="0">
                <a:solidFill>
                  <a:srgbClr val="7F7F7F"/>
                </a:solidFill>
                <a:latin typeface="Calibri"/>
              </a:rPr>
              <a:t> in lacus </a:t>
            </a:r>
            <a:r>
              <a:rPr lang="en-US" sz="1200" dirty="0" err="1" smtClean="0">
                <a:solidFill>
                  <a:srgbClr val="7F7F7F"/>
                </a:solidFill>
                <a:latin typeface="Calibri"/>
              </a:rPr>
              <a:t>metus</a:t>
            </a:r>
            <a:r>
              <a:rPr lang="en-US" sz="1200" dirty="0" smtClean="0">
                <a:solidFill>
                  <a:srgbClr val="7F7F7F"/>
                </a:solidFill>
                <a:latin typeface="Calibri"/>
              </a:rPr>
              <a:t>. Maecenas vitae </a:t>
            </a:r>
            <a:r>
              <a:rPr lang="en-US" sz="1200" dirty="0" err="1" smtClean="0">
                <a:solidFill>
                  <a:srgbClr val="7F7F7F"/>
                </a:solidFill>
                <a:latin typeface="Calibri"/>
              </a:rPr>
              <a:t>risus</a:t>
            </a:r>
            <a:r>
              <a:rPr lang="en-US" sz="1200" dirty="0" smtClean="0">
                <a:solidFill>
                  <a:srgbClr val="7F7F7F"/>
                </a:solidFill>
                <a:latin typeface="Calibri"/>
              </a:rPr>
              <a:t> </a:t>
            </a:r>
            <a:r>
              <a:rPr lang="en-US" sz="1200" dirty="0" err="1" smtClean="0">
                <a:solidFill>
                  <a:srgbClr val="7F7F7F"/>
                </a:solidFill>
                <a:latin typeface="Calibri"/>
              </a:rPr>
              <a:t>vel</a:t>
            </a:r>
            <a:r>
              <a:rPr lang="en-US" sz="1200" dirty="0" smtClean="0">
                <a:solidFill>
                  <a:srgbClr val="7F7F7F"/>
                </a:solidFill>
                <a:latin typeface="Calibri"/>
              </a:rPr>
              <a:t>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a:t>
            </a:r>
            <a:r>
              <a:rPr lang="en-US" sz="1200" dirty="0" err="1" smtClean="0">
                <a:solidFill>
                  <a:srgbClr val="7F7F7F"/>
                </a:solidFill>
                <a:latin typeface="Calibri"/>
              </a:rPr>
              <a:t>tempor</a:t>
            </a:r>
            <a:r>
              <a:rPr lang="en-US" sz="1200" dirty="0" smtClean="0">
                <a:solidFill>
                  <a:srgbClr val="7F7F7F"/>
                </a:solidFill>
                <a:latin typeface="Calibri"/>
              </a:rPr>
              <a:t>. </a:t>
            </a:r>
            <a:r>
              <a:rPr lang="en-US" sz="1200" dirty="0" err="1" smtClean="0">
                <a:solidFill>
                  <a:srgbClr val="7F7F7F"/>
                </a:solidFill>
                <a:latin typeface="Calibri"/>
              </a:rPr>
              <a:t>Suspendisse</a:t>
            </a:r>
            <a:r>
              <a:rPr lang="en-US" sz="1200" dirty="0" smtClean="0">
                <a:solidFill>
                  <a:srgbClr val="7F7F7F"/>
                </a:solidFill>
                <a:latin typeface="Calibri"/>
              </a:rPr>
              <a:t> </a:t>
            </a:r>
            <a:r>
              <a:rPr lang="en-US" sz="1200" dirty="0" err="1" smtClean="0">
                <a:solidFill>
                  <a:srgbClr val="7F7F7F"/>
                </a:solidFill>
                <a:latin typeface="Calibri"/>
              </a:rPr>
              <a:t>eu</a:t>
            </a:r>
            <a:r>
              <a:rPr lang="en-US" sz="1200" dirty="0" smtClean="0">
                <a:solidFill>
                  <a:srgbClr val="7F7F7F"/>
                </a:solidFill>
                <a:latin typeface="Calibri"/>
              </a:rPr>
              <a:t> </a:t>
            </a:r>
            <a:r>
              <a:rPr lang="en-US" sz="1200" dirty="0" err="1" smtClean="0">
                <a:solidFill>
                  <a:srgbClr val="7F7F7F"/>
                </a:solidFill>
                <a:latin typeface="Calibri"/>
              </a:rPr>
              <a:t>tortor</a:t>
            </a:r>
            <a:r>
              <a:rPr lang="en-US" sz="1200" dirty="0" smtClean="0">
                <a:solidFill>
                  <a:srgbClr val="7F7F7F"/>
                </a:solidFill>
                <a:latin typeface="Calibri"/>
              </a:rPr>
              <a:t> </a:t>
            </a:r>
            <a:r>
              <a:rPr lang="en-US" sz="1200" dirty="0" err="1" smtClean="0">
                <a:solidFill>
                  <a:srgbClr val="7F7F7F"/>
                </a:solidFill>
                <a:latin typeface="Calibri"/>
              </a:rPr>
              <a:t>leo</a:t>
            </a:r>
            <a:r>
              <a:rPr lang="en-US" sz="1200" dirty="0" smtClean="0">
                <a:solidFill>
                  <a:srgbClr val="7F7F7F"/>
                </a:solidFill>
                <a:latin typeface="Calibri"/>
              </a:rPr>
              <a:t>, </a:t>
            </a:r>
            <a:r>
              <a:rPr lang="en-US" sz="1200" dirty="0" err="1" smtClean="0">
                <a:solidFill>
                  <a:srgbClr val="7F7F7F"/>
                </a:solidFill>
                <a:latin typeface="Calibri"/>
              </a:rPr>
              <a:t>quis</a:t>
            </a:r>
            <a:r>
              <a:rPr lang="en-US" sz="1200" dirty="0" smtClean="0">
                <a:solidFill>
                  <a:srgbClr val="7F7F7F"/>
                </a:solidFill>
                <a:latin typeface="Calibri"/>
              </a:rPr>
              <a:t>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erat</a:t>
            </a:r>
            <a:r>
              <a:rPr lang="en-US" sz="1200" dirty="0" smtClean="0">
                <a:solidFill>
                  <a:srgbClr val="7F7F7F"/>
                </a:solidFill>
                <a:latin typeface="Calibri"/>
              </a:rPr>
              <a:t>. </a:t>
            </a:r>
            <a:r>
              <a:rPr lang="en-US" sz="1200" dirty="0" err="1" smtClean="0">
                <a:solidFill>
                  <a:srgbClr val="7F7F7F"/>
                </a:solidFill>
                <a:latin typeface="Calibri"/>
              </a:rPr>
              <a:t>Vivamus</a:t>
            </a:r>
            <a:r>
              <a:rPr lang="en-US" sz="1200" dirty="0" smtClean="0">
                <a:solidFill>
                  <a:srgbClr val="7F7F7F"/>
                </a:solidFill>
                <a:latin typeface="Calibri"/>
              </a:rPr>
              <a:t>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est</a:t>
            </a:r>
            <a:r>
              <a:rPr lang="en-US" sz="1200" dirty="0" smtClean="0">
                <a:solidFill>
                  <a:srgbClr val="7F7F7F"/>
                </a:solidFill>
                <a:latin typeface="Calibri"/>
              </a:rPr>
              <a:t> vitae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enim</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Etiam</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ligula</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arcu</a:t>
            </a:r>
            <a:r>
              <a:rPr lang="en-US" sz="1200" dirty="0" smtClean="0">
                <a:solidFill>
                  <a:srgbClr val="7F7F7F"/>
                </a:solidFill>
                <a:latin typeface="Calibri"/>
              </a:rPr>
              <a:t> </a:t>
            </a:r>
            <a:r>
              <a:rPr lang="en-US" sz="1200" dirty="0" err="1" smtClean="0">
                <a:solidFill>
                  <a:srgbClr val="7F7F7F"/>
                </a:solidFill>
                <a:latin typeface="Calibri"/>
              </a:rPr>
              <a:t>ultricies</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In </a:t>
            </a:r>
            <a:r>
              <a:rPr lang="en-US" sz="1200" dirty="0" err="1" smtClean="0">
                <a:solidFill>
                  <a:srgbClr val="7F7F7F"/>
                </a:solidFill>
                <a:latin typeface="Calibri"/>
              </a:rPr>
              <a:t>malesuada</a:t>
            </a:r>
            <a:r>
              <a:rPr lang="en-US" sz="1200" dirty="0" smtClean="0">
                <a:solidFill>
                  <a:srgbClr val="7F7F7F"/>
                </a:solidFill>
                <a:latin typeface="Calibri"/>
              </a:rPr>
              <a:t> </a:t>
            </a:r>
            <a:r>
              <a:rPr lang="en-US" sz="1200" dirty="0" err="1" smtClean="0">
                <a:solidFill>
                  <a:srgbClr val="7F7F7F"/>
                </a:solidFill>
                <a:latin typeface="Calibri"/>
              </a:rPr>
              <a:t>justo</a:t>
            </a:r>
            <a:r>
              <a:rPr lang="en-US" sz="1200" dirty="0" smtClean="0">
                <a:solidFill>
                  <a:srgbClr val="7F7F7F"/>
                </a:solidFill>
                <a:latin typeface="Calibri"/>
              </a:rPr>
              <a:t> id </a:t>
            </a:r>
            <a:r>
              <a:rPr lang="en-US" sz="1200" dirty="0" err="1" smtClean="0">
                <a:solidFill>
                  <a:srgbClr val="7F7F7F"/>
                </a:solidFill>
                <a:latin typeface="Calibri"/>
              </a:rPr>
              <a:t>metus</a:t>
            </a:r>
            <a:r>
              <a:rPr lang="en-US" sz="1200" dirty="0" smtClean="0">
                <a:solidFill>
                  <a:srgbClr val="7F7F7F"/>
                </a:solidFill>
                <a:latin typeface="Calibri"/>
              </a:rPr>
              <a:t> </a:t>
            </a:r>
            <a:r>
              <a:rPr lang="en-US" sz="1200" dirty="0" err="1" smtClean="0">
                <a:solidFill>
                  <a:srgbClr val="7F7F7F"/>
                </a:solidFill>
                <a:latin typeface="Calibri"/>
              </a:rPr>
              <a:t>dapibus</a:t>
            </a:r>
            <a:r>
              <a:rPr lang="en-US" sz="1200" dirty="0" smtClean="0">
                <a:solidFill>
                  <a:srgbClr val="7F7F7F"/>
                </a:solidFill>
                <a:latin typeface="Calibri"/>
              </a:rPr>
              <a:t> ac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Fusce</a:t>
            </a:r>
            <a:r>
              <a:rPr lang="en-US" sz="1200" dirty="0" smtClean="0">
                <a:solidFill>
                  <a:srgbClr val="7F7F7F"/>
                </a:solidFill>
                <a:latin typeface="Calibri"/>
              </a:rPr>
              <a:t> </a:t>
            </a:r>
            <a:r>
              <a:rPr lang="en-US" sz="1200" dirty="0" err="1" smtClean="0">
                <a:solidFill>
                  <a:srgbClr val="7F7F7F"/>
                </a:solidFill>
                <a:latin typeface="Calibri"/>
              </a:rPr>
              <a:t>facilisis</a:t>
            </a:r>
            <a:r>
              <a:rPr lang="en-US" sz="1200" dirty="0" smtClean="0">
                <a:solidFill>
                  <a:srgbClr val="7F7F7F"/>
                </a:solidFill>
                <a:latin typeface="Calibri"/>
              </a:rPr>
              <a:t> </a:t>
            </a:r>
            <a:r>
              <a:rPr lang="en-US" sz="1200" dirty="0" err="1" smtClean="0">
                <a:solidFill>
                  <a:srgbClr val="7F7F7F"/>
                </a:solidFill>
                <a:latin typeface="Calibri"/>
              </a:rPr>
              <a:t>metus</a:t>
            </a:r>
            <a:r>
              <a:rPr lang="en-US" sz="1200" dirty="0" smtClean="0">
                <a:solidFill>
                  <a:srgbClr val="7F7F7F"/>
                </a:solidFill>
                <a:latin typeface="Calibri"/>
              </a:rPr>
              <a:t> a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Integer </a:t>
            </a:r>
            <a:r>
              <a:rPr lang="en-US" sz="1200" dirty="0" err="1" smtClean="0">
                <a:solidFill>
                  <a:srgbClr val="7F7F7F"/>
                </a:solidFill>
                <a:latin typeface="Calibri"/>
              </a:rPr>
              <a:t>vestibulum</a:t>
            </a:r>
            <a:r>
              <a:rPr lang="en-US" sz="1200" dirty="0" smtClean="0">
                <a:solidFill>
                  <a:srgbClr val="7F7F7F"/>
                </a:solidFill>
                <a:latin typeface="Calibri"/>
              </a:rPr>
              <a:t> quam a quam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eget</a:t>
            </a:r>
            <a:r>
              <a:rPr lang="en-US" sz="1200" dirty="0" smtClean="0">
                <a:solidFill>
                  <a:srgbClr val="7F7F7F"/>
                </a:solidFill>
                <a:latin typeface="Calibri"/>
              </a:rPr>
              <a:t> </a:t>
            </a:r>
            <a:r>
              <a:rPr lang="en-US" sz="1200" dirty="0" err="1" smtClean="0">
                <a:solidFill>
                  <a:srgbClr val="7F7F7F"/>
                </a:solidFill>
                <a:latin typeface="Calibri"/>
              </a:rPr>
              <a:t>molestie</a:t>
            </a:r>
            <a:r>
              <a:rPr lang="en-US" sz="1200" dirty="0" smtClean="0">
                <a:solidFill>
                  <a:srgbClr val="7F7F7F"/>
                </a:solidFill>
                <a:latin typeface="Calibri"/>
              </a:rPr>
              <a:t> </a:t>
            </a:r>
            <a:r>
              <a:rPr lang="en-US" sz="1200" dirty="0" err="1" smtClean="0">
                <a:solidFill>
                  <a:srgbClr val="7F7F7F"/>
                </a:solidFill>
                <a:latin typeface="Calibri"/>
              </a:rPr>
              <a:t>nibh</a:t>
            </a:r>
            <a:r>
              <a:rPr lang="en-US" sz="1200" dirty="0" smtClean="0">
                <a:solidFill>
                  <a:srgbClr val="7F7F7F"/>
                </a:solidFill>
                <a:latin typeface="Calibri"/>
              </a:rPr>
              <a:t> </a:t>
            </a:r>
            <a:r>
              <a:rPr lang="en-US" sz="1200" dirty="0" err="1" smtClean="0">
                <a:solidFill>
                  <a:srgbClr val="7F7F7F"/>
                </a:solidFill>
                <a:latin typeface="Calibri"/>
              </a:rPr>
              <a:t>cursus</a:t>
            </a:r>
            <a:r>
              <a:rPr lang="en-US" sz="1200" dirty="0" smtClean="0">
                <a:solidFill>
                  <a:srgbClr val="7F7F7F"/>
                </a:solidFill>
                <a:latin typeface="Calibri"/>
              </a:rPr>
              <a:t>.</a:t>
            </a:r>
            <a:endParaRPr lang="en-US" sz="1200" dirty="0">
              <a:solidFill>
                <a:srgbClr val="7F7F7F"/>
              </a:solidFill>
              <a:latin typeface="Tahoma"/>
              <a:cs typeface="Tahoma"/>
            </a:endParaRPr>
          </a:p>
        </p:txBody>
      </p:sp>
      <p:sp>
        <p:nvSpPr>
          <p:cNvPr id="7" name="TextBox 6"/>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8" name="TextBox 7"/>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9" name="TextBox 8"/>
          <p:cNvSpPr txBox="1"/>
          <p:nvPr userDrawn="1"/>
        </p:nvSpPr>
        <p:spPr>
          <a:xfrm>
            <a:off x="1170783" y="2067367"/>
            <a:ext cx="5347719" cy="341198"/>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rPr>
              <a:t>Lorem</a:t>
            </a:r>
            <a:r>
              <a:rPr lang="en-US" sz="1600" dirty="0" smtClean="0">
                <a:solidFill>
                  <a:srgbClr val="4F81BD"/>
                </a:solidFill>
                <a:latin typeface="Calibri"/>
              </a:rPr>
              <a:t> </a:t>
            </a:r>
            <a:r>
              <a:rPr lang="en-US" sz="1600" dirty="0" err="1" smtClean="0">
                <a:solidFill>
                  <a:srgbClr val="4F81BD"/>
                </a:solidFill>
                <a:latin typeface="Calibri"/>
              </a:rPr>
              <a:t>ipsum</a:t>
            </a:r>
            <a:endParaRPr lang="en-US" sz="1600" dirty="0">
              <a:solidFill>
                <a:srgbClr val="4F81BD"/>
              </a:solidFill>
              <a:latin typeface="Calibri"/>
            </a:endParaRPr>
          </a:p>
        </p:txBody>
      </p:sp>
      <p:sp>
        <p:nvSpPr>
          <p:cNvPr id="15" name="Content Placeholder 2"/>
          <p:cNvSpPr>
            <a:spLocks noGrp="1"/>
          </p:cNvSpPr>
          <p:nvPr>
            <p:ph idx="1"/>
          </p:nvPr>
        </p:nvSpPr>
        <p:spPr>
          <a:xfrm>
            <a:off x="1169988" y="4027488"/>
            <a:ext cx="7583900" cy="1885950"/>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6370549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uas Coluna C\ Imagem Infer">
    <p:spTree>
      <p:nvGrpSpPr>
        <p:cNvPr id="1" name=""/>
        <p:cNvGrpSpPr/>
        <p:nvPr/>
      </p:nvGrpSpPr>
      <p:grpSpPr>
        <a:xfrm>
          <a:off x="0" y="0"/>
          <a:ext cx="0" cy="0"/>
          <a:chOff x="0" y="0"/>
          <a:chExt cx="0" cy="0"/>
        </a:xfrm>
      </p:grpSpPr>
      <p:sp>
        <p:nvSpPr>
          <p:cNvPr id="14" name="TextBox 13"/>
          <p:cNvSpPr txBox="1"/>
          <p:nvPr userDrawn="1"/>
        </p:nvSpPr>
        <p:spPr>
          <a:xfrm>
            <a:off x="1170775" y="2698334"/>
            <a:ext cx="7583112" cy="1149006"/>
          </a:xfrm>
          <a:prstGeom prst="rect">
            <a:avLst/>
          </a:prstGeom>
          <a:noFill/>
        </p:spPr>
        <p:txBody>
          <a:bodyPr wrap="square" lIns="107964" tIns="46784" rIns="91407" bIns="45704" numCol="2" spcCol="215923" rtlCol="0">
            <a:noAutofit/>
          </a:bodyPr>
          <a:lstStyle/>
          <a:p>
            <a:pPr algn="just" defTabSz="457035" eaLnBrk="1" fontAlgn="auto" hangingPunct="1">
              <a:spcBef>
                <a:spcPts val="0"/>
              </a:spcBef>
              <a:spcAft>
                <a:spcPts val="0"/>
              </a:spcAft>
              <a:defRPr/>
            </a:pPr>
            <a:r>
              <a:rPr lang="en-US" sz="1200" dirty="0" err="1" smtClean="0">
                <a:solidFill>
                  <a:srgbClr val="7F7F7F"/>
                </a:solidFill>
                <a:latin typeface="Calibri"/>
              </a:rPr>
              <a:t>Lorem</a:t>
            </a:r>
            <a:r>
              <a:rPr lang="en-US" sz="1200" dirty="0" smtClean="0">
                <a:solidFill>
                  <a:srgbClr val="7F7F7F"/>
                </a:solidFill>
                <a:latin typeface="Calibri"/>
              </a:rPr>
              <a:t> </a:t>
            </a:r>
            <a:r>
              <a:rPr lang="en-US" sz="1200" dirty="0" err="1" smtClean="0">
                <a:solidFill>
                  <a:srgbClr val="7F7F7F"/>
                </a:solidFill>
                <a:latin typeface="Calibri"/>
              </a:rPr>
              <a:t>ipsum</a:t>
            </a:r>
            <a:r>
              <a:rPr lang="en-US" sz="1200" dirty="0" smtClean="0">
                <a:solidFill>
                  <a:srgbClr val="7F7F7F"/>
                </a:solidFill>
                <a:latin typeface="Calibri"/>
              </a:rPr>
              <a:t> dolor sit </a:t>
            </a:r>
            <a:r>
              <a:rPr lang="en-US" sz="1200" dirty="0" err="1" smtClean="0">
                <a:solidFill>
                  <a:srgbClr val="7F7F7F"/>
                </a:solidFill>
                <a:latin typeface="Calibri"/>
              </a:rPr>
              <a:t>amet</a:t>
            </a:r>
            <a:r>
              <a:rPr lang="en-US" sz="1200" dirty="0" smtClean="0">
                <a:solidFill>
                  <a:srgbClr val="7F7F7F"/>
                </a:solidFill>
                <a:latin typeface="Calibri"/>
              </a:rPr>
              <a:t>, </a:t>
            </a:r>
            <a:r>
              <a:rPr lang="en-US" sz="1200" dirty="0" err="1" smtClean="0">
                <a:solidFill>
                  <a:srgbClr val="7F7F7F"/>
                </a:solidFill>
                <a:latin typeface="Calibri"/>
              </a:rPr>
              <a:t>consectetur</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Vestibulum</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tristique</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a:t>
            </a:r>
            <a:r>
              <a:rPr lang="en-US" sz="1200" dirty="0" err="1" smtClean="0">
                <a:solidFill>
                  <a:srgbClr val="7F7F7F"/>
                </a:solidFill>
                <a:latin typeface="Calibri"/>
              </a:rPr>
              <a:t>Donec</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mauris</a:t>
            </a:r>
            <a:r>
              <a:rPr lang="en-US" sz="1200" dirty="0" smtClean="0">
                <a:solidFill>
                  <a:srgbClr val="7F7F7F"/>
                </a:solidFill>
                <a:latin typeface="Calibri"/>
              </a:rPr>
              <a:t>, </a:t>
            </a:r>
            <a:r>
              <a:rPr lang="en-US" sz="1200" dirty="0" err="1" smtClean="0">
                <a:solidFill>
                  <a:srgbClr val="7F7F7F"/>
                </a:solidFill>
                <a:latin typeface="Calibri"/>
              </a:rPr>
              <a:t>pulvinar</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nisl</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a:t>
            </a:r>
            <a:r>
              <a:rPr lang="en-US" sz="1200" dirty="0" err="1" smtClean="0">
                <a:solidFill>
                  <a:srgbClr val="7F7F7F"/>
                </a:solidFill>
                <a:latin typeface="Calibri"/>
              </a:rPr>
              <a:t>ultrices</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non </a:t>
            </a:r>
            <a:r>
              <a:rPr lang="en-US" sz="1200" dirty="0" err="1" smtClean="0">
                <a:solidFill>
                  <a:srgbClr val="7F7F7F"/>
                </a:solidFill>
                <a:latin typeface="Calibri"/>
              </a:rPr>
              <a:t>egestas</a:t>
            </a:r>
            <a:r>
              <a:rPr lang="en-US" sz="1200" dirty="0" smtClean="0">
                <a:solidFill>
                  <a:srgbClr val="7F7F7F"/>
                </a:solidFill>
                <a:latin typeface="Calibri"/>
              </a:rPr>
              <a:t> dolor </a:t>
            </a:r>
            <a:r>
              <a:rPr lang="en-US" sz="1200" dirty="0" err="1" smtClean="0">
                <a:solidFill>
                  <a:srgbClr val="7F7F7F"/>
                </a:solidFill>
                <a:latin typeface="Calibri"/>
              </a:rPr>
              <a:t>semper</a:t>
            </a:r>
            <a:r>
              <a:rPr lang="en-US" sz="1200" dirty="0" smtClean="0">
                <a:solidFill>
                  <a:srgbClr val="7F7F7F"/>
                </a:solidFill>
                <a:latin typeface="Calibri"/>
              </a:rPr>
              <a:t>. </a:t>
            </a:r>
            <a:r>
              <a:rPr lang="en-US" sz="1200" dirty="0" err="1" smtClean="0">
                <a:solidFill>
                  <a:srgbClr val="7F7F7F"/>
                </a:solidFill>
                <a:latin typeface="Calibri"/>
              </a:rPr>
              <a:t>Quisque</a:t>
            </a:r>
            <a:r>
              <a:rPr lang="en-US" sz="1200" dirty="0" smtClean="0">
                <a:solidFill>
                  <a:srgbClr val="7F7F7F"/>
                </a:solidFill>
                <a:latin typeface="Calibri"/>
              </a:rPr>
              <a:t> in lacus </a:t>
            </a:r>
            <a:r>
              <a:rPr lang="en-US" sz="1200" dirty="0" err="1" smtClean="0">
                <a:solidFill>
                  <a:srgbClr val="7F7F7F"/>
                </a:solidFill>
                <a:latin typeface="Calibri"/>
              </a:rPr>
              <a:t>metus</a:t>
            </a:r>
            <a:r>
              <a:rPr lang="en-US" sz="1200" dirty="0" smtClean="0">
                <a:solidFill>
                  <a:srgbClr val="7F7F7F"/>
                </a:solidFill>
                <a:latin typeface="Calibri"/>
              </a:rPr>
              <a:t>. Maecenas vitae </a:t>
            </a:r>
            <a:r>
              <a:rPr lang="en-US" sz="1200" dirty="0" err="1" smtClean="0">
                <a:solidFill>
                  <a:srgbClr val="7F7F7F"/>
                </a:solidFill>
                <a:latin typeface="Calibri"/>
              </a:rPr>
              <a:t>risus</a:t>
            </a:r>
            <a:r>
              <a:rPr lang="en-US" sz="1200" dirty="0" smtClean="0">
                <a:solidFill>
                  <a:srgbClr val="7F7F7F"/>
                </a:solidFill>
                <a:latin typeface="Calibri"/>
              </a:rPr>
              <a:t> </a:t>
            </a:r>
            <a:r>
              <a:rPr lang="en-US" sz="1200" dirty="0" err="1" smtClean="0">
                <a:solidFill>
                  <a:srgbClr val="7F7F7F"/>
                </a:solidFill>
                <a:latin typeface="Calibri"/>
              </a:rPr>
              <a:t>vel</a:t>
            </a:r>
            <a:r>
              <a:rPr lang="en-US" sz="1200" dirty="0" smtClean="0">
                <a:solidFill>
                  <a:srgbClr val="7F7F7F"/>
                </a:solidFill>
                <a:latin typeface="Calibri"/>
              </a:rPr>
              <a:t>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a:t>
            </a:r>
            <a:r>
              <a:rPr lang="en-US" sz="1200" dirty="0" err="1" smtClean="0">
                <a:solidFill>
                  <a:srgbClr val="7F7F7F"/>
                </a:solidFill>
                <a:latin typeface="Calibri"/>
              </a:rPr>
              <a:t>tempor</a:t>
            </a:r>
            <a:r>
              <a:rPr lang="en-US" sz="1200" dirty="0" smtClean="0">
                <a:solidFill>
                  <a:srgbClr val="7F7F7F"/>
                </a:solidFill>
                <a:latin typeface="Calibri"/>
              </a:rPr>
              <a:t>. </a:t>
            </a:r>
            <a:r>
              <a:rPr lang="en-US" sz="1200" dirty="0" err="1" smtClean="0">
                <a:solidFill>
                  <a:srgbClr val="7F7F7F"/>
                </a:solidFill>
                <a:latin typeface="Calibri"/>
              </a:rPr>
              <a:t>Suspendisse</a:t>
            </a:r>
            <a:r>
              <a:rPr lang="en-US" sz="1200" dirty="0" smtClean="0">
                <a:solidFill>
                  <a:srgbClr val="7F7F7F"/>
                </a:solidFill>
                <a:latin typeface="Calibri"/>
              </a:rPr>
              <a:t> </a:t>
            </a:r>
            <a:r>
              <a:rPr lang="en-US" sz="1200" dirty="0" err="1" smtClean="0">
                <a:solidFill>
                  <a:srgbClr val="7F7F7F"/>
                </a:solidFill>
                <a:latin typeface="Calibri"/>
              </a:rPr>
              <a:t>eu</a:t>
            </a:r>
            <a:r>
              <a:rPr lang="en-US" sz="1200" dirty="0" smtClean="0">
                <a:solidFill>
                  <a:srgbClr val="7F7F7F"/>
                </a:solidFill>
                <a:latin typeface="Calibri"/>
              </a:rPr>
              <a:t> </a:t>
            </a:r>
            <a:r>
              <a:rPr lang="en-US" sz="1200" dirty="0" err="1" smtClean="0">
                <a:solidFill>
                  <a:srgbClr val="7F7F7F"/>
                </a:solidFill>
                <a:latin typeface="Calibri"/>
              </a:rPr>
              <a:t>tortor</a:t>
            </a:r>
            <a:r>
              <a:rPr lang="en-US" sz="1200" dirty="0" smtClean="0">
                <a:solidFill>
                  <a:srgbClr val="7F7F7F"/>
                </a:solidFill>
                <a:latin typeface="Calibri"/>
              </a:rPr>
              <a:t> </a:t>
            </a:r>
            <a:r>
              <a:rPr lang="en-US" sz="1200" dirty="0" err="1" smtClean="0">
                <a:solidFill>
                  <a:srgbClr val="7F7F7F"/>
                </a:solidFill>
                <a:latin typeface="Calibri"/>
              </a:rPr>
              <a:t>leo</a:t>
            </a:r>
            <a:r>
              <a:rPr lang="en-US" sz="1200" dirty="0" smtClean="0">
                <a:solidFill>
                  <a:srgbClr val="7F7F7F"/>
                </a:solidFill>
                <a:latin typeface="Calibri"/>
              </a:rPr>
              <a:t>, </a:t>
            </a:r>
            <a:r>
              <a:rPr lang="en-US" sz="1200" dirty="0" err="1" smtClean="0">
                <a:solidFill>
                  <a:srgbClr val="7F7F7F"/>
                </a:solidFill>
                <a:latin typeface="Calibri"/>
              </a:rPr>
              <a:t>quis</a:t>
            </a:r>
            <a:r>
              <a:rPr lang="en-US" sz="1200" dirty="0" smtClean="0">
                <a:solidFill>
                  <a:srgbClr val="7F7F7F"/>
                </a:solidFill>
                <a:latin typeface="Calibri"/>
              </a:rPr>
              <a:t>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erat</a:t>
            </a:r>
            <a:r>
              <a:rPr lang="en-US" sz="1200" dirty="0" smtClean="0">
                <a:solidFill>
                  <a:srgbClr val="7F7F7F"/>
                </a:solidFill>
                <a:latin typeface="Calibri"/>
              </a:rPr>
              <a:t>. </a:t>
            </a:r>
            <a:r>
              <a:rPr lang="en-US" sz="1200" dirty="0" err="1" smtClean="0">
                <a:solidFill>
                  <a:srgbClr val="7F7F7F"/>
                </a:solidFill>
                <a:latin typeface="Calibri"/>
              </a:rPr>
              <a:t>Vivamus</a:t>
            </a:r>
            <a:r>
              <a:rPr lang="en-US" sz="1200" dirty="0" smtClean="0">
                <a:solidFill>
                  <a:srgbClr val="7F7F7F"/>
                </a:solidFill>
                <a:latin typeface="Calibri"/>
              </a:rPr>
              <a:t>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est</a:t>
            </a:r>
            <a:r>
              <a:rPr lang="en-US" sz="1200" dirty="0" smtClean="0">
                <a:solidFill>
                  <a:srgbClr val="7F7F7F"/>
                </a:solidFill>
                <a:latin typeface="Calibri"/>
              </a:rPr>
              <a:t> vitae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enim</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Etiam</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ligula</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arcu</a:t>
            </a:r>
            <a:r>
              <a:rPr lang="en-US" sz="1200" dirty="0" smtClean="0">
                <a:solidFill>
                  <a:srgbClr val="7F7F7F"/>
                </a:solidFill>
                <a:latin typeface="Calibri"/>
              </a:rPr>
              <a:t> </a:t>
            </a:r>
            <a:r>
              <a:rPr lang="en-US" sz="1200" dirty="0" err="1" smtClean="0">
                <a:solidFill>
                  <a:srgbClr val="7F7F7F"/>
                </a:solidFill>
                <a:latin typeface="Calibri"/>
              </a:rPr>
              <a:t>ultricies</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In </a:t>
            </a:r>
            <a:r>
              <a:rPr lang="en-US" sz="1200" dirty="0" err="1" smtClean="0">
                <a:solidFill>
                  <a:srgbClr val="7F7F7F"/>
                </a:solidFill>
                <a:latin typeface="Calibri"/>
              </a:rPr>
              <a:t>malesuada</a:t>
            </a:r>
            <a:r>
              <a:rPr lang="en-US" sz="1200" dirty="0" smtClean="0">
                <a:solidFill>
                  <a:srgbClr val="7F7F7F"/>
                </a:solidFill>
                <a:latin typeface="Calibri"/>
              </a:rPr>
              <a:t> </a:t>
            </a:r>
            <a:r>
              <a:rPr lang="en-US" sz="1200" dirty="0" err="1" smtClean="0">
                <a:solidFill>
                  <a:srgbClr val="7F7F7F"/>
                </a:solidFill>
                <a:latin typeface="Calibri"/>
              </a:rPr>
              <a:t>justo</a:t>
            </a:r>
            <a:r>
              <a:rPr lang="en-US" sz="1200" dirty="0" smtClean="0">
                <a:solidFill>
                  <a:srgbClr val="7F7F7F"/>
                </a:solidFill>
                <a:latin typeface="Calibri"/>
              </a:rPr>
              <a:t> id </a:t>
            </a:r>
            <a:r>
              <a:rPr lang="en-US" sz="1200" dirty="0" err="1" smtClean="0">
                <a:solidFill>
                  <a:srgbClr val="7F7F7F"/>
                </a:solidFill>
                <a:latin typeface="Calibri"/>
              </a:rPr>
              <a:t>metus</a:t>
            </a:r>
            <a:r>
              <a:rPr lang="en-US" sz="1200" dirty="0" smtClean="0">
                <a:solidFill>
                  <a:srgbClr val="7F7F7F"/>
                </a:solidFill>
                <a:latin typeface="Calibri"/>
              </a:rPr>
              <a:t> </a:t>
            </a:r>
            <a:r>
              <a:rPr lang="en-US" sz="1200" dirty="0" err="1" smtClean="0">
                <a:solidFill>
                  <a:srgbClr val="7F7F7F"/>
                </a:solidFill>
                <a:latin typeface="Calibri"/>
              </a:rPr>
              <a:t>dapibus</a:t>
            </a:r>
            <a:r>
              <a:rPr lang="en-US" sz="1200" dirty="0" smtClean="0">
                <a:solidFill>
                  <a:srgbClr val="7F7F7F"/>
                </a:solidFill>
                <a:latin typeface="Calibri"/>
              </a:rPr>
              <a:t> ac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Fusce</a:t>
            </a:r>
            <a:r>
              <a:rPr lang="en-US" sz="1200" dirty="0" smtClean="0">
                <a:solidFill>
                  <a:srgbClr val="7F7F7F"/>
                </a:solidFill>
                <a:latin typeface="Calibri"/>
              </a:rPr>
              <a:t> </a:t>
            </a:r>
            <a:r>
              <a:rPr lang="en-US" sz="1200" dirty="0" err="1" smtClean="0">
                <a:solidFill>
                  <a:srgbClr val="7F7F7F"/>
                </a:solidFill>
                <a:latin typeface="Calibri"/>
              </a:rPr>
              <a:t>facilisis</a:t>
            </a:r>
            <a:r>
              <a:rPr lang="en-US" sz="1200" dirty="0" smtClean="0">
                <a:solidFill>
                  <a:srgbClr val="7F7F7F"/>
                </a:solidFill>
                <a:latin typeface="Calibri"/>
              </a:rPr>
              <a:t> </a:t>
            </a:r>
            <a:r>
              <a:rPr lang="en-US" sz="1200" dirty="0" err="1" smtClean="0">
                <a:solidFill>
                  <a:srgbClr val="7F7F7F"/>
                </a:solidFill>
                <a:latin typeface="Calibri"/>
              </a:rPr>
              <a:t>metus</a:t>
            </a:r>
            <a:r>
              <a:rPr lang="en-US" sz="1200" dirty="0" smtClean="0">
                <a:solidFill>
                  <a:srgbClr val="7F7F7F"/>
                </a:solidFill>
                <a:latin typeface="Calibri"/>
              </a:rPr>
              <a:t> a </a:t>
            </a:r>
            <a:r>
              <a:rPr lang="en-US" sz="1200" dirty="0" err="1" smtClean="0">
                <a:solidFill>
                  <a:srgbClr val="7F7F7F"/>
                </a:solidFill>
                <a:latin typeface="Calibri"/>
              </a:rPr>
              <a:t>odio</a:t>
            </a:r>
            <a:endParaRPr lang="en-US" sz="1200" dirty="0">
              <a:solidFill>
                <a:srgbClr val="7F7F7F"/>
              </a:solidFill>
              <a:latin typeface="Tahoma"/>
              <a:cs typeface="Tahoma"/>
            </a:endParaRPr>
          </a:p>
        </p:txBody>
      </p:sp>
      <p:sp>
        <p:nvSpPr>
          <p:cNvPr id="18" name="TextBox 17"/>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19" name="TextBox 18"/>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20" name="TextBox 19"/>
          <p:cNvSpPr txBox="1"/>
          <p:nvPr userDrawn="1"/>
        </p:nvSpPr>
        <p:spPr>
          <a:xfrm>
            <a:off x="1170783" y="2067367"/>
            <a:ext cx="5347719" cy="341198"/>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rPr>
              <a:t>Lorem</a:t>
            </a:r>
            <a:r>
              <a:rPr lang="en-US" sz="1600" dirty="0" smtClean="0">
                <a:solidFill>
                  <a:srgbClr val="4F81BD"/>
                </a:solidFill>
                <a:latin typeface="Calibri"/>
              </a:rPr>
              <a:t> </a:t>
            </a:r>
            <a:r>
              <a:rPr lang="en-US" sz="1600" dirty="0" err="1" smtClean="0">
                <a:solidFill>
                  <a:srgbClr val="4F81BD"/>
                </a:solidFill>
                <a:latin typeface="Calibri"/>
              </a:rPr>
              <a:t>ipsum</a:t>
            </a:r>
            <a:endParaRPr lang="en-US" sz="1600" dirty="0">
              <a:solidFill>
                <a:srgbClr val="4F81BD"/>
              </a:solidFill>
              <a:latin typeface="Calibri"/>
            </a:endParaRPr>
          </a:p>
        </p:txBody>
      </p:sp>
      <p:sp>
        <p:nvSpPr>
          <p:cNvPr id="21" name="Content Placeholder 2"/>
          <p:cNvSpPr>
            <a:spLocks noGrp="1"/>
          </p:cNvSpPr>
          <p:nvPr>
            <p:ph idx="1"/>
          </p:nvPr>
        </p:nvSpPr>
        <p:spPr>
          <a:xfrm>
            <a:off x="1169988" y="4027488"/>
            <a:ext cx="7583900" cy="1885950"/>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304386599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rê Coluna C\ Imagem Infer">
    <p:spTree>
      <p:nvGrpSpPr>
        <p:cNvPr id="1" name=""/>
        <p:cNvGrpSpPr/>
        <p:nvPr/>
      </p:nvGrpSpPr>
      <p:grpSpPr>
        <a:xfrm>
          <a:off x="0" y="0"/>
          <a:ext cx="0" cy="0"/>
          <a:chOff x="0" y="0"/>
          <a:chExt cx="0" cy="0"/>
        </a:xfrm>
      </p:grpSpPr>
      <p:sp>
        <p:nvSpPr>
          <p:cNvPr id="14" name="TextBox 13"/>
          <p:cNvSpPr txBox="1"/>
          <p:nvPr userDrawn="1"/>
        </p:nvSpPr>
        <p:spPr>
          <a:xfrm>
            <a:off x="1170775" y="2698334"/>
            <a:ext cx="7583112" cy="1149006"/>
          </a:xfrm>
          <a:prstGeom prst="rect">
            <a:avLst/>
          </a:prstGeom>
          <a:noFill/>
        </p:spPr>
        <p:txBody>
          <a:bodyPr wrap="square" lIns="107964" tIns="46784" rIns="91407" bIns="45704" numCol="3" spcCol="179937" rtlCol="0">
            <a:noAutofit/>
          </a:bodyPr>
          <a:lstStyle/>
          <a:p>
            <a:pPr algn="just" defTabSz="457035" eaLnBrk="1" fontAlgn="auto" hangingPunct="1">
              <a:spcBef>
                <a:spcPts val="0"/>
              </a:spcBef>
              <a:spcAft>
                <a:spcPts val="0"/>
              </a:spcAft>
              <a:defRPr/>
            </a:pPr>
            <a:r>
              <a:rPr lang="en-US" sz="1200" dirty="0" err="1" smtClean="0">
                <a:solidFill>
                  <a:srgbClr val="7F7F7F"/>
                </a:solidFill>
                <a:latin typeface="Calibri"/>
              </a:rPr>
              <a:t>Lorem</a:t>
            </a:r>
            <a:r>
              <a:rPr lang="en-US" sz="1200" dirty="0" smtClean="0">
                <a:solidFill>
                  <a:srgbClr val="7F7F7F"/>
                </a:solidFill>
                <a:latin typeface="Calibri"/>
              </a:rPr>
              <a:t> </a:t>
            </a:r>
            <a:r>
              <a:rPr lang="en-US" sz="1200" dirty="0" err="1" smtClean="0">
                <a:solidFill>
                  <a:srgbClr val="7F7F7F"/>
                </a:solidFill>
                <a:latin typeface="Calibri"/>
              </a:rPr>
              <a:t>ipsum</a:t>
            </a:r>
            <a:r>
              <a:rPr lang="en-US" sz="1200" dirty="0" smtClean="0">
                <a:solidFill>
                  <a:srgbClr val="7F7F7F"/>
                </a:solidFill>
                <a:latin typeface="Calibri"/>
              </a:rPr>
              <a:t> dolor sit </a:t>
            </a:r>
            <a:r>
              <a:rPr lang="en-US" sz="1200" dirty="0" err="1" smtClean="0">
                <a:solidFill>
                  <a:srgbClr val="7F7F7F"/>
                </a:solidFill>
                <a:latin typeface="Calibri"/>
              </a:rPr>
              <a:t>amet</a:t>
            </a:r>
            <a:r>
              <a:rPr lang="en-US" sz="1200" dirty="0" smtClean="0">
                <a:solidFill>
                  <a:srgbClr val="7F7F7F"/>
                </a:solidFill>
                <a:latin typeface="Calibri"/>
              </a:rPr>
              <a:t>, </a:t>
            </a:r>
            <a:r>
              <a:rPr lang="en-US" sz="1200" dirty="0" err="1" smtClean="0">
                <a:solidFill>
                  <a:srgbClr val="7F7F7F"/>
                </a:solidFill>
                <a:latin typeface="Calibri"/>
              </a:rPr>
              <a:t>consectetur</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Vestibulum</a:t>
            </a:r>
            <a:r>
              <a:rPr lang="en-US" sz="1200" dirty="0" smtClean="0">
                <a:solidFill>
                  <a:srgbClr val="7F7F7F"/>
                </a:solidFill>
                <a:latin typeface="Calibri"/>
              </a:rPr>
              <a:t> </a:t>
            </a:r>
            <a:r>
              <a:rPr lang="en-US" sz="1200" dirty="0" err="1" smtClean="0">
                <a:solidFill>
                  <a:srgbClr val="7F7F7F"/>
                </a:solidFill>
                <a:latin typeface="Calibri"/>
              </a:rPr>
              <a:t>adipiscing</a:t>
            </a:r>
            <a:r>
              <a:rPr lang="en-US" sz="1200" dirty="0" smtClean="0">
                <a:solidFill>
                  <a:srgbClr val="7F7F7F"/>
                </a:solidFill>
                <a:latin typeface="Calibri"/>
              </a:rPr>
              <a:t> </a:t>
            </a:r>
            <a:r>
              <a:rPr lang="en-US" sz="1200" dirty="0" err="1" smtClean="0">
                <a:solidFill>
                  <a:srgbClr val="7F7F7F"/>
                </a:solidFill>
                <a:latin typeface="Calibri"/>
              </a:rPr>
              <a:t>tristique</a:t>
            </a:r>
            <a:r>
              <a:rPr lang="en-US" sz="1200" dirty="0" smtClean="0">
                <a:solidFill>
                  <a:srgbClr val="7F7F7F"/>
                </a:solidFill>
                <a:latin typeface="Calibri"/>
              </a:rPr>
              <a:t> </a:t>
            </a:r>
            <a:r>
              <a:rPr lang="en-US" sz="1200" dirty="0" err="1" smtClean="0">
                <a:solidFill>
                  <a:srgbClr val="7F7F7F"/>
                </a:solidFill>
                <a:latin typeface="Calibri"/>
              </a:rPr>
              <a:t>elementum</a:t>
            </a:r>
            <a:r>
              <a:rPr lang="en-US" sz="1200" dirty="0" smtClean="0">
                <a:solidFill>
                  <a:srgbClr val="7F7F7F"/>
                </a:solidFill>
                <a:latin typeface="Calibri"/>
              </a:rPr>
              <a:t>. </a:t>
            </a:r>
            <a:r>
              <a:rPr lang="en-US" sz="1200" dirty="0" err="1" smtClean="0">
                <a:solidFill>
                  <a:srgbClr val="7F7F7F"/>
                </a:solidFill>
                <a:latin typeface="Calibri"/>
              </a:rPr>
              <a:t>Donec</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mauris</a:t>
            </a:r>
            <a:r>
              <a:rPr lang="en-US" sz="1200" dirty="0" smtClean="0">
                <a:solidFill>
                  <a:srgbClr val="7F7F7F"/>
                </a:solidFill>
                <a:latin typeface="Calibri"/>
              </a:rPr>
              <a:t>, </a:t>
            </a:r>
            <a:r>
              <a:rPr lang="en-US" sz="1200" dirty="0" err="1" smtClean="0">
                <a:solidFill>
                  <a:srgbClr val="7F7F7F"/>
                </a:solidFill>
                <a:latin typeface="Calibri"/>
              </a:rPr>
              <a:t>pulvinar</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nisl</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a:t>
            </a:r>
            <a:r>
              <a:rPr lang="en-US" sz="1200" dirty="0" err="1" smtClean="0">
                <a:solidFill>
                  <a:srgbClr val="7F7F7F"/>
                </a:solidFill>
                <a:latin typeface="Calibri"/>
              </a:rPr>
              <a:t>ultrices</a:t>
            </a:r>
            <a:r>
              <a:rPr lang="en-US" sz="1200" dirty="0" smtClean="0">
                <a:solidFill>
                  <a:srgbClr val="7F7F7F"/>
                </a:solidFill>
                <a:latin typeface="Calibri"/>
              </a:rPr>
              <a:t> </a:t>
            </a:r>
            <a:r>
              <a:rPr lang="en-US" sz="1200" dirty="0" err="1" smtClean="0">
                <a:solidFill>
                  <a:srgbClr val="7F7F7F"/>
                </a:solidFill>
                <a:latin typeface="Calibri"/>
              </a:rPr>
              <a:t>massa</a:t>
            </a:r>
            <a:r>
              <a:rPr lang="en-US" sz="1200" dirty="0" smtClean="0">
                <a:solidFill>
                  <a:srgbClr val="7F7F7F"/>
                </a:solidFill>
                <a:latin typeface="Calibri"/>
              </a:rPr>
              <a:t> at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non </a:t>
            </a:r>
            <a:r>
              <a:rPr lang="en-US" sz="1200" dirty="0" err="1" smtClean="0">
                <a:solidFill>
                  <a:srgbClr val="7F7F7F"/>
                </a:solidFill>
                <a:latin typeface="Calibri"/>
              </a:rPr>
              <a:t>egestas</a:t>
            </a:r>
            <a:r>
              <a:rPr lang="en-US" sz="1200" dirty="0" smtClean="0">
                <a:solidFill>
                  <a:srgbClr val="7F7F7F"/>
                </a:solidFill>
                <a:latin typeface="Calibri"/>
              </a:rPr>
              <a:t> dolor </a:t>
            </a:r>
            <a:r>
              <a:rPr lang="en-US" sz="1200" dirty="0" err="1" smtClean="0">
                <a:solidFill>
                  <a:srgbClr val="7F7F7F"/>
                </a:solidFill>
                <a:latin typeface="Calibri"/>
              </a:rPr>
              <a:t>semper</a:t>
            </a:r>
            <a:r>
              <a:rPr lang="en-US" sz="1200" dirty="0" smtClean="0">
                <a:solidFill>
                  <a:srgbClr val="7F7F7F"/>
                </a:solidFill>
                <a:latin typeface="Calibri"/>
              </a:rPr>
              <a:t>. </a:t>
            </a:r>
            <a:r>
              <a:rPr lang="en-US" sz="1200" dirty="0" err="1" smtClean="0">
                <a:solidFill>
                  <a:srgbClr val="7F7F7F"/>
                </a:solidFill>
                <a:latin typeface="Calibri"/>
              </a:rPr>
              <a:t>Quisque</a:t>
            </a:r>
            <a:r>
              <a:rPr lang="en-US" sz="1200" dirty="0" smtClean="0">
                <a:solidFill>
                  <a:srgbClr val="7F7F7F"/>
                </a:solidFill>
                <a:latin typeface="Calibri"/>
              </a:rPr>
              <a:t> in lacus </a:t>
            </a:r>
            <a:r>
              <a:rPr lang="en-US" sz="1200" dirty="0" err="1" smtClean="0">
                <a:solidFill>
                  <a:srgbClr val="7F7F7F"/>
                </a:solidFill>
                <a:latin typeface="Calibri"/>
              </a:rPr>
              <a:t>metus</a:t>
            </a:r>
            <a:r>
              <a:rPr lang="en-US" sz="1200" dirty="0" smtClean="0">
                <a:solidFill>
                  <a:srgbClr val="7F7F7F"/>
                </a:solidFill>
                <a:latin typeface="Calibri"/>
              </a:rPr>
              <a:t>. Maecenas vitae </a:t>
            </a:r>
            <a:r>
              <a:rPr lang="en-US" sz="1200" dirty="0" err="1" smtClean="0">
                <a:solidFill>
                  <a:srgbClr val="7F7F7F"/>
                </a:solidFill>
                <a:latin typeface="Calibri"/>
              </a:rPr>
              <a:t>risus</a:t>
            </a:r>
            <a:r>
              <a:rPr lang="en-US" sz="1200" dirty="0" smtClean="0">
                <a:solidFill>
                  <a:srgbClr val="7F7F7F"/>
                </a:solidFill>
                <a:latin typeface="Calibri"/>
              </a:rPr>
              <a:t> </a:t>
            </a:r>
            <a:r>
              <a:rPr lang="en-US" sz="1200" dirty="0" err="1" smtClean="0">
                <a:solidFill>
                  <a:srgbClr val="7F7F7F"/>
                </a:solidFill>
                <a:latin typeface="Calibri"/>
              </a:rPr>
              <a:t>vel</a:t>
            </a:r>
            <a:r>
              <a:rPr lang="en-US" sz="1200" dirty="0" smtClean="0">
                <a:solidFill>
                  <a:srgbClr val="7F7F7F"/>
                </a:solidFill>
                <a:latin typeface="Calibri"/>
              </a:rPr>
              <a:t> </a:t>
            </a:r>
            <a:r>
              <a:rPr lang="en-US" sz="1200" dirty="0" err="1" smtClean="0">
                <a:solidFill>
                  <a:srgbClr val="7F7F7F"/>
                </a:solidFill>
                <a:latin typeface="Calibri"/>
              </a:rPr>
              <a:t>odio</a:t>
            </a:r>
            <a:r>
              <a:rPr lang="en-US" sz="1200" dirty="0" smtClean="0">
                <a:solidFill>
                  <a:srgbClr val="7F7F7F"/>
                </a:solidFill>
                <a:latin typeface="Calibri"/>
              </a:rPr>
              <a:t> </a:t>
            </a:r>
            <a:r>
              <a:rPr lang="en-US" sz="1200" dirty="0" err="1" smtClean="0">
                <a:solidFill>
                  <a:srgbClr val="7F7F7F"/>
                </a:solidFill>
                <a:latin typeface="Calibri"/>
              </a:rPr>
              <a:t>rhoncus</a:t>
            </a:r>
            <a:r>
              <a:rPr lang="en-US" sz="1200" dirty="0" smtClean="0">
                <a:solidFill>
                  <a:srgbClr val="7F7F7F"/>
                </a:solidFill>
                <a:latin typeface="Calibri"/>
              </a:rPr>
              <a:t> </a:t>
            </a:r>
            <a:r>
              <a:rPr lang="en-US" sz="1200" dirty="0" err="1" smtClean="0">
                <a:solidFill>
                  <a:srgbClr val="7F7F7F"/>
                </a:solidFill>
                <a:latin typeface="Calibri"/>
              </a:rPr>
              <a:t>tempor</a:t>
            </a:r>
            <a:r>
              <a:rPr lang="en-US" sz="1200" dirty="0" smtClean="0">
                <a:solidFill>
                  <a:srgbClr val="7F7F7F"/>
                </a:solidFill>
                <a:latin typeface="Calibri"/>
              </a:rPr>
              <a:t>. </a:t>
            </a:r>
            <a:r>
              <a:rPr lang="en-US" sz="1200" dirty="0" err="1" smtClean="0">
                <a:solidFill>
                  <a:srgbClr val="7F7F7F"/>
                </a:solidFill>
                <a:latin typeface="Calibri"/>
              </a:rPr>
              <a:t>Suspendisse</a:t>
            </a:r>
            <a:r>
              <a:rPr lang="en-US" sz="1200" dirty="0" smtClean="0">
                <a:solidFill>
                  <a:srgbClr val="7F7F7F"/>
                </a:solidFill>
                <a:latin typeface="Calibri"/>
              </a:rPr>
              <a:t> </a:t>
            </a:r>
            <a:r>
              <a:rPr lang="en-US" sz="1200" dirty="0" err="1" smtClean="0">
                <a:solidFill>
                  <a:srgbClr val="7F7F7F"/>
                </a:solidFill>
                <a:latin typeface="Calibri"/>
              </a:rPr>
              <a:t>eu</a:t>
            </a:r>
            <a:r>
              <a:rPr lang="en-US" sz="1200" dirty="0" smtClean="0">
                <a:solidFill>
                  <a:srgbClr val="7F7F7F"/>
                </a:solidFill>
                <a:latin typeface="Calibri"/>
              </a:rPr>
              <a:t> </a:t>
            </a:r>
            <a:r>
              <a:rPr lang="en-US" sz="1200" dirty="0" err="1" smtClean="0">
                <a:solidFill>
                  <a:srgbClr val="7F7F7F"/>
                </a:solidFill>
                <a:latin typeface="Calibri"/>
              </a:rPr>
              <a:t>tortor</a:t>
            </a:r>
            <a:r>
              <a:rPr lang="en-US" sz="1200" dirty="0" smtClean="0">
                <a:solidFill>
                  <a:srgbClr val="7F7F7F"/>
                </a:solidFill>
                <a:latin typeface="Calibri"/>
              </a:rPr>
              <a:t> </a:t>
            </a:r>
            <a:r>
              <a:rPr lang="en-US" sz="1200" dirty="0" err="1" smtClean="0">
                <a:solidFill>
                  <a:srgbClr val="7F7F7F"/>
                </a:solidFill>
                <a:latin typeface="Calibri"/>
              </a:rPr>
              <a:t>leo</a:t>
            </a:r>
            <a:r>
              <a:rPr lang="en-US" sz="1200" dirty="0" smtClean="0">
                <a:solidFill>
                  <a:srgbClr val="7F7F7F"/>
                </a:solidFill>
                <a:latin typeface="Calibri"/>
              </a:rPr>
              <a:t>, </a:t>
            </a:r>
            <a:r>
              <a:rPr lang="en-US" sz="1200" dirty="0" err="1" smtClean="0">
                <a:solidFill>
                  <a:srgbClr val="7F7F7F"/>
                </a:solidFill>
                <a:latin typeface="Calibri"/>
              </a:rPr>
              <a:t>quis</a:t>
            </a:r>
            <a:r>
              <a:rPr lang="en-US" sz="1200" dirty="0" smtClean="0">
                <a:solidFill>
                  <a:srgbClr val="7F7F7F"/>
                </a:solidFill>
                <a:latin typeface="Calibri"/>
              </a:rPr>
              <a:t> </a:t>
            </a:r>
            <a:r>
              <a:rPr lang="en-US" sz="1200" dirty="0" err="1" smtClean="0">
                <a:solidFill>
                  <a:srgbClr val="7F7F7F"/>
                </a:solidFill>
                <a:latin typeface="Calibri"/>
              </a:rPr>
              <a:t>volutpat</a:t>
            </a:r>
            <a:r>
              <a:rPr lang="en-US" sz="1200" dirty="0" smtClean="0">
                <a:solidFill>
                  <a:srgbClr val="7F7F7F"/>
                </a:solidFill>
                <a:latin typeface="Calibri"/>
              </a:rPr>
              <a:t> </a:t>
            </a:r>
            <a:r>
              <a:rPr lang="en-US" sz="1200" dirty="0" err="1" smtClean="0">
                <a:solidFill>
                  <a:srgbClr val="7F7F7F"/>
                </a:solidFill>
                <a:latin typeface="Calibri"/>
              </a:rPr>
              <a:t>erat</a:t>
            </a:r>
            <a:r>
              <a:rPr lang="en-US" sz="1200" dirty="0" smtClean="0">
                <a:solidFill>
                  <a:srgbClr val="7F7F7F"/>
                </a:solidFill>
                <a:latin typeface="Calibri"/>
              </a:rPr>
              <a:t>. </a:t>
            </a:r>
            <a:r>
              <a:rPr lang="en-US" sz="1200" dirty="0" err="1" smtClean="0">
                <a:solidFill>
                  <a:srgbClr val="7F7F7F"/>
                </a:solidFill>
                <a:latin typeface="Calibri"/>
              </a:rPr>
              <a:t>Vivamus</a:t>
            </a:r>
            <a:r>
              <a:rPr lang="en-US" sz="1200" dirty="0" smtClean="0">
                <a:solidFill>
                  <a:srgbClr val="7F7F7F"/>
                </a:solidFill>
                <a:latin typeface="Calibri"/>
              </a:rPr>
              <a:t> </a:t>
            </a:r>
            <a:r>
              <a:rPr lang="en-US" sz="1200" dirty="0" err="1" smtClean="0">
                <a:solidFill>
                  <a:srgbClr val="7F7F7F"/>
                </a:solidFill>
                <a:latin typeface="Calibri"/>
              </a:rPr>
              <a:t>gravida</a:t>
            </a:r>
            <a:r>
              <a:rPr lang="en-US" sz="1200" dirty="0" smtClean="0">
                <a:solidFill>
                  <a:srgbClr val="7F7F7F"/>
                </a:solidFill>
                <a:latin typeface="Calibri"/>
              </a:rPr>
              <a:t> </a:t>
            </a:r>
            <a:r>
              <a:rPr lang="en-US" sz="1200" dirty="0" err="1" smtClean="0">
                <a:solidFill>
                  <a:srgbClr val="7F7F7F"/>
                </a:solidFill>
                <a:latin typeface="Calibri"/>
              </a:rPr>
              <a:t>est</a:t>
            </a:r>
            <a:r>
              <a:rPr lang="en-US" sz="1200" dirty="0" smtClean="0">
                <a:solidFill>
                  <a:srgbClr val="7F7F7F"/>
                </a:solidFill>
                <a:latin typeface="Calibri"/>
              </a:rPr>
              <a:t> vitae </a:t>
            </a:r>
            <a:r>
              <a:rPr lang="en-US" sz="1200" dirty="0" err="1" smtClean="0">
                <a:solidFill>
                  <a:srgbClr val="7F7F7F"/>
                </a:solidFill>
                <a:latin typeface="Calibri"/>
              </a:rPr>
              <a:t>elit</a:t>
            </a:r>
            <a:r>
              <a:rPr lang="en-US" sz="1200" dirty="0" smtClean="0">
                <a:solidFill>
                  <a:srgbClr val="7F7F7F"/>
                </a:solidFill>
                <a:latin typeface="Calibri"/>
              </a:rPr>
              <a:t> </a:t>
            </a:r>
            <a:r>
              <a:rPr lang="en-US" sz="1200" dirty="0" err="1" smtClean="0">
                <a:solidFill>
                  <a:srgbClr val="7F7F7F"/>
                </a:solidFill>
                <a:latin typeface="Calibri"/>
              </a:rPr>
              <a:t>tincidunt</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faucibus</a:t>
            </a:r>
            <a:r>
              <a:rPr lang="en-US" sz="1200" dirty="0" smtClean="0">
                <a:solidFill>
                  <a:srgbClr val="7F7F7F"/>
                </a:solidFill>
                <a:latin typeface="Calibri"/>
              </a:rPr>
              <a:t> </a:t>
            </a:r>
            <a:r>
              <a:rPr lang="en-US" sz="1200" dirty="0" err="1" smtClean="0">
                <a:solidFill>
                  <a:srgbClr val="7F7F7F"/>
                </a:solidFill>
                <a:latin typeface="Calibri"/>
              </a:rPr>
              <a:t>enim</a:t>
            </a:r>
            <a:r>
              <a:rPr lang="en-US" sz="1200" dirty="0" smtClean="0">
                <a:solidFill>
                  <a:srgbClr val="7F7F7F"/>
                </a:solidFill>
                <a:latin typeface="Calibri"/>
              </a:rPr>
              <a:t> </a:t>
            </a:r>
            <a:r>
              <a:rPr lang="en-US" sz="1200" dirty="0" err="1" smtClean="0">
                <a:solidFill>
                  <a:srgbClr val="7F7F7F"/>
                </a:solidFill>
                <a:latin typeface="Calibri"/>
              </a:rPr>
              <a:t>commodo</a:t>
            </a:r>
            <a:r>
              <a:rPr lang="en-US" sz="1200" dirty="0" smtClean="0">
                <a:solidFill>
                  <a:srgbClr val="7F7F7F"/>
                </a:solidFill>
                <a:latin typeface="Calibri"/>
              </a:rPr>
              <a:t>. </a:t>
            </a:r>
            <a:r>
              <a:rPr lang="en-US" sz="1200" dirty="0" err="1" smtClean="0">
                <a:solidFill>
                  <a:srgbClr val="7F7F7F"/>
                </a:solidFill>
                <a:latin typeface="Calibri"/>
              </a:rPr>
              <a:t>Etiam</a:t>
            </a:r>
            <a:r>
              <a:rPr lang="en-US" sz="1200" dirty="0" smtClean="0">
                <a:solidFill>
                  <a:srgbClr val="7F7F7F"/>
                </a:solidFill>
                <a:latin typeface="Calibri"/>
              </a:rPr>
              <a:t> </a:t>
            </a:r>
            <a:r>
              <a:rPr lang="en-US" sz="1200" dirty="0" err="1" smtClean="0">
                <a:solidFill>
                  <a:srgbClr val="7F7F7F"/>
                </a:solidFill>
                <a:latin typeface="Calibri"/>
              </a:rPr>
              <a:t>luctus</a:t>
            </a:r>
            <a:r>
              <a:rPr lang="en-US" sz="1200" dirty="0" smtClean="0">
                <a:solidFill>
                  <a:srgbClr val="7F7F7F"/>
                </a:solidFill>
                <a:latin typeface="Calibri"/>
              </a:rPr>
              <a:t> </a:t>
            </a:r>
            <a:r>
              <a:rPr lang="en-US" sz="1200" dirty="0" err="1" smtClean="0">
                <a:solidFill>
                  <a:srgbClr val="7F7F7F"/>
                </a:solidFill>
                <a:latin typeface="Calibri"/>
              </a:rPr>
              <a:t>ligula</a:t>
            </a:r>
            <a:r>
              <a:rPr lang="en-US" sz="1200" dirty="0" smtClean="0">
                <a:solidFill>
                  <a:srgbClr val="7F7F7F"/>
                </a:solidFill>
                <a:latin typeface="Calibri"/>
              </a:rPr>
              <a:t> </a:t>
            </a:r>
            <a:r>
              <a:rPr lang="en-US" sz="1200" dirty="0" err="1" smtClean="0">
                <a:solidFill>
                  <a:srgbClr val="7F7F7F"/>
                </a:solidFill>
                <a:latin typeface="Calibri"/>
              </a:rPr>
              <a:t>ut</a:t>
            </a:r>
            <a:r>
              <a:rPr lang="en-US" sz="1200" dirty="0" smtClean="0">
                <a:solidFill>
                  <a:srgbClr val="7F7F7F"/>
                </a:solidFill>
                <a:latin typeface="Calibri"/>
              </a:rPr>
              <a:t> </a:t>
            </a:r>
            <a:r>
              <a:rPr lang="en-US" sz="1200" dirty="0" err="1" smtClean="0">
                <a:solidFill>
                  <a:srgbClr val="7F7F7F"/>
                </a:solidFill>
                <a:latin typeface="Calibri"/>
              </a:rPr>
              <a:t>arcu</a:t>
            </a:r>
            <a:r>
              <a:rPr lang="en-US" sz="1200" dirty="0" smtClean="0">
                <a:solidFill>
                  <a:srgbClr val="7F7F7F"/>
                </a:solidFill>
                <a:latin typeface="Calibri"/>
              </a:rPr>
              <a:t> </a:t>
            </a:r>
            <a:r>
              <a:rPr lang="en-US" sz="1200" dirty="0" err="1" smtClean="0">
                <a:solidFill>
                  <a:srgbClr val="7F7F7F"/>
                </a:solidFill>
                <a:latin typeface="Calibri"/>
              </a:rPr>
              <a:t>ultricies</a:t>
            </a:r>
            <a:r>
              <a:rPr lang="en-US" sz="1200" dirty="0" smtClean="0">
                <a:solidFill>
                  <a:srgbClr val="7F7F7F"/>
                </a:solidFill>
                <a:latin typeface="Calibri"/>
              </a:rPr>
              <a:t> </a:t>
            </a:r>
            <a:r>
              <a:rPr lang="en-US" sz="1200" dirty="0" err="1" smtClean="0">
                <a:solidFill>
                  <a:srgbClr val="7F7F7F"/>
                </a:solidFill>
                <a:latin typeface="Calibri"/>
              </a:rPr>
              <a:t>aliquam</a:t>
            </a:r>
            <a:r>
              <a:rPr lang="en-US" sz="1200" dirty="0" smtClean="0">
                <a:solidFill>
                  <a:srgbClr val="7F7F7F"/>
                </a:solidFill>
                <a:latin typeface="Calibri"/>
              </a:rPr>
              <a:t>. In </a:t>
            </a:r>
            <a:r>
              <a:rPr lang="en-US" sz="1200" dirty="0" err="1" smtClean="0">
                <a:solidFill>
                  <a:srgbClr val="7F7F7F"/>
                </a:solidFill>
                <a:latin typeface="Calibri"/>
              </a:rPr>
              <a:t>malesuada</a:t>
            </a:r>
            <a:r>
              <a:rPr lang="en-US" sz="1200" dirty="0" smtClean="0">
                <a:solidFill>
                  <a:srgbClr val="7F7F7F"/>
                </a:solidFill>
                <a:latin typeface="Calibri"/>
              </a:rPr>
              <a:t> </a:t>
            </a:r>
            <a:r>
              <a:rPr lang="en-US" sz="1200" dirty="0" err="1" smtClean="0">
                <a:solidFill>
                  <a:srgbClr val="7F7F7F"/>
                </a:solidFill>
                <a:latin typeface="Calibri"/>
              </a:rPr>
              <a:t>justo</a:t>
            </a:r>
            <a:r>
              <a:rPr lang="en-US" sz="1200" dirty="0" smtClean="0">
                <a:solidFill>
                  <a:srgbClr val="7F7F7F"/>
                </a:solidFill>
                <a:latin typeface="Calibri"/>
              </a:rPr>
              <a:t> id </a:t>
            </a:r>
            <a:r>
              <a:rPr lang="en-US" sz="1200" dirty="0" err="1" smtClean="0">
                <a:solidFill>
                  <a:srgbClr val="7F7F7F"/>
                </a:solidFill>
                <a:latin typeface="Calibri"/>
              </a:rPr>
              <a:t>metus</a:t>
            </a:r>
            <a:r>
              <a:rPr lang="en-US" sz="1200" dirty="0" smtClean="0">
                <a:solidFill>
                  <a:srgbClr val="7F7F7F"/>
                </a:solidFill>
                <a:latin typeface="Calibri"/>
              </a:rPr>
              <a:t> </a:t>
            </a:r>
            <a:r>
              <a:rPr lang="en-US" sz="1200" dirty="0" err="1" smtClean="0">
                <a:solidFill>
                  <a:srgbClr val="7F7F7F"/>
                </a:solidFill>
                <a:latin typeface="Calibri"/>
              </a:rPr>
              <a:t>dapibus</a:t>
            </a:r>
            <a:r>
              <a:rPr lang="en-US" sz="1200" dirty="0" smtClean="0">
                <a:solidFill>
                  <a:srgbClr val="7F7F7F"/>
                </a:solidFill>
                <a:latin typeface="Calibri"/>
              </a:rPr>
              <a:t> ac </a:t>
            </a:r>
            <a:r>
              <a:rPr lang="en-US" sz="1200" dirty="0" err="1" smtClean="0">
                <a:solidFill>
                  <a:srgbClr val="7F7F7F"/>
                </a:solidFill>
                <a:latin typeface="Calibri"/>
              </a:rPr>
              <a:t>volutpat</a:t>
            </a:r>
            <a:r>
              <a:rPr lang="en-US" sz="1200" dirty="0" smtClean="0">
                <a:solidFill>
                  <a:srgbClr val="7F7F7F"/>
                </a:solidFill>
                <a:latin typeface="Calibri"/>
              </a:rPr>
              <a:t> a</a:t>
            </a:r>
            <a:endParaRPr lang="en-US" sz="1200" dirty="0">
              <a:solidFill>
                <a:srgbClr val="7F7F7F"/>
              </a:solidFill>
              <a:latin typeface="Tahoma"/>
              <a:cs typeface="Tahoma"/>
            </a:endParaRPr>
          </a:p>
        </p:txBody>
      </p:sp>
      <p:sp>
        <p:nvSpPr>
          <p:cNvPr id="7" name="TextBox 6"/>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8" name="TextBox 7"/>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9" name="TextBox 8"/>
          <p:cNvSpPr txBox="1"/>
          <p:nvPr userDrawn="1"/>
        </p:nvSpPr>
        <p:spPr>
          <a:xfrm>
            <a:off x="1170783" y="2067367"/>
            <a:ext cx="5347719" cy="341198"/>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rPr>
              <a:t>Lorem</a:t>
            </a:r>
            <a:r>
              <a:rPr lang="en-US" sz="1600" dirty="0" smtClean="0">
                <a:solidFill>
                  <a:srgbClr val="4F81BD"/>
                </a:solidFill>
                <a:latin typeface="Calibri"/>
              </a:rPr>
              <a:t> </a:t>
            </a:r>
            <a:r>
              <a:rPr lang="en-US" sz="1600" dirty="0" err="1" smtClean="0">
                <a:solidFill>
                  <a:srgbClr val="4F81BD"/>
                </a:solidFill>
                <a:latin typeface="Calibri"/>
              </a:rPr>
              <a:t>ipsum</a:t>
            </a:r>
            <a:endParaRPr lang="en-US" sz="1600" dirty="0">
              <a:solidFill>
                <a:srgbClr val="4F81BD"/>
              </a:solidFill>
              <a:latin typeface="Calibri"/>
            </a:endParaRPr>
          </a:p>
        </p:txBody>
      </p:sp>
      <p:sp>
        <p:nvSpPr>
          <p:cNvPr id="10" name="Content Placeholder 2"/>
          <p:cNvSpPr>
            <a:spLocks noGrp="1"/>
          </p:cNvSpPr>
          <p:nvPr>
            <p:ph idx="1"/>
          </p:nvPr>
        </p:nvSpPr>
        <p:spPr>
          <a:xfrm>
            <a:off x="1169988" y="4027488"/>
            <a:ext cx="7583900" cy="1885950"/>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8125173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Imagem C\ Titulo, Subtitulo e Subtitulo">
    <p:spTree>
      <p:nvGrpSpPr>
        <p:cNvPr id="1" name=""/>
        <p:cNvGrpSpPr/>
        <p:nvPr/>
      </p:nvGrpSpPr>
      <p:grpSpPr>
        <a:xfrm>
          <a:off x="0" y="0"/>
          <a:ext cx="0" cy="0"/>
          <a:chOff x="0" y="0"/>
          <a:chExt cx="0" cy="0"/>
        </a:xfrm>
      </p:grpSpPr>
      <p:sp>
        <p:nvSpPr>
          <p:cNvPr id="7" name="TextBox 6"/>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8" name="TextBox 7"/>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9" name="TextBox 8"/>
          <p:cNvSpPr txBox="1"/>
          <p:nvPr userDrawn="1"/>
        </p:nvSpPr>
        <p:spPr>
          <a:xfrm>
            <a:off x="1170783" y="2067367"/>
            <a:ext cx="5347719" cy="341198"/>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1600" dirty="0" err="1" smtClean="0">
                <a:solidFill>
                  <a:srgbClr val="4F81BD"/>
                </a:solidFill>
                <a:latin typeface="Calibri"/>
              </a:rPr>
              <a:t>Lorem</a:t>
            </a:r>
            <a:r>
              <a:rPr lang="en-US" sz="1600" dirty="0" smtClean="0">
                <a:solidFill>
                  <a:srgbClr val="4F81BD"/>
                </a:solidFill>
                <a:latin typeface="Calibri"/>
              </a:rPr>
              <a:t> </a:t>
            </a:r>
            <a:r>
              <a:rPr lang="en-US" sz="1600" dirty="0" err="1" smtClean="0">
                <a:solidFill>
                  <a:srgbClr val="4F81BD"/>
                </a:solidFill>
                <a:latin typeface="Calibri"/>
              </a:rPr>
              <a:t>ipsum</a:t>
            </a:r>
            <a:endParaRPr lang="en-US" sz="1600" dirty="0">
              <a:solidFill>
                <a:srgbClr val="4F81BD"/>
              </a:solidFill>
              <a:latin typeface="Calibri"/>
            </a:endParaRPr>
          </a:p>
        </p:txBody>
      </p:sp>
      <p:sp>
        <p:nvSpPr>
          <p:cNvPr id="15" name="Content Placeholder 2"/>
          <p:cNvSpPr>
            <a:spLocks noGrp="1"/>
          </p:cNvSpPr>
          <p:nvPr>
            <p:ph idx="1"/>
          </p:nvPr>
        </p:nvSpPr>
        <p:spPr>
          <a:xfrm>
            <a:off x="1169988" y="2540172"/>
            <a:ext cx="7583900" cy="3373266"/>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62099958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Imagem C\ Titulo, Subtitulo">
    <p:spTree>
      <p:nvGrpSpPr>
        <p:cNvPr id="1" name=""/>
        <p:cNvGrpSpPr/>
        <p:nvPr/>
      </p:nvGrpSpPr>
      <p:grpSpPr>
        <a:xfrm>
          <a:off x="0" y="0"/>
          <a:ext cx="0" cy="0"/>
          <a:chOff x="0" y="0"/>
          <a:chExt cx="0" cy="0"/>
        </a:xfrm>
      </p:grpSpPr>
      <p:sp>
        <p:nvSpPr>
          <p:cNvPr id="7" name="TextBox 6"/>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8" name="TextBox 7"/>
          <p:cNvSpPr txBox="1"/>
          <p:nvPr userDrawn="1"/>
        </p:nvSpPr>
        <p:spPr>
          <a:xfrm>
            <a:off x="1169988" y="1420637"/>
            <a:ext cx="5348508" cy="427760"/>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en-US" sz="2200" dirty="0" err="1" smtClean="0">
                <a:solidFill>
                  <a:prstClr val="black">
                    <a:lumMod val="50000"/>
                    <a:lumOff val="50000"/>
                  </a:prstClr>
                </a:solidFill>
                <a:latin typeface="Tahoma"/>
                <a:cs typeface="Tahoma"/>
              </a:rPr>
              <a:t>Lorem</a:t>
            </a:r>
            <a:r>
              <a:rPr lang="en-US" sz="2200" dirty="0" smtClean="0">
                <a:solidFill>
                  <a:prstClr val="black">
                    <a:lumMod val="50000"/>
                    <a:lumOff val="50000"/>
                  </a:prstClr>
                </a:solidFill>
                <a:latin typeface="Tahoma"/>
                <a:cs typeface="Tahoma"/>
              </a:rPr>
              <a:t> </a:t>
            </a:r>
            <a:r>
              <a:rPr lang="en-US" sz="2200" dirty="0" err="1" smtClean="0">
                <a:solidFill>
                  <a:prstClr val="black">
                    <a:lumMod val="50000"/>
                    <a:lumOff val="50000"/>
                  </a:prstClr>
                </a:solidFill>
                <a:latin typeface="Tahoma"/>
                <a:cs typeface="Tahoma"/>
              </a:rPr>
              <a:t>ipsum</a:t>
            </a:r>
            <a:endParaRPr lang="en-US" sz="2200" dirty="0">
              <a:solidFill>
                <a:prstClr val="black">
                  <a:lumMod val="50000"/>
                  <a:lumOff val="50000"/>
                </a:prstClr>
              </a:solidFill>
              <a:latin typeface="Tahoma"/>
              <a:cs typeface="Tahoma"/>
            </a:endParaRPr>
          </a:p>
        </p:txBody>
      </p:sp>
      <p:sp>
        <p:nvSpPr>
          <p:cNvPr id="14" name="Content Placeholder 2"/>
          <p:cNvSpPr>
            <a:spLocks noGrp="1"/>
          </p:cNvSpPr>
          <p:nvPr>
            <p:ph idx="1"/>
          </p:nvPr>
        </p:nvSpPr>
        <p:spPr>
          <a:xfrm>
            <a:off x="1169988" y="1983930"/>
            <a:ext cx="7583900" cy="3929508"/>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63220622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Imagem C\ Titulo">
    <p:spTree>
      <p:nvGrpSpPr>
        <p:cNvPr id="1" name=""/>
        <p:cNvGrpSpPr/>
        <p:nvPr/>
      </p:nvGrpSpPr>
      <p:grpSpPr>
        <a:xfrm>
          <a:off x="0" y="0"/>
          <a:ext cx="0" cy="0"/>
          <a:chOff x="0" y="0"/>
          <a:chExt cx="0" cy="0"/>
        </a:xfrm>
      </p:grpSpPr>
      <p:sp>
        <p:nvSpPr>
          <p:cNvPr id="5" name="TextBox 4"/>
          <p:cNvSpPr txBox="1"/>
          <p:nvPr userDrawn="1"/>
        </p:nvSpPr>
        <p:spPr>
          <a:xfrm>
            <a:off x="1170776" y="389370"/>
            <a:ext cx="4603601" cy="400105"/>
          </a:xfrm>
          <a:prstGeom prst="rect">
            <a:avLst/>
          </a:prstGeom>
          <a:noFill/>
        </p:spPr>
        <p:txBody>
          <a:bodyPr wrap="square" lIns="91407" tIns="45704" rIns="91407" bIns="45704" rtlCol="0">
            <a:spAutoFit/>
          </a:bodyPr>
          <a:lstStyle/>
          <a:p>
            <a:pPr defTabSz="457035" eaLnBrk="1" fontAlgn="auto" hangingPunct="1">
              <a:spcBef>
                <a:spcPts val="0"/>
              </a:spcBef>
              <a:spcAft>
                <a:spcPts val="0"/>
              </a:spcAft>
            </a:pPr>
            <a:r>
              <a:rPr lang="pt-BR" sz="2000" cap="all" dirty="0" err="1" smtClean="0">
                <a:solidFill>
                  <a:prstClr val="black">
                    <a:lumMod val="75000"/>
                    <a:lumOff val="25000"/>
                  </a:prstClr>
                </a:solidFill>
                <a:latin typeface="Tahoma"/>
                <a:cs typeface="Tahoma"/>
              </a:rPr>
              <a:t>Lorem</a:t>
            </a:r>
            <a:r>
              <a:rPr lang="pt-BR" sz="2000" cap="all" dirty="0" smtClean="0">
                <a:solidFill>
                  <a:prstClr val="black">
                    <a:lumMod val="75000"/>
                    <a:lumOff val="25000"/>
                  </a:prstClr>
                </a:solidFill>
                <a:latin typeface="Tahoma"/>
                <a:cs typeface="Tahoma"/>
              </a:rPr>
              <a:t> </a:t>
            </a:r>
            <a:r>
              <a:rPr lang="pt-BR" sz="2000" cap="all" dirty="0" err="1" smtClean="0">
                <a:solidFill>
                  <a:prstClr val="black">
                    <a:lumMod val="75000"/>
                    <a:lumOff val="25000"/>
                  </a:prstClr>
                </a:solidFill>
                <a:latin typeface="Tahoma"/>
                <a:cs typeface="Tahoma"/>
              </a:rPr>
              <a:t>ipsum</a:t>
            </a:r>
            <a:endParaRPr lang="pt-BR" sz="2000" cap="all" dirty="0">
              <a:solidFill>
                <a:prstClr val="black">
                  <a:lumMod val="75000"/>
                  <a:lumOff val="25000"/>
                </a:prstClr>
              </a:solidFill>
              <a:latin typeface="Tahoma"/>
              <a:cs typeface="Tahoma"/>
            </a:endParaRPr>
          </a:p>
        </p:txBody>
      </p:sp>
      <p:sp>
        <p:nvSpPr>
          <p:cNvPr id="9" name="Content Placeholder 2"/>
          <p:cNvSpPr>
            <a:spLocks noGrp="1"/>
          </p:cNvSpPr>
          <p:nvPr>
            <p:ph idx="1"/>
          </p:nvPr>
        </p:nvSpPr>
        <p:spPr>
          <a:xfrm>
            <a:off x="1169988" y="1288635"/>
            <a:ext cx="7583900" cy="4624811"/>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217441952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Imagem Maior C\ Titulo, Subtitulo">
    <p:spTree>
      <p:nvGrpSpPr>
        <p:cNvPr id="1" name=""/>
        <p:cNvGrpSpPr/>
        <p:nvPr/>
      </p:nvGrpSpPr>
      <p:grpSpPr>
        <a:xfrm>
          <a:off x="0" y="0"/>
          <a:ext cx="0" cy="0"/>
          <a:chOff x="0" y="0"/>
          <a:chExt cx="0" cy="0"/>
        </a:xfrm>
      </p:grpSpPr>
      <p:sp>
        <p:nvSpPr>
          <p:cNvPr id="8" name="Content Placeholder 2"/>
          <p:cNvSpPr>
            <a:spLocks noGrp="1"/>
          </p:cNvSpPr>
          <p:nvPr>
            <p:ph idx="1"/>
          </p:nvPr>
        </p:nvSpPr>
        <p:spPr>
          <a:xfrm>
            <a:off x="8" y="1112485"/>
            <a:ext cx="9143999" cy="4959824"/>
          </a:xfrm>
          <a:prstGeom prst="rect">
            <a:avLst/>
          </a:prstGeom>
        </p:spPr>
        <p:txBody>
          <a:bodyPr lIns="91407" tIns="45704" rIns="91407" bIns="45704">
            <a:normAutofit/>
          </a:bodyPr>
          <a:lstStyle>
            <a:lvl1pPr>
              <a:buNone/>
              <a:defRPr sz="1200" b="0" i="0">
                <a:latin typeface="Verdana"/>
                <a:cs typeface="Verdana"/>
              </a:defRPr>
            </a:lvl1pPr>
          </a:lstStyle>
          <a:p>
            <a:pPr lvl="0"/>
            <a:r>
              <a:rPr lang="pt-BR" smtClean="0"/>
              <a:t>Clique para editar o texto mestre</a:t>
            </a:r>
          </a:p>
        </p:txBody>
      </p:sp>
    </p:spTree>
    <p:extLst>
      <p:ext uri="{BB962C8B-B14F-4D97-AF65-F5344CB8AC3E}">
        <p14:creationId xmlns:p14="http://schemas.microsoft.com/office/powerpoint/2010/main" val="4055923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image" Target="../media/image1.jpeg"/><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image" Target="../media/image1.jpeg"/><Relationship Id="rId2" Type="http://schemas.openxmlformats.org/officeDocument/2006/relationships/slideLayout" Target="../slideLayouts/slideLayout30.xml"/><Relationship Id="rId16" Type="http://schemas.openxmlformats.org/officeDocument/2006/relationships/theme" Target="../theme/theme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image" Target="../media/image1.jpeg"/><Relationship Id="rId2" Type="http://schemas.openxmlformats.org/officeDocument/2006/relationships/slideLayout" Target="../slideLayouts/slideLayout45.xml"/><Relationship Id="rId16" Type="http://schemas.openxmlformats.org/officeDocument/2006/relationships/theme" Target="../theme/theme4.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image" Target="../media/image1.jpeg"/><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5" Type="http://schemas.openxmlformats.org/officeDocument/2006/relationships/image" Target="../media/image1.jpeg"/><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6" descr="Template_Conteudo.jpg"/>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1" y="-23439"/>
            <a:ext cx="9160745" cy="6881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750" r:id="rId15"/>
  </p:sldLayoutIdLst>
  <p:hf sldNum="0" hdr="0" ftr="0"/>
  <p:txStyles>
    <p:titleStyle>
      <a:lvl1pPr algn="ctr" defTabSz="456372" rtl="0" eaLnBrk="1" fontAlgn="base" hangingPunct="1">
        <a:spcBef>
          <a:spcPct val="0"/>
        </a:spcBef>
        <a:spcAft>
          <a:spcPct val="0"/>
        </a:spcAft>
        <a:defRPr sz="4400" kern="1200">
          <a:solidFill>
            <a:schemeClr val="tx1"/>
          </a:solidFill>
          <a:latin typeface="+mj-lt"/>
          <a:ea typeface="MS PGothic" panose="020B0600070205080204" pitchFamily="34" charset="-128"/>
          <a:cs typeface="MS PGothic" charset="0"/>
        </a:defRPr>
      </a:lvl1pPr>
      <a:lvl2pPr algn="ctr" defTabSz="456372"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2pPr>
      <a:lvl3pPr algn="ctr" defTabSz="456372"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3pPr>
      <a:lvl4pPr algn="ctr" defTabSz="456372"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4pPr>
      <a:lvl5pPr algn="ctr" defTabSz="456372"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5pPr>
      <a:lvl6pPr marL="321357" algn="ctr" defTabSz="456372"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6pPr>
      <a:lvl7pPr marL="642717" algn="ctr" defTabSz="456372"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7pPr>
      <a:lvl8pPr marL="964075" algn="ctr" defTabSz="456372"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8pPr>
      <a:lvl9pPr marL="1285434" algn="ctr" defTabSz="456372"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560" indent="-342560" algn="l" defTabSz="456372" rtl="0" eaLnBrk="1" fontAlgn="base" hangingPunct="1">
        <a:spcBef>
          <a:spcPct val="20000"/>
        </a:spcBef>
        <a:spcAft>
          <a:spcPct val="0"/>
        </a:spcAft>
        <a:buFont typeface="Arial" charset="0"/>
        <a:buChar char="•"/>
        <a:defRPr sz="3200" kern="1200">
          <a:solidFill>
            <a:schemeClr val="tx1"/>
          </a:solidFill>
          <a:latin typeface="+mn-lt"/>
          <a:ea typeface="MS PGothic" panose="020B0600070205080204" pitchFamily="34" charset="-128"/>
          <a:cs typeface="MS PGothic" charset="0"/>
        </a:defRPr>
      </a:lvl1pPr>
      <a:lvl2pPr marL="742026" indent="-284538" algn="l" defTabSz="456372" rtl="0" eaLnBrk="1" fontAlgn="base" hangingPunct="1">
        <a:spcBef>
          <a:spcPct val="20000"/>
        </a:spcBef>
        <a:spcAft>
          <a:spcPct val="0"/>
        </a:spcAft>
        <a:buFont typeface="Arial" charset="0"/>
        <a:buChar char="–"/>
        <a:defRPr sz="2800" kern="1200">
          <a:solidFill>
            <a:schemeClr val="tx1"/>
          </a:solidFill>
          <a:latin typeface="+mn-lt"/>
          <a:ea typeface="MS PGothic" panose="020B0600070205080204" pitchFamily="34" charset="-128"/>
          <a:cs typeface="MS PGothic" charset="0"/>
        </a:defRPr>
      </a:lvl2pPr>
      <a:lvl3pPr marL="1141496" indent="-227629" algn="l" defTabSz="456372" rtl="0" eaLnBrk="1" fontAlgn="base" hangingPunct="1">
        <a:spcBef>
          <a:spcPct val="20000"/>
        </a:spcBef>
        <a:spcAft>
          <a:spcPct val="0"/>
        </a:spcAft>
        <a:buFont typeface="Arial" charset="0"/>
        <a:buChar char="•"/>
        <a:defRPr sz="2400" kern="1200">
          <a:solidFill>
            <a:schemeClr val="tx1"/>
          </a:solidFill>
          <a:latin typeface="+mn-lt"/>
          <a:ea typeface="MS PGothic" panose="020B0600070205080204" pitchFamily="34" charset="-128"/>
          <a:cs typeface="MS PGothic" charset="0"/>
        </a:defRPr>
      </a:lvl3pPr>
      <a:lvl4pPr marL="1598982" indent="-227629" algn="l" defTabSz="456372" rtl="0" eaLnBrk="1" fontAlgn="base" hangingPunct="1">
        <a:spcBef>
          <a:spcPct val="20000"/>
        </a:spcBef>
        <a:spcAft>
          <a:spcPct val="0"/>
        </a:spcAft>
        <a:buFont typeface="Arial" charset="0"/>
        <a:buChar char="–"/>
        <a:defRPr sz="2000" kern="1200">
          <a:solidFill>
            <a:schemeClr val="tx1"/>
          </a:solidFill>
          <a:latin typeface="+mn-lt"/>
          <a:ea typeface="MS PGothic" panose="020B0600070205080204" pitchFamily="34" charset="-128"/>
          <a:cs typeface="MS PGothic" charset="0"/>
        </a:defRPr>
      </a:lvl4pPr>
      <a:lvl5pPr marL="2055357" indent="-227629" algn="l" defTabSz="456372" rtl="0" eaLnBrk="1" fontAlgn="base" hangingPunct="1">
        <a:spcBef>
          <a:spcPct val="20000"/>
        </a:spcBef>
        <a:spcAft>
          <a:spcPct val="0"/>
        </a:spcAft>
        <a:buFont typeface="Arial" charset="0"/>
        <a:buChar char="»"/>
        <a:defRPr sz="2000" kern="1200">
          <a:solidFill>
            <a:schemeClr val="tx1"/>
          </a:solidFill>
          <a:latin typeface="+mn-lt"/>
          <a:ea typeface="MS PGothic" panose="020B0600070205080204" pitchFamily="34" charset="-128"/>
          <a:cs typeface="MS PGothic" charset="0"/>
        </a:defRPr>
      </a:lvl5pPr>
      <a:lvl6pPr marL="2512931" indent="-228446" algn="l" defTabSz="456893" rtl="0" eaLnBrk="1" latinLnBrk="0" hangingPunct="1">
        <a:spcBef>
          <a:spcPct val="20000"/>
        </a:spcBef>
        <a:buFont typeface="Arial"/>
        <a:buChar char="•"/>
        <a:defRPr sz="2000" kern="1200">
          <a:solidFill>
            <a:schemeClr val="tx1"/>
          </a:solidFill>
          <a:latin typeface="+mn-lt"/>
          <a:ea typeface="+mn-ea"/>
          <a:cs typeface="+mn-cs"/>
        </a:defRPr>
      </a:lvl6pPr>
      <a:lvl7pPr marL="2969824" indent="-228446" algn="l" defTabSz="456893" rtl="0" eaLnBrk="1" latinLnBrk="0" hangingPunct="1">
        <a:spcBef>
          <a:spcPct val="20000"/>
        </a:spcBef>
        <a:buFont typeface="Arial"/>
        <a:buChar char="•"/>
        <a:defRPr sz="2000" kern="1200">
          <a:solidFill>
            <a:schemeClr val="tx1"/>
          </a:solidFill>
          <a:latin typeface="+mn-lt"/>
          <a:ea typeface="+mn-ea"/>
          <a:cs typeface="+mn-cs"/>
        </a:defRPr>
      </a:lvl7pPr>
      <a:lvl8pPr marL="3426722" indent="-228446" algn="l" defTabSz="456893" rtl="0" eaLnBrk="1" latinLnBrk="0" hangingPunct="1">
        <a:spcBef>
          <a:spcPct val="20000"/>
        </a:spcBef>
        <a:buFont typeface="Arial"/>
        <a:buChar char="•"/>
        <a:defRPr sz="2000" kern="1200">
          <a:solidFill>
            <a:schemeClr val="tx1"/>
          </a:solidFill>
          <a:latin typeface="+mn-lt"/>
          <a:ea typeface="+mn-ea"/>
          <a:cs typeface="+mn-cs"/>
        </a:defRPr>
      </a:lvl8pPr>
      <a:lvl9pPr marL="3883614" indent="-228446" algn="l" defTabSz="456893"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6893" rtl="0" eaLnBrk="1" latinLnBrk="0" hangingPunct="1">
        <a:defRPr sz="1800" kern="1200">
          <a:solidFill>
            <a:schemeClr val="tx1"/>
          </a:solidFill>
          <a:latin typeface="+mn-lt"/>
          <a:ea typeface="+mn-ea"/>
          <a:cs typeface="+mn-cs"/>
        </a:defRPr>
      </a:lvl1pPr>
      <a:lvl2pPr marL="456893" algn="l" defTabSz="456893" rtl="0" eaLnBrk="1" latinLnBrk="0" hangingPunct="1">
        <a:defRPr sz="1800" kern="1200">
          <a:solidFill>
            <a:schemeClr val="tx1"/>
          </a:solidFill>
          <a:latin typeface="+mn-lt"/>
          <a:ea typeface="+mn-ea"/>
          <a:cs typeface="+mn-cs"/>
        </a:defRPr>
      </a:lvl2pPr>
      <a:lvl3pPr marL="913790" algn="l" defTabSz="456893" rtl="0" eaLnBrk="1" latinLnBrk="0" hangingPunct="1">
        <a:defRPr sz="1800" kern="1200">
          <a:solidFill>
            <a:schemeClr val="tx1"/>
          </a:solidFill>
          <a:latin typeface="+mn-lt"/>
          <a:ea typeface="+mn-ea"/>
          <a:cs typeface="+mn-cs"/>
        </a:defRPr>
      </a:lvl3pPr>
      <a:lvl4pPr marL="1370690" algn="l" defTabSz="456893" rtl="0" eaLnBrk="1" latinLnBrk="0" hangingPunct="1">
        <a:defRPr sz="1800" kern="1200">
          <a:solidFill>
            <a:schemeClr val="tx1"/>
          </a:solidFill>
          <a:latin typeface="+mn-lt"/>
          <a:ea typeface="+mn-ea"/>
          <a:cs typeface="+mn-cs"/>
        </a:defRPr>
      </a:lvl4pPr>
      <a:lvl5pPr marL="1827585" algn="l" defTabSz="456893" rtl="0" eaLnBrk="1" latinLnBrk="0" hangingPunct="1">
        <a:defRPr sz="1800" kern="1200">
          <a:solidFill>
            <a:schemeClr val="tx1"/>
          </a:solidFill>
          <a:latin typeface="+mn-lt"/>
          <a:ea typeface="+mn-ea"/>
          <a:cs typeface="+mn-cs"/>
        </a:defRPr>
      </a:lvl5pPr>
      <a:lvl6pPr marL="2284479" algn="l" defTabSz="456893" rtl="0" eaLnBrk="1" latinLnBrk="0" hangingPunct="1">
        <a:defRPr sz="1800" kern="1200">
          <a:solidFill>
            <a:schemeClr val="tx1"/>
          </a:solidFill>
          <a:latin typeface="+mn-lt"/>
          <a:ea typeface="+mn-ea"/>
          <a:cs typeface="+mn-cs"/>
        </a:defRPr>
      </a:lvl6pPr>
      <a:lvl7pPr marL="2741378" algn="l" defTabSz="456893" rtl="0" eaLnBrk="1" latinLnBrk="0" hangingPunct="1">
        <a:defRPr sz="1800" kern="1200">
          <a:solidFill>
            <a:schemeClr val="tx1"/>
          </a:solidFill>
          <a:latin typeface="+mn-lt"/>
          <a:ea typeface="+mn-ea"/>
          <a:cs typeface="+mn-cs"/>
        </a:defRPr>
      </a:lvl7pPr>
      <a:lvl8pPr marL="3198268" algn="l" defTabSz="456893" rtl="0" eaLnBrk="1" latinLnBrk="0" hangingPunct="1">
        <a:defRPr sz="1800" kern="1200">
          <a:solidFill>
            <a:schemeClr val="tx1"/>
          </a:solidFill>
          <a:latin typeface="+mn-lt"/>
          <a:ea typeface="+mn-ea"/>
          <a:cs typeface="+mn-cs"/>
        </a:defRPr>
      </a:lvl8pPr>
      <a:lvl9pPr marL="3655169" algn="l" defTabSz="45689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386" name="Picture 6" descr="Template_Conteudo.jpg"/>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2" y="-23439"/>
            <a:ext cx="9160745" cy="6881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ctr" defTabSz="456348" rtl="0" eaLnBrk="1" fontAlgn="base" hangingPunct="1">
        <a:spcBef>
          <a:spcPct val="0"/>
        </a:spcBef>
        <a:spcAft>
          <a:spcPct val="0"/>
        </a:spcAft>
        <a:defRPr sz="4400" kern="1200">
          <a:solidFill>
            <a:schemeClr val="tx1"/>
          </a:solidFill>
          <a:latin typeface="+mj-lt"/>
          <a:ea typeface="MS PGothic" panose="020B0600070205080204" pitchFamily="34" charset="-128"/>
          <a:cs typeface="MS PGothic" charset="0"/>
        </a:defRPr>
      </a:lvl1pPr>
      <a:lvl2pPr algn="ctr" defTabSz="456348"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2pPr>
      <a:lvl3pPr algn="ctr" defTabSz="456348"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3pPr>
      <a:lvl4pPr algn="ctr" defTabSz="456348"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4pPr>
      <a:lvl5pPr algn="ctr" defTabSz="456348"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5pPr>
      <a:lvl6pPr marL="321341" algn="ctr" defTabSz="456348"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6pPr>
      <a:lvl7pPr marL="642684" algn="ctr" defTabSz="456348"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7pPr>
      <a:lvl8pPr marL="964025" algn="ctr" defTabSz="456348"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8pPr>
      <a:lvl9pPr marL="1285368" algn="ctr" defTabSz="456348"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543" indent="-342543" algn="l" defTabSz="456348" rtl="0" eaLnBrk="1" fontAlgn="base" hangingPunct="1">
        <a:spcBef>
          <a:spcPct val="20000"/>
        </a:spcBef>
        <a:spcAft>
          <a:spcPct val="0"/>
        </a:spcAft>
        <a:buFont typeface="Arial" charset="0"/>
        <a:buChar char="•"/>
        <a:defRPr sz="3200" kern="1200">
          <a:solidFill>
            <a:schemeClr val="tx1"/>
          </a:solidFill>
          <a:latin typeface="+mn-lt"/>
          <a:ea typeface="MS PGothic" panose="020B0600070205080204" pitchFamily="34" charset="-128"/>
          <a:cs typeface="MS PGothic" charset="0"/>
        </a:defRPr>
      </a:lvl1pPr>
      <a:lvl2pPr marL="741988" indent="-284523" algn="l" defTabSz="456348" rtl="0" eaLnBrk="1" fontAlgn="base" hangingPunct="1">
        <a:spcBef>
          <a:spcPct val="20000"/>
        </a:spcBef>
        <a:spcAft>
          <a:spcPct val="0"/>
        </a:spcAft>
        <a:buFont typeface="Arial" charset="0"/>
        <a:buChar char="–"/>
        <a:defRPr sz="2800" kern="1200">
          <a:solidFill>
            <a:schemeClr val="tx1"/>
          </a:solidFill>
          <a:latin typeface="+mn-lt"/>
          <a:ea typeface="MS PGothic" panose="020B0600070205080204" pitchFamily="34" charset="-128"/>
          <a:cs typeface="MS PGothic" charset="0"/>
        </a:defRPr>
      </a:lvl2pPr>
      <a:lvl3pPr marL="1141438" indent="-227617" algn="l" defTabSz="456348" rtl="0" eaLnBrk="1" fontAlgn="base" hangingPunct="1">
        <a:spcBef>
          <a:spcPct val="20000"/>
        </a:spcBef>
        <a:spcAft>
          <a:spcPct val="0"/>
        </a:spcAft>
        <a:buFont typeface="Arial" charset="0"/>
        <a:buChar char="•"/>
        <a:defRPr sz="2400" kern="1200">
          <a:solidFill>
            <a:schemeClr val="tx1"/>
          </a:solidFill>
          <a:latin typeface="+mn-lt"/>
          <a:ea typeface="MS PGothic" panose="020B0600070205080204" pitchFamily="34" charset="-128"/>
          <a:cs typeface="MS PGothic" charset="0"/>
        </a:defRPr>
      </a:lvl3pPr>
      <a:lvl4pPr marL="1598900" indent="-227617" algn="l" defTabSz="456348" rtl="0" eaLnBrk="1" fontAlgn="base" hangingPunct="1">
        <a:spcBef>
          <a:spcPct val="20000"/>
        </a:spcBef>
        <a:spcAft>
          <a:spcPct val="0"/>
        </a:spcAft>
        <a:buFont typeface="Arial" charset="0"/>
        <a:buChar char="–"/>
        <a:defRPr sz="2000" kern="1200">
          <a:solidFill>
            <a:schemeClr val="tx1"/>
          </a:solidFill>
          <a:latin typeface="+mn-lt"/>
          <a:ea typeface="MS PGothic" panose="020B0600070205080204" pitchFamily="34" charset="-128"/>
          <a:cs typeface="MS PGothic" charset="0"/>
        </a:defRPr>
      </a:lvl4pPr>
      <a:lvl5pPr marL="2055252" indent="-227617" algn="l" defTabSz="456348" rtl="0" eaLnBrk="1" fontAlgn="base" hangingPunct="1">
        <a:spcBef>
          <a:spcPct val="20000"/>
        </a:spcBef>
        <a:spcAft>
          <a:spcPct val="0"/>
        </a:spcAft>
        <a:buFont typeface="Arial" charset="0"/>
        <a:buChar char="»"/>
        <a:defRPr sz="2000" kern="1200">
          <a:solidFill>
            <a:schemeClr val="tx1"/>
          </a:solidFill>
          <a:latin typeface="+mn-lt"/>
          <a:ea typeface="MS PGothic" panose="020B0600070205080204" pitchFamily="34" charset="-128"/>
          <a:cs typeface="MS PGothic" charset="0"/>
        </a:defRPr>
      </a:lvl5pPr>
      <a:lvl6pPr marL="2512931" indent="-228446" algn="l" defTabSz="456893" rtl="0" eaLnBrk="1" latinLnBrk="0" hangingPunct="1">
        <a:spcBef>
          <a:spcPct val="20000"/>
        </a:spcBef>
        <a:buFont typeface="Arial"/>
        <a:buChar char="•"/>
        <a:defRPr sz="2000" kern="1200">
          <a:solidFill>
            <a:schemeClr val="tx1"/>
          </a:solidFill>
          <a:latin typeface="+mn-lt"/>
          <a:ea typeface="+mn-ea"/>
          <a:cs typeface="+mn-cs"/>
        </a:defRPr>
      </a:lvl6pPr>
      <a:lvl7pPr marL="2969824" indent="-228446" algn="l" defTabSz="456893" rtl="0" eaLnBrk="1" latinLnBrk="0" hangingPunct="1">
        <a:spcBef>
          <a:spcPct val="20000"/>
        </a:spcBef>
        <a:buFont typeface="Arial"/>
        <a:buChar char="•"/>
        <a:defRPr sz="2000" kern="1200">
          <a:solidFill>
            <a:schemeClr val="tx1"/>
          </a:solidFill>
          <a:latin typeface="+mn-lt"/>
          <a:ea typeface="+mn-ea"/>
          <a:cs typeface="+mn-cs"/>
        </a:defRPr>
      </a:lvl7pPr>
      <a:lvl8pPr marL="3426722" indent="-228446" algn="l" defTabSz="456893" rtl="0" eaLnBrk="1" latinLnBrk="0" hangingPunct="1">
        <a:spcBef>
          <a:spcPct val="20000"/>
        </a:spcBef>
        <a:buFont typeface="Arial"/>
        <a:buChar char="•"/>
        <a:defRPr sz="2000" kern="1200">
          <a:solidFill>
            <a:schemeClr val="tx1"/>
          </a:solidFill>
          <a:latin typeface="+mn-lt"/>
          <a:ea typeface="+mn-ea"/>
          <a:cs typeface="+mn-cs"/>
        </a:defRPr>
      </a:lvl8pPr>
      <a:lvl9pPr marL="3883614" indent="-228446" algn="l" defTabSz="456893"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6893" rtl="0" eaLnBrk="1" latinLnBrk="0" hangingPunct="1">
        <a:defRPr sz="1800" kern="1200">
          <a:solidFill>
            <a:schemeClr val="tx1"/>
          </a:solidFill>
          <a:latin typeface="+mn-lt"/>
          <a:ea typeface="+mn-ea"/>
          <a:cs typeface="+mn-cs"/>
        </a:defRPr>
      </a:lvl1pPr>
      <a:lvl2pPr marL="456893" algn="l" defTabSz="456893" rtl="0" eaLnBrk="1" latinLnBrk="0" hangingPunct="1">
        <a:defRPr sz="1800" kern="1200">
          <a:solidFill>
            <a:schemeClr val="tx1"/>
          </a:solidFill>
          <a:latin typeface="+mn-lt"/>
          <a:ea typeface="+mn-ea"/>
          <a:cs typeface="+mn-cs"/>
        </a:defRPr>
      </a:lvl2pPr>
      <a:lvl3pPr marL="913790" algn="l" defTabSz="456893" rtl="0" eaLnBrk="1" latinLnBrk="0" hangingPunct="1">
        <a:defRPr sz="1800" kern="1200">
          <a:solidFill>
            <a:schemeClr val="tx1"/>
          </a:solidFill>
          <a:latin typeface="+mn-lt"/>
          <a:ea typeface="+mn-ea"/>
          <a:cs typeface="+mn-cs"/>
        </a:defRPr>
      </a:lvl3pPr>
      <a:lvl4pPr marL="1370690" algn="l" defTabSz="456893" rtl="0" eaLnBrk="1" latinLnBrk="0" hangingPunct="1">
        <a:defRPr sz="1800" kern="1200">
          <a:solidFill>
            <a:schemeClr val="tx1"/>
          </a:solidFill>
          <a:latin typeface="+mn-lt"/>
          <a:ea typeface="+mn-ea"/>
          <a:cs typeface="+mn-cs"/>
        </a:defRPr>
      </a:lvl4pPr>
      <a:lvl5pPr marL="1827585" algn="l" defTabSz="456893" rtl="0" eaLnBrk="1" latinLnBrk="0" hangingPunct="1">
        <a:defRPr sz="1800" kern="1200">
          <a:solidFill>
            <a:schemeClr val="tx1"/>
          </a:solidFill>
          <a:latin typeface="+mn-lt"/>
          <a:ea typeface="+mn-ea"/>
          <a:cs typeface="+mn-cs"/>
        </a:defRPr>
      </a:lvl5pPr>
      <a:lvl6pPr marL="2284479" algn="l" defTabSz="456893" rtl="0" eaLnBrk="1" latinLnBrk="0" hangingPunct="1">
        <a:defRPr sz="1800" kern="1200">
          <a:solidFill>
            <a:schemeClr val="tx1"/>
          </a:solidFill>
          <a:latin typeface="+mn-lt"/>
          <a:ea typeface="+mn-ea"/>
          <a:cs typeface="+mn-cs"/>
        </a:defRPr>
      </a:lvl6pPr>
      <a:lvl7pPr marL="2741378" algn="l" defTabSz="456893" rtl="0" eaLnBrk="1" latinLnBrk="0" hangingPunct="1">
        <a:defRPr sz="1800" kern="1200">
          <a:solidFill>
            <a:schemeClr val="tx1"/>
          </a:solidFill>
          <a:latin typeface="+mn-lt"/>
          <a:ea typeface="+mn-ea"/>
          <a:cs typeface="+mn-cs"/>
        </a:defRPr>
      </a:lvl7pPr>
      <a:lvl8pPr marL="3198268" algn="l" defTabSz="456893" rtl="0" eaLnBrk="1" latinLnBrk="0" hangingPunct="1">
        <a:defRPr sz="1800" kern="1200">
          <a:solidFill>
            <a:schemeClr val="tx1"/>
          </a:solidFill>
          <a:latin typeface="+mn-lt"/>
          <a:ea typeface="+mn-ea"/>
          <a:cs typeface="+mn-cs"/>
        </a:defRPr>
      </a:lvl8pPr>
      <a:lvl9pPr marL="3655169" algn="l" defTabSz="45689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9698" name="Picture 6" descr="Template_Conteudo.jpg"/>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3" y="-23439"/>
            <a:ext cx="9160745" cy="6881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Lst>
  <p:txStyles>
    <p:titleStyle>
      <a:lvl1pPr algn="ctr" defTabSz="456325" rtl="0" eaLnBrk="1" fontAlgn="base" hangingPunct="1">
        <a:spcBef>
          <a:spcPct val="0"/>
        </a:spcBef>
        <a:spcAft>
          <a:spcPct val="0"/>
        </a:spcAft>
        <a:defRPr sz="4400" kern="1200">
          <a:solidFill>
            <a:schemeClr val="tx1"/>
          </a:solidFill>
          <a:latin typeface="+mj-lt"/>
          <a:ea typeface="MS PGothic" panose="020B0600070205080204" pitchFamily="34" charset="-128"/>
          <a:cs typeface="MS PGothic" charset="0"/>
        </a:defRPr>
      </a:lvl1pPr>
      <a:lvl2pPr algn="ctr" defTabSz="456325"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2pPr>
      <a:lvl3pPr algn="ctr" defTabSz="456325"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3pPr>
      <a:lvl4pPr algn="ctr" defTabSz="456325"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4pPr>
      <a:lvl5pPr algn="ctr" defTabSz="456325" rtl="0" eaLnBrk="1" fontAlgn="base" hangingPunct="1">
        <a:spcBef>
          <a:spcPct val="0"/>
        </a:spcBef>
        <a:spcAft>
          <a:spcPct val="0"/>
        </a:spcAft>
        <a:defRPr sz="4400">
          <a:solidFill>
            <a:schemeClr val="tx1"/>
          </a:solidFill>
          <a:latin typeface="Calibri" charset="0"/>
          <a:ea typeface="MS PGothic" panose="020B0600070205080204" pitchFamily="34" charset="-128"/>
          <a:cs typeface="MS PGothic" charset="0"/>
        </a:defRPr>
      </a:lvl5pPr>
      <a:lvl6pPr marL="321324" algn="ctr" defTabSz="456325"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6pPr>
      <a:lvl7pPr marL="642651" algn="ctr" defTabSz="456325"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7pPr>
      <a:lvl8pPr marL="963975" algn="ctr" defTabSz="456325"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8pPr>
      <a:lvl9pPr marL="1285302" algn="ctr" defTabSz="456325"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526" indent="-342526" algn="l" defTabSz="456325" rtl="0" eaLnBrk="1" fontAlgn="base" hangingPunct="1">
        <a:spcBef>
          <a:spcPct val="20000"/>
        </a:spcBef>
        <a:spcAft>
          <a:spcPct val="0"/>
        </a:spcAft>
        <a:buFont typeface="Arial" charset="0"/>
        <a:buChar char="•"/>
        <a:defRPr sz="3200" kern="1200">
          <a:solidFill>
            <a:schemeClr val="tx1"/>
          </a:solidFill>
          <a:latin typeface="+mn-lt"/>
          <a:ea typeface="MS PGothic" panose="020B0600070205080204" pitchFamily="34" charset="-128"/>
          <a:cs typeface="MS PGothic" charset="0"/>
        </a:defRPr>
      </a:lvl1pPr>
      <a:lvl2pPr marL="741950" indent="-284509" algn="l" defTabSz="456325" rtl="0" eaLnBrk="1" fontAlgn="base" hangingPunct="1">
        <a:spcBef>
          <a:spcPct val="20000"/>
        </a:spcBef>
        <a:spcAft>
          <a:spcPct val="0"/>
        </a:spcAft>
        <a:buFont typeface="Arial" charset="0"/>
        <a:buChar char="–"/>
        <a:defRPr sz="2800" kern="1200">
          <a:solidFill>
            <a:schemeClr val="tx1"/>
          </a:solidFill>
          <a:latin typeface="+mn-lt"/>
          <a:ea typeface="MS PGothic" panose="020B0600070205080204" pitchFamily="34" charset="-128"/>
          <a:cs typeface="MS PGothic" charset="0"/>
        </a:defRPr>
      </a:lvl2pPr>
      <a:lvl3pPr marL="1141379" indent="-227605" algn="l" defTabSz="456325" rtl="0" eaLnBrk="1" fontAlgn="base" hangingPunct="1">
        <a:spcBef>
          <a:spcPct val="20000"/>
        </a:spcBef>
        <a:spcAft>
          <a:spcPct val="0"/>
        </a:spcAft>
        <a:buFont typeface="Arial" charset="0"/>
        <a:buChar char="•"/>
        <a:defRPr sz="2400" kern="1200">
          <a:solidFill>
            <a:schemeClr val="tx1"/>
          </a:solidFill>
          <a:latin typeface="+mn-lt"/>
          <a:ea typeface="MS PGothic" panose="020B0600070205080204" pitchFamily="34" charset="-128"/>
          <a:cs typeface="MS PGothic" charset="0"/>
        </a:defRPr>
      </a:lvl3pPr>
      <a:lvl4pPr marL="1598818" indent="-227605" algn="l" defTabSz="456325" rtl="0" eaLnBrk="1" fontAlgn="base" hangingPunct="1">
        <a:spcBef>
          <a:spcPct val="20000"/>
        </a:spcBef>
        <a:spcAft>
          <a:spcPct val="0"/>
        </a:spcAft>
        <a:buFont typeface="Arial" charset="0"/>
        <a:buChar char="–"/>
        <a:defRPr sz="2000" kern="1200">
          <a:solidFill>
            <a:schemeClr val="tx1"/>
          </a:solidFill>
          <a:latin typeface="+mn-lt"/>
          <a:ea typeface="MS PGothic" panose="020B0600070205080204" pitchFamily="34" charset="-128"/>
          <a:cs typeface="MS PGothic" charset="0"/>
        </a:defRPr>
      </a:lvl4pPr>
      <a:lvl5pPr marL="2055147" indent="-227605" algn="l" defTabSz="456325" rtl="0" eaLnBrk="1" fontAlgn="base" hangingPunct="1">
        <a:spcBef>
          <a:spcPct val="20000"/>
        </a:spcBef>
        <a:spcAft>
          <a:spcPct val="0"/>
        </a:spcAft>
        <a:buFont typeface="Arial" charset="0"/>
        <a:buChar char="»"/>
        <a:defRPr sz="2000" kern="1200">
          <a:solidFill>
            <a:schemeClr val="tx1"/>
          </a:solidFill>
          <a:latin typeface="+mn-lt"/>
          <a:ea typeface="MS PGothic" panose="020B0600070205080204" pitchFamily="34" charset="-128"/>
          <a:cs typeface="MS PGothic" charset="0"/>
        </a:defRPr>
      </a:lvl5pPr>
      <a:lvl6pPr marL="2513059" indent="-228458" algn="l" defTabSz="456917" rtl="0" eaLnBrk="1" latinLnBrk="0" hangingPunct="1">
        <a:spcBef>
          <a:spcPct val="20000"/>
        </a:spcBef>
        <a:buFont typeface="Arial"/>
        <a:buChar char="•"/>
        <a:defRPr sz="2000" kern="1200">
          <a:solidFill>
            <a:schemeClr val="tx1"/>
          </a:solidFill>
          <a:latin typeface="+mn-lt"/>
          <a:ea typeface="+mn-ea"/>
          <a:cs typeface="+mn-cs"/>
        </a:defRPr>
      </a:lvl6pPr>
      <a:lvl7pPr marL="2969976" indent="-228458" algn="l" defTabSz="456917" rtl="0" eaLnBrk="1" latinLnBrk="0" hangingPunct="1">
        <a:spcBef>
          <a:spcPct val="20000"/>
        </a:spcBef>
        <a:buFont typeface="Arial"/>
        <a:buChar char="•"/>
        <a:defRPr sz="2000" kern="1200">
          <a:solidFill>
            <a:schemeClr val="tx1"/>
          </a:solidFill>
          <a:latin typeface="+mn-lt"/>
          <a:ea typeface="+mn-ea"/>
          <a:cs typeface="+mn-cs"/>
        </a:defRPr>
      </a:lvl7pPr>
      <a:lvl8pPr marL="3426897" indent="-228458" algn="l" defTabSz="456917" rtl="0" eaLnBrk="1" latinLnBrk="0" hangingPunct="1">
        <a:spcBef>
          <a:spcPct val="20000"/>
        </a:spcBef>
        <a:buFont typeface="Arial"/>
        <a:buChar char="•"/>
        <a:defRPr sz="2000" kern="1200">
          <a:solidFill>
            <a:schemeClr val="tx1"/>
          </a:solidFill>
          <a:latin typeface="+mn-lt"/>
          <a:ea typeface="+mn-ea"/>
          <a:cs typeface="+mn-cs"/>
        </a:defRPr>
      </a:lvl8pPr>
      <a:lvl9pPr marL="3883813" indent="-228458" algn="l" defTabSz="456917"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6917" rtl="0" eaLnBrk="1" latinLnBrk="0" hangingPunct="1">
        <a:defRPr sz="1800" kern="1200">
          <a:solidFill>
            <a:schemeClr val="tx1"/>
          </a:solidFill>
          <a:latin typeface="+mn-lt"/>
          <a:ea typeface="+mn-ea"/>
          <a:cs typeface="+mn-cs"/>
        </a:defRPr>
      </a:lvl1pPr>
      <a:lvl2pPr marL="456917" algn="l" defTabSz="456917" rtl="0" eaLnBrk="1" latinLnBrk="0" hangingPunct="1">
        <a:defRPr sz="1800" kern="1200">
          <a:solidFill>
            <a:schemeClr val="tx1"/>
          </a:solidFill>
          <a:latin typeface="+mn-lt"/>
          <a:ea typeface="+mn-ea"/>
          <a:cs typeface="+mn-cs"/>
        </a:defRPr>
      </a:lvl2pPr>
      <a:lvl3pPr marL="913836" algn="l" defTabSz="456917" rtl="0" eaLnBrk="1" latinLnBrk="0" hangingPunct="1">
        <a:defRPr sz="1800" kern="1200">
          <a:solidFill>
            <a:schemeClr val="tx1"/>
          </a:solidFill>
          <a:latin typeface="+mn-lt"/>
          <a:ea typeface="+mn-ea"/>
          <a:cs typeface="+mn-cs"/>
        </a:defRPr>
      </a:lvl3pPr>
      <a:lvl4pPr marL="1370760" algn="l" defTabSz="456917" rtl="0" eaLnBrk="1" latinLnBrk="0" hangingPunct="1">
        <a:defRPr sz="1800" kern="1200">
          <a:solidFill>
            <a:schemeClr val="tx1"/>
          </a:solidFill>
          <a:latin typeface="+mn-lt"/>
          <a:ea typeface="+mn-ea"/>
          <a:cs typeface="+mn-cs"/>
        </a:defRPr>
      </a:lvl4pPr>
      <a:lvl5pPr marL="1827678" algn="l" defTabSz="456917" rtl="0" eaLnBrk="1" latinLnBrk="0" hangingPunct="1">
        <a:defRPr sz="1800" kern="1200">
          <a:solidFill>
            <a:schemeClr val="tx1"/>
          </a:solidFill>
          <a:latin typeface="+mn-lt"/>
          <a:ea typeface="+mn-ea"/>
          <a:cs typeface="+mn-cs"/>
        </a:defRPr>
      </a:lvl5pPr>
      <a:lvl6pPr marL="2284596" algn="l" defTabSz="456917" rtl="0" eaLnBrk="1" latinLnBrk="0" hangingPunct="1">
        <a:defRPr sz="1800" kern="1200">
          <a:solidFill>
            <a:schemeClr val="tx1"/>
          </a:solidFill>
          <a:latin typeface="+mn-lt"/>
          <a:ea typeface="+mn-ea"/>
          <a:cs typeface="+mn-cs"/>
        </a:defRPr>
      </a:lvl6pPr>
      <a:lvl7pPr marL="2741518" algn="l" defTabSz="456917" rtl="0" eaLnBrk="1" latinLnBrk="0" hangingPunct="1">
        <a:defRPr sz="1800" kern="1200">
          <a:solidFill>
            <a:schemeClr val="tx1"/>
          </a:solidFill>
          <a:latin typeface="+mn-lt"/>
          <a:ea typeface="+mn-ea"/>
          <a:cs typeface="+mn-cs"/>
        </a:defRPr>
      </a:lvl7pPr>
      <a:lvl8pPr marL="3198432" algn="l" defTabSz="456917" rtl="0" eaLnBrk="1" latinLnBrk="0" hangingPunct="1">
        <a:defRPr sz="1800" kern="1200">
          <a:solidFill>
            <a:schemeClr val="tx1"/>
          </a:solidFill>
          <a:latin typeface="+mn-lt"/>
          <a:ea typeface="+mn-ea"/>
          <a:cs typeface="+mn-cs"/>
        </a:defRPr>
      </a:lvl8pPr>
      <a:lvl9pPr marL="3655356" algn="l" defTabSz="45691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Template_Conteudo.jpg"/>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 y="-22896"/>
            <a:ext cx="9160194" cy="6880896"/>
          </a:xfrm>
          <a:prstGeom prst="rect">
            <a:avLst/>
          </a:prstGeom>
        </p:spPr>
      </p:pic>
    </p:spTree>
    <p:extLst>
      <p:ext uri="{BB962C8B-B14F-4D97-AF65-F5344CB8AC3E}">
        <p14:creationId xmlns:p14="http://schemas.microsoft.com/office/powerpoint/2010/main" val="2360052134"/>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Lst>
  <p:txStyles>
    <p:titleStyle>
      <a:lvl1pPr algn="ctr" defTabSz="457011" rtl="0" eaLnBrk="1" latinLnBrk="0" hangingPunct="1">
        <a:spcBef>
          <a:spcPct val="0"/>
        </a:spcBef>
        <a:buNone/>
        <a:defRPr sz="4400" kern="1200">
          <a:solidFill>
            <a:schemeClr val="tx1"/>
          </a:solidFill>
          <a:latin typeface="+mj-lt"/>
          <a:ea typeface="+mj-ea"/>
          <a:cs typeface="+mj-cs"/>
        </a:defRPr>
      </a:lvl1pPr>
    </p:titleStyle>
    <p:bodyStyle>
      <a:lvl1pPr marL="342761" indent="-342761" algn="l" defTabSz="457011" rtl="0" eaLnBrk="1" latinLnBrk="0" hangingPunct="1">
        <a:spcBef>
          <a:spcPct val="20000"/>
        </a:spcBef>
        <a:buFont typeface="Arial"/>
        <a:buChar char="•"/>
        <a:defRPr sz="3200" kern="1200">
          <a:solidFill>
            <a:schemeClr val="tx1"/>
          </a:solidFill>
          <a:latin typeface="+mn-lt"/>
          <a:ea typeface="+mn-ea"/>
          <a:cs typeface="+mn-cs"/>
        </a:defRPr>
      </a:lvl1pPr>
      <a:lvl2pPr marL="742646" indent="-285632" algn="l" defTabSz="457011" rtl="0" eaLnBrk="1" latinLnBrk="0" hangingPunct="1">
        <a:spcBef>
          <a:spcPct val="20000"/>
        </a:spcBef>
        <a:buFont typeface="Arial"/>
        <a:buChar char="–"/>
        <a:defRPr sz="2800" kern="1200">
          <a:solidFill>
            <a:schemeClr val="tx1"/>
          </a:solidFill>
          <a:latin typeface="+mn-lt"/>
          <a:ea typeface="+mn-ea"/>
          <a:cs typeface="+mn-cs"/>
        </a:defRPr>
      </a:lvl2pPr>
      <a:lvl3pPr marL="1142530" indent="-228505" algn="l" defTabSz="457011" rtl="0" eaLnBrk="1" latinLnBrk="0" hangingPunct="1">
        <a:spcBef>
          <a:spcPct val="20000"/>
        </a:spcBef>
        <a:buFont typeface="Arial"/>
        <a:buChar char="•"/>
        <a:defRPr sz="2400" kern="1200">
          <a:solidFill>
            <a:schemeClr val="tx1"/>
          </a:solidFill>
          <a:latin typeface="+mn-lt"/>
          <a:ea typeface="+mn-ea"/>
          <a:cs typeface="+mn-cs"/>
        </a:defRPr>
      </a:lvl3pPr>
      <a:lvl4pPr marL="1599544" indent="-228505" algn="l" defTabSz="457011" rtl="0" eaLnBrk="1" latinLnBrk="0" hangingPunct="1">
        <a:spcBef>
          <a:spcPct val="20000"/>
        </a:spcBef>
        <a:buFont typeface="Arial"/>
        <a:buChar char="–"/>
        <a:defRPr sz="2000" kern="1200">
          <a:solidFill>
            <a:schemeClr val="tx1"/>
          </a:solidFill>
          <a:latin typeface="+mn-lt"/>
          <a:ea typeface="+mn-ea"/>
          <a:cs typeface="+mn-cs"/>
        </a:defRPr>
      </a:lvl4pPr>
      <a:lvl5pPr marL="2056560" indent="-228505" algn="l" defTabSz="457011" rtl="0" eaLnBrk="1" latinLnBrk="0" hangingPunct="1">
        <a:spcBef>
          <a:spcPct val="20000"/>
        </a:spcBef>
        <a:buFont typeface="Arial"/>
        <a:buChar char="»"/>
        <a:defRPr sz="2000" kern="1200">
          <a:solidFill>
            <a:schemeClr val="tx1"/>
          </a:solidFill>
          <a:latin typeface="+mn-lt"/>
          <a:ea typeface="+mn-ea"/>
          <a:cs typeface="+mn-cs"/>
        </a:defRPr>
      </a:lvl5pPr>
      <a:lvl6pPr marL="2513573" indent="-228505" algn="l" defTabSz="457011" rtl="0" eaLnBrk="1" latinLnBrk="0" hangingPunct="1">
        <a:spcBef>
          <a:spcPct val="20000"/>
        </a:spcBef>
        <a:buFont typeface="Arial"/>
        <a:buChar char="•"/>
        <a:defRPr sz="2000" kern="1200">
          <a:solidFill>
            <a:schemeClr val="tx1"/>
          </a:solidFill>
          <a:latin typeface="+mn-lt"/>
          <a:ea typeface="+mn-ea"/>
          <a:cs typeface="+mn-cs"/>
        </a:defRPr>
      </a:lvl6pPr>
      <a:lvl7pPr marL="2970584" indent="-228505" algn="l" defTabSz="457011" rtl="0" eaLnBrk="1" latinLnBrk="0" hangingPunct="1">
        <a:spcBef>
          <a:spcPct val="20000"/>
        </a:spcBef>
        <a:buFont typeface="Arial"/>
        <a:buChar char="•"/>
        <a:defRPr sz="2000" kern="1200">
          <a:solidFill>
            <a:schemeClr val="tx1"/>
          </a:solidFill>
          <a:latin typeface="+mn-lt"/>
          <a:ea typeface="+mn-ea"/>
          <a:cs typeface="+mn-cs"/>
        </a:defRPr>
      </a:lvl7pPr>
      <a:lvl8pPr marL="3427598" indent="-228505" algn="l" defTabSz="457011" rtl="0" eaLnBrk="1" latinLnBrk="0" hangingPunct="1">
        <a:spcBef>
          <a:spcPct val="20000"/>
        </a:spcBef>
        <a:buFont typeface="Arial"/>
        <a:buChar char="•"/>
        <a:defRPr sz="2000" kern="1200">
          <a:solidFill>
            <a:schemeClr val="tx1"/>
          </a:solidFill>
          <a:latin typeface="+mn-lt"/>
          <a:ea typeface="+mn-ea"/>
          <a:cs typeface="+mn-cs"/>
        </a:defRPr>
      </a:lvl8pPr>
      <a:lvl9pPr marL="3884609" indent="-228505" algn="l" defTabSz="457011"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011" rtl="0" eaLnBrk="1" latinLnBrk="0" hangingPunct="1">
        <a:defRPr sz="1800" kern="1200">
          <a:solidFill>
            <a:schemeClr val="tx1"/>
          </a:solidFill>
          <a:latin typeface="+mn-lt"/>
          <a:ea typeface="+mn-ea"/>
          <a:cs typeface="+mn-cs"/>
        </a:defRPr>
      </a:lvl1pPr>
      <a:lvl2pPr marL="457011" algn="l" defTabSz="457011" rtl="0" eaLnBrk="1" latinLnBrk="0" hangingPunct="1">
        <a:defRPr sz="1800" kern="1200">
          <a:solidFill>
            <a:schemeClr val="tx1"/>
          </a:solidFill>
          <a:latin typeface="+mn-lt"/>
          <a:ea typeface="+mn-ea"/>
          <a:cs typeface="+mn-cs"/>
        </a:defRPr>
      </a:lvl2pPr>
      <a:lvl3pPr marL="914024" algn="l" defTabSz="457011" rtl="0" eaLnBrk="1" latinLnBrk="0" hangingPunct="1">
        <a:defRPr sz="1800" kern="1200">
          <a:solidFill>
            <a:schemeClr val="tx1"/>
          </a:solidFill>
          <a:latin typeface="+mn-lt"/>
          <a:ea typeface="+mn-ea"/>
          <a:cs typeface="+mn-cs"/>
        </a:defRPr>
      </a:lvl3pPr>
      <a:lvl4pPr marL="1371040" algn="l" defTabSz="457011" rtl="0" eaLnBrk="1" latinLnBrk="0" hangingPunct="1">
        <a:defRPr sz="1800" kern="1200">
          <a:solidFill>
            <a:schemeClr val="tx1"/>
          </a:solidFill>
          <a:latin typeface="+mn-lt"/>
          <a:ea typeface="+mn-ea"/>
          <a:cs typeface="+mn-cs"/>
        </a:defRPr>
      </a:lvl4pPr>
      <a:lvl5pPr marL="1828052" algn="l" defTabSz="457011" rtl="0" eaLnBrk="1" latinLnBrk="0" hangingPunct="1">
        <a:defRPr sz="1800" kern="1200">
          <a:solidFill>
            <a:schemeClr val="tx1"/>
          </a:solidFill>
          <a:latin typeface="+mn-lt"/>
          <a:ea typeface="+mn-ea"/>
          <a:cs typeface="+mn-cs"/>
        </a:defRPr>
      </a:lvl5pPr>
      <a:lvl6pPr marL="2285064" algn="l" defTabSz="457011" rtl="0" eaLnBrk="1" latinLnBrk="0" hangingPunct="1">
        <a:defRPr sz="1800" kern="1200">
          <a:solidFill>
            <a:schemeClr val="tx1"/>
          </a:solidFill>
          <a:latin typeface="+mn-lt"/>
          <a:ea typeface="+mn-ea"/>
          <a:cs typeface="+mn-cs"/>
        </a:defRPr>
      </a:lvl6pPr>
      <a:lvl7pPr marL="2742079" algn="l" defTabSz="457011" rtl="0" eaLnBrk="1" latinLnBrk="0" hangingPunct="1">
        <a:defRPr sz="1800" kern="1200">
          <a:solidFill>
            <a:schemeClr val="tx1"/>
          </a:solidFill>
          <a:latin typeface="+mn-lt"/>
          <a:ea typeface="+mn-ea"/>
          <a:cs typeface="+mn-cs"/>
        </a:defRPr>
      </a:lvl7pPr>
      <a:lvl8pPr marL="3199088" algn="l" defTabSz="457011" rtl="0" eaLnBrk="1" latinLnBrk="0" hangingPunct="1">
        <a:defRPr sz="1800" kern="1200">
          <a:solidFill>
            <a:schemeClr val="tx1"/>
          </a:solidFill>
          <a:latin typeface="+mn-lt"/>
          <a:ea typeface="+mn-ea"/>
          <a:cs typeface="+mn-cs"/>
        </a:defRPr>
      </a:lvl8pPr>
      <a:lvl9pPr marL="3656104" algn="l" defTabSz="457011"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Template_Conteudo.jpg"/>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 y="-22896"/>
            <a:ext cx="9160194" cy="6880896"/>
          </a:xfrm>
          <a:prstGeom prst="rect">
            <a:avLst/>
          </a:prstGeom>
        </p:spPr>
      </p:pic>
    </p:spTree>
    <p:extLst>
      <p:ext uri="{BB962C8B-B14F-4D97-AF65-F5344CB8AC3E}">
        <p14:creationId xmlns:p14="http://schemas.microsoft.com/office/powerpoint/2010/main" val="4186806521"/>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Lst>
  <p:txStyles>
    <p:titleStyle>
      <a:lvl1pPr algn="ctr" defTabSz="457059" rtl="0" eaLnBrk="1" latinLnBrk="0" hangingPunct="1">
        <a:spcBef>
          <a:spcPct val="0"/>
        </a:spcBef>
        <a:buNone/>
        <a:defRPr sz="4400" kern="1200">
          <a:solidFill>
            <a:schemeClr val="tx1"/>
          </a:solidFill>
          <a:latin typeface="+mj-lt"/>
          <a:ea typeface="+mj-ea"/>
          <a:cs typeface="+mj-cs"/>
        </a:defRPr>
      </a:lvl1pPr>
    </p:titleStyle>
    <p:bodyStyle>
      <a:lvl1pPr marL="342796" indent="-342796" algn="l" defTabSz="457059" rtl="0" eaLnBrk="1" latinLnBrk="0" hangingPunct="1">
        <a:spcBef>
          <a:spcPct val="20000"/>
        </a:spcBef>
        <a:buFont typeface="Arial"/>
        <a:buChar char="•"/>
        <a:defRPr sz="3200" kern="1200">
          <a:solidFill>
            <a:schemeClr val="tx1"/>
          </a:solidFill>
          <a:latin typeface="+mn-lt"/>
          <a:ea typeface="+mn-ea"/>
          <a:cs typeface="+mn-cs"/>
        </a:defRPr>
      </a:lvl1pPr>
      <a:lvl2pPr marL="742722" indent="-285662" algn="l" defTabSz="457059" rtl="0" eaLnBrk="1" latinLnBrk="0" hangingPunct="1">
        <a:spcBef>
          <a:spcPct val="20000"/>
        </a:spcBef>
        <a:buFont typeface="Arial"/>
        <a:buChar char="–"/>
        <a:defRPr sz="2800" kern="1200">
          <a:solidFill>
            <a:schemeClr val="tx1"/>
          </a:solidFill>
          <a:latin typeface="+mn-lt"/>
          <a:ea typeface="+mn-ea"/>
          <a:cs typeface="+mn-cs"/>
        </a:defRPr>
      </a:lvl2pPr>
      <a:lvl3pPr marL="1142647" indent="-228529" algn="l" defTabSz="457059" rtl="0" eaLnBrk="1" latinLnBrk="0" hangingPunct="1">
        <a:spcBef>
          <a:spcPct val="20000"/>
        </a:spcBef>
        <a:buFont typeface="Arial"/>
        <a:buChar char="•"/>
        <a:defRPr sz="2400" kern="1200">
          <a:solidFill>
            <a:schemeClr val="tx1"/>
          </a:solidFill>
          <a:latin typeface="+mn-lt"/>
          <a:ea typeface="+mn-ea"/>
          <a:cs typeface="+mn-cs"/>
        </a:defRPr>
      </a:lvl3pPr>
      <a:lvl4pPr marL="1599708" indent="-228529" algn="l" defTabSz="457059" rtl="0" eaLnBrk="1" latinLnBrk="0" hangingPunct="1">
        <a:spcBef>
          <a:spcPct val="20000"/>
        </a:spcBef>
        <a:buFont typeface="Arial"/>
        <a:buChar char="–"/>
        <a:defRPr sz="2000" kern="1200">
          <a:solidFill>
            <a:schemeClr val="tx1"/>
          </a:solidFill>
          <a:latin typeface="+mn-lt"/>
          <a:ea typeface="+mn-ea"/>
          <a:cs typeface="+mn-cs"/>
        </a:defRPr>
      </a:lvl4pPr>
      <a:lvl5pPr marL="2056770" indent="-228529" algn="l" defTabSz="457059" rtl="0" eaLnBrk="1" latinLnBrk="0" hangingPunct="1">
        <a:spcBef>
          <a:spcPct val="20000"/>
        </a:spcBef>
        <a:buFont typeface="Arial"/>
        <a:buChar char="»"/>
        <a:defRPr sz="2000" kern="1200">
          <a:solidFill>
            <a:schemeClr val="tx1"/>
          </a:solidFill>
          <a:latin typeface="+mn-lt"/>
          <a:ea typeface="+mn-ea"/>
          <a:cs typeface="+mn-cs"/>
        </a:defRPr>
      </a:lvl5pPr>
      <a:lvl6pPr marL="2513830" indent="-228529" algn="l" defTabSz="457059" rtl="0" eaLnBrk="1" latinLnBrk="0" hangingPunct="1">
        <a:spcBef>
          <a:spcPct val="20000"/>
        </a:spcBef>
        <a:buFont typeface="Arial"/>
        <a:buChar char="•"/>
        <a:defRPr sz="2000" kern="1200">
          <a:solidFill>
            <a:schemeClr val="tx1"/>
          </a:solidFill>
          <a:latin typeface="+mn-lt"/>
          <a:ea typeface="+mn-ea"/>
          <a:cs typeface="+mn-cs"/>
        </a:defRPr>
      </a:lvl6pPr>
      <a:lvl7pPr marL="2970888" indent="-228529" algn="l" defTabSz="457059" rtl="0" eaLnBrk="1" latinLnBrk="0" hangingPunct="1">
        <a:spcBef>
          <a:spcPct val="20000"/>
        </a:spcBef>
        <a:buFont typeface="Arial"/>
        <a:buChar char="•"/>
        <a:defRPr sz="2000" kern="1200">
          <a:solidFill>
            <a:schemeClr val="tx1"/>
          </a:solidFill>
          <a:latin typeface="+mn-lt"/>
          <a:ea typeface="+mn-ea"/>
          <a:cs typeface="+mn-cs"/>
        </a:defRPr>
      </a:lvl7pPr>
      <a:lvl8pPr marL="3427949" indent="-228529" algn="l" defTabSz="457059" rtl="0" eaLnBrk="1" latinLnBrk="0" hangingPunct="1">
        <a:spcBef>
          <a:spcPct val="20000"/>
        </a:spcBef>
        <a:buFont typeface="Arial"/>
        <a:buChar char="•"/>
        <a:defRPr sz="2000" kern="1200">
          <a:solidFill>
            <a:schemeClr val="tx1"/>
          </a:solidFill>
          <a:latin typeface="+mn-lt"/>
          <a:ea typeface="+mn-ea"/>
          <a:cs typeface="+mn-cs"/>
        </a:defRPr>
      </a:lvl8pPr>
      <a:lvl9pPr marL="3885006" indent="-228529" algn="l" defTabSz="45705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059" rtl="0" eaLnBrk="1" latinLnBrk="0" hangingPunct="1">
        <a:defRPr sz="1800" kern="1200">
          <a:solidFill>
            <a:schemeClr val="tx1"/>
          </a:solidFill>
          <a:latin typeface="+mn-lt"/>
          <a:ea typeface="+mn-ea"/>
          <a:cs typeface="+mn-cs"/>
        </a:defRPr>
      </a:lvl1pPr>
      <a:lvl2pPr marL="457059" algn="l" defTabSz="457059" rtl="0" eaLnBrk="1" latinLnBrk="0" hangingPunct="1">
        <a:defRPr sz="1800" kern="1200">
          <a:solidFill>
            <a:schemeClr val="tx1"/>
          </a:solidFill>
          <a:latin typeface="+mn-lt"/>
          <a:ea typeface="+mn-ea"/>
          <a:cs typeface="+mn-cs"/>
        </a:defRPr>
      </a:lvl2pPr>
      <a:lvl3pPr marL="914118" algn="l" defTabSz="457059" rtl="0" eaLnBrk="1" latinLnBrk="0" hangingPunct="1">
        <a:defRPr sz="1800" kern="1200">
          <a:solidFill>
            <a:schemeClr val="tx1"/>
          </a:solidFill>
          <a:latin typeface="+mn-lt"/>
          <a:ea typeface="+mn-ea"/>
          <a:cs typeface="+mn-cs"/>
        </a:defRPr>
      </a:lvl3pPr>
      <a:lvl4pPr marL="1371180" algn="l" defTabSz="457059" rtl="0" eaLnBrk="1" latinLnBrk="0" hangingPunct="1">
        <a:defRPr sz="1800" kern="1200">
          <a:solidFill>
            <a:schemeClr val="tx1"/>
          </a:solidFill>
          <a:latin typeface="+mn-lt"/>
          <a:ea typeface="+mn-ea"/>
          <a:cs typeface="+mn-cs"/>
        </a:defRPr>
      </a:lvl4pPr>
      <a:lvl5pPr marL="1828239" algn="l" defTabSz="457059" rtl="0" eaLnBrk="1" latinLnBrk="0" hangingPunct="1">
        <a:defRPr sz="1800" kern="1200">
          <a:solidFill>
            <a:schemeClr val="tx1"/>
          </a:solidFill>
          <a:latin typeface="+mn-lt"/>
          <a:ea typeface="+mn-ea"/>
          <a:cs typeface="+mn-cs"/>
        </a:defRPr>
      </a:lvl5pPr>
      <a:lvl6pPr marL="2285298" algn="l" defTabSz="457059" rtl="0" eaLnBrk="1" latinLnBrk="0" hangingPunct="1">
        <a:defRPr sz="1800" kern="1200">
          <a:solidFill>
            <a:schemeClr val="tx1"/>
          </a:solidFill>
          <a:latin typeface="+mn-lt"/>
          <a:ea typeface="+mn-ea"/>
          <a:cs typeface="+mn-cs"/>
        </a:defRPr>
      </a:lvl6pPr>
      <a:lvl7pPr marL="2742360" algn="l" defTabSz="457059" rtl="0" eaLnBrk="1" latinLnBrk="0" hangingPunct="1">
        <a:defRPr sz="1800" kern="1200">
          <a:solidFill>
            <a:schemeClr val="tx1"/>
          </a:solidFill>
          <a:latin typeface="+mn-lt"/>
          <a:ea typeface="+mn-ea"/>
          <a:cs typeface="+mn-cs"/>
        </a:defRPr>
      </a:lvl7pPr>
      <a:lvl8pPr marL="3199416" algn="l" defTabSz="457059" rtl="0" eaLnBrk="1" latinLnBrk="0" hangingPunct="1">
        <a:defRPr sz="1800" kern="1200">
          <a:solidFill>
            <a:schemeClr val="tx1"/>
          </a:solidFill>
          <a:latin typeface="+mn-lt"/>
          <a:ea typeface="+mn-ea"/>
          <a:cs typeface="+mn-cs"/>
        </a:defRPr>
      </a:lvl8pPr>
      <a:lvl9pPr marL="3656478" algn="l" defTabSz="457059"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Template_Conteudo.jpg"/>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 y="-22896"/>
            <a:ext cx="9160194" cy="6880896"/>
          </a:xfrm>
          <a:prstGeom prst="rect">
            <a:avLst/>
          </a:prstGeom>
        </p:spPr>
      </p:pic>
    </p:spTree>
    <p:extLst>
      <p:ext uri="{BB962C8B-B14F-4D97-AF65-F5344CB8AC3E}">
        <p14:creationId xmlns:p14="http://schemas.microsoft.com/office/powerpoint/2010/main" val="4030911171"/>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Lst>
  <p:txStyles>
    <p:titleStyle>
      <a:lvl1pPr algn="ctr" defTabSz="457059" rtl="0" eaLnBrk="1" latinLnBrk="0" hangingPunct="1">
        <a:spcBef>
          <a:spcPct val="0"/>
        </a:spcBef>
        <a:buNone/>
        <a:defRPr sz="4400" kern="1200">
          <a:solidFill>
            <a:schemeClr val="tx1"/>
          </a:solidFill>
          <a:latin typeface="+mj-lt"/>
          <a:ea typeface="+mj-ea"/>
          <a:cs typeface="+mj-cs"/>
        </a:defRPr>
      </a:lvl1pPr>
    </p:titleStyle>
    <p:bodyStyle>
      <a:lvl1pPr marL="342796" indent="-342796" algn="l" defTabSz="457059" rtl="0" eaLnBrk="1" latinLnBrk="0" hangingPunct="1">
        <a:spcBef>
          <a:spcPct val="20000"/>
        </a:spcBef>
        <a:buFont typeface="Arial"/>
        <a:buChar char="•"/>
        <a:defRPr sz="3200" kern="1200">
          <a:solidFill>
            <a:schemeClr val="tx1"/>
          </a:solidFill>
          <a:latin typeface="+mn-lt"/>
          <a:ea typeface="+mn-ea"/>
          <a:cs typeface="+mn-cs"/>
        </a:defRPr>
      </a:lvl1pPr>
      <a:lvl2pPr marL="742722" indent="-285662" algn="l" defTabSz="457059" rtl="0" eaLnBrk="1" latinLnBrk="0" hangingPunct="1">
        <a:spcBef>
          <a:spcPct val="20000"/>
        </a:spcBef>
        <a:buFont typeface="Arial"/>
        <a:buChar char="–"/>
        <a:defRPr sz="2800" kern="1200">
          <a:solidFill>
            <a:schemeClr val="tx1"/>
          </a:solidFill>
          <a:latin typeface="+mn-lt"/>
          <a:ea typeface="+mn-ea"/>
          <a:cs typeface="+mn-cs"/>
        </a:defRPr>
      </a:lvl2pPr>
      <a:lvl3pPr marL="1142647" indent="-228529" algn="l" defTabSz="457059" rtl="0" eaLnBrk="1" latinLnBrk="0" hangingPunct="1">
        <a:spcBef>
          <a:spcPct val="20000"/>
        </a:spcBef>
        <a:buFont typeface="Arial"/>
        <a:buChar char="•"/>
        <a:defRPr sz="2400" kern="1200">
          <a:solidFill>
            <a:schemeClr val="tx1"/>
          </a:solidFill>
          <a:latin typeface="+mn-lt"/>
          <a:ea typeface="+mn-ea"/>
          <a:cs typeface="+mn-cs"/>
        </a:defRPr>
      </a:lvl3pPr>
      <a:lvl4pPr marL="1599708" indent="-228529" algn="l" defTabSz="457059" rtl="0" eaLnBrk="1" latinLnBrk="0" hangingPunct="1">
        <a:spcBef>
          <a:spcPct val="20000"/>
        </a:spcBef>
        <a:buFont typeface="Arial"/>
        <a:buChar char="–"/>
        <a:defRPr sz="2000" kern="1200">
          <a:solidFill>
            <a:schemeClr val="tx1"/>
          </a:solidFill>
          <a:latin typeface="+mn-lt"/>
          <a:ea typeface="+mn-ea"/>
          <a:cs typeface="+mn-cs"/>
        </a:defRPr>
      </a:lvl4pPr>
      <a:lvl5pPr marL="2056770" indent="-228529" algn="l" defTabSz="457059" rtl="0" eaLnBrk="1" latinLnBrk="0" hangingPunct="1">
        <a:spcBef>
          <a:spcPct val="20000"/>
        </a:spcBef>
        <a:buFont typeface="Arial"/>
        <a:buChar char="»"/>
        <a:defRPr sz="2000" kern="1200">
          <a:solidFill>
            <a:schemeClr val="tx1"/>
          </a:solidFill>
          <a:latin typeface="+mn-lt"/>
          <a:ea typeface="+mn-ea"/>
          <a:cs typeface="+mn-cs"/>
        </a:defRPr>
      </a:lvl5pPr>
      <a:lvl6pPr marL="2513830" indent="-228529" algn="l" defTabSz="457059" rtl="0" eaLnBrk="1" latinLnBrk="0" hangingPunct="1">
        <a:spcBef>
          <a:spcPct val="20000"/>
        </a:spcBef>
        <a:buFont typeface="Arial"/>
        <a:buChar char="•"/>
        <a:defRPr sz="2000" kern="1200">
          <a:solidFill>
            <a:schemeClr val="tx1"/>
          </a:solidFill>
          <a:latin typeface="+mn-lt"/>
          <a:ea typeface="+mn-ea"/>
          <a:cs typeface="+mn-cs"/>
        </a:defRPr>
      </a:lvl6pPr>
      <a:lvl7pPr marL="2970888" indent="-228529" algn="l" defTabSz="457059" rtl="0" eaLnBrk="1" latinLnBrk="0" hangingPunct="1">
        <a:spcBef>
          <a:spcPct val="20000"/>
        </a:spcBef>
        <a:buFont typeface="Arial"/>
        <a:buChar char="•"/>
        <a:defRPr sz="2000" kern="1200">
          <a:solidFill>
            <a:schemeClr val="tx1"/>
          </a:solidFill>
          <a:latin typeface="+mn-lt"/>
          <a:ea typeface="+mn-ea"/>
          <a:cs typeface="+mn-cs"/>
        </a:defRPr>
      </a:lvl7pPr>
      <a:lvl8pPr marL="3427949" indent="-228529" algn="l" defTabSz="457059" rtl="0" eaLnBrk="1" latinLnBrk="0" hangingPunct="1">
        <a:spcBef>
          <a:spcPct val="20000"/>
        </a:spcBef>
        <a:buFont typeface="Arial"/>
        <a:buChar char="•"/>
        <a:defRPr sz="2000" kern="1200">
          <a:solidFill>
            <a:schemeClr val="tx1"/>
          </a:solidFill>
          <a:latin typeface="+mn-lt"/>
          <a:ea typeface="+mn-ea"/>
          <a:cs typeface="+mn-cs"/>
        </a:defRPr>
      </a:lvl8pPr>
      <a:lvl9pPr marL="3885006" indent="-228529" algn="l" defTabSz="45705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059" rtl="0" eaLnBrk="1" latinLnBrk="0" hangingPunct="1">
        <a:defRPr sz="1800" kern="1200">
          <a:solidFill>
            <a:schemeClr val="tx1"/>
          </a:solidFill>
          <a:latin typeface="+mn-lt"/>
          <a:ea typeface="+mn-ea"/>
          <a:cs typeface="+mn-cs"/>
        </a:defRPr>
      </a:lvl1pPr>
      <a:lvl2pPr marL="457059" algn="l" defTabSz="457059" rtl="0" eaLnBrk="1" latinLnBrk="0" hangingPunct="1">
        <a:defRPr sz="1800" kern="1200">
          <a:solidFill>
            <a:schemeClr val="tx1"/>
          </a:solidFill>
          <a:latin typeface="+mn-lt"/>
          <a:ea typeface="+mn-ea"/>
          <a:cs typeface="+mn-cs"/>
        </a:defRPr>
      </a:lvl2pPr>
      <a:lvl3pPr marL="914118" algn="l" defTabSz="457059" rtl="0" eaLnBrk="1" latinLnBrk="0" hangingPunct="1">
        <a:defRPr sz="1800" kern="1200">
          <a:solidFill>
            <a:schemeClr val="tx1"/>
          </a:solidFill>
          <a:latin typeface="+mn-lt"/>
          <a:ea typeface="+mn-ea"/>
          <a:cs typeface="+mn-cs"/>
        </a:defRPr>
      </a:lvl3pPr>
      <a:lvl4pPr marL="1371180" algn="l" defTabSz="457059" rtl="0" eaLnBrk="1" latinLnBrk="0" hangingPunct="1">
        <a:defRPr sz="1800" kern="1200">
          <a:solidFill>
            <a:schemeClr val="tx1"/>
          </a:solidFill>
          <a:latin typeface="+mn-lt"/>
          <a:ea typeface="+mn-ea"/>
          <a:cs typeface="+mn-cs"/>
        </a:defRPr>
      </a:lvl4pPr>
      <a:lvl5pPr marL="1828239" algn="l" defTabSz="457059" rtl="0" eaLnBrk="1" latinLnBrk="0" hangingPunct="1">
        <a:defRPr sz="1800" kern="1200">
          <a:solidFill>
            <a:schemeClr val="tx1"/>
          </a:solidFill>
          <a:latin typeface="+mn-lt"/>
          <a:ea typeface="+mn-ea"/>
          <a:cs typeface="+mn-cs"/>
        </a:defRPr>
      </a:lvl5pPr>
      <a:lvl6pPr marL="2285298" algn="l" defTabSz="457059" rtl="0" eaLnBrk="1" latinLnBrk="0" hangingPunct="1">
        <a:defRPr sz="1800" kern="1200">
          <a:solidFill>
            <a:schemeClr val="tx1"/>
          </a:solidFill>
          <a:latin typeface="+mn-lt"/>
          <a:ea typeface="+mn-ea"/>
          <a:cs typeface="+mn-cs"/>
        </a:defRPr>
      </a:lvl6pPr>
      <a:lvl7pPr marL="2742360" algn="l" defTabSz="457059" rtl="0" eaLnBrk="1" latinLnBrk="0" hangingPunct="1">
        <a:defRPr sz="1800" kern="1200">
          <a:solidFill>
            <a:schemeClr val="tx1"/>
          </a:solidFill>
          <a:latin typeface="+mn-lt"/>
          <a:ea typeface="+mn-ea"/>
          <a:cs typeface="+mn-cs"/>
        </a:defRPr>
      </a:lvl7pPr>
      <a:lvl8pPr marL="3199416" algn="l" defTabSz="457059" rtl="0" eaLnBrk="1" latinLnBrk="0" hangingPunct="1">
        <a:defRPr sz="1800" kern="1200">
          <a:solidFill>
            <a:schemeClr val="tx1"/>
          </a:solidFill>
          <a:latin typeface="+mn-lt"/>
          <a:ea typeface="+mn-ea"/>
          <a:cs typeface="+mn-cs"/>
        </a:defRPr>
      </a:lvl8pPr>
      <a:lvl9pPr marL="3656478" algn="l" defTabSz="45705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vmlDrawing" Target="../drawings/vmlDrawing1.vml"/><Relationship Id="rId5" Type="http://schemas.openxmlformats.org/officeDocument/2006/relationships/image" Target="../media/image7.emf"/><Relationship Id="rId4" Type="http://schemas.openxmlformats.org/officeDocument/2006/relationships/package" Target="../embeddings/Microsoft_Excel_Worksheet1.xls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tângulo 9"/>
          <p:cNvSpPr/>
          <p:nvPr/>
        </p:nvSpPr>
        <p:spPr>
          <a:xfrm>
            <a:off x="3203848" y="2060848"/>
            <a:ext cx="5256584" cy="1077218"/>
          </a:xfrm>
          <a:prstGeom prst="rect">
            <a:avLst/>
          </a:prstGeom>
        </p:spPr>
        <p:txBody>
          <a:bodyPr wrap="square">
            <a:spAutoFit/>
          </a:bodyPr>
          <a:lstStyle/>
          <a:p>
            <a:pPr algn="ctr"/>
            <a:r>
              <a:rPr lang="pt-BR" sz="3200" b="1" dirty="0">
                <a:solidFill>
                  <a:schemeClr val="tx2"/>
                </a:solidFill>
              </a:rPr>
              <a:t> </a:t>
            </a:r>
            <a:r>
              <a:rPr lang="pt-BR" sz="3200" b="1" dirty="0" smtClean="0">
                <a:solidFill>
                  <a:schemeClr val="tx2"/>
                </a:solidFill>
              </a:rPr>
              <a:t>NOVO PROCESSO DE </a:t>
            </a:r>
            <a:endParaRPr lang="pt-BR" sz="3200" b="1" dirty="0" smtClean="0">
              <a:solidFill>
                <a:schemeClr val="tx2"/>
              </a:solidFill>
            </a:endParaRPr>
          </a:p>
          <a:p>
            <a:pPr algn="ctr"/>
            <a:r>
              <a:rPr lang="pt-BR" sz="3200" b="1" dirty="0" smtClean="0">
                <a:solidFill>
                  <a:schemeClr val="tx2"/>
                </a:solidFill>
              </a:rPr>
              <a:t>GESTÃO DE PROBLEMAS</a:t>
            </a:r>
            <a:endParaRPr lang="pt-BR" sz="3200" b="1" dirty="0">
              <a:solidFill>
                <a:schemeClr val="tx2"/>
              </a:solidFill>
            </a:endParaRPr>
          </a:p>
        </p:txBody>
      </p:sp>
    </p:spTree>
    <p:extLst>
      <p:ext uri="{BB962C8B-B14F-4D97-AF65-F5344CB8AC3E}">
        <p14:creationId xmlns:p14="http://schemas.microsoft.com/office/powerpoint/2010/main" val="5343275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8" name="Retângulo 7"/>
          <p:cNvSpPr/>
          <p:nvPr/>
        </p:nvSpPr>
        <p:spPr>
          <a:xfrm>
            <a:off x="971600" y="620688"/>
            <a:ext cx="4104456" cy="338554"/>
          </a:xfrm>
          <a:prstGeom prst="rect">
            <a:avLst/>
          </a:prstGeom>
        </p:spPr>
        <p:txBody>
          <a:bodyPr wrap="square">
            <a:spAutoFit/>
          </a:bodyPr>
          <a:lstStyle/>
          <a:p>
            <a:r>
              <a:rPr lang="pt-BR" sz="1600" b="1" dirty="0" smtClean="0">
                <a:solidFill>
                  <a:schemeClr val="tx2"/>
                </a:solidFill>
              </a:rPr>
              <a:t>ETAPAS </a:t>
            </a:r>
            <a:r>
              <a:rPr lang="pt-BR" sz="1600" b="1" dirty="0" smtClean="0">
                <a:solidFill>
                  <a:schemeClr val="tx2"/>
                </a:solidFill>
              </a:rPr>
              <a:t>DO PROCESSO</a:t>
            </a:r>
            <a:endParaRPr lang="pt-BR" sz="1600" b="1" dirty="0">
              <a:solidFill>
                <a:schemeClr val="tx2"/>
              </a:solidFill>
            </a:endParaRPr>
          </a:p>
        </p:txBody>
      </p:sp>
      <p:pic>
        <p:nvPicPr>
          <p:cNvPr id="5" name="Picture 2" descr="http://www.valorizasuavida.com.br/attachments/Image/agenda.jpg"/>
          <p:cNvPicPr>
            <a:picLocks noChangeAspect="1" noChangeArrowheads="1"/>
          </p:cNvPicPr>
          <p:nvPr/>
        </p:nvPicPr>
        <p:blipFill>
          <a:blip r:embed="rId3" cstate="print">
            <a:duotone>
              <a:schemeClr val="accent1">
                <a:shade val="45000"/>
                <a:satMod val="135000"/>
              </a:schemeClr>
              <a:prstClr val="white"/>
            </a:duotone>
          </a:blip>
          <a:stretch>
            <a:fillRect/>
          </a:stretch>
        </p:blipFill>
        <p:spPr bwMode="auto">
          <a:xfrm>
            <a:off x="107504" y="1760594"/>
            <a:ext cx="3097667" cy="4332702"/>
          </a:xfrm>
          <a:prstGeom prst="rect">
            <a:avLst/>
          </a:prstGeom>
          <a:noFill/>
          <a:ln>
            <a:noFill/>
          </a:ln>
        </p:spPr>
      </p:pic>
      <p:sp>
        <p:nvSpPr>
          <p:cNvPr id="7" name="Retângulo 6"/>
          <p:cNvSpPr>
            <a:spLocks noChangeArrowheads="1"/>
          </p:cNvSpPr>
          <p:nvPr/>
        </p:nvSpPr>
        <p:spPr bwMode="auto">
          <a:xfrm>
            <a:off x="2843808" y="1793505"/>
            <a:ext cx="6048672" cy="2615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8373" tIns="39187" rIns="78373" bIns="39187">
            <a:spAutoFit/>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77616" lvl="1" indent="-285750" algn="just">
              <a:lnSpc>
                <a:spcPct val="150000"/>
              </a:lnSpc>
              <a:spcBef>
                <a:spcPts val="514"/>
              </a:spcBef>
              <a:buFont typeface="Wingdings" pitchFamily="2" charset="2"/>
              <a:buChar char="q"/>
            </a:pPr>
            <a:r>
              <a:rPr lang="pt-BR" sz="1600" dirty="0" smtClean="0">
                <a:latin typeface="Century Gothic" pitchFamily="34" charset="0"/>
              </a:rPr>
              <a:t>Receber a notificação do problema</a:t>
            </a:r>
          </a:p>
          <a:p>
            <a:pPr marL="677616" lvl="1" indent="-285750" algn="just">
              <a:lnSpc>
                <a:spcPct val="150000"/>
              </a:lnSpc>
              <a:spcBef>
                <a:spcPts val="514"/>
              </a:spcBef>
              <a:buFont typeface="Wingdings" pitchFamily="2" charset="2"/>
              <a:buChar char="q"/>
            </a:pPr>
            <a:r>
              <a:rPr lang="pt-BR" sz="1600" dirty="0" smtClean="0">
                <a:latin typeface="Century Gothic" pitchFamily="34" charset="0"/>
              </a:rPr>
              <a:t>Analisar o histórico de chamados</a:t>
            </a:r>
          </a:p>
          <a:p>
            <a:pPr marL="677616" lvl="1" indent="-285750" algn="just">
              <a:lnSpc>
                <a:spcPct val="150000"/>
              </a:lnSpc>
              <a:spcBef>
                <a:spcPts val="514"/>
              </a:spcBef>
              <a:buFont typeface="Wingdings" pitchFamily="2" charset="2"/>
              <a:buChar char="q"/>
            </a:pPr>
            <a:r>
              <a:rPr lang="pt-BR" sz="1600" dirty="0" smtClean="0">
                <a:latin typeface="Century Gothic" pitchFamily="34" charset="0"/>
              </a:rPr>
              <a:t>Acionar as áreas especialistas</a:t>
            </a:r>
          </a:p>
          <a:p>
            <a:pPr marL="677616" lvl="1" indent="-285750" algn="just">
              <a:lnSpc>
                <a:spcPct val="150000"/>
              </a:lnSpc>
              <a:spcBef>
                <a:spcPts val="514"/>
              </a:spcBef>
              <a:buFont typeface="Wingdings" pitchFamily="2" charset="2"/>
              <a:buChar char="q"/>
            </a:pPr>
            <a:r>
              <a:rPr lang="pt-BR" sz="1600" dirty="0" smtClean="0">
                <a:latin typeface="Century Gothic" pitchFamily="34" charset="0"/>
              </a:rPr>
              <a:t>Acompanhamento da solução definitiva</a:t>
            </a:r>
          </a:p>
          <a:p>
            <a:pPr marL="677616" lvl="1" indent="-285750" algn="just">
              <a:lnSpc>
                <a:spcPct val="150000"/>
              </a:lnSpc>
              <a:spcBef>
                <a:spcPts val="514"/>
              </a:spcBef>
              <a:buFont typeface="Wingdings" pitchFamily="2" charset="2"/>
              <a:buChar char="q"/>
            </a:pPr>
            <a:r>
              <a:rPr lang="pt-BR" sz="1600" dirty="0" smtClean="0">
                <a:latin typeface="Century Gothic" pitchFamily="34" charset="0"/>
              </a:rPr>
              <a:t>Divulgar os resultados obtidos</a:t>
            </a:r>
          </a:p>
          <a:p>
            <a:pPr marL="677616" lvl="1" indent="-285750" algn="just">
              <a:lnSpc>
                <a:spcPct val="150000"/>
              </a:lnSpc>
              <a:spcBef>
                <a:spcPts val="514"/>
              </a:spcBef>
              <a:buFont typeface="Wingdings" pitchFamily="2" charset="2"/>
              <a:buChar char="q"/>
            </a:pPr>
            <a:endParaRPr lang="pt-BR" sz="1600" dirty="0">
              <a:latin typeface="Century Gothic" pitchFamily="34" charset="0"/>
            </a:endParaRPr>
          </a:p>
        </p:txBody>
      </p:sp>
    </p:spTree>
    <p:extLst>
      <p:ext uri="{BB962C8B-B14F-4D97-AF65-F5344CB8AC3E}">
        <p14:creationId xmlns:p14="http://schemas.microsoft.com/office/powerpoint/2010/main" val="16691416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8" name="Retângulo 7"/>
          <p:cNvSpPr/>
          <p:nvPr/>
        </p:nvSpPr>
        <p:spPr>
          <a:xfrm>
            <a:off x="971600" y="620688"/>
            <a:ext cx="3816424" cy="338554"/>
          </a:xfrm>
          <a:prstGeom prst="rect">
            <a:avLst/>
          </a:prstGeom>
        </p:spPr>
        <p:txBody>
          <a:bodyPr wrap="square">
            <a:spAutoFit/>
          </a:bodyPr>
          <a:lstStyle/>
          <a:p>
            <a:r>
              <a:rPr lang="pt-BR" sz="1600" b="1" dirty="0" smtClean="0">
                <a:solidFill>
                  <a:schemeClr val="tx2"/>
                </a:solidFill>
              </a:rPr>
              <a:t>NOVAS ETAPAS DO PROCESSO</a:t>
            </a:r>
            <a:endParaRPr lang="pt-BR" sz="1600" b="1" dirty="0">
              <a:solidFill>
                <a:schemeClr val="tx2"/>
              </a:solidFill>
            </a:endParaRPr>
          </a:p>
        </p:txBody>
      </p:sp>
      <p:sp>
        <p:nvSpPr>
          <p:cNvPr id="9" name="Retângulo 8"/>
          <p:cNvSpPr>
            <a:spLocks noChangeArrowheads="1"/>
          </p:cNvSpPr>
          <p:nvPr/>
        </p:nvSpPr>
        <p:spPr bwMode="auto">
          <a:xfrm>
            <a:off x="18108" y="1339607"/>
            <a:ext cx="8586340" cy="4665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8373" tIns="39187" rIns="78373" bIns="39187">
            <a:spAutoFit/>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91866" lvl="1" algn="just">
              <a:lnSpc>
                <a:spcPct val="150000"/>
              </a:lnSpc>
              <a:spcBef>
                <a:spcPts val="514"/>
              </a:spcBef>
            </a:pPr>
            <a:r>
              <a:rPr lang="pt-BR" sz="1400" b="1" u="sng" dirty="0" smtClean="0">
                <a:solidFill>
                  <a:schemeClr val="tx2"/>
                </a:solidFill>
                <a:latin typeface="Century Gothic" pitchFamily="34" charset="0"/>
                <a:ea typeface="Cambria Math" pitchFamily="18" charset="0"/>
              </a:rPr>
              <a:t>Abertura da Demanda</a:t>
            </a:r>
            <a:r>
              <a:rPr lang="pt-BR" sz="1400" b="1" dirty="0" smtClean="0">
                <a:solidFill>
                  <a:schemeClr val="tx2"/>
                </a:solidFill>
                <a:latin typeface="Century Gothic" pitchFamily="34" charset="0"/>
                <a:ea typeface="Cambria Math" pitchFamily="18" charset="0"/>
              </a:rPr>
              <a:t> </a:t>
            </a:r>
            <a:r>
              <a:rPr lang="pt-BR" sz="1400" dirty="0" smtClean="0">
                <a:solidFill>
                  <a:schemeClr val="tx2"/>
                </a:solidFill>
                <a:latin typeface="Century Gothic" pitchFamily="34" charset="0"/>
                <a:ea typeface="Cambria Math" pitchFamily="18" charset="0"/>
              </a:rPr>
              <a:t>– </a:t>
            </a:r>
            <a:r>
              <a:rPr lang="pt-BR" sz="1400" dirty="0" smtClean="0">
                <a:latin typeface="Century Gothic" pitchFamily="34" charset="0"/>
                <a:ea typeface="Cambria Math" pitchFamily="18" charset="0"/>
              </a:rPr>
              <a:t>Ao detectar o problema, será realizado o contato, via telefone ou e-mail, solicitando a abertura de uma demanda de análise para o problema;</a:t>
            </a:r>
            <a:endParaRPr lang="pt-BR" sz="1400" dirty="0" smtClean="0">
              <a:solidFill>
                <a:schemeClr val="tx2"/>
              </a:solidFill>
              <a:latin typeface="Century Gothic" pitchFamily="34" charset="0"/>
              <a:ea typeface="Cambria Math" pitchFamily="18" charset="0"/>
            </a:endParaRPr>
          </a:p>
          <a:p>
            <a:pPr marL="391866" lvl="1" algn="just">
              <a:lnSpc>
                <a:spcPct val="150000"/>
              </a:lnSpc>
              <a:spcBef>
                <a:spcPts val="514"/>
              </a:spcBef>
            </a:pPr>
            <a:endParaRPr lang="pt-BR" sz="1400" b="1" u="sng" dirty="0" smtClean="0">
              <a:solidFill>
                <a:schemeClr val="tx2"/>
              </a:solidFill>
              <a:latin typeface="Century Gothic" pitchFamily="34" charset="0"/>
              <a:ea typeface="Cambria Math" pitchFamily="18" charset="0"/>
            </a:endParaRPr>
          </a:p>
          <a:p>
            <a:pPr marL="391866" lvl="1" algn="just">
              <a:lnSpc>
                <a:spcPct val="150000"/>
              </a:lnSpc>
              <a:spcBef>
                <a:spcPts val="514"/>
              </a:spcBef>
            </a:pPr>
            <a:r>
              <a:rPr lang="pt-BR" sz="1400" b="1" u="sng" dirty="0" smtClean="0">
                <a:solidFill>
                  <a:schemeClr val="tx2"/>
                </a:solidFill>
                <a:latin typeface="Century Gothic" pitchFamily="34" charset="0"/>
                <a:ea typeface="Cambria Math" pitchFamily="18" charset="0"/>
              </a:rPr>
              <a:t>Composição do grupo </a:t>
            </a:r>
            <a:r>
              <a:rPr lang="pt-BR" sz="1400" b="1" u="sng" dirty="0" err="1" smtClean="0">
                <a:solidFill>
                  <a:schemeClr val="tx2"/>
                </a:solidFill>
                <a:latin typeface="Century Gothic" pitchFamily="34" charset="0"/>
                <a:ea typeface="Cambria Math" pitchFamily="18" charset="0"/>
              </a:rPr>
              <a:t>resolvedor</a:t>
            </a:r>
            <a:r>
              <a:rPr lang="pt-BR" sz="1400" b="1" dirty="0" smtClean="0">
                <a:solidFill>
                  <a:schemeClr val="tx2"/>
                </a:solidFill>
                <a:latin typeface="Century Gothic" pitchFamily="34" charset="0"/>
                <a:ea typeface="Cambria Math" pitchFamily="18" charset="0"/>
              </a:rPr>
              <a:t> </a:t>
            </a:r>
            <a:r>
              <a:rPr lang="pt-BR" sz="1400" dirty="0" smtClean="0">
                <a:solidFill>
                  <a:schemeClr val="tx2"/>
                </a:solidFill>
                <a:latin typeface="Century Gothic" pitchFamily="34" charset="0"/>
                <a:ea typeface="Cambria Math" pitchFamily="18" charset="0"/>
              </a:rPr>
              <a:t>– </a:t>
            </a:r>
            <a:r>
              <a:rPr lang="pt-BR" sz="1400" dirty="0" smtClean="0">
                <a:latin typeface="Century Gothic" pitchFamily="34" charset="0"/>
                <a:ea typeface="Cambria Math" pitchFamily="18" charset="0"/>
              </a:rPr>
              <a:t>Os especialistas capacitados para a detecção da solução definitiva serão envolvidos no processo. Estes recursos serão alocados e gerenciados pela equipe de Gestão de Problemas durante todo o processo;</a:t>
            </a:r>
            <a:endParaRPr lang="pt-BR" sz="1400" dirty="0" smtClean="0">
              <a:solidFill>
                <a:schemeClr val="tx2"/>
              </a:solidFill>
              <a:latin typeface="Century Gothic" pitchFamily="34" charset="0"/>
              <a:ea typeface="Cambria Math" pitchFamily="18" charset="0"/>
            </a:endParaRPr>
          </a:p>
          <a:p>
            <a:pPr marL="391866" lvl="1" algn="just">
              <a:lnSpc>
                <a:spcPct val="150000"/>
              </a:lnSpc>
              <a:spcBef>
                <a:spcPts val="514"/>
              </a:spcBef>
            </a:pPr>
            <a:endParaRPr lang="pt-BR" sz="1400" b="1" u="sng" dirty="0" smtClean="0">
              <a:solidFill>
                <a:schemeClr val="tx2"/>
              </a:solidFill>
              <a:latin typeface="Century Gothic" pitchFamily="34" charset="0"/>
              <a:ea typeface="Cambria Math" pitchFamily="18" charset="0"/>
            </a:endParaRPr>
          </a:p>
          <a:p>
            <a:pPr marL="391866" lvl="1" algn="just">
              <a:lnSpc>
                <a:spcPct val="150000"/>
              </a:lnSpc>
              <a:spcBef>
                <a:spcPts val="514"/>
              </a:spcBef>
            </a:pPr>
            <a:r>
              <a:rPr lang="pt-BR" sz="1400" b="1" u="sng" dirty="0" smtClean="0">
                <a:solidFill>
                  <a:schemeClr val="tx2"/>
                </a:solidFill>
                <a:latin typeface="Century Gothic" pitchFamily="34" charset="0"/>
                <a:ea typeface="Cambria Math" pitchFamily="18" charset="0"/>
              </a:rPr>
              <a:t>Retroalimentação</a:t>
            </a:r>
            <a:r>
              <a:rPr lang="pt-BR" sz="1400" b="1" dirty="0" smtClean="0">
                <a:solidFill>
                  <a:schemeClr val="tx2"/>
                </a:solidFill>
                <a:latin typeface="Century Gothic" pitchFamily="34" charset="0"/>
                <a:ea typeface="Cambria Math" pitchFamily="18" charset="0"/>
              </a:rPr>
              <a:t> </a:t>
            </a:r>
            <a:r>
              <a:rPr lang="pt-BR" sz="1400" dirty="0" smtClean="0">
                <a:solidFill>
                  <a:schemeClr val="tx2"/>
                </a:solidFill>
                <a:latin typeface="Century Gothic" pitchFamily="34" charset="0"/>
                <a:ea typeface="Cambria Math" pitchFamily="18" charset="0"/>
              </a:rPr>
              <a:t>–</a:t>
            </a:r>
            <a:r>
              <a:rPr lang="pt-BR" sz="1400" dirty="0">
                <a:latin typeface="Century Gothic" pitchFamily="34" charset="0"/>
                <a:ea typeface="Cambria Math" pitchFamily="18" charset="0"/>
              </a:rPr>
              <a:t> </a:t>
            </a:r>
            <a:r>
              <a:rPr lang="pt-BR" sz="1400" dirty="0" smtClean="0">
                <a:latin typeface="Century Gothic" pitchFamily="34" charset="0"/>
                <a:ea typeface="Cambria Math" pitchFamily="18" charset="0"/>
              </a:rPr>
              <a:t>As medidas identificadas durante a tratativa serão compartilhadas com as equipes de atendimento (</a:t>
            </a:r>
            <a:r>
              <a:rPr lang="pt-BR" sz="1400" dirty="0">
                <a:latin typeface="Century Gothic" pitchFamily="34" charset="0"/>
                <a:ea typeface="Cambria Math" pitchFamily="18" charset="0"/>
              </a:rPr>
              <a:t>S</a:t>
            </a:r>
            <a:r>
              <a:rPr lang="pt-BR" sz="1400" dirty="0" smtClean="0">
                <a:latin typeface="Century Gothic" pitchFamily="34" charset="0"/>
                <a:ea typeface="Cambria Math" pitchFamily="18" charset="0"/>
              </a:rPr>
              <a:t>ervice centralizado, Sala de Guerra, etc.). Este conteúdo será utilizado para agilizar a resolução de novos incidentes enquanto a solução definitiva não é implementada</a:t>
            </a:r>
            <a:endParaRPr lang="pt-BR" sz="1400" b="1" u="sng" dirty="0" smtClean="0">
              <a:solidFill>
                <a:schemeClr val="tx2"/>
              </a:solidFill>
              <a:latin typeface="Century Gothic" pitchFamily="34" charset="0"/>
              <a:ea typeface="Cambria Math" pitchFamily="18" charset="0"/>
            </a:endParaRPr>
          </a:p>
          <a:p>
            <a:pPr marL="391866" lvl="1" algn="just">
              <a:lnSpc>
                <a:spcPct val="150000"/>
              </a:lnSpc>
              <a:spcBef>
                <a:spcPts val="514"/>
              </a:spcBef>
            </a:pPr>
            <a:endParaRPr lang="pt-BR" sz="1400" dirty="0" smtClean="0">
              <a:solidFill>
                <a:schemeClr val="tx2"/>
              </a:solidFill>
              <a:latin typeface="Trebuchet MS" pitchFamily="34" charset="0"/>
            </a:endParaRPr>
          </a:p>
          <a:p>
            <a:pPr marL="391866" lvl="1" algn="just">
              <a:lnSpc>
                <a:spcPct val="150000"/>
              </a:lnSpc>
              <a:spcBef>
                <a:spcPts val="514"/>
              </a:spcBef>
            </a:pPr>
            <a:endParaRPr lang="pt-BR" sz="1400" dirty="0" smtClean="0">
              <a:solidFill>
                <a:schemeClr val="tx2"/>
              </a:solidFill>
              <a:latin typeface="Trebuchet MS" pitchFamily="34" charset="0"/>
            </a:endParaRPr>
          </a:p>
        </p:txBody>
      </p:sp>
    </p:spTree>
    <p:extLst>
      <p:ext uri="{BB962C8B-B14F-4D97-AF65-F5344CB8AC3E}">
        <p14:creationId xmlns:p14="http://schemas.microsoft.com/office/powerpoint/2010/main" val="1647020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8" name="Retângulo 7"/>
          <p:cNvSpPr/>
          <p:nvPr/>
        </p:nvSpPr>
        <p:spPr>
          <a:xfrm>
            <a:off x="971600" y="620688"/>
            <a:ext cx="4464496" cy="338554"/>
          </a:xfrm>
          <a:prstGeom prst="rect">
            <a:avLst/>
          </a:prstGeom>
        </p:spPr>
        <p:txBody>
          <a:bodyPr wrap="square">
            <a:spAutoFit/>
          </a:bodyPr>
          <a:lstStyle/>
          <a:p>
            <a:r>
              <a:rPr lang="pt-BR" sz="1600" b="1" dirty="0" smtClean="0">
                <a:solidFill>
                  <a:schemeClr val="tx2"/>
                </a:solidFill>
              </a:rPr>
              <a:t>ACIONAMENTO DA EQUIPE </a:t>
            </a:r>
            <a:r>
              <a:rPr lang="pt-BR" sz="1600" b="1" dirty="0" smtClean="0">
                <a:solidFill>
                  <a:schemeClr val="tx2"/>
                </a:solidFill>
              </a:rPr>
              <a:t>– PASSO A PASSO</a:t>
            </a:r>
            <a:endParaRPr lang="pt-BR" sz="1600" b="1" dirty="0">
              <a:solidFill>
                <a:schemeClr val="tx2"/>
              </a:solidFill>
            </a:endParaRPr>
          </a:p>
        </p:txBody>
      </p:sp>
      <p:pic>
        <p:nvPicPr>
          <p:cNvPr id="4" name="Picture 296" descr="Roles"/>
          <p:cNvPicPr>
            <a:picLocks noChangeAspect="1" noChangeArrowheads="1"/>
          </p:cNvPicPr>
          <p:nvPr/>
        </p:nvPicPr>
        <p:blipFill>
          <a:blip r:embed="rId3" cstate="print"/>
          <a:srcRect/>
          <a:stretch>
            <a:fillRect/>
          </a:stretch>
        </p:blipFill>
        <p:spPr bwMode="auto">
          <a:xfrm>
            <a:off x="1409836" y="3024202"/>
            <a:ext cx="626592" cy="611790"/>
          </a:xfrm>
          <a:prstGeom prst="rect">
            <a:avLst/>
          </a:prstGeom>
          <a:noFill/>
          <a:ln w="9525">
            <a:noFill/>
            <a:miter lim="800000"/>
            <a:headEnd/>
            <a:tailEnd/>
          </a:ln>
        </p:spPr>
      </p:pic>
      <p:sp>
        <p:nvSpPr>
          <p:cNvPr id="5" name="Retângulo 4"/>
          <p:cNvSpPr/>
          <p:nvPr/>
        </p:nvSpPr>
        <p:spPr>
          <a:xfrm>
            <a:off x="920304" y="3762726"/>
            <a:ext cx="1656184" cy="341596"/>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Solicitante</a:t>
            </a:r>
            <a:endParaRPr lang="pt-BR" dirty="0"/>
          </a:p>
        </p:txBody>
      </p:sp>
      <p:sp>
        <p:nvSpPr>
          <p:cNvPr id="7" name="Texto explicativo retangular 6"/>
          <p:cNvSpPr/>
          <p:nvPr/>
        </p:nvSpPr>
        <p:spPr>
          <a:xfrm>
            <a:off x="2108436" y="2232114"/>
            <a:ext cx="1620180" cy="713010"/>
          </a:xfrm>
          <a:prstGeom prst="wedgeRectCallout">
            <a:avLst>
              <a:gd name="adj1" fmla="val -42478"/>
              <a:gd name="adj2" fmla="val 85886"/>
            </a:avLst>
          </a:prstGeom>
          <a:solidFill>
            <a:schemeClr val="tx2">
              <a:lumMod val="20000"/>
              <a:lumOff val="8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100" dirty="0" smtClean="0">
                <a:solidFill>
                  <a:schemeClr val="tx1"/>
                </a:solidFill>
              </a:rPr>
              <a:t>Identifica o problema</a:t>
            </a:r>
            <a:endParaRPr lang="pt-BR" sz="1100" dirty="0">
              <a:solidFill>
                <a:schemeClr val="tx1"/>
              </a:solidFill>
            </a:endParaRPr>
          </a:p>
        </p:txBody>
      </p:sp>
      <p:sp>
        <p:nvSpPr>
          <p:cNvPr id="9" name="Retângulo 8"/>
          <p:cNvSpPr/>
          <p:nvPr/>
        </p:nvSpPr>
        <p:spPr>
          <a:xfrm>
            <a:off x="6876255" y="3782496"/>
            <a:ext cx="1656184" cy="341596"/>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Especialistas</a:t>
            </a:r>
            <a:endParaRPr lang="pt-BR" dirty="0"/>
          </a:p>
        </p:txBody>
      </p:sp>
      <p:sp>
        <p:nvSpPr>
          <p:cNvPr id="10" name="Texto explicativo retangular 9"/>
          <p:cNvSpPr/>
          <p:nvPr/>
        </p:nvSpPr>
        <p:spPr>
          <a:xfrm>
            <a:off x="7465062" y="2060848"/>
            <a:ext cx="1620180" cy="713010"/>
          </a:xfrm>
          <a:prstGeom prst="wedgeRectCallout">
            <a:avLst>
              <a:gd name="adj1" fmla="val -42478"/>
              <a:gd name="adj2" fmla="val 85886"/>
            </a:avLst>
          </a:prstGeom>
          <a:solidFill>
            <a:schemeClr val="tx2">
              <a:lumMod val="20000"/>
              <a:lumOff val="8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100" dirty="0" smtClean="0">
                <a:solidFill>
                  <a:schemeClr val="tx1"/>
                </a:solidFill>
              </a:rPr>
              <a:t>Analisam o problema,  identificam a causa raiz e as ações corretivas</a:t>
            </a:r>
            <a:endParaRPr lang="pt-BR" sz="1100" dirty="0">
              <a:solidFill>
                <a:schemeClr val="tx1"/>
              </a:solidFill>
            </a:endParaRPr>
          </a:p>
        </p:txBody>
      </p:sp>
      <p:sp>
        <p:nvSpPr>
          <p:cNvPr id="11" name="Retângulo 10"/>
          <p:cNvSpPr/>
          <p:nvPr/>
        </p:nvSpPr>
        <p:spPr>
          <a:xfrm>
            <a:off x="3779912" y="3762726"/>
            <a:ext cx="1656184" cy="341596"/>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pt-BR" dirty="0" err="1" smtClean="0"/>
              <a:t>Gest</a:t>
            </a:r>
            <a:r>
              <a:rPr lang="pt-BR" dirty="0" smtClean="0"/>
              <a:t>. Problemas</a:t>
            </a:r>
            <a:endParaRPr lang="pt-BR" dirty="0"/>
          </a:p>
        </p:txBody>
      </p:sp>
      <p:sp>
        <p:nvSpPr>
          <p:cNvPr id="12" name="Texto explicativo retangular 11"/>
          <p:cNvSpPr/>
          <p:nvPr/>
        </p:nvSpPr>
        <p:spPr>
          <a:xfrm>
            <a:off x="5194176" y="2232114"/>
            <a:ext cx="1620180" cy="713010"/>
          </a:xfrm>
          <a:prstGeom prst="wedgeRectCallout">
            <a:avLst>
              <a:gd name="adj1" fmla="val -42478"/>
              <a:gd name="adj2" fmla="val 85886"/>
            </a:avLst>
          </a:prstGeom>
          <a:solidFill>
            <a:schemeClr val="tx2">
              <a:lumMod val="20000"/>
              <a:lumOff val="8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100" dirty="0" smtClean="0">
                <a:solidFill>
                  <a:schemeClr val="tx1"/>
                </a:solidFill>
              </a:rPr>
              <a:t>Realiza triagem e </a:t>
            </a:r>
            <a:r>
              <a:rPr lang="pt-BR" sz="1100" dirty="0" smtClean="0">
                <a:solidFill>
                  <a:schemeClr val="tx1"/>
                </a:solidFill>
              </a:rPr>
              <a:t>abre o problema</a:t>
            </a:r>
            <a:endParaRPr lang="pt-BR" sz="1100" dirty="0">
              <a:solidFill>
                <a:schemeClr val="tx1"/>
              </a:solidFill>
            </a:endParaRPr>
          </a:p>
        </p:txBody>
      </p:sp>
      <p:pic>
        <p:nvPicPr>
          <p:cNvPr id="13" name="Imagem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36296" y="3107939"/>
            <a:ext cx="542221" cy="681101"/>
          </a:xfrm>
          <a:prstGeom prst="rect">
            <a:avLst/>
          </a:prstGeom>
        </p:spPr>
      </p:pic>
      <p:pic>
        <p:nvPicPr>
          <p:cNvPr id="14" name="Imagem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34879" y="2964894"/>
            <a:ext cx="525153" cy="662548"/>
          </a:xfrm>
          <a:prstGeom prst="rect">
            <a:avLst/>
          </a:prstGeom>
        </p:spPr>
      </p:pic>
      <p:sp>
        <p:nvSpPr>
          <p:cNvPr id="17" name="Seta em curva para cima 16"/>
          <p:cNvSpPr/>
          <p:nvPr/>
        </p:nvSpPr>
        <p:spPr>
          <a:xfrm>
            <a:off x="2637036" y="4268109"/>
            <a:ext cx="1070868" cy="49597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8" name="Seta em curva para cima 17"/>
          <p:cNvSpPr/>
          <p:nvPr/>
        </p:nvSpPr>
        <p:spPr>
          <a:xfrm>
            <a:off x="5743488" y="4268109"/>
            <a:ext cx="1070868" cy="49597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9" name="Pentágono 18"/>
          <p:cNvSpPr/>
          <p:nvPr/>
        </p:nvSpPr>
        <p:spPr>
          <a:xfrm>
            <a:off x="810196" y="1232818"/>
            <a:ext cx="7883648" cy="504056"/>
          </a:xfrm>
          <a:prstGeom prst="homePlat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dirty="0" smtClean="0"/>
              <a:t>          Passo 1                                               Passo 2                                           Passo 3 </a:t>
            </a:r>
            <a:endParaRPr lang="pt-BR" dirty="0"/>
          </a:p>
        </p:txBody>
      </p:sp>
      <p:sp>
        <p:nvSpPr>
          <p:cNvPr id="20" name="Pentágono 19"/>
          <p:cNvSpPr/>
          <p:nvPr/>
        </p:nvSpPr>
        <p:spPr>
          <a:xfrm>
            <a:off x="810196" y="5265266"/>
            <a:ext cx="2232248" cy="504056"/>
          </a:xfrm>
          <a:prstGeom prst="homePlat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smtClean="0"/>
              <a:t>Envia e-mail com o detalhamento / histórico</a:t>
            </a:r>
            <a:endParaRPr lang="pt-BR" sz="1400" dirty="0"/>
          </a:p>
        </p:txBody>
      </p:sp>
      <p:sp>
        <p:nvSpPr>
          <p:cNvPr id="21" name="Pentágono 20"/>
          <p:cNvSpPr/>
          <p:nvPr/>
        </p:nvSpPr>
        <p:spPr>
          <a:xfrm>
            <a:off x="3563888" y="5265266"/>
            <a:ext cx="2200365" cy="504056"/>
          </a:xfrm>
          <a:prstGeom prst="homePlat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smtClean="0"/>
              <a:t>Avalia Aderência </a:t>
            </a:r>
            <a:r>
              <a:rPr lang="pt-BR" sz="1400" dirty="0" smtClean="0"/>
              <a:t>ao conceito de Problema</a:t>
            </a:r>
            <a:endParaRPr lang="pt-BR" sz="1400" dirty="0"/>
          </a:p>
        </p:txBody>
      </p:sp>
      <p:sp>
        <p:nvSpPr>
          <p:cNvPr id="22" name="Pentágono 21"/>
          <p:cNvSpPr/>
          <p:nvPr/>
        </p:nvSpPr>
        <p:spPr>
          <a:xfrm>
            <a:off x="6660232" y="5273774"/>
            <a:ext cx="2033612" cy="504056"/>
          </a:xfrm>
          <a:prstGeom prst="homePlat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smtClean="0"/>
              <a:t>Analisa e implementa a solução</a:t>
            </a:r>
            <a:endParaRPr lang="pt-BR" sz="1400" dirty="0"/>
          </a:p>
        </p:txBody>
      </p:sp>
      <p:sp>
        <p:nvSpPr>
          <p:cNvPr id="2" name="CaixaDeTexto 1"/>
          <p:cNvSpPr txBox="1"/>
          <p:nvPr/>
        </p:nvSpPr>
        <p:spPr>
          <a:xfrm>
            <a:off x="35496" y="2721114"/>
            <a:ext cx="1959191" cy="707886"/>
          </a:xfrm>
          <a:prstGeom prst="rect">
            <a:avLst/>
          </a:prstGeom>
          <a:noFill/>
        </p:spPr>
        <p:txBody>
          <a:bodyPr wrap="none" rtlCol="0">
            <a:spAutoFit/>
          </a:bodyPr>
          <a:lstStyle/>
          <a:p>
            <a:pPr marL="171450" marR="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pPr>
            <a:r>
              <a:rPr lang="pt-BR" sz="1000" b="0" i="0" dirty="0" smtClean="0">
                <a:solidFill>
                  <a:schemeClr val="tx1">
                    <a:lumMod val="50000"/>
                    <a:lumOff val="50000"/>
                  </a:schemeClr>
                </a:solidFill>
                <a:latin typeface="Tahoma"/>
                <a:cs typeface="Tahoma"/>
              </a:rPr>
              <a:t>Service Desk / Sala Técnica;</a:t>
            </a:r>
          </a:p>
          <a:p>
            <a:pPr marL="171450" marR="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pPr>
            <a:r>
              <a:rPr lang="pt-BR" sz="1000" dirty="0" smtClean="0">
                <a:solidFill>
                  <a:schemeClr val="tx1">
                    <a:lumMod val="50000"/>
                    <a:lumOff val="50000"/>
                  </a:schemeClr>
                </a:solidFill>
                <a:latin typeface="Tahoma"/>
                <a:cs typeface="Tahoma"/>
              </a:rPr>
              <a:t>CSE, Sala de Guerra;</a:t>
            </a:r>
          </a:p>
          <a:p>
            <a:pPr marL="171450" marR="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pPr>
            <a:r>
              <a:rPr lang="pt-BR" sz="1000" dirty="0" smtClean="0">
                <a:solidFill>
                  <a:schemeClr val="tx1">
                    <a:lumMod val="50000"/>
                    <a:lumOff val="50000"/>
                  </a:schemeClr>
                </a:solidFill>
                <a:latin typeface="Tahoma"/>
                <a:cs typeface="Tahoma"/>
              </a:rPr>
              <a:t>Gerentes de Sites;</a:t>
            </a:r>
          </a:p>
          <a:p>
            <a:pPr marL="171450" marR="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pPr>
            <a:r>
              <a:rPr lang="pt-BR" sz="1000" b="0" i="0" dirty="0" smtClean="0">
                <a:solidFill>
                  <a:schemeClr val="tx1">
                    <a:lumMod val="50000"/>
                    <a:lumOff val="50000"/>
                  </a:schemeClr>
                </a:solidFill>
                <a:latin typeface="Tahoma"/>
                <a:cs typeface="Tahoma"/>
              </a:rPr>
              <a:t>Diretoria de TI.</a:t>
            </a:r>
            <a:endParaRPr lang="pt-BR" sz="1000" b="0" i="0" dirty="0" smtClean="0">
              <a:solidFill>
                <a:schemeClr val="tx1">
                  <a:lumMod val="50000"/>
                  <a:lumOff val="50000"/>
                </a:schemeClr>
              </a:solidFill>
              <a:latin typeface="Tahoma"/>
              <a:cs typeface="Tahoma"/>
            </a:endParaRPr>
          </a:p>
        </p:txBody>
      </p:sp>
      <p:pic>
        <p:nvPicPr>
          <p:cNvPr id="23" name="Imagem 22"/>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32063" y="3024202"/>
            <a:ext cx="542221" cy="681101"/>
          </a:xfrm>
          <a:prstGeom prst="rect">
            <a:avLst/>
          </a:prstGeom>
        </p:spPr>
      </p:pic>
      <p:pic>
        <p:nvPicPr>
          <p:cNvPr id="24" name="Imagem 23"/>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827831" y="2936429"/>
            <a:ext cx="542221" cy="681101"/>
          </a:xfrm>
          <a:prstGeom prst="rect">
            <a:avLst/>
          </a:prstGeom>
        </p:spPr>
      </p:pic>
    </p:spTree>
    <p:extLst>
      <p:ext uri="{BB962C8B-B14F-4D97-AF65-F5344CB8AC3E}">
        <p14:creationId xmlns:p14="http://schemas.microsoft.com/office/powerpoint/2010/main" val="3105905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8" name="Retângulo 7"/>
          <p:cNvSpPr/>
          <p:nvPr/>
        </p:nvSpPr>
        <p:spPr>
          <a:xfrm>
            <a:off x="971600" y="620688"/>
            <a:ext cx="3888432" cy="338554"/>
          </a:xfrm>
          <a:prstGeom prst="rect">
            <a:avLst/>
          </a:prstGeom>
        </p:spPr>
        <p:txBody>
          <a:bodyPr wrap="square">
            <a:spAutoFit/>
          </a:bodyPr>
          <a:lstStyle/>
          <a:p>
            <a:r>
              <a:rPr lang="pt-BR" sz="1600" b="1" dirty="0">
                <a:solidFill>
                  <a:schemeClr val="tx2"/>
                </a:solidFill>
              </a:rPr>
              <a:t> </a:t>
            </a:r>
            <a:r>
              <a:rPr lang="pt-BR" sz="1600" b="1" dirty="0" smtClean="0">
                <a:solidFill>
                  <a:schemeClr val="tx2"/>
                </a:solidFill>
              </a:rPr>
              <a:t>PROCESSO GMUD – PASSO A PASSO</a:t>
            </a:r>
            <a:endParaRPr lang="pt-BR" sz="1600" b="1" dirty="0">
              <a:solidFill>
                <a:schemeClr val="tx2"/>
              </a:solidFill>
            </a:endParaRPr>
          </a:p>
        </p:txBody>
      </p:sp>
      <p:sp>
        <p:nvSpPr>
          <p:cNvPr id="4" name="Retângulo 3"/>
          <p:cNvSpPr/>
          <p:nvPr/>
        </p:nvSpPr>
        <p:spPr>
          <a:xfrm>
            <a:off x="647728" y="3762726"/>
            <a:ext cx="1476000" cy="341596"/>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pt-BR" sz="1700" dirty="0" err="1"/>
              <a:t>Gest</a:t>
            </a:r>
            <a:r>
              <a:rPr lang="pt-BR" sz="1700" dirty="0"/>
              <a:t>. Problemas</a:t>
            </a:r>
            <a:endParaRPr lang="pt-BR" sz="1700" dirty="0"/>
          </a:p>
        </p:txBody>
      </p:sp>
      <p:sp>
        <p:nvSpPr>
          <p:cNvPr id="5" name="Texto explicativo retangular 4"/>
          <p:cNvSpPr/>
          <p:nvPr/>
        </p:nvSpPr>
        <p:spPr>
          <a:xfrm>
            <a:off x="1547664" y="1916832"/>
            <a:ext cx="1035012" cy="848210"/>
          </a:xfrm>
          <a:prstGeom prst="wedgeRectCallout">
            <a:avLst>
              <a:gd name="adj1" fmla="val -42478"/>
              <a:gd name="adj2" fmla="val 85886"/>
            </a:avLst>
          </a:prstGeom>
          <a:solidFill>
            <a:schemeClr val="tx2">
              <a:lumMod val="20000"/>
              <a:lumOff val="8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dirty="0" smtClean="0">
                <a:solidFill>
                  <a:schemeClr val="tx1"/>
                </a:solidFill>
              </a:rPr>
              <a:t>Acompanha e gerencia a implementação</a:t>
            </a:r>
            <a:endParaRPr lang="pt-BR" sz="1050" dirty="0">
              <a:solidFill>
                <a:schemeClr val="tx1"/>
              </a:solidFill>
            </a:endParaRPr>
          </a:p>
        </p:txBody>
      </p:sp>
      <p:sp>
        <p:nvSpPr>
          <p:cNvPr id="7" name="Retângulo 6"/>
          <p:cNvSpPr/>
          <p:nvPr/>
        </p:nvSpPr>
        <p:spPr>
          <a:xfrm>
            <a:off x="5076056" y="3782496"/>
            <a:ext cx="2160240" cy="341596"/>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t>Equipes Centralizadas</a:t>
            </a:r>
            <a:endParaRPr lang="pt-BR" sz="1600" dirty="0"/>
          </a:p>
        </p:txBody>
      </p:sp>
      <p:sp>
        <p:nvSpPr>
          <p:cNvPr id="9" name="Texto explicativo retangular 8"/>
          <p:cNvSpPr/>
          <p:nvPr/>
        </p:nvSpPr>
        <p:spPr>
          <a:xfrm>
            <a:off x="6340846" y="1936602"/>
            <a:ext cx="1543522" cy="848210"/>
          </a:xfrm>
          <a:prstGeom prst="wedgeRectCallout">
            <a:avLst>
              <a:gd name="adj1" fmla="val -42478"/>
              <a:gd name="adj2" fmla="val 85886"/>
            </a:avLst>
          </a:prstGeom>
          <a:solidFill>
            <a:schemeClr val="tx2">
              <a:lumMod val="20000"/>
              <a:lumOff val="8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dirty="0" smtClean="0">
                <a:solidFill>
                  <a:schemeClr val="tx1"/>
                </a:solidFill>
              </a:rPr>
              <a:t>Executa Mudança, Realiza testes funcionais- Envia para solicitante realizar a revisão e encerramento</a:t>
            </a:r>
            <a:endParaRPr lang="pt-BR" sz="1050" dirty="0">
              <a:solidFill>
                <a:schemeClr val="tx1"/>
              </a:solidFill>
            </a:endParaRPr>
          </a:p>
        </p:txBody>
      </p:sp>
      <p:sp>
        <p:nvSpPr>
          <p:cNvPr id="10" name="Retângulo 9"/>
          <p:cNvSpPr/>
          <p:nvPr/>
        </p:nvSpPr>
        <p:spPr>
          <a:xfrm>
            <a:off x="2771800" y="3762726"/>
            <a:ext cx="1572023" cy="341596"/>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t>Solicitante</a:t>
            </a:r>
            <a:endParaRPr lang="pt-BR" sz="1600" dirty="0"/>
          </a:p>
        </p:txBody>
      </p:sp>
      <p:sp>
        <p:nvSpPr>
          <p:cNvPr id="11" name="Texto explicativo retangular 10"/>
          <p:cNvSpPr/>
          <p:nvPr/>
        </p:nvSpPr>
        <p:spPr>
          <a:xfrm>
            <a:off x="3680781" y="1916832"/>
            <a:ext cx="1261325" cy="848210"/>
          </a:xfrm>
          <a:prstGeom prst="wedgeRectCallout">
            <a:avLst>
              <a:gd name="adj1" fmla="val -42478"/>
              <a:gd name="adj2" fmla="val 85886"/>
            </a:avLst>
          </a:prstGeom>
          <a:solidFill>
            <a:schemeClr val="tx2">
              <a:lumMod val="20000"/>
              <a:lumOff val="8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dirty="0" smtClean="0">
                <a:solidFill>
                  <a:schemeClr val="tx1"/>
                </a:solidFill>
              </a:rPr>
              <a:t>Recebe retorno com a solução aplicada</a:t>
            </a:r>
            <a:endParaRPr lang="pt-BR" sz="1050" dirty="0">
              <a:solidFill>
                <a:schemeClr val="tx1"/>
              </a:solidFill>
            </a:endParaRPr>
          </a:p>
        </p:txBody>
      </p:sp>
      <p:sp>
        <p:nvSpPr>
          <p:cNvPr id="15" name="Seta em curva para cima 14"/>
          <p:cNvSpPr/>
          <p:nvPr/>
        </p:nvSpPr>
        <p:spPr>
          <a:xfrm>
            <a:off x="2030531" y="4157166"/>
            <a:ext cx="885285" cy="2880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6" name="Seta em curva para cima 15"/>
          <p:cNvSpPr/>
          <p:nvPr/>
        </p:nvSpPr>
        <p:spPr>
          <a:xfrm>
            <a:off x="1979712" y="4193232"/>
            <a:ext cx="3104464" cy="38789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9" name="Pentágono 18"/>
          <p:cNvSpPr/>
          <p:nvPr/>
        </p:nvSpPr>
        <p:spPr>
          <a:xfrm>
            <a:off x="210094" y="1232818"/>
            <a:ext cx="8933906" cy="504056"/>
          </a:xfrm>
          <a:prstGeom prst="homePlat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dirty="0" smtClean="0"/>
              <a:t>                         Passo 4                             Passo 5                              Passo 6</a:t>
            </a:r>
            <a:r>
              <a:rPr lang="pt-BR" dirty="0"/>
              <a:t> </a:t>
            </a:r>
            <a:r>
              <a:rPr lang="pt-BR" dirty="0" smtClean="0"/>
              <a:t>                       Passo 7 </a:t>
            </a:r>
            <a:endParaRPr lang="pt-BR" dirty="0"/>
          </a:p>
        </p:txBody>
      </p:sp>
      <p:sp>
        <p:nvSpPr>
          <p:cNvPr id="20" name="Pentágono 19"/>
          <p:cNvSpPr/>
          <p:nvPr/>
        </p:nvSpPr>
        <p:spPr>
          <a:xfrm>
            <a:off x="179512" y="5121250"/>
            <a:ext cx="2000670" cy="648072"/>
          </a:xfrm>
          <a:prstGeom prst="homePlat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smtClean="0"/>
              <a:t>Coordena as ações e prioridades das equipes executoras</a:t>
            </a:r>
            <a:endParaRPr lang="pt-BR" sz="1200" dirty="0"/>
          </a:p>
        </p:txBody>
      </p:sp>
      <p:sp>
        <p:nvSpPr>
          <p:cNvPr id="21" name="Pentágono 20"/>
          <p:cNvSpPr/>
          <p:nvPr/>
        </p:nvSpPr>
        <p:spPr>
          <a:xfrm>
            <a:off x="2339752" y="5121250"/>
            <a:ext cx="2358035" cy="648072"/>
          </a:xfrm>
          <a:prstGeom prst="homePlat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smtClean="0"/>
              <a:t>Acompanha a efetividad</a:t>
            </a:r>
            <a:r>
              <a:rPr lang="pt-BR" sz="1200" dirty="0" smtClean="0"/>
              <a:t>e das ações realizadas</a:t>
            </a:r>
            <a:endParaRPr lang="pt-BR" sz="1200" dirty="0"/>
          </a:p>
        </p:txBody>
      </p:sp>
      <p:sp>
        <p:nvSpPr>
          <p:cNvPr id="22" name="Pentágono 21"/>
          <p:cNvSpPr/>
          <p:nvPr/>
        </p:nvSpPr>
        <p:spPr>
          <a:xfrm>
            <a:off x="5004048" y="5121250"/>
            <a:ext cx="2808312" cy="648072"/>
          </a:xfrm>
          <a:prstGeom prst="homePlat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smtClean="0"/>
              <a:t>Recebem retorno com a solução implementada para orientação das equipes e base de conhecimento</a:t>
            </a:r>
            <a:endParaRPr lang="pt-BR" sz="1200" dirty="0"/>
          </a:p>
        </p:txBody>
      </p:sp>
      <p:pic>
        <p:nvPicPr>
          <p:cNvPr id="28" name="Imagem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79847" y="2962990"/>
            <a:ext cx="525153" cy="662548"/>
          </a:xfrm>
          <a:prstGeom prst="rect">
            <a:avLst/>
          </a:prstGeom>
        </p:spPr>
      </p:pic>
      <p:pic>
        <p:nvPicPr>
          <p:cNvPr id="29" name="Picture 296" descr="Roles"/>
          <p:cNvPicPr>
            <a:picLocks noChangeAspect="1" noChangeArrowheads="1"/>
          </p:cNvPicPr>
          <p:nvPr/>
        </p:nvPicPr>
        <p:blipFill>
          <a:blip r:embed="rId4" cstate="print"/>
          <a:srcRect/>
          <a:stretch>
            <a:fillRect/>
          </a:stretch>
        </p:blipFill>
        <p:spPr bwMode="auto">
          <a:xfrm>
            <a:off x="3275856" y="3033234"/>
            <a:ext cx="626592" cy="611790"/>
          </a:xfrm>
          <a:prstGeom prst="rect">
            <a:avLst/>
          </a:prstGeom>
          <a:noFill/>
          <a:ln w="9525">
            <a:noFill/>
            <a:miter lim="800000"/>
            <a:headEnd/>
            <a:tailEnd/>
          </a:ln>
        </p:spPr>
      </p:pic>
      <p:pic>
        <p:nvPicPr>
          <p:cNvPr id="30" name="Imagem 29"/>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814508" y="3107938"/>
            <a:ext cx="542221" cy="681101"/>
          </a:xfrm>
          <a:prstGeom prst="rect">
            <a:avLst/>
          </a:prstGeom>
        </p:spPr>
      </p:pic>
      <p:pic>
        <p:nvPicPr>
          <p:cNvPr id="31" name="Imagem 30"/>
          <p:cNvPicPr>
            <a:picLocks noChangeAspect="1"/>
          </p:cNvPicPr>
          <p:nvPr/>
        </p:nvPicPr>
        <p:blipFill>
          <a:blip r:embed="rId5" cstate="print">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110275" y="3024201"/>
            <a:ext cx="542221" cy="681101"/>
          </a:xfrm>
          <a:prstGeom prst="rect">
            <a:avLst/>
          </a:prstGeom>
        </p:spPr>
      </p:pic>
      <p:pic>
        <p:nvPicPr>
          <p:cNvPr id="32" name="Imagem 31"/>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06043" y="2936428"/>
            <a:ext cx="542221" cy="681101"/>
          </a:xfrm>
          <a:prstGeom prst="rect">
            <a:avLst/>
          </a:prstGeom>
        </p:spPr>
      </p:pic>
      <p:sp>
        <p:nvSpPr>
          <p:cNvPr id="33" name="CaixaDeTexto 32"/>
          <p:cNvSpPr txBox="1"/>
          <p:nvPr/>
        </p:nvSpPr>
        <p:spPr>
          <a:xfrm>
            <a:off x="6876256" y="2852936"/>
            <a:ext cx="1959191" cy="707886"/>
          </a:xfrm>
          <a:prstGeom prst="rect">
            <a:avLst/>
          </a:prstGeom>
          <a:noFill/>
        </p:spPr>
        <p:txBody>
          <a:bodyPr wrap="none" rtlCol="0">
            <a:spAutoFit/>
          </a:bodyPr>
          <a:lstStyle/>
          <a:p>
            <a:pPr marL="171450" marR="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pPr>
            <a:r>
              <a:rPr lang="pt-BR" sz="1000" b="0" i="0" dirty="0" smtClean="0">
                <a:solidFill>
                  <a:schemeClr val="tx1">
                    <a:lumMod val="50000"/>
                    <a:lumOff val="50000"/>
                  </a:schemeClr>
                </a:solidFill>
                <a:latin typeface="Tahoma"/>
                <a:cs typeface="Tahoma"/>
              </a:rPr>
              <a:t>Service Desk / Sala Técnica;</a:t>
            </a:r>
          </a:p>
          <a:p>
            <a:pPr marL="171450" marR="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pPr>
            <a:r>
              <a:rPr lang="pt-BR" sz="1000" dirty="0" smtClean="0">
                <a:solidFill>
                  <a:schemeClr val="tx1">
                    <a:lumMod val="50000"/>
                    <a:lumOff val="50000"/>
                  </a:schemeClr>
                </a:solidFill>
                <a:latin typeface="Tahoma"/>
                <a:cs typeface="Tahoma"/>
              </a:rPr>
              <a:t>CSE, Sala de Guerra;</a:t>
            </a:r>
          </a:p>
          <a:p>
            <a:pPr marL="171450" marR="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pPr>
            <a:r>
              <a:rPr lang="pt-BR" sz="1000" dirty="0" smtClean="0">
                <a:solidFill>
                  <a:schemeClr val="tx1">
                    <a:lumMod val="50000"/>
                    <a:lumOff val="50000"/>
                  </a:schemeClr>
                </a:solidFill>
                <a:latin typeface="Tahoma"/>
                <a:cs typeface="Tahoma"/>
              </a:rPr>
              <a:t>Gerentes de Sites;</a:t>
            </a:r>
          </a:p>
          <a:p>
            <a:pPr marL="171450" marR="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pPr>
            <a:r>
              <a:rPr lang="pt-BR" sz="1000" b="0" i="0" dirty="0" smtClean="0">
                <a:solidFill>
                  <a:schemeClr val="tx1">
                    <a:lumMod val="50000"/>
                    <a:lumOff val="50000"/>
                  </a:schemeClr>
                </a:solidFill>
                <a:latin typeface="Tahoma"/>
                <a:cs typeface="Tahoma"/>
              </a:rPr>
              <a:t>Diretoria de TI.</a:t>
            </a:r>
            <a:endParaRPr lang="pt-BR" sz="1000" b="0" i="0" dirty="0" smtClean="0">
              <a:solidFill>
                <a:schemeClr val="tx1">
                  <a:lumMod val="50000"/>
                  <a:lumOff val="50000"/>
                </a:schemeClr>
              </a:solidFill>
              <a:latin typeface="Tahoma"/>
              <a:cs typeface="Tahoma"/>
            </a:endParaRPr>
          </a:p>
        </p:txBody>
      </p:sp>
    </p:spTree>
    <p:extLst>
      <p:ext uri="{BB962C8B-B14F-4D97-AF65-F5344CB8AC3E}">
        <p14:creationId xmlns:p14="http://schemas.microsoft.com/office/powerpoint/2010/main" val="658819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8" name="Retângulo 7"/>
          <p:cNvSpPr/>
          <p:nvPr/>
        </p:nvSpPr>
        <p:spPr>
          <a:xfrm>
            <a:off x="971600" y="620688"/>
            <a:ext cx="2483768" cy="338554"/>
          </a:xfrm>
          <a:prstGeom prst="rect">
            <a:avLst/>
          </a:prstGeom>
        </p:spPr>
        <p:txBody>
          <a:bodyPr wrap="square">
            <a:spAutoFit/>
          </a:bodyPr>
          <a:lstStyle/>
          <a:p>
            <a:r>
              <a:rPr lang="pt-BR" sz="1600" b="1" dirty="0" smtClean="0">
                <a:solidFill>
                  <a:schemeClr val="tx2"/>
                </a:solidFill>
              </a:rPr>
              <a:t>MATRIZ RACI</a:t>
            </a:r>
            <a:endParaRPr lang="pt-BR" sz="1600" b="1" dirty="0">
              <a:solidFill>
                <a:schemeClr val="tx2"/>
              </a:solidFill>
            </a:endParaRPr>
          </a:p>
        </p:txBody>
      </p:sp>
      <p:graphicFrame>
        <p:nvGraphicFramePr>
          <p:cNvPr id="2" name="Objeto 1"/>
          <p:cNvGraphicFramePr>
            <a:graphicFrameLocks noChangeAspect="1"/>
          </p:cNvGraphicFramePr>
          <p:nvPr>
            <p:extLst>
              <p:ext uri="{D42A27DB-BD31-4B8C-83A1-F6EECF244321}">
                <p14:modId xmlns:p14="http://schemas.microsoft.com/office/powerpoint/2010/main" val="1070523693"/>
              </p:ext>
            </p:extLst>
          </p:nvPr>
        </p:nvGraphicFramePr>
        <p:xfrm>
          <a:off x="884986" y="1268760"/>
          <a:ext cx="7071389" cy="4557478"/>
        </p:xfrm>
        <a:graphic>
          <a:graphicData uri="http://schemas.openxmlformats.org/presentationml/2006/ole">
            <mc:AlternateContent xmlns:mc="http://schemas.openxmlformats.org/markup-compatibility/2006">
              <mc:Choice xmlns:v="urn:schemas-microsoft-com:vml" Requires="v">
                <p:oleObj spid="_x0000_s1026" name="Planilha" r:id="rId4" imgW="4152770" imgH="2676391" progId="Excel.Sheet.12">
                  <p:embed/>
                </p:oleObj>
              </mc:Choice>
              <mc:Fallback>
                <p:oleObj name="Planilha" r:id="rId4" imgW="4152770" imgH="2676391" progId="Excel.Sheet.12">
                  <p:embed/>
                  <p:pic>
                    <p:nvPicPr>
                      <p:cNvPr id="0" name=""/>
                      <p:cNvPicPr/>
                      <p:nvPr/>
                    </p:nvPicPr>
                    <p:blipFill>
                      <a:blip r:embed="rId5"/>
                      <a:stretch>
                        <a:fillRect/>
                      </a:stretch>
                    </p:blipFill>
                    <p:spPr>
                      <a:xfrm>
                        <a:off x="884986" y="1268760"/>
                        <a:ext cx="7071389" cy="4557478"/>
                      </a:xfrm>
                      <a:prstGeom prst="rect">
                        <a:avLst/>
                      </a:prstGeom>
                    </p:spPr>
                  </p:pic>
                </p:oleObj>
              </mc:Fallback>
            </mc:AlternateContent>
          </a:graphicData>
        </a:graphic>
      </p:graphicFrame>
    </p:spTree>
    <p:extLst>
      <p:ext uri="{BB962C8B-B14F-4D97-AF65-F5344CB8AC3E}">
        <p14:creationId xmlns:p14="http://schemas.microsoft.com/office/powerpoint/2010/main" val="41593156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Tema1">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marR="0" indent="0" algn="just" defTabSz="457200" rtl="0" eaLnBrk="1" fontAlgn="auto" latinLnBrk="0" hangingPunct="1">
          <a:lnSpc>
            <a:spcPct val="100000"/>
          </a:lnSpc>
          <a:spcBef>
            <a:spcPts val="0"/>
          </a:spcBef>
          <a:spcAft>
            <a:spcPts val="0"/>
          </a:spcAft>
          <a:buClrTx/>
          <a:buSzTx/>
          <a:buFontTx/>
          <a:buNone/>
          <a:tabLst/>
          <a:defRPr sz="1200" b="0" i="0" dirty="0" err="1" smtClean="0">
            <a:solidFill>
              <a:schemeClr val="tx1">
                <a:lumMod val="50000"/>
                <a:lumOff val="50000"/>
              </a:schemeClr>
            </a:solidFill>
            <a:latin typeface="Tahoma"/>
            <a:cs typeface="Tahoma"/>
          </a:defRPr>
        </a:defPPr>
      </a:lstStyle>
    </a:tx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marR="0" indent="0" algn="just" defTabSz="457200" rtl="0" eaLnBrk="1" fontAlgn="auto" latinLnBrk="0" hangingPunct="1">
          <a:lnSpc>
            <a:spcPct val="100000"/>
          </a:lnSpc>
          <a:spcBef>
            <a:spcPts val="0"/>
          </a:spcBef>
          <a:spcAft>
            <a:spcPts val="0"/>
          </a:spcAft>
          <a:buClrTx/>
          <a:buSzTx/>
          <a:buFontTx/>
          <a:buNone/>
          <a:tabLst/>
          <a:defRPr sz="1200" b="0" i="0" dirty="0" err="1" smtClean="0">
            <a:solidFill>
              <a:schemeClr val="tx1">
                <a:lumMod val="50000"/>
                <a:lumOff val="50000"/>
              </a:schemeClr>
            </a:solidFill>
            <a:latin typeface="Tahoma"/>
            <a:cs typeface="Tahoma"/>
          </a:defRPr>
        </a:defPPr>
      </a:lstStyle>
    </a:txDef>
  </a:objectDefaults>
  <a:extraClrScheme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marR="0" indent="0" algn="just" defTabSz="457200" rtl="0" eaLnBrk="1" fontAlgn="auto" latinLnBrk="0" hangingPunct="1">
          <a:lnSpc>
            <a:spcPct val="100000"/>
          </a:lnSpc>
          <a:spcBef>
            <a:spcPts val="0"/>
          </a:spcBef>
          <a:spcAft>
            <a:spcPts val="0"/>
          </a:spcAft>
          <a:buClrTx/>
          <a:buSzTx/>
          <a:buFontTx/>
          <a:buNone/>
          <a:tabLst/>
          <a:defRPr sz="1200" b="0" i="0" dirty="0" err="1" smtClean="0">
            <a:solidFill>
              <a:schemeClr val="tx1">
                <a:lumMod val="50000"/>
                <a:lumOff val="50000"/>
              </a:schemeClr>
            </a:solidFill>
            <a:latin typeface="Tahoma"/>
            <a:cs typeface="Tahoma"/>
          </a:defRPr>
        </a:defPPr>
      </a:lstStyle>
    </a:txDef>
  </a:objectDefaults>
  <a:extraClrScheme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marR="0" indent="0" algn="just" defTabSz="457200" rtl="0" eaLnBrk="1" fontAlgn="auto" latinLnBrk="0" hangingPunct="1">
          <a:lnSpc>
            <a:spcPct val="100000"/>
          </a:lnSpc>
          <a:spcBef>
            <a:spcPts val="0"/>
          </a:spcBef>
          <a:spcAft>
            <a:spcPts val="0"/>
          </a:spcAft>
          <a:buClrTx/>
          <a:buSzTx/>
          <a:buFontTx/>
          <a:buNone/>
          <a:tabLst/>
          <a:defRPr sz="1200" b="0" i="0" dirty="0" err="1" smtClean="0">
            <a:solidFill>
              <a:schemeClr val="tx1">
                <a:lumMod val="50000"/>
                <a:lumOff val="50000"/>
              </a:schemeClr>
            </a:solidFill>
            <a:latin typeface="Tahoma"/>
            <a:cs typeface="Tahoma"/>
          </a:defRPr>
        </a:defPPr>
      </a:lstStyle>
    </a:txDef>
  </a:objectDefaults>
  <a:extraClrScheme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marR="0" indent="0" algn="just" defTabSz="457200" rtl="0" eaLnBrk="1" fontAlgn="auto" latinLnBrk="0" hangingPunct="1">
          <a:lnSpc>
            <a:spcPct val="100000"/>
          </a:lnSpc>
          <a:spcBef>
            <a:spcPts val="0"/>
          </a:spcBef>
          <a:spcAft>
            <a:spcPts val="0"/>
          </a:spcAft>
          <a:buClrTx/>
          <a:buSzTx/>
          <a:buFontTx/>
          <a:buNone/>
          <a:tabLst/>
          <a:defRPr sz="1200" b="0" i="0" dirty="0" err="1" smtClean="0">
            <a:solidFill>
              <a:schemeClr val="tx1">
                <a:lumMod val="50000"/>
                <a:lumOff val="50000"/>
              </a:schemeClr>
            </a:solidFill>
            <a:latin typeface="Tahoma"/>
            <a:cs typeface="Tahoma"/>
          </a:defRPr>
        </a:defPPr>
      </a:lstStyle>
    </a:txDef>
  </a:objectDefaults>
  <a:extraClrSchemeLst/>
</a:theme>
</file>

<file path=ppt/theme/theme6.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marR="0" indent="0" algn="just" defTabSz="457200" rtl="0" eaLnBrk="1" fontAlgn="auto" latinLnBrk="0" hangingPunct="1">
          <a:lnSpc>
            <a:spcPct val="100000"/>
          </a:lnSpc>
          <a:spcBef>
            <a:spcPts val="0"/>
          </a:spcBef>
          <a:spcAft>
            <a:spcPts val="0"/>
          </a:spcAft>
          <a:buClrTx/>
          <a:buSzTx/>
          <a:buFontTx/>
          <a:buNone/>
          <a:tabLst/>
          <a:defRPr sz="1200" b="0" i="0" dirty="0" err="1" smtClean="0">
            <a:solidFill>
              <a:schemeClr val="tx1">
                <a:lumMod val="50000"/>
                <a:lumOff val="50000"/>
              </a:schemeClr>
            </a:solidFill>
            <a:latin typeface="Tahoma"/>
            <a:cs typeface="Tahoma"/>
          </a:defRPr>
        </a:defPPr>
      </a:lstStyle>
    </a:txDef>
  </a:objectDefaults>
  <a:extraClrSchemeLst/>
</a:theme>
</file>

<file path=ppt/theme/theme7.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Tema1</Template>
  <TotalTime>1260</TotalTime>
  <Words>321</Words>
  <Application>Microsoft Office PowerPoint</Application>
  <PresentationFormat>Apresentação na tela (4:3)</PresentationFormat>
  <Paragraphs>45</Paragraphs>
  <Slides>6</Slides>
  <Notes>5</Notes>
  <HiddenSlides>0</HiddenSlides>
  <MMClips>0</MMClips>
  <ScaleCrop>false</ScaleCrop>
  <HeadingPairs>
    <vt:vector size="6" baseType="variant">
      <vt:variant>
        <vt:lpstr>Tema</vt:lpstr>
      </vt:variant>
      <vt:variant>
        <vt:i4>6</vt:i4>
      </vt:variant>
      <vt:variant>
        <vt:lpstr>Servidores OLE incorporados</vt:lpstr>
      </vt:variant>
      <vt:variant>
        <vt:i4>1</vt:i4>
      </vt:variant>
      <vt:variant>
        <vt:lpstr>Títulos de slides</vt:lpstr>
      </vt:variant>
      <vt:variant>
        <vt:i4>6</vt:i4>
      </vt:variant>
    </vt:vector>
  </HeadingPairs>
  <TitlesOfParts>
    <vt:vector size="13" baseType="lpstr">
      <vt:lpstr>Tema1</vt:lpstr>
      <vt:lpstr>1_Custom Design</vt:lpstr>
      <vt:lpstr>2_Custom Design</vt:lpstr>
      <vt:lpstr>3_Custom Design</vt:lpstr>
      <vt:lpstr>4_Custom Design</vt:lpstr>
      <vt:lpstr>5_Custom Design</vt:lpstr>
      <vt:lpstr>Microsoft Excel Worksheet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SILVIO.SANTOS</dc:creator>
  <cp:lastModifiedBy>Celso Roberto Nantes Junior</cp:lastModifiedBy>
  <cp:revision>104</cp:revision>
  <cp:lastPrinted>2014-10-29T13:33:37Z</cp:lastPrinted>
  <dcterms:created xsi:type="dcterms:W3CDTF">2014-03-14T20:32:56Z</dcterms:created>
  <dcterms:modified xsi:type="dcterms:W3CDTF">2014-11-07T17:49:56Z</dcterms:modified>
</cp:coreProperties>
</file>