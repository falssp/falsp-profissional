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5"/>
  </p:handoutMasterIdLst>
  <p:sldIdLst>
    <p:sldId id="256" r:id="rId2"/>
    <p:sldId id="260" r:id="rId3"/>
    <p:sldId id="274" r:id="rId4"/>
    <p:sldId id="281" r:id="rId5"/>
    <p:sldId id="280" r:id="rId6"/>
    <p:sldId id="277" r:id="rId7"/>
    <p:sldId id="283" r:id="rId8"/>
    <p:sldId id="282" r:id="rId9"/>
    <p:sldId id="286" r:id="rId10"/>
    <p:sldId id="287" r:id="rId11"/>
    <p:sldId id="289" r:id="rId12"/>
    <p:sldId id="288" r:id="rId13"/>
    <p:sldId id="269" r:id="rId1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00" autoAdjust="0"/>
    <p:restoredTop sz="99645" autoAdjust="0"/>
  </p:normalViewPr>
  <p:slideViewPr>
    <p:cSldViewPr>
      <p:cViewPr varScale="1">
        <p:scale>
          <a:sx n="67" d="100"/>
          <a:sy n="67" d="100"/>
        </p:scale>
        <p:origin x="89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1" d="100"/>
          <a:sy n="51" d="100"/>
        </p:scale>
        <p:origin x="1756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1AC2ED-9056-40BE-BCFC-AF084A7E0599}" type="doc">
      <dgm:prSet loTypeId="urn:microsoft.com/office/officeart/2009/3/layout/PhasedProcess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40098A9A-33F6-48DA-9C5A-D1028CE949BB}">
      <dgm:prSet phldrT="[Texto]" custT="1"/>
      <dgm:spPr/>
      <dgm:t>
        <a:bodyPr/>
        <a:lstStyle/>
        <a:p>
          <a:r>
            <a:rPr lang="pt-BR" sz="2200" dirty="0" smtClean="0">
              <a:solidFill>
                <a:schemeClr val="bg1">
                  <a:lumMod val="85000"/>
                </a:schemeClr>
              </a:solidFill>
            </a:rPr>
            <a:t>Estabilização</a:t>
          </a:r>
          <a:br>
            <a:rPr lang="pt-BR" sz="2200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800" dirty="0" smtClean="0">
              <a:solidFill>
                <a:schemeClr val="bg1">
                  <a:lumMod val="85000"/>
                </a:schemeClr>
              </a:solidFill>
            </a:rPr>
            <a:t>(80 dias úteis)</a:t>
          </a:r>
          <a:endParaRPr lang="pt-BR" sz="1800" dirty="0">
            <a:solidFill>
              <a:schemeClr val="bg1">
                <a:lumMod val="85000"/>
              </a:schemeClr>
            </a:solidFill>
          </a:endParaRPr>
        </a:p>
      </dgm:t>
    </dgm:pt>
    <dgm:pt modelId="{FBE9EF13-CC76-4090-B67D-077BDDEF8A6B}" type="parTrans" cxnId="{0A5100AF-90C6-4A26-8D27-83E29AB4A2C5}">
      <dgm:prSet/>
      <dgm:spPr/>
      <dgm:t>
        <a:bodyPr/>
        <a:lstStyle/>
        <a:p>
          <a:endParaRPr lang="pt-BR">
            <a:solidFill>
              <a:schemeClr val="bg1"/>
            </a:solidFill>
          </a:endParaRPr>
        </a:p>
      </dgm:t>
    </dgm:pt>
    <dgm:pt modelId="{C9283C8D-7C60-4CB7-BFC0-F279C63FA9E3}" type="sibTrans" cxnId="{0A5100AF-90C6-4A26-8D27-83E29AB4A2C5}">
      <dgm:prSet/>
      <dgm:spPr/>
      <dgm:t>
        <a:bodyPr/>
        <a:lstStyle/>
        <a:p>
          <a:endParaRPr lang="pt-BR">
            <a:solidFill>
              <a:schemeClr val="bg1"/>
            </a:solidFill>
          </a:endParaRPr>
        </a:p>
      </dgm:t>
    </dgm:pt>
    <dgm:pt modelId="{BCF92110-66E5-45B3-8F74-B5258CF7D2DB}">
      <dgm:prSet phldrT="[Texto]"/>
      <dgm:spPr/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Sanear </a:t>
          </a:r>
          <a:r>
            <a:rPr lang="pt-BR" i="1" dirty="0" err="1" smtClean="0">
              <a:solidFill>
                <a:schemeClr val="bg1"/>
              </a:solidFill>
            </a:rPr>
            <a:t>Backlog</a:t>
          </a:r>
          <a:endParaRPr lang="pt-BR" i="1" dirty="0">
            <a:solidFill>
              <a:schemeClr val="bg1"/>
            </a:solidFill>
          </a:endParaRPr>
        </a:p>
      </dgm:t>
    </dgm:pt>
    <dgm:pt modelId="{71BCA297-E86E-4CDE-8F0E-98AD76F4A278}" type="parTrans" cxnId="{48A3E18E-41E6-4F83-9D8D-79AC8AF95771}">
      <dgm:prSet/>
      <dgm:spPr/>
      <dgm:t>
        <a:bodyPr/>
        <a:lstStyle/>
        <a:p>
          <a:endParaRPr lang="pt-BR">
            <a:solidFill>
              <a:schemeClr val="bg1"/>
            </a:solidFill>
          </a:endParaRPr>
        </a:p>
      </dgm:t>
    </dgm:pt>
    <dgm:pt modelId="{F8345729-24AF-431E-B679-43D6141BFA7C}" type="sibTrans" cxnId="{48A3E18E-41E6-4F83-9D8D-79AC8AF95771}">
      <dgm:prSet/>
      <dgm:spPr/>
      <dgm:t>
        <a:bodyPr/>
        <a:lstStyle/>
        <a:p>
          <a:endParaRPr lang="pt-BR">
            <a:solidFill>
              <a:schemeClr val="bg1"/>
            </a:solidFill>
          </a:endParaRPr>
        </a:p>
      </dgm:t>
    </dgm:pt>
    <dgm:pt modelId="{8CAC86E4-DA2F-43CB-9C00-251482FD76E5}">
      <dgm:prSet phldrT="[Texto]"/>
      <dgm:spPr/>
      <dgm:t>
        <a:bodyPr/>
        <a:lstStyle/>
        <a:p>
          <a:r>
            <a:rPr lang="pt-BR" smtClean="0">
              <a:solidFill>
                <a:schemeClr val="bg1"/>
              </a:solidFill>
            </a:rPr>
            <a:t>Ritos para Alto Impacto</a:t>
          </a:r>
          <a:endParaRPr lang="pt-BR" dirty="0">
            <a:solidFill>
              <a:schemeClr val="bg1"/>
            </a:solidFill>
          </a:endParaRPr>
        </a:p>
      </dgm:t>
    </dgm:pt>
    <dgm:pt modelId="{36313CEB-3BA3-4959-A2BF-FAC879E0733D}" type="parTrans" cxnId="{371BC9CA-2FB7-441F-9CCC-06E7AE300258}">
      <dgm:prSet/>
      <dgm:spPr/>
      <dgm:t>
        <a:bodyPr/>
        <a:lstStyle/>
        <a:p>
          <a:endParaRPr lang="pt-BR">
            <a:solidFill>
              <a:schemeClr val="bg1"/>
            </a:solidFill>
          </a:endParaRPr>
        </a:p>
      </dgm:t>
    </dgm:pt>
    <dgm:pt modelId="{3449E116-639A-4B8D-9E1A-313B52F314F4}" type="sibTrans" cxnId="{371BC9CA-2FB7-441F-9CCC-06E7AE300258}">
      <dgm:prSet/>
      <dgm:spPr/>
      <dgm:t>
        <a:bodyPr/>
        <a:lstStyle/>
        <a:p>
          <a:endParaRPr lang="pt-BR">
            <a:solidFill>
              <a:schemeClr val="bg1"/>
            </a:solidFill>
          </a:endParaRPr>
        </a:p>
      </dgm:t>
    </dgm:pt>
    <dgm:pt modelId="{48279F41-95CC-4248-88CA-AE20354257B5}">
      <dgm:prSet phldrT="[Texto]"/>
      <dgm:spPr/>
      <dgm:t>
        <a:bodyPr/>
        <a:lstStyle/>
        <a:p>
          <a:r>
            <a:rPr lang="pt-BR" i="1" dirty="0" smtClean="0">
              <a:solidFill>
                <a:schemeClr val="bg1"/>
              </a:solidFill>
            </a:rPr>
            <a:t>Root Cause </a:t>
          </a:r>
          <a:r>
            <a:rPr lang="pt-BR" i="1" dirty="0" err="1" smtClean="0">
              <a:solidFill>
                <a:schemeClr val="bg1"/>
              </a:solidFill>
            </a:rPr>
            <a:t>Analysis</a:t>
          </a:r>
          <a:endParaRPr lang="pt-BR" i="1" dirty="0">
            <a:solidFill>
              <a:schemeClr val="bg1"/>
            </a:solidFill>
          </a:endParaRPr>
        </a:p>
      </dgm:t>
    </dgm:pt>
    <dgm:pt modelId="{BADFEDC5-87D8-4281-838B-D49E4B23CDFC}" type="parTrans" cxnId="{888EBD0A-6487-40B7-A987-747416E87653}">
      <dgm:prSet/>
      <dgm:spPr/>
      <dgm:t>
        <a:bodyPr/>
        <a:lstStyle/>
        <a:p>
          <a:endParaRPr lang="pt-BR">
            <a:solidFill>
              <a:schemeClr val="bg1"/>
            </a:solidFill>
          </a:endParaRPr>
        </a:p>
      </dgm:t>
    </dgm:pt>
    <dgm:pt modelId="{BA1B3D5A-DEC0-417E-B469-955C9A07B7DD}" type="sibTrans" cxnId="{888EBD0A-6487-40B7-A987-747416E87653}">
      <dgm:prSet/>
      <dgm:spPr/>
      <dgm:t>
        <a:bodyPr/>
        <a:lstStyle/>
        <a:p>
          <a:endParaRPr lang="pt-BR">
            <a:solidFill>
              <a:schemeClr val="bg1"/>
            </a:solidFill>
          </a:endParaRPr>
        </a:p>
      </dgm:t>
    </dgm:pt>
    <dgm:pt modelId="{8392925C-47E3-4EF0-806A-51E717420CAE}">
      <dgm:prSet phldrT="[Texto]" custT="1"/>
      <dgm:spPr/>
      <dgm:t>
        <a:bodyPr/>
        <a:lstStyle/>
        <a:p>
          <a:r>
            <a:rPr lang="pt-BR" sz="2200" dirty="0" smtClean="0">
              <a:solidFill>
                <a:schemeClr val="bg1">
                  <a:lumMod val="85000"/>
                </a:schemeClr>
              </a:solidFill>
            </a:rPr>
            <a:t>Evolução</a:t>
          </a:r>
          <a:br>
            <a:rPr lang="pt-BR" sz="2200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800" dirty="0" smtClean="0">
              <a:solidFill>
                <a:schemeClr val="bg1">
                  <a:lumMod val="85000"/>
                </a:schemeClr>
              </a:solidFill>
            </a:rPr>
            <a:t>(após a Estabilização)</a:t>
          </a:r>
          <a:endParaRPr lang="pt-BR" sz="1800" dirty="0">
            <a:solidFill>
              <a:schemeClr val="bg1">
                <a:lumMod val="85000"/>
              </a:schemeClr>
            </a:solidFill>
          </a:endParaRPr>
        </a:p>
      </dgm:t>
    </dgm:pt>
    <dgm:pt modelId="{00B41D76-F0CB-415E-AF40-9B45845C4B78}" type="parTrans" cxnId="{C5FF6DAF-74A3-48BA-A417-E5CC4318BC90}">
      <dgm:prSet/>
      <dgm:spPr/>
      <dgm:t>
        <a:bodyPr/>
        <a:lstStyle/>
        <a:p>
          <a:endParaRPr lang="pt-BR">
            <a:solidFill>
              <a:schemeClr val="bg1"/>
            </a:solidFill>
          </a:endParaRPr>
        </a:p>
      </dgm:t>
    </dgm:pt>
    <dgm:pt modelId="{896BD10B-7ACF-4C75-BAD3-057C068C0952}" type="sibTrans" cxnId="{C5FF6DAF-74A3-48BA-A417-E5CC4318BC90}">
      <dgm:prSet/>
      <dgm:spPr/>
      <dgm:t>
        <a:bodyPr/>
        <a:lstStyle/>
        <a:p>
          <a:endParaRPr lang="pt-BR">
            <a:solidFill>
              <a:schemeClr val="bg1"/>
            </a:solidFill>
          </a:endParaRPr>
        </a:p>
      </dgm:t>
    </dgm:pt>
    <dgm:pt modelId="{370D48AC-307F-4CF9-AA92-83B81CB0FFEE}">
      <dgm:prSet phldrT="[Texto]"/>
      <dgm:spPr>
        <a:solidFill>
          <a:schemeClr val="accent2">
            <a:lumMod val="75000"/>
            <a:alpha val="50000"/>
          </a:schemeClr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Catálogo de Serviços Intuitivo</a:t>
          </a:r>
          <a:endParaRPr lang="pt-BR" dirty="0">
            <a:solidFill>
              <a:schemeClr val="bg1"/>
            </a:solidFill>
          </a:endParaRPr>
        </a:p>
      </dgm:t>
    </dgm:pt>
    <dgm:pt modelId="{137D2DBA-ACFE-4860-A887-8471D44871B5}" type="parTrans" cxnId="{F0A05179-34F6-445A-B359-F87257985571}">
      <dgm:prSet/>
      <dgm:spPr/>
      <dgm:t>
        <a:bodyPr/>
        <a:lstStyle/>
        <a:p>
          <a:endParaRPr lang="pt-BR">
            <a:solidFill>
              <a:schemeClr val="bg1"/>
            </a:solidFill>
          </a:endParaRPr>
        </a:p>
      </dgm:t>
    </dgm:pt>
    <dgm:pt modelId="{A13E8A60-E25D-45DB-8AF6-68DEA9AD53EB}" type="sibTrans" cxnId="{F0A05179-34F6-445A-B359-F87257985571}">
      <dgm:prSet/>
      <dgm:spPr/>
      <dgm:t>
        <a:bodyPr/>
        <a:lstStyle/>
        <a:p>
          <a:endParaRPr lang="pt-BR">
            <a:solidFill>
              <a:schemeClr val="bg1"/>
            </a:solidFill>
          </a:endParaRPr>
        </a:p>
      </dgm:t>
    </dgm:pt>
    <dgm:pt modelId="{A2F3CE2D-89A4-45B3-A7D7-EAA9823F232E}">
      <dgm:prSet phldrT="[Texto]"/>
      <dgm:spPr>
        <a:solidFill>
          <a:schemeClr val="accent2">
            <a:lumMod val="75000"/>
            <a:alpha val="50000"/>
          </a:schemeClr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Indicadores e Metas</a:t>
          </a:r>
          <a:endParaRPr lang="pt-BR" dirty="0">
            <a:solidFill>
              <a:schemeClr val="bg1"/>
            </a:solidFill>
          </a:endParaRPr>
        </a:p>
      </dgm:t>
    </dgm:pt>
    <dgm:pt modelId="{9F8D9E33-DB16-47AB-B404-9208F40DBAB8}" type="parTrans" cxnId="{E0DA2B7E-AE34-4E09-8508-11706A532770}">
      <dgm:prSet/>
      <dgm:spPr/>
      <dgm:t>
        <a:bodyPr/>
        <a:lstStyle/>
        <a:p>
          <a:endParaRPr lang="pt-BR">
            <a:solidFill>
              <a:schemeClr val="bg1"/>
            </a:solidFill>
          </a:endParaRPr>
        </a:p>
      </dgm:t>
    </dgm:pt>
    <dgm:pt modelId="{13558B4A-908C-4B93-9AB6-9C64B94693D9}" type="sibTrans" cxnId="{E0DA2B7E-AE34-4E09-8508-11706A532770}">
      <dgm:prSet/>
      <dgm:spPr/>
      <dgm:t>
        <a:bodyPr/>
        <a:lstStyle/>
        <a:p>
          <a:endParaRPr lang="pt-BR">
            <a:solidFill>
              <a:schemeClr val="bg1"/>
            </a:solidFill>
          </a:endParaRPr>
        </a:p>
      </dgm:t>
    </dgm:pt>
    <dgm:pt modelId="{4EDD8DA6-4F29-4EE7-AAA7-DFFF56D037C9}">
      <dgm:prSet phldrT="[Texto]"/>
      <dgm:spPr/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Prazos de Resolução</a:t>
          </a:r>
          <a:endParaRPr lang="pt-BR" dirty="0">
            <a:solidFill>
              <a:schemeClr val="bg1"/>
            </a:solidFill>
          </a:endParaRPr>
        </a:p>
      </dgm:t>
    </dgm:pt>
    <dgm:pt modelId="{1ADE154E-667F-4BD8-876D-D911E3416FD7}" type="parTrans" cxnId="{340AF12F-9008-4E52-979A-9E6F396559B9}">
      <dgm:prSet/>
      <dgm:spPr/>
      <dgm:t>
        <a:bodyPr/>
        <a:lstStyle/>
        <a:p>
          <a:endParaRPr lang="pt-BR"/>
        </a:p>
      </dgm:t>
    </dgm:pt>
    <dgm:pt modelId="{6741861B-D2AC-48B9-BC95-1DE449D70AC7}" type="sibTrans" cxnId="{340AF12F-9008-4E52-979A-9E6F396559B9}">
      <dgm:prSet/>
      <dgm:spPr/>
      <dgm:t>
        <a:bodyPr/>
        <a:lstStyle/>
        <a:p>
          <a:endParaRPr lang="pt-BR"/>
        </a:p>
      </dgm:t>
    </dgm:pt>
    <dgm:pt modelId="{DAD4AC89-DE28-4C06-AB7C-6E97BAF231FC}">
      <dgm:prSet phldrT="[Texto]"/>
      <dgm:spPr>
        <a:solidFill>
          <a:schemeClr val="accent2">
            <a:lumMod val="75000"/>
            <a:alpha val="50000"/>
          </a:schemeClr>
        </a:solidFill>
      </dgm:spPr>
      <dgm:t>
        <a:bodyPr/>
        <a:lstStyle/>
        <a:p>
          <a:r>
            <a:rPr lang="pt-BR" dirty="0" smtClean="0">
              <a:solidFill>
                <a:schemeClr val="bg1"/>
              </a:solidFill>
            </a:rPr>
            <a:t>Processos da Transição</a:t>
          </a:r>
          <a:endParaRPr lang="pt-BR" dirty="0">
            <a:solidFill>
              <a:schemeClr val="bg1"/>
            </a:solidFill>
          </a:endParaRPr>
        </a:p>
      </dgm:t>
    </dgm:pt>
    <dgm:pt modelId="{CA4FBEB6-643E-4868-B55C-84715B876352}" type="parTrans" cxnId="{7D56DAB5-5D87-4536-A194-880DA7F8AD1F}">
      <dgm:prSet/>
      <dgm:spPr/>
      <dgm:t>
        <a:bodyPr/>
        <a:lstStyle/>
        <a:p>
          <a:endParaRPr lang="pt-BR"/>
        </a:p>
      </dgm:t>
    </dgm:pt>
    <dgm:pt modelId="{CDFD6ED1-0B24-49B4-BA03-69A5087E1DEF}" type="sibTrans" cxnId="{7D56DAB5-5D87-4536-A194-880DA7F8AD1F}">
      <dgm:prSet/>
      <dgm:spPr/>
      <dgm:t>
        <a:bodyPr/>
        <a:lstStyle/>
        <a:p>
          <a:endParaRPr lang="pt-BR"/>
        </a:p>
      </dgm:t>
    </dgm:pt>
    <dgm:pt modelId="{5A972DB7-B3A2-4766-A7E4-4E42C440507E}" type="pres">
      <dgm:prSet presAssocID="{F31AC2ED-9056-40BE-BCFC-AF084A7E0599}" presName="Name0" presStyleCnt="0">
        <dgm:presLayoutVars>
          <dgm:chMax val="3"/>
          <dgm:chPref val="3"/>
          <dgm:bulletEnabled val="1"/>
          <dgm:dir/>
          <dgm:animLvl val="lvl"/>
        </dgm:presLayoutVars>
      </dgm:prSet>
      <dgm:spPr/>
      <dgm:t>
        <a:bodyPr/>
        <a:lstStyle/>
        <a:p>
          <a:endParaRPr lang="pt-BR"/>
        </a:p>
      </dgm:t>
    </dgm:pt>
    <dgm:pt modelId="{B19B0651-4184-459C-816F-3BCC2DBA2F68}" type="pres">
      <dgm:prSet presAssocID="{F31AC2ED-9056-40BE-BCFC-AF084A7E0599}" presName="arc1" presStyleLbl="node1" presStyleIdx="0" presStyleCnt="2" custScaleY="77415" custLinFactNeighborX="2715"/>
      <dgm:spPr>
        <a:solidFill>
          <a:schemeClr val="bg1">
            <a:lumMod val="75000"/>
          </a:schemeClr>
        </a:solidFill>
      </dgm:spPr>
    </dgm:pt>
    <dgm:pt modelId="{233CF150-D326-4D5B-AEBD-69447BBC6CBC}" type="pres">
      <dgm:prSet presAssocID="{F31AC2ED-9056-40BE-BCFC-AF084A7E0599}" presName="arc3" presStyleLbl="node1" presStyleIdx="1" presStyleCnt="2" custScaleY="77415"/>
      <dgm:spPr>
        <a:solidFill>
          <a:schemeClr val="bg1">
            <a:lumMod val="75000"/>
          </a:schemeClr>
        </a:solidFill>
      </dgm:spPr>
    </dgm:pt>
    <dgm:pt modelId="{341825C6-E00B-459C-8BDA-1841AD91E4FD}" type="pres">
      <dgm:prSet presAssocID="{F31AC2ED-9056-40BE-BCFC-AF084A7E0599}" presName="parentText2" presStyleLbl="revTx" presStyleIdx="0" presStyleCnt="2" custLinFactNeighborX="-279" custLinFactNeighborY="6873">
        <dgm:presLayoutVars>
          <dgm:chMax val="4"/>
          <dgm:chPref val="3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AE93C1D-CBC3-4E03-AC04-36C8D01AC5F1}" type="pres">
      <dgm:prSet presAssocID="{F31AC2ED-9056-40BE-BCFC-AF084A7E0599}" presName="middleComposite" presStyleCnt="0"/>
      <dgm:spPr/>
    </dgm:pt>
    <dgm:pt modelId="{28DE3206-3490-4B8C-A280-D866BBDD3191}" type="pres">
      <dgm:prSet presAssocID="{370D48AC-307F-4CF9-AA92-83B81CB0FFEE}" presName="circ1" presStyleLbl="vennNode1" presStyleIdx="0" presStyleCnt="12"/>
      <dgm:spPr/>
      <dgm:t>
        <a:bodyPr/>
        <a:lstStyle/>
        <a:p>
          <a:endParaRPr lang="pt-BR"/>
        </a:p>
      </dgm:t>
    </dgm:pt>
    <dgm:pt modelId="{8B3DDE51-80D3-4B8D-A8DA-E0DEBBFD1F95}" type="pres">
      <dgm:prSet presAssocID="{370D48AC-307F-4CF9-AA92-83B81CB0FFEE}" presName="circ1Tx" presStyleLbl="revTx" presStyleIdx="0" presStyleCnt="2">
        <dgm:presLayoutVars>
          <dgm:chMax val="0"/>
          <dgm:chPref val="0"/>
        </dgm:presLayoutVars>
      </dgm:prSet>
      <dgm:spPr/>
      <dgm:t>
        <a:bodyPr/>
        <a:lstStyle/>
        <a:p>
          <a:endParaRPr lang="pt-BR"/>
        </a:p>
      </dgm:t>
    </dgm:pt>
    <dgm:pt modelId="{BC20FEC8-74DA-4402-B1E1-40D2A01990DF}" type="pres">
      <dgm:prSet presAssocID="{DAD4AC89-DE28-4C06-AB7C-6E97BAF231FC}" presName="circ2" presStyleLbl="vennNode1" presStyleIdx="1" presStyleCnt="12"/>
      <dgm:spPr/>
      <dgm:t>
        <a:bodyPr/>
        <a:lstStyle/>
        <a:p>
          <a:endParaRPr lang="pt-BR"/>
        </a:p>
      </dgm:t>
    </dgm:pt>
    <dgm:pt modelId="{C5FDD89D-6AF0-4251-A76E-9F64D0123717}" type="pres">
      <dgm:prSet presAssocID="{DAD4AC89-DE28-4C06-AB7C-6E97BAF231FC}" presName="circ2Tx" presStyleLbl="revTx" presStyleIdx="0" presStyleCnt="2">
        <dgm:presLayoutVars>
          <dgm:chMax val="0"/>
          <dgm:chPref val="0"/>
        </dgm:presLayoutVars>
      </dgm:prSet>
      <dgm:spPr/>
      <dgm:t>
        <a:bodyPr/>
        <a:lstStyle/>
        <a:p>
          <a:endParaRPr lang="pt-BR"/>
        </a:p>
      </dgm:t>
    </dgm:pt>
    <dgm:pt modelId="{332E2349-8664-468D-A5AF-6DBA5217E781}" type="pres">
      <dgm:prSet presAssocID="{A2F3CE2D-89A4-45B3-A7D7-EAA9823F232E}" presName="circ3" presStyleLbl="vennNode1" presStyleIdx="2" presStyleCnt="12"/>
      <dgm:spPr/>
      <dgm:t>
        <a:bodyPr/>
        <a:lstStyle/>
        <a:p>
          <a:endParaRPr lang="pt-BR"/>
        </a:p>
      </dgm:t>
    </dgm:pt>
    <dgm:pt modelId="{7E9E9E50-16EB-465A-9CF8-94F608A09AF2}" type="pres">
      <dgm:prSet presAssocID="{A2F3CE2D-89A4-45B3-A7D7-EAA9823F232E}" presName="circ3Tx" presStyleLbl="revTx" presStyleIdx="0" presStyleCnt="2">
        <dgm:presLayoutVars>
          <dgm:chMax val="0"/>
          <dgm:chPref val="0"/>
        </dgm:presLayoutVars>
      </dgm:prSet>
      <dgm:spPr/>
      <dgm:t>
        <a:bodyPr/>
        <a:lstStyle/>
        <a:p>
          <a:endParaRPr lang="pt-BR"/>
        </a:p>
      </dgm:t>
    </dgm:pt>
    <dgm:pt modelId="{DD3C7C8B-1229-40F2-8F8B-A707200A1116}" type="pres">
      <dgm:prSet presAssocID="{F31AC2ED-9056-40BE-BCFC-AF084A7E0599}" presName="leftComposite" presStyleCnt="0"/>
      <dgm:spPr/>
    </dgm:pt>
    <dgm:pt modelId="{1BDCCF3A-978C-4A0D-822F-1E11A71C04A0}" type="pres">
      <dgm:prSet presAssocID="{BCF92110-66E5-45B3-8F74-B5258CF7D2DB}" presName="childText1_1" presStyleLbl="vennNode1" presStyleIdx="3" presStyleCnt="12">
        <dgm:presLayoutVars>
          <dgm:chMax val="0"/>
          <dgm:chPref val="0"/>
        </dgm:presLayoutVars>
      </dgm:prSet>
      <dgm:spPr/>
      <dgm:t>
        <a:bodyPr/>
        <a:lstStyle/>
        <a:p>
          <a:endParaRPr lang="pt-BR"/>
        </a:p>
      </dgm:t>
    </dgm:pt>
    <dgm:pt modelId="{2BCB254B-686C-4C4D-8E6A-7B3A9186A76A}" type="pres">
      <dgm:prSet presAssocID="{BCF92110-66E5-45B3-8F74-B5258CF7D2DB}" presName="ellipse1" presStyleLbl="vennNode1" presStyleIdx="4" presStyleCnt="12"/>
      <dgm:spPr/>
      <dgm:t>
        <a:bodyPr/>
        <a:lstStyle/>
        <a:p>
          <a:endParaRPr lang="pt-BR"/>
        </a:p>
      </dgm:t>
    </dgm:pt>
    <dgm:pt modelId="{203CA585-612C-4F76-9A46-3E11753D5767}" type="pres">
      <dgm:prSet presAssocID="{BCF92110-66E5-45B3-8F74-B5258CF7D2DB}" presName="ellipse2" presStyleLbl="vennNode1" presStyleIdx="5" presStyleCnt="12"/>
      <dgm:spPr/>
    </dgm:pt>
    <dgm:pt modelId="{0A9958AC-78F3-492B-9F9E-39A53AE67533}" type="pres">
      <dgm:prSet presAssocID="{8CAC86E4-DA2F-43CB-9C00-251482FD76E5}" presName="childText1_2" presStyleLbl="vennNode1" presStyleIdx="6" presStyleCnt="12">
        <dgm:presLayoutVars>
          <dgm:chMax val="0"/>
          <dgm:chPref val="0"/>
        </dgm:presLayoutVars>
      </dgm:prSet>
      <dgm:spPr/>
      <dgm:t>
        <a:bodyPr/>
        <a:lstStyle/>
        <a:p>
          <a:endParaRPr lang="pt-BR"/>
        </a:p>
      </dgm:t>
    </dgm:pt>
    <dgm:pt modelId="{F4514CB0-CE9C-42E0-A21B-8BF89CC689FB}" type="pres">
      <dgm:prSet presAssocID="{8CAC86E4-DA2F-43CB-9C00-251482FD76E5}" presName="ellipse3" presStyleLbl="vennNode1" presStyleIdx="7" presStyleCnt="12"/>
      <dgm:spPr/>
    </dgm:pt>
    <dgm:pt modelId="{8A1DCE93-AD52-40E8-80EF-8DE77F9C3749}" type="pres">
      <dgm:prSet presAssocID="{48279F41-95CC-4248-88CA-AE20354257B5}" presName="childText1_3" presStyleLbl="vennNode1" presStyleIdx="8" presStyleCnt="12">
        <dgm:presLayoutVars>
          <dgm:chMax val="0"/>
          <dgm:chPref val="0"/>
        </dgm:presLayoutVars>
      </dgm:prSet>
      <dgm:spPr/>
      <dgm:t>
        <a:bodyPr/>
        <a:lstStyle/>
        <a:p>
          <a:endParaRPr lang="pt-BR"/>
        </a:p>
      </dgm:t>
    </dgm:pt>
    <dgm:pt modelId="{E5D9F0CD-2D05-4165-881C-FCA72D7444C6}" type="pres">
      <dgm:prSet presAssocID="{4EDD8DA6-4F29-4EE7-AAA7-DFFF56D037C9}" presName="childText1_4" presStyleLbl="vennNode1" presStyleIdx="9" presStyleCnt="12">
        <dgm:presLayoutVars>
          <dgm:chMax val="0"/>
          <dgm:chPref val="0"/>
        </dgm:presLayoutVars>
      </dgm:prSet>
      <dgm:spPr/>
      <dgm:t>
        <a:bodyPr/>
        <a:lstStyle/>
        <a:p>
          <a:endParaRPr lang="pt-BR"/>
        </a:p>
      </dgm:t>
    </dgm:pt>
    <dgm:pt modelId="{22955492-8B8A-4A31-8C03-5D03A8BB4FFC}" type="pres">
      <dgm:prSet presAssocID="{4EDD8DA6-4F29-4EE7-AAA7-DFFF56D037C9}" presName="ellipse4" presStyleLbl="vennNode1" presStyleIdx="10" presStyleCnt="12"/>
      <dgm:spPr/>
    </dgm:pt>
    <dgm:pt modelId="{FDB8B9F0-B46C-4047-A7B1-49CD576D0806}" type="pres">
      <dgm:prSet presAssocID="{4EDD8DA6-4F29-4EE7-AAA7-DFFF56D037C9}" presName="ellipse5" presStyleLbl="vennNode1" presStyleIdx="11" presStyleCnt="12"/>
      <dgm:spPr/>
    </dgm:pt>
    <dgm:pt modelId="{337A97A9-27DC-4AE7-A12A-F4905D499F44}" type="pres">
      <dgm:prSet presAssocID="{F31AC2ED-9056-40BE-BCFC-AF084A7E0599}" presName="parentText1" presStyleLbl="revTx" presStyleIdx="1" presStyleCnt="2" custLinFactNeighborY="6872">
        <dgm:presLayoutVars>
          <dgm:chMax val="4"/>
          <dgm:chPref val="3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F7E6D4EB-C13A-4E38-B055-89624380020F}" type="presOf" srcId="{8CAC86E4-DA2F-43CB-9C00-251482FD76E5}" destId="{0A9958AC-78F3-492B-9F9E-39A53AE67533}" srcOrd="0" destOrd="0" presId="urn:microsoft.com/office/officeart/2009/3/layout/PhasedProcess"/>
    <dgm:cxn modelId="{C5FF6DAF-74A3-48BA-A417-E5CC4318BC90}" srcId="{F31AC2ED-9056-40BE-BCFC-AF084A7E0599}" destId="{8392925C-47E3-4EF0-806A-51E717420CAE}" srcOrd="1" destOrd="0" parTransId="{00B41D76-F0CB-415E-AF40-9B45845C4B78}" sibTransId="{896BD10B-7ACF-4C75-BAD3-057C068C0952}"/>
    <dgm:cxn modelId="{340AF12F-9008-4E52-979A-9E6F396559B9}" srcId="{40098A9A-33F6-48DA-9C5A-D1028CE949BB}" destId="{4EDD8DA6-4F29-4EE7-AAA7-DFFF56D037C9}" srcOrd="3" destOrd="0" parTransId="{1ADE154E-667F-4BD8-876D-D911E3416FD7}" sibTransId="{6741861B-D2AC-48B9-BC95-1DE449D70AC7}"/>
    <dgm:cxn modelId="{41F85A3C-298B-4029-89F0-C64559BEAA08}" type="presOf" srcId="{8392925C-47E3-4EF0-806A-51E717420CAE}" destId="{341825C6-E00B-459C-8BDA-1841AD91E4FD}" srcOrd="0" destOrd="0" presId="urn:microsoft.com/office/officeart/2009/3/layout/PhasedProcess"/>
    <dgm:cxn modelId="{665D4015-6F4D-4789-A00D-D1097C865EC3}" type="presOf" srcId="{A2F3CE2D-89A4-45B3-A7D7-EAA9823F232E}" destId="{332E2349-8664-468D-A5AF-6DBA5217E781}" srcOrd="0" destOrd="0" presId="urn:microsoft.com/office/officeart/2009/3/layout/PhasedProcess"/>
    <dgm:cxn modelId="{2D00A710-D40B-41F9-B015-0E6978578E39}" type="presOf" srcId="{DAD4AC89-DE28-4C06-AB7C-6E97BAF231FC}" destId="{C5FDD89D-6AF0-4251-A76E-9F64D0123717}" srcOrd="1" destOrd="0" presId="urn:microsoft.com/office/officeart/2009/3/layout/PhasedProcess"/>
    <dgm:cxn modelId="{226F2DBB-E68C-4447-8F89-AFFDF210B75F}" type="presOf" srcId="{48279F41-95CC-4248-88CA-AE20354257B5}" destId="{8A1DCE93-AD52-40E8-80EF-8DE77F9C3749}" srcOrd="0" destOrd="0" presId="urn:microsoft.com/office/officeart/2009/3/layout/PhasedProcess"/>
    <dgm:cxn modelId="{F0A05179-34F6-445A-B359-F87257985571}" srcId="{8392925C-47E3-4EF0-806A-51E717420CAE}" destId="{370D48AC-307F-4CF9-AA92-83B81CB0FFEE}" srcOrd="0" destOrd="0" parTransId="{137D2DBA-ACFE-4860-A887-8471D44871B5}" sibTransId="{A13E8A60-E25D-45DB-8AF6-68DEA9AD53EB}"/>
    <dgm:cxn modelId="{E059F6B1-71F0-4E32-B9AA-83C8185C9CF2}" type="presOf" srcId="{370D48AC-307F-4CF9-AA92-83B81CB0FFEE}" destId="{8B3DDE51-80D3-4B8D-A8DA-E0DEBBFD1F95}" srcOrd="1" destOrd="0" presId="urn:microsoft.com/office/officeart/2009/3/layout/PhasedProcess"/>
    <dgm:cxn modelId="{C4874BA0-CDFA-4A4F-8168-D1AA7954EF44}" type="presOf" srcId="{4EDD8DA6-4F29-4EE7-AAA7-DFFF56D037C9}" destId="{E5D9F0CD-2D05-4165-881C-FCA72D7444C6}" srcOrd="0" destOrd="0" presId="urn:microsoft.com/office/officeart/2009/3/layout/PhasedProcess"/>
    <dgm:cxn modelId="{888EBD0A-6487-40B7-A987-747416E87653}" srcId="{40098A9A-33F6-48DA-9C5A-D1028CE949BB}" destId="{48279F41-95CC-4248-88CA-AE20354257B5}" srcOrd="2" destOrd="0" parTransId="{BADFEDC5-87D8-4281-838B-D49E4B23CDFC}" sibTransId="{BA1B3D5A-DEC0-417E-B469-955C9A07B7DD}"/>
    <dgm:cxn modelId="{44391B2A-EECD-4F19-80BF-925B3AF2FE5D}" type="presOf" srcId="{BCF92110-66E5-45B3-8F74-B5258CF7D2DB}" destId="{1BDCCF3A-978C-4A0D-822F-1E11A71C04A0}" srcOrd="0" destOrd="0" presId="urn:microsoft.com/office/officeart/2009/3/layout/PhasedProcess"/>
    <dgm:cxn modelId="{D16E759B-1060-4313-92AF-6C704D313307}" type="presOf" srcId="{40098A9A-33F6-48DA-9C5A-D1028CE949BB}" destId="{337A97A9-27DC-4AE7-A12A-F4905D499F44}" srcOrd="0" destOrd="0" presId="urn:microsoft.com/office/officeart/2009/3/layout/PhasedProcess"/>
    <dgm:cxn modelId="{E0DA2B7E-AE34-4E09-8508-11706A532770}" srcId="{8392925C-47E3-4EF0-806A-51E717420CAE}" destId="{A2F3CE2D-89A4-45B3-A7D7-EAA9823F232E}" srcOrd="2" destOrd="0" parTransId="{9F8D9E33-DB16-47AB-B404-9208F40DBAB8}" sibTransId="{13558B4A-908C-4B93-9AB6-9C64B94693D9}"/>
    <dgm:cxn modelId="{29671395-0200-4D51-AA39-107B2450815D}" type="presOf" srcId="{A2F3CE2D-89A4-45B3-A7D7-EAA9823F232E}" destId="{7E9E9E50-16EB-465A-9CF8-94F608A09AF2}" srcOrd="1" destOrd="0" presId="urn:microsoft.com/office/officeart/2009/3/layout/PhasedProcess"/>
    <dgm:cxn modelId="{48A3E18E-41E6-4F83-9D8D-79AC8AF95771}" srcId="{40098A9A-33F6-48DA-9C5A-D1028CE949BB}" destId="{BCF92110-66E5-45B3-8F74-B5258CF7D2DB}" srcOrd="0" destOrd="0" parTransId="{71BCA297-E86E-4CDE-8F0E-98AD76F4A278}" sibTransId="{F8345729-24AF-431E-B679-43D6141BFA7C}"/>
    <dgm:cxn modelId="{371BC9CA-2FB7-441F-9CCC-06E7AE300258}" srcId="{40098A9A-33F6-48DA-9C5A-D1028CE949BB}" destId="{8CAC86E4-DA2F-43CB-9C00-251482FD76E5}" srcOrd="1" destOrd="0" parTransId="{36313CEB-3BA3-4959-A2BF-FAC879E0733D}" sibTransId="{3449E116-639A-4B8D-9E1A-313B52F314F4}"/>
    <dgm:cxn modelId="{92E8BAD1-3A57-41F9-BED4-E05D3A98AF0B}" type="presOf" srcId="{370D48AC-307F-4CF9-AA92-83B81CB0FFEE}" destId="{28DE3206-3490-4B8C-A280-D866BBDD3191}" srcOrd="0" destOrd="0" presId="urn:microsoft.com/office/officeart/2009/3/layout/PhasedProcess"/>
    <dgm:cxn modelId="{2B5C80DC-8CBD-4038-AA4F-F25037F22DDE}" type="presOf" srcId="{F31AC2ED-9056-40BE-BCFC-AF084A7E0599}" destId="{5A972DB7-B3A2-4766-A7E4-4E42C440507E}" srcOrd="0" destOrd="0" presId="urn:microsoft.com/office/officeart/2009/3/layout/PhasedProcess"/>
    <dgm:cxn modelId="{0A5100AF-90C6-4A26-8D27-83E29AB4A2C5}" srcId="{F31AC2ED-9056-40BE-BCFC-AF084A7E0599}" destId="{40098A9A-33F6-48DA-9C5A-D1028CE949BB}" srcOrd="0" destOrd="0" parTransId="{FBE9EF13-CC76-4090-B67D-077BDDEF8A6B}" sibTransId="{C9283C8D-7C60-4CB7-BFC0-F279C63FA9E3}"/>
    <dgm:cxn modelId="{7D56DAB5-5D87-4536-A194-880DA7F8AD1F}" srcId="{8392925C-47E3-4EF0-806A-51E717420CAE}" destId="{DAD4AC89-DE28-4C06-AB7C-6E97BAF231FC}" srcOrd="1" destOrd="0" parTransId="{CA4FBEB6-643E-4868-B55C-84715B876352}" sibTransId="{CDFD6ED1-0B24-49B4-BA03-69A5087E1DEF}"/>
    <dgm:cxn modelId="{B1C355CA-1133-45D0-B8FA-663FB81A4230}" type="presOf" srcId="{DAD4AC89-DE28-4C06-AB7C-6E97BAF231FC}" destId="{BC20FEC8-74DA-4402-B1E1-40D2A01990DF}" srcOrd="0" destOrd="0" presId="urn:microsoft.com/office/officeart/2009/3/layout/PhasedProcess"/>
    <dgm:cxn modelId="{B8D225D4-B84A-4759-A241-0BFDBCD47A37}" type="presParOf" srcId="{5A972DB7-B3A2-4766-A7E4-4E42C440507E}" destId="{B19B0651-4184-459C-816F-3BCC2DBA2F68}" srcOrd="0" destOrd="0" presId="urn:microsoft.com/office/officeart/2009/3/layout/PhasedProcess"/>
    <dgm:cxn modelId="{B5F62882-3137-49C6-AD76-F5092DC5E2EB}" type="presParOf" srcId="{5A972DB7-B3A2-4766-A7E4-4E42C440507E}" destId="{233CF150-D326-4D5B-AEBD-69447BBC6CBC}" srcOrd="1" destOrd="0" presId="urn:microsoft.com/office/officeart/2009/3/layout/PhasedProcess"/>
    <dgm:cxn modelId="{C019FE11-16BD-499B-BF14-E59A581E616C}" type="presParOf" srcId="{5A972DB7-B3A2-4766-A7E4-4E42C440507E}" destId="{341825C6-E00B-459C-8BDA-1841AD91E4FD}" srcOrd="2" destOrd="0" presId="urn:microsoft.com/office/officeart/2009/3/layout/PhasedProcess"/>
    <dgm:cxn modelId="{566044C8-9A8E-4EED-BECD-70246A3AC10B}" type="presParOf" srcId="{5A972DB7-B3A2-4766-A7E4-4E42C440507E}" destId="{AAE93C1D-CBC3-4E03-AC04-36C8D01AC5F1}" srcOrd="3" destOrd="0" presId="urn:microsoft.com/office/officeart/2009/3/layout/PhasedProcess"/>
    <dgm:cxn modelId="{BFAFFCEB-984A-457C-93B2-D8B25EB3AC12}" type="presParOf" srcId="{AAE93C1D-CBC3-4E03-AC04-36C8D01AC5F1}" destId="{28DE3206-3490-4B8C-A280-D866BBDD3191}" srcOrd="0" destOrd="0" presId="urn:microsoft.com/office/officeart/2009/3/layout/PhasedProcess"/>
    <dgm:cxn modelId="{EEF6240B-0F4C-4EAE-AFD1-070DD5EBF23F}" type="presParOf" srcId="{AAE93C1D-CBC3-4E03-AC04-36C8D01AC5F1}" destId="{8B3DDE51-80D3-4B8D-A8DA-E0DEBBFD1F95}" srcOrd="1" destOrd="0" presId="urn:microsoft.com/office/officeart/2009/3/layout/PhasedProcess"/>
    <dgm:cxn modelId="{1F9696A4-5697-41A4-9901-DD33C43B4E0F}" type="presParOf" srcId="{AAE93C1D-CBC3-4E03-AC04-36C8D01AC5F1}" destId="{BC20FEC8-74DA-4402-B1E1-40D2A01990DF}" srcOrd="2" destOrd="0" presId="urn:microsoft.com/office/officeart/2009/3/layout/PhasedProcess"/>
    <dgm:cxn modelId="{8E5DFB04-065B-4601-B271-FAD66940EA3B}" type="presParOf" srcId="{AAE93C1D-CBC3-4E03-AC04-36C8D01AC5F1}" destId="{C5FDD89D-6AF0-4251-A76E-9F64D0123717}" srcOrd="3" destOrd="0" presId="urn:microsoft.com/office/officeart/2009/3/layout/PhasedProcess"/>
    <dgm:cxn modelId="{E85CC73E-70EF-4F03-9115-496FF5175E35}" type="presParOf" srcId="{AAE93C1D-CBC3-4E03-AC04-36C8D01AC5F1}" destId="{332E2349-8664-468D-A5AF-6DBA5217E781}" srcOrd="4" destOrd="0" presId="urn:microsoft.com/office/officeart/2009/3/layout/PhasedProcess"/>
    <dgm:cxn modelId="{5F1F7F37-F91F-4A8B-A317-EA90B6DC26AC}" type="presParOf" srcId="{AAE93C1D-CBC3-4E03-AC04-36C8D01AC5F1}" destId="{7E9E9E50-16EB-465A-9CF8-94F608A09AF2}" srcOrd="5" destOrd="0" presId="urn:microsoft.com/office/officeart/2009/3/layout/PhasedProcess"/>
    <dgm:cxn modelId="{D6628B8C-CDD4-490A-AA50-846FEAA6BECC}" type="presParOf" srcId="{5A972DB7-B3A2-4766-A7E4-4E42C440507E}" destId="{DD3C7C8B-1229-40F2-8F8B-A707200A1116}" srcOrd="4" destOrd="0" presId="urn:microsoft.com/office/officeart/2009/3/layout/PhasedProcess"/>
    <dgm:cxn modelId="{D14B318E-DD01-4552-9D87-528C238A53F4}" type="presParOf" srcId="{DD3C7C8B-1229-40F2-8F8B-A707200A1116}" destId="{1BDCCF3A-978C-4A0D-822F-1E11A71C04A0}" srcOrd="0" destOrd="0" presId="urn:microsoft.com/office/officeart/2009/3/layout/PhasedProcess"/>
    <dgm:cxn modelId="{578EE257-C004-427D-9AAE-51E5AC092968}" type="presParOf" srcId="{DD3C7C8B-1229-40F2-8F8B-A707200A1116}" destId="{2BCB254B-686C-4C4D-8E6A-7B3A9186A76A}" srcOrd="1" destOrd="0" presId="urn:microsoft.com/office/officeart/2009/3/layout/PhasedProcess"/>
    <dgm:cxn modelId="{4A8AFB9B-6E27-47DB-8CAA-24DEF6710826}" type="presParOf" srcId="{DD3C7C8B-1229-40F2-8F8B-A707200A1116}" destId="{203CA585-612C-4F76-9A46-3E11753D5767}" srcOrd="2" destOrd="0" presId="urn:microsoft.com/office/officeart/2009/3/layout/PhasedProcess"/>
    <dgm:cxn modelId="{9FA89BBE-7E70-40C0-B43A-CB1D8BA75534}" type="presParOf" srcId="{DD3C7C8B-1229-40F2-8F8B-A707200A1116}" destId="{0A9958AC-78F3-492B-9F9E-39A53AE67533}" srcOrd="3" destOrd="0" presId="urn:microsoft.com/office/officeart/2009/3/layout/PhasedProcess"/>
    <dgm:cxn modelId="{D6F4EFCB-53AE-42DC-836E-B9C34495D382}" type="presParOf" srcId="{DD3C7C8B-1229-40F2-8F8B-A707200A1116}" destId="{F4514CB0-CE9C-42E0-A21B-8BF89CC689FB}" srcOrd="4" destOrd="0" presId="urn:microsoft.com/office/officeart/2009/3/layout/PhasedProcess"/>
    <dgm:cxn modelId="{9B17C247-21D9-4B09-801D-E14C8EA951DD}" type="presParOf" srcId="{DD3C7C8B-1229-40F2-8F8B-A707200A1116}" destId="{8A1DCE93-AD52-40E8-80EF-8DE77F9C3749}" srcOrd="5" destOrd="0" presId="urn:microsoft.com/office/officeart/2009/3/layout/PhasedProcess"/>
    <dgm:cxn modelId="{D57B4DAB-DA92-4E4A-A89A-60ACE7AAB585}" type="presParOf" srcId="{DD3C7C8B-1229-40F2-8F8B-A707200A1116}" destId="{E5D9F0CD-2D05-4165-881C-FCA72D7444C6}" srcOrd="6" destOrd="0" presId="urn:microsoft.com/office/officeart/2009/3/layout/PhasedProcess"/>
    <dgm:cxn modelId="{72E0A6EC-5E37-4165-B91F-B003A9D7F1A7}" type="presParOf" srcId="{DD3C7C8B-1229-40F2-8F8B-A707200A1116}" destId="{22955492-8B8A-4A31-8C03-5D03A8BB4FFC}" srcOrd="7" destOrd="0" presId="urn:microsoft.com/office/officeart/2009/3/layout/PhasedProcess"/>
    <dgm:cxn modelId="{C7BA55DA-0C61-498C-89D8-2859EC81BED9}" type="presParOf" srcId="{DD3C7C8B-1229-40F2-8F8B-A707200A1116}" destId="{FDB8B9F0-B46C-4047-A7B1-49CD576D0806}" srcOrd="8" destOrd="0" presId="urn:microsoft.com/office/officeart/2009/3/layout/PhasedProcess"/>
    <dgm:cxn modelId="{876E8899-6B2C-4C47-8CA4-98E51F56B887}" type="presParOf" srcId="{5A972DB7-B3A2-4766-A7E4-4E42C440507E}" destId="{337A97A9-27DC-4AE7-A12A-F4905D499F44}" srcOrd="5" destOrd="0" presId="urn:microsoft.com/office/officeart/2009/3/layout/Phased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032F14-7204-4E6E-B403-FC9356EA09B4}" type="doc">
      <dgm:prSet loTypeId="urn:microsoft.com/office/officeart/2008/layout/HalfCircleOrganizationChart" loCatId="hierarchy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7BF08328-4AEE-427B-A198-397669B0605F}">
      <dgm:prSet phldrT="[Texto]" custT="1"/>
      <dgm:spPr/>
      <dgm:t>
        <a:bodyPr/>
        <a:lstStyle/>
        <a:p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Consultor Líder</a:t>
          </a:r>
          <a:br>
            <a:rPr lang="pt-BR" sz="1400" b="1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ITIL Expert</a:t>
          </a:r>
          <a:endParaRPr lang="pt-BR" sz="1400" b="1" dirty="0">
            <a:solidFill>
              <a:schemeClr val="bg1">
                <a:lumMod val="85000"/>
              </a:schemeClr>
            </a:solidFill>
          </a:endParaRPr>
        </a:p>
      </dgm:t>
    </dgm:pt>
    <dgm:pt modelId="{A270643B-7BFC-41AE-9827-339A6747989D}" type="parTrans" cxnId="{8A426EF6-19B6-4B70-BFD5-2111EEC759ED}">
      <dgm:prSet/>
      <dgm:spPr/>
      <dgm:t>
        <a:bodyPr/>
        <a:lstStyle/>
        <a:p>
          <a:endParaRPr lang="pt-BR" sz="1400" b="1">
            <a:solidFill>
              <a:schemeClr val="bg1">
                <a:lumMod val="85000"/>
              </a:schemeClr>
            </a:solidFill>
          </a:endParaRPr>
        </a:p>
      </dgm:t>
    </dgm:pt>
    <dgm:pt modelId="{C0923C7F-CFCE-4AD0-867E-B287948566C3}" type="sibTrans" cxnId="{8A426EF6-19B6-4B70-BFD5-2111EEC759ED}">
      <dgm:prSet/>
      <dgm:spPr/>
      <dgm:t>
        <a:bodyPr/>
        <a:lstStyle/>
        <a:p>
          <a:endParaRPr lang="pt-BR" sz="1400" b="1">
            <a:solidFill>
              <a:schemeClr val="bg1">
                <a:lumMod val="85000"/>
              </a:schemeClr>
            </a:solidFill>
          </a:endParaRPr>
        </a:p>
      </dgm:t>
    </dgm:pt>
    <dgm:pt modelId="{94B7733A-3439-4BCD-A3D0-9B57AFCA8764}" type="asst">
      <dgm:prSet phldrT="[Texto]" custT="1"/>
      <dgm:spPr/>
      <dgm:t>
        <a:bodyPr/>
        <a:lstStyle/>
        <a:p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Gerente de Projetos</a:t>
          </a:r>
          <a:br>
            <a:rPr lang="pt-BR" sz="1400" b="1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Contax</a:t>
          </a:r>
          <a:endParaRPr lang="pt-BR" sz="1400" b="1" dirty="0">
            <a:solidFill>
              <a:schemeClr val="bg1">
                <a:lumMod val="85000"/>
              </a:schemeClr>
            </a:solidFill>
          </a:endParaRPr>
        </a:p>
      </dgm:t>
    </dgm:pt>
    <dgm:pt modelId="{A8B88D4B-6BB9-4031-B386-55317C359E0C}" type="parTrans" cxnId="{AF4E598B-E333-4288-B29F-77E199477703}">
      <dgm:prSet/>
      <dgm:spPr>
        <a:ln>
          <a:solidFill>
            <a:srgbClr val="C00000"/>
          </a:solidFill>
        </a:ln>
      </dgm:spPr>
      <dgm:t>
        <a:bodyPr/>
        <a:lstStyle/>
        <a:p>
          <a:endParaRPr lang="pt-BR" sz="1400" b="1">
            <a:solidFill>
              <a:schemeClr val="bg1">
                <a:lumMod val="85000"/>
              </a:schemeClr>
            </a:solidFill>
          </a:endParaRPr>
        </a:p>
      </dgm:t>
    </dgm:pt>
    <dgm:pt modelId="{61093389-01FB-42A6-89EC-4DAC26C07127}" type="sibTrans" cxnId="{AF4E598B-E333-4288-B29F-77E199477703}">
      <dgm:prSet/>
      <dgm:spPr/>
      <dgm:t>
        <a:bodyPr/>
        <a:lstStyle/>
        <a:p>
          <a:endParaRPr lang="pt-BR" sz="1400" b="1">
            <a:solidFill>
              <a:schemeClr val="bg1">
                <a:lumMod val="85000"/>
              </a:schemeClr>
            </a:solidFill>
          </a:endParaRPr>
        </a:p>
      </dgm:t>
    </dgm:pt>
    <dgm:pt modelId="{DA59723B-32DE-4CA2-884A-E29D3BBB6D6E}">
      <dgm:prSet phldrT="[Texto]" custT="1"/>
      <dgm:spPr/>
      <dgm:t>
        <a:bodyPr/>
        <a:lstStyle/>
        <a:p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Consultor</a:t>
          </a:r>
          <a:br>
            <a:rPr lang="pt-BR" sz="1400" b="1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ITIL Foundation</a:t>
          </a:r>
          <a:endParaRPr lang="pt-BR" sz="1400" b="1" dirty="0">
            <a:solidFill>
              <a:schemeClr val="bg1">
                <a:lumMod val="85000"/>
              </a:schemeClr>
            </a:solidFill>
          </a:endParaRPr>
        </a:p>
      </dgm:t>
    </dgm:pt>
    <dgm:pt modelId="{1457FE52-9C21-4FD0-B583-CE7D3EEFF048}" type="parTrans" cxnId="{ACE3C1B6-9FA1-429E-8D4A-75FE906A3F08}">
      <dgm:prSet/>
      <dgm:spPr/>
      <dgm:t>
        <a:bodyPr/>
        <a:lstStyle/>
        <a:p>
          <a:endParaRPr lang="pt-BR" sz="1400" b="1">
            <a:solidFill>
              <a:schemeClr val="bg1">
                <a:lumMod val="85000"/>
              </a:schemeClr>
            </a:solidFill>
          </a:endParaRPr>
        </a:p>
      </dgm:t>
    </dgm:pt>
    <dgm:pt modelId="{0F1B0992-3E52-4B6F-961B-86CB0EE638C9}" type="sibTrans" cxnId="{ACE3C1B6-9FA1-429E-8D4A-75FE906A3F08}">
      <dgm:prSet/>
      <dgm:spPr/>
      <dgm:t>
        <a:bodyPr/>
        <a:lstStyle/>
        <a:p>
          <a:endParaRPr lang="pt-BR" sz="1400" b="1">
            <a:solidFill>
              <a:schemeClr val="bg1">
                <a:lumMod val="85000"/>
              </a:schemeClr>
            </a:solidFill>
          </a:endParaRPr>
        </a:p>
      </dgm:t>
    </dgm:pt>
    <dgm:pt modelId="{85ED3F60-586D-41EA-B217-F0461F9E6E30}">
      <dgm:prSet phldrT="[Texto]" custT="1"/>
      <dgm:spPr/>
      <dgm:t>
        <a:bodyPr/>
        <a:lstStyle/>
        <a:p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Consultor</a:t>
          </a:r>
          <a:br>
            <a:rPr lang="pt-BR" sz="1400" b="1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ITIL OSA</a:t>
          </a:r>
          <a:endParaRPr lang="pt-BR" sz="1400" b="1" dirty="0">
            <a:solidFill>
              <a:schemeClr val="bg1">
                <a:lumMod val="85000"/>
              </a:schemeClr>
            </a:solidFill>
          </a:endParaRPr>
        </a:p>
      </dgm:t>
    </dgm:pt>
    <dgm:pt modelId="{B8340275-6A7F-4CD8-A581-200719CF2EB4}" type="parTrans" cxnId="{F0D376A5-B3A3-48D1-9206-E39E32E8E5A4}">
      <dgm:prSet/>
      <dgm:spPr/>
      <dgm:t>
        <a:bodyPr/>
        <a:lstStyle/>
        <a:p>
          <a:endParaRPr lang="pt-BR" sz="1400"/>
        </a:p>
      </dgm:t>
    </dgm:pt>
    <dgm:pt modelId="{ECDEC27D-32D2-49A0-B0D9-28B07B9184ED}" type="sibTrans" cxnId="{F0D376A5-B3A3-48D1-9206-E39E32E8E5A4}">
      <dgm:prSet/>
      <dgm:spPr/>
      <dgm:t>
        <a:bodyPr/>
        <a:lstStyle/>
        <a:p>
          <a:endParaRPr lang="pt-BR" sz="1400"/>
        </a:p>
      </dgm:t>
    </dgm:pt>
    <dgm:pt modelId="{73DF1938-574C-474A-BB9D-4635B0E7145C}">
      <dgm:prSet phldrT="[Texto]" custT="1"/>
      <dgm:spPr/>
      <dgm:t>
        <a:bodyPr/>
        <a:lstStyle/>
        <a:p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Consultor</a:t>
          </a:r>
          <a:br>
            <a:rPr lang="pt-BR" sz="1400" b="1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ITIL Foundation</a:t>
          </a:r>
          <a:endParaRPr lang="pt-BR" sz="1400" b="1" dirty="0">
            <a:solidFill>
              <a:schemeClr val="bg1">
                <a:lumMod val="85000"/>
              </a:schemeClr>
            </a:solidFill>
          </a:endParaRPr>
        </a:p>
      </dgm:t>
    </dgm:pt>
    <dgm:pt modelId="{4615272F-EBCD-4715-A1F6-E5CDB217FBA7}" type="parTrans" cxnId="{238BFAA9-4FAB-49FA-8D8D-5DFBCDC36588}">
      <dgm:prSet/>
      <dgm:spPr/>
      <dgm:t>
        <a:bodyPr/>
        <a:lstStyle/>
        <a:p>
          <a:endParaRPr lang="pt-BR" sz="1400"/>
        </a:p>
      </dgm:t>
    </dgm:pt>
    <dgm:pt modelId="{8A4B9488-A067-4F85-B8E8-2A589DB1E53C}" type="sibTrans" cxnId="{238BFAA9-4FAB-49FA-8D8D-5DFBCDC36588}">
      <dgm:prSet/>
      <dgm:spPr/>
      <dgm:t>
        <a:bodyPr/>
        <a:lstStyle/>
        <a:p>
          <a:endParaRPr lang="pt-BR" sz="1400"/>
        </a:p>
      </dgm:t>
    </dgm:pt>
    <dgm:pt modelId="{1CDE9068-B616-4340-A9A8-B3137D3E7A5C}" type="asst">
      <dgm:prSet phldrT="[Texto]" custT="1"/>
      <dgm:spPr/>
      <dgm:t>
        <a:bodyPr/>
        <a:lstStyle/>
        <a:p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Gestores</a:t>
          </a:r>
          <a:br>
            <a:rPr lang="pt-BR" sz="1400" b="1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Contax</a:t>
          </a:r>
          <a:endParaRPr lang="pt-BR" sz="1400" b="1" dirty="0">
            <a:solidFill>
              <a:schemeClr val="bg1">
                <a:lumMod val="85000"/>
              </a:schemeClr>
            </a:solidFill>
          </a:endParaRPr>
        </a:p>
      </dgm:t>
    </dgm:pt>
    <dgm:pt modelId="{852B2F16-0C7F-46A0-84FD-3B01C4906394}" type="parTrans" cxnId="{54C60865-52F4-4B87-AF08-6EA9AF629BD1}">
      <dgm:prSet/>
      <dgm:spPr>
        <a:ln>
          <a:solidFill>
            <a:srgbClr val="C00000"/>
          </a:solidFill>
        </a:ln>
      </dgm:spPr>
      <dgm:t>
        <a:bodyPr/>
        <a:lstStyle/>
        <a:p>
          <a:endParaRPr lang="pt-BR"/>
        </a:p>
      </dgm:t>
    </dgm:pt>
    <dgm:pt modelId="{31378578-1E2A-440F-9933-4D0D87F98FA9}" type="sibTrans" cxnId="{54C60865-52F4-4B87-AF08-6EA9AF629BD1}">
      <dgm:prSet/>
      <dgm:spPr/>
      <dgm:t>
        <a:bodyPr/>
        <a:lstStyle/>
        <a:p>
          <a:endParaRPr lang="pt-BR"/>
        </a:p>
      </dgm:t>
    </dgm:pt>
    <dgm:pt modelId="{B3E61335-6830-4BCC-846B-6D1CE89C339C}">
      <dgm:prSet phldrT="[Texto]" custT="1"/>
      <dgm:spPr/>
      <dgm:t>
        <a:bodyPr/>
        <a:lstStyle/>
        <a:p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Consultor</a:t>
          </a:r>
          <a:br>
            <a:rPr lang="pt-BR" sz="1400" b="1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ITIL OSA</a:t>
          </a:r>
          <a:endParaRPr lang="pt-BR" sz="1400" b="1" dirty="0">
            <a:solidFill>
              <a:schemeClr val="bg1">
                <a:lumMod val="85000"/>
              </a:schemeClr>
            </a:solidFill>
          </a:endParaRPr>
        </a:p>
      </dgm:t>
    </dgm:pt>
    <dgm:pt modelId="{0D4466BB-8FF6-441F-9FC0-4F5A6C2C549B}" type="parTrans" cxnId="{EDFF5AF8-5991-46C3-9939-6FBF8E96785E}">
      <dgm:prSet/>
      <dgm:spPr/>
      <dgm:t>
        <a:bodyPr/>
        <a:lstStyle/>
        <a:p>
          <a:endParaRPr lang="pt-BR"/>
        </a:p>
      </dgm:t>
    </dgm:pt>
    <dgm:pt modelId="{B41550E3-9BCB-4579-95AB-381BCF6EF4A2}" type="sibTrans" cxnId="{EDFF5AF8-5991-46C3-9939-6FBF8E96785E}">
      <dgm:prSet/>
      <dgm:spPr/>
      <dgm:t>
        <a:bodyPr/>
        <a:lstStyle/>
        <a:p>
          <a:endParaRPr lang="pt-BR"/>
        </a:p>
      </dgm:t>
    </dgm:pt>
    <dgm:pt modelId="{18088AEB-6653-406D-BD6A-7051D632B33E}">
      <dgm:prSet phldrT="[Texto]" custT="1"/>
      <dgm:spPr/>
      <dgm:t>
        <a:bodyPr/>
        <a:lstStyle/>
        <a:p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Especialistas</a:t>
          </a:r>
          <a:br>
            <a:rPr lang="pt-BR" sz="1400" b="1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dirty="0" smtClean="0">
              <a:solidFill>
                <a:schemeClr val="bg1">
                  <a:lumMod val="85000"/>
                </a:schemeClr>
              </a:solidFill>
            </a:rPr>
            <a:t>Contax</a:t>
          </a:r>
          <a:endParaRPr lang="pt-BR" sz="1400" b="1" dirty="0">
            <a:solidFill>
              <a:schemeClr val="bg1">
                <a:lumMod val="85000"/>
              </a:schemeClr>
            </a:solidFill>
          </a:endParaRPr>
        </a:p>
      </dgm:t>
    </dgm:pt>
    <dgm:pt modelId="{B224E4FA-05F1-4787-845E-B4072F41B2AF}" type="parTrans" cxnId="{ABEA6899-6E7A-44FF-993E-7AF51616824C}">
      <dgm:prSet/>
      <dgm:spPr/>
      <dgm:t>
        <a:bodyPr/>
        <a:lstStyle/>
        <a:p>
          <a:endParaRPr lang="pt-BR"/>
        </a:p>
      </dgm:t>
    </dgm:pt>
    <dgm:pt modelId="{936E3480-77F2-457C-BDEA-DFA3B2A82689}" type="sibTrans" cxnId="{ABEA6899-6E7A-44FF-993E-7AF51616824C}">
      <dgm:prSet/>
      <dgm:spPr/>
      <dgm:t>
        <a:bodyPr/>
        <a:lstStyle/>
        <a:p>
          <a:endParaRPr lang="pt-BR"/>
        </a:p>
      </dgm:t>
    </dgm:pt>
    <dgm:pt modelId="{FC2DADDC-112C-421F-BCDD-6C896AAF5D8B}" type="pres">
      <dgm:prSet presAssocID="{06032F14-7204-4E6E-B403-FC9356EA09B4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pt-BR"/>
        </a:p>
      </dgm:t>
    </dgm:pt>
    <dgm:pt modelId="{45B40A4D-6FBF-48DA-B22C-7F1C2D980910}" type="pres">
      <dgm:prSet presAssocID="{7BF08328-4AEE-427B-A198-397669B0605F}" presName="hierRoot1" presStyleCnt="0">
        <dgm:presLayoutVars>
          <dgm:hierBranch val="init"/>
        </dgm:presLayoutVars>
      </dgm:prSet>
      <dgm:spPr/>
    </dgm:pt>
    <dgm:pt modelId="{64A98035-E62B-4DC0-B11E-77568F264B78}" type="pres">
      <dgm:prSet presAssocID="{7BF08328-4AEE-427B-A198-397669B0605F}" presName="rootComposite1" presStyleCnt="0"/>
      <dgm:spPr/>
    </dgm:pt>
    <dgm:pt modelId="{CA83CB3E-0087-4B22-A2BF-500EE4F79EFD}" type="pres">
      <dgm:prSet presAssocID="{7BF08328-4AEE-427B-A198-397669B0605F}" presName="rootText1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E0F3BEAE-58FB-494E-AA32-F4D6080EF2C7}" type="pres">
      <dgm:prSet presAssocID="{7BF08328-4AEE-427B-A198-397669B0605F}" presName="topArc1" presStyleLbl="parChTrans1D1" presStyleIdx="0" presStyleCnt="16"/>
      <dgm:spPr/>
    </dgm:pt>
    <dgm:pt modelId="{0306F5F8-4AF6-4B35-9E08-3A85628F2F14}" type="pres">
      <dgm:prSet presAssocID="{7BF08328-4AEE-427B-A198-397669B0605F}" presName="bottomArc1" presStyleLbl="parChTrans1D1" presStyleIdx="1" presStyleCnt="16"/>
      <dgm:spPr/>
    </dgm:pt>
    <dgm:pt modelId="{942639C5-63D8-4363-B553-0B431276E011}" type="pres">
      <dgm:prSet presAssocID="{7BF08328-4AEE-427B-A198-397669B0605F}" presName="topConnNode1" presStyleLbl="node1" presStyleIdx="0" presStyleCnt="0"/>
      <dgm:spPr/>
      <dgm:t>
        <a:bodyPr/>
        <a:lstStyle/>
        <a:p>
          <a:endParaRPr lang="pt-BR"/>
        </a:p>
      </dgm:t>
    </dgm:pt>
    <dgm:pt modelId="{EB2018C7-5454-4382-945F-FF8121FD3AC6}" type="pres">
      <dgm:prSet presAssocID="{7BF08328-4AEE-427B-A198-397669B0605F}" presName="hierChild2" presStyleCnt="0"/>
      <dgm:spPr/>
    </dgm:pt>
    <dgm:pt modelId="{21E2A4D5-07E5-49C2-A7D7-D42A1A2FD452}" type="pres">
      <dgm:prSet presAssocID="{0D4466BB-8FF6-441F-9FC0-4F5A6C2C549B}" presName="Name28" presStyleLbl="parChTrans1D2" presStyleIdx="0" presStyleCnt="7"/>
      <dgm:spPr/>
      <dgm:t>
        <a:bodyPr/>
        <a:lstStyle/>
        <a:p>
          <a:endParaRPr lang="pt-BR"/>
        </a:p>
      </dgm:t>
    </dgm:pt>
    <dgm:pt modelId="{470DB233-5B24-4D82-A5F4-28C14D032F90}" type="pres">
      <dgm:prSet presAssocID="{B3E61335-6830-4BCC-846B-6D1CE89C339C}" presName="hierRoot2" presStyleCnt="0">
        <dgm:presLayoutVars>
          <dgm:hierBranch val="init"/>
        </dgm:presLayoutVars>
      </dgm:prSet>
      <dgm:spPr/>
    </dgm:pt>
    <dgm:pt modelId="{9F339970-140F-4CDC-BDB9-7D90D5FFE6EC}" type="pres">
      <dgm:prSet presAssocID="{B3E61335-6830-4BCC-846B-6D1CE89C339C}" presName="rootComposite2" presStyleCnt="0"/>
      <dgm:spPr/>
    </dgm:pt>
    <dgm:pt modelId="{BB18F6D0-F976-40AD-881E-50CDC5FD353B}" type="pres">
      <dgm:prSet presAssocID="{B3E61335-6830-4BCC-846B-6D1CE89C339C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E48C7F48-506B-4D37-B423-6596D75B3FFD}" type="pres">
      <dgm:prSet presAssocID="{B3E61335-6830-4BCC-846B-6D1CE89C339C}" presName="topArc2" presStyleLbl="parChTrans1D1" presStyleIdx="2" presStyleCnt="16"/>
      <dgm:spPr/>
    </dgm:pt>
    <dgm:pt modelId="{6E934EF0-034C-4B01-BA74-7B5A14B750CF}" type="pres">
      <dgm:prSet presAssocID="{B3E61335-6830-4BCC-846B-6D1CE89C339C}" presName="bottomArc2" presStyleLbl="parChTrans1D1" presStyleIdx="3" presStyleCnt="16"/>
      <dgm:spPr/>
    </dgm:pt>
    <dgm:pt modelId="{B51EC769-24D4-4B1A-A4B4-3EA00ACF135A}" type="pres">
      <dgm:prSet presAssocID="{B3E61335-6830-4BCC-846B-6D1CE89C339C}" presName="topConnNode2" presStyleLbl="node2" presStyleIdx="0" presStyleCnt="0"/>
      <dgm:spPr/>
      <dgm:t>
        <a:bodyPr/>
        <a:lstStyle/>
        <a:p>
          <a:endParaRPr lang="pt-BR"/>
        </a:p>
      </dgm:t>
    </dgm:pt>
    <dgm:pt modelId="{A52A98A0-FB8E-4F81-AB61-CCA1BBC7F501}" type="pres">
      <dgm:prSet presAssocID="{B3E61335-6830-4BCC-846B-6D1CE89C339C}" presName="hierChild4" presStyleCnt="0"/>
      <dgm:spPr/>
    </dgm:pt>
    <dgm:pt modelId="{559F65B8-C106-46ED-8386-014694C73EBD}" type="pres">
      <dgm:prSet presAssocID="{B3E61335-6830-4BCC-846B-6D1CE89C339C}" presName="hierChild5" presStyleCnt="0"/>
      <dgm:spPr/>
    </dgm:pt>
    <dgm:pt modelId="{6B8110F0-DFB4-44ED-8428-A491E4740C3D}" type="pres">
      <dgm:prSet presAssocID="{B8340275-6A7F-4CD8-A581-200719CF2EB4}" presName="Name28" presStyleLbl="parChTrans1D2" presStyleIdx="1" presStyleCnt="7"/>
      <dgm:spPr/>
      <dgm:t>
        <a:bodyPr/>
        <a:lstStyle/>
        <a:p>
          <a:endParaRPr lang="pt-BR"/>
        </a:p>
      </dgm:t>
    </dgm:pt>
    <dgm:pt modelId="{1E95A0AF-4258-4CF1-94EF-6F2C8252F5A2}" type="pres">
      <dgm:prSet presAssocID="{85ED3F60-586D-41EA-B217-F0461F9E6E30}" presName="hierRoot2" presStyleCnt="0">
        <dgm:presLayoutVars>
          <dgm:hierBranch val="init"/>
        </dgm:presLayoutVars>
      </dgm:prSet>
      <dgm:spPr/>
    </dgm:pt>
    <dgm:pt modelId="{502F0570-0BFC-4760-B79A-CCC082AF7446}" type="pres">
      <dgm:prSet presAssocID="{85ED3F60-586D-41EA-B217-F0461F9E6E30}" presName="rootComposite2" presStyleCnt="0"/>
      <dgm:spPr/>
    </dgm:pt>
    <dgm:pt modelId="{1A7DE886-AF43-473F-B9FA-5ECD04D3518A}" type="pres">
      <dgm:prSet presAssocID="{85ED3F60-586D-41EA-B217-F0461F9E6E30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BF7D2422-1E13-41A2-BF4A-8A21C12C167B}" type="pres">
      <dgm:prSet presAssocID="{85ED3F60-586D-41EA-B217-F0461F9E6E30}" presName="topArc2" presStyleLbl="parChTrans1D1" presStyleIdx="4" presStyleCnt="16"/>
      <dgm:spPr/>
    </dgm:pt>
    <dgm:pt modelId="{8CA5DA9B-629E-45A1-8904-9C1DC6AC5311}" type="pres">
      <dgm:prSet presAssocID="{85ED3F60-586D-41EA-B217-F0461F9E6E30}" presName="bottomArc2" presStyleLbl="parChTrans1D1" presStyleIdx="5" presStyleCnt="16"/>
      <dgm:spPr/>
    </dgm:pt>
    <dgm:pt modelId="{A51A6C18-5EEF-4A30-BF2A-73A80AEF1460}" type="pres">
      <dgm:prSet presAssocID="{85ED3F60-586D-41EA-B217-F0461F9E6E30}" presName="topConnNode2" presStyleLbl="node2" presStyleIdx="0" presStyleCnt="0"/>
      <dgm:spPr/>
      <dgm:t>
        <a:bodyPr/>
        <a:lstStyle/>
        <a:p>
          <a:endParaRPr lang="pt-BR"/>
        </a:p>
      </dgm:t>
    </dgm:pt>
    <dgm:pt modelId="{CB584A34-105F-43E5-9D99-822C80ADE20F}" type="pres">
      <dgm:prSet presAssocID="{85ED3F60-586D-41EA-B217-F0461F9E6E30}" presName="hierChild4" presStyleCnt="0"/>
      <dgm:spPr/>
    </dgm:pt>
    <dgm:pt modelId="{BA4FC6CD-606D-4561-868F-054BD9B429C0}" type="pres">
      <dgm:prSet presAssocID="{85ED3F60-586D-41EA-B217-F0461F9E6E30}" presName="hierChild5" presStyleCnt="0"/>
      <dgm:spPr/>
    </dgm:pt>
    <dgm:pt modelId="{F2B6B462-5D82-4F05-8429-49A2A6415660}" type="pres">
      <dgm:prSet presAssocID="{B224E4FA-05F1-4787-845E-B4072F41B2AF}" presName="Name28" presStyleLbl="parChTrans1D2" presStyleIdx="2" presStyleCnt="7"/>
      <dgm:spPr/>
      <dgm:t>
        <a:bodyPr/>
        <a:lstStyle/>
        <a:p>
          <a:endParaRPr lang="pt-BR"/>
        </a:p>
      </dgm:t>
    </dgm:pt>
    <dgm:pt modelId="{D2C36ACC-E178-49BF-84E9-C4A313D901BE}" type="pres">
      <dgm:prSet presAssocID="{18088AEB-6653-406D-BD6A-7051D632B33E}" presName="hierRoot2" presStyleCnt="0">
        <dgm:presLayoutVars>
          <dgm:hierBranch val="init"/>
        </dgm:presLayoutVars>
      </dgm:prSet>
      <dgm:spPr/>
    </dgm:pt>
    <dgm:pt modelId="{312CE47F-5E4F-4215-A49A-E9F4AAB03442}" type="pres">
      <dgm:prSet presAssocID="{18088AEB-6653-406D-BD6A-7051D632B33E}" presName="rootComposite2" presStyleCnt="0"/>
      <dgm:spPr/>
    </dgm:pt>
    <dgm:pt modelId="{70769567-EA15-481B-AF46-F4DE8AAFFF3A}" type="pres">
      <dgm:prSet presAssocID="{18088AEB-6653-406D-BD6A-7051D632B33E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CCE5EB95-700F-4AA5-9412-108E3A40BE39}" type="pres">
      <dgm:prSet presAssocID="{18088AEB-6653-406D-BD6A-7051D632B33E}" presName="topArc2" presStyleLbl="parChTrans1D1" presStyleIdx="6" presStyleCnt="16"/>
      <dgm:spPr>
        <a:ln>
          <a:solidFill>
            <a:srgbClr val="C00000"/>
          </a:solidFill>
        </a:ln>
      </dgm:spPr>
      <dgm:t>
        <a:bodyPr/>
        <a:lstStyle/>
        <a:p>
          <a:endParaRPr lang="pt-BR"/>
        </a:p>
      </dgm:t>
    </dgm:pt>
    <dgm:pt modelId="{5F756206-1D30-49D8-9617-9C0513022DDD}" type="pres">
      <dgm:prSet presAssocID="{18088AEB-6653-406D-BD6A-7051D632B33E}" presName="bottomArc2" presStyleLbl="parChTrans1D1" presStyleIdx="7" presStyleCnt="16"/>
      <dgm:spPr>
        <a:ln>
          <a:solidFill>
            <a:srgbClr val="C00000"/>
          </a:solidFill>
        </a:ln>
      </dgm:spPr>
      <dgm:t>
        <a:bodyPr/>
        <a:lstStyle/>
        <a:p>
          <a:endParaRPr lang="pt-BR"/>
        </a:p>
      </dgm:t>
    </dgm:pt>
    <dgm:pt modelId="{668DC85D-56EB-4575-AD0C-AD7DABDDB712}" type="pres">
      <dgm:prSet presAssocID="{18088AEB-6653-406D-BD6A-7051D632B33E}" presName="topConnNode2" presStyleLbl="node2" presStyleIdx="0" presStyleCnt="0"/>
      <dgm:spPr/>
      <dgm:t>
        <a:bodyPr/>
        <a:lstStyle/>
        <a:p>
          <a:endParaRPr lang="pt-BR"/>
        </a:p>
      </dgm:t>
    </dgm:pt>
    <dgm:pt modelId="{B4CD4A4A-E78D-45E7-B213-B43A513E03A0}" type="pres">
      <dgm:prSet presAssocID="{18088AEB-6653-406D-BD6A-7051D632B33E}" presName="hierChild4" presStyleCnt="0"/>
      <dgm:spPr/>
    </dgm:pt>
    <dgm:pt modelId="{F5DE3968-E6F4-4BC6-81A1-F00A35E23D92}" type="pres">
      <dgm:prSet presAssocID="{18088AEB-6653-406D-BD6A-7051D632B33E}" presName="hierChild5" presStyleCnt="0"/>
      <dgm:spPr/>
    </dgm:pt>
    <dgm:pt modelId="{654EFFF2-A1DC-4DE3-9108-C73F673571D3}" type="pres">
      <dgm:prSet presAssocID="{1457FE52-9C21-4FD0-B583-CE7D3EEFF048}" presName="Name28" presStyleLbl="parChTrans1D2" presStyleIdx="3" presStyleCnt="7"/>
      <dgm:spPr/>
      <dgm:t>
        <a:bodyPr/>
        <a:lstStyle/>
        <a:p>
          <a:endParaRPr lang="pt-BR"/>
        </a:p>
      </dgm:t>
    </dgm:pt>
    <dgm:pt modelId="{ECB35BC5-7A9F-44EE-ADF8-0346706720C9}" type="pres">
      <dgm:prSet presAssocID="{DA59723B-32DE-4CA2-884A-E29D3BBB6D6E}" presName="hierRoot2" presStyleCnt="0">
        <dgm:presLayoutVars>
          <dgm:hierBranch val="init"/>
        </dgm:presLayoutVars>
      </dgm:prSet>
      <dgm:spPr/>
    </dgm:pt>
    <dgm:pt modelId="{FC4B6C2B-B48C-42F0-A3DF-4B247BA3B3A4}" type="pres">
      <dgm:prSet presAssocID="{DA59723B-32DE-4CA2-884A-E29D3BBB6D6E}" presName="rootComposite2" presStyleCnt="0"/>
      <dgm:spPr/>
    </dgm:pt>
    <dgm:pt modelId="{5C86D78B-3BA5-4C16-9B2E-847D582F0754}" type="pres">
      <dgm:prSet presAssocID="{DA59723B-32DE-4CA2-884A-E29D3BBB6D6E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9CCB4C40-5994-49D0-B5BC-A4C00DC7090C}" type="pres">
      <dgm:prSet presAssocID="{DA59723B-32DE-4CA2-884A-E29D3BBB6D6E}" presName="topArc2" presStyleLbl="parChTrans1D1" presStyleIdx="8" presStyleCnt="16"/>
      <dgm:spPr/>
    </dgm:pt>
    <dgm:pt modelId="{81D6EE29-44FA-4D3D-9459-E0BF8AC517DC}" type="pres">
      <dgm:prSet presAssocID="{DA59723B-32DE-4CA2-884A-E29D3BBB6D6E}" presName="bottomArc2" presStyleLbl="parChTrans1D1" presStyleIdx="9" presStyleCnt="16"/>
      <dgm:spPr/>
    </dgm:pt>
    <dgm:pt modelId="{4D38A4E6-2683-4A4B-88D8-20451F33E11E}" type="pres">
      <dgm:prSet presAssocID="{DA59723B-32DE-4CA2-884A-E29D3BBB6D6E}" presName="topConnNode2" presStyleLbl="node2" presStyleIdx="0" presStyleCnt="0"/>
      <dgm:spPr/>
      <dgm:t>
        <a:bodyPr/>
        <a:lstStyle/>
        <a:p>
          <a:endParaRPr lang="pt-BR"/>
        </a:p>
      </dgm:t>
    </dgm:pt>
    <dgm:pt modelId="{7C614011-208B-49D1-9C76-ADDB4F607525}" type="pres">
      <dgm:prSet presAssocID="{DA59723B-32DE-4CA2-884A-E29D3BBB6D6E}" presName="hierChild4" presStyleCnt="0"/>
      <dgm:spPr/>
    </dgm:pt>
    <dgm:pt modelId="{DE05BDB6-C812-44D2-A8C1-4926C5ACEDE0}" type="pres">
      <dgm:prSet presAssocID="{DA59723B-32DE-4CA2-884A-E29D3BBB6D6E}" presName="hierChild5" presStyleCnt="0"/>
      <dgm:spPr/>
    </dgm:pt>
    <dgm:pt modelId="{B8548DD7-5C04-41A4-AE78-158D31480704}" type="pres">
      <dgm:prSet presAssocID="{4615272F-EBCD-4715-A1F6-E5CDB217FBA7}" presName="Name28" presStyleLbl="parChTrans1D2" presStyleIdx="4" presStyleCnt="7"/>
      <dgm:spPr/>
      <dgm:t>
        <a:bodyPr/>
        <a:lstStyle/>
        <a:p>
          <a:endParaRPr lang="pt-BR"/>
        </a:p>
      </dgm:t>
    </dgm:pt>
    <dgm:pt modelId="{1C4D3928-756A-4CB7-B361-D222A5BAACEB}" type="pres">
      <dgm:prSet presAssocID="{73DF1938-574C-474A-BB9D-4635B0E7145C}" presName="hierRoot2" presStyleCnt="0">
        <dgm:presLayoutVars>
          <dgm:hierBranch val="init"/>
        </dgm:presLayoutVars>
      </dgm:prSet>
      <dgm:spPr/>
    </dgm:pt>
    <dgm:pt modelId="{37863E92-E759-42AB-9734-D1724CAAED4D}" type="pres">
      <dgm:prSet presAssocID="{73DF1938-574C-474A-BB9D-4635B0E7145C}" presName="rootComposite2" presStyleCnt="0"/>
      <dgm:spPr/>
    </dgm:pt>
    <dgm:pt modelId="{CD4D068A-5B70-495A-A73F-D8FDDFB69409}" type="pres">
      <dgm:prSet presAssocID="{73DF1938-574C-474A-BB9D-4635B0E7145C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5955D412-1D99-4B3E-8D68-2D3D8F106F07}" type="pres">
      <dgm:prSet presAssocID="{73DF1938-574C-474A-BB9D-4635B0E7145C}" presName="topArc2" presStyleLbl="parChTrans1D1" presStyleIdx="10" presStyleCnt="16"/>
      <dgm:spPr/>
    </dgm:pt>
    <dgm:pt modelId="{591ADA9D-7507-4253-A1FA-6BD207096F55}" type="pres">
      <dgm:prSet presAssocID="{73DF1938-574C-474A-BB9D-4635B0E7145C}" presName="bottomArc2" presStyleLbl="parChTrans1D1" presStyleIdx="11" presStyleCnt="16"/>
      <dgm:spPr/>
    </dgm:pt>
    <dgm:pt modelId="{A849D28F-3BA5-4955-BF8B-DAF4BFF44B2B}" type="pres">
      <dgm:prSet presAssocID="{73DF1938-574C-474A-BB9D-4635B0E7145C}" presName="topConnNode2" presStyleLbl="node2" presStyleIdx="0" presStyleCnt="0"/>
      <dgm:spPr/>
      <dgm:t>
        <a:bodyPr/>
        <a:lstStyle/>
        <a:p>
          <a:endParaRPr lang="pt-BR"/>
        </a:p>
      </dgm:t>
    </dgm:pt>
    <dgm:pt modelId="{3983AB07-6EB8-40C9-85D1-3B0DE64326F4}" type="pres">
      <dgm:prSet presAssocID="{73DF1938-574C-474A-BB9D-4635B0E7145C}" presName="hierChild4" presStyleCnt="0"/>
      <dgm:spPr/>
    </dgm:pt>
    <dgm:pt modelId="{A51D100F-9EF1-4BD4-AF99-3B5ED73BD85F}" type="pres">
      <dgm:prSet presAssocID="{73DF1938-574C-474A-BB9D-4635B0E7145C}" presName="hierChild5" presStyleCnt="0"/>
      <dgm:spPr/>
    </dgm:pt>
    <dgm:pt modelId="{5DED963F-72DE-4E34-BD50-3F0EB55228B4}" type="pres">
      <dgm:prSet presAssocID="{7BF08328-4AEE-427B-A198-397669B0605F}" presName="hierChild3" presStyleCnt="0"/>
      <dgm:spPr/>
    </dgm:pt>
    <dgm:pt modelId="{DC520729-77A7-4A09-9D91-0762B5B0DAA8}" type="pres">
      <dgm:prSet presAssocID="{A8B88D4B-6BB9-4031-B386-55317C359E0C}" presName="Name101" presStyleLbl="parChTrans1D2" presStyleIdx="5" presStyleCnt="7"/>
      <dgm:spPr/>
      <dgm:t>
        <a:bodyPr/>
        <a:lstStyle/>
        <a:p>
          <a:endParaRPr lang="pt-BR"/>
        </a:p>
      </dgm:t>
    </dgm:pt>
    <dgm:pt modelId="{76F537F2-5CBD-4553-B3EA-91B4438CDB13}" type="pres">
      <dgm:prSet presAssocID="{94B7733A-3439-4BCD-A3D0-9B57AFCA8764}" presName="hierRoot3" presStyleCnt="0">
        <dgm:presLayoutVars>
          <dgm:hierBranch val="init"/>
        </dgm:presLayoutVars>
      </dgm:prSet>
      <dgm:spPr/>
    </dgm:pt>
    <dgm:pt modelId="{F1EBBE96-E509-47E8-A777-1988F1577538}" type="pres">
      <dgm:prSet presAssocID="{94B7733A-3439-4BCD-A3D0-9B57AFCA8764}" presName="rootComposite3" presStyleCnt="0"/>
      <dgm:spPr/>
    </dgm:pt>
    <dgm:pt modelId="{8715C901-B7B9-4911-A11D-EE58BEC4255E}" type="pres">
      <dgm:prSet presAssocID="{94B7733A-3439-4BCD-A3D0-9B57AFCA8764}" presName="rootText3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5C1E33F4-84BA-4736-90A0-9A856E2D4D0B}" type="pres">
      <dgm:prSet presAssocID="{94B7733A-3439-4BCD-A3D0-9B57AFCA8764}" presName="topArc3" presStyleLbl="parChTrans1D1" presStyleIdx="12" presStyleCnt="16"/>
      <dgm:spPr>
        <a:ln>
          <a:solidFill>
            <a:srgbClr val="C00000"/>
          </a:solidFill>
        </a:ln>
      </dgm:spPr>
      <dgm:t>
        <a:bodyPr/>
        <a:lstStyle/>
        <a:p>
          <a:endParaRPr lang="pt-BR"/>
        </a:p>
      </dgm:t>
    </dgm:pt>
    <dgm:pt modelId="{4FC67327-F669-498F-996C-998BB61F89CB}" type="pres">
      <dgm:prSet presAssocID="{94B7733A-3439-4BCD-A3D0-9B57AFCA8764}" presName="bottomArc3" presStyleLbl="parChTrans1D1" presStyleIdx="13" presStyleCnt="16"/>
      <dgm:spPr>
        <a:ln>
          <a:solidFill>
            <a:srgbClr val="C00000"/>
          </a:solidFill>
        </a:ln>
      </dgm:spPr>
      <dgm:t>
        <a:bodyPr/>
        <a:lstStyle/>
        <a:p>
          <a:endParaRPr lang="pt-BR"/>
        </a:p>
      </dgm:t>
    </dgm:pt>
    <dgm:pt modelId="{9BC956F8-5B9A-41F3-878D-1AC76EBA08A7}" type="pres">
      <dgm:prSet presAssocID="{94B7733A-3439-4BCD-A3D0-9B57AFCA8764}" presName="topConnNode3" presStyleLbl="asst1" presStyleIdx="0" presStyleCnt="0"/>
      <dgm:spPr/>
      <dgm:t>
        <a:bodyPr/>
        <a:lstStyle/>
        <a:p>
          <a:endParaRPr lang="pt-BR"/>
        </a:p>
      </dgm:t>
    </dgm:pt>
    <dgm:pt modelId="{B72D3FD9-5565-4449-BD31-6D6580A79B1B}" type="pres">
      <dgm:prSet presAssocID="{94B7733A-3439-4BCD-A3D0-9B57AFCA8764}" presName="hierChild6" presStyleCnt="0"/>
      <dgm:spPr/>
    </dgm:pt>
    <dgm:pt modelId="{BF578110-1A38-48FB-9275-2B2403929C21}" type="pres">
      <dgm:prSet presAssocID="{94B7733A-3439-4BCD-A3D0-9B57AFCA8764}" presName="hierChild7" presStyleCnt="0"/>
      <dgm:spPr/>
    </dgm:pt>
    <dgm:pt modelId="{B32EBD1C-8FA2-4AF0-A654-30768BC666FD}" type="pres">
      <dgm:prSet presAssocID="{852B2F16-0C7F-46A0-84FD-3B01C4906394}" presName="Name101" presStyleLbl="parChTrans1D2" presStyleIdx="6" presStyleCnt="7"/>
      <dgm:spPr/>
      <dgm:t>
        <a:bodyPr/>
        <a:lstStyle/>
        <a:p>
          <a:endParaRPr lang="pt-BR"/>
        </a:p>
      </dgm:t>
    </dgm:pt>
    <dgm:pt modelId="{5380C55C-CBFA-42E1-BA23-A5E3BFC295B3}" type="pres">
      <dgm:prSet presAssocID="{1CDE9068-B616-4340-A9A8-B3137D3E7A5C}" presName="hierRoot3" presStyleCnt="0">
        <dgm:presLayoutVars>
          <dgm:hierBranch val="init"/>
        </dgm:presLayoutVars>
      </dgm:prSet>
      <dgm:spPr/>
    </dgm:pt>
    <dgm:pt modelId="{32A26223-A623-46B3-B7D4-A9F80AF20340}" type="pres">
      <dgm:prSet presAssocID="{1CDE9068-B616-4340-A9A8-B3137D3E7A5C}" presName="rootComposite3" presStyleCnt="0"/>
      <dgm:spPr/>
    </dgm:pt>
    <dgm:pt modelId="{A76E1BE0-EDCB-4117-B35A-AC608D1AF34B}" type="pres">
      <dgm:prSet presAssocID="{1CDE9068-B616-4340-A9A8-B3137D3E7A5C}" presName="rootText3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3A9F63A1-2095-4E58-B294-B812656BDFF5}" type="pres">
      <dgm:prSet presAssocID="{1CDE9068-B616-4340-A9A8-B3137D3E7A5C}" presName="topArc3" presStyleLbl="parChTrans1D1" presStyleIdx="14" presStyleCnt="16"/>
      <dgm:spPr>
        <a:ln>
          <a:solidFill>
            <a:srgbClr val="C00000"/>
          </a:solidFill>
        </a:ln>
      </dgm:spPr>
      <dgm:t>
        <a:bodyPr/>
        <a:lstStyle/>
        <a:p>
          <a:endParaRPr lang="pt-BR"/>
        </a:p>
      </dgm:t>
    </dgm:pt>
    <dgm:pt modelId="{04F833F7-E796-4403-9611-9E0BF507DE09}" type="pres">
      <dgm:prSet presAssocID="{1CDE9068-B616-4340-A9A8-B3137D3E7A5C}" presName="bottomArc3" presStyleLbl="parChTrans1D1" presStyleIdx="15" presStyleCnt="16"/>
      <dgm:spPr>
        <a:ln>
          <a:solidFill>
            <a:schemeClr val="accent2"/>
          </a:solidFill>
        </a:ln>
      </dgm:spPr>
      <dgm:t>
        <a:bodyPr/>
        <a:lstStyle/>
        <a:p>
          <a:endParaRPr lang="pt-BR"/>
        </a:p>
      </dgm:t>
    </dgm:pt>
    <dgm:pt modelId="{B9E307E5-038B-408A-B1DC-7E08B61E71C6}" type="pres">
      <dgm:prSet presAssocID="{1CDE9068-B616-4340-A9A8-B3137D3E7A5C}" presName="topConnNode3" presStyleLbl="asst1" presStyleIdx="0" presStyleCnt="0"/>
      <dgm:spPr/>
      <dgm:t>
        <a:bodyPr/>
        <a:lstStyle/>
        <a:p>
          <a:endParaRPr lang="pt-BR"/>
        </a:p>
      </dgm:t>
    </dgm:pt>
    <dgm:pt modelId="{9EA968DC-4A8A-455D-A1CD-68573092998A}" type="pres">
      <dgm:prSet presAssocID="{1CDE9068-B616-4340-A9A8-B3137D3E7A5C}" presName="hierChild6" presStyleCnt="0"/>
      <dgm:spPr/>
    </dgm:pt>
    <dgm:pt modelId="{E2BC54E0-8744-445E-A8F7-13B0696656FD}" type="pres">
      <dgm:prSet presAssocID="{1CDE9068-B616-4340-A9A8-B3137D3E7A5C}" presName="hierChild7" presStyleCnt="0"/>
      <dgm:spPr/>
    </dgm:pt>
  </dgm:ptLst>
  <dgm:cxnLst>
    <dgm:cxn modelId="{F779E8FD-B51D-4DF9-8D40-1B9AE8DC8EFF}" type="presOf" srcId="{85ED3F60-586D-41EA-B217-F0461F9E6E30}" destId="{1A7DE886-AF43-473F-B9FA-5ECD04D3518A}" srcOrd="0" destOrd="0" presId="urn:microsoft.com/office/officeart/2008/layout/HalfCircleOrganizationChart"/>
    <dgm:cxn modelId="{4B1D00DF-0971-4924-8D12-7F75398F75F0}" type="presOf" srcId="{18088AEB-6653-406D-BD6A-7051D632B33E}" destId="{668DC85D-56EB-4575-AD0C-AD7DABDDB712}" srcOrd="1" destOrd="0" presId="urn:microsoft.com/office/officeart/2008/layout/HalfCircleOrganizationChart"/>
    <dgm:cxn modelId="{6A13C41F-7FE9-49D0-9497-528ADB03B6A5}" type="presOf" srcId="{A8B88D4B-6BB9-4031-B386-55317C359E0C}" destId="{DC520729-77A7-4A09-9D91-0762B5B0DAA8}" srcOrd="0" destOrd="0" presId="urn:microsoft.com/office/officeart/2008/layout/HalfCircleOrganizationChart"/>
    <dgm:cxn modelId="{52DC08FC-23DF-4F2B-B762-3B432B857AF0}" type="presOf" srcId="{B8340275-6A7F-4CD8-A581-200719CF2EB4}" destId="{6B8110F0-DFB4-44ED-8428-A491E4740C3D}" srcOrd="0" destOrd="0" presId="urn:microsoft.com/office/officeart/2008/layout/HalfCircleOrganizationChart"/>
    <dgm:cxn modelId="{CCB30BDD-8E43-4B71-AC0A-6ACCBE758465}" type="presOf" srcId="{B224E4FA-05F1-4787-845E-B4072F41B2AF}" destId="{F2B6B462-5D82-4F05-8429-49A2A6415660}" srcOrd="0" destOrd="0" presId="urn:microsoft.com/office/officeart/2008/layout/HalfCircleOrganizationChart"/>
    <dgm:cxn modelId="{EDFF5AF8-5991-46C3-9939-6FBF8E96785E}" srcId="{7BF08328-4AEE-427B-A198-397669B0605F}" destId="{B3E61335-6830-4BCC-846B-6D1CE89C339C}" srcOrd="2" destOrd="0" parTransId="{0D4466BB-8FF6-441F-9FC0-4F5A6C2C549B}" sibTransId="{B41550E3-9BCB-4579-95AB-381BCF6EF4A2}"/>
    <dgm:cxn modelId="{11B03E13-D9AB-41AD-8610-D6B2C969BECA}" type="presOf" srcId="{B3E61335-6830-4BCC-846B-6D1CE89C339C}" destId="{BB18F6D0-F976-40AD-881E-50CDC5FD353B}" srcOrd="0" destOrd="0" presId="urn:microsoft.com/office/officeart/2008/layout/HalfCircleOrganizationChart"/>
    <dgm:cxn modelId="{AF4E598B-E333-4288-B29F-77E199477703}" srcId="{7BF08328-4AEE-427B-A198-397669B0605F}" destId="{94B7733A-3439-4BCD-A3D0-9B57AFCA8764}" srcOrd="0" destOrd="0" parTransId="{A8B88D4B-6BB9-4031-B386-55317C359E0C}" sibTransId="{61093389-01FB-42A6-89EC-4DAC26C07127}"/>
    <dgm:cxn modelId="{ABEA6899-6E7A-44FF-993E-7AF51616824C}" srcId="{7BF08328-4AEE-427B-A198-397669B0605F}" destId="{18088AEB-6653-406D-BD6A-7051D632B33E}" srcOrd="4" destOrd="0" parTransId="{B224E4FA-05F1-4787-845E-B4072F41B2AF}" sibTransId="{936E3480-77F2-457C-BDEA-DFA3B2A82689}"/>
    <dgm:cxn modelId="{CF5F0E39-84B4-40E2-98AB-E17F9A1BAAA1}" type="presOf" srcId="{94B7733A-3439-4BCD-A3D0-9B57AFCA8764}" destId="{9BC956F8-5B9A-41F3-878D-1AC76EBA08A7}" srcOrd="1" destOrd="0" presId="urn:microsoft.com/office/officeart/2008/layout/HalfCircleOrganizationChart"/>
    <dgm:cxn modelId="{A4BF6418-71B4-46CA-AFA1-FD873EF8A397}" type="presOf" srcId="{85ED3F60-586D-41EA-B217-F0461F9E6E30}" destId="{A51A6C18-5EEF-4A30-BF2A-73A80AEF1460}" srcOrd="1" destOrd="0" presId="urn:microsoft.com/office/officeart/2008/layout/HalfCircleOrganizationChart"/>
    <dgm:cxn modelId="{238BFAA9-4FAB-49FA-8D8D-5DFBCDC36588}" srcId="{7BF08328-4AEE-427B-A198-397669B0605F}" destId="{73DF1938-574C-474A-BB9D-4635B0E7145C}" srcOrd="6" destOrd="0" parTransId="{4615272F-EBCD-4715-A1F6-E5CDB217FBA7}" sibTransId="{8A4B9488-A067-4F85-B8E8-2A589DB1E53C}"/>
    <dgm:cxn modelId="{68D50004-2473-4A5C-B3C4-F27F0EE8EB56}" type="presOf" srcId="{06032F14-7204-4E6E-B403-FC9356EA09B4}" destId="{FC2DADDC-112C-421F-BCDD-6C896AAF5D8B}" srcOrd="0" destOrd="0" presId="urn:microsoft.com/office/officeart/2008/layout/HalfCircleOrganizationChart"/>
    <dgm:cxn modelId="{E979FBD3-1E13-481C-89A8-EA0FE937F9A7}" type="presOf" srcId="{1457FE52-9C21-4FD0-B583-CE7D3EEFF048}" destId="{654EFFF2-A1DC-4DE3-9108-C73F673571D3}" srcOrd="0" destOrd="0" presId="urn:microsoft.com/office/officeart/2008/layout/HalfCircleOrganizationChart"/>
    <dgm:cxn modelId="{C3EC4CD8-7D79-478F-A965-C9BFEB49A2DE}" type="presOf" srcId="{7BF08328-4AEE-427B-A198-397669B0605F}" destId="{942639C5-63D8-4363-B553-0B431276E011}" srcOrd="1" destOrd="0" presId="urn:microsoft.com/office/officeart/2008/layout/HalfCircleOrganizationChart"/>
    <dgm:cxn modelId="{ACE3C1B6-9FA1-429E-8D4A-75FE906A3F08}" srcId="{7BF08328-4AEE-427B-A198-397669B0605F}" destId="{DA59723B-32DE-4CA2-884A-E29D3BBB6D6E}" srcOrd="5" destOrd="0" parTransId="{1457FE52-9C21-4FD0-B583-CE7D3EEFF048}" sibTransId="{0F1B0992-3E52-4B6F-961B-86CB0EE638C9}"/>
    <dgm:cxn modelId="{37C76B0F-221D-4397-9D00-2AF380EECC61}" type="presOf" srcId="{852B2F16-0C7F-46A0-84FD-3B01C4906394}" destId="{B32EBD1C-8FA2-4AF0-A654-30768BC666FD}" srcOrd="0" destOrd="0" presId="urn:microsoft.com/office/officeart/2008/layout/HalfCircleOrganizationChart"/>
    <dgm:cxn modelId="{8B9B3F47-BD2F-48BC-9763-3DD1072B1CAB}" type="presOf" srcId="{B3E61335-6830-4BCC-846B-6D1CE89C339C}" destId="{B51EC769-24D4-4B1A-A4B4-3EA00ACF135A}" srcOrd="1" destOrd="0" presId="urn:microsoft.com/office/officeart/2008/layout/HalfCircleOrganizationChart"/>
    <dgm:cxn modelId="{64C0545D-EB57-4252-9B3B-EA034D786FDA}" type="presOf" srcId="{0D4466BB-8FF6-441F-9FC0-4F5A6C2C549B}" destId="{21E2A4D5-07E5-49C2-A7D7-D42A1A2FD452}" srcOrd="0" destOrd="0" presId="urn:microsoft.com/office/officeart/2008/layout/HalfCircleOrganizationChart"/>
    <dgm:cxn modelId="{B5A82E6B-FE11-4340-A1FE-7A84BFAE13CC}" type="presOf" srcId="{73DF1938-574C-474A-BB9D-4635B0E7145C}" destId="{CD4D068A-5B70-495A-A73F-D8FDDFB69409}" srcOrd="0" destOrd="0" presId="urn:microsoft.com/office/officeart/2008/layout/HalfCircleOrganizationChart"/>
    <dgm:cxn modelId="{54C60865-52F4-4B87-AF08-6EA9AF629BD1}" srcId="{7BF08328-4AEE-427B-A198-397669B0605F}" destId="{1CDE9068-B616-4340-A9A8-B3137D3E7A5C}" srcOrd="1" destOrd="0" parTransId="{852B2F16-0C7F-46A0-84FD-3B01C4906394}" sibTransId="{31378578-1E2A-440F-9933-4D0D87F98FA9}"/>
    <dgm:cxn modelId="{E4E84A09-8FCC-49D4-9621-D8E45C55BC32}" type="presOf" srcId="{73DF1938-574C-474A-BB9D-4635B0E7145C}" destId="{A849D28F-3BA5-4955-BF8B-DAF4BFF44B2B}" srcOrd="1" destOrd="0" presId="urn:microsoft.com/office/officeart/2008/layout/HalfCircleOrganizationChart"/>
    <dgm:cxn modelId="{FA769ACC-B1D0-4662-A8E4-2AE3BEB78CD6}" type="presOf" srcId="{18088AEB-6653-406D-BD6A-7051D632B33E}" destId="{70769567-EA15-481B-AF46-F4DE8AAFFF3A}" srcOrd="0" destOrd="0" presId="urn:microsoft.com/office/officeart/2008/layout/HalfCircleOrganizationChart"/>
    <dgm:cxn modelId="{C52F769E-E471-4C42-A470-52A056D68791}" type="presOf" srcId="{94B7733A-3439-4BCD-A3D0-9B57AFCA8764}" destId="{8715C901-B7B9-4911-A11D-EE58BEC4255E}" srcOrd="0" destOrd="0" presId="urn:microsoft.com/office/officeart/2008/layout/HalfCircleOrganizationChart"/>
    <dgm:cxn modelId="{F0D376A5-B3A3-48D1-9206-E39E32E8E5A4}" srcId="{7BF08328-4AEE-427B-A198-397669B0605F}" destId="{85ED3F60-586D-41EA-B217-F0461F9E6E30}" srcOrd="3" destOrd="0" parTransId="{B8340275-6A7F-4CD8-A581-200719CF2EB4}" sibTransId="{ECDEC27D-32D2-49A0-B0D9-28B07B9184ED}"/>
    <dgm:cxn modelId="{827FB1BC-5354-4D3A-B242-E35B3FCBDBD1}" type="presOf" srcId="{DA59723B-32DE-4CA2-884A-E29D3BBB6D6E}" destId="{5C86D78B-3BA5-4C16-9B2E-847D582F0754}" srcOrd="0" destOrd="0" presId="urn:microsoft.com/office/officeart/2008/layout/HalfCircleOrganizationChart"/>
    <dgm:cxn modelId="{9C6E17D3-C166-46C1-B771-6AA04240577B}" type="presOf" srcId="{1CDE9068-B616-4340-A9A8-B3137D3E7A5C}" destId="{B9E307E5-038B-408A-B1DC-7E08B61E71C6}" srcOrd="1" destOrd="0" presId="urn:microsoft.com/office/officeart/2008/layout/HalfCircleOrganizationChart"/>
    <dgm:cxn modelId="{DC7397C7-A274-4764-AB7A-7CE77E12F8EC}" type="presOf" srcId="{7BF08328-4AEE-427B-A198-397669B0605F}" destId="{CA83CB3E-0087-4B22-A2BF-500EE4F79EFD}" srcOrd="0" destOrd="0" presId="urn:microsoft.com/office/officeart/2008/layout/HalfCircleOrganizationChart"/>
    <dgm:cxn modelId="{7353882B-50BC-494E-9725-F739A92C9470}" type="presOf" srcId="{1CDE9068-B616-4340-A9A8-B3137D3E7A5C}" destId="{A76E1BE0-EDCB-4117-B35A-AC608D1AF34B}" srcOrd="0" destOrd="0" presId="urn:microsoft.com/office/officeart/2008/layout/HalfCircleOrganizationChart"/>
    <dgm:cxn modelId="{8A426EF6-19B6-4B70-BFD5-2111EEC759ED}" srcId="{06032F14-7204-4E6E-B403-FC9356EA09B4}" destId="{7BF08328-4AEE-427B-A198-397669B0605F}" srcOrd="0" destOrd="0" parTransId="{A270643B-7BFC-41AE-9827-339A6747989D}" sibTransId="{C0923C7F-CFCE-4AD0-867E-B287948566C3}"/>
    <dgm:cxn modelId="{B87FA269-AFDA-4919-995E-712853713898}" type="presOf" srcId="{DA59723B-32DE-4CA2-884A-E29D3BBB6D6E}" destId="{4D38A4E6-2683-4A4B-88D8-20451F33E11E}" srcOrd="1" destOrd="0" presId="urn:microsoft.com/office/officeart/2008/layout/HalfCircleOrganizationChart"/>
    <dgm:cxn modelId="{1566230D-3E3C-4665-9794-4D78C27EB4CE}" type="presOf" srcId="{4615272F-EBCD-4715-A1F6-E5CDB217FBA7}" destId="{B8548DD7-5C04-41A4-AE78-158D31480704}" srcOrd="0" destOrd="0" presId="urn:microsoft.com/office/officeart/2008/layout/HalfCircleOrganizationChart"/>
    <dgm:cxn modelId="{02316B08-5AB5-4C39-A88C-C9A72B2F621A}" type="presParOf" srcId="{FC2DADDC-112C-421F-BCDD-6C896AAF5D8B}" destId="{45B40A4D-6FBF-48DA-B22C-7F1C2D980910}" srcOrd="0" destOrd="0" presId="urn:microsoft.com/office/officeart/2008/layout/HalfCircleOrganizationChart"/>
    <dgm:cxn modelId="{9E5EBE5E-2F91-4D29-AF43-CBB6044F8201}" type="presParOf" srcId="{45B40A4D-6FBF-48DA-B22C-7F1C2D980910}" destId="{64A98035-E62B-4DC0-B11E-77568F264B78}" srcOrd="0" destOrd="0" presId="urn:microsoft.com/office/officeart/2008/layout/HalfCircleOrganizationChart"/>
    <dgm:cxn modelId="{68A09AF5-D8DF-4CFF-B6C7-336A18555BFD}" type="presParOf" srcId="{64A98035-E62B-4DC0-B11E-77568F264B78}" destId="{CA83CB3E-0087-4B22-A2BF-500EE4F79EFD}" srcOrd="0" destOrd="0" presId="urn:microsoft.com/office/officeart/2008/layout/HalfCircleOrganizationChart"/>
    <dgm:cxn modelId="{ED0120BC-F7E8-42A2-9867-E85217F8B16B}" type="presParOf" srcId="{64A98035-E62B-4DC0-B11E-77568F264B78}" destId="{E0F3BEAE-58FB-494E-AA32-F4D6080EF2C7}" srcOrd="1" destOrd="0" presId="urn:microsoft.com/office/officeart/2008/layout/HalfCircleOrganizationChart"/>
    <dgm:cxn modelId="{49B882F6-2E96-4165-9BA7-719F46ABD8C9}" type="presParOf" srcId="{64A98035-E62B-4DC0-B11E-77568F264B78}" destId="{0306F5F8-4AF6-4B35-9E08-3A85628F2F14}" srcOrd="2" destOrd="0" presId="urn:microsoft.com/office/officeart/2008/layout/HalfCircleOrganizationChart"/>
    <dgm:cxn modelId="{2507089D-AB5B-4366-96D6-30B82BDFF980}" type="presParOf" srcId="{64A98035-E62B-4DC0-B11E-77568F264B78}" destId="{942639C5-63D8-4363-B553-0B431276E011}" srcOrd="3" destOrd="0" presId="urn:microsoft.com/office/officeart/2008/layout/HalfCircleOrganizationChart"/>
    <dgm:cxn modelId="{51376328-1172-44D1-8764-F6C66B8830CC}" type="presParOf" srcId="{45B40A4D-6FBF-48DA-B22C-7F1C2D980910}" destId="{EB2018C7-5454-4382-945F-FF8121FD3AC6}" srcOrd="1" destOrd="0" presId="urn:microsoft.com/office/officeart/2008/layout/HalfCircleOrganizationChart"/>
    <dgm:cxn modelId="{93045BFF-A589-44C0-849E-4CD814470823}" type="presParOf" srcId="{EB2018C7-5454-4382-945F-FF8121FD3AC6}" destId="{21E2A4D5-07E5-49C2-A7D7-D42A1A2FD452}" srcOrd="0" destOrd="0" presId="urn:microsoft.com/office/officeart/2008/layout/HalfCircleOrganizationChart"/>
    <dgm:cxn modelId="{F8AFCBCE-2748-428C-9FCC-A4C16125DA00}" type="presParOf" srcId="{EB2018C7-5454-4382-945F-FF8121FD3AC6}" destId="{470DB233-5B24-4D82-A5F4-28C14D032F90}" srcOrd="1" destOrd="0" presId="urn:microsoft.com/office/officeart/2008/layout/HalfCircleOrganizationChart"/>
    <dgm:cxn modelId="{2870BB06-313A-4663-9FCE-B99FC69DA216}" type="presParOf" srcId="{470DB233-5B24-4D82-A5F4-28C14D032F90}" destId="{9F339970-140F-4CDC-BDB9-7D90D5FFE6EC}" srcOrd="0" destOrd="0" presId="urn:microsoft.com/office/officeart/2008/layout/HalfCircleOrganizationChart"/>
    <dgm:cxn modelId="{7D2D2BB8-BF3F-40D8-B4EC-5E3E272F7827}" type="presParOf" srcId="{9F339970-140F-4CDC-BDB9-7D90D5FFE6EC}" destId="{BB18F6D0-F976-40AD-881E-50CDC5FD353B}" srcOrd="0" destOrd="0" presId="urn:microsoft.com/office/officeart/2008/layout/HalfCircleOrganizationChart"/>
    <dgm:cxn modelId="{C32BD74F-3F3D-474C-9601-280E12F07DFA}" type="presParOf" srcId="{9F339970-140F-4CDC-BDB9-7D90D5FFE6EC}" destId="{E48C7F48-506B-4D37-B423-6596D75B3FFD}" srcOrd="1" destOrd="0" presId="urn:microsoft.com/office/officeart/2008/layout/HalfCircleOrganizationChart"/>
    <dgm:cxn modelId="{0D3888D7-3279-4090-B120-8A2FD543189C}" type="presParOf" srcId="{9F339970-140F-4CDC-BDB9-7D90D5FFE6EC}" destId="{6E934EF0-034C-4B01-BA74-7B5A14B750CF}" srcOrd="2" destOrd="0" presId="urn:microsoft.com/office/officeart/2008/layout/HalfCircleOrganizationChart"/>
    <dgm:cxn modelId="{C835F89C-F752-4E1C-8066-716EDB1320CC}" type="presParOf" srcId="{9F339970-140F-4CDC-BDB9-7D90D5FFE6EC}" destId="{B51EC769-24D4-4B1A-A4B4-3EA00ACF135A}" srcOrd="3" destOrd="0" presId="urn:microsoft.com/office/officeart/2008/layout/HalfCircleOrganizationChart"/>
    <dgm:cxn modelId="{76ECA9F1-B7C3-42A7-9766-7143922CC5B3}" type="presParOf" srcId="{470DB233-5B24-4D82-A5F4-28C14D032F90}" destId="{A52A98A0-FB8E-4F81-AB61-CCA1BBC7F501}" srcOrd="1" destOrd="0" presId="urn:microsoft.com/office/officeart/2008/layout/HalfCircleOrganizationChart"/>
    <dgm:cxn modelId="{B981CC32-C671-4A1B-8B0D-EE2878E8D83A}" type="presParOf" srcId="{470DB233-5B24-4D82-A5F4-28C14D032F90}" destId="{559F65B8-C106-46ED-8386-014694C73EBD}" srcOrd="2" destOrd="0" presId="urn:microsoft.com/office/officeart/2008/layout/HalfCircleOrganizationChart"/>
    <dgm:cxn modelId="{39FE3396-2F22-494C-B885-5C9F2CB4A91E}" type="presParOf" srcId="{EB2018C7-5454-4382-945F-FF8121FD3AC6}" destId="{6B8110F0-DFB4-44ED-8428-A491E4740C3D}" srcOrd="2" destOrd="0" presId="urn:microsoft.com/office/officeart/2008/layout/HalfCircleOrganizationChart"/>
    <dgm:cxn modelId="{8266EBCC-EBE1-492E-832E-703D636AA721}" type="presParOf" srcId="{EB2018C7-5454-4382-945F-FF8121FD3AC6}" destId="{1E95A0AF-4258-4CF1-94EF-6F2C8252F5A2}" srcOrd="3" destOrd="0" presId="urn:microsoft.com/office/officeart/2008/layout/HalfCircleOrganizationChart"/>
    <dgm:cxn modelId="{7CC6A5E8-52F7-439F-9ED1-52A136C4591E}" type="presParOf" srcId="{1E95A0AF-4258-4CF1-94EF-6F2C8252F5A2}" destId="{502F0570-0BFC-4760-B79A-CCC082AF7446}" srcOrd="0" destOrd="0" presId="urn:microsoft.com/office/officeart/2008/layout/HalfCircleOrganizationChart"/>
    <dgm:cxn modelId="{8698F109-806A-45C0-8439-5C4A8AB5F1DA}" type="presParOf" srcId="{502F0570-0BFC-4760-B79A-CCC082AF7446}" destId="{1A7DE886-AF43-473F-B9FA-5ECD04D3518A}" srcOrd="0" destOrd="0" presId="urn:microsoft.com/office/officeart/2008/layout/HalfCircleOrganizationChart"/>
    <dgm:cxn modelId="{75E77991-D582-4364-B333-7C7D2DE6979E}" type="presParOf" srcId="{502F0570-0BFC-4760-B79A-CCC082AF7446}" destId="{BF7D2422-1E13-41A2-BF4A-8A21C12C167B}" srcOrd="1" destOrd="0" presId="urn:microsoft.com/office/officeart/2008/layout/HalfCircleOrganizationChart"/>
    <dgm:cxn modelId="{D147F2A0-D619-4695-8D8B-436B618D2A2C}" type="presParOf" srcId="{502F0570-0BFC-4760-B79A-CCC082AF7446}" destId="{8CA5DA9B-629E-45A1-8904-9C1DC6AC5311}" srcOrd="2" destOrd="0" presId="urn:microsoft.com/office/officeart/2008/layout/HalfCircleOrganizationChart"/>
    <dgm:cxn modelId="{34BDAA14-F77E-4593-B0BB-3FD8162EDEBA}" type="presParOf" srcId="{502F0570-0BFC-4760-B79A-CCC082AF7446}" destId="{A51A6C18-5EEF-4A30-BF2A-73A80AEF1460}" srcOrd="3" destOrd="0" presId="urn:microsoft.com/office/officeart/2008/layout/HalfCircleOrganizationChart"/>
    <dgm:cxn modelId="{20AEC3C5-298D-482E-8458-866D20FAF6C5}" type="presParOf" srcId="{1E95A0AF-4258-4CF1-94EF-6F2C8252F5A2}" destId="{CB584A34-105F-43E5-9D99-822C80ADE20F}" srcOrd="1" destOrd="0" presId="urn:microsoft.com/office/officeart/2008/layout/HalfCircleOrganizationChart"/>
    <dgm:cxn modelId="{81DEFE64-97F9-425F-A057-626900541220}" type="presParOf" srcId="{1E95A0AF-4258-4CF1-94EF-6F2C8252F5A2}" destId="{BA4FC6CD-606D-4561-868F-054BD9B429C0}" srcOrd="2" destOrd="0" presId="urn:microsoft.com/office/officeart/2008/layout/HalfCircleOrganizationChart"/>
    <dgm:cxn modelId="{71258681-A701-41EB-BEB6-8ADCD8EBBB1B}" type="presParOf" srcId="{EB2018C7-5454-4382-945F-FF8121FD3AC6}" destId="{F2B6B462-5D82-4F05-8429-49A2A6415660}" srcOrd="4" destOrd="0" presId="urn:microsoft.com/office/officeart/2008/layout/HalfCircleOrganizationChart"/>
    <dgm:cxn modelId="{F8D33515-1647-403F-B588-90A0A269BA98}" type="presParOf" srcId="{EB2018C7-5454-4382-945F-FF8121FD3AC6}" destId="{D2C36ACC-E178-49BF-84E9-C4A313D901BE}" srcOrd="5" destOrd="0" presId="urn:microsoft.com/office/officeart/2008/layout/HalfCircleOrganizationChart"/>
    <dgm:cxn modelId="{DDCA9D93-0F11-44D3-8CC5-122E1F892A03}" type="presParOf" srcId="{D2C36ACC-E178-49BF-84E9-C4A313D901BE}" destId="{312CE47F-5E4F-4215-A49A-E9F4AAB03442}" srcOrd="0" destOrd="0" presId="urn:microsoft.com/office/officeart/2008/layout/HalfCircleOrganizationChart"/>
    <dgm:cxn modelId="{64DDC06C-4E69-47E8-9E2E-B5AE81001A0A}" type="presParOf" srcId="{312CE47F-5E4F-4215-A49A-E9F4AAB03442}" destId="{70769567-EA15-481B-AF46-F4DE8AAFFF3A}" srcOrd="0" destOrd="0" presId="urn:microsoft.com/office/officeart/2008/layout/HalfCircleOrganizationChart"/>
    <dgm:cxn modelId="{05C3DF67-08CE-4455-88E8-3EC739BFDF32}" type="presParOf" srcId="{312CE47F-5E4F-4215-A49A-E9F4AAB03442}" destId="{CCE5EB95-700F-4AA5-9412-108E3A40BE39}" srcOrd="1" destOrd="0" presId="urn:microsoft.com/office/officeart/2008/layout/HalfCircleOrganizationChart"/>
    <dgm:cxn modelId="{A905546C-E680-472A-8AC4-4E61C79E7A0B}" type="presParOf" srcId="{312CE47F-5E4F-4215-A49A-E9F4AAB03442}" destId="{5F756206-1D30-49D8-9617-9C0513022DDD}" srcOrd="2" destOrd="0" presId="urn:microsoft.com/office/officeart/2008/layout/HalfCircleOrganizationChart"/>
    <dgm:cxn modelId="{02D0DD3A-1A3B-44AA-A51C-BEF1F45CA311}" type="presParOf" srcId="{312CE47F-5E4F-4215-A49A-E9F4AAB03442}" destId="{668DC85D-56EB-4575-AD0C-AD7DABDDB712}" srcOrd="3" destOrd="0" presId="urn:microsoft.com/office/officeart/2008/layout/HalfCircleOrganizationChart"/>
    <dgm:cxn modelId="{95AE01EE-2A12-48FE-8091-0371801C5417}" type="presParOf" srcId="{D2C36ACC-E178-49BF-84E9-C4A313D901BE}" destId="{B4CD4A4A-E78D-45E7-B213-B43A513E03A0}" srcOrd="1" destOrd="0" presId="urn:microsoft.com/office/officeart/2008/layout/HalfCircleOrganizationChart"/>
    <dgm:cxn modelId="{13A95CEE-B5DF-4196-A7AD-CE10ED920158}" type="presParOf" srcId="{D2C36ACC-E178-49BF-84E9-C4A313D901BE}" destId="{F5DE3968-E6F4-4BC6-81A1-F00A35E23D92}" srcOrd="2" destOrd="0" presId="urn:microsoft.com/office/officeart/2008/layout/HalfCircleOrganizationChart"/>
    <dgm:cxn modelId="{5B393699-40D2-4D9B-B2D2-494AF07D231E}" type="presParOf" srcId="{EB2018C7-5454-4382-945F-FF8121FD3AC6}" destId="{654EFFF2-A1DC-4DE3-9108-C73F673571D3}" srcOrd="6" destOrd="0" presId="urn:microsoft.com/office/officeart/2008/layout/HalfCircleOrganizationChart"/>
    <dgm:cxn modelId="{20B2CB3F-7E1E-4AB0-8C3E-91FF02438A27}" type="presParOf" srcId="{EB2018C7-5454-4382-945F-FF8121FD3AC6}" destId="{ECB35BC5-7A9F-44EE-ADF8-0346706720C9}" srcOrd="7" destOrd="0" presId="urn:microsoft.com/office/officeart/2008/layout/HalfCircleOrganizationChart"/>
    <dgm:cxn modelId="{30E62460-0227-4CAA-8585-2148B59A607C}" type="presParOf" srcId="{ECB35BC5-7A9F-44EE-ADF8-0346706720C9}" destId="{FC4B6C2B-B48C-42F0-A3DF-4B247BA3B3A4}" srcOrd="0" destOrd="0" presId="urn:microsoft.com/office/officeart/2008/layout/HalfCircleOrganizationChart"/>
    <dgm:cxn modelId="{0AE78398-DEB5-4D18-AEF4-D504A0C942D8}" type="presParOf" srcId="{FC4B6C2B-B48C-42F0-A3DF-4B247BA3B3A4}" destId="{5C86D78B-3BA5-4C16-9B2E-847D582F0754}" srcOrd="0" destOrd="0" presId="urn:microsoft.com/office/officeart/2008/layout/HalfCircleOrganizationChart"/>
    <dgm:cxn modelId="{777974B8-D180-4710-8F89-84492FF619C8}" type="presParOf" srcId="{FC4B6C2B-B48C-42F0-A3DF-4B247BA3B3A4}" destId="{9CCB4C40-5994-49D0-B5BC-A4C00DC7090C}" srcOrd="1" destOrd="0" presId="urn:microsoft.com/office/officeart/2008/layout/HalfCircleOrganizationChart"/>
    <dgm:cxn modelId="{478DCC0B-7C20-4C81-BBC1-A862E5A78AA3}" type="presParOf" srcId="{FC4B6C2B-B48C-42F0-A3DF-4B247BA3B3A4}" destId="{81D6EE29-44FA-4D3D-9459-E0BF8AC517DC}" srcOrd="2" destOrd="0" presId="urn:microsoft.com/office/officeart/2008/layout/HalfCircleOrganizationChart"/>
    <dgm:cxn modelId="{4150FBBE-A798-41E1-AAB4-CF5D4426323F}" type="presParOf" srcId="{FC4B6C2B-B48C-42F0-A3DF-4B247BA3B3A4}" destId="{4D38A4E6-2683-4A4B-88D8-20451F33E11E}" srcOrd="3" destOrd="0" presId="urn:microsoft.com/office/officeart/2008/layout/HalfCircleOrganizationChart"/>
    <dgm:cxn modelId="{0EA86F73-94AD-4AD1-814E-F125423D76B1}" type="presParOf" srcId="{ECB35BC5-7A9F-44EE-ADF8-0346706720C9}" destId="{7C614011-208B-49D1-9C76-ADDB4F607525}" srcOrd="1" destOrd="0" presId="urn:microsoft.com/office/officeart/2008/layout/HalfCircleOrganizationChart"/>
    <dgm:cxn modelId="{EE31BCD1-BDA1-478F-B75C-9345E7CD1AF5}" type="presParOf" srcId="{ECB35BC5-7A9F-44EE-ADF8-0346706720C9}" destId="{DE05BDB6-C812-44D2-A8C1-4926C5ACEDE0}" srcOrd="2" destOrd="0" presId="urn:microsoft.com/office/officeart/2008/layout/HalfCircleOrganizationChart"/>
    <dgm:cxn modelId="{53CD7143-B9FA-4893-AFAA-791C388150A3}" type="presParOf" srcId="{EB2018C7-5454-4382-945F-FF8121FD3AC6}" destId="{B8548DD7-5C04-41A4-AE78-158D31480704}" srcOrd="8" destOrd="0" presId="urn:microsoft.com/office/officeart/2008/layout/HalfCircleOrganizationChart"/>
    <dgm:cxn modelId="{991B3DA5-790C-469F-886D-FD6F82C582CC}" type="presParOf" srcId="{EB2018C7-5454-4382-945F-FF8121FD3AC6}" destId="{1C4D3928-756A-4CB7-B361-D222A5BAACEB}" srcOrd="9" destOrd="0" presId="urn:microsoft.com/office/officeart/2008/layout/HalfCircleOrganizationChart"/>
    <dgm:cxn modelId="{E13206A7-6389-4FA4-837C-ACF737625658}" type="presParOf" srcId="{1C4D3928-756A-4CB7-B361-D222A5BAACEB}" destId="{37863E92-E759-42AB-9734-D1724CAAED4D}" srcOrd="0" destOrd="0" presId="urn:microsoft.com/office/officeart/2008/layout/HalfCircleOrganizationChart"/>
    <dgm:cxn modelId="{6E86100E-C5A5-4C02-89B1-D5CBCC343A47}" type="presParOf" srcId="{37863E92-E759-42AB-9734-D1724CAAED4D}" destId="{CD4D068A-5B70-495A-A73F-D8FDDFB69409}" srcOrd="0" destOrd="0" presId="urn:microsoft.com/office/officeart/2008/layout/HalfCircleOrganizationChart"/>
    <dgm:cxn modelId="{1CBC9437-0955-495E-8DAA-B7674A942497}" type="presParOf" srcId="{37863E92-E759-42AB-9734-D1724CAAED4D}" destId="{5955D412-1D99-4B3E-8D68-2D3D8F106F07}" srcOrd="1" destOrd="0" presId="urn:microsoft.com/office/officeart/2008/layout/HalfCircleOrganizationChart"/>
    <dgm:cxn modelId="{23D29203-3E25-4900-850C-DEA3AFC5A2BF}" type="presParOf" srcId="{37863E92-E759-42AB-9734-D1724CAAED4D}" destId="{591ADA9D-7507-4253-A1FA-6BD207096F55}" srcOrd="2" destOrd="0" presId="urn:microsoft.com/office/officeart/2008/layout/HalfCircleOrganizationChart"/>
    <dgm:cxn modelId="{73BEEC2B-1BF9-49E9-AC10-F1CF0547D1B9}" type="presParOf" srcId="{37863E92-E759-42AB-9734-D1724CAAED4D}" destId="{A849D28F-3BA5-4955-BF8B-DAF4BFF44B2B}" srcOrd="3" destOrd="0" presId="urn:microsoft.com/office/officeart/2008/layout/HalfCircleOrganizationChart"/>
    <dgm:cxn modelId="{157B7FAD-66D4-4167-A5A9-CFBD75BA1DEB}" type="presParOf" srcId="{1C4D3928-756A-4CB7-B361-D222A5BAACEB}" destId="{3983AB07-6EB8-40C9-85D1-3B0DE64326F4}" srcOrd="1" destOrd="0" presId="urn:microsoft.com/office/officeart/2008/layout/HalfCircleOrganizationChart"/>
    <dgm:cxn modelId="{15FDD916-1431-446C-81C0-00DFF2AB4D6D}" type="presParOf" srcId="{1C4D3928-756A-4CB7-B361-D222A5BAACEB}" destId="{A51D100F-9EF1-4BD4-AF99-3B5ED73BD85F}" srcOrd="2" destOrd="0" presId="urn:microsoft.com/office/officeart/2008/layout/HalfCircleOrganizationChart"/>
    <dgm:cxn modelId="{1E215A94-45D7-4768-81D2-64287845FE4B}" type="presParOf" srcId="{45B40A4D-6FBF-48DA-B22C-7F1C2D980910}" destId="{5DED963F-72DE-4E34-BD50-3F0EB55228B4}" srcOrd="2" destOrd="0" presId="urn:microsoft.com/office/officeart/2008/layout/HalfCircleOrganizationChart"/>
    <dgm:cxn modelId="{99F088DE-3C8A-4C39-9791-D6A866796375}" type="presParOf" srcId="{5DED963F-72DE-4E34-BD50-3F0EB55228B4}" destId="{DC520729-77A7-4A09-9D91-0762B5B0DAA8}" srcOrd="0" destOrd="0" presId="urn:microsoft.com/office/officeart/2008/layout/HalfCircleOrganizationChart"/>
    <dgm:cxn modelId="{D64F0C92-9840-4F7B-959D-F4421E03BFB0}" type="presParOf" srcId="{5DED963F-72DE-4E34-BD50-3F0EB55228B4}" destId="{76F537F2-5CBD-4553-B3EA-91B4438CDB13}" srcOrd="1" destOrd="0" presId="urn:microsoft.com/office/officeart/2008/layout/HalfCircleOrganizationChart"/>
    <dgm:cxn modelId="{D46D0F3D-D8D1-461E-B9FE-0C866F7E942B}" type="presParOf" srcId="{76F537F2-5CBD-4553-B3EA-91B4438CDB13}" destId="{F1EBBE96-E509-47E8-A777-1988F1577538}" srcOrd="0" destOrd="0" presId="urn:microsoft.com/office/officeart/2008/layout/HalfCircleOrganizationChart"/>
    <dgm:cxn modelId="{B2A35376-66F8-4D49-BA3D-D5039A8BBF57}" type="presParOf" srcId="{F1EBBE96-E509-47E8-A777-1988F1577538}" destId="{8715C901-B7B9-4911-A11D-EE58BEC4255E}" srcOrd="0" destOrd="0" presId="urn:microsoft.com/office/officeart/2008/layout/HalfCircleOrganizationChart"/>
    <dgm:cxn modelId="{FBD15E32-246A-42FE-9E4A-1236621FA294}" type="presParOf" srcId="{F1EBBE96-E509-47E8-A777-1988F1577538}" destId="{5C1E33F4-84BA-4736-90A0-9A856E2D4D0B}" srcOrd="1" destOrd="0" presId="urn:microsoft.com/office/officeart/2008/layout/HalfCircleOrganizationChart"/>
    <dgm:cxn modelId="{A87C8478-4262-4EB4-A1E5-C33D2D0CB7DB}" type="presParOf" srcId="{F1EBBE96-E509-47E8-A777-1988F1577538}" destId="{4FC67327-F669-498F-996C-998BB61F89CB}" srcOrd="2" destOrd="0" presId="urn:microsoft.com/office/officeart/2008/layout/HalfCircleOrganizationChart"/>
    <dgm:cxn modelId="{31F0BC7E-0956-486C-A34F-417926FABE2B}" type="presParOf" srcId="{F1EBBE96-E509-47E8-A777-1988F1577538}" destId="{9BC956F8-5B9A-41F3-878D-1AC76EBA08A7}" srcOrd="3" destOrd="0" presId="urn:microsoft.com/office/officeart/2008/layout/HalfCircleOrganizationChart"/>
    <dgm:cxn modelId="{7DDA616C-0150-47C7-85BB-B0BE026B6BFC}" type="presParOf" srcId="{76F537F2-5CBD-4553-B3EA-91B4438CDB13}" destId="{B72D3FD9-5565-4449-BD31-6D6580A79B1B}" srcOrd="1" destOrd="0" presId="urn:microsoft.com/office/officeart/2008/layout/HalfCircleOrganizationChart"/>
    <dgm:cxn modelId="{75600466-B85E-4F5D-A9DA-8AB5276591F0}" type="presParOf" srcId="{76F537F2-5CBD-4553-B3EA-91B4438CDB13}" destId="{BF578110-1A38-48FB-9275-2B2403929C21}" srcOrd="2" destOrd="0" presId="urn:microsoft.com/office/officeart/2008/layout/HalfCircleOrganizationChart"/>
    <dgm:cxn modelId="{79FBA628-F501-43DD-A7EF-54DD9239B640}" type="presParOf" srcId="{5DED963F-72DE-4E34-BD50-3F0EB55228B4}" destId="{B32EBD1C-8FA2-4AF0-A654-30768BC666FD}" srcOrd="2" destOrd="0" presId="urn:microsoft.com/office/officeart/2008/layout/HalfCircleOrganizationChart"/>
    <dgm:cxn modelId="{DA2FD477-C87C-48D0-9E22-9ADF08C2FC22}" type="presParOf" srcId="{5DED963F-72DE-4E34-BD50-3F0EB55228B4}" destId="{5380C55C-CBFA-42E1-BA23-A5E3BFC295B3}" srcOrd="3" destOrd="0" presId="urn:microsoft.com/office/officeart/2008/layout/HalfCircleOrganizationChart"/>
    <dgm:cxn modelId="{EF2600D9-EFDA-4104-93EE-69F168CCBC28}" type="presParOf" srcId="{5380C55C-CBFA-42E1-BA23-A5E3BFC295B3}" destId="{32A26223-A623-46B3-B7D4-A9F80AF20340}" srcOrd="0" destOrd="0" presId="urn:microsoft.com/office/officeart/2008/layout/HalfCircleOrganizationChart"/>
    <dgm:cxn modelId="{935FAE10-E4E3-4B07-97A3-129EAD6B791A}" type="presParOf" srcId="{32A26223-A623-46B3-B7D4-A9F80AF20340}" destId="{A76E1BE0-EDCB-4117-B35A-AC608D1AF34B}" srcOrd="0" destOrd="0" presId="urn:microsoft.com/office/officeart/2008/layout/HalfCircleOrganizationChart"/>
    <dgm:cxn modelId="{207D64FE-5D8B-4363-801A-9B6753AC1419}" type="presParOf" srcId="{32A26223-A623-46B3-B7D4-A9F80AF20340}" destId="{3A9F63A1-2095-4E58-B294-B812656BDFF5}" srcOrd="1" destOrd="0" presId="urn:microsoft.com/office/officeart/2008/layout/HalfCircleOrganizationChart"/>
    <dgm:cxn modelId="{31195D71-709F-497C-A646-D91515A17B0F}" type="presParOf" srcId="{32A26223-A623-46B3-B7D4-A9F80AF20340}" destId="{04F833F7-E796-4403-9611-9E0BF507DE09}" srcOrd="2" destOrd="0" presId="urn:microsoft.com/office/officeart/2008/layout/HalfCircleOrganizationChart"/>
    <dgm:cxn modelId="{651BBF34-851C-4901-8808-E5509671B15C}" type="presParOf" srcId="{32A26223-A623-46B3-B7D4-A9F80AF20340}" destId="{B9E307E5-038B-408A-B1DC-7E08B61E71C6}" srcOrd="3" destOrd="0" presId="urn:microsoft.com/office/officeart/2008/layout/HalfCircleOrganizationChart"/>
    <dgm:cxn modelId="{B5CE227F-615E-4A04-8265-4D765128CFEC}" type="presParOf" srcId="{5380C55C-CBFA-42E1-BA23-A5E3BFC295B3}" destId="{9EA968DC-4A8A-455D-A1CD-68573092998A}" srcOrd="1" destOrd="0" presId="urn:microsoft.com/office/officeart/2008/layout/HalfCircleOrganizationChart"/>
    <dgm:cxn modelId="{14AEDEFE-6804-4551-8E0E-39E04C317DFF}" type="presParOf" srcId="{5380C55C-CBFA-42E1-BA23-A5E3BFC295B3}" destId="{E2BC54E0-8744-445E-A8F7-13B0696656FD}" srcOrd="2" destOrd="0" presId="urn:microsoft.com/office/officeart/2008/layout/HalfCircleOrganizationChar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9B0651-4184-459C-816F-3BCC2DBA2F68}">
      <dsp:nvSpPr>
        <dsp:cNvPr id="0" name=""/>
        <dsp:cNvSpPr/>
      </dsp:nvSpPr>
      <dsp:spPr>
        <a:xfrm rot="5400000">
          <a:off x="847522" y="-222170"/>
          <a:ext cx="3048169" cy="3937146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bg1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33CF150-D326-4D5B-AEBD-69447BBC6CBC}">
      <dsp:nvSpPr>
        <dsp:cNvPr id="0" name=""/>
        <dsp:cNvSpPr/>
      </dsp:nvSpPr>
      <dsp:spPr>
        <a:xfrm rot="16200000">
          <a:off x="4792822" y="-222170"/>
          <a:ext cx="3048169" cy="3937146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bg1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41825C6-E00B-459C-8BDA-1841AD91E4FD}">
      <dsp:nvSpPr>
        <dsp:cNvPr id="0" name=""/>
        <dsp:cNvSpPr/>
      </dsp:nvSpPr>
      <dsp:spPr>
        <a:xfrm>
          <a:off x="4805771" y="3252099"/>
          <a:ext cx="2989610" cy="787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200" kern="1200" dirty="0" smtClean="0">
              <a:solidFill>
                <a:schemeClr val="bg1">
                  <a:lumMod val="85000"/>
                </a:schemeClr>
              </a:solidFill>
            </a:rPr>
            <a:t>Evolução</a:t>
          </a:r>
          <a:br>
            <a:rPr lang="pt-BR" sz="2200" kern="1200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800" kern="1200" dirty="0" smtClean="0">
              <a:solidFill>
                <a:schemeClr val="bg1">
                  <a:lumMod val="85000"/>
                </a:schemeClr>
              </a:solidFill>
            </a:rPr>
            <a:t>(após a Estabilização)</a:t>
          </a:r>
          <a:endParaRPr lang="pt-BR" sz="1800" kern="1200" dirty="0">
            <a:solidFill>
              <a:schemeClr val="bg1">
                <a:lumMod val="85000"/>
              </a:schemeClr>
            </a:solidFill>
          </a:endParaRPr>
        </a:p>
      </dsp:txBody>
      <dsp:txXfrm>
        <a:off x="4805771" y="3252099"/>
        <a:ext cx="2989610" cy="787740"/>
      </dsp:txXfrm>
    </dsp:sp>
    <dsp:sp modelId="{28DE3206-3490-4B8C-A280-D866BBDD3191}">
      <dsp:nvSpPr>
        <dsp:cNvPr id="0" name=""/>
        <dsp:cNvSpPr/>
      </dsp:nvSpPr>
      <dsp:spPr>
        <a:xfrm>
          <a:off x="5483043" y="369311"/>
          <a:ext cx="1572654" cy="1572654"/>
        </a:xfrm>
        <a:prstGeom prst="ellipse">
          <a:avLst/>
        </a:prstGeom>
        <a:solidFill>
          <a:schemeClr val="accent2">
            <a:lumMod val="75000"/>
            <a:alpha val="5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500" kern="1200" dirty="0" smtClean="0">
              <a:solidFill>
                <a:schemeClr val="bg1"/>
              </a:solidFill>
            </a:rPr>
            <a:t>Catálogo de Serviços Intuitivo</a:t>
          </a:r>
          <a:endParaRPr lang="pt-BR" sz="1500" kern="1200" dirty="0">
            <a:solidFill>
              <a:schemeClr val="bg1"/>
            </a:solidFill>
          </a:endParaRPr>
        </a:p>
      </dsp:txBody>
      <dsp:txXfrm>
        <a:off x="5692730" y="644526"/>
        <a:ext cx="1153280" cy="707694"/>
      </dsp:txXfrm>
    </dsp:sp>
    <dsp:sp modelId="{BC20FEC8-74DA-4402-B1E1-40D2A01990DF}">
      <dsp:nvSpPr>
        <dsp:cNvPr id="0" name=""/>
        <dsp:cNvSpPr/>
      </dsp:nvSpPr>
      <dsp:spPr>
        <a:xfrm>
          <a:off x="6050509" y="1352220"/>
          <a:ext cx="1572654" cy="1572654"/>
        </a:xfrm>
        <a:prstGeom prst="ellipse">
          <a:avLst/>
        </a:prstGeom>
        <a:solidFill>
          <a:schemeClr val="accent2">
            <a:lumMod val="75000"/>
            <a:alpha val="5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500" kern="1200" dirty="0" smtClean="0">
              <a:solidFill>
                <a:schemeClr val="bg1"/>
              </a:solidFill>
            </a:rPr>
            <a:t>Processos da Transição</a:t>
          </a:r>
          <a:endParaRPr lang="pt-BR" sz="1500" kern="1200" dirty="0">
            <a:solidFill>
              <a:schemeClr val="bg1"/>
            </a:solidFill>
          </a:endParaRPr>
        </a:p>
      </dsp:txBody>
      <dsp:txXfrm>
        <a:off x="6531479" y="1758489"/>
        <a:ext cx="943592" cy="864960"/>
      </dsp:txXfrm>
    </dsp:sp>
    <dsp:sp modelId="{332E2349-8664-468D-A5AF-6DBA5217E781}">
      <dsp:nvSpPr>
        <dsp:cNvPr id="0" name=""/>
        <dsp:cNvSpPr/>
      </dsp:nvSpPr>
      <dsp:spPr>
        <a:xfrm>
          <a:off x="4915576" y="1352220"/>
          <a:ext cx="1572654" cy="1572654"/>
        </a:xfrm>
        <a:prstGeom prst="ellipse">
          <a:avLst/>
        </a:prstGeom>
        <a:solidFill>
          <a:schemeClr val="accent2">
            <a:lumMod val="75000"/>
            <a:alpha val="5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500" kern="1200" dirty="0" smtClean="0">
              <a:solidFill>
                <a:schemeClr val="bg1"/>
              </a:solidFill>
            </a:rPr>
            <a:t>Indicadores e Metas</a:t>
          </a:r>
          <a:endParaRPr lang="pt-BR" sz="1500" kern="1200" dirty="0">
            <a:solidFill>
              <a:schemeClr val="bg1"/>
            </a:solidFill>
          </a:endParaRPr>
        </a:p>
      </dsp:txBody>
      <dsp:txXfrm>
        <a:off x="5063668" y="1758489"/>
        <a:ext cx="943592" cy="864960"/>
      </dsp:txXfrm>
    </dsp:sp>
    <dsp:sp modelId="{1BDCCF3A-978C-4A0D-822F-1E11A71C04A0}">
      <dsp:nvSpPr>
        <dsp:cNvPr id="0" name=""/>
        <dsp:cNvSpPr/>
      </dsp:nvSpPr>
      <dsp:spPr>
        <a:xfrm>
          <a:off x="1319883" y="265391"/>
          <a:ext cx="1160086" cy="116009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>
              <a:solidFill>
                <a:schemeClr val="bg1"/>
              </a:solidFill>
            </a:rPr>
            <a:t>Sanear </a:t>
          </a:r>
          <a:r>
            <a:rPr lang="pt-BR" sz="1300" i="1" kern="1200" dirty="0" err="1" smtClean="0">
              <a:solidFill>
                <a:schemeClr val="bg1"/>
              </a:solidFill>
            </a:rPr>
            <a:t>Backlog</a:t>
          </a:r>
          <a:endParaRPr lang="pt-BR" sz="1300" i="1" kern="1200" dirty="0">
            <a:solidFill>
              <a:schemeClr val="bg1"/>
            </a:solidFill>
          </a:endParaRPr>
        </a:p>
      </dsp:txBody>
      <dsp:txXfrm>
        <a:off x="1489774" y="435283"/>
        <a:ext cx="820304" cy="820308"/>
      </dsp:txXfrm>
    </dsp:sp>
    <dsp:sp modelId="{2BCB254B-686C-4C4D-8E6A-7B3A9186A76A}">
      <dsp:nvSpPr>
        <dsp:cNvPr id="0" name=""/>
        <dsp:cNvSpPr/>
      </dsp:nvSpPr>
      <dsp:spPr>
        <a:xfrm>
          <a:off x="1460667" y="1582601"/>
          <a:ext cx="331453" cy="33149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</dsp:sp>
    <dsp:sp modelId="{203CA585-612C-4F76-9A46-3E11753D5767}">
      <dsp:nvSpPr>
        <dsp:cNvPr id="0" name=""/>
        <dsp:cNvSpPr/>
      </dsp:nvSpPr>
      <dsp:spPr>
        <a:xfrm>
          <a:off x="2540108" y="301671"/>
          <a:ext cx="331453" cy="33149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</dsp:sp>
    <dsp:sp modelId="{0A9958AC-78F3-492B-9F9E-39A53AE67533}">
      <dsp:nvSpPr>
        <dsp:cNvPr id="0" name=""/>
        <dsp:cNvSpPr/>
      </dsp:nvSpPr>
      <dsp:spPr>
        <a:xfrm>
          <a:off x="2540385" y="646920"/>
          <a:ext cx="1160086" cy="116009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smtClean="0">
              <a:solidFill>
                <a:schemeClr val="bg1"/>
              </a:solidFill>
            </a:rPr>
            <a:t>Ritos para Alto Impacto</a:t>
          </a:r>
          <a:endParaRPr lang="pt-BR" sz="1300" kern="1200" dirty="0">
            <a:solidFill>
              <a:schemeClr val="bg1"/>
            </a:solidFill>
          </a:endParaRPr>
        </a:p>
      </dsp:txBody>
      <dsp:txXfrm>
        <a:off x="2710276" y="816812"/>
        <a:ext cx="820304" cy="820308"/>
      </dsp:txXfrm>
    </dsp:sp>
    <dsp:sp modelId="{F4514CB0-CE9C-42E0-A21B-8BF89CC689FB}">
      <dsp:nvSpPr>
        <dsp:cNvPr id="0" name=""/>
        <dsp:cNvSpPr/>
      </dsp:nvSpPr>
      <dsp:spPr>
        <a:xfrm>
          <a:off x="3487909" y="1824568"/>
          <a:ext cx="331453" cy="33149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</dsp:sp>
    <dsp:sp modelId="{8A1DCE93-AD52-40E8-80EF-8DE77F9C3749}">
      <dsp:nvSpPr>
        <dsp:cNvPr id="0" name=""/>
        <dsp:cNvSpPr/>
      </dsp:nvSpPr>
      <dsp:spPr>
        <a:xfrm>
          <a:off x="1048013" y="2031131"/>
          <a:ext cx="1160086" cy="116009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i="1" kern="1200" dirty="0" smtClean="0">
              <a:solidFill>
                <a:schemeClr val="bg1"/>
              </a:solidFill>
            </a:rPr>
            <a:t>Root Cause </a:t>
          </a:r>
          <a:r>
            <a:rPr lang="pt-BR" sz="1300" i="1" kern="1200" dirty="0" err="1" smtClean="0">
              <a:solidFill>
                <a:schemeClr val="bg1"/>
              </a:solidFill>
            </a:rPr>
            <a:t>Analysis</a:t>
          </a:r>
          <a:endParaRPr lang="pt-BR" sz="1300" i="1" kern="1200" dirty="0">
            <a:solidFill>
              <a:schemeClr val="bg1"/>
            </a:solidFill>
          </a:endParaRPr>
        </a:p>
      </dsp:txBody>
      <dsp:txXfrm>
        <a:off x="1217904" y="2201023"/>
        <a:ext cx="820304" cy="820308"/>
      </dsp:txXfrm>
    </dsp:sp>
    <dsp:sp modelId="{E5D9F0CD-2D05-4165-881C-FCA72D7444C6}">
      <dsp:nvSpPr>
        <dsp:cNvPr id="0" name=""/>
        <dsp:cNvSpPr/>
      </dsp:nvSpPr>
      <dsp:spPr>
        <a:xfrm>
          <a:off x="2329763" y="1938675"/>
          <a:ext cx="1160086" cy="116009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>
              <a:solidFill>
                <a:schemeClr val="bg1"/>
              </a:solidFill>
            </a:rPr>
            <a:t>Prazos de Resolução</a:t>
          </a:r>
          <a:endParaRPr lang="pt-BR" sz="1300" kern="1200" dirty="0">
            <a:solidFill>
              <a:schemeClr val="bg1"/>
            </a:solidFill>
          </a:endParaRPr>
        </a:p>
      </dsp:txBody>
      <dsp:txXfrm>
        <a:off x="2499654" y="2108567"/>
        <a:ext cx="820304" cy="820308"/>
      </dsp:txXfrm>
    </dsp:sp>
    <dsp:sp modelId="{22955492-8B8A-4A31-8C03-5D03A8BB4FFC}">
      <dsp:nvSpPr>
        <dsp:cNvPr id="0" name=""/>
        <dsp:cNvSpPr/>
      </dsp:nvSpPr>
      <dsp:spPr>
        <a:xfrm>
          <a:off x="1940942" y="1503604"/>
          <a:ext cx="569789" cy="56965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</dsp:sp>
    <dsp:sp modelId="{FDB8B9F0-B46C-4047-A7B1-49CD576D0806}">
      <dsp:nvSpPr>
        <dsp:cNvPr id="0" name=""/>
        <dsp:cNvSpPr/>
      </dsp:nvSpPr>
      <dsp:spPr>
        <a:xfrm>
          <a:off x="1088475" y="1795017"/>
          <a:ext cx="249144" cy="24898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</dsp:sp>
    <dsp:sp modelId="{337A97A9-27DC-4AE7-A12A-F4905D499F44}">
      <dsp:nvSpPr>
        <dsp:cNvPr id="0" name=""/>
        <dsp:cNvSpPr/>
      </dsp:nvSpPr>
      <dsp:spPr>
        <a:xfrm>
          <a:off x="1035953" y="3252091"/>
          <a:ext cx="2989610" cy="787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200" kern="1200" dirty="0" smtClean="0">
              <a:solidFill>
                <a:schemeClr val="bg1">
                  <a:lumMod val="85000"/>
                </a:schemeClr>
              </a:solidFill>
            </a:rPr>
            <a:t>Estabilização</a:t>
          </a:r>
          <a:br>
            <a:rPr lang="pt-BR" sz="2200" kern="1200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800" kern="1200" dirty="0" smtClean="0">
              <a:solidFill>
                <a:schemeClr val="bg1">
                  <a:lumMod val="85000"/>
                </a:schemeClr>
              </a:solidFill>
            </a:rPr>
            <a:t>(80 dias úteis)</a:t>
          </a:r>
          <a:endParaRPr lang="pt-BR" sz="1800" kern="1200" dirty="0">
            <a:solidFill>
              <a:schemeClr val="bg1">
                <a:lumMod val="85000"/>
              </a:schemeClr>
            </a:solidFill>
          </a:endParaRPr>
        </a:p>
      </dsp:txBody>
      <dsp:txXfrm>
        <a:off x="1035953" y="3252091"/>
        <a:ext cx="2989610" cy="7877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2EBD1C-8FA2-4AF0-A654-30768BC666FD}">
      <dsp:nvSpPr>
        <dsp:cNvPr id="0" name=""/>
        <dsp:cNvSpPr/>
      </dsp:nvSpPr>
      <dsp:spPr>
        <a:xfrm>
          <a:off x="4690171" y="1781543"/>
          <a:ext cx="666468" cy="4817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1784"/>
              </a:lnTo>
              <a:lnTo>
                <a:pt x="666468" y="481784"/>
              </a:lnTo>
            </a:path>
          </a:pathLst>
        </a:custGeom>
        <a:noFill/>
        <a:ln w="25400" cap="flat" cmpd="sng" algn="ctr">
          <a:solidFill>
            <a:srgbClr val="C00000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520729-77A7-4A09-9D91-0762B5B0DAA8}">
      <dsp:nvSpPr>
        <dsp:cNvPr id="0" name=""/>
        <dsp:cNvSpPr/>
      </dsp:nvSpPr>
      <dsp:spPr>
        <a:xfrm>
          <a:off x="4023702" y="1781543"/>
          <a:ext cx="666468" cy="481784"/>
        </a:xfrm>
        <a:custGeom>
          <a:avLst/>
          <a:gdLst/>
          <a:ahLst/>
          <a:cxnLst/>
          <a:rect l="0" t="0" r="0" b="0"/>
          <a:pathLst>
            <a:path>
              <a:moveTo>
                <a:pt x="666468" y="0"/>
              </a:moveTo>
              <a:lnTo>
                <a:pt x="666468" y="481784"/>
              </a:lnTo>
              <a:lnTo>
                <a:pt x="0" y="481784"/>
              </a:lnTo>
            </a:path>
          </a:pathLst>
        </a:custGeom>
        <a:noFill/>
        <a:ln w="25400" cap="flat" cmpd="sng" algn="ctr">
          <a:solidFill>
            <a:srgbClr val="C00000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548DD7-5C04-41A4-AE78-158D31480704}">
      <dsp:nvSpPr>
        <dsp:cNvPr id="0" name=""/>
        <dsp:cNvSpPr/>
      </dsp:nvSpPr>
      <dsp:spPr>
        <a:xfrm>
          <a:off x="4690171" y="1781543"/>
          <a:ext cx="3886395" cy="14774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08848"/>
              </a:lnTo>
              <a:lnTo>
                <a:pt x="3886395" y="1308848"/>
              </a:lnTo>
              <a:lnTo>
                <a:pt x="3886395" y="147747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4EFFF2-A1DC-4DE3-9108-C73F673571D3}">
      <dsp:nvSpPr>
        <dsp:cNvPr id="0" name=""/>
        <dsp:cNvSpPr/>
      </dsp:nvSpPr>
      <dsp:spPr>
        <a:xfrm>
          <a:off x="4690171" y="1781543"/>
          <a:ext cx="1943197" cy="14774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08848"/>
              </a:lnTo>
              <a:lnTo>
                <a:pt x="1943197" y="1308848"/>
              </a:lnTo>
              <a:lnTo>
                <a:pt x="1943197" y="147747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B6B462-5D82-4F05-8429-49A2A6415660}">
      <dsp:nvSpPr>
        <dsp:cNvPr id="0" name=""/>
        <dsp:cNvSpPr/>
      </dsp:nvSpPr>
      <dsp:spPr>
        <a:xfrm>
          <a:off x="4644451" y="1781543"/>
          <a:ext cx="91440" cy="147747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7747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8110F0-DFB4-44ED-8428-A491E4740C3D}">
      <dsp:nvSpPr>
        <dsp:cNvPr id="0" name=""/>
        <dsp:cNvSpPr/>
      </dsp:nvSpPr>
      <dsp:spPr>
        <a:xfrm>
          <a:off x="2746973" y="1781543"/>
          <a:ext cx="1943197" cy="1477472"/>
        </a:xfrm>
        <a:custGeom>
          <a:avLst/>
          <a:gdLst/>
          <a:ahLst/>
          <a:cxnLst/>
          <a:rect l="0" t="0" r="0" b="0"/>
          <a:pathLst>
            <a:path>
              <a:moveTo>
                <a:pt x="1943197" y="0"/>
              </a:moveTo>
              <a:lnTo>
                <a:pt x="1943197" y="1308848"/>
              </a:lnTo>
              <a:lnTo>
                <a:pt x="0" y="1308848"/>
              </a:lnTo>
              <a:lnTo>
                <a:pt x="0" y="147747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E2A4D5-07E5-49C2-A7D7-D42A1A2FD452}">
      <dsp:nvSpPr>
        <dsp:cNvPr id="0" name=""/>
        <dsp:cNvSpPr/>
      </dsp:nvSpPr>
      <dsp:spPr>
        <a:xfrm>
          <a:off x="803775" y="1781543"/>
          <a:ext cx="3886395" cy="1477472"/>
        </a:xfrm>
        <a:custGeom>
          <a:avLst/>
          <a:gdLst/>
          <a:ahLst/>
          <a:cxnLst/>
          <a:rect l="0" t="0" r="0" b="0"/>
          <a:pathLst>
            <a:path>
              <a:moveTo>
                <a:pt x="3886395" y="0"/>
              </a:moveTo>
              <a:lnTo>
                <a:pt x="3886395" y="1308848"/>
              </a:lnTo>
              <a:lnTo>
                <a:pt x="0" y="1308848"/>
              </a:lnTo>
              <a:lnTo>
                <a:pt x="0" y="147747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F3BEAE-58FB-494E-AA32-F4D6080EF2C7}">
      <dsp:nvSpPr>
        <dsp:cNvPr id="0" name=""/>
        <dsp:cNvSpPr/>
      </dsp:nvSpPr>
      <dsp:spPr>
        <a:xfrm>
          <a:off x="4288684" y="978569"/>
          <a:ext cx="802974" cy="802974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06F5F8-4AF6-4B35-9E08-3A85628F2F14}">
      <dsp:nvSpPr>
        <dsp:cNvPr id="0" name=""/>
        <dsp:cNvSpPr/>
      </dsp:nvSpPr>
      <dsp:spPr>
        <a:xfrm>
          <a:off x="4288684" y="978569"/>
          <a:ext cx="802974" cy="802974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83CB3E-0087-4B22-A2BF-500EE4F79EFD}">
      <dsp:nvSpPr>
        <dsp:cNvPr id="0" name=""/>
        <dsp:cNvSpPr/>
      </dsp:nvSpPr>
      <dsp:spPr>
        <a:xfrm>
          <a:off x="3887197" y="1123104"/>
          <a:ext cx="1605948" cy="513903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Consultor Líder</a:t>
          </a:r>
          <a:b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ITIL Expert</a:t>
          </a:r>
          <a:endParaRPr lang="pt-BR" sz="1400" b="1" kern="1200" dirty="0">
            <a:solidFill>
              <a:schemeClr val="bg1">
                <a:lumMod val="85000"/>
              </a:schemeClr>
            </a:solidFill>
          </a:endParaRPr>
        </a:p>
      </dsp:txBody>
      <dsp:txXfrm>
        <a:off x="3887197" y="1123104"/>
        <a:ext cx="1605948" cy="513903"/>
      </dsp:txXfrm>
    </dsp:sp>
    <dsp:sp modelId="{E48C7F48-506B-4D37-B423-6596D75B3FFD}">
      <dsp:nvSpPr>
        <dsp:cNvPr id="0" name=""/>
        <dsp:cNvSpPr/>
      </dsp:nvSpPr>
      <dsp:spPr>
        <a:xfrm>
          <a:off x="402288" y="3259016"/>
          <a:ext cx="802974" cy="802974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934EF0-034C-4B01-BA74-7B5A14B750CF}">
      <dsp:nvSpPr>
        <dsp:cNvPr id="0" name=""/>
        <dsp:cNvSpPr/>
      </dsp:nvSpPr>
      <dsp:spPr>
        <a:xfrm>
          <a:off x="402288" y="3259016"/>
          <a:ext cx="802974" cy="802974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18F6D0-F976-40AD-881E-50CDC5FD353B}">
      <dsp:nvSpPr>
        <dsp:cNvPr id="0" name=""/>
        <dsp:cNvSpPr/>
      </dsp:nvSpPr>
      <dsp:spPr>
        <a:xfrm>
          <a:off x="801" y="3403551"/>
          <a:ext cx="1605948" cy="513903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Consultor</a:t>
          </a:r>
          <a:b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ITIL OSA</a:t>
          </a:r>
          <a:endParaRPr lang="pt-BR" sz="1400" b="1" kern="1200" dirty="0">
            <a:solidFill>
              <a:schemeClr val="bg1">
                <a:lumMod val="85000"/>
              </a:schemeClr>
            </a:solidFill>
          </a:endParaRPr>
        </a:p>
      </dsp:txBody>
      <dsp:txXfrm>
        <a:off x="801" y="3403551"/>
        <a:ext cx="1605948" cy="513903"/>
      </dsp:txXfrm>
    </dsp:sp>
    <dsp:sp modelId="{BF7D2422-1E13-41A2-BF4A-8A21C12C167B}">
      <dsp:nvSpPr>
        <dsp:cNvPr id="0" name=""/>
        <dsp:cNvSpPr/>
      </dsp:nvSpPr>
      <dsp:spPr>
        <a:xfrm>
          <a:off x="2345486" y="3259016"/>
          <a:ext cx="802974" cy="802974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A5DA9B-629E-45A1-8904-9C1DC6AC5311}">
      <dsp:nvSpPr>
        <dsp:cNvPr id="0" name=""/>
        <dsp:cNvSpPr/>
      </dsp:nvSpPr>
      <dsp:spPr>
        <a:xfrm>
          <a:off x="2345486" y="3259016"/>
          <a:ext cx="802974" cy="802974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7DE886-AF43-473F-B9FA-5ECD04D3518A}">
      <dsp:nvSpPr>
        <dsp:cNvPr id="0" name=""/>
        <dsp:cNvSpPr/>
      </dsp:nvSpPr>
      <dsp:spPr>
        <a:xfrm>
          <a:off x="1943999" y="3403551"/>
          <a:ext cx="1605948" cy="513903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Consultor</a:t>
          </a:r>
          <a:b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ITIL OSA</a:t>
          </a:r>
          <a:endParaRPr lang="pt-BR" sz="1400" b="1" kern="1200" dirty="0">
            <a:solidFill>
              <a:schemeClr val="bg1">
                <a:lumMod val="85000"/>
              </a:schemeClr>
            </a:solidFill>
          </a:endParaRPr>
        </a:p>
      </dsp:txBody>
      <dsp:txXfrm>
        <a:off x="1943999" y="3403551"/>
        <a:ext cx="1605948" cy="513903"/>
      </dsp:txXfrm>
    </dsp:sp>
    <dsp:sp modelId="{CCE5EB95-700F-4AA5-9412-108E3A40BE39}">
      <dsp:nvSpPr>
        <dsp:cNvPr id="0" name=""/>
        <dsp:cNvSpPr/>
      </dsp:nvSpPr>
      <dsp:spPr>
        <a:xfrm>
          <a:off x="4288684" y="3259016"/>
          <a:ext cx="802974" cy="802974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rgbClr val="C00000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756206-1D30-49D8-9617-9C0513022DDD}">
      <dsp:nvSpPr>
        <dsp:cNvPr id="0" name=""/>
        <dsp:cNvSpPr/>
      </dsp:nvSpPr>
      <dsp:spPr>
        <a:xfrm>
          <a:off x="4288684" y="3259016"/>
          <a:ext cx="802974" cy="802974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rgbClr val="C00000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769567-EA15-481B-AF46-F4DE8AAFFF3A}">
      <dsp:nvSpPr>
        <dsp:cNvPr id="0" name=""/>
        <dsp:cNvSpPr/>
      </dsp:nvSpPr>
      <dsp:spPr>
        <a:xfrm>
          <a:off x="3887197" y="3403551"/>
          <a:ext cx="1605948" cy="513903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Especialistas</a:t>
          </a:r>
          <a:b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Contax</a:t>
          </a:r>
          <a:endParaRPr lang="pt-BR" sz="1400" b="1" kern="1200" dirty="0">
            <a:solidFill>
              <a:schemeClr val="bg1">
                <a:lumMod val="85000"/>
              </a:schemeClr>
            </a:solidFill>
          </a:endParaRPr>
        </a:p>
      </dsp:txBody>
      <dsp:txXfrm>
        <a:off x="3887197" y="3403551"/>
        <a:ext cx="1605948" cy="513903"/>
      </dsp:txXfrm>
    </dsp:sp>
    <dsp:sp modelId="{9CCB4C40-5994-49D0-B5BC-A4C00DC7090C}">
      <dsp:nvSpPr>
        <dsp:cNvPr id="0" name=""/>
        <dsp:cNvSpPr/>
      </dsp:nvSpPr>
      <dsp:spPr>
        <a:xfrm>
          <a:off x="6231882" y="3259016"/>
          <a:ext cx="802974" cy="802974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D6EE29-44FA-4D3D-9459-E0BF8AC517DC}">
      <dsp:nvSpPr>
        <dsp:cNvPr id="0" name=""/>
        <dsp:cNvSpPr/>
      </dsp:nvSpPr>
      <dsp:spPr>
        <a:xfrm>
          <a:off x="6231882" y="3259016"/>
          <a:ext cx="802974" cy="802974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86D78B-3BA5-4C16-9B2E-847D582F0754}">
      <dsp:nvSpPr>
        <dsp:cNvPr id="0" name=""/>
        <dsp:cNvSpPr/>
      </dsp:nvSpPr>
      <dsp:spPr>
        <a:xfrm>
          <a:off x="5830395" y="3403551"/>
          <a:ext cx="1605948" cy="513903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Consultor</a:t>
          </a:r>
          <a:b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ITIL Foundation</a:t>
          </a:r>
          <a:endParaRPr lang="pt-BR" sz="1400" b="1" kern="1200" dirty="0">
            <a:solidFill>
              <a:schemeClr val="bg1">
                <a:lumMod val="85000"/>
              </a:schemeClr>
            </a:solidFill>
          </a:endParaRPr>
        </a:p>
      </dsp:txBody>
      <dsp:txXfrm>
        <a:off x="5830395" y="3403551"/>
        <a:ext cx="1605948" cy="513903"/>
      </dsp:txXfrm>
    </dsp:sp>
    <dsp:sp modelId="{5955D412-1D99-4B3E-8D68-2D3D8F106F07}">
      <dsp:nvSpPr>
        <dsp:cNvPr id="0" name=""/>
        <dsp:cNvSpPr/>
      </dsp:nvSpPr>
      <dsp:spPr>
        <a:xfrm>
          <a:off x="8175079" y="3259016"/>
          <a:ext cx="802974" cy="802974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1ADA9D-7507-4253-A1FA-6BD207096F55}">
      <dsp:nvSpPr>
        <dsp:cNvPr id="0" name=""/>
        <dsp:cNvSpPr/>
      </dsp:nvSpPr>
      <dsp:spPr>
        <a:xfrm>
          <a:off x="8175079" y="3259016"/>
          <a:ext cx="802974" cy="802974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4D068A-5B70-495A-A73F-D8FDDFB69409}">
      <dsp:nvSpPr>
        <dsp:cNvPr id="0" name=""/>
        <dsp:cNvSpPr/>
      </dsp:nvSpPr>
      <dsp:spPr>
        <a:xfrm>
          <a:off x="7773592" y="3403551"/>
          <a:ext cx="1605948" cy="513903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Consultor</a:t>
          </a:r>
          <a:b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ITIL Foundation</a:t>
          </a:r>
          <a:endParaRPr lang="pt-BR" sz="1400" b="1" kern="1200" dirty="0">
            <a:solidFill>
              <a:schemeClr val="bg1">
                <a:lumMod val="85000"/>
              </a:schemeClr>
            </a:solidFill>
          </a:endParaRPr>
        </a:p>
      </dsp:txBody>
      <dsp:txXfrm>
        <a:off x="7773592" y="3403551"/>
        <a:ext cx="1605948" cy="513903"/>
      </dsp:txXfrm>
    </dsp:sp>
    <dsp:sp modelId="{5C1E33F4-84BA-4736-90A0-9A856E2D4D0B}">
      <dsp:nvSpPr>
        <dsp:cNvPr id="0" name=""/>
        <dsp:cNvSpPr/>
      </dsp:nvSpPr>
      <dsp:spPr>
        <a:xfrm>
          <a:off x="3317085" y="2118792"/>
          <a:ext cx="802974" cy="802974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rgbClr val="C00000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C67327-F669-498F-996C-998BB61F89CB}">
      <dsp:nvSpPr>
        <dsp:cNvPr id="0" name=""/>
        <dsp:cNvSpPr/>
      </dsp:nvSpPr>
      <dsp:spPr>
        <a:xfrm>
          <a:off x="3317085" y="2118792"/>
          <a:ext cx="802974" cy="802974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rgbClr val="C00000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15C901-B7B9-4911-A11D-EE58BEC4255E}">
      <dsp:nvSpPr>
        <dsp:cNvPr id="0" name=""/>
        <dsp:cNvSpPr/>
      </dsp:nvSpPr>
      <dsp:spPr>
        <a:xfrm>
          <a:off x="2915598" y="2263328"/>
          <a:ext cx="1605948" cy="513903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Gerente de Projetos</a:t>
          </a:r>
          <a:b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Contax</a:t>
          </a:r>
          <a:endParaRPr lang="pt-BR" sz="1400" b="1" kern="1200" dirty="0">
            <a:solidFill>
              <a:schemeClr val="bg1">
                <a:lumMod val="85000"/>
              </a:schemeClr>
            </a:solidFill>
          </a:endParaRPr>
        </a:p>
      </dsp:txBody>
      <dsp:txXfrm>
        <a:off x="2915598" y="2263328"/>
        <a:ext cx="1605948" cy="513903"/>
      </dsp:txXfrm>
    </dsp:sp>
    <dsp:sp modelId="{3A9F63A1-2095-4E58-B294-B812656BDFF5}">
      <dsp:nvSpPr>
        <dsp:cNvPr id="0" name=""/>
        <dsp:cNvSpPr/>
      </dsp:nvSpPr>
      <dsp:spPr>
        <a:xfrm>
          <a:off x="5260283" y="2118792"/>
          <a:ext cx="802974" cy="802974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rgbClr val="C00000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F833F7-E796-4403-9611-9E0BF507DE09}">
      <dsp:nvSpPr>
        <dsp:cNvPr id="0" name=""/>
        <dsp:cNvSpPr/>
      </dsp:nvSpPr>
      <dsp:spPr>
        <a:xfrm>
          <a:off x="5260283" y="2118792"/>
          <a:ext cx="802974" cy="802974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2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6E1BE0-EDCB-4117-B35A-AC608D1AF34B}">
      <dsp:nvSpPr>
        <dsp:cNvPr id="0" name=""/>
        <dsp:cNvSpPr/>
      </dsp:nvSpPr>
      <dsp:spPr>
        <a:xfrm>
          <a:off x="4858796" y="2263328"/>
          <a:ext cx="1605948" cy="513903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Gestores</a:t>
          </a:r>
          <a:b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</a:br>
          <a:r>
            <a:rPr lang="pt-BR" sz="1400" b="1" kern="1200" dirty="0" smtClean="0">
              <a:solidFill>
                <a:schemeClr val="bg1">
                  <a:lumMod val="85000"/>
                </a:schemeClr>
              </a:solidFill>
            </a:rPr>
            <a:t>Contax</a:t>
          </a:r>
          <a:endParaRPr lang="pt-BR" sz="1400" b="1" kern="1200" dirty="0">
            <a:solidFill>
              <a:schemeClr val="bg1">
                <a:lumMod val="85000"/>
              </a:schemeClr>
            </a:solidFill>
          </a:endParaRPr>
        </a:p>
      </dsp:txBody>
      <dsp:txXfrm>
        <a:off x="4858796" y="2263328"/>
        <a:ext cx="1605948" cy="5139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PhasedProcess">
  <dgm:title val=""/>
  <dgm:desc val=""/>
  <dgm:catLst>
    <dgm:cat type="process" pri="1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clrData>
  <dgm:layoutNode name="Name0">
    <dgm:varLst>
      <dgm:chMax val="3"/>
      <dgm:chPref val="3"/>
      <dgm:bulletEnabled val="1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gte" val="3">
        <dgm:alg type="composite">
          <dgm:param type="ar" val="2.8316"/>
        </dgm:alg>
        <dgm:choose name="Name3">
          <dgm:if name="Name4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567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rightChild" refType="w" fact="0.713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parentText1" refType="w" fact="0.0621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6845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if>
          <dgm:else name="Name5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72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rightChild" refType="w" fact="0.09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parentText1" refType="w" fact="0.7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062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else>
        </dgm:choose>
      </dgm:if>
      <dgm:if name="Name6" axis="ch" ptType="node" func="cnt" op="gte" val="2">
        <dgm:alg type="composite">
          <dgm:param type="ar" val="1.8986"/>
        </dgm:alg>
        <dgm:choose name="Name7">
          <dgm:if name="Name8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941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5782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1" refType="w" fact="0.0926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  <dgm:constr type="l" for="ch" forName="parentText2" refType="w" fact="0.5655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</dgm:constrLst>
          </dgm:if>
          <dgm:else name="Name9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592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0941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2" refType="w" fact="0.0926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  <dgm:constr type="l" for="ch" forName="parentText1" refType="w" fact="0.5655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</dgm:constrLst>
          </dgm:else>
        </dgm:choose>
      </dgm:if>
      <dgm:else name="Name10">
        <dgm:alg type="composite">
          <dgm:param type="ar" val="0.8036"/>
        </dgm:alg>
        <dgm:constrLst>
          <dgm:constr type="primFontSz" for="des" forName="parentText1" val="65"/>
          <dgm:constr type="primFontSz" for="des" forName="childText1_1" val="65"/>
          <dgm:constr type="primFontSz" for="des" forName="childText1_1" refType="primFontSz" refFor="des" refForName="parentText1" op="lte"/>
          <dgm:constr type="primFontSz" for="des" forName="childText1_2" refType="primFontSz" refFor="des" refForName="parentText1" op="lte"/>
          <dgm:constr type="primFontSz" for="des" forName="childText1_3" refType="primFontSz" refFor="des" refForName="parentText1" op="lte"/>
          <dgm:constr type="primFontSz" for="des" forName="childText1_4" refType="primFontSz" refFor="des" refForName="parentText1" op="lte"/>
          <dgm:constr type="primFontSz" for="des" forName="childText1_1" refType="primFontSz" refFor="des" refForName="parentText2" op="lte"/>
          <dgm:constr type="primFontSz" for="des" forName="childText1_2" refType="primFontSz" refFor="des" refForName="parentText2" op="lte"/>
          <dgm:constr type="primFontSz" for="des" forName="childText1_3" refType="primFontSz" refFor="des" refForName="parentText2" op="lte"/>
          <dgm:constr type="primFontSz" for="des" forName="childText1_4" refType="primFontSz" refFor="des" refForName="parentText2" op="lte"/>
          <dgm:constr type="primFontSz" for="des" forName="childText1_1" refType="primFontSz" refFor="des" refForName="parentText3" op="lte"/>
          <dgm:constr type="primFontSz" for="des" forName="childText1_2" refType="primFontSz" refFor="des" refForName="parentText3" op="lte"/>
          <dgm:constr type="primFontSz" for="des" forName="childText1_3" refType="primFontSz" refFor="des" refForName="parentText3" op="lte"/>
          <dgm:constr type="primFontSz" for="des" forName="childText1_4" refType="primFontSz" refFor="des" refForName="parentText3" op="lte"/>
          <dgm:constr type="primFontSz" for="des" forName="childText1_2" refType="primFontSz" refFor="des" refForName="childText1_1" op="equ"/>
          <dgm:constr type="primFontSz" for="des" forName="childText1_3" refType="primFontSz" refFor="des" refForName="childText1_1" op="equ"/>
          <dgm:constr type="primFontSz" for="des" forName="childText1_4" refType="primFontSz" refFor="des" refForName="childText1_1" op="equ"/>
          <dgm:constr type="l" for="ch" forName="leftComposite" refType="w" fact="0"/>
          <dgm:constr type="t" for="ch" forName="leftComposite" refType="h" fact="0.1159"/>
          <dgm:constr type="w" for="ch" forName="leftComposite" refType="w"/>
          <dgm:constr type="h" for="ch" forName="leftComposite" refType="h" fact="0.6953"/>
          <dgm:constr type="l" for="ch" forName="parentText1" refType="w" fact="0"/>
          <dgm:constr type="t" for="ch" forName="parentText1" refType="h" fact="0.8128"/>
          <dgm:constr type="w" for="ch" forName="parentText1" refType="w"/>
          <dgm:constr type="h" for="ch" forName="parentText1" refType="h" fact="0.1872"/>
        </dgm:constrLst>
      </dgm:else>
    </dgm:choose>
    <dgm:choose name="Name11">
      <dgm:if name="Name12" axis="ch" ptType="node" func="cnt" op="gte" val="1">
        <dgm:choose name="Name13">
          <dgm:if name="Name14" axis="ch" ptType="node" func="cnt" op="gte" val="2">
            <dgm:layoutNode name="arc1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3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2" styleLbl="revTx">
              <dgm:varLst>
                <dgm:chMax val="4"/>
                <dgm:chPref val="3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5"/>
        </dgm:choose>
        <dgm:choose name="Name16">
          <dgm:if name="Name17" axis="ch" ptType="node" func="cnt" op="gte" val="3">
            <dgm:layoutNode name="arc2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4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3" styleLbl="revTx">
              <dgm:varLst>
                <dgm:chMax val="1"/>
                <dgm:chPref val="1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3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8"/>
        </dgm:choose>
      </dgm:if>
      <dgm:else name="Name19"/>
    </dgm:choose>
    <dgm:layoutNode name="middleComposite">
      <dgm:choose name="Name20">
        <dgm:if name="Name21" axis="ch ch" ptType="node node" st="2 1" cnt="1 0" func="cnt" op="lte" val="1">
          <dgm:alg type="composite">
            <dgm:param type="ar" val="1"/>
          </dgm:alg>
        </dgm:if>
        <dgm:if name="Name22" axis="ch ch" ptType="node node" st="2 1" cnt="1 0" func="cnt" op="equ" val="2">
          <dgm:alg type="composite">
            <dgm:param type="ar" val="1.792"/>
          </dgm:alg>
        </dgm:if>
        <dgm:if name="Name23" axis="ch ch" ptType="node node" st="2 1" cnt="1 0" func="cnt" op="equ" val="3">
          <dgm:alg type="composite">
            <dgm:param type="ar" val="1"/>
          </dgm:alg>
        </dgm:if>
        <dgm:else name="Name24">
          <dgm:alg type="composite">
            <dgm:param type="ar" val="1"/>
          </dgm:alg>
        </dgm:else>
      </dgm:choose>
      <dgm:shape xmlns:r="http://schemas.openxmlformats.org/officeDocument/2006/relationships" r:blip="">
        <dgm:adjLst/>
      </dgm:shape>
      <dgm:presOf/>
      <dgm:choose name="Name25">
        <dgm:if name="Name26" axis="ch ch" ptType="node node" st="2 1" cnt="1 0" func="cnt" op="lte" val="1">
          <dgm:constrLst>
            <dgm:constr type="ctrX" for="ch" forName="circ1" refType="w" fact="0.5"/>
            <dgm:constr type="ctrY" for="ch" forName="circ1" refType="h" fact="0.5"/>
            <dgm:constr type="w" for="ch" forName="circ1" refType="w"/>
            <dgm:constr type="h" for="ch" forName="circ1" refType="h"/>
            <dgm:constr type="l" for="ch" forName="circ1Tx" refType="w" fact="0.2"/>
            <dgm:constr type="t" for="ch" forName="circ1Tx" refType="h" fact="0.1"/>
            <dgm:constr type="w" for="ch" forName="circ1Tx" refType="w" fact="0.6"/>
            <dgm:constr type="h" for="ch" forName="circ1Tx" refType="h" fact="0.8"/>
          </dgm:constrLst>
        </dgm:if>
        <dgm:if name="Name27" axis="ch ch" ptType="node node" st="2 1" cnt="1 0" func="cnt" op="equ" val="2">
          <dgm:constrLst>
            <dgm:constr type="ctrX" for="ch" forName="circ1" refType="w" fact="0.3"/>
            <dgm:constr type="ctrY" for="ch" forName="circ1" refType="h" fact="0.5"/>
            <dgm:constr type="w" for="ch" forName="circ1" refType="w" fact="0.555"/>
            <dgm:constr type="h" for="ch" forName="circ1" refType="h" fact="0.99456"/>
            <dgm:constr type="l" for="ch" forName="circ1Tx" refType="w" fact="0.1"/>
            <dgm:constr type="t" for="ch" forName="circ1Tx" refType="h" fact="0.12"/>
            <dgm:constr type="w" for="ch" forName="circ1Tx" refType="w" fact="0.32"/>
            <dgm:constr type="h" for="ch" forName="circ1Tx" refType="h" fact="0.76"/>
            <dgm:constr type="ctrX" for="ch" forName="circ2" refType="w" fact="0.7"/>
            <dgm:constr type="ctrY" for="ch" forName="circ2" refType="h" fact="0.5"/>
            <dgm:constr type="w" for="ch" forName="circ2" refType="w" fact="0.555"/>
            <dgm:constr type="h" for="ch" forName="circ2" refType="h" fact="0.99456"/>
            <dgm:constr type="l" for="ch" forName="circ2Tx" refType="w" fact="0.58"/>
            <dgm:constr type="t" for="ch" forName="circ2Tx" refType="h" fact="0.12"/>
            <dgm:constr type="w" for="ch" forName="circ2Tx" refType="w" fact="0.32"/>
            <dgm:constr type="h" for="ch" forName="circ2Tx" refType="h" fact="0.76"/>
          </dgm:constrLst>
        </dgm:if>
        <dgm:if name="Name28" axis="ch ch" ptType="node node" st="2 1" cnt="1 0" func="cnt" op="equ" val="3">
          <dgm:constrLst>
            <dgm:constr type="ctrX" for="ch" forName="circ1" refType="w" fact="0.5"/>
            <dgm:constr type="ctrY" for="ch" forName="circ1" refType="w" fact="0.25"/>
            <dgm:constr type="w" for="ch" forName="circ1" refType="w" fact="0.6"/>
            <dgm:constr type="h" for="ch" forName="circ1" refType="h" fact="0.6"/>
            <dgm:constr type="l" for="ch" forName="circ1Tx" refType="w" fact="0.28"/>
            <dgm:constr type="t" for="ch" forName="circ1Tx" refType="h" fact="0.055"/>
            <dgm:constr type="w" for="ch" forName="circ1Tx" refType="w" fact="0.44"/>
            <dgm:constr type="h" for="ch" forName="circ1Tx" refType="h" fact="0.27"/>
            <dgm:constr type="ctrX" for="ch" forName="circ2" refType="w" fact="0.7165"/>
            <dgm:constr type="ctrY" for="ch" forName="circ2" refType="w" fact="0.625"/>
            <dgm:constr type="w" for="ch" forName="circ2" refType="w" fact="0.6"/>
            <dgm:constr type="h" for="ch" forName="circ2" refType="h" fact="0.6"/>
            <dgm:constr type="l" for="ch" forName="circ2Tx" refType="w" fact="0.6"/>
            <dgm:constr type="t" for="ch" forName="circ2Tx" refType="h" fact="0.48"/>
            <dgm:constr type="w" for="ch" forName="circ2Tx" refType="w" fact="0.36"/>
            <dgm:constr type="h" for="ch" forName="circ2Tx" refType="h" fact="0.33"/>
            <dgm:constr type="ctrX" for="ch" forName="circ3" refType="w" fact="0.2835"/>
            <dgm:constr type="ctrY" for="ch" forName="circ3" refType="w" fact="0.625"/>
            <dgm:constr type="w" for="ch" forName="circ3" refType="w" fact="0.6"/>
            <dgm:constr type="h" for="ch" forName="circ3" refType="h" fact="0.6"/>
            <dgm:constr type="l" for="ch" forName="circ3Tx" refType="w" fact="0.04"/>
            <dgm:constr type="t" for="ch" forName="circ3Tx" refType="h" fact="0.48"/>
            <dgm:constr type="w" for="ch" forName="circ3Tx" refType="w" fact="0.36"/>
            <dgm:constr type="h" for="ch" forName="circ3Tx" refType="h" fact="0.33"/>
          </dgm:constrLst>
        </dgm:if>
        <dgm:else name="Name29">
          <dgm:constrLst>
            <dgm:constr type="ctrX" for="ch" forName="circ1" refType="w" fact="0.5"/>
            <dgm:constr type="ctrY" for="ch" forName="circ1" refType="w" fact="0.27"/>
            <dgm:constr type="w" for="ch" forName="circ1" refType="w" fact="0.52"/>
            <dgm:constr type="h" for="ch" forName="circ1" refType="h" fact="0.52"/>
            <dgm:constr type="l" for="ch" forName="circ1Tx" refType="w" fact="0.3"/>
            <dgm:constr type="t" for="ch" forName="circ1Tx" refType="h" fact="0.08"/>
            <dgm:constr type="w" for="ch" forName="circ1Tx" refType="w" fact="0.4"/>
            <dgm:constr type="h" for="ch" forName="circ1Tx" refType="h" fact="0.165"/>
            <dgm:constr type="ctrX" for="ch" forName="circ2" refType="w" fact="0.73"/>
            <dgm:constr type="ctrY" for="ch" forName="circ2" refType="w" fact="0.5"/>
            <dgm:constr type="w" for="ch" forName="circ2" refType="w" fact="0.52"/>
            <dgm:constr type="h" for="ch" forName="circ2" refType="h" fact="0.52"/>
            <dgm:constr type="r" for="ch" forName="circ2Tx" refType="w" fact="0.95"/>
            <dgm:constr type="t" for="ch" forName="circ2Tx" refType="h" fact="0.3"/>
            <dgm:constr type="w" for="ch" forName="circ2Tx" refType="w" fact="0.2"/>
            <dgm:constr type="h" for="ch" forName="circ2Tx" refType="h" fact="0.4"/>
            <dgm:constr type="ctrX" for="ch" forName="circ3" refType="w" fact="0.5"/>
            <dgm:constr type="ctrY" for="ch" forName="circ3" refType="w" fact="0.73"/>
            <dgm:constr type="w" for="ch" forName="circ3" refType="w" fact="0.52"/>
            <dgm:constr type="h" for="ch" forName="circ3" refType="h" fact="0.52"/>
            <dgm:constr type="l" for="ch" forName="circ3Tx" refType="w" fact="0.3"/>
            <dgm:constr type="b" for="ch" forName="circ3Tx" refType="h" fact="0.92"/>
            <dgm:constr type="w" for="ch" forName="circ3Tx" refType="w" fact="0.4"/>
            <dgm:constr type="h" for="ch" forName="circ3Tx" refType="h" fact="0.165"/>
            <dgm:constr type="ctrX" for="ch" forName="circ4" refType="w" fact="0.27"/>
            <dgm:constr type="ctrY" for="ch" forName="circ4" refType="h" fact="0.5"/>
            <dgm:constr type="w" for="ch" forName="circ4" refType="w" fact="0.52"/>
            <dgm:constr type="h" for="ch" forName="circ4" refType="h" fact="0.52"/>
            <dgm:constr type="l" for="ch" forName="circ4Tx" refType="w" fact="0.05"/>
            <dgm:constr type="t" for="ch" forName="circ4Tx" refType="h" fact="0.3"/>
            <dgm:constr type="w" for="ch" forName="circ4Tx" refType="w" fact="0.2"/>
            <dgm:constr type="h" for="ch" forName="circ4Tx" refType="h" fact="0.4"/>
          </dgm:constrLst>
        </dgm:else>
      </dgm:choose>
      <dgm:ruleLst/>
      <dgm:forEach name="Name30" axis="ch ch" ptType="node node" st="2 1" cnt="1 1">
        <dgm:layoutNode name="circ1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1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1" axis="ch ch" ptType="node node" st="2 2" cnt="1 1">
        <dgm:layoutNode name="circ2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2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2" axis="ch ch" ptType="node node" st="2 3" cnt="1 1">
        <dgm:layoutNode name="circ3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3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3" axis="ch ch" ptType="node node" st="2 4" cnt="1 1">
        <dgm:layoutNode name="circ4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4Tx" styleLbl="revTx">
          <dgm:varLst>
            <dgm:chMax val="0"/>
            <dgm:chPref val="0"/>
            <dgm:bulletEnabled val="1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</dgm:layoutNode>
    <dgm:layoutNode name="leftComposite">
      <dgm:choose name="Name34">
        <dgm:if name="Name35" axis="ch ch" ptType="node node" st="1 1" cnt="1 0" func="cnt" op="lte" val="1">
          <dgm:alg type="composite">
            <dgm:param type="ar" val="1.3085"/>
          </dgm:alg>
          <dgm:constrLst>
            <dgm:constr type="l" for="ch" forName="childText1_1" refType="w" fact="0.2124"/>
            <dgm:constr type="t" for="ch" forName="childText1_1" refType="h" fact="0"/>
            <dgm:constr type="w" for="ch" forName="childText1_1" refType="w" fact="0.5759"/>
            <dgm:constr type="h" for="ch" forName="childText1_1" refType="h" fact="0.7535"/>
            <dgm:constr type="l" for="ch" forName="ellipse1" refType="w" fact="0"/>
            <dgm:constr type="t" for="ch" forName="ellipse1" refType="h" fact="0.63"/>
            <dgm:constr type="w" for="ch" forName="ellipse1" refType="w" fact="0.2828"/>
            <dgm:constr type="h" for="ch" forName="ellipse1" refType="h" fact="0.37"/>
            <dgm:constr type="l" for="ch" forName="ellipse2" refType="w" fact="0.82"/>
            <dgm:constr type="t" for="ch" forName="ellipse2" refType="h" fact="0.17"/>
            <dgm:constr type="w" for="ch" forName="ellipse2" refType="w" fact="0.1645"/>
            <dgm:constr type="h" for="ch" forName="ellipse2" refType="h" fact="0.2153"/>
          </dgm:constrLst>
        </dgm:if>
        <dgm:if name="Name36" axis="ch ch" ptType="node node" st="1 1" cnt="1 0" func="cnt" op="equ" val="2">
          <dgm:alg type="composite">
            <dgm:param type="ar" val="0.8917"/>
          </dgm:alg>
          <dgm:constrLst>
            <dgm:constr type="l" for="ch" forName="childText1_1" refType="w" fact="0.1864"/>
            <dgm:constr type="t" for="ch" forName="childText1_1" refType="h" fact="0"/>
            <dgm:constr type="w" for="ch" forName="childText1_1" refType="w" fact="0.5055"/>
            <dgm:constr type="h" for="ch" forName="childText1_1" refType="h" fact="0.4507"/>
            <dgm:constr type="l" for="ch" forName="childText1_2" refType="w" fact="0.4945"/>
            <dgm:constr type="t" for="ch" forName="childText1_2" refType="h" fact="0.3929"/>
            <dgm:constr type="w" for="ch" forName="childText1_2" refType="w" fact="0.5055"/>
            <dgm:constr type="h" for="ch" forName="childText1_2" refType="h" fact="0.4507"/>
            <dgm:constr type="l" for="ch" forName="ellipse1" refType="w" fact="0"/>
            <dgm:constr type="t" for="ch" forName="ellipse1" refType="h" fact="0.3768"/>
            <dgm:constr type="w" for="ch" forName="ellipse1" refType="w" fact="0.2482"/>
            <dgm:constr type="h" for="ch" forName="ellipse1" refType="h" fact="0.2213"/>
            <dgm:constr type="l" for="ch" forName="ellipse3" refType="w" fact="0.5474"/>
            <dgm:constr type="t" for="ch" forName="ellipse3" refType="h" fact="0.8712"/>
            <dgm:constr type="w" for="ch" forName="ellipse3" refType="w" fact="0.1444"/>
            <dgm:constr type="h" for="ch" forName="ellipse3" refType="h" fact="0.1288"/>
            <dgm:constr type="l" for="ch" forName="ellipse2" refType="w" fact="0.7333"/>
            <dgm:constr type="t" for="ch" forName="ellipse2" refType="h" fact="0.0887"/>
            <dgm:constr type="w" for="ch" forName="ellipse2" refType="w" fact="0.1444"/>
            <dgm:constr type="h" for="ch" forName="ellipse2" refType="h" fact="0.1288"/>
          </dgm:constrLst>
        </dgm:if>
        <dgm:if name="Name37" axis="ch ch" ptType="node node" st="1 1" cnt="1 0" func="cnt" op="equ" val="3">
          <dgm:alg type="composite">
            <dgm:param type="ar" val="1.0811"/>
          </dgm:alg>
          <dgm:constrLst>
            <dgm:constr type="l" for="ch" forName="childText1_3" refType="w" fact="0.1649"/>
            <dgm:constr type="t" for="ch" forName="childText1_3" refType="h" fact="0.5389"/>
            <dgm:constr type="w" for="ch" forName="childText1_3" refType="w" fact="0.4265"/>
            <dgm:constr type="h" for="ch" forName="childText1_3" refType="h" fact="0.4611"/>
            <dgm:constr type="l" for="ch" forName="childText1_1" refType="w" fact="0.1573"/>
            <dgm:constr type="t" for="ch" forName="childText1_1" refType="h" fact="0"/>
            <dgm:constr type="w" for="ch" forName="childText1_1" refType="w" fact="0.4265"/>
            <dgm:constr type="h" for="ch" forName="childText1_1" refType="h" fact="0.4611"/>
            <dgm:constr type="l" for="ch" forName="childText1_2" refType="w" fact="0.5735"/>
            <dgm:constr type="t" for="ch" forName="childText1_2" refType="h" fact="0.2754"/>
            <dgm:constr type="w" for="ch" forName="childText1_2" refType="w" fact="0.4265"/>
            <dgm:constr type="h" for="ch" forName="childText1_2" refType="h" fact="0.4611"/>
            <dgm:constr type="l" for="ch" forName="ellipse1" refType="w" fact="0"/>
            <dgm:constr type="t" for="ch" forName="ellipse1" refType="h" fact="0.3855"/>
            <dgm:constr type="w" for="ch" forName="ellipse1" refType="w" fact="0.2095"/>
            <dgm:constr type="h" for="ch" forName="ellipse1" refType="h" fact="0.2264"/>
            <dgm:constr type="l" for="ch" forName="ellipse3" refType="w" fact="0.6181"/>
            <dgm:constr type="t" for="ch" forName="ellipse3" refType="h" fact="0.7647"/>
            <dgm:constr type="w" for="ch" forName="ellipse3" refType="w" fact="0.1219"/>
            <dgm:constr type="h" for="ch" forName="ellipse3" refType="h" fact="0.1317"/>
            <dgm:constr type="l" for="ch" forName="ellipse2" refType="w" fact="0.6188"/>
            <dgm:constr type="t" for="ch" forName="ellipse2" refType="h" fact="0.0907"/>
            <dgm:constr type="w" for="ch" forName="ellipse2" refType="w" fact="0.1219"/>
            <dgm:constr type="h" for="ch" forName="ellipse2" refType="h" fact="0.1317"/>
          </dgm:constrLst>
        </dgm:if>
        <dgm:else name="Name38">
          <dgm:alg type="composite">
            <dgm:param type="ar" val="0.9472"/>
          </dgm:alg>
          <dgm:constrLst>
            <dgm:constr type="l" for="ch" forName="childText1_3" refType="w" fact="0"/>
            <dgm:constr type="t" for="ch" forName="childText1_3" refType="h" fact="0.6035"/>
            <dgm:constr type="w" for="ch" forName="childText1_3" refType="w" fact="0.4186"/>
            <dgm:constr type="h" for="ch" forName="childText1_3" refType="h" fact="0.3965"/>
            <dgm:constr type="l" for="ch" forName="childText1_1" refType="w" fact="0.0981"/>
            <dgm:constr type="t" for="ch" forName="childText1_1" refType="h" fact="0"/>
            <dgm:constr type="w" for="ch" forName="childText1_1" refType="w" fact="0.4186"/>
            <dgm:constr type="h" for="ch" forName="childText1_1" refType="h" fact="0.3965"/>
            <dgm:constr type="l" for="ch" forName="childText1_2" refType="w" fact="0.5385"/>
            <dgm:constr type="t" for="ch" forName="childText1_2" refType="h" fact="0.1304"/>
            <dgm:constr type="w" for="ch" forName="childText1_2" refType="w" fact="0.4186"/>
            <dgm:constr type="h" for="ch" forName="childText1_2" refType="h" fact="0.3965"/>
            <dgm:constr type="l" for="ch" forName="ellipse4" refType="w" fact="0.3222"/>
            <dgm:constr type="t" for="ch" forName="ellipse4" refType="h" fact="0.4232"/>
            <dgm:constr type="w" for="ch" forName="ellipse4" refType="w" fact="0.2056"/>
            <dgm:constr type="h" for="ch" forName="ellipse4" refType="h" fact="0.1947"/>
            <dgm:constr type="l" for="ch" forName="ellipse1" refType="w" fact="0.1489"/>
            <dgm:constr type="t" for="ch" forName="ellipse1" refType="h" fact="0.4502"/>
            <dgm:constr type="w" for="ch" forName="ellipse1" refType="w" fact="0.1196"/>
            <dgm:constr type="h" for="ch" forName="ellipse1" refType="h" fact="0.1133"/>
            <dgm:constr type="l" for="ch" forName="ellipse2" refType="w" fact="0.5384"/>
            <dgm:constr type="t" for="ch" forName="ellipse2" refType="h" fact="0.0124"/>
            <dgm:constr type="w" for="ch" forName="ellipse2" refType="w" fact="0.1196"/>
            <dgm:constr type="h" for="ch" forName="ellipse2" refType="h" fact="0.1133"/>
            <dgm:constr type="l" for="ch" forName="childText1_4" refType="w" fact="0.4625"/>
            <dgm:constr type="t" for="ch" forName="childText1_4" refType="h" fact="0.5719"/>
            <dgm:constr type="w" for="ch" forName="childText1_4" refType="w" fact="0.4186"/>
            <dgm:constr type="h" for="ch" forName="childText1_4" refType="h" fact="0.3965"/>
            <dgm:constr type="l" for="ch" forName="ellipse3" refType="w" fact="0.8804"/>
            <dgm:constr type="t" for="ch" forName="ellipse3" refType="h" fact="0.5329"/>
            <dgm:constr type="w" for="ch" forName="ellipse3" refType="w" fact="0.1196"/>
            <dgm:constr type="h" for="ch" forName="ellipse3" refType="h" fact="0.1133"/>
            <dgm:constr type="l" for="ch" forName="ellipse5" refType="w" fact="0.0146"/>
            <dgm:constr type="t" for="ch" forName="ellipse5" refType="h" fact="0.5228"/>
            <dgm:constr type="w" for="ch" forName="ellipse5" refType="w" fact="0.0899"/>
            <dgm:constr type="h" for="ch" forName="ellipse5" refType="h" fact="0.0851"/>
          </dgm:constrLst>
        </dgm:else>
      </dgm:choose>
      <dgm:forEach name="Name39" axis="ch ch" ptType="node node" st="1 1" cnt="1 1">
        <dgm:layoutNode name="childText1_1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1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2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0" axis="ch ch" ptType="node node" st="1 2" cnt="1 1">
        <dgm:layoutNode name="childText1_2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3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1" axis="ch ch" ptType="node node" st="1 3" cnt="1 1">
        <dgm:layoutNode name="childText1_3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forEach>
      <dgm:forEach name="Name42" axis="ch ch" ptType="node node" st="1 4" cnt="1 1">
        <dgm:layoutNode name="childText1_4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4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5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layoutNode>
    <dgm:choose name="Name43">
      <dgm:if name="Name44" axis="ch ch" ptType="node node" st="3 1" cnt="1 0" func="cnt" op="gte" val="1">
        <dgm:layoutNode name="rightChild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ch des" ptType="node node" st="3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45"/>
    </dgm:choose>
    <dgm:layoutNode name="parentText1" styleLbl="revTx">
      <dgm:varLst>
        <dgm:chMax val="4"/>
        <dgm:chPref val="3"/>
        <dgm:bulletEnabled val="1"/>
      </dgm:varLst>
      <dgm:alg type="tx"/>
      <dgm:shape xmlns:r="http://schemas.openxmlformats.org/officeDocument/2006/relationships" type="rect" r:blip="">
        <dgm:adjLst/>
      </dgm:shape>
      <dgm:presOf axis="ch self" ptType="node node" st="1 1" cnt="1 0"/>
      <dgm:constrLst>
        <dgm:constr type="lMarg" refType="primFontSz" fact="0.3"/>
        <dgm:constr type="rMarg" refType="primFontSz" fact="0.3"/>
        <dgm:constr type="tMarg" refType="primFontSz" fact="0.3"/>
        <dgm:constr type="bMarg" refType="primFontSz" fact="0.3"/>
      </dgm:constrLst>
      <dgm:ruleLst>
        <dgm:rule type="primFontSz" val="5" fact="NaN" max="NaN"/>
      </dgm:ruleLst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E60F-52BA-47BF-A2C2-0E353875FB29}" type="datetimeFigureOut">
              <a:rPr lang="pt-BR" smtClean="0"/>
              <a:t>26/08/2015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348F5-9817-4669-B00C-1F69B519C3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20743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37872" y="2130425"/>
            <a:ext cx="8654608" cy="14700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4344" y="3886200"/>
            <a:ext cx="8695552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 smtClean="0"/>
              <a:t>Clique para editar o estilo do subtítulo mestre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26/08/2015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4528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0850" indent="-450850">
              <a:buFont typeface="Wingdings" panose="05000000000000000000" pitchFamily="2" charset="2"/>
              <a:buChar char="§"/>
              <a:defRPr/>
            </a:lvl1pPr>
            <a:lvl2pPr marL="900113" indent="-449263">
              <a:buFont typeface="Wingdings" panose="05000000000000000000" pitchFamily="2" charset="2"/>
              <a:buChar char="§"/>
              <a:defRPr/>
            </a:lvl2pPr>
            <a:lvl3pPr marL="1350963" indent="-436563">
              <a:buFont typeface="Wingdings" panose="05000000000000000000" pitchFamily="2" charset="2"/>
              <a:buChar char="§"/>
              <a:defRPr/>
            </a:lvl3pPr>
            <a:lvl4pPr marL="1882775" indent="-511175">
              <a:buFont typeface="Wingdings" panose="05000000000000000000" pitchFamily="2" charset="2"/>
              <a:buChar char="§"/>
              <a:defRPr/>
            </a:lvl4pPr>
            <a:lvl5pPr marL="2330450" indent="-447675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26/08/2015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83848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26/08/2015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7" name="Título 1"/>
          <p:cNvSpPr txBox="1">
            <a:spLocks/>
          </p:cNvSpPr>
          <p:nvPr userDrawn="1"/>
        </p:nvSpPr>
        <p:spPr>
          <a:xfrm>
            <a:off x="0" y="-13736"/>
            <a:ext cx="9144000" cy="1023355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dirty="0" smtClean="0"/>
              <a:t>Clique para editar o título mestre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155075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26/08/2015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9121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26/08/2015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8668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26/08/2015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0695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26/08/2015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0" y="-13736"/>
            <a:ext cx="9144000" cy="10233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96092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26/08/2015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84098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26/08/2015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83105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26/08/2015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30392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F658-0411-4B9D-B0A5-A13F058A6338}" type="datetimeFigureOut">
              <a:rPr lang="pt-BR" smtClean="0"/>
              <a:t>26/08/2015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2309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5000">
              <a:schemeClr val="tx2"/>
            </a:gs>
            <a:gs pos="13000">
              <a:schemeClr val="bg1"/>
            </a:gs>
            <a:gs pos="17000">
              <a:schemeClr val="tx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0" y="-13736"/>
            <a:ext cx="9144000" cy="1023355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 smtClean="0"/>
              <a:t>Clique para editar o título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1520" y="1412776"/>
            <a:ext cx="8640960" cy="47525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25152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1F658-0411-4B9D-B0A5-A13F058A6338}" type="datetimeFigureOut">
              <a:rPr lang="pt-BR" smtClean="0"/>
              <a:t>26/08/2015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75888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95460-D1D4-41BA-BB0B-DE13FDA1D0A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7" name="Subtítulo 2"/>
          <p:cNvSpPr txBox="1">
            <a:spLocks/>
          </p:cNvSpPr>
          <p:nvPr userDrawn="1"/>
        </p:nvSpPr>
        <p:spPr>
          <a:xfrm>
            <a:off x="5868144" y="1482"/>
            <a:ext cx="3255108" cy="40318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800" dirty="0" smtClean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1800" dirty="0" smtClean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800" dirty="0" smtClean="0">
                <a:solidFill>
                  <a:schemeClr val="bg1">
                    <a:lumMod val="50000"/>
                  </a:schemeClr>
                </a:solidFill>
              </a:rPr>
              <a:t>Consultoria Ilimitada</a:t>
            </a:r>
            <a:endParaRPr lang="pt-BR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810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bg1">
              <a:lumMod val="85000"/>
            </a:schemeClr>
          </a:solidFill>
          <a:latin typeface="+mj-lt"/>
          <a:ea typeface="+mj-ea"/>
          <a:cs typeface="+mj-cs"/>
        </a:defRPr>
      </a:lvl1pPr>
    </p:titleStyle>
    <p:bodyStyle>
      <a:lvl1pPr marL="452438" indent="-452438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32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906463" indent="-455613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350963" indent="-436563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4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792288" indent="-441325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238375" indent="-45085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5445224"/>
            <a:ext cx="9129252" cy="1224136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pt-BR" sz="2800" dirty="0" smtClean="0">
                <a:solidFill>
                  <a:schemeClr val="bg1">
                    <a:lumMod val="85000"/>
                  </a:schemeClr>
                </a:solidFill>
              </a:rPr>
              <a:t>Projeto para</a:t>
            </a:r>
            <a:endParaRPr lang="pt-BR" sz="2800" dirty="0" smtClean="0">
              <a:solidFill>
                <a:schemeClr val="bg1">
                  <a:lumMod val="85000"/>
                </a:schemeClr>
              </a:solidFill>
            </a:endParaRPr>
          </a:p>
          <a:p>
            <a:pPr algn="r"/>
            <a:r>
              <a:rPr lang="pt-BR" sz="2800" b="1" dirty="0" smtClean="0">
                <a:solidFill>
                  <a:schemeClr val="bg1">
                    <a:lumMod val="85000"/>
                  </a:schemeClr>
                </a:solidFill>
              </a:rPr>
              <a:t>Estabilidade Operacional</a:t>
            </a:r>
          </a:p>
          <a:p>
            <a:pPr algn="r"/>
            <a:r>
              <a:rPr lang="pt-BR" sz="2000" dirty="0" smtClean="0"/>
              <a:t>2015, agosto</a:t>
            </a:r>
            <a:endParaRPr lang="pt-BR" sz="2000" dirty="0"/>
          </a:p>
        </p:txBody>
      </p:sp>
      <p:pic>
        <p:nvPicPr>
          <p:cNvPr id="2050" name="Picture 2" descr="http://www.grupocontax.com/wp-content/themes/contax/images/logo-foot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6147" y="4052067"/>
            <a:ext cx="2650808" cy="111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8218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323" y="-4291"/>
            <a:ext cx="9122152" cy="913011"/>
          </a:xfrm>
        </p:spPr>
        <p:txBody>
          <a:bodyPr anchor="b">
            <a:normAutofit/>
          </a:bodyPr>
          <a:lstStyle/>
          <a:p>
            <a:pPr algn="r"/>
            <a:r>
              <a:rPr lang="pt-BR" sz="3200" i="1" dirty="0" smtClean="0">
                <a:solidFill>
                  <a:schemeClr val="accent1">
                    <a:lumMod val="75000"/>
                  </a:schemeClr>
                </a:solidFill>
              </a:rPr>
              <a:t>Contexto</a:t>
            </a:r>
            <a:endParaRPr lang="pt-BR" sz="32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21520" cy="2592288"/>
          </a:xfrm>
          <a:noFill/>
        </p:spPr>
        <p:txBody>
          <a:bodyPr>
            <a:normAutofit fontScale="92500"/>
          </a:bodyPr>
          <a:lstStyle/>
          <a:p>
            <a:pPr algn="r"/>
            <a:r>
              <a:rPr lang="pt-BR" sz="2200" dirty="0" smtClean="0">
                <a:cs typeface="Aharoni" panose="02010803020104030203" pitchFamily="2" charset="-79"/>
              </a:rPr>
              <a:t>A TI da Contax – em sinergia com os objetivos de </a:t>
            </a:r>
            <a:r>
              <a:rPr lang="pt-BR" sz="2200" b="1" dirty="0" smtClean="0">
                <a:cs typeface="Aharoni" panose="02010803020104030203" pitchFamily="2" charset="-79"/>
              </a:rPr>
              <a:t>Governança, Eficiência e Inovação</a:t>
            </a:r>
            <a:r>
              <a:rPr lang="pt-BR" sz="2200" dirty="0" smtClean="0">
                <a:cs typeface="Aharoni" panose="02010803020104030203" pitchFamily="2" charset="-79"/>
              </a:rPr>
              <a:t> do Grupo – identificou a necessidade de realizar um esforço imediato, orientado a </a:t>
            </a:r>
            <a:r>
              <a:rPr lang="pt-BR" sz="2200" b="1" dirty="0" smtClean="0">
                <a:cs typeface="Aharoni" panose="02010803020104030203" pitchFamily="2" charset="-79"/>
              </a:rPr>
              <a:t>melhorar a estabilidade operacional e a qualidade de infraestrutura</a:t>
            </a:r>
            <a:r>
              <a:rPr lang="pt-BR" sz="2200" dirty="0" smtClean="0">
                <a:cs typeface="Aharoni" panose="02010803020104030203" pitchFamily="2" charset="-79"/>
              </a:rPr>
              <a:t>,</a:t>
            </a:r>
            <a:br>
              <a:rPr lang="pt-BR" sz="2200" dirty="0" smtClean="0">
                <a:cs typeface="Aharoni" panose="02010803020104030203" pitchFamily="2" charset="-79"/>
              </a:rPr>
            </a:br>
            <a:r>
              <a:rPr lang="pt-BR" sz="2200" dirty="0" smtClean="0">
                <a:cs typeface="Aharoni" panose="02010803020104030203" pitchFamily="2" charset="-79"/>
              </a:rPr>
              <a:t>para proporcionar uma melhor disponibilidade dos serviços de TI que suportam as plataformas administrativas e de negócios do Grupo Contax.</a:t>
            </a:r>
          </a:p>
          <a:p>
            <a:pPr algn="r"/>
            <a:endParaRPr lang="pt-BR" sz="2200" dirty="0" smtClean="0">
              <a:cs typeface="Aharoni" panose="02010803020104030203" pitchFamily="2" charset="-79"/>
            </a:endParaRPr>
          </a:p>
          <a:p>
            <a:pPr algn="r"/>
            <a:r>
              <a:rPr lang="pt-BR" sz="2400" b="1" dirty="0" smtClean="0">
                <a:cs typeface="Aharoni" panose="02010803020104030203" pitchFamily="2" charset="-79"/>
              </a:rPr>
              <a:t>Estabilidade Operacional</a:t>
            </a:r>
            <a:r>
              <a:rPr lang="pt-BR" sz="2400" dirty="0" smtClean="0">
                <a:cs typeface="Aharoni" panose="02010803020104030203" pitchFamily="2" charset="-79"/>
              </a:rPr>
              <a:t> é fator crítico de sucesso para a TI da Contax.</a:t>
            </a:r>
          </a:p>
          <a:p>
            <a:pPr algn="r"/>
            <a:endParaRPr lang="pt-BR" sz="2200" dirty="0" smtClean="0">
              <a:cs typeface="Aharoni" panose="02010803020104030203" pitchFamily="2" charset="-79"/>
            </a:endParaRPr>
          </a:p>
        </p:txBody>
      </p:sp>
      <p:pic>
        <p:nvPicPr>
          <p:cNvPr id="1026" name="Picture 2" descr="http://www.grupocontax.com/wp-content/themes/contax/images/logo-foot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2282"/>
            <a:ext cx="1645943" cy="694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daiman.com.my/img/banner_corporate-governanc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45224"/>
            <a:ext cx="9144000" cy="1412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4868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711" y="3044227"/>
            <a:ext cx="9121520" cy="2356448"/>
          </a:xfrm>
          <a:noFill/>
        </p:spPr>
        <p:txBody>
          <a:bodyPr>
            <a:noAutofit/>
          </a:bodyPr>
          <a:lstStyle/>
          <a:p>
            <a:pPr algn="r"/>
            <a:r>
              <a:rPr lang="pt-BR" sz="2000" dirty="0" smtClean="0">
                <a:cs typeface="Aharoni" panose="02010803020104030203" pitchFamily="2" charset="-79"/>
              </a:rPr>
              <a:t>A TI da Contax </a:t>
            </a:r>
            <a:r>
              <a:rPr lang="pt-BR" sz="2000" dirty="0" smtClean="0">
                <a:cs typeface="Aharoni" panose="02010803020104030203" pitchFamily="2" charset="-79"/>
              </a:rPr>
              <a:t>contará com o </a:t>
            </a:r>
            <a:r>
              <a:rPr lang="pt-BR" sz="2000" dirty="0" smtClean="0">
                <a:cs typeface="Aharoni" panose="02010803020104030203" pitchFamily="2" charset="-79"/>
              </a:rPr>
              <a:t>apoio consultivo da </a:t>
            </a:r>
            <a:r>
              <a:rPr lang="pt-BR" sz="2000" dirty="0" smtClean="0">
                <a:solidFill>
                  <a:schemeClr val="accent1">
                    <a:lumMod val="75000"/>
                  </a:schemeClr>
                </a:solidFill>
                <a:cs typeface="Aharoni" panose="02010803020104030203" pitchFamily="2" charset="-79"/>
              </a:rPr>
              <a:t>CHACON</a:t>
            </a:r>
            <a:r>
              <a:rPr lang="pt-BR" sz="2000" dirty="0" smtClean="0">
                <a:cs typeface="Aharoni" panose="02010803020104030203" pitchFamily="2" charset="-79"/>
              </a:rPr>
              <a:t> | </a:t>
            </a:r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Aharoni" panose="02010803020104030203" pitchFamily="2" charset="-79"/>
              </a:rPr>
              <a:t>Consultoria Ilimitada</a:t>
            </a:r>
            <a:r>
              <a:rPr lang="pt-BR" sz="2000" dirty="0" smtClean="0">
                <a:cs typeface="Aharoni" panose="02010803020104030203" pitchFamily="2" charset="-79"/>
              </a:rPr>
              <a:t> para alocar </a:t>
            </a:r>
            <a:r>
              <a:rPr lang="pt-BR" sz="2200" b="1" dirty="0" smtClean="0">
                <a:cs typeface="Aharoni" panose="02010803020104030203" pitchFamily="2" charset="-79"/>
              </a:rPr>
              <a:t>profissionais habilitados a aplicar métodos e técnicas</a:t>
            </a:r>
            <a:r>
              <a:rPr lang="pt-BR" sz="2000" dirty="0" smtClean="0">
                <a:cs typeface="Aharoni" panose="02010803020104030203" pitchFamily="2" charset="-79"/>
              </a:rPr>
              <a:t> que rapidamente </a:t>
            </a:r>
            <a:r>
              <a:rPr lang="pt-BR" sz="2200" b="1" dirty="0" smtClean="0">
                <a:cs typeface="Aharoni" panose="02010803020104030203" pitchFamily="2" charset="-79"/>
              </a:rPr>
              <a:t>aumentem a estabilidade operacional</a:t>
            </a:r>
            <a:r>
              <a:rPr lang="pt-BR" sz="2200" dirty="0" smtClean="0">
                <a:cs typeface="Aharoni" panose="02010803020104030203" pitchFamily="2" charset="-79"/>
              </a:rPr>
              <a:t>, viabilizando uma melhoria sustentável d</a:t>
            </a:r>
            <a:r>
              <a:rPr lang="pt-BR" sz="2000" dirty="0" smtClean="0">
                <a:cs typeface="Aharoni" panose="02010803020104030203" pitchFamily="2" charset="-79"/>
              </a:rPr>
              <a:t>as dinâmicas de gestão de incidentes, requisições e problemas.</a:t>
            </a:r>
          </a:p>
          <a:p>
            <a:pPr algn="r"/>
            <a:endParaRPr lang="pt-BR" sz="1000" dirty="0">
              <a:cs typeface="Aharoni" panose="02010803020104030203" pitchFamily="2" charset="-79"/>
            </a:endParaRPr>
          </a:p>
          <a:p>
            <a:pPr algn="r"/>
            <a:r>
              <a:rPr lang="pt-BR" sz="2000" dirty="0" smtClean="0">
                <a:cs typeface="Aharoni" panose="02010803020104030203" pitchFamily="2" charset="-79"/>
              </a:rPr>
              <a:t>Estabilidade operacional deve resultar em</a:t>
            </a:r>
            <a:br>
              <a:rPr lang="pt-BR" sz="2000" dirty="0" smtClean="0">
                <a:cs typeface="Aharoni" panose="02010803020104030203" pitchFamily="2" charset="-79"/>
              </a:rPr>
            </a:br>
            <a:r>
              <a:rPr lang="pt-BR" sz="2200" b="1" dirty="0" smtClean="0">
                <a:cs typeface="Aharoni" panose="02010803020104030203" pitchFamily="2" charset="-79"/>
              </a:rPr>
              <a:t>aumento da satisfação dos usuários e clientes.</a:t>
            </a:r>
            <a:endParaRPr lang="pt-BR" sz="2000" dirty="0" smtClean="0"/>
          </a:p>
        </p:txBody>
      </p:sp>
      <p:pic>
        <p:nvPicPr>
          <p:cNvPr id="1030" name="Picture 6" descr="https://encrypted-tbn1.gstatic.com/images?q=tbn:ANd9GcRTo5YdoiE6_Sg1DL0kaeNKCKDLP6-PBDzec0PNAoCOvCbXcudGV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00675"/>
            <a:ext cx="9144000" cy="145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/>
          <p:cNvSpPr txBox="1">
            <a:spLocks/>
          </p:cNvSpPr>
          <p:nvPr/>
        </p:nvSpPr>
        <p:spPr>
          <a:xfrm>
            <a:off x="12323" y="-4291"/>
            <a:ext cx="9122152" cy="913011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3200" i="1" dirty="0" smtClean="0">
                <a:solidFill>
                  <a:schemeClr val="accent1">
                    <a:lumMod val="75000"/>
                  </a:schemeClr>
                </a:solidFill>
              </a:rPr>
              <a:t>Apoio</a:t>
            </a:r>
            <a:endParaRPr lang="pt-BR" sz="32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9" name="Picture 2" descr="http://www.grupocontax.com/wp-content/themes/contax/images/logo-foot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2282"/>
            <a:ext cx="1645943" cy="694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385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323" y="-4291"/>
            <a:ext cx="9122152" cy="913011"/>
          </a:xfrm>
        </p:spPr>
        <p:txBody>
          <a:bodyPr anchor="b">
            <a:normAutofit/>
          </a:bodyPr>
          <a:lstStyle/>
          <a:p>
            <a:pPr algn="r"/>
            <a:r>
              <a:rPr lang="pt-BR" sz="3200" i="1" dirty="0" smtClean="0">
                <a:solidFill>
                  <a:schemeClr val="accent1">
                    <a:lumMod val="75000"/>
                  </a:schemeClr>
                </a:solidFill>
              </a:rPr>
              <a:t>Foco</a:t>
            </a:r>
            <a:endParaRPr lang="pt-BR" sz="32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2317383"/>
            <a:ext cx="9121520" cy="1267218"/>
          </a:xfrm>
          <a:noFill/>
        </p:spPr>
        <p:txBody>
          <a:bodyPr>
            <a:normAutofit/>
          </a:bodyPr>
          <a:lstStyle/>
          <a:p>
            <a:pPr algn="r"/>
            <a:r>
              <a:rPr lang="pt-BR" sz="2000" dirty="0" smtClean="0">
                <a:cs typeface="Aharoni" panose="02010803020104030203" pitchFamily="2" charset="-79"/>
              </a:rPr>
              <a:t>Para obter </a:t>
            </a:r>
            <a:r>
              <a:rPr lang="pt-BR" sz="2200" b="1" dirty="0" smtClean="0">
                <a:cs typeface="Aharoni" panose="02010803020104030203" pitchFamily="2" charset="-79"/>
              </a:rPr>
              <a:t>estabilidade operacional</a:t>
            </a:r>
            <a:r>
              <a:rPr lang="pt-BR" sz="2000" dirty="0" smtClean="0">
                <a:cs typeface="Aharoni" panose="02010803020104030203" pitchFamily="2" charset="-79"/>
              </a:rPr>
              <a:t>, a </a:t>
            </a:r>
            <a:r>
              <a:rPr lang="pt-BR" sz="2000" dirty="0" smtClean="0">
                <a:solidFill>
                  <a:schemeClr val="accent1">
                    <a:lumMod val="75000"/>
                  </a:schemeClr>
                </a:solidFill>
                <a:cs typeface="Aharoni" panose="02010803020104030203" pitchFamily="2" charset="-79"/>
              </a:rPr>
              <a:t>CHACON</a:t>
            </a:r>
            <a:r>
              <a:rPr lang="pt-BR" sz="2000" dirty="0" smtClean="0">
                <a:cs typeface="Aharoni" panose="02010803020104030203" pitchFamily="2" charset="-79"/>
              </a:rPr>
              <a:t> | </a:t>
            </a:r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Aharoni" panose="02010803020104030203" pitchFamily="2" charset="-79"/>
              </a:rPr>
              <a:t>Consultoria Ilimitada</a:t>
            </a:r>
            <a:r>
              <a:rPr lang="pt-BR" sz="2000" dirty="0" smtClean="0">
                <a:cs typeface="Aharoni" panose="02010803020104030203" pitchFamily="2" charset="-79"/>
              </a:rPr>
              <a:t> </a:t>
            </a:r>
            <a:r>
              <a:rPr lang="pt-BR" sz="2000" dirty="0" smtClean="0">
                <a:cs typeface="Aharoni" panose="02010803020104030203" pitchFamily="2" charset="-79"/>
              </a:rPr>
              <a:t>orientará melhorias para a </a:t>
            </a:r>
            <a:r>
              <a:rPr lang="pt-BR" sz="2000" b="1" dirty="0" smtClean="0">
                <a:cs typeface="Aharoni" panose="02010803020104030203" pitchFamily="2" charset="-79"/>
              </a:rPr>
              <a:t>CONFIABILIDADE </a:t>
            </a:r>
            <a:r>
              <a:rPr lang="pt-BR" sz="2000" dirty="0" smtClean="0">
                <a:cs typeface="Aharoni" panose="02010803020104030203" pitchFamily="2" charset="-79"/>
              </a:rPr>
              <a:t>da infraestrutura, atuando prioritariamente sobre a </a:t>
            </a:r>
            <a:r>
              <a:rPr lang="pt-BR" sz="2200" b="1" dirty="0" smtClean="0">
                <a:cs typeface="Aharoni" panose="02010803020104030203" pitchFamily="2" charset="-79"/>
              </a:rPr>
              <a:t>frequência e a duração das falhas </a:t>
            </a:r>
            <a:r>
              <a:rPr lang="pt-BR" sz="2200" dirty="0" smtClean="0">
                <a:cs typeface="Aharoni" panose="02010803020104030203" pitchFamily="2" charset="-79"/>
              </a:rPr>
              <a:t>relacionadas à infraestrutura</a:t>
            </a:r>
            <a:r>
              <a:rPr lang="pt-BR" sz="2000" dirty="0" smtClean="0">
                <a:cs typeface="Aharoni" panose="02010803020104030203" pitchFamily="2" charset="-79"/>
              </a:rPr>
              <a:t>.</a:t>
            </a:r>
          </a:p>
        </p:txBody>
      </p:sp>
      <p:pic>
        <p:nvPicPr>
          <p:cNvPr id="1026" name="Picture 2" descr="http://www.grupocontax.com/wp-content/themes/contax/images/logo-foot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2282"/>
            <a:ext cx="1645943" cy="694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3584601"/>
            <a:ext cx="8928992" cy="3156767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1043608" y="3598318"/>
            <a:ext cx="7200800" cy="395765"/>
          </a:xfrm>
          <a:prstGeom prst="rect">
            <a:avLst/>
          </a:prstGeom>
          <a:solidFill>
            <a:srgbClr val="FFC000">
              <a:alpha val="25098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9" name="CaixaDeTexto 8"/>
          <p:cNvSpPr txBox="1"/>
          <p:nvPr/>
        </p:nvSpPr>
        <p:spPr>
          <a:xfrm>
            <a:off x="2152303" y="5720458"/>
            <a:ext cx="3509341" cy="395765"/>
          </a:xfrm>
          <a:prstGeom prst="rect">
            <a:avLst/>
          </a:prstGeom>
          <a:solidFill>
            <a:srgbClr val="FFC000">
              <a:alpha val="25098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3451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5" presetClass="emph" presetSubtype="0" repeatCount="15000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5" presetClass="emph" presetSubtype="0" repeatCount="15000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9" grpId="0" animBg="1"/>
      <p:bldP spid="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323" y="-4291"/>
            <a:ext cx="9122152" cy="913011"/>
          </a:xfrm>
        </p:spPr>
        <p:txBody>
          <a:bodyPr anchor="b">
            <a:normAutofit/>
          </a:bodyPr>
          <a:lstStyle/>
          <a:p>
            <a:pPr algn="r"/>
            <a:r>
              <a:rPr lang="pt-BR" sz="3200" i="1" dirty="0" smtClean="0">
                <a:solidFill>
                  <a:schemeClr val="accent1">
                    <a:lumMod val="75000"/>
                  </a:schemeClr>
                </a:solidFill>
              </a:rPr>
              <a:t>Ações</a:t>
            </a:r>
            <a:endParaRPr lang="pt-BR" sz="32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2780928"/>
            <a:ext cx="9121520" cy="2822450"/>
          </a:xfrm>
          <a:noFill/>
        </p:spPr>
        <p:txBody>
          <a:bodyPr>
            <a:normAutofit fontScale="92500"/>
          </a:bodyPr>
          <a:lstStyle/>
          <a:p>
            <a:pPr algn="l"/>
            <a:r>
              <a:rPr lang="pt-BR" sz="2200" dirty="0" smtClean="0">
                <a:cs typeface="Aharoni" panose="02010803020104030203" pitchFamily="2" charset="-79"/>
              </a:rPr>
              <a:t>As ações para melhoria da estabilidade operacional são as seguintes: </a:t>
            </a:r>
          </a:p>
          <a:p>
            <a:pPr marL="457200" indent="-457200" algn="r">
              <a:buFont typeface="+mj-lt"/>
              <a:buAutoNum type="arabicPeriod"/>
            </a:pPr>
            <a:r>
              <a:rPr lang="pt-BR" sz="2400" b="1" dirty="0" smtClean="0">
                <a:cs typeface="Aharoni" panose="02010803020104030203" pitchFamily="2" charset="-79"/>
              </a:rPr>
              <a:t>Sanear o </a:t>
            </a:r>
            <a:r>
              <a:rPr lang="pt-BR" sz="2400" b="1" i="1" dirty="0" err="1" smtClean="0">
                <a:cs typeface="Aharoni" panose="02010803020104030203" pitchFamily="2" charset="-79"/>
              </a:rPr>
              <a:t>backlog</a:t>
            </a:r>
            <a:r>
              <a:rPr lang="pt-BR" sz="2200" dirty="0" smtClean="0">
                <a:cs typeface="Aharoni" panose="02010803020104030203" pitchFamily="2" charset="-79"/>
              </a:rPr>
              <a:t>, para diminuir o volume total de incidentes;</a:t>
            </a:r>
          </a:p>
          <a:p>
            <a:pPr marL="457200" indent="-457200" algn="r">
              <a:buFont typeface="+mj-lt"/>
              <a:buAutoNum type="arabicPeriod"/>
            </a:pPr>
            <a:r>
              <a:rPr lang="pt-BR" sz="2200" dirty="0">
                <a:cs typeface="Aharoni" panose="02010803020104030203" pitchFamily="2" charset="-79"/>
              </a:rPr>
              <a:t>Identificar </a:t>
            </a:r>
            <a:r>
              <a:rPr lang="pt-BR" sz="2600" b="1" dirty="0" smtClean="0">
                <a:cs typeface="Aharoni" panose="02010803020104030203" pitchFamily="2" charset="-79"/>
              </a:rPr>
              <a:t>causas da </a:t>
            </a:r>
            <a:r>
              <a:rPr lang="pt-BR" sz="2600" b="1" dirty="0">
                <a:cs typeface="Aharoni" panose="02010803020104030203" pitchFamily="2" charset="-79"/>
              </a:rPr>
              <a:t>recorrência de </a:t>
            </a:r>
            <a:r>
              <a:rPr lang="pt-BR" sz="2600" b="1" dirty="0" smtClean="0">
                <a:cs typeface="Aharoni" panose="02010803020104030203" pitchFamily="2" charset="-79"/>
              </a:rPr>
              <a:t>incidentes</a:t>
            </a:r>
            <a:r>
              <a:rPr lang="pt-BR" sz="2200" dirty="0" smtClean="0">
                <a:cs typeface="Aharoni" panose="02010803020104030203" pitchFamily="2" charset="-79"/>
              </a:rPr>
              <a:t> e agir para sua eliminação;</a:t>
            </a:r>
            <a:endParaRPr lang="pt-BR" sz="2200" dirty="0">
              <a:cs typeface="Aharoni" panose="02010803020104030203" pitchFamily="2" charset="-79"/>
            </a:endParaRPr>
          </a:p>
          <a:p>
            <a:pPr marL="457200" indent="-457200" algn="r">
              <a:buFont typeface="+mj-lt"/>
              <a:buAutoNum type="arabicPeriod"/>
            </a:pPr>
            <a:r>
              <a:rPr lang="pt-BR" sz="2200" dirty="0" smtClean="0">
                <a:cs typeface="Aharoni" panose="02010803020104030203" pitchFamily="2" charset="-79"/>
              </a:rPr>
              <a:t>Estabelecer </a:t>
            </a:r>
            <a:r>
              <a:rPr lang="pt-BR" sz="2200" dirty="0">
                <a:cs typeface="Aharoni" panose="02010803020104030203" pitchFamily="2" charset="-79"/>
              </a:rPr>
              <a:t>ritos específicos para </a:t>
            </a:r>
            <a:r>
              <a:rPr lang="pt-BR" sz="2600" b="1" dirty="0">
                <a:cs typeface="Aharoni" panose="02010803020104030203" pitchFamily="2" charset="-79"/>
              </a:rPr>
              <a:t>incidentes de alto impacto</a:t>
            </a:r>
            <a:r>
              <a:rPr lang="pt-BR" sz="2200" dirty="0">
                <a:cs typeface="Aharoni" panose="02010803020104030203" pitchFamily="2" charset="-79"/>
              </a:rPr>
              <a:t>;</a:t>
            </a:r>
            <a:endParaRPr lang="pt-BR" sz="2200" dirty="0" smtClean="0">
              <a:cs typeface="Aharoni" panose="02010803020104030203" pitchFamily="2" charset="-79"/>
            </a:endParaRPr>
          </a:p>
          <a:p>
            <a:pPr marL="457200" indent="-457200" algn="r">
              <a:buFont typeface="+mj-lt"/>
              <a:buAutoNum type="arabicPeriod"/>
            </a:pPr>
            <a:r>
              <a:rPr lang="pt-BR" sz="2200" dirty="0">
                <a:cs typeface="Aharoni" panose="02010803020104030203" pitchFamily="2" charset="-79"/>
              </a:rPr>
              <a:t>Reduzir os </a:t>
            </a:r>
            <a:r>
              <a:rPr lang="pt-BR" sz="2600" b="1" dirty="0">
                <a:cs typeface="Aharoni" panose="02010803020104030203" pitchFamily="2" charset="-79"/>
              </a:rPr>
              <a:t>prazos de resolução</a:t>
            </a:r>
            <a:r>
              <a:rPr lang="pt-BR" sz="2200" dirty="0">
                <a:cs typeface="Aharoni" panose="02010803020104030203" pitchFamily="2" charset="-79"/>
              </a:rPr>
              <a:t> de incidentes e </a:t>
            </a:r>
            <a:r>
              <a:rPr lang="pt-BR" sz="2200" dirty="0" smtClean="0">
                <a:cs typeface="Aharoni" panose="02010803020104030203" pitchFamily="2" charset="-79"/>
              </a:rPr>
              <a:t>requisições;</a:t>
            </a:r>
          </a:p>
          <a:p>
            <a:pPr marL="457200" indent="-457200" algn="r">
              <a:buFont typeface="+mj-lt"/>
              <a:buAutoNum type="arabicPeriod"/>
            </a:pPr>
            <a:r>
              <a:rPr lang="pt-BR" sz="2600" b="1" dirty="0" smtClean="0">
                <a:cs typeface="Aharoni" panose="02010803020104030203" pitchFamily="2" charset="-79"/>
              </a:rPr>
              <a:t>Mudar a mentalidade</a:t>
            </a:r>
            <a:r>
              <a:rPr lang="pt-BR" sz="2600" dirty="0" smtClean="0">
                <a:cs typeface="Aharoni" panose="02010803020104030203" pitchFamily="2" charset="-79"/>
              </a:rPr>
              <a:t> </a:t>
            </a:r>
            <a:r>
              <a:rPr lang="pt-BR" sz="2200" dirty="0" smtClean="0">
                <a:cs typeface="Aharoni" panose="02010803020104030203" pitchFamily="2" charset="-79"/>
              </a:rPr>
              <a:t>relacionada ao tratamento de Incidentes e Problemas.</a:t>
            </a:r>
          </a:p>
          <a:p>
            <a:pPr marL="457200" indent="-457200" algn="r">
              <a:buFont typeface="+mj-lt"/>
              <a:buAutoNum type="arabicPeriod"/>
            </a:pPr>
            <a:endParaRPr lang="pt-BR" sz="2200" dirty="0">
              <a:cs typeface="Aharoni" panose="02010803020104030203" pitchFamily="2" charset="-79"/>
            </a:endParaRP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10224"/>
            <a:ext cx="9144000" cy="14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http://www.grupocontax.com/wp-content/themes/contax/images/logo-foot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2282"/>
            <a:ext cx="1645943" cy="694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5076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3068960"/>
            <a:ext cx="9121520" cy="2376264"/>
          </a:xfrm>
          <a:noFill/>
        </p:spPr>
        <p:txBody>
          <a:bodyPr>
            <a:noAutofit/>
          </a:bodyPr>
          <a:lstStyle/>
          <a:p>
            <a:pPr marL="457200" indent="-457200" algn="r">
              <a:buFont typeface="+mj-lt"/>
              <a:buAutoNum type="arabicPeriod"/>
            </a:pPr>
            <a:r>
              <a:rPr lang="pt-BR" sz="2200" b="1" dirty="0" smtClean="0">
                <a:cs typeface="Aharoni" panose="02010803020104030203" pitchFamily="2" charset="-79"/>
              </a:rPr>
              <a:t>Sanear o </a:t>
            </a:r>
            <a:r>
              <a:rPr lang="pt-BR" sz="2200" b="1" i="1" dirty="0" err="1">
                <a:cs typeface="Aharoni" panose="02010803020104030203" pitchFamily="2" charset="-79"/>
              </a:rPr>
              <a:t>backlog</a:t>
            </a:r>
            <a:r>
              <a:rPr lang="pt-BR" sz="2200" b="1" dirty="0">
                <a:cs typeface="Aharoni" panose="02010803020104030203" pitchFamily="2" charset="-79"/>
              </a:rPr>
              <a:t> </a:t>
            </a:r>
            <a:r>
              <a:rPr lang="pt-BR" sz="2000" dirty="0">
                <a:cs typeface="Aharoni" panose="02010803020104030203" pitchFamily="2" charset="-79"/>
              </a:rPr>
              <a:t>para diminuir o volume total de </a:t>
            </a:r>
            <a:r>
              <a:rPr lang="pt-BR" sz="2000" dirty="0" smtClean="0">
                <a:cs typeface="Aharoni" panose="02010803020104030203" pitchFamily="2" charset="-79"/>
              </a:rPr>
              <a:t>incidentes</a:t>
            </a:r>
            <a:r>
              <a:rPr lang="pt-BR" sz="2000" dirty="0" smtClean="0"/>
              <a:t>:</a:t>
            </a:r>
          </a:p>
          <a:p>
            <a:pPr algn="r"/>
            <a:endParaRPr lang="pt-BR" sz="2000" dirty="0" smtClean="0"/>
          </a:p>
          <a:p>
            <a:pPr algn="r"/>
            <a:r>
              <a:rPr lang="pt-BR" sz="2000" dirty="0" smtClean="0"/>
              <a:t>Revisar toda a base de incidentes, reclassificando os registros por similaridade (busca por palavras-chave) e executando fechamento massivo de incidentes utilizando critérios objetivos como idade, relevância e eventual consulta aos solucionadores.</a:t>
            </a:r>
          </a:p>
          <a:p>
            <a:pPr algn="r"/>
            <a:r>
              <a:rPr lang="pt-BR" sz="1600" dirty="0" smtClean="0"/>
              <a:t>(Nossa taxa histórica de reabertura é inferior a 18%).</a:t>
            </a: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2323" y="-4291"/>
            <a:ext cx="9122152" cy="913011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3200" i="1" dirty="0" smtClean="0">
                <a:solidFill>
                  <a:schemeClr val="accent1">
                    <a:lumMod val="75000"/>
                  </a:schemeClr>
                </a:solidFill>
              </a:rPr>
              <a:t>Método</a:t>
            </a:r>
            <a:endParaRPr lang="pt-BR" sz="32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9" name="Picture 2" descr="http://www.grupocontax.com/wp-content/themes/contax/images/logo-foot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2282"/>
            <a:ext cx="1645943" cy="694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http://mfproducts-services.com/images/cleaning_bann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5102"/>
            <a:ext cx="9144000" cy="1422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8191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3068960"/>
            <a:ext cx="9121520" cy="2376264"/>
          </a:xfrm>
          <a:noFill/>
        </p:spPr>
        <p:txBody>
          <a:bodyPr>
            <a:noAutofit/>
          </a:bodyPr>
          <a:lstStyle/>
          <a:p>
            <a:pPr marL="457200" indent="-457200" algn="r">
              <a:buFont typeface="+mj-lt"/>
              <a:buAutoNum type="arabicPeriod" startAt="2"/>
            </a:pPr>
            <a:r>
              <a:rPr lang="pt-BR" sz="2000" dirty="0">
                <a:cs typeface="Aharoni" panose="02010803020104030203" pitchFamily="2" charset="-79"/>
              </a:rPr>
              <a:t>Identificar </a:t>
            </a:r>
            <a:r>
              <a:rPr lang="pt-BR" sz="2200" b="1" dirty="0">
                <a:cs typeface="Aharoni" panose="02010803020104030203" pitchFamily="2" charset="-79"/>
              </a:rPr>
              <a:t>causas da recorrência de incidentes</a:t>
            </a:r>
            <a:r>
              <a:rPr lang="pt-BR" sz="2000" dirty="0">
                <a:cs typeface="Aharoni" panose="02010803020104030203" pitchFamily="2" charset="-79"/>
              </a:rPr>
              <a:t> e agir para sua </a:t>
            </a:r>
            <a:r>
              <a:rPr lang="pt-BR" sz="2000" dirty="0" smtClean="0">
                <a:cs typeface="Aharoni" panose="02010803020104030203" pitchFamily="2" charset="-79"/>
              </a:rPr>
              <a:t>eliminação</a:t>
            </a:r>
            <a:r>
              <a:rPr lang="pt-BR" sz="2000" dirty="0" smtClean="0"/>
              <a:t>:</a:t>
            </a:r>
          </a:p>
          <a:p>
            <a:pPr algn="r"/>
            <a:endParaRPr lang="pt-BR" sz="2000" dirty="0" smtClean="0"/>
          </a:p>
          <a:p>
            <a:pPr algn="r"/>
            <a:r>
              <a:rPr lang="pt-BR" sz="2000" dirty="0" smtClean="0"/>
              <a:t>Aplicar técnicas de Gestão de Problemas, conduzindo sessões de investigação de causas envolvendo os especialistas da Contax e, se necessário, fornecedores, para identificar, analisar e eliminar as causas dos incidentes.</a:t>
            </a:r>
          </a:p>
          <a:p>
            <a:pPr algn="r"/>
            <a:r>
              <a:rPr lang="pt-BR" sz="2000" dirty="0" smtClean="0"/>
              <a:t>A identificação de “erros” é de “soluções de contorno” é mandatória.</a:t>
            </a:r>
            <a:br>
              <a:rPr lang="pt-BR" sz="2000" dirty="0" smtClean="0"/>
            </a:br>
            <a:r>
              <a:rPr lang="pt-BR" sz="2000" dirty="0" smtClean="0"/>
              <a:t>A eliminação dos erros dependerá de decisão da Contax.</a:t>
            </a: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2323" y="-4291"/>
            <a:ext cx="9122152" cy="913011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3200" i="1" dirty="0" smtClean="0">
                <a:solidFill>
                  <a:schemeClr val="accent1">
                    <a:lumMod val="75000"/>
                  </a:schemeClr>
                </a:solidFill>
              </a:rPr>
              <a:t>Método</a:t>
            </a:r>
            <a:endParaRPr lang="pt-BR" sz="32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9" name="Picture 2" descr="http://www.grupocontax.com/wp-content/themes/contax/images/logo-foot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2282"/>
            <a:ext cx="1645943" cy="694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http://root-cause-analysis.info/wp-content/uploads/2014/11/cropped-RootCauseAnalysisBanner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45224"/>
            <a:ext cx="9144000" cy="1412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4478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240" y="3068960"/>
            <a:ext cx="9121520" cy="2304257"/>
          </a:xfrm>
          <a:noFill/>
        </p:spPr>
        <p:txBody>
          <a:bodyPr>
            <a:noAutofit/>
          </a:bodyPr>
          <a:lstStyle/>
          <a:p>
            <a:pPr marL="457200" indent="-457200" algn="r">
              <a:buFont typeface="+mj-lt"/>
              <a:buAutoNum type="arabicPeriod" startAt="3"/>
            </a:pPr>
            <a:r>
              <a:rPr lang="pt-BR" sz="2000" dirty="0">
                <a:cs typeface="Aharoni" panose="02010803020104030203" pitchFamily="2" charset="-79"/>
              </a:rPr>
              <a:t>Estabelecer ritos específicos para </a:t>
            </a:r>
            <a:r>
              <a:rPr lang="pt-BR" sz="2200" b="1" dirty="0">
                <a:cs typeface="Aharoni" panose="02010803020104030203" pitchFamily="2" charset="-79"/>
              </a:rPr>
              <a:t>incidentes de alto </a:t>
            </a:r>
            <a:r>
              <a:rPr lang="pt-BR" sz="2200" b="1" dirty="0" smtClean="0">
                <a:cs typeface="Aharoni" panose="02010803020104030203" pitchFamily="2" charset="-79"/>
              </a:rPr>
              <a:t>impacto</a:t>
            </a:r>
            <a:r>
              <a:rPr lang="pt-BR" sz="2000" dirty="0" smtClean="0"/>
              <a:t>:</a:t>
            </a:r>
          </a:p>
          <a:p>
            <a:pPr algn="r"/>
            <a:endParaRPr lang="pt-BR" sz="2000" dirty="0" smtClean="0"/>
          </a:p>
          <a:p>
            <a:pPr algn="r"/>
            <a:r>
              <a:rPr lang="pt-BR" sz="2000" dirty="0" smtClean="0"/>
              <a:t>Definir fluxos de atividades e papéis e responsabilidades para uma resposta rápida e coordenada aos incidentes de alto impacto, com gatilhos definidos para investigação até a identificação do erro e sua eliminação.</a:t>
            </a:r>
          </a:p>
          <a:p>
            <a:pPr algn="r"/>
            <a:r>
              <a:rPr lang="pt-BR" sz="2000" dirty="0" smtClean="0"/>
              <a:t>A documentação do conhecimento é resultado adicional da prática.</a:t>
            </a: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2323" y="-4291"/>
            <a:ext cx="9122152" cy="913011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3200" i="1" dirty="0" smtClean="0">
                <a:solidFill>
                  <a:schemeClr val="accent1">
                    <a:lumMod val="75000"/>
                  </a:schemeClr>
                </a:solidFill>
              </a:rPr>
              <a:t>Método</a:t>
            </a:r>
            <a:endParaRPr lang="pt-BR" sz="32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9" name="Picture 2" descr="http://www.grupocontax.com/wp-content/themes/contax/images/logo-foot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2282"/>
            <a:ext cx="1645943" cy="694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http://api.ning.com/files/DkRfQoehpOppbrUqqMdBVG7K9erbR7kBM6xzAVVQDB3ymAGgiiU66usRb1rovlliIdCypimICDuLjvfW1n5LpBpvsDbfjJKm/EmergencyRespons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73217"/>
            <a:ext cx="9144000" cy="1484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0639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3068960"/>
            <a:ext cx="9121520" cy="2376264"/>
          </a:xfrm>
          <a:noFill/>
        </p:spPr>
        <p:txBody>
          <a:bodyPr>
            <a:noAutofit/>
          </a:bodyPr>
          <a:lstStyle/>
          <a:p>
            <a:pPr marL="457200" indent="-457200" algn="r">
              <a:buFont typeface="+mj-lt"/>
              <a:buAutoNum type="arabicPeriod" startAt="4"/>
            </a:pPr>
            <a:r>
              <a:rPr lang="pt-BR" sz="2000" dirty="0">
                <a:cs typeface="Aharoni" panose="02010803020104030203" pitchFamily="2" charset="-79"/>
              </a:rPr>
              <a:t>Reduzir os </a:t>
            </a:r>
            <a:r>
              <a:rPr lang="pt-BR" sz="2200" b="1" dirty="0">
                <a:cs typeface="Aharoni" panose="02010803020104030203" pitchFamily="2" charset="-79"/>
              </a:rPr>
              <a:t>prazos de resolução</a:t>
            </a:r>
            <a:r>
              <a:rPr lang="pt-BR" sz="2200" dirty="0">
                <a:cs typeface="Aharoni" panose="02010803020104030203" pitchFamily="2" charset="-79"/>
              </a:rPr>
              <a:t> </a:t>
            </a:r>
            <a:r>
              <a:rPr lang="pt-BR" sz="2000" dirty="0">
                <a:cs typeface="Aharoni" panose="02010803020104030203" pitchFamily="2" charset="-79"/>
              </a:rPr>
              <a:t>de incidentes e </a:t>
            </a:r>
            <a:r>
              <a:rPr lang="pt-BR" sz="2000" dirty="0" smtClean="0">
                <a:cs typeface="Aharoni" panose="02010803020104030203" pitchFamily="2" charset="-79"/>
              </a:rPr>
              <a:t>requisições</a:t>
            </a:r>
            <a:r>
              <a:rPr lang="pt-BR" sz="2000" dirty="0" smtClean="0"/>
              <a:t>:</a:t>
            </a:r>
          </a:p>
          <a:p>
            <a:pPr algn="r"/>
            <a:endParaRPr lang="pt-BR" sz="2000" dirty="0" smtClean="0"/>
          </a:p>
          <a:p>
            <a:pPr algn="r"/>
            <a:r>
              <a:rPr lang="pt-BR" sz="2000" dirty="0" smtClean="0"/>
              <a:t>Em </a:t>
            </a:r>
            <a:r>
              <a:rPr lang="pt-BR" sz="2000" i="1" dirty="0" smtClean="0"/>
              <a:t>consequência</a:t>
            </a:r>
            <a:r>
              <a:rPr lang="pt-BR" sz="2000" dirty="0" smtClean="0"/>
              <a:t> da identificação de erros e da documentação do conhecimento e, também, dos ritos específicos para resposta a incidentes de alto impacto, os prazos de resolução de incidentes e de atendimento às requisições serão reduzidos.</a:t>
            </a: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2323" y="-4291"/>
            <a:ext cx="9122152" cy="913011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3200" i="1" dirty="0" smtClean="0">
                <a:solidFill>
                  <a:schemeClr val="accent1">
                    <a:lumMod val="75000"/>
                  </a:schemeClr>
                </a:solidFill>
              </a:rPr>
              <a:t>Método</a:t>
            </a:r>
            <a:endParaRPr lang="pt-BR" sz="32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9" name="Picture 2" descr="http://www.grupocontax.com/wp-content/themes/contax/images/logo-foot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2282"/>
            <a:ext cx="1645943" cy="694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://www.vectorinfotech.com/drupal/images/solutions/GPS_Master_Clock_bann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45224"/>
            <a:ext cx="9123252" cy="1412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6053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3057525"/>
            <a:ext cx="9121520" cy="1990725"/>
          </a:xfrm>
          <a:noFill/>
        </p:spPr>
        <p:txBody>
          <a:bodyPr>
            <a:noAutofit/>
          </a:bodyPr>
          <a:lstStyle/>
          <a:p>
            <a:pPr marL="457200" indent="-457200" algn="r">
              <a:buFont typeface="+mj-lt"/>
              <a:buAutoNum type="arabicPeriod" startAt="5"/>
            </a:pPr>
            <a:r>
              <a:rPr lang="pt-BR" sz="2000" b="1" dirty="0" smtClean="0">
                <a:cs typeface="Aharoni" panose="02010803020104030203" pitchFamily="2" charset="-79"/>
              </a:rPr>
              <a:t>Mudar a</a:t>
            </a:r>
            <a:r>
              <a:rPr lang="pt-BR" sz="2200" b="1" dirty="0" smtClean="0">
                <a:cs typeface="Aharoni" panose="02010803020104030203" pitchFamily="2" charset="-79"/>
              </a:rPr>
              <a:t> mentalidade</a:t>
            </a:r>
            <a:r>
              <a:rPr lang="pt-BR" sz="2000" dirty="0" smtClean="0">
                <a:cs typeface="Aharoni" panose="02010803020104030203" pitchFamily="2" charset="-79"/>
              </a:rPr>
              <a:t> relacionada ao tratamento de incidentes e problemas</a:t>
            </a:r>
            <a:r>
              <a:rPr lang="pt-BR" sz="2000" dirty="0" smtClean="0"/>
              <a:t>:</a:t>
            </a:r>
          </a:p>
          <a:p>
            <a:pPr algn="r"/>
            <a:endParaRPr lang="pt-BR" sz="2000" dirty="0" smtClean="0"/>
          </a:p>
          <a:p>
            <a:pPr algn="r"/>
            <a:r>
              <a:rPr lang="pt-BR" sz="2000" b="1" dirty="0" err="1" smtClean="0"/>
              <a:t>Kick</a:t>
            </a:r>
            <a:r>
              <a:rPr lang="pt-BR" sz="2000" b="1" dirty="0" smtClean="0"/>
              <a:t>-off meeting </a:t>
            </a:r>
            <a:r>
              <a:rPr lang="pt-BR" sz="2000" dirty="0" smtClean="0"/>
              <a:t>geral, divulgação de </a:t>
            </a:r>
            <a:r>
              <a:rPr lang="pt-BR" sz="2000" b="1" dirty="0" smtClean="0"/>
              <a:t>indicadores e resultados</a:t>
            </a:r>
            <a:r>
              <a:rPr lang="pt-BR" sz="2000" dirty="0" smtClean="0"/>
              <a:t>, </a:t>
            </a:r>
            <a:r>
              <a:rPr lang="pt-BR" sz="2000" i="1" dirty="0" smtClean="0"/>
              <a:t>workshops </a:t>
            </a:r>
            <a:r>
              <a:rPr lang="pt-BR" sz="2000" dirty="0" smtClean="0"/>
              <a:t>conceituais </a:t>
            </a:r>
            <a:r>
              <a:rPr lang="pt-BR" sz="2000" b="1" dirty="0" smtClean="0"/>
              <a:t>reconhecimento</a:t>
            </a:r>
            <a:r>
              <a:rPr lang="pt-BR" sz="2000" dirty="0" smtClean="0"/>
              <a:t> aos solucionadores e </a:t>
            </a:r>
            <a:r>
              <a:rPr lang="pt-BR" sz="2000" b="1" dirty="0" smtClean="0"/>
              <a:t>transferência de conhecimento </a:t>
            </a:r>
            <a:r>
              <a:rPr lang="pt-BR" sz="2000" dirty="0" smtClean="0"/>
              <a:t>aos gestores da Contax estimularão uma mudança de atitude e comprometimento com soluções.</a:t>
            </a: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2323" y="-4291"/>
            <a:ext cx="9122152" cy="913011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3200" i="1" dirty="0" smtClean="0">
                <a:solidFill>
                  <a:schemeClr val="accent1">
                    <a:lumMod val="75000"/>
                  </a:schemeClr>
                </a:solidFill>
              </a:rPr>
              <a:t>Método</a:t>
            </a:r>
            <a:endParaRPr lang="pt-BR" sz="32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9" name="Picture 2" descr="http://www.grupocontax.com/wp-content/themes/contax/images/logo-foot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2282"/>
            <a:ext cx="1645943" cy="694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5391150"/>
            <a:ext cx="5328938" cy="178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54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"/>
          <p:cNvSpPr txBox="1">
            <a:spLocks/>
          </p:cNvSpPr>
          <p:nvPr/>
        </p:nvSpPr>
        <p:spPr>
          <a:xfrm>
            <a:off x="12323" y="-4291"/>
            <a:ext cx="9122152" cy="913011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3200" i="1" dirty="0" err="1" smtClean="0">
                <a:solidFill>
                  <a:schemeClr val="accent1">
                    <a:lumMod val="75000"/>
                  </a:schemeClr>
                </a:solidFill>
              </a:rPr>
              <a:t>Timeline</a:t>
            </a:r>
            <a:endParaRPr lang="pt-BR" sz="32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8" name="Picture 2" descr="http://www.grupocontax.com/wp-content/themes/contax/images/logo-foot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2282"/>
            <a:ext cx="1645943" cy="694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Subtítulo 2"/>
          <p:cNvSpPr>
            <a:spLocks noGrp="1"/>
          </p:cNvSpPr>
          <p:nvPr>
            <p:ph type="subTitle" idx="1"/>
          </p:nvPr>
        </p:nvSpPr>
        <p:spPr>
          <a:xfrm>
            <a:off x="12323" y="1510283"/>
            <a:ext cx="9121520" cy="1990725"/>
          </a:xfrm>
          <a:noFill/>
        </p:spPr>
        <p:txBody>
          <a:bodyPr>
            <a:noAutofit/>
          </a:bodyPr>
          <a:lstStyle/>
          <a:p>
            <a:pPr algn="r"/>
            <a:r>
              <a:rPr lang="pt-BR" sz="2000" dirty="0" smtClean="0">
                <a:cs typeface="Aharoni" panose="02010803020104030203" pitchFamily="2" charset="-79"/>
              </a:rPr>
              <a:t>É necessário estabilizar para evoluir em Gestão de Serviços.</a:t>
            </a:r>
          </a:p>
          <a:p>
            <a:pPr algn="r"/>
            <a:endParaRPr lang="pt-BR" sz="2000" dirty="0">
              <a:cs typeface="Aharoni" panose="02010803020104030203" pitchFamily="2" charset="-79"/>
            </a:endParaRPr>
          </a:p>
          <a:p>
            <a:pPr algn="r"/>
            <a:endParaRPr lang="pt-BR" sz="2000" dirty="0" smtClean="0">
              <a:cs typeface="Aharoni" panose="02010803020104030203" pitchFamily="2" charset="-79"/>
            </a:endParaRPr>
          </a:p>
          <a:p>
            <a:pPr algn="r"/>
            <a:endParaRPr lang="pt-BR" sz="2000" dirty="0">
              <a:cs typeface="Aharoni" panose="02010803020104030203" pitchFamily="2" charset="-79"/>
            </a:endParaRPr>
          </a:p>
          <a:p>
            <a:pPr algn="r"/>
            <a:endParaRPr lang="pt-BR" sz="2000" dirty="0" smtClean="0">
              <a:cs typeface="Aharoni" panose="02010803020104030203" pitchFamily="2" charset="-79"/>
            </a:endParaRPr>
          </a:p>
          <a:p>
            <a:pPr algn="r"/>
            <a:endParaRPr lang="pt-BR" sz="2000" dirty="0">
              <a:cs typeface="Aharoni" panose="02010803020104030203" pitchFamily="2" charset="-79"/>
            </a:endParaRPr>
          </a:p>
          <a:p>
            <a:pPr algn="r"/>
            <a:endParaRPr lang="pt-BR" sz="2000" dirty="0" smtClean="0">
              <a:cs typeface="Aharoni" panose="02010803020104030203" pitchFamily="2" charset="-79"/>
            </a:endParaRPr>
          </a:p>
          <a:p>
            <a:pPr algn="r"/>
            <a:endParaRPr lang="pt-BR" sz="2000" dirty="0">
              <a:cs typeface="Aharoni" panose="02010803020104030203" pitchFamily="2" charset="-79"/>
            </a:endParaRPr>
          </a:p>
          <a:p>
            <a:pPr algn="r"/>
            <a:endParaRPr lang="pt-BR" sz="2000" dirty="0" smtClean="0">
              <a:cs typeface="Aharoni" panose="02010803020104030203" pitchFamily="2" charset="-79"/>
            </a:endParaRPr>
          </a:p>
          <a:p>
            <a:pPr algn="r"/>
            <a:endParaRPr lang="pt-BR" sz="2000" dirty="0" smtClean="0">
              <a:cs typeface="Aharoni" panose="02010803020104030203" pitchFamily="2" charset="-79"/>
            </a:endParaRPr>
          </a:p>
          <a:p>
            <a:pPr algn="r"/>
            <a:endParaRPr lang="pt-BR" sz="2000" dirty="0">
              <a:cs typeface="Aharoni" panose="02010803020104030203" pitchFamily="2" charset="-79"/>
            </a:endParaRPr>
          </a:p>
          <a:p>
            <a:pPr algn="r"/>
            <a:endParaRPr lang="pt-BR" sz="2000" dirty="0" smtClean="0">
              <a:cs typeface="Aharoni" panose="02010803020104030203" pitchFamily="2" charset="-79"/>
            </a:endParaRPr>
          </a:p>
          <a:p>
            <a:pPr algn="r"/>
            <a:r>
              <a:rPr lang="pt-BR" sz="2000" dirty="0" smtClean="0">
                <a:cs typeface="Aharoni" panose="02010803020104030203" pitchFamily="2" charset="-79"/>
              </a:rPr>
              <a:t>As </a:t>
            </a:r>
            <a:r>
              <a:rPr lang="pt-BR" sz="2000" dirty="0">
                <a:cs typeface="Aharoni" panose="02010803020104030203" pitchFamily="2" charset="-79"/>
              </a:rPr>
              <a:t>datas de início e término serão determinadas pela CONTAX.</a:t>
            </a:r>
          </a:p>
          <a:p>
            <a:pPr algn="r"/>
            <a:r>
              <a:rPr lang="pt-BR" sz="2000" b="1" dirty="0" smtClean="0">
                <a:cs typeface="Aharoni" panose="02010803020104030203" pitchFamily="2" charset="-79"/>
              </a:rPr>
              <a:t>Prazo total para conclusão dos serviços: 04 meses.</a:t>
            </a:r>
            <a:endParaRPr lang="pt-BR" sz="2000" b="1" dirty="0">
              <a:cs typeface="Aharoni" panose="02010803020104030203" pitchFamily="2" charset="-79"/>
            </a:endParaRP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1049291861"/>
              </p:ext>
            </p:extLst>
          </p:nvPr>
        </p:nvGraphicFramePr>
        <p:xfrm>
          <a:off x="238851" y="1885280"/>
          <a:ext cx="8581621" cy="42080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CaixaDeTexto 3"/>
          <p:cNvSpPr txBox="1"/>
          <p:nvPr/>
        </p:nvSpPr>
        <p:spPr>
          <a:xfrm flipH="1">
            <a:off x="6300192" y="323945"/>
            <a:ext cx="284380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3200" b="1" i="1" dirty="0" smtClean="0">
                <a:solidFill>
                  <a:srgbClr val="C00000"/>
                </a:solidFill>
              </a:rPr>
              <a:t>Time </a:t>
            </a:r>
            <a:r>
              <a:rPr lang="pt-BR" sz="3200" b="1" i="1" dirty="0" err="1" smtClean="0">
                <a:solidFill>
                  <a:srgbClr val="C00000"/>
                </a:solidFill>
              </a:rPr>
              <a:t>is</a:t>
            </a:r>
            <a:r>
              <a:rPr lang="pt-BR" sz="3200" b="1" i="1" dirty="0" smtClean="0">
                <a:solidFill>
                  <a:srgbClr val="C00000"/>
                </a:solidFill>
              </a:rPr>
              <a:t> </a:t>
            </a:r>
            <a:r>
              <a:rPr lang="pt-BR" sz="3200" b="1" i="1" dirty="0" err="1" smtClean="0">
                <a:solidFill>
                  <a:srgbClr val="C00000"/>
                </a:solidFill>
              </a:rPr>
              <a:t>money</a:t>
            </a:r>
            <a:r>
              <a:rPr lang="pt-BR" sz="3200" b="1" i="1" dirty="0" smtClean="0">
                <a:solidFill>
                  <a:srgbClr val="C00000"/>
                </a:solidFill>
              </a:rPr>
              <a:t>!</a:t>
            </a:r>
            <a:endParaRPr lang="pt-BR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22464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"/>
          <p:cNvSpPr txBox="1">
            <a:spLocks/>
          </p:cNvSpPr>
          <p:nvPr/>
        </p:nvSpPr>
        <p:spPr>
          <a:xfrm>
            <a:off x="12323" y="-4291"/>
            <a:ext cx="9122152" cy="913011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3200" i="1" dirty="0" smtClean="0">
                <a:solidFill>
                  <a:schemeClr val="accent1">
                    <a:lumMod val="75000"/>
                  </a:schemeClr>
                </a:solidFill>
              </a:rPr>
              <a:t>Equipe</a:t>
            </a:r>
            <a:endParaRPr lang="pt-BR" sz="32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8" name="Picture 2" descr="http://www.grupocontax.com/wp-content/themes/contax/images/logo-foot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2282"/>
            <a:ext cx="1645943" cy="694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Subtítulo 2"/>
          <p:cNvSpPr>
            <a:spLocks noGrp="1"/>
          </p:cNvSpPr>
          <p:nvPr>
            <p:ph type="subTitle" idx="1"/>
          </p:nvPr>
        </p:nvSpPr>
        <p:spPr>
          <a:xfrm>
            <a:off x="0" y="1772817"/>
            <a:ext cx="9121520" cy="576064"/>
          </a:xfrm>
          <a:noFill/>
        </p:spPr>
        <p:txBody>
          <a:bodyPr>
            <a:noAutofit/>
          </a:bodyPr>
          <a:lstStyle/>
          <a:p>
            <a:pPr algn="r"/>
            <a:r>
              <a:rPr lang="pt-BR" sz="2000" dirty="0" smtClean="0">
                <a:cs typeface="Aharoni" panose="02010803020104030203" pitchFamily="2" charset="-79"/>
              </a:rPr>
              <a:t>A equipe adequada e necessária para este trabalho será composta pelos seguintes profissionais com respectivas habilidades e certificações:</a:t>
            </a:r>
            <a:endParaRPr lang="pt-BR" sz="2000" b="1" dirty="0">
              <a:cs typeface="Aharoni" panose="02010803020104030203" pitchFamily="2" charset="-79"/>
            </a:endParaRPr>
          </a:p>
        </p:txBody>
      </p:sp>
      <p:graphicFrame>
        <p:nvGraphicFramePr>
          <p:cNvPr id="7" name="Diagrama 6"/>
          <p:cNvGraphicFramePr/>
          <p:nvPr>
            <p:extLst>
              <p:ext uri="{D42A27DB-BD31-4B8C-83A1-F6EECF244321}">
                <p14:modId xmlns:p14="http://schemas.microsoft.com/office/powerpoint/2010/main" val="3478743507"/>
              </p:ext>
            </p:extLst>
          </p:nvPr>
        </p:nvGraphicFramePr>
        <p:xfrm>
          <a:off x="-203770" y="2071541"/>
          <a:ext cx="9380343" cy="504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42945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0" y="3140968"/>
            <a:ext cx="9108504" cy="2304256"/>
          </a:xfrm>
        </p:spPr>
        <p:txBody>
          <a:bodyPr>
            <a:noAutofit/>
          </a:bodyPr>
          <a:lstStyle/>
          <a:p>
            <a:pPr algn="r"/>
            <a:r>
              <a:rPr lang="pt-BR" sz="2200" dirty="0" smtClean="0"/>
              <a:t>A </a:t>
            </a:r>
            <a:r>
              <a:rPr lang="pt-BR" sz="2200" dirty="0" smtClean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2200" dirty="0" smtClean="0"/>
              <a:t> </a:t>
            </a:r>
            <a:r>
              <a:rPr lang="pt-BR" sz="2200" dirty="0" smtClean="0">
                <a:solidFill>
                  <a:schemeClr val="bg1"/>
                </a:solidFill>
              </a:rPr>
              <a:t>|</a:t>
            </a:r>
            <a:r>
              <a:rPr lang="pt-BR" sz="2200" dirty="0" smtClean="0"/>
              <a:t> </a:t>
            </a:r>
            <a:r>
              <a:rPr lang="pt-BR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Consultoria Ilimitada </a:t>
            </a:r>
            <a:r>
              <a:rPr lang="pt-BR" sz="2200" dirty="0" smtClean="0"/>
              <a:t>está certa de poder auxiliar </a:t>
            </a:r>
            <a:r>
              <a:rPr lang="pt-BR" sz="2200" dirty="0" smtClean="0">
                <a:solidFill>
                  <a:schemeClr val="bg1">
                    <a:lumMod val="65000"/>
                  </a:schemeClr>
                </a:solidFill>
              </a:rPr>
              <a:t>a </a:t>
            </a:r>
            <a:r>
              <a:rPr lang="pt-BR" sz="2200" b="1" dirty="0" smtClean="0">
                <a:solidFill>
                  <a:schemeClr val="bg1">
                    <a:lumMod val="65000"/>
                  </a:schemeClr>
                </a:solidFill>
              </a:rPr>
              <a:t>CONTAX</a:t>
            </a:r>
            <a:r>
              <a:rPr lang="pt-BR" sz="2200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BR" sz="2200" dirty="0" smtClean="0"/>
              <a:t>a obter </a:t>
            </a:r>
            <a:r>
              <a:rPr lang="pt-BR" sz="2200" b="1" dirty="0" smtClean="0"/>
              <a:t>resultados efetivos e sustentáveis</a:t>
            </a:r>
            <a:r>
              <a:rPr lang="pt-BR" sz="2200" dirty="0" smtClean="0"/>
              <a:t>, pois detém uma robusta experiência em reorganização de processos de gestão de Incidentes, Requisições e Problemas, tendo contribuído com várias organizações que puderam transformar situações complexas em </a:t>
            </a:r>
            <a:r>
              <a:rPr lang="pt-BR" sz="2200" b="1" dirty="0" smtClean="0"/>
              <a:t>processos simples</a:t>
            </a:r>
            <a:r>
              <a:rPr lang="pt-BR" sz="2200" dirty="0" smtClean="0"/>
              <a:t>, orientados à </a:t>
            </a:r>
            <a:r>
              <a:rPr lang="pt-BR" sz="2200" b="1" dirty="0" smtClean="0"/>
              <a:t>melhoria contínua da confiabilidade e da qualidade de seus serviços</a:t>
            </a:r>
            <a:r>
              <a:rPr lang="pt-BR" sz="2200" dirty="0" smtClean="0"/>
              <a:t>.</a:t>
            </a:r>
            <a:endParaRPr lang="pt-BR" sz="2200" dirty="0" smtClean="0"/>
          </a:p>
        </p:txBody>
      </p:sp>
      <p:pic>
        <p:nvPicPr>
          <p:cNvPr id="4098" name="Picture 2" descr="http://www.catalystsbydesign.com/wp-content/uploads/2013/12/cgiu-bann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45224"/>
            <a:ext cx="9144000" cy="1412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/>
          <p:cNvSpPr txBox="1">
            <a:spLocks/>
          </p:cNvSpPr>
          <p:nvPr/>
        </p:nvSpPr>
        <p:spPr>
          <a:xfrm>
            <a:off x="12323" y="-4291"/>
            <a:ext cx="9122152" cy="913011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3200" i="1" dirty="0" smtClean="0">
                <a:solidFill>
                  <a:schemeClr val="accent1">
                    <a:lumMod val="75000"/>
                  </a:schemeClr>
                </a:solidFill>
              </a:rPr>
              <a:t>Obrigado!</a:t>
            </a:r>
            <a:endParaRPr lang="pt-BR" sz="32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" name="Picture 2" descr="http://www.grupocontax.com/wp-content/themes/contax/images/logo-foot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2282"/>
            <a:ext cx="1645943" cy="694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7645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2245</TotalTime>
  <Words>629</Words>
  <Application>Microsoft Office PowerPoint</Application>
  <PresentationFormat>Apresentação na tela (4:3)</PresentationFormat>
  <Paragraphs>80</Paragraphs>
  <Slides>13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Aharoni</vt:lpstr>
      <vt:lpstr>Arial</vt:lpstr>
      <vt:lpstr>Calibri</vt:lpstr>
      <vt:lpstr>Wingdings</vt:lpstr>
      <vt:lpstr>Tema do Office</vt:lpstr>
      <vt:lpstr>Apresentação do PowerPoint</vt:lpstr>
      <vt:lpstr>Contexto</vt:lpstr>
      <vt:lpstr>Apresentação do PowerPoint</vt:lpstr>
      <vt:lpstr>Foco</vt:lpstr>
      <vt:lpstr>Ações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CONTAX</dc:title>
  <dc:creator>CHACON | Consultoria Ilimitada</dc:creator>
  <cp:lastModifiedBy>Adolpho Chacon</cp:lastModifiedBy>
  <cp:revision>201</cp:revision>
  <dcterms:created xsi:type="dcterms:W3CDTF">2014-01-30T16:52:26Z</dcterms:created>
  <dcterms:modified xsi:type="dcterms:W3CDTF">2015-08-26T21:59:10Z</dcterms:modified>
</cp:coreProperties>
</file>