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</p:sldIdLst>
  <p:sldSz cx="21674138" cy="28898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03" userDrawn="1">
          <p15:clr>
            <a:srgbClr val="A4A3A4"/>
          </p15:clr>
        </p15:guide>
        <p15:guide id="2" pos="6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562" y="-2693"/>
      </p:cViewPr>
      <p:guideLst>
        <p:guide orient="horz" pos="9103"/>
        <p:guide pos="68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561" y="4729513"/>
            <a:ext cx="18423017" cy="10061081"/>
          </a:xfrm>
        </p:spPr>
        <p:txBody>
          <a:bodyPr anchor="b"/>
          <a:lstStyle>
            <a:lvl1pPr algn="ctr">
              <a:defRPr sz="142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15178588"/>
            <a:ext cx="16255604" cy="6977197"/>
          </a:xfrm>
        </p:spPr>
        <p:txBody>
          <a:bodyPr/>
          <a:lstStyle>
            <a:lvl1pPr marL="0" indent="0" algn="ctr">
              <a:buNone/>
              <a:defRPr sz="5689"/>
            </a:lvl1pPr>
            <a:lvl2pPr marL="1083701" indent="0" algn="ctr">
              <a:buNone/>
              <a:defRPr sz="4741"/>
            </a:lvl2pPr>
            <a:lvl3pPr marL="2167402" indent="0" algn="ctr">
              <a:buNone/>
              <a:defRPr sz="4267"/>
            </a:lvl3pPr>
            <a:lvl4pPr marL="3251103" indent="0" algn="ctr">
              <a:buNone/>
              <a:defRPr sz="3792"/>
            </a:lvl4pPr>
            <a:lvl5pPr marL="4334805" indent="0" algn="ctr">
              <a:buNone/>
              <a:defRPr sz="3792"/>
            </a:lvl5pPr>
            <a:lvl6pPr marL="5418506" indent="0" algn="ctr">
              <a:buNone/>
              <a:defRPr sz="3792"/>
            </a:lvl6pPr>
            <a:lvl7pPr marL="6502207" indent="0" algn="ctr">
              <a:buNone/>
              <a:defRPr sz="3792"/>
            </a:lvl7pPr>
            <a:lvl8pPr marL="7585908" indent="0" algn="ctr">
              <a:buNone/>
              <a:defRPr sz="3792"/>
            </a:lvl8pPr>
            <a:lvl9pPr marL="8669609" indent="0" algn="ctr">
              <a:buNone/>
              <a:defRPr sz="379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325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106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10" y="7204652"/>
            <a:ext cx="18693944" cy="12021117"/>
          </a:xfrm>
        </p:spPr>
        <p:txBody>
          <a:bodyPr anchor="b"/>
          <a:lstStyle>
            <a:lvl1pPr>
              <a:defRPr sz="142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10" y="19339494"/>
            <a:ext cx="18693944" cy="6321621"/>
          </a:xfrm>
        </p:spPr>
        <p:txBody>
          <a:bodyPr/>
          <a:lstStyle>
            <a:lvl1pPr marL="0" indent="0">
              <a:buNone/>
              <a:defRPr sz="5689">
                <a:solidFill>
                  <a:schemeClr val="tx1"/>
                </a:solidFill>
              </a:defRPr>
            </a:lvl1pPr>
            <a:lvl2pPr marL="1083701" indent="0">
              <a:buNone/>
              <a:defRPr sz="4741">
                <a:solidFill>
                  <a:schemeClr val="tx1">
                    <a:tint val="75000"/>
                  </a:schemeClr>
                </a:solidFill>
              </a:defRPr>
            </a:lvl2pPr>
            <a:lvl3pPr marL="216740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3pPr>
            <a:lvl4pPr marL="3251103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4pPr>
            <a:lvl5pPr marL="4334805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5pPr>
            <a:lvl6pPr marL="5418506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6pPr>
            <a:lvl7pPr marL="6502207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7pPr>
            <a:lvl8pPr marL="7585908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8pPr>
            <a:lvl9pPr marL="8669609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85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7692981"/>
            <a:ext cx="9211509" cy="1833605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7692981"/>
            <a:ext cx="9211509" cy="1833605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76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538603"/>
            <a:ext cx="18693944" cy="558577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2" y="7084234"/>
            <a:ext cx="9169175" cy="3471874"/>
          </a:xfrm>
        </p:spPr>
        <p:txBody>
          <a:bodyPr anchor="b"/>
          <a:lstStyle>
            <a:lvl1pPr marL="0" indent="0">
              <a:buNone/>
              <a:defRPr sz="5689" b="1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2" y="10556108"/>
            <a:ext cx="9169175" cy="1552644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3" y="7084234"/>
            <a:ext cx="9214332" cy="3471874"/>
          </a:xfrm>
        </p:spPr>
        <p:txBody>
          <a:bodyPr anchor="b"/>
          <a:lstStyle>
            <a:lvl1pPr marL="0" indent="0">
              <a:buNone/>
              <a:defRPr sz="5689" b="1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3" y="10556108"/>
            <a:ext cx="9214332" cy="1552644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39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71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94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926590"/>
            <a:ext cx="6990474" cy="6743065"/>
          </a:xfrm>
        </p:spPr>
        <p:txBody>
          <a:bodyPr anchor="b"/>
          <a:lstStyle>
            <a:lvl1pPr>
              <a:defRPr sz="758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4160906"/>
            <a:ext cx="10972532" cy="20536914"/>
          </a:xfrm>
        </p:spPr>
        <p:txBody>
          <a:bodyPr/>
          <a:lstStyle>
            <a:lvl1pPr>
              <a:defRPr sz="7585"/>
            </a:lvl1pPr>
            <a:lvl2pPr>
              <a:defRPr sz="6637"/>
            </a:lvl2pPr>
            <a:lvl3pPr>
              <a:defRPr sz="5689"/>
            </a:lvl3pPr>
            <a:lvl4pPr>
              <a:defRPr sz="4741"/>
            </a:lvl4pPr>
            <a:lvl5pPr>
              <a:defRPr sz="4741"/>
            </a:lvl5pPr>
            <a:lvl6pPr>
              <a:defRPr sz="4741"/>
            </a:lvl6pPr>
            <a:lvl7pPr>
              <a:defRPr sz="4741"/>
            </a:lvl7pPr>
            <a:lvl8pPr>
              <a:defRPr sz="4741"/>
            </a:lvl8pPr>
            <a:lvl9pPr>
              <a:defRPr sz="4741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0" y="8669655"/>
            <a:ext cx="6990474" cy="16061608"/>
          </a:xfrm>
        </p:spPr>
        <p:txBody>
          <a:bodyPr/>
          <a:lstStyle>
            <a:lvl1pPr marL="0" indent="0">
              <a:buNone/>
              <a:defRPr sz="3792"/>
            </a:lvl1pPr>
            <a:lvl2pPr marL="1083701" indent="0">
              <a:buNone/>
              <a:defRPr sz="3318"/>
            </a:lvl2pPr>
            <a:lvl3pPr marL="2167402" indent="0">
              <a:buNone/>
              <a:defRPr sz="2844"/>
            </a:lvl3pPr>
            <a:lvl4pPr marL="3251103" indent="0">
              <a:buNone/>
              <a:defRPr sz="2370"/>
            </a:lvl4pPr>
            <a:lvl5pPr marL="4334805" indent="0">
              <a:buNone/>
              <a:defRPr sz="2370"/>
            </a:lvl5pPr>
            <a:lvl6pPr marL="5418506" indent="0">
              <a:buNone/>
              <a:defRPr sz="2370"/>
            </a:lvl6pPr>
            <a:lvl7pPr marL="6502207" indent="0">
              <a:buNone/>
              <a:defRPr sz="2370"/>
            </a:lvl7pPr>
            <a:lvl8pPr marL="7585908" indent="0">
              <a:buNone/>
              <a:defRPr sz="2370"/>
            </a:lvl8pPr>
            <a:lvl9pPr marL="8669609" indent="0">
              <a:buNone/>
              <a:defRPr sz="237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10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926590"/>
            <a:ext cx="6990474" cy="6743065"/>
          </a:xfrm>
        </p:spPr>
        <p:txBody>
          <a:bodyPr anchor="b"/>
          <a:lstStyle>
            <a:lvl1pPr>
              <a:defRPr sz="758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4160906"/>
            <a:ext cx="10972532" cy="20536914"/>
          </a:xfrm>
        </p:spPr>
        <p:txBody>
          <a:bodyPr anchor="t"/>
          <a:lstStyle>
            <a:lvl1pPr marL="0" indent="0">
              <a:buNone/>
              <a:defRPr sz="7585"/>
            </a:lvl1pPr>
            <a:lvl2pPr marL="1083701" indent="0">
              <a:buNone/>
              <a:defRPr sz="6637"/>
            </a:lvl2pPr>
            <a:lvl3pPr marL="2167402" indent="0">
              <a:buNone/>
              <a:defRPr sz="5689"/>
            </a:lvl3pPr>
            <a:lvl4pPr marL="3251103" indent="0">
              <a:buNone/>
              <a:defRPr sz="4741"/>
            </a:lvl4pPr>
            <a:lvl5pPr marL="4334805" indent="0">
              <a:buNone/>
              <a:defRPr sz="4741"/>
            </a:lvl5pPr>
            <a:lvl6pPr marL="5418506" indent="0">
              <a:buNone/>
              <a:defRPr sz="4741"/>
            </a:lvl6pPr>
            <a:lvl7pPr marL="6502207" indent="0">
              <a:buNone/>
              <a:defRPr sz="4741"/>
            </a:lvl7pPr>
            <a:lvl8pPr marL="7585908" indent="0">
              <a:buNone/>
              <a:defRPr sz="4741"/>
            </a:lvl8pPr>
            <a:lvl9pPr marL="8669609" indent="0">
              <a:buNone/>
              <a:defRPr sz="474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0" y="8669655"/>
            <a:ext cx="6990474" cy="16061608"/>
          </a:xfrm>
        </p:spPr>
        <p:txBody>
          <a:bodyPr/>
          <a:lstStyle>
            <a:lvl1pPr marL="0" indent="0">
              <a:buNone/>
              <a:defRPr sz="3792"/>
            </a:lvl1pPr>
            <a:lvl2pPr marL="1083701" indent="0">
              <a:buNone/>
              <a:defRPr sz="3318"/>
            </a:lvl2pPr>
            <a:lvl3pPr marL="2167402" indent="0">
              <a:buNone/>
              <a:defRPr sz="2844"/>
            </a:lvl3pPr>
            <a:lvl4pPr marL="3251103" indent="0">
              <a:buNone/>
              <a:defRPr sz="2370"/>
            </a:lvl4pPr>
            <a:lvl5pPr marL="4334805" indent="0">
              <a:buNone/>
              <a:defRPr sz="2370"/>
            </a:lvl5pPr>
            <a:lvl6pPr marL="5418506" indent="0">
              <a:buNone/>
              <a:defRPr sz="2370"/>
            </a:lvl6pPr>
            <a:lvl7pPr marL="6502207" indent="0">
              <a:buNone/>
              <a:defRPr sz="2370"/>
            </a:lvl7pPr>
            <a:lvl8pPr marL="7585908" indent="0">
              <a:buNone/>
              <a:defRPr sz="2370"/>
            </a:lvl8pPr>
            <a:lvl9pPr marL="8669609" indent="0">
              <a:buNone/>
              <a:defRPr sz="237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43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6" y="1538596"/>
            <a:ext cx="4673486" cy="2449044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8" y="1538596"/>
            <a:ext cx="13749531" cy="2449044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71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1538603"/>
            <a:ext cx="18693944" cy="5585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7692981"/>
            <a:ext cx="18693944" cy="18336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26784959"/>
            <a:ext cx="4876681" cy="1538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7B4F0-D4FB-4B88-8DDE-F971FC88B310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26784959"/>
            <a:ext cx="7315022" cy="1538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26784959"/>
            <a:ext cx="4876681" cy="1538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222A9-53C2-4AA4-AF28-B0C2B600D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64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167402" rtl="0" eaLnBrk="1" latinLnBrk="0" hangingPunct="1">
        <a:lnSpc>
          <a:spcPct val="90000"/>
        </a:lnSpc>
        <a:spcBef>
          <a:spcPct val="0"/>
        </a:spcBef>
        <a:buNone/>
        <a:defRPr sz="104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1851" indent="-541851" algn="l" defTabSz="2167402" rtl="0" eaLnBrk="1" latinLnBrk="0" hangingPunct="1">
        <a:lnSpc>
          <a:spcPct val="90000"/>
        </a:lnSpc>
        <a:spcBef>
          <a:spcPts val="2370"/>
        </a:spcBef>
        <a:buFont typeface="Arial" panose="020B0604020202020204" pitchFamily="34" charset="0"/>
        <a:buChar char="•"/>
        <a:defRPr sz="6637" kern="1200">
          <a:solidFill>
            <a:schemeClr val="tx1"/>
          </a:solidFill>
          <a:latin typeface="+mn-lt"/>
          <a:ea typeface="+mn-ea"/>
          <a:cs typeface="+mn-cs"/>
        </a:defRPr>
      </a:lvl1pPr>
      <a:lvl2pPr marL="1625552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5689" kern="1200">
          <a:solidFill>
            <a:schemeClr val="tx1"/>
          </a:solidFill>
          <a:latin typeface="+mn-lt"/>
          <a:ea typeface="+mn-ea"/>
          <a:cs typeface="+mn-cs"/>
        </a:defRPr>
      </a:lvl2pPr>
      <a:lvl3pPr marL="2709253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741" kern="1200">
          <a:solidFill>
            <a:schemeClr val="tx1"/>
          </a:solidFill>
          <a:latin typeface="+mn-lt"/>
          <a:ea typeface="+mn-ea"/>
          <a:cs typeface="+mn-cs"/>
        </a:defRPr>
      </a:lvl3pPr>
      <a:lvl4pPr marL="3792954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876655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960356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7044058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8127759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9211460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1083701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167402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251103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334805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418506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6502207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7585908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8669609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4138" cy="262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7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674138" cy="2612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9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0"/>
            <a:ext cx="19888200" cy="2888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1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-1"/>
            <a:ext cx="19050000" cy="2894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4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674138" cy="2444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3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1594</TotalTime>
  <Words>0</Words>
  <Application>Microsoft Office PowerPoint</Application>
  <PresentationFormat>Personalizar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Kiss</dc:creator>
  <cp:lastModifiedBy>Kiss</cp:lastModifiedBy>
  <cp:revision>7</cp:revision>
  <dcterms:created xsi:type="dcterms:W3CDTF">2016-05-12T19:42:51Z</dcterms:created>
  <dcterms:modified xsi:type="dcterms:W3CDTF">2016-05-23T17:05:49Z</dcterms:modified>
</cp:coreProperties>
</file>