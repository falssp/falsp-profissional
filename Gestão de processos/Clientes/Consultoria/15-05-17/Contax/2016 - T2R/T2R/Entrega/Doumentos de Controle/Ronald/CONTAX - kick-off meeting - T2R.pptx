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6" r:id="rId2"/>
    <p:sldId id="260" r:id="rId3"/>
    <p:sldId id="274" r:id="rId4"/>
    <p:sldId id="290" r:id="rId5"/>
    <p:sldId id="269" r:id="rId6"/>
    <p:sldId id="281" r:id="rId7"/>
    <p:sldId id="289" r:id="rId8"/>
    <p:sldId id="280" r:id="rId9"/>
    <p:sldId id="288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981" autoAdjust="0"/>
    <p:restoredTop sz="99645" autoAdjust="0"/>
  </p:normalViewPr>
  <p:slideViewPr>
    <p:cSldViewPr>
      <p:cViewPr varScale="1">
        <p:scale>
          <a:sx n="79" d="100"/>
          <a:sy n="79" d="100"/>
        </p:scale>
        <p:origin x="49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175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032F14-7204-4E6E-B403-FC9356EA09B4}" type="doc">
      <dgm:prSet loTypeId="urn:microsoft.com/office/officeart/2008/layout/HalfCircleOrganizationChart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BF08328-4AEE-427B-A198-397669B0605F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Consultor Líder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ITIL Expert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A270643B-7BFC-41AE-9827-339A6747989D}" type="parTrans" cxnId="{8A426EF6-19B6-4B70-BFD5-2111EEC759ED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C0923C7F-CFCE-4AD0-867E-B287948566C3}" type="sibTrans" cxnId="{8A426EF6-19B6-4B70-BFD5-2111EEC759ED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94B7733A-3439-4BCD-A3D0-9B57AFCA8764}" type="asst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Gerente de Projetos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A8B88D4B-6BB9-4031-B386-55317C359E0C}" type="parTrans" cxnId="{AF4E598B-E333-4288-B29F-77E199477703}">
      <dgm:prSet/>
      <dgm:spPr>
        <a:ln>
          <a:solidFill>
            <a:srgbClr val="C00000"/>
          </a:solidFill>
        </a:ln>
      </dgm:spPr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61093389-01FB-42A6-89EC-4DAC26C07127}" type="sibTrans" cxnId="{AF4E598B-E333-4288-B29F-77E199477703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DA59723B-32DE-4CA2-884A-E29D3BBB6D6E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ITIL Foundation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1457FE52-9C21-4FD0-B583-CE7D3EEFF048}" type="parTrans" cxnId="{ACE3C1B6-9FA1-429E-8D4A-75FE906A3F08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0F1B0992-3E52-4B6F-961B-86CB0EE638C9}" type="sibTrans" cxnId="{ACE3C1B6-9FA1-429E-8D4A-75FE906A3F08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85ED3F60-586D-41EA-B217-F0461F9E6E30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ITIL OSA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B8340275-6A7F-4CD8-A581-200719CF2EB4}" type="parTrans" cxnId="{F0D376A5-B3A3-48D1-9206-E39E32E8E5A4}">
      <dgm:prSet/>
      <dgm:spPr/>
      <dgm:t>
        <a:bodyPr/>
        <a:lstStyle/>
        <a:p>
          <a:endParaRPr lang="pt-BR" sz="1400"/>
        </a:p>
      </dgm:t>
    </dgm:pt>
    <dgm:pt modelId="{ECDEC27D-32D2-49A0-B0D9-28B07B9184ED}" type="sibTrans" cxnId="{F0D376A5-B3A3-48D1-9206-E39E32E8E5A4}">
      <dgm:prSet/>
      <dgm:spPr/>
      <dgm:t>
        <a:bodyPr/>
        <a:lstStyle/>
        <a:p>
          <a:endParaRPr lang="pt-BR" sz="1400"/>
        </a:p>
      </dgm:t>
    </dgm:pt>
    <dgm:pt modelId="{73DF1938-574C-474A-BB9D-4635B0E7145C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ITIL Foundation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4615272F-EBCD-4715-A1F6-E5CDB217FBA7}" type="parTrans" cxnId="{238BFAA9-4FAB-49FA-8D8D-5DFBCDC36588}">
      <dgm:prSet/>
      <dgm:spPr/>
      <dgm:t>
        <a:bodyPr/>
        <a:lstStyle/>
        <a:p>
          <a:endParaRPr lang="pt-BR" sz="1400"/>
        </a:p>
      </dgm:t>
    </dgm:pt>
    <dgm:pt modelId="{8A4B9488-A067-4F85-B8E8-2A589DB1E53C}" type="sibTrans" cxnId="{238BFAA9-4FAB-49FA-8D8D-5DFBCDC36588}">
      <dgm:prSet/>
      <dgm:spPr/>
      <dgm:t>
        <a:bodyPr/>
        <a:lstStyle/>
        <a:p>
          <a:endParaRPr lang="pt-BR" sz="1400"/>
        </a:p>
      </dgm:t>
    </dgm:pt>
    <dgm:pt modelId="{1CDE9068-B616-4340-A9A8-B3137D3E7A5C}" type="asst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Gestores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852B2F16-0C7F-46A0-84FD-3B01C4906394}" type="parTrans" cxnId="{54C60865-52F4-4B87-AF08-6EA9AF629BD1}">
      <dgm:prSet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31378578-1E2A-440F-9933-4D0D87F98FA9}" type="sibTrans" cxnId="{54C60865-52F4-4B87-AF08-6EA9AF629BD1}">
      <dgm:prSet/>
      <dgm:spPr/>
      <dgm:t>
        <a:bodyPr/>
        <a:lstStyle/>
        <a:p>
          <a:endParaRPr lang="pt-BR"/>
        </a:p>
      </dgm:t>
    </dgm:pt>
    <dgm:pt modelId="{B3E61335-6830-4BCC-846B-6D1CE89C339C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ITIL OSA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0D4466BB-8FF6-441F-9FC0-4F5A6C2C549B}" type="parTrans" cxnId="{EDFF5AF8-5991-46C3-9939-6FBF8E96785E}">
      <dgm:prSet/>
      <dgm:spPr/>
      <dgm:t>
        <a:bodyPr/>
        <a:lstStyle/>
        <a:p>
          <a:endParaRPr lang="pt-BR"/>
        </a:p>
      </dgm:t>
    </dgm:pt>
    <dgm:pt modelId="{B41550E3-9BCB-4579-95AB-381BCF6EF4A2}" type="sibTrans" cxnId="{EDFF5AF8-5991-46C3-9939-6FBF8E96785E}">
      <dgm:prSet/>
      <dgm:spPr/>
      <dgm:t>
        <a:bodyPr/>
        <a:lstStyle/>
        <a:p>
          <a:endParaRPr lang="pt-BR"/>
        </a:p>
      </dgm:t>
    </dgm:pt>
    <dgm:pt modelId="{18088AEB-6653-406D-BD6A-7051D632B33E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Especialistas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B224E4FA-05F1-4787-845E-B4072F41B2AF}" type="parTrans" cxnId="{ABEA6899-6E7A-44FF-993E-7AF51616824C}">
      <dgm:prSet/>
      <dgm:spPr/>
      <dgm:t>
        <a:bodyPr/>
        <a:lstStyle/>
        <a:p>
          <a:endParaRPr lang="pt-BR"/>
        </a:p>
      </dgm:t>
    </dgm:pt>
    <dgm:pt modelId="{936E3480-77F2-457C-BDEA-DFA3B2A82689}" type="sibTrans" cxnId="{ABEA6899-6E7A-44FF-993E-7AF51616824C}">
      <dgm:prSet/>
      <dgm:spPr/>
      <dgm:t>
        <a:bodyPr/>
        <a:lstStyle/>
        <a:p>
          <a:endParaRPr lang="pt-BR"/>
        </a:p>
      </dgm:t>
    </dgm:pt>
    <dgm:pt modelId="{FC2DADDC-112C-421F-BCDD-6C896AAF5D8B}" type="pres">
      <dgm:prSet presAssocID="{06032F14-7204-4E6E-B403-FC9356EA09B4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45B40A4D-6FBF-48DA-B22C-7F1C2D980910}" type="pres">
      <dgm:prSet presAssocID="{7BF08328-4AEE-427B-A198-397669B0605F}" presName="hierRoot1" presStyleCnt="0">
        <dgm:presLayoutVars>
          <dgm:hierBranch val="init"/>
        </dgm:presLayoutVars>
      </dgm:prSet>
      <dgm:spPr/>
    </dgm:pt>
    <dgm:pt modelId="{64A98035-E62B-4DC0-B11E-77568F264B78}" type="pres">
      <dgm:prSet presAssocID="{7BF08328-4AEE-427B-A198-397669B0605F}" presName="rootComposite1" presStyleCnt="0"/>
      <dgm:spPr/>
    </dgm:pt>
    <dgm:pt modelId="{CA83CB3E-0087-4B22-A2BF-500EE4F79EFD}" type="pres">
      <dgm:prSet presAssocID="{7BF08328-4AEE-427B-A198-397669B0605F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0F3BEAE-58FB-494E-AA32-F4D6080EF2C7}" type="pres">
      <dgm:prSet presAssocID="{7BF08328-4AEE-427B-A198-397669B0605F}" presName="topArc1" presStyleLbl="parChTrans1D1" presStyleIdx="0" presStyleCnt="16"/>
      <dgm:spPr/>
    </dgm:pt>
    <dgm:pt modelId="{0306F5F8-4AF6-4B35-9E08-3A85628F2F14}" type="pres">
      <dgm:prSet presAssocID="{7BF08328-4AEE-427B-A198-397669B0605F}" presName="bottomArc1" presStyleLbl="parChTrans1D1" presStyleIdx="1" presStyleCnt="16"/>
      <dgm:spPr/>
    </dgm:pt>
    <dgm:pt modelId="{942639C5-63D8-4363-B553-0B431276E011}" type="pres">
      <dgm:prSet presAssocID="{7BF08328-4AEE-427B-A198-397669B0605F}" presName="topConnNode1" presStyleLbl="node1" presStyleIdx="0" presStyleCnt="0"/>
      <dgm:spPr/>
      <dgm:t>
        <a:bodyPr/>
        <a:lstStyle/>
        <a:p>
          <a:endParaRPr lang="pt-BR"/>
        </a:p>
      </dgm:t>
    </dgm:pt>
    <dgm:pt modelId="{EB2018C7-5454-4382-945F-FF8121FD3AC6}" type="pres">
      <dgm:prSet presAssocID="{7BF08328-4AEE-427B-A198-397669B0605F}" presName="hierChild2" presStyleCnt="0"/>
      <dgm:spPr/>
    </dgm:pt>
    <dgm:pt modelId="{21E2A4D5-07E5-49C2-A7D7-D42A1A2FD452}" type="pres">
      <dgm:prSet presAssocID="{0D4466BB-8FF6-441F-9FC0-4F5A6C2C549B}" presName="Name28" presStyleLbl="parChTrans1D2" presStyleIdx="0" presStyleCnt="7"/>
      <dgm:spPr/>
      <dgm:t>
        <a:bodyPr/>
        <a:lstStyle/>
        <a:p>
          <a:endParaRPr lang="pt-BR"/>
        </a:p>
      </dgm:t>
    </dgm:pt>
    <dgm:pt modelId="{470DB233-5B24-4D82-A5F4-28C14D032F90}" type="pres">
      <dgm:prSet presAssocID="{B3E61335-6830-4BCC-846B-6D1CE89C339C}" presName="hierRoot2" presStyleCnt="0">
        <dgm:presLayoutVars>
          <dgm:hierBranch val="init"/>
        </dgm:presLayoutVars>
      </dgm:prSet>
      <dgm:spPr/>
    </dgm:pt>
    <dgm:pt modelId="{9F339970-140F-4CDC-BDB9-7D90D5FFE6EC}" type="pres">
      <dgm:prSet presAssocID="{B3E61335-6830-4BCC-846B-6D1CE89C339C}" presName="rootComposite2" presStyleCnt="0"/>
      <dgm:spPr/>
    </dgm:pt>
    <dgm:pt modelId="{BB18F6D0-F976-40AD-881E-50CDC5FD353B}" type="pres">
      <dgm:prSet presAssocID="{B3E61335-6830-4BCC-846B-6D1CE89C339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48C7F48-506B-4D37-B423-6596D75B3FFD}" type="pres">
      <dgm:prSet presAssocID="{B3E61335-6830-4BCC-846B-6D1CE89C339C}" presName="topArc2" presStyleLbl="parChTrans1D1" presStyleIdx="2" presStyleCnt="16"/>
      <dgm:spPr/>
    </dgm:pt>
    <dgm:pt modelId="{6E934EF0-034C-4B01-BA74-7B5A14B750CF}" type="pres">
      <dgm:prSet presAssocID="{B3E61335-6830-4BCC-846B-6D1CE89C339C}" presName="bottomArc2" presStyleLbl="parChTrans1D1" presStyleIdx="3" presStyleCnt="16"/>
      <dgm:spPr/>
    </dgm:pt>
    <dgm:pt modelId="{B51EC769-24D4-4B1A-A4B4-3EA00ACF135A}" type="pres">
      <dgm:prSet presAssocID="{B3E61335-6830-4BCC-846B-6D1CE89C339C}" presName="topConnNode2" presStyleLbl="node2" presStyleIdx="0" presStyleCnt="0"/>
      <dgm:spPr/>
      <dgm:t>
        <a:bodyPr/>
        <a:lstStyle/>
        <a:p>
          <a:endParaRPr lang="pt-BR"/>
        </a:p>
      </dgm:t>
    </dgm:pt>
    <dgm:pt modelId="{A52A98A0-FB8E-4F81-AB61-CCA1BBC7F501}" type="pres">
      <dgm:prSet presAssocID="{B3E61335-6830-4BCC-846B-6D1CE89C339C}" presName="hierChild4" presStyleCnt="0"/>
      <dgm:spPr/>
    </dgm:pt>
    <dgm:pt modelId="{559F65B8-C106-46ED-8386-014694C73EBD}" type="pres">
      <dgm:prSet presAssocID="{B3E61335-6830-4BCC-846B-6D1CE89C339C}" presName="hierChild5" presStyleCnt="0"/>
      <dgm:spPr/>
    </dgm:pt>
    <dgm:pt modelId="{6B8110F0-DFB4-44ED-8428-A491E4740C3D}" type="pres">
      <dgm:prSet presAssocID="{B8340275-6A7F-4CD8-A581-200719CF2EB4}" presName="Name28" presStyleLbl="parChTrans1D2" presStyleIdx="1" presStyleCnt="7"/>
      <dgm:spPr/>
      <dgm:t>
        <a:bodyPr/>
        <a:lstStyle/>
        <a:p>
          <a:endParaRPr lang="pt-BR"/>
        </a:p>
      </dgm:t>
    </dgm:pt>
    <dgm:pt modelId="{1E95A0AF-4258-4CF1-94EF-6F2C8252F5A2}" type="pres">
      <dgm:prSet presAssocID="{85ED3F60-586D-41EA-B217-F0461F9E6E30}" presName="hierRoot2" presStyleCnt="0">
        <dgm:presLayoutVars>
          <dgm:hierBranch val="init"/>
        </dgm:presLayoutVars>
      </dgm:prSet>
      <dgm:spPr/>
    </dgm:pt>
    <dgm:pt modelId="{502F0570-0BFC-4760-B79A-CCC082AF7446}" type="pres">
      <dgm:prSet presAssocID="{85ED3F60-586D-41EA-B217-F0461F9E6E30}" presName="rootComposite2" presStyleCnt="0"/>
      <dgm:spPr/>
    </dgm:pt>
    <dgm:pt modelId="{1A7DE886-AF43-473F-B9FA-5ECD04D3518A}" type="pres">
      <dgm:prSet presAssocID="{85ED3F60-586D-41EA-B217-F0461F9E6E30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F7D2422-1E13-41A2-BF4A-8A21C12C167B}" type="pres">
      <dgm:prSet presAssocID="{85ED3F60-586D-41EA-B217-F0461F9E6E30}" presName="topArc2" presStyleLbl="parChTrans1D1" presStyleIdx="4" presStyleCnt="16"/>
      <dgm:spPr/>
    </dgm:pt>
    <dgm:pt modelId="{8CA5DA9B-629E-45A1-8904-9C1DC6AC5311}" type="pres">
      <dgm:prSet presAssocID="{85ED3F60-586D-41EA-B217-F0461F9E6E30}" presName="bottomArc2" presStyleLbl="parChTrans1D1" presStyleIdx="5" presStyleCnt="16"/>
      <dgm:spPr/>
    </dgm:pt>
    <dgm:pt modelId="{A51A6C18-5EEF-4A30-BF2A-73A80AEF1460}" type="pres">
      <dgm:prSet presAssocID="{85ED3F60-586D-41EA-B217-F0461F9E6E30}" presName="topConnNode2" presStyleLbl="node2" presStyleIdx="0" presStyleCnt="0"/>
      <dgm:spPr/>
      <dgm:t>
        <a:bodyPr/>
        <a:lstStyle/>
        <a:p>
          <a:endParaRPr lang="pt-BR"/>
        </a:p>
      </dgm:t>
    </dgm:pt>
    <dgm:pt modelId="{CB584A34-105F-43E5-9D99-822C80ADE20F}" type="pres">
      <dgm:prSet presAssocID="{85ED3F60-586D-41EA-B217-F0461F9E6E30}" presName="hierChild4" presStyleCnt="0"/>
      <dgm:spPr/>
    </dgm:pt>
    <dgm:pt modelId="{BA4FC6CD-606D-4561-868F-054BD9B429C0}" type="pres">
      <dgm:prSet presAssocID="{85ED3F60-586D-41EA-B217-F0461F9E6E30}" presName="hierChild5" presStyleCnt="0"/>
      <dgm:spPr/>
    </dgm:pt>
    <dgm:pt modelId="{F2B6B462-5D82-4F05-8429-49A2A6415660}" type="pres">
      <dgm:prSet presAssocID="{B224E4FA-05F1-4787-845E-B4072F41B2AF}" presName="Name28" presStyleLbl="parChTrans1D2" presStyleIdx="2" presStyleCnt="7"/>
      <dgm:spPr/>
      <dgm:t>
        <a:bodyPr/>
        <a:lstStyle/>
        <a:p>
          <a:endParaRPr lang="pt-BR"/>
        </a:p>
      </dgm:t>
    </dgm:pt>
    <dgm:pt modelId="{D2C36ACC-E178-49BF-84E9-C4A313D901BE}" type="pres">
      <dgm:prSet presAssocID="{18088AEB-6653-406D-BD6A-7051D632B33E}" presName="hierRoot2" presStyleCnt="0">
        <dgm:presLayoutVars>
          <dgm:hierBranch val="init"/>
        </dgm:presLayoutVars>
      </dgm:prSet>
      <dgm:spPr/>
    </dgm:pt>
    <dgm:pt modelId="{312CE47F-5E4F-4215-A49A-E9F4AAB03442}" type="pres">
      <dgm:prSet presAssocID="{18088AEB-6653-406D-BD6A-7051D632B33E}" presName="rootComposite2" presStyleCnt="0"/>
      <dgm:spPr/>
    </dgm:pt>
    <dgm:pt modelId="{70769567-EA15-481B-AF46-F4DE8AAFFF3A}" type="pres">
      <dgm:prSet presAssocID="{18088AEB-6653-406D-BD6A-7051D632B33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CE5EB95-700F-4AA5-9412-108E3A40BE39}" type="pres">
      <dgm:prSet presAssocID="{18088AEB-6653-406D-BD6A-7051D632B33E}" presName="topArc2" presStyleLbl="parChTrans1D1" presStyleIdx="6" presStyleCnt="16"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5F756206-1D30-49D8-9617-9C0513022DDD}" type="pres">
      <dgm:prSet presAssocID="{18088AEB-6653-406D-BD6A-7051D632B33E}" presName="bottomArc2" presStyleLbl="parChTrans1D1" presStyleIdx="7" presStyleCnt="16"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668DC85D-56EB-4575-AD0C-AD7DABDDB712}" type="pres">
      <dgm:prSet presAssocID="{18088AEB-6653-406D-BD6A-7051D632B33E}" presName="topConnNode2" presStyleLbl="node2" presStyleIdx="0" presStyleCnt="0"/>
      <dgm:spPr/>
      <dgm:t>
        <a:bodyPr/>
        <a:lstStyle/>
        <a:p>
          <a:endParaRPr lang="pt-BR"/>
        </a:p>
      </dgm:t>
    </dgm:pt>
    <dgm:pt modelId="{B4CD4A4A-E78D-45E7-B213-B43A513E03A0}" type="pres">
      <dgm:prSet presAssocID="{18088AEB-6653-406D-BD6A-7051D632B33E}" presName="hierChild4" presStyleCnt="0"/>
      <dgm:spPr/>
    </dgm:pt>
    <dgm:pt modelId="{F5DE3968-E6F4-4BC6-81A1-F00A35E23D92}" type="pres">
      <dgm:prSet presAssocID="{18088AEB-6653-406D-BD6A-7051D632B33E}" presName="hierChild5" presStyleCnt="0"/>
      <dgm:spPr/>
    </dgm:pt>
    <dgm:pt modelId="{654EFFF2-A1DC-4DE3-9108-C73F673571D3}" type="pres">
      <dgm:prSet presAssocID="{1457FE52-9C21-4FD0-B583-CE7D3EEFF048}" presName="Name28" presStyleLbl="parChTrans1D2" presStyleIdx="3" presStyleCnt="7"/>
      <dgm:spPr/>
      <dgm:t>
        <a:bodyPr/>
        <a:lstStyle/>
        <a:p>
          <a:endParaRPr lang="pt-BR"/>
        </a:p>
      </dgm:t>
    </dgm:pt>
    <dgm:pt modelId="{ECB35BC5-7A9F-44EE-ADF8-0346706720C9}" type="pres">
      <dgm:prSet presAssocID="{DA59723B-32DE-4CA2-884A-E29D3BBB6D6E}" presName="hierRoot2" presStyleCnt="0">
        <dgm:presLayoutVars>
          <dgm:hierBranch val="init"/>
        </dgm:presLayoutVars>
      </dgm:prSet>
      <dgm:spPr/>
    </dgm:pt>
    <dgm:pt modelId="{FC4B6C2B-B48C-42F0-A3DF-4B247BA3B3A4}" type="pres">
      <dgm:prSet presAssocID="{DA59723B-32DE-4CA2-884A-E29D3BBB6D6E}" presName="rootComposite2" presStyleCnt="0"/>
      <dgm:spPr/>
    </dgm:pt>
    <dgm:pt modelId="{5C86D78B-3BA5-4C16-9B2E-847D582F0754}" type="pres">
      <dgm:prSet presAssocID="{DA59723B-32DE-4CA2-884A-E29D3BBB6D6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CCB4C40-5994-49D0-B5BC-A4C00DC7090C}" type="pres">
      <dgm:prSet presAssocID="{DA59723B-32DE-4CA2-884A-E29D3BBB6D6E}" presName="topArc2" presStyleLbl="parChTrans1D1" presStyleIdx="8" presStyleCnt="16"/>
      <dgm:spPr/>
    </dgm:pt>
    <dgm:pt modelId="{81D6EE29-44FA-4D3D-9459-E0BF8AC517DC}" type="pres">
      <dgm:prSet presAssocID="{DA59723B-32DE-4CA2-884A-E29D3BBB6D6E}" presName="bottomArc2" presStyleLbl="parChTrans1D1" presStyleIdx="9" presStyleCnt="16"/>
      <dgm:spPr/>
    </dgm:pt>
    <dgm:pt modelId="{4D38A4E6-2683-4A4B-88D8-20451F33E11E}" type="pres">
      <dgm:prSet presAssocID="{DA59723B-32DE-4CA2-884A-E29D3BBB6D6E}" presName="topConnNode2" presStyleLbl="node2" presStyleIdx="0" presStyleCnt="0"/>
      <dgm:spPr/>
      <dgm:t>
        <a:bodyPr/>
        <a:lstStyle/>
        <a:p>
          <a:endParaRPr lang="pt-BR"/>
        </a:p>
      </dgm:t>
    </dgm:pt>
    <dgm:pt modelId="{7C614011-208B-49D1-9C76-ADDB4F607525}" type="pres">
      <dgm:prSet presAssocID="{DA59723B-32DE-4CA2-884A-E29D3BBB6D6E}" presName="hierChild4" presStyleCnt="0"/>
      <dgm:spPr/>
    </dgm:pt>
    <dgm:pt modelId="{DE05BDB6-C812-44D2-A8C1-4926C5ACEDE0}" type="pres">
      <dgm:prSet presAssocID="{DA59723B-32DE-4CA2-884A-E29D3BBB6D6E}" presName="hierChild5" presStyleCnt="0"/>
      <dgm:spPr/>
    </dgm:pt>
    <dgm:pt modelId="{B8548DD7-5C04-41A4-AE78-158D31480704}" type="pres">
      <dgm:prSet presAssocID="{4615272F-EBCD-4715-A1F6-E5CDB217FBA7}" presName="Name28" presStyleLbl="parChTrans1D2" presStyleIdx="4" presStyleCnt="7"/>
      <dgm:spPr/>
      <dgm:t>
        <a:bodyPr/>
        <a:lstStyle/>
        <a:p>
          <a:endParaRPr lang="pt-BR"/>
        </a:p>
      </dgm:t>
    </dgm:pt>
    <dgm:pt modelId="{1C4D3928-756A-4CB7-B361-D222A5BAACEB}" type="pres">
      <dgm:prSet presAssocID="{73DF1938-574C-474A-BB9D-4635B0E7145C}" presName="hierRoot2" presStyleCnt="0">
        <dgm:presLayoutVars>
          <dgm:hierBranch val="init"/>
        </dgm:presLayoutVars>
      </dgm:prSet>
      <dgm:spPr/>
    </dgm:pt>
    <dgm:pt modelId="{37863E92-E759-42AB-9734-D1724CAAED4D}" type="pres">
      <dgm:prSet presAssocID="{73DF1938-574C-474A-BB9D-4635B0E7145C}" presName="rootComposite2" presStyleCnt="0"/>
      <dgm:spPr/>
    </dgm:pt>
    <dgm:pt modelId="{CD4D068A-5B70-495A-A73F-D8FDDFB69409}" type="pres">
      <dgm:prSet presAssocID="{73DF1938-574C-474A-BB9D-4635B0E7145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955D412-1D99-4B3E-8D68-2D3D8F106F07}" type="pres">
      <dgm:prSet presAssocID="{73DF1938-574C-474A-BB9D-4635B0E7145C}" presName="topArc2" presStyleLbl="parChTrans1D1" presStyleIdx="10" presStyleCnt="16"/>
      <dgm:spPr/>
    </dgm:pt>
    <dgm:pt modelId="{591ADA9D-7507-4253-A1FA-6BD207096F55}" type="pres">
      <dgm:prSet presAssocID="{73DF1938-574C-474A-BB9D-4635B0E7145C}" presName="bottomArc2" presStyleLbl="parChTrans1D1" presStyleIdx="11" presStyleCnt="16"/>
      <dgm:spPr/>
    </dgm:pt>
    <dgm:pt modelId="{A849D28F-3BA5-4955-BF8B-DAF4BFF44B2B}" type="pres">
      <dgm:prSet presAssocID="{73DF1938-574C-474A-BB9D-4635B0E7145C}" presName="topConnNode2" presStyleLbl="node2" presStyleIdx="0" presStyleCnt="0"/>
      <dgm:spPr/>
      <dgm:t>
        <a:bodyPr/>
        <a:lstStyle/>
        <a:p>
          <a:endParaRPr lang="pt-BR"/>
        </a:p>
      </dgm:t>
    </dgm:pt>
    <dgm:pt modelId="{3983AB07-6EB8-40C9-85D1-3B0DE64326F4}" type="pres">
      <dgm:prSet presAssocID="{73DF1938-574C-474A-BB9D-4635B0E7145C}" presName="hierChild4" presStyleCnt="0"/>
      <dgm:spPr/>
    </dgm:pt>
    <dgm:pt modelId="{A51D100F-9EF1-4BD4-AF99-3B5ED73BD85F}" type="pres">
      <dgm:prSet presAssocID="{73DF1938-574C-474A-BB9D-4635B0E7145C}" presName="hierChild5" presStyleCnt="0"/>
      <dgm:spPr/>
    </dgm:pt>
    <dgm:pt modelId="{5DED963F-72DE-4E34-BD50-3F0EB55228B4}" type="pres">
      <dgm:prSet presAssocID="{7BF08328-4AEE-427B-A198-397669B0605F}" presName="hierChild3" presStyleCnt="0"/>
      <dgm:spPr/>
    </dgm:pt>
    <dgm:pt modelId="{DC520729-77A7-4A09-9D91-0762B5B0DAA8}" type="pres">
      <dgm:prSet presAssocID="{A8B88D4B-6BB9-4031-B386-55317C359E0C}" presName="Name101" presStyleLbl="parChTrans1D2" presStyleIdx="5" presStyleCnt="7"/>
      <dgm:spPr/>
      <dgm:t>
        <a:bodyPr/>
        <a:lstStyle/>
        <a:p>
          <a:endParaRPr lang="pt-BR"/>
        </a:p>
      </dgm:t>
    </dgm:pt>
    <dgm:pt modelId="{76F537F2-5CBD-4553-B3EA-91B4438CDB13}" type="pres">
      <dgm:prSet presAssocID="{94B7733A-3439-4BCD-A3D0-9B57AFCA8764}" presName="hierRoot3" presStyleCnt="0">
        <dgm:presLayoutVars>
          <dgm:hierBranch val="init"/>
        </dgm:presLayoutVars>
      </dgm:prSet>
      <dgm:spPr/>
    </dgm:pt>
    <dgm:pt modelId="{F1EBBE96-E509-47E8-A777-1988F1577538}" type="pres">
      <dgm:prSet presAssocID="{94B7733A-3439-4BCD-A3D0-9B57AFCA8764}" presName="rootComposite3" presStyleCnt="0"/>
      <dgm:spPr/>
    </dgm:pt>
    <dgm:pt modelId="{8715C901-B7B9-4911-A11D-EE58BEC4255E}" type="pres">
      <dgm:prSet presAssocID="{94B7733A-3439-4BCD-A3D0-9B57AFCA8764}" presName="rootText3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C1E33F4-84BA-4736-90A0-9A856E2D4D0B}" type="pres">
      <dgm:prSet presAssocID="{94B7733A-3439-4BCD-A3D0-9B57AFCA8764}" presName="topArc3" presStyleLbl="parChTrans1D1" presStyleIdx="12" presStyleCnt="16"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4FC67327-F669-498F-996C-998BB61F89CB}" type="pres">
      <dgm:prSet presAssocID="{94B7733A-3439-4BCD-A3D0-9B57AFCA8764}" presName="bottomArc3" presStyleLbl="parChTrans1D1" presStyleIdx="13" presStyleCnt="16"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9BC956F8-5B9A-41F3-878D-1AC76EBA08A7}" type="pres">
      <dgm:prSet presAssocID="{94B7733A-3439-4BCD-A3D0-9B57AFCA8764}" presName="topConnNode3" presStyleLbl="asst1" presStyleIdx="0" presStyleCnt="0"/>
      <dgm:spPr/>
      <dgm:t>
        <a:bodyPr/>
        <a:lstStyle/>
        <a:p>
          <a:endParaRPr lang="pt-BR"/>
        </a:p>
      </dgm:t>
    </dgm:pt>
    <dgm:pt modelId="{B72D3FD9-5565-4449-BD31-6D6580A79B1B}" type="pres">
      <dgm:prSet presAssocID="{94B7733A-3439-4BCD-A3D0-9B57AFCA8764}" presName="hierChild6" presStyleCnt="0"/>
      <dgm:spPr/>
    </dgm:pt>
    <dgm:pt modelId="{BF578110-1A38-48FB-9275-2B2403929C21}" type="pres">
      <dgm:prSet presAssocID="{94B7733A-3439-4BCD-A3D0-9B57AFCA8764}" presName="hierChild7" presStyleCnt="0"/>
      <dgm:spPr/>
    </dgm:pt>
    <dgm:pt modelId="{B32EBD1C-8FA2-4AF0-A654-30768BC666FD}" type="pres">
      <dgm:prSet presAssocID="{852B2F16-0C7F-46A0-84FD-3B01C4906394}" presName="Name101" presStyleLbl="parChTrans1D2" presStyleIdx="6" presStyleCnt="7"/>
      <dgm:spPr/>
      <dgm:t>
        <a:bodyPr/>
        <a:lstStyle/>
        <a:p>
          <a:endParaRPr lang="pt-BR"/>
        </a:p>
      </dgm:t>
    </dgm:pt>
    <dgm:pt modelId="{5380C55C-CBFA-42E1-BA23-A5E3BFC295B3}" type="pres">
      <dgm:prSet presAssocID="{1CDE9068-B616-4340-A9A8-B3137D3E7A5C}" presName="hierRoot3" presStyleCnt="0">
        <dgm:presLayoutVars>
          <dgm:hierBranch val="init"/>
        </dgm:presLayoutVars>
      </dgm:prSet>
      <dgm:spPr/>
    </dgm:pt>
    <dgm:pt modelId="{32A26223-A623-46B3-B7D4-A9F80AF20340}" type="pres">
      <dgm:prSet presAssocID="{1CDE9068-B616-4340-A9A8-B3137D3E7A5C}" presName="rootComposite3" presStyleCnt="0"/>
      <dgm:spPr/>
    </dgm:pt>
    <dgm:pt modelId="{A76E1BE0-EDCB-4117-B35A-AC608D1AF34B}" type="pres">
      <dgm:prSet presAssocID="{1CDE9068-B616-4340-A9A8-B3137D3E7A5C}" presName="rootText3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3A9F63A1-2095-4E58-B294-B812656BDFF5}" type="pres">
      <dgm:prSet presAssocID="{1CDE9068-B616-4340-A9A8-B3137D3E7A5C}" presName="topArc3" presStyleLbl="parChTrans1D1" presStyleIdx="14" presStyleCnt="16"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04F833F7-E796-4403-9611-9E0BF507DE09}" type="pres">
      <dgm:prSet presAssocID="{1CDE9068-B616-4340-A9A8-B3137D3E7A5C}" presName="bottomArc3" presStyleLbl="parChTrans1D1" presStyleIdx="15" presStyleCnt="16"/>
      <dgm:spPr>
        <a:ln>
          <a:solidFill>
            <a:schemeClr val="accent2"/>
          </a:solidFill>
        </a:ln>
      </dgm:spPr>
      <dgm:t>
        <a:bodyPr/>
        <a:lstStyle/>
        <a:p>
          <a:endParaRPr lang="pt-BR"/>
        </a:p>
      </dgm:t>
    </dgm:pt>
    <dgm:pt modelId="{B9E307E5-038B-408A-B1DC-7E08B61E71C6}" type="pres">
      <dgm:prSet presAssocID="{1CDE9068-B616-4340-A9A8-B3137D3E7A5C}" presName="topConnNode3" presStyleLbl="asst1" presStyleIdx="0" presStyleCnt="0"/>
      <dgm:spPr/>
      <dgm:t>
        <a:bodyPr/>
        <a:lstStyle/>
        <a:p>
          <a:endParaRPr lang="pt-BR"/>
        </a:p>
      </dgm:t>
    </dgm:pt>
    <dgm:pt modelId="{9EA968DC-4A8A-455D-A1CD-68573092998A}" type="pres">
      <dgm:prSet presAssocID="{1CDE9068-B616-4340-A9A8-B3137D3E7A5C}" presName="hierChild6" presStyleCnt="0"/>
      <dgm:spPr/>
    </dgm:pt>
    <dgm:pt modelId="{E2BC54E0-8744-445E-A8F7-13B0696656FD}" type="pres">
      <dgm:prSet presAssocID="{1CDE9068-B616-4340-A9A8-B3137D3E7A5C}" presName="hierChild7" presStyleCnt="0"/>
      <dgm:spPr/>
    </dgm:pt>
  </dgm:ptLst>
  <dgm:cxnLst>
    <dgm:cxn modelId="{F779E8FD-B51D-4DF9-8D40-1B9AE8DC8EFF}" type="presOf" srcId="{85ED3F60-586D-41EA-B217-F0461F9E6E30}" destId="{1A7DE886-AF43-473F-B9FA-5ECD04D3518A}" srcOrd="0" destOrd="0" presId="urn:microsoft.com/office/officeart/2008/layout/HalfCircleOrganizationChart"/>
    <dgm:cxn modelId="{4B1D00DF-0971-4924-8D12-7F75398F75F0}" type="presOf" srcId="{18088AEB-6653-406D-BD6A-7051D632B33E}" destId="{668DC85D-56EB-4575-AD0C-AD7DABDDB712}" srcOrd="1" destOrd="0" presId="urn:microsoft.com/office/officeart/2008/layout/HalfCircleOrganizationChart"/>
    <dgm:cxn modelId="{6A13C41F-7FE9-49D0-9497-528ADB03B6A5}" type="presOf" srcId="{A8B88D4B-6BB9-4031-B386-55317C359E0C}" destId="{DC520729-77A7-4A09-9D91-0762B5B0DAA8}" srcOrd="0" destOrd="0" presId="urn:microsoft.com/office/officeart/2008/layout/HalfCircleOrganizationChart"/>
    <dgm:cxn modelId="{52DC08FC-23DF-4F2B-B762-3B432B857AF0}" type="presOf" srcId="{B8340275-6A7F-4CD8-A581-200719CF2EB4}" destId="{6B8110F0-DFB4-44ED-8428-A491E4740C3D}" srcOrd="0" destOrd="0" presId="urn:microsoft.com/office/officeart/2008/layout/HalfCircleOrganizationChart"/>
    <dgm:cxn modelId="{CCB30BDD-8E43-4B71-AC0A-6ACCBE758465}" type="presOf" srcId="{B224E4FA-05F1-4787-845E-B4072F41B2AF}" destId="{F2B6B462-5D82-4F05-8429-49A2A6415660}" srcOrd="0" destOrd="0" presId="urn:microsoft.com/office/officeart/2008/layout/HalfCircleOrganizationChart"/>
    <dgm:cxn modelId="{EDFF5AF8-5991-46C3-9939-6FBF8E96785E}" srcId="{7BF08328-4AEE-427B-A198-397669B0605F}" destId="{B3E61335-6830-4BCC-846B-6D1CE89C339C}" srcOrd="2" destOrd="0" parTransId="{0D4466BB-8FF6-441F-9FC0-4F5A6C2C549B}" sibTransId="{B41550E3-9BCB-4579-95AB-381BCF6EF4A2}"/>
    <dgm:cxn modelId="{11B03E13-D9AB-41AD-8610-D6B2C969BECA}" type="presOf" srcId="{B3E61335-6830-4BCC-846B-6D1CE89C339C}" destId="{BB18F6D0-F976-40AD-881E-50CDC5FD353B}" srcOrd="0" destOrd="0" presId="urn:microsoft.com/office/officeart/2008/layout/HalfCircleOrganizationChart"/>
    <dgm:cxn modelId="{AF4E598B-E333-4288-B29F-77E199477703}" srcId="{7BF08328-4AEE-427B-A198-397669B0605F}" destId="{94B7733A-3439-4BCD-A3D0-9B57AFCA8764}" srcOrd="0" destOrd="0" parTransId="{A8B88D4B-6BB9-4031-B386-55317C359E0C}" sibTransId="{61093389-01FB-42A6-89EC-4DAC26C07127}"/>
    <dgm:cxn modelId="{ABEA6899-6E7A-44FF-993E-7AF51616824C}" srcId="{7BF08328-4AEE-427B-A198-397669B0605F}" destId="{18088AEB-6653-406D-BD6A-7051D632B33E}" srcOrd="4" destOrd="0" parTransId="{B224E4FA-05F1-4787-845E-B4072F41B2AF}" sibTransId="{936E3480-77F2-457C-BDEA-DFA3B2A82689}"/>
    <dgm:cxn modelId="{CF5F0E39-84B4-40E2-98AB-E17F9A1BAAA1}" type="presOf" srcId="{94B7733A-3439-4BCD-A3D0-9B57AFCA8764}" destId="{9BC956F8-5B9A-41F3-878D-1AC76EBA08A7}" srcOrd="1" destOrd="0" presId="urn:microsoft.com/office/officeart/2008/layout/HalfCircleOrganizationChart"/>
    <dgm:cxn modelId="{A4BF6418-71B4-46CA-AFA1-FD873EF8A397}" type="presOf" srcId="{85ED3F60-586D-41EA-B217-F0461F9E6E30}" destId="{A51A6C18-5EEF-4A30-BF2A-73A80AEF1460}" srcOrd="1" destOrd="0" presId="urn:microsoft.com/office/officeart/2008/layout/HalfCircleOrganizationChart"/>
    <dgm:cxn modelId="{238BFAA9-4FAB-49FA-8D8D-5DFBCDC36588}" srcId="{7BF08328-4AEE-427B-A198-397669B0605F}" destId="{73DF1938-574C-474A-BB9D-4635B0E7145C}" srcOrd="6" destOrd="0" parTransId="{4615272F-EBCD-4715-A1F6-E5CDB217FBA7}" sibTransId="{8A4B9488-A067-4F85-B8E8-2A589DB1E53C}"/>
    <dgm:cxn modelId="{68D50004-2473-4A5C-B3C4-F27F0EE8EB56}" type="presOf" srcId="{06032F14-7204-4E6E-B403-FC9356EA09B4}" destId="{FC2DADDC-112C-421F-BCDD-6C896AAF5D8B}" srcOrd="0" destOrd="0" presId="urn:microsoft.com/office/officeart/2008/layout/HalfCircleOrganizationChart"/>
    <dgm:cxn modelId="{E979FBD3-1E13-481C-89A8-EA0FE937F9A7}" type="presOf" srcId="{1457FE52-9C21-4FD0-B583-CE7D3EEFF048}" destId="{654EFFF2-A1DC-4DE3-9108-C73F673571D3}" srcOrd="0" destOrd="0" presId="urn:microsoft.com/office/officeart/2008/layout/HalfCircleOrganizationChart"/>
    <dgm:cxn modelId="{C3EC4CD8-7D79-478F-A965-C9BFEB49A2DE}" type="presOf" srcId="{7BF08328-4AEE-427B-A198-397669B0605F}" destId="{942639C5-63D8-4363-B553-0B431276E011}" srcOrd="1" destOrd="0" presId="urn:microsoft.com/office/officeart/2008/layout/HalfCircleOrganizationChart"/>
    <dgm:cxn modelId="{ACE3C1B6-9FA1-429E-8D4A-75FE906A3F08}" srcId="{7BF08328-4AEE-427B-A198-397669B0605F}" destId="{DA59723B-32DE-4CA2-884A-E29D3BBB6D6E}" srcOrd="5" destOrd="0" parTransId="{1457FE52-9C21-4FD0-B583-CE7D3EEFF048}" sibTransId="{0F1B0992-3E52-4B6F-961B-86CB0EE638C9}"/>
    <dgm:cxn modelId="{37C76B0F-221D-4397-9D00-2AF380EECC61}" type="presOf" srcId="{852B2F16-0C7F-46A0-84FD-3B01C4906394}" destId="{B32EBD1C-8FA2-4AF0-A654-30768BC666FD}" srcOrd="0" destOrd="0" presId="urn:microsoft.com/office/officeart/2008/layout/HalfCircleOrganizationChart"/>
    <dgm:cxn modelId="{8B9B3F47-BD2F-48BC-9763-3DD1072B1CAB}" type="presOf" srcId="{B3E61335-6830-4BCC-846B-6D1CE89C339C}" destId="{B51EC769-24D4-4B1A-A4B4-3EA00ACF135A}" srcOrd="1" destOrd="0" presId="urn:microsoft.com/office/officeart/2008/layout/HalfCircleOrganizationChart"/>
    <dgm:cxn modelId="{64C0545D-EB57-4252-9B3B-EA034D786FDA}" type="presOf" srcId="{0D4466BB-8FF6-441F-9FC0-4F5A6C2C549B}" destId="{21E2A4D5-07E5-49C2-A7D7-D42A1A2FD452}" srcOrd="0" destOrd="0" presId="urn:microsoft.com/office/officeart/2008/layout/HalfCircleOrganizationChart"/>
    <dgm:cxn modelId="{B5A82E6B-FE11-4340-A1FE-7A84BFAE13CC}" type="presOf" srcId="{73DF1938-574C-474A-BB9D-4635B0E7145C}" destId="{CD4D068A-5B70-495A-A73F-D8FDDFB69409}" srcOrd="0" destOrd="0" presId="urn:microsoft.com/office/officeart/2008/layout/HalfCircleOrganizationChart"/>
    <dgm:cxn modelId="{54C60865-52F4-4B87-AF08-6EA9AF629BD1}" srcId="{7BF08328-4AEE-427B-A198-397669B0605F}" destId="{1CDE9068-B616-4340-A9A8-B3137D3E7A5C}" srcOrd="1" destOrd="0" parTransId="{852B2F16-0C7F-46A0-84FD-3B01C4906394}" sibTransId="{31378578-1E2A-440F-9933-4D0D87F98FA9}"/>
    <dgm:cxn modelId="{E4E84A09-8FCC-49D4-9621-D8E45C55BC32}" type="presOf" srcId="{73DF1938-574C-474A-BB9D-4635B0E7145C}" destId="{A849D28F-3BA5-4955-BF8B-DAF4BFF44B2B}" srcOrd="1" destOrd="0" presId="urn:microsoft.com/office/officeart/2008/layout/HalfCircleOrganizationChart"/>
    <dgm:cxn modelId="{FA769ACC-B1D0-4662-A8E4-2AE3BEB78CD6}" type="presOf" srcId="{18088AEB-6653-406D-BD6A-7051D632B33E}" destId="{70769567-EA15-481B-AF46-F4DE8AAFFF3A}" srcOrd="0" destOrd="0" presId="urn:microsoft.com/office/officeart/2008/layout/HalfCircleOrganizationChart"/>
    <dgm:cxn modelId="{C52F769E-E471-4C42-A470-52A056D68791}" type="presOf" srcId="{94B7733A-3439-4BCD-A3D0-9B57AFCA8764}" destId="{8715C901-B7B9-4911-A11D-EE58BEC4255E}" srcOrd="0" destOrd="0" presId="urn:microsoft.com/office/officeart/2008/layout/HalfCircleOrganizationChart"/>
    <dgm:cxn modelId="{F0D376A5-B3A3-48D1-9206-E39E32E8E5A4}" srcId="{7BF08328-4AEE-427B-A198-397669B0605F}" destId="{85ED3F60-586D-41EA-B217-F0461F9E6E30}" srcOrd="3" destOrd="0" parTransId="{B8340275-6A7F-4CD8-A581-200719CF2EB4}" sibTransId="{ECDEC27D-32D2-49A0-B0D9-28B07B9184ED}"/>
    <dgm:cxn modelId="{827FB1BC-5354-4D3A-B242-E35B3FCBDBD1}" type="presOf" srcId="{DA59723B-32DE-4CA2-884A-E29D3BBB6D6E}" destId="{5C86D78B-3BA5-4C16-9B2E-847D582F0754}" srcOrd="0" destOrd="0" presId="urn:microsoft.com/office/officeart/2008/layout/HalfCircleOrganizationChart"/>
    <dgm:cxn modelId="{9C6E17D3-C166-46C1-B771-6AA04240577B}" type="presOf" srcId="{1CDE9068-B616-4340-A9A8-B3137D3E7A5C}" destId="{B9E307E5-038B-408A-B1DC-7E08B61E71C6}" srcOrd="1" destOrd="0" presId="urn:microsoft.com/office/officeart/2008/layout/HalfCircleOrganizationChart"/>
    <dgm:cxn modelId="{DC7397C7-A274-4764-AB7A-7CE77E12F8EC}" type="presOf" srcId="{7BF08328-4AEE-427B-A198-397669B0605F}" destId="{CA83CB3E-0087-4B22-A2BF-500EE4F79EFD}" srcOrd="0" destOrd="0" presId="urn:microsoft.com/office/officeart/2008/layout/HalfCircleOrganizationChart"/>
    <dgm:cxn modelId="{7353882B-50BC-494E-9725-F739A92C9470}" type="presOf" srcId="{1CDE9068-B616-4340-A9A8-B3137D3E7A5C}" destId="{A76E1BE0-EDCB-4117-B35A-AC608D1AF34B}" srcOrd="0" destOrd="0" presId="urn:microsoft.com/office/officeart/2008/layout/HalfCircleOrganizationChart"/>
    <dgm:cxn modelId="{8A426EF6-19B6-4B70-BFD5-2111EEC759ED}" srcId="{06032F14-7204-4E6E-B403-FC9356EA09B4}" destId="{7BF08328-4AEE-427B-A198-397669B0605F}" srcOrd="0" destOrd="0" parTransId="{A270643B-7BFC-41AE-9827-339A6747989D}" sibTransId="{C0923C7F-CFCE-4AD0-867E-B287948566C3}"/>
    <dgm:cxn modelId="{B87FA269-AFDA-4919-995E-712853713898}" type="presOf" srcId="{DA59723B-32DE-4CA2-884A-E29D3BBB6D6E}" destId="{4D38A4E6-2683-4A4B-88D8-20451F33E11E}" srcOrd="1" destOrd="0" presId="urn:microsoft.com/office/officeart/2008/layout/HalfCircleOrganizationChart"/>
    <dgm:cxn modelId="{1566230D-3E3C-4665-9794-4D78C27EB4CE}" type="presOf" srcId="{4615272F-EBCD-4715-A1F6-E5CDB217FBA7}" destId="{B8548DD7-5C04-41A4-AE78-158D31480704}" srcOrd="0" destOrd="0" presId="urn:microsoft.com/office/officeart/2008/layout/HalfCircleOrganizationChart"/>
    <dgm:cxn modelId="{02316B08-5AB5-4C39-A88C-C9A72B2F621A}" type="presParOf" srcId="{FC2DADDC-112C-421F-BCDD-6C896AAF5D8B}" destId="{45B40A4D-6FBF-48DA-B22C-7F1C2D980910}" srcOrd="0" destOrd="0" presId="urn:microsoft.com/office/officeart/2008/layout/HalfCircleOrganizationChart"/>
    <dgm:cxn modelId="{9E5EBE5E-2F91-4D29-AF43-CBB6044F8201}" type="presParOf" srcId="{45B40A4D-6FBF-48DA-B22C-7F1C2D980910}" destId="{64A98035-E62B-4DC0-B11E-77568F264B78}" srcOrd="0" destOrd="0" presId="urn:microsoft.com/office/officeart/2008/layout/HalfCircleOrganizationChart"/>
    <dgm:cxn modelId="{68A09AF5-D8DF-4CFF-B6C7-336A18555BFD}" type="presParOf" srcId="{64A98035-E62B-4DC0-B11E-77568F264B78}" destId="{CA83CB3E-0087-4B22-A2BF-500EE4F79EFD}" srcOrd="0" destOrd="0" presId="urn:microsoft.com/office/officeart/2008/layout/HalfCircleOrganizationChart"/>
    <dgm:cxn modelId="{ED0120BC-F7E8-42A2-9867-E85217F8B16B}" type="presParOf" srcId="{64A98035-E62B-4DC0-B11E-77568F264B78}" destId="{E0F3BEAE-58FB-494E-AA32-F4D6080EF2C7}" srcOrd="1" destOrd="0" presId="urn:microsoft.com/office/officeart/2008/layout/HalfCircleOrganizationChart"/>
    <dgm:cxn modelId="{49B882F6-2E96-4165-9BA7-719F46ABD8C9}" type="presParOf" srcId="{64A98035-E62B-4DC0-B11E-77568F264B78}" destId="{0306F5F8-4AF6-4B35-9E08-3A85628F2F14}" srcOrd="2" destOrd="0" presId="urn:microsoft.com/office/officeart/2008/layout/HalfCircleOrganizationChart"/>
    <dgm:cxn modelId="{2507089D-AB5B-4366-96D6-30B82BDFF980}" type="presParOf" srcId="{64A98035-E62B-4DC0-B11E-77568F264B78}" destId="{942639C5-63D8-4363-B553-0B431276E011}" srcOrd="3" destOrd="0" presId="urn:microsoft.com/office/officeart/2008/layout/HalfCircleOrganizationChart"/>
    <dgm:cxn modelId="{51376328-1172-44D1-8764-F6C66B8830CC}" type="presParOf" srcId="{45B40A4D-6FBF-48DA-B22C-7F1C2D980910}" destId="{EB2018C7-5454-4382-945F-FF8121FD3AC6}" srcOrd="1" destOrd="0" presId="urn:microsoft.com/office/officeart/2008/layout/HalfCircleOrganizationChart"/>
    <dgm:cxn modelId="{93045BFF-A589-44C0-849E-4CD814470823}" type="presParOf" srcId="{EB2018C7-5454-4382-945F-FF8121FD3AC6}" destId="{21E2A4D5-07E5-49C2-A7D7-D42A1A2FD452}" srcOrd="0" destOrd="0" presId="urn:microsoft.com/office/officeart/2008/layout/HalfCircleOrganizationChart"/>
    <dgm:cxn modelId="{F8AFCBCE-2748-428C-9FCC-A4C16125DA00}" type="presParOf" srcId="{EB2018C7-5454-4382-945F-FF8121FD3AC6}" destId="{470DB233-5B24-4D82-A5F4-28C14D032F90}" srcOrd="1" destOrd="0" presId="urn:microsoft.com/office/officeart/2008/layout/HalfCircleOrganizationChart"/>
    <dgm:cxn modelId="{2870BB06-313A-4663-9FCE-B99FC69DA216}" type="presParOf" srcId="{470DB233-5B24-4D82-A5F4-28C14D032F90}" destId="{9F339970-140F-4CDC-BDB9-7D90D5FFE6EC}" srcOrd="0" destOrd="0" presId="urn:microsoft.com/office/officeart/2008/layout/HalfCircleOrganizationChart"/>
    <dgm:cxn modelId="{7D2D2BB8-BF3F-40D8-B4EC-5E3E272F7827}" type="presParOf" srcId="{9F339970-140F-4CDC-BDB9-7D90D5FFE6EC}" destId="{BB18F6D0-F976-40AD-881E-50CDC5FD353B}" srcOrd="0" destOrd="0" presId="urn:microsoft.com/office/officeart/2008/layout/HalfCircleOrganizationChart"/>
    <dgm:cxn modelId="{C32BD74F-3F3D-474C-9601-280E12F07DFA}" type="presParOf" srcId="{9F339970-140F-4CDC-BDB9-7D90D5FFE6EC}" destId="{E48C7F48-506B-4D37-B423-6596D75B3FFD}" srcOrd="1" destOrd="0" presId="urn:microsoft.com/office/officeart/2008/layout/HalfCircleOrganizationChart"/>
    <dgm:cxn modelId="{0D3888D7-3279-4090-B120-8A2FD543189C}" type="presParOf" srcId="{9F339970-140F-4CDC-BDB9-7D90D5FFE6EC}" destId="{6E934EF0-034C-4B01-BA74-7B5A14B750CF}" srcOrd="2" destOrd="0" presId="urn:microsoft.com/office/officeart/2008/layout/HalfCircleOrganizationChart"/>
    <dgm:cxn modelId="{C835F89C-F752-4E1C-8066-716EDB1320CC}" type="presParOf" srcId="{9F339970-140F-4CDC-BDB9-7D90D5FFE6EC}" destId="{B51EC769-24D4-4B1A-A4B4-3EA00ACF135A}" srcOrd="3" destOrd="0" presId="urn:microsoft.com/office/officeart/2008/layout/HalfCircleOrganizationChart"/>
    <dgm:cxn modelId="{76ECA9F1-B7C3-42A7-9766-7143922CC5B3}" type="presParOf" srcId="{470DB233-5B24-4D82-A5F4-28C14D032F90}" destId="{A52A98A0-FB8E-4F81-AB61-CCA1BBC7F501}" srcOrd="1" destOrd="0" presId="urn:microsoft.com/office/officeart/2008/layout/HalfCircleOrganizationChart"/>
    <dgm:cxn modelId="{B981CC32-C671-4A1B-8B0D-EE2878E8D83A}" type="presParOf" srcId="{470DB233-5B24-4D82-A5F4-28C14D032F90}" destId="{559F65B8-C106-46ED-8386-014694C73EBD}" srcOrd="2" destOrd="0" presId="urn:microsoft.com/office/officeart/2008/layout/HalfCircleOrganizationChart"/>
    <dgm:cxn modelId="{39FE3396-2F22-494C-B885-5C9F2CB4A91E}" type="presParOf" srcId="{EB2018C7-5454-4382-945F-FF8121FD3AC6}" destId="{6B8110F0-DFB4-44ED-8428-A491E4740C3D}" srcOrd="2" destOrd="0" presId="urn:microsoft.com/office/officeart/2008/layout/HalfCircleOrganizationChart"/>
    <dgm:cxn modelId="{8266EBCC-EBE1-492E-832E-703D636AA721}" type="presParOf" srcId="{EB2018C7-5454-4382-945F-FF8121FD3AC6}" destId="{1E95A0AF-4258-4CF1-94EF-6F2C8252F5A2}" srcOrd="3" destOrd="0" presId="urn:microsoft.com/office/officeart/2008/layout/HalfCircleOrganizationChart"/>
    <dgm:cxn modelId="{7CC6A5E8-52F7-439F-9ED1-52A136C4591E}" type="presParOf" srcId="{1E95A0AF-4258-4CF1-94EF-6F2C8252F5A2}" destId="{502F0570-0BFC-4760-B79A-CCC082AF7446}" srcOrd="0" destOrd="0" presId="urn:microsoft.com/office/officeart/2008/layout/HalfCircleOrganizationChart"/>
    <dgm:cxn modelId="{8698F109-806A-45C0-8439-5C4A8AB5F1DA}" type="presParOf" srcId="{502F0570-0BFC-4760-B79A-CCC082AF7446}" destId="{1A7DE886-AF43-473F-B9FA-5ECD04D3518A}" srcOrd="0" destOrd="0" presId="urn:microsoft.com/office/officeart/2008/layout/HalfCircleOrganizationChart"/>
    <dgm:cxn modelId="{75E77991-D582-4364-B333-7C7D2DE6979E}" type="presParOf" srcId="{502F0570-0BFC-4760-B79A-CCC082AF7446}" destId="{BF7D2422-1E13-41A2-BF4A-8A21C12C167B}" srcOrd="1" destOrd="0" presId="urn:microsoft.com/office/officeart/2008/layout/HalfCircleOrganizationChart"/>
    <dgm:cxn modelId="{D147F2A0-D619-4695-8D8B-436B618D2A2C}" type="presParOf" srcId="{502F0570-0BFC-4760-B79A-CCC082AF7446}" destId="{8CA5DA9B-629E-45A1-8904-9C1DC6AC5311}" srcOrd="2" destOrd="0" presId="urn:microsoft.com/office/officeart/2008/layout/HalfCircleOrganizationChart"/>
    <dgm:cxn modelId="{34BDAA14-F77E-4593-B0BB-3FD8162EDEBA}" type="presParOf" srcId="{502F0570-0BFC-4760-B79A-CCC082AF7446}" destId="{A51A6C18-5EEF-4A30-BF2A-73A80AEF1460}" srcOrd="3" destOrd="0" presId="urn:microsoft.com/office/officeart/2008/layout/HalfCircleOrganizationChart"/>
    <dgm:cxn modelId="{20AEC3C5-298D-482E-8458-866D20FAF6C5}" type="presParOf" srcId="{1E95A0AF-4258-4CF1-94EF-6F2C8252F5A2}" destId="{CB584A34-105F-43E5-9D99-822C80ADE20F}" srcOrd="1" destOrd="0" presId="urn:microsoft.com/office/officeart/2008/layout/HalfCircleOrganizationChart"/>
    <dgm:cxn modelId="{81DEFE64-97F9-425F-A057-626900541220}" type="presParOf" srcId="{1E95A0AF-4258-4CF1-94EF-6F2C8252F5A2}" destId="{BA4FC6CD-606D-4561-868F-054BD9B429C0}" srcOrd="2" destOrd="0" presId="urn:microsoft.com/office/officeart/2008/layout/HalfCircleOrganizationChart"/>
    <dgm:cxn modelId="{71258681-A701-41EB-BEB6-8ADCD8EBBB1B}" type="presParOf" srcId="{EB2018C7-5454-4382-945F-FF8121FD3AC6}" destId="{F2B6B462-5D82-4F05-8429-49A2A6415660}" srcOrd="4" destOrd="0" presId="urn:microsoft.com/office/officeart/2008/layout/HalfCircleOrganizationChart"/>
    <dgm:cxn modelId="{F8D33515-1647-403F-B588-90A0A269BA98}" type="presParOf" srcId="{EB2018C7-5454-4382-945F-FF8121FD3AC6}" destId="{D2C36ACC-E178-49BF-84E9-C4A313D901BE}" srcOrd="5" destOrd="0" presId="urn:microsoft.com/office/officeart/2008/layout/HalfCircleOrganizationChart"/>
    <dgm:cxn modelId="{DDCA9D93-0F11-44D3-8CC5-122E1F892A03}" type="presParOf" srcId="{D2C36ACC-E178-49BF-84E9-C4A313D901BE}" destId="{312CE47F-5E4F-4215-A49A-E9F4AAB03442}" srcOrd="0" destOrd="0" presId="urn:microsoft.com/office/officeart/2008/layout/HalfCircleOrganizationChart"/>
    <dgm:cxn modelId="{64DDC06C-4E69-47E8-9E2E-B5AE81001A0A}" type="presParOf" srcId="{312CE47F-5E4F-4215-A49A-E9F4AAB03442}" destId="{70769567-EA15-481B-AF46-F4DE8AAFFF3A}" srcOrd="0" destOrd="0" presId="urn:microsoft.com/office/officeart/2008/layout/HalfCircleOrganizationChart"/>
    <dgm:cxn modelId="{05C3DF67-08CE-4455-88E8-3EC739BFDF32}" type="presParOf" srcId="{312CE47F-5E4F-4215-A49A-E9F4AAB03442}" destId="{CCE5EB95-700F-4AA5-9412-108E3A40BE39}" srcOrd="1" destOrd="0" presId="urn:microsoft.com/office/officeart/2008/layout/HalfCircleOrganizationChart"/>
    <dgm:cxn modelId="{A905546C-E680-472A-8AC4-4E61C79E7A0B}" type="presParOf" srcId="{312CE47F-5E4F-4215-A49A-E9F4AAB03442}" destId="{5F756206-1D30-49D8-9617-9C0513022DDD}" srcOrd="2" destOrd="0" presId="urn:microsoft.com/office/officeart/2008/layout/HalfCircleOrganizationChart"/>
    <dgm:cxn modelId="{02D0DD3A-1A3B-44AA-A51C-BEF1F45CA311}" type="presParOf" srcId="{312CE47F-5E4F-4215-A49A-E9F4AAB03442}" destId="{668DC85D-56EB-4575-AD0C-AD7DABDDB712}" srcOrd="3" destOrd="0" presId="urn:microsoft.com/office/officeart/2008/layout/HalfCircleOrganizationChart"/>
    <dgm:cxn modelId="{95AE01EE-2A12-48FE-8091-0371801C5417}" type="presParOf" srcId="{D2C36ACC-E178-49BF-84E9-C4A313D901BE}" destId="{B4CD4A4A-E78D-45E7-B213-B43A513E03A0}" srcOrd="1" destOrd="0" presId="urn:microsoft.com/office/officeart/2008/layout/HalfCircleOrganizationChart"/>
    <dgm:cxn modelId="{13A95CEE-B5DF-4196-A7AD-CE10ED920158}" type="presParOf" srcId="{D2C36ACC-E178-49BF-84E9-C4A313D901BE}" destId="{F5DE3968-E6F4-4BC6-81A1-F00A35E23D92}" srcOrd="2" destOrd="0" presId="urn:microsoft.com/office/officeart/2008/layout/HalfCircleOrganizationChart"/>
    <dgm:cxn modelId="{5B393699-40D2-4D9B-B2D2-494AF07D231E}" type="presParOf" srcId="{EB2018C7-5454-4382-945F-FF8121FD3AC6}" destId="{654EFFF2-A1DC-4DE3-9108-C73F673571D3}" srcOrd="6" destOrd="0" presId="urn:microsoft.com/office/officeart/2008/layout/HalfCircleOrganizationChart"/>
    <dgm:cxn modelId="{20B2CB3F-7E1E-4AB0-8C3E-91FF02438A27}" type="presParOf" srcId="{EB2018C7-5454-4382-945F-FF8121FD3AC6}" destId="{ECB35BC5-7A9F-44EE-ADF8-0346706720C9}" srcOrd="7" destOrd="0" presId="urn:microsoft.com/office/officeart/2008/layout/HalfCircleOrganizationChart"/>
    <dgm:cxn modelId="{30E62460-0227-4CAA-8585-2148B59A607C}" type="presParOf" srcId="{ECB35BC5-7A9F-44EE-ADF8-0346706720C9}" destId="{FC4B6C2B-B48C-42F0-A3DF-4B247BA3B3A4}" srcOrd="0" destOrd="0" presId="urn:microsoft.com/office/officeart/2008/layout/HalfCircleOrganizationChart"/>
    <dgm:cxn modelId="{0AE78398-DEB5-4D18-AEF4-D504A0C942D8}" type="presParOf" srcId="{FC4B6C2B-B48C-42F0-A3DF-4B247BA3B3A4}" destId="{5C86D78B-3BA5-4C16-9B2E-847D582F0754}" srcOrd="0" destOrd="0" presId="urn:microsoft.com/office/officeart/2008/layout/HalfCircleOrganizationChart"/>
    <dgm:cxn modelId="{777974B8-D180-4710-8F89-84492FF619C8}" type="presParOf" srcId="{FC4B6C2B-B48C-42F0-A3DF-4B247BA3B3A4}" destId="{9CCB4C40-5994-49D0-B5BC-A4C00DC7090C}" srcOrd="1" destOrd="0" presId="urn:microsoft.com/office/officeart/2008/layout/HalfCircleOrganizationChart"/>
    <dgm:cxn modelId="{478DCC0B-7C20-4C81-BBC1-A862E5A78AA3}" type="presParOf" srcId="{FC4B6C2B-B48C-42F0-A3DF-4B247BA3B3A4}" destId="{81D6EE29-44FA-4D3D-9459-E0BF8AC517DC}" srcOrd="2" destOrd="0" presId="urn:microsoft.com/office/officeart/2008/layout/HalfCircleOrganizationChart"/>
    <dgm:cxn modelId="{4150FBBE-A798-41E1-AAB4-CF5D4426323F}" type="presParOf" srcId="{FC4B6C2B-B48C-42F0-A3DF-4B247BA3B3A4}" destId="{4D38A4E6-2683-4A4B-88D8-20451F33E11E}" srcOrd="3" destOrd="0" presId="urn:microsoft.com/office/officeart/2008/layout/HalfCircleOrganizationChart"/>
    <dgm:cxn modelId="{0EA86F73-94AD-4AD1-814E-F125423D76B1}" type="presParOf" srcId="{ECB35BC5-7A9F-44EE-ADF8-0346706720C9}" destId="{7C614011-208B-49D1-9C76-ADDB4F607525}" srcOrd="1" destOrd="0" presId="urn:microsoft.com/office/officeart/2008/layout/HalfCircleOrganizationChart"/>
    <dgm:cxn modelId="{EE31BCD1-BDA1-478F-B75C-9345E7CD1AF5}" type="presParOf" srcId="{ECB35BC5-7A9F-44EE-ADF8-0346706720C9}" destId="{DE05BDB6-C812-44D2-A8C1-4926C5ACEDE0}" srcOrd="2" destOrd="0" presId="urn:microsoft.com/office/officeart/2008/layout/HalfCircleOrganizationChart"/>
    <dgm:cxn modelId="{53CD7143-B9FA-4893-AFAA-791C388150A3}" type="presParOf" srcId="{EB2018C7-5454-4382-945F-FF8121FD3AC6}" destId="{B8548DD7-5C04-41A4-AE78-158D31480704}" srcOrd="8" destOrd="0" presId="urn:microsoft.com/office/officeart/2008/layout/HalfCircleOrganizationChart"/>
    <dgm:cxn modelId="{991B3DA5-790C-469F-886D-FD6F82C582CC}" type="presParOf" srcId="{EB2018C7-5454-4382-945F-FF8121FD3AC6}" destId="{1C4D3928-756A-4CB7-B361-D222A5BAACEB}" srcOrd="9" destOrd="0" presId="urn:microsoft.com/office/officeart/2008/layout/HalfCircleOrganizationChart"/>
    <dgm:cxn modelId="{E13206A7-6389-4FA4-837C-ACF737625658}" type="presParOf" srcId="{1C4D3928-756A-4CB7-B361-D222A5BAACEB}" destId="{37863E92-E759-42AB-9734-D1724CAAED4D}" srcOrd="0" destOrd="0" presId="urn:microsoft.com/office/officeart/2008/layout/HalfCircleOrganizationChart"/>
    <dgm:cxn modelId="{6E86100E-C5A5-4C02-89B1-D5CBCC343A47}" type="presParOf" srcId="{37863E92-E759-42AB-9734-D1724CAAED4D}" destId="{CD4D068A-5B70-495A-A73F-D8FDDFB69409}" srcOrd="0" destOrd="0" presId="urn:microsoft.com/office/officeart/2008/layout/HalfCircleOrganizationChart"/>
    <dgm:cxn modelId="{1CBC9437-0955-495E-8DAA-B7674A942497}" type="presParOf" srcId="{37863E92-E759-42AB-9734-D1724CAAED4D}" destId="{5955D412-1D99-4B3E-8D68-2D3D8F106F07}" srcOrd="1" destOrd="0" presId="urn:microsoft.com/office/officeart/2008/layout/HalfCircleOrganizationChart"/>
    <dgm:cxn modelId="{23D29203-3E25-4900-850C-DEA3AFC5A2BF}" type="presParOf" srcId="{37863E92-E759-42AB-9734-D1724CAAED4D}" destId="{591ADA9D-7507-4253-A1FA-6BD207096F55}" srcOrd="2" destOrd="0" presId="urn:microsoft.com/office/officeart/2008/layout/HalfCircleOrganizationChart"/>
    <dgm:cxn modelId="{73BEEC2B-1BF9-49E9-AC10-F1CF0547D1B9}" type="presParOf" srcId="{37863E92-E759-42AB-9734-D1724CAAED4D}" destId="{A849D28F-3BA5-4955-BF8B-DAF4BFF44B2B}" srcOrd="3" destOrd="0" presId="urn:microsoft.com/office/officeart/2008/layout/HalfCircleOrganizationChart"/>
    <dgm:cxn modelId="{157B7FAD-66D4-4167-A5A9-CFBD75BA1DEB}" type="presParOf" srcId="{1C4D3928-756A-4CB7-B361-D222A5BAACEB}" destId="{3983AB07-6EB8-40C9-85D1-3B0DE64326F4}" srcOrd="1" destOrd="0" presId="urn:microsoft.com/office/officeart/2008/layout/HalfCircleOrganizationChart"/>
    <dgm:cxn modelId="{15FDD916-1431-446C-81C0-00DFF2AB4D6D}" type="presParOf" srcId="{1C4D3928-756A-4CB7-B361-D222A5BAACEB}" destId="{A51D100F-9EF1-4BD4-AF99-3B5ED73BD85F}" srcOrd="2" destOrd="0" presId="urn:microsoft.com/office/officeart/2008/layout/HalfCircleOrganizationChart"/>
    <dgm:cxn modelId="{1E215A94-45D7-4768-81D2-64287845FE4B}" type="presParOf" srcId="{45B40A4D-6FBF-48DA-B22C-7F1C2D980910}" destId="{5DED963F-72DE-4E34-BD50-3F0EB55228B4}" srcOrd="2" destOrd="0" presId="urn:microsoft.com/office/officeart/2008/layout/HalfCircleOrganizationChart"/>
    <dgm:cxn modelId="{99F088DE-3C8A-4C39-9791-D6A866796375}" type="presParOf" srcId="{5DED963F-72DE-4E34-BD50-3F0EB55228B4}" destId="{DC520729-77A7-4A09-9D91-0762B5B0DAA8}" srcOrd="0" destOrd="0" presId="urn:microsoft.com/office/officeart/2008/layout/HalfCircleOrganizationChart"/>
    <dgm:cxn modelId="{D64F0C92-9840-4F7B-959D-F4421E03BFB0}" type="presParOf" srcId="{5DED963F-72DE-4E34-BD50-3F0EB55228B4}" destId="{76F537F2-5CBD-4553-B3EA-91B4438CDB13}" srcOrd="1" destOrd="0" presId="urn:microsoft.com/office/officeart/2008/layout/HalfCircleOrganizationChart"/>
    <dgm:cxn modelId="{D46D0F3D-D8D1-461E-B9FE-0C866F7E942B}" type="presParOf" srcId="{76F537F2-5CBD-4553-B3EA-91B4438CDB13}" destId="{F1EBBE96-E509-47E8-A777-1988F1577538}" srcOrd="0" destOrd="0" presId="urn:microsoft.com/office/officeart/2008/layout/HalfCircleOrganizationChart"/>
    <dgm:cxn modelId="{B2A35376-66F8-4D49-BA3D-D5039A8BBF57}" type="presParOf" srcId="{F1EBBE96-E509-47E8-A777-1988F1577538}" destId="{8715C901-B7B9-4911-A11D-EE58BEC4255E}" srcOrd="0" destOrd="0" presId="urn:microsoft.com/office/officeart/2008/layout/HalfCircleOrganizationChart"/>
    <dgm:cxn modelId="{FBD15E32-246A-42FE-9E4A-1236621FA294}" type="presParOf" srcId="{F1EBBE96-E509-47E8-A777-1988F1577538}" destId="{5C1E33F4-84BA-4736-90A0-9A856E2D4D0B}" srcOrd="1" destOrd="0" presId="urn:microsoft.com/office/officeart/2008/layout/HalfCircleOrganizationChart"/>
    <dgm:cxn modelId="{A87C8478-4262-4EB4-A1E5-C33D2D0CB7DB}" type="presParOf" srcId="{F1EBBE96-E509-47E8-A777-1988F1577538}" destId="{4FC67327-F669-498F-996C-998BB61F89CB}" srcOrd="2" destOrd="0" presId="urn:microsoft.com/office/officeart/2008/layout/HalfCircleOrganizationChart"/>
    <dgm:cxn modelId="{31F0BC7E-0956-486C-A34F-417926FABE2B}" type="presParOf" srcId="{F1EBBE96-E509-47E8-A777-1988F1577538}" destId="{9BC956F8-5B9A-41F3-878D-1AC76EBA08A7}" srcOrd="3" destOrd="0" presId="urn:microsoft.com/office/officeart/2008/layout/HalfCircleOrganizationChart"/>
    <dgm:cxn modelId="{7DDA616C-0150-47C7-85BB-B0BE026B6BFC}" type="presParOf" srcId="{76F537F2-5CBD-4553-B3EA-91B4438CDB13}" destId="{B72D3FD9-5565-4449-BD31-6D6580A79B1B}" srcOrd="1" destOrd="0" presId="urn:microsoft.com/office/officeart/2008/layout/HalfCircleOrganizationChart"/>
    <dgm:cxn modelId="{75600466-B85E-4F5D-A9DA-8AB5276591F0}" type="presParOf" srcId="{76F537F2-5CBD-4553-B3EA-91B4438CDB13}" destId="{BF578110-1A38-48FB-9275-2B2403929C21}" srcOrd="2" destOrd="0" presId="urn:microsoft.com/office/officeart/2008/layout/HalfCircleOrganizationChart"/>
    <dgm:cxn modelId="{79FBA628-F501-43DD-A7EF-54DD9239B640}" type="presParOf" srcId="{5DED963F-72DE-4E34-BD50-3F0EB55228B4}" destId="{B32EBD1C-8FA2-4AF0-A654-30768BC666FD}" srcOrd="2" destOrd="0" presId="urn:microsoft.com/office/officeart/2008/layout/HalfCircleOrganizationChart"/>
    <dgm:cxn modelId="{DA2FD477-C87C-48D0-9E22-9ADF08C2FC22}" type="presParOf" srcId="{5DED963F-72DE-4E34-BD50-3F0EB55228B4}" destId="{5380C55C-CBFA-42E1-BA23-A5E3BFC295B3}" srcOrd="3" destOrd="0" presId="urn:microsoft.com/office/officeart/2008/layout/HalfCircleOrganizationChart"/>
    <dgm:cxn modelId="{EF2600D9-EFDA-4104-93EE-69F168CCBC28}" type="presParOf" srcId="{5380C55C-CBFA-42E1-BA23-A5E3BFC295B3}" destId="{32A26223-A623-46B3-B7D4-A9F80AF20340}" srcOrd="0" destOrd="0" presId="urn:microsoft.com/office/officeart/2008/layout/HalfCircleOrganizationChart"/>
    <dgm:cxn modelId="{935FAE10-E4E3-4B07-97A3-129EAD6B791A}" type="presParOf" srcId="{32A26223-A623-46B3-B7D4-A9F80AF20340}" destId="{A76E1BE0-EDCB-4117-B35A-AC608D1AF34B}" srcOrd="0" destOrd="0" presId="urn:microsoft.com/office/officeart/2008/layout/HalfCircleOrganizationChart"/>
    <dgm:cxn modelId="{207D64FE-5D8B-4363-801A-9B6753AC1419}" type="presParOf" srcId="{32A26223-A623-46B3-B7D4-A9F80AF20340}" destId="{3A9F63A1-2095-4E58-B294-B812656BDFF5}" srcOrd="1" destOrd="0" presId="urn:microsoft.com/office/officeart/2008/layout/HalfCircleOrganizationChart"/>
    <dgm:cxn modelId="{31195D71-709F-497C-A646-D91515A17B0F}" type="presParOf" srcId="{32A26223-A623-46B3-B7D4-A9F80AF20340}" destId="{04F833F7-E796-4403-9611-9E0BF507DE09}" srcOrd="2" destOrd="0" presId="urn:microsoft.com/office/officeart/2008/layout/HalfCircleOrganizationChart"/>
    <dgm:cxn modelId="{651BBF34-851C-4901-8808-E5509671B15C}" type="presParOf" srcId="{32A26223-A623-46B3-B7D4-A9F80AF20340}" destId="{B9E307E5-038B-408A-B1DC-7E08B61E71C6}" srcOrd="3" destOrd="0" presId="urn:microsoft.com/office/officeart/2008/layout/HalfCircleOrganizationChart"/>
    <dgm:cxn modelId="{B5CE227F-615E-4A04-8265-4D765128CFEC}" type="presParOf" srcId="{5380C55C-CBFA-42E1-BA23-A5E3BFC295B3}" destId="{9EA968DC-4A8A-455D-A1CD-68573092998A}" srcOrd="1" destOrd="0" presId="urn:microsoft.com/office/officeart/2008/layout/HalfCircleOrganizationChart"/>
    <dgm:cxn modelId="{14AEDEFE-6804-4551-8E0E-39E04C317DFF}" type="presParOf" srcId="{5380C55C-CBFA-42E1-BA23-A5E3BFC295B3}" destId="{E2BC54E0-8744-445E-A8F7-13B0696656FD}" srcOrd="2" destOrd="0" presId="urn:microsoft.com/office/officeart/2008/layout/HalfCircleOrganizationChar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EBD1C-8FA2-4AF0-A654-30768BC666FD}">
      <dsp:nvSpPr>
        <dsp:cNvPr id="0" name=""/>
        <dsp:cNvSpPr/>
      </dsp:nvSpPr>
      <dsp:spPr>
        <a:xfrm>
          <a:off x="4690171" y="1781543"/>
          <a:ext cx="666468" cy="4817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784"/>
              </a:lnTo>
              <a:lnTo>
                <a:pt x="666468" y="481784"/>
              </a:lnTo>
            </a:path>
          </a:pathLst>
        </a:cu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520729-77A7-4A09-9D91-0762B5B0DAA8}">
      <dsp:nvSpPr>
        <dsp:cNvPr id="0" name=""/>
        <dsp:cNvSpPr/>
      </dsp:nvSpPr>
      <dsp:spPr>
        <a:xfrm>
          <a:off x="4023702" y="1781543"/>
          <a:ext cx="666468" cy="481784"/>
        </a:xfrm>
        <a:custGeom>
          <a:avLst/>
          <a:gdLst/>
          <a:ahLst/>
          <a:cxnLst/>
          <a:rect l="0" t="0" r="0" b="0"/>
          <a:pathLst>
            <a:path>
              <a:moveTo>
                <a:pt x="666468" y="0"/>
              </a:moveTo>
              <a:lnTo>
                <a:pt x="666468" y="481784"/>
              </a:lnTo>
              <a:lnTo>
                <a:pt x="0" y="481784"/>
              </a:lnTo>
            </a:path>
          </a:pathLst>
        </a:cu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548DD7-5C04-41A4-AE78-158D31480704}">
      <dsp:nvSpPr>
        <dsp:cNvPr id="0" name=""/>
        <dsp:cNvSpPr/>
      </dsp:nvSpPr>
      <dsp:spPr>
        <a:xfrm>
          <a:off x="4690171" y="1781543"/>
          <a:ext cx="3886395" cy="1477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8848"/>
              </a:lnTo>
              <a:lnTo>
                <a:pt x="3886395" y="1308848"/>
              </a:lnTo>
              <a:lnTo>
                <a:pt x="3886395" y="14774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4EFFF2-A1DC-4DE3-9108-C73F673571D3}">
      <dsp:nvSpPr>
        <dsp:cNvPr id="0" name=""/>
        <dsp:cNvSpPr/>
      </dsp:nvSpPr>
      <dsp:spPr>
        <a:xfrm>
          <a:off x="4690171" y="1781543"/>
          <a:ext cx="1943197" cy="1477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8848"/>
              </a:lnTo>
              <a:lnTo>
                <a:pt x="1943197" y="1308848"/>
              </a:lnTo>
              <a:lnTo>
                <a:pt x="1943197" y="14774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B6B462-5D82-4F05-8429-49A2A6415660}">
      <dsp:nvSpPr>
        <dsp:cNvPr id="0" name=""/>
        <dsp:cNvSpPr/>
      </dsp:nvSpPr>
      <dsp:spPr>
        <a:xfrm>
          <a:off x="4644451" y="1781543"/>
          <a:ext cx="91440" cy="14774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774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8110F0-DFB4-44ED-8428-A491E4740C3D}">
      <dsp:nvSpPr>
        <dsp:cNvPr id="0" name=""/>
        <dsp:cNvSpPr/>
      </dsp:nvSpPr>
      <dsp:spPr>
        <a:xfrm>
          <a:off x="2746973" y="1781543"/>
          <a:ext cx="1943197" cy="1477472"/>
        </a:xfrm>
        <a:custGeom>
          <a:avLst/>
          <a:gdLst/>
          <a:ahLst/>
          <a:cxnLst/>
          <a:rect l="0" t="0" r="0" b="0"/>
          <a:pathLst>
            <a:path>
              <a:moveTo>
                <a:pt x="1943197" y="0"/>
              </a:moveTo>
              <a:lnTo>
                <a:pt x="1943197" y="1308848"/>
              </a:lnTo>
              <a:lnTo>
                <a:pt x="0" y="1308848"/>
              </a:lnTo>
              <a:lnTo>
                <a:pt x="0" y="14774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E2A4D5-07E5-49C2-A7D7-D42A1A2FD452}">
      <dsp:nvSpPr>
        <dsp:cNvPr id="0" name=""/>
        <dsp:cNvSpPr/>
      </dsp:nvSpPr>
      <dsp:spPr>
        <a:xfrm>
          <a:off x="803775" y="1781543"/>
          <a:ext cx="3886395" cy="1477472"/>
        </a:xfrm>
        <a:custGeom>
          <a:avLst/>
          <a:gdLst/>
          <a:ahLst/>
          <a:cxnLst/>
          <a:rect l="0" t="0" r="0" b="0"/>
          <a:pathLst>
            <a:path>
              <a:moveTo>
                <a:pt x="3886395" y="0"/>
              </a:moveTo>
              <a:lnTo>
                <a:pt x="3886395" y="1308848"/>
              </a:lnTo>
              <a:lnTo>
                <a:pt x="0" y="1308848"/>
              </a:lnTo>
              <a:lnTo>
                <a:pt x="0" y="14774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F3BEAE-58FB-494E-AA32-F4D6080EF2C7}">
      <dsp:nvSpPr>
        <dsp:cNvPr id="0" name=""/>
        <dsp:cNvSpPr/>
      </dsp:nvSpPr>
      <dsp:spPr>
        <a:xfrm>
          <a:off x="4288684" y="978569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06F5F8-4AF6-4B35-9E08-3A85628F2F14}">
      <dsp:nvSpPr>
        <dsp:cNvPr id="0" name=""/>
        <dsp:cNvSpPr/>
      </dsp:nvSpPr>
      <dsp:spPr>
        <a:xfrm>
          <a:off x="4288684" y="978569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83CB3E-0087-4B22-A2BF-500EE4F79EFD}">
      <dsp:nvSpPr>
        <dsp:cNvPr id="0" name=""/>
        <dsp:cNvSpPr/>
      </dsp:nvSpPr>
      <dsp:spPr>
        <a:xfrm>
          <a:off x="3887197" y="1123104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Consultor Líder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ITIL Expert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3887197" y="1123104"/>
        <a:ext cx="1605948" cy="513903"/>
      </dsp:txXfrm>
    </dsp:sp>
    <dsp:sp modelId="{E48C7F48-506B-4D37-B423-6596D75B3FFD}">
      <dsp:nvSpPr>
        <dsp:cNvPr id="0" name=""/>
        <dsp:cNvSpPr/>
      </dsp:nvSpPr>
      <dsp:spPr>
        <a:xfrm>
          <a:off x="402288" y="3259016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934EF0-034C-4B01-BA74-7B5A14B750CF}">
      <dsp:nvSpPr>
        <dsp:cNvPr id="0" name=""/>
        <dsp:cNvSpPr/>
      </dsp:nvSpPr>
      <dsp:spPr>
        <a:xfrm>
          <a:off x="402288" y="3259016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18F6D0-F976-40AD-881E-50CDC5FD353B}">
      <dsp:nvSpPr>
        <dsp:cNvPr id="0" name=""/>
        <dsp:cNvSpPr/>
      </dsp:nvSpPr>
      <dsp:spPr>
        <a:xfrm>
          <a:off x="801" y="3403551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ITIL OSA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801" y="3403551"/>
        <a:ext cx="1605948" cy="513903"/>
      </dsp:txXfrm>
    </dsp:sp>
    <dsp:sp modelId="{BF7D2422-1E13-41A2-BF4A-8A21C12C167B}">
      <dsp:nvSpPr>
        <dsp:cNvPr id="0" name=""/>
        <dsp:cNvSpPr/>
      </dsp:nvSpPr>
      <dsp:spPr>
        <a:xfrm>
          <a:off x="2345486" y="3259016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A5DA9B-629E-45A1-8904-9C1DC6AC5311}">
      <dsp:nvSpPr>
        <dsp:cNvPr id="0" name=""/>
        <dsp:cNvSpPr/>
      </dsp:nvSpPr>
      <dsp:spPr>
        <a:xfrm>
          <a:off x="2345486" y="3259016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7DE886-AF43-473F-B9FA-5ECD04D3518A}">
      <dsp:nvSpPr>
        <dsp:cNvPr id="0" name=""/>
        <dsp:cNvSpPr/>
      </dsp:nvSpPr>
      <dsp:spPr>
        <a:xfrm>
          <a:off x="1943999" y="3403551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ITIL OSA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1943999" y="3403551"/>
        <a:ext cx="1605948" cy="513903"/>
      </dsp:txXfrm>
    </dsp:sp>
    <dsp:sp modelId="{CCE5EB95-700F-4AA5-9412-108E3A40BE39}">
      <dsp:nvSpPr>
        <dsp:cNvPr id="0" name=""/>
        <dsp:cNvSpPr/>
      </dsp:nvSpPr>
      <dsp:spPr>
        <a:xfrm>
          <a:off x="4288684" y="3259016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56206-1D30-49D8-9617-9C0513022DDD}">
      <dsp:nvSpPr>
        <dsp:cNvPr id="0" name=""/>
        <dsp:cNvSpPr/>
      </dsp:nvSpPr>
      <dsp:spPr>
        <a:xfrm>
          <a:off x="4288684" y="3259016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69567-EA15-481B-AF46-F4DE8AAFFF3A}">
      <dsp:nvSpPr>
        <dsp:cNvPr id="0" name=""/>
        <dsp:cNvSpPr/>
      </dsp:nvSpPr>
      <dsp:spPr>
        <a:xfrm>
          <a:off x="3887197" y="3403551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Especialistas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3887197" y="3403551"/>
        <a:ext cx="1605948" cy="513903"/>
      </dsp:txXfrm>
    </dsp:sp>
    <dsp:sp modelId="{9CCB4C40-5994-49D0-B5BC-A4C00DC7090C}">
      <dsp:nvSpPr>
        <dsp:cNvPr id="0" name=""/>
        <dsp:cNvSpPr/>
      </dsp:nvSpPr>
      <dsp:spPr>
        <a:xfrm>
          <a:off x="6231882" y="3259016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6EE29-44FA-4D3D-9459-E0BF8AC517DC}">
      <dsp:nvSpPr>
        <dsp:cNvPr id="0" name=""/>
        <dsp:cNvSpPr/>
      </dsp:nvSpPr>
      <dsp:spPr>
        <a:xfrm>
          <a:off x="6231882" y="3259016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86D78B-3BA5-4C16-9B2E-847D582F0754}">
      <dsp:nvSpPr>
        <dsp:cNvPr id="0" name=""/>
        <dsp:cNvSpPr/>
      </dsp:nvSpPr>
      <dsp:spPr>
        <a:xfrm>
          <a:off x="5830395" y="3403551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ITIL Foundation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5830395" y="3403551"/>
        <a:ext cx="1605948" cy="513903"/>
      </dsp:txXfrm>
    </dsp:sp>
    <dsp:sp modelId="{5955D412-1D99-4B3E-8D68-2D3D8F106F07}">
      <dsp:nvSpPr>
        <dsp:cNvPr id="0" name=""/>
        <dsp:cNvSpPr/>
      </dsp:nvSpPr>
      <dsp:spPr>
        <a:xfrm>
          <a:off x="8175079" y="3259016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1ADA9D-7507-4253-A1FA-6BD207096F55}">
      <dsp:nvSpPr>
        <dsp:cNvPr id="0" name=""/>
        <dsp:cNvSpPr/>
      </dsp:nvSpPr>
      <dsp:spPr>
        <a:xfrm>
          <a:off x="8175079" y="3259016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4D068A-5B70-495A-A73F-D8FDDFB69409}">
      <dsp:nvSpPr>
        <dsp:cNvPr id="0" name=""/>
        <dsp:cNvSpPr/>
      </dsp:nvSpPr>
      <dsp:spPr>
        <a:xfrm>
          <a:off x="7773592" y="3403551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ITIL Foundation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7773592" y="3403551"/>
        <a:ext cx="1605948" cy="513903"/>
      </dsp:txXfrm>
    </dsp:sp>
    <dsp:sp modelId="{5C1E33F4-84BA-4736-90A0-9A856E2D4D0B}">
      <dsp:nvSpPr>
        <dsp:cNvPr id="0" name=""/>
        <dsp:cNvSpPr/>
      </dsp:nvSpPr>
      <dsp:spPr>
        <a:xfrm>
          <a:off x="3317085" y="2118792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C67327-F669-498F-996C-998BB61F89CB}">
      <dsp:nvSpPr>
        <dsp:cNvPr id="0" name=""/>
        <dsp:cNvSpPr/>
      </dsp:nvSpPr>
      <dsp:spPr>
        <a:xfrm>
          <a:off x="3317085" y="2118792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15C901-B7B9-4911-A11D-EE58BEC4255E}">
      <dsp:nvSpPr>
        <dsp:cNvPr id="0" name=""/>
        <dsp:cNvSpPr/>
      </dsp:nvSpPr>
      <dsp:spPr>
        <a:xfrm>
          <a:off x="2915598" y="2263328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Gerente de Projetos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2915598" y="2263328"/>
        <a:ext cx="1605948" cy="513903"/>
      </dsp:txXfrm>
    </dsp:sp>
    <dsp:sp modelId="{3A9F63A1-2095-4E58-B294-B812656BDFF5}">
      <dsp:nvSpPr>
        <dsp:cNvPr id="0" name=""/>
        <dsp:cNvSpPr/>
      </dsp:nvSpPr>
      <dsp:spPr>
        <a:xfrm>
          <a:off x="5260283" y="2118792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F833F7-E796-4403-9611-9E0BF507DE09}">
      <dsp:nvSpPr>
        <dsp:cNvPr id="0" name=""/>
        <dsp:cNvSpPr/>
      </dsp:nvSpPr>
      <dsp:spPr>
        <a:xfrm>
          <a:off x="5260283" y="2118792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6E1BE0-EDCB-4117-B35A-AC608D1AF34B}">
      <dsp:nvSpPr>
        <dsp:cNvPr id="0" name=""/>
        <dsp:cNvSpPr/>
      </dsp:nvSpPr>
      <dsp:spPr>
        <a:xfrm>
          <a:off x="4858796" y="2263328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Gestores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4858796" y="2263328"/>
        <a:ext cx="1605948" cy="513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E60F-52BA-47BF-A2C2-0E353875FB29}" type="datetimeFigureOut">
              <a:rPr lang="pt-BR" smtClean="0"/>
              <a:t>01/03/2016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348F5-9817-4669-B00C-1F69B519C3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074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7872" y="2130425"/>
            <a:ext cx="8654608" cy="14700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4344" y="3886200"/>
            <a:ext cx="8695552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 smtClean="0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452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0850" indent="-450850">
              <a:buFont typeface="Wingdings" panose="05000000000000000000" pitchFamily="2" charset="2"/>
              <a:buChar char="§"/>
              <a:defRPr/>
            </a:lvl1pPr>
            <a:lvl2pPr marL="900113" indent="-449263">
              <a:buFont typeface="Wingdings" panose="05000000000000000000" pitchFamily="2" charset="2"/>
              <a:buChar char="§"/>
              <a:defRPr/>
            </a:lvl2pPr>
            <a:lvl3pPr marL="1350963" indent="-436563">
              <a:buFont typeface="Wingdings" panose="05000000000000000000" pitchFamily="2" charset="2"/>
              <a:buChar char="§"/>
              <a:defRPr/>
            </a:lvl3pPr>
            <a:lvl4pPr marL="1882775" indent="-511175">
              <a:buFont typeface="Wingdings" panose="05000000000000000000" pitchFamily="2" charset="2"/>
              <a:buChar char="§"/>
              <a:defRPr/>
            </a:lvl4pPr>
            <a:lvl5pPr marL="2330450" indent="-44767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384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0" y="-13736"/>
            <a:ext cx="9144000" cy="102335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 smtClean="0"/>
              <a:t>Clique para editar o título mestre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15507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912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866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069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0" y="-13736"/>
            <a:ext cx="9144000" cy="10233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609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409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3105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039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230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chemeClr val="tx2"/>
            </a:gs>
            <a:gs pos="13000">
              <a:schemeClr val="bg1"/>
            </a:gs>
            <a:gs pos="17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-13736"/>
            <a:ext cx="9144000" cy="102335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Clique para editar o título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412776"/>
            <a:ext cx="8640960" cy="47525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1F658-0411-4B9D-B0A5-A13F058A6338}" type="datetimeFigureOut">
              <a:rPr lang="pt-BR" smtClean="0"/>
              <a:t>01/03/2016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75888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7" name="Subtítulo 2"/>
          <p:cNvSpPr txBox="1">
            <a:spLocks/>
          </p:cNvSpPr>
          <p:nvPr userDrawn="1"/>
        </p:nvSpPr>
        <p:spPr>
          <a:xfrm>
            <a:off x="5868144" y="1482"/>
            <a:ext cx="3255108" cy="4031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800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18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800" dirty="0" smtClean="0">
                <a:solidFill>
                  <a:schemeClr val="bg1">
                    <a:lumMod val="50000"/>
                  </a:schemeClr>
                </a:solidFill>
              </a:rPr>
              <a:t>Consultoria Ilimitada</a:t>
            </a:r>
            <a:endParaRPr lang="pt-BR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81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>
              <a:lumMod val="85000"/>
            </a:schemeClr>
          </a:solidFill>
          <a:latin typeface="+mj-lt"/>
          <a:ea typeface="+mj-ea"/>
          <a:cs typeface="+mj-cs"/>
        </a:defRPr>
      </a:lvl1pPr>
    </p:titleStyle>
    <p:bodyStyle>
      <a:lvl1pPr marL="452438" indent="-452438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32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906463" indent="-455613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350963" indent="-436563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792288" indent="-441325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238375" indent="-4508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5445224"/>
            <a:ext cx="9129252" cy="1224136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pt-BR" sz="2800" dirty="0" smtClean="0">
                <a:solidFill>
                  <a:schemeClr val="bg1">
                    <a:lumMod val="85000"/>
                  </a:schemeClr>
                </a:solidFill>
              </a:rPr>
              <a:t>Projeto </a:t>
            </a:r>
          </a:p>
          <a:p>
            <a:pPr algn="r"/>
            <a:r>
              <a:rPr lang="pt-BR" sz="2800" b="1" dirty="0" err="1" smtClean="0">
                <a:solidFill>
                  <a:schemeClr val="bg1">
                    <a:lumMod val="85000"/>
                  </a:schemeClr>
                </a:solidFill>
              </a:rPr>
              <a:t>Transition</a:t>
            </a:r>
            <a:r>
              <a:rPr lang="pt-BR" sz="2800" b="1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t-BR" sz="2800" b="1" dirty="0" err="1" smtClean="0">
                <a:solidFill>
                  <a:schemeClr val="bg1">
                    <a:lumMod val="85000"/>
                  </a:schemeClr>
                </a:solidFill>
              </a:rPr>
              <a:t>to</a:t>
            </a:r>
            <a:r>
              <a:rPr lang="pt-BR" sz="2800" b="1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t-BR" sz="2800" b="1" dirty="0" err="1" smtClean="0">
                <a:solidFill>
                  <a:schemeClr val="bg1">
                    <a:lumMod val="85000"/>
                  </a:schemeClr>
                </a:solidFill>
              </a:rPr>
              <a:t>Run</a:t>
            </a:r>
            <a:r>
              <a:rPr lang="pt-BR" sz="2800" b="1" dirty="0" smtClean="0">
                <a:solidFill>
                  <a:schemeClr val="bg1">
                    <a:lumMod val="85000"/>
                  </a:schemeClr>
                </a:solidFill>
              </a:rPr>
              <a:t> – T2R</a:t>
            </a:r>
          </a:p>
          <a:p>
            <a:pPr algn="r"/>
            <a:r>
              <a:rPr lang="pt-BR" sz="2000" dirty="0" smtClean="0"/>
              <a:t>2016, Fevereiro</a:t>
            </a:r>
            <a:endParaRPr lang="pt-BR" sz="2000" dirty="0"/>
          </a:p>
        </p:txBody>
      </p:sp>
      <p:pic>
        <p:nvPicPr>
          <p:cNvPr id="2050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147" y="4052067"/>
            <a:ext cx="2650808" cy="111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21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23" y="-4291"/>
            <a:ext cx="9122152" cy="913011"/>
          </a:xfrm>
        </p:spPr>
        <p:txBody>
          <a:bodyPr anchor="b">
            <a:normAutofit/>
          </a:bodyPr>
          <a:lstStyle/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Contexto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996952"/>
            <a:ext cx="9121520" cy="1800200"/>
          </a:xfrm>
          <a:noFill/>
        </p:spPr>
        <p:txBody>
          <a:bodyPr>
            <a:normAutofit/>
          </a:bodyPr>
          <a:lstStyle/>
          <a:p>
            <a:pPr algn="just"/>
            <a:r>
              <a:rPr lang="pt-BR" sz="2200" dirty="0" smtClean="0">
                <a:cs typeface="Aharoni" panose="02010803020104030203" pitchFamily="2" charset="-79"/>
              </a:rPr>
              <a:t>Definir e implantar um </a:t>
            </a:r>
            <a:r>
              <a:rPr lang="pt-BR" sz="2200" dirty="0">
                <a:cs typeface="Aharoni" panose="02010803020104030203" pitchFamily="2" charset="-79"/>
              </a:rPr>
              <a:t>processo composto por um conjunto de práticas e normas </a:t>
            </a:r>
            <a:r>
              <a:rPr lang="pt-BR" sz="2200" dirty="0" smtClean="0">
                <a:cs typeface="Aharoni" panose="02010803020104030203" pitchFamily="2" charset="-79"/>
              </a:rPr>
              <a:t>que garanta o gerenciamento de toda e qualquer demanda de inclusão, alteração e/ou remoção no ambiente de TI do Grupo Contax, de modo que essa transição ocorra com o menor impacto possível ao negócio de nossos clientes Internos ou Externos.</a:t>
            </a:r>
          </a:p>
        </p:txBody>
      </p:sp>
      <p:pic>
        <p:nvPicPr>
          <p:cNvPr id="1026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daiman.com.my/img/banner_corporate-governanc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45224"/>
            <a:ext cx="9144000" cy="1412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868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711" y="3044227"/>
            <a:ext cx="9121520" cy="2356448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000" dirty="0" smtClean="0">
                <a:cs typeface="Aharoni" panose="02010803020104030203" pitchFamily="2" charset="-79"/>
              </a:rPr>
              <a:t>A TI da Contax contará com o apoio consultivo da </a:t>
            </a:r>
            <a:r>
              <a:rPr lang="pt-BR" sz="2000" dirty="0" smtClean="0">
                <a:solidFill>
                  <a:schemeClr val="accent1">
                    <a:lumMod val="75000"/>
                  </a:schemeClr>
                </a:solidFill>
                <a:cs typeface="Aharoni" panose="02010803020104030203" pitchFamily="2" charset="-79"/>
              </a:rPr>
              <a:t>CHACON</a:t>
            </a:r>
            <a:r>
              <a:rPr lang="pt-BR" sz="2000" dirty="0" smtClean="0">
                <a:cs typeface="Aharoni" panose="02010803020104030203" pitchFamily="2" charset="-79"/>
              </a:rPr>
              <a:t> |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Aharoni" panose="02010803020104030203" pitchFamily="2" charset="-79"/>
              </a:rPr>
              <a:t>Consultoria Ilimitada</a:t>
            </a:r>
            <a:r>
              <a:rPr lang="pt-BR" sz="2000" dirty="0" smtClean="0">
                <a:cs typeface="Aharoni" panose="02010803020104030203" pitchFamily="2" charset="-79"/>
              </a:rPr>
              <a:t> para alocar </a:t>
            </a:r>
            <a:r>
              <a:rPr lang="pt-BR" sz="2200" b="1" dirty="0" smtClean="0">
                <a:cs typeface="Aharoni" panose="02010803020104030203" pitchFamily="2" charset="-79"/>
              </a:rPr>
              <a:t>profissionais habilitados a aplicar métodos e técnicas</a:t>
            </a:r>
            <a:r>
              <a:rPr lang="pt-BR" sz="2000" dirty="0" smtClean="0">
                <a:cs typeface="Aharoni" panose="02010803020104030203" pitchFamily="2" charset="-79"/>
              </a:rPr>
              <a:t> que rapidamente </a:t>
            </a:r>
            <a:r>
              <a:rPr lang="pt-BR" sz="2200" b="1" dirty="0" smtClean="0">
                <a:cs typeface="Aharoni" panose="02010803020104030203" pitchFamily="2" charset="-79"/>
              </a:rPr>
              <a:t>aumentem a capacidade operacional de absorver/alterar serviços da forma mais transparente e confiável possível </a:t>
            </a:r>
            <a:r>
              <a:rPr lang="pt-BR" sz="2200" dirty="0" smtClean="0">
                <a:cs typeface="Aharoni" panose="02010803020104030203" pitchFamily="2" charset="-79"/>
              </a:rPr>
              <a:t>, </a:t>
            </a:r>
            <a:r>
              <a:rPr lang="pt-BR" sz="2000" dirty="0">
                <a:cs typeface="Aharoni" panose="02010803020104030203" pitchFamily="2" charset="-79"/>
              </a:rPr>
              <a:t>viabilizando uma melhoria sustentável das dinâmicas de gerenciamento de portfólio, projetos e mudanças.</a:t>
            </a:r>
          </a:p>
          <a:p>
            <a:pPr algn="r"/>
            <a:endParaRPr lang="pt-BR" sz="1000" dirty="0">
              <a:cs typeface="Aharoni" panose="02010803020104030203" pitchFamily="2" charset="-79"/>
            </a:endParaRPr>
          </a:p>
        </p:txBody>
      </p:sp>
      <p:pic>
        <p:nvPicPr>
          <p:cNvPr id="1030" name="Picture 6" descr="https://encrypted-tbn1.gstatic.com/images?q=tbn:ANd9GcRTo5YdoiE6_Sg1DL0kaeNKCKDLP6-PBDzec0PNAoCOvCbXcudG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00675"/>
            <a:ext cx="914400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Apoio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85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99592" y="1340768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Todos os Projetos são registrados na ferramenta </a:t>
            </a:r>
            <a:r>
              <a:rPr lang="pt-BR" dirty="0" err="1" smtClean="0">
                <a:solidFill>
                  <a:schemeClr val="bg1"/>
                </a:solidFill>
              </a:rPr>
              <a:t>tProcess</a:t>
            </a:r>
            <a:r>
              <a:rPr lang="pt-BR" dirty="0" smtClean="0">
                <a:solidFill>
                  <a:schemeClr val="bg1"/>
                </a:solidFill>
              </a:rPr>
              <a:t> como Requisição de Serviço (RS) e muitos não apresentam evolução nos chamados;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30% dos Projetos estão sem um responsável definido;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49% dos Projetos estão abertos há mais de </a:t>
            </a:r>
            <a:r>
              <a:rPr lang="pt-BR" b="1" dirty="0" smtClean="0">
                <a:solidFill>
                  <a:schemeClr val="bg1"/>
                </a:solidFill>
              </a:rPr>
              <a:t>150 dias</a:t>
            </a:r>
            <a:r>
              <a:rPr lang="pt-BR" dirty="0" smtClean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44% dos Projetos estão registrados como internos (Contax);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Projetos similares (mesmo cliente e operação) não estão relacionados e são tratados de forma isolada.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05" y="2060848"/>
            <a:ext cx="3312368" cy="3852303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74" y="2368767"/>
            <a:ext cx="7969139" cy="3127715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Situação Atual de Projetos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1900" y="2953134"/>
            <a:ext cx="4053491" cy="3168352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778" y="3425029"/>
            <a:ext cx="8343835" cy="172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44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Situação Atual de Projetos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2" y="4183922"/>
            <a:ext cx="6386232" cy="1322730"/>
          </a:xfrm>
          <a:prstGeom prst="rect">
            <a:avLst/>
          </a:prstGeom>
        </p:spPr>
      </p:pic>
      <p:pic>
        <p:nvPicPr>
          <p:cNvPr id="20" name="Imagem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663" y="1186008"/>
            <a:ext cx="3422363" cy="2675040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0137" y="4042499"/>
            <a:ext cx="2346760" cy="2729295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32" y="1212975"/>
            <a:ext cx="5164534" cy="202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645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23" y="-4291"/>
            <a:ext cx="9122152" cy="913011"/>
          </a:xfrm>
        </p:spPr>
        <p:txBody>
          <a:bodyPr anchor="b">
            <a:normAutofit/>
          </a:bodyPr>
          <a:lstStyle/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Método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2636" y="1295254"/>
            <a:ext cx="9121520" cy="5562746"/>
          </a:xfrm>
          <a:noFill/>
        </p:spPr>
        <p:txBody>
          <a:bodyPr>
            <a:normAutofit/>
          </a:bodyPr>
          <a:lstStyle/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haroni" panose="02010803020104030203" pitchFamily="2" charset="-79"/>
              </a:rPr>
              <a:t>Várias demandas são registradas e submetidas</a:t>
            </a:r>
          </a:p>
          <a:p>
            <a:pPr algn="r"/>
            <a:r>
              <a:rPr lang="pt-BR" sz="2000" dirty="0" smtClean="0">
                <a:cs typeface="Aharoni" panose="02010803020104030203" pitchFamily="2" charset="-79"/>
              </a:rPr>
              <a:t>ao </a:t>
            </a:r>
            <a:r>
              <a:rPr lang="pt-BR" sz="2000" dirty="0" smtClean="0">
                <a:solidFill>
                  <a:srgbClr val="FF0000"/>
                </a:solidFill>
                <a:cs typeface="Aharoni" panose="02010803020104030203" pitchFamily="2" charset="-79"/>
              </a:rPr>
              <a:t>Comitê de Portfólio </a:t>
            </a:r>
            <a:r>
              <a:rPr lang="pt-BR" sz="2000" dirty="0" smtClean="0">
                <a:cs typeface="Aharoni" panose="02010803020104030203" pitchFamily="2" charset="-79"/>
              </a:rPr>
              <a:t>para avaliação e aprovação.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endParaRPr lang="pt-BR" sz="2000" dirty="0" smtClean="0">
              <a:cs typeface="Aharoni" panose="02010803020104030203" pitchFamily="2" charset="-79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endParaRPr lang="pt-BR" sz="2000" dirty="0">
              <a:cs typeface="Aharoni" panose="02010803020104030203" pitchFamily="2" charset="-79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haroni" panose="02010803020104030203" pitchFamily="2" charset="-79"/>
              </a:rPr>
              <a:t>Deve-se verificar se a demanda é repetida ou se </a:t>
            </a:r>
          </a:p>
          <a:p>
            <a:pPr algn="r"/>
            <a:r>
              <a:rPr lang="pt-BR" sz="2000" dirty="0" smtClean="0">
                <a:cs typeface="Aharoni" panose="02010803020104030203" pitchFamily="2" charset="-79"/>
              </a:rPr>
              <a:t>algum serviço/projeto (futuro, atual ou retirado) </a:t>
            </a:r>
          </a:p>
          <a:p>
            <a:pPr algn="r"/>
            <a:r>
              <a:rPr lang="pt-BR" sz="2000" dirty="0" smtClean="0">
                <a:cs typeface="Aharoni" panose="02010803020104030203" pitchFamily="2" charset="-79"/>
              </a:rPr>
              <a:t>pode ser alterado para atender a demanda de forma</a:t>
            </a:r>
          </a:p>
          <a:p>
            <a:pPr algn="r"/>
            <a:r>
              <a:rPr lang="pt-BR" sz="2000" dirty="0" smtClean="0">
                <a:cs typeface="Aharoni" panose="02010803020104030203" pitchFamily="2" charset="-79"/>
              </a:rPr>
              <a:t> mais rápida e com melhores custo e impacto.</a:t>
            </a:r>
          </a:p>
          <a:p>
            <a:pPr algn="r"/>
            <a:endParaRPr lang="pt-BR" sz="2000" dirty="0" smtClean="0">
              <a:cs typeface="Aharoni" panose="02010803020104030203" pitchFamily="2" charset="-79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haroni" panose="02010803020104030203" pitchFamily="2" charset="-79"/>
              </a:rPr>
              <a:t>Aprovar a demanda de maior prioridade </a:t>
            </a:r>
          </a:p>
          <a:p>
            <a:pPr algn="r"/>
            <a:r>
              <a:rPr lang="pt-BR" sz="2000" dirty="0" smtClean="0">
                <a:cs typeface="Aharoni" panose="02010803020104030203" pitchFamily="2" charset="-79"/>
              </a:rPr>
              <a:t>para desenho e construção.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endParaRPr lang="pt-BR" sz="2000" dirty="0">
              <a:cs typeface="Aharoni" panose="02010803020104030203" pitchFamily="2" charset="-79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haroni" panose="02010803020104030203" pitchFamily="2" charset="-79"/>
              </a:rPr>
              <a:t>Toda demanda gerará uma mudança</a:t>
            </a:r>
          </a:p>
          <a:p>
            <a:pPr algn="r"/>
            <a:r>
              <a:rPr lang="pt-BR" sz="2000" dirty="0" smtClean="0">
                <a:cs typeface="Aharoni" panose="02010803020104030203" pitchFamily="2" charset="-79"/>
              </a:rPr>
              <a:t> que poderá, ou não, </a:t>
            </a:r>
          </a:p>
          <a:p>
            <a:pPr algn="r"/>
            <a:r>
              <a:rPr lang="pt-BR" sz="2000" dirty="0" smtClean="0">
                <a:cs typeface="Aharoni" panose="02010803020104030203" pitchFamily="2" charset="-79"/>
              </a:rPr>
              <a:t>ser gerida por um projeto</a:t>
            </a:r>
            <a:endParaRPr lang="pt-BR" sz="2000" dirty="0" smtClean="0">
              <a:cs typeface="Aharoni" panose="02010803020104030203" pitchFamily="2" charset="-79"/>
            </a:endParaRPr>
          </a:p>
        </p:txBody>
      </p:sp>
      <p:pic>
        <p:nvPicPr>
          <p:cNvPr id="1026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o 9"/>
          <p:cNvGrpSpPr/>
          <p:nvPr/>
        </p:nvGrpSpPr>
        <p:grpSpPr>
          <a:xfrm>
            <a:off x="325181" y="2420888"/>
            <a:ext cx="2451788" cy="1805037"/>
            <a:chOff x="2843808" y="2117189"/>
            <a:chExt cx="2451788" cy="1805037"/>
          </a:xfrm>
        </p:grpSpPr>
        <p:sp>
          <p:nvSpPr>
            <p:cNvPr id="4" name="Triângulo isósceles 3"/>
            <p:cNvSpPr/>
            <p:nvPr/>
          </p:nvSpPr>
          <p:spPr>
            <a:xfrm rot="10800000">
              <a:off x="2843808" y="2317382"/>
              <a:ext cx="2448272" cy="1543665"/>
            </a:xfrm>
            <a:prstGeom prst="triangle">
              <a:avLst/>
            </a:prstGeom>
            <a:scene3d>
              <a:camera prst="orthographicFront"/>
              <a:lightRig rig="threePt" dir="t"/>
            </a:scene3d>
            <a:sp3d extrusionH="31750"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Elipse 4"/>
            <p:cNvSpPr/>
            <p:nvPr/>
          </p:nvSpPr>
          <p:spPr>
            <a:xfrm>
              <a:off x="2847323" y="2117189"/>
              <a:ext cx="2448273" cy="3757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Fluxograma: Disco magnético 7"/>
            <p:cNvSpPr/>
            <p:nvPr/>
          </p:nvSpPr>
          <p:spPr>
            <a:xfrm>
              <a:off x="3740156" y="3445585"/>
              <a:ext cx="648072" cy="476641"/>
            </a:xfrm>
            <a:prstGeom prst="flowChartMagneticDisk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1178904" y="4762496"/>
            <a:ext cx="1080120" cy="648072"/>
            <a:chOff x="213520" y="1340768"/>
            <a:chExt cx="1080120" cy="648072"/>
          </a:xfrm>
          <a:solidFill>
            <a:schemeClr val="accent2">
              <a:lumMod val="75000"/>
            </a:schemeClr>
          </a:solidFill>
        </p:grpSpPr>
        <p:sp>
          <p:nvSpPr>
            <p:cNvPr id="19" name="Elipse 18"/>
            <p:cNvSpPr/>
            <p:nvPr/>
          </p:nvSpPr>
          <p:spPr>
            <a:xfrm>
              <a:off x="251520" y="1340768"/>
              <a:ext cx="678955" cy="648072"/>
            </a:xfrm>
            <a:prstGeom prst="ellipse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 dirty="0"/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213520" y="1481832"/>
              <a:ext cx="1080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>
                  <a:solidFill>
                    <a:srgbClr val="FFFF00"/>
                  </a:solidFill>
                </a:rPr>
                <a:t>Demanda</a:t>
              </a:r>
            </a:p>
            <a:p>
              <a:r>
                <a:rPr lang="pt-BR" sz="1200" dirty="0" smtClean="0">
                  <a:solidFill>
                    <a:srgbClr val="FFFF00"/>
                  </a:solidFill>
                </a:rPr>
                <a:t>Aprovada</a:t>
              </a:r>
              <a:endParaRPr lang="pt-BR" sz="16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531432" y="1295253"/>
            <a:ext cx="1080120" cy="648072"/>
            <a:chOff x="213520" y="1340768"/>
            <a:chExt cx="1080120" cy="648072"/>
          </a:xfrm>
          <a:solidFill>
            <a:schemeClr val="accent2">
              <a:lumMod val="75000"/>
            </a:schemeClr>
          </a:solidFill>
        </p:grpSpPr>
        <p:sp>
          <p:nvSpPr>
            <p:cNvPr id="37" name="Elipse 36"/>
            <p:cNvSpPr/>
            <p:nvPr/>
          </p:nvSpPr>
          <p:spPr>
            <a:xfrm>
              <a:off x="251520" y="1340768"/>
              <a:ext cx="678955" cy="648072"/>
            </a:xfrm>
            <a:prstGeom prst="ellipse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 dirty="0"/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213520" y="1481832"/>
              <a:ext cx="10801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>
                  <a:solidFill>
                    <a:srgbClr val="FFFF00"/>
                  </a:solidFill>
                </a:rPr>
                <a:t>Demanda</a:t>
              </a:r>
              <a:endParaRPr lang="pt-BR" sz="16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2302122" y="1383141"/>
            <a:ext cx="1080120" cy="648072"/>
            <a:chOff x="213520" y="1340768"/>
            <a:chExt cx="1080120" cy="648072"/>
          </a:xfrm>
          <a:solidFill>
            <a:schemeClr val="accent2">
              <a:lumMod val="75000"/>
            </a:schemeClr>
          </a:solidFill>
        </p:grpSpPr>
        <p:sp>
          <p:nvSpPr>
            <p:cNvPr id="40" name="Elipse 39"/>
            <p:cNvSpPr/>
            <p:nvPr/>
          </p:nvSpPr>
          <p:spPr>
            <a:xfrm>
              <a:off x="251520" y="1340768"/>
              <a:ext cx="678955" cy="648072"/>
            </a:xfrm>
            <a:prstGeom prst="ellipse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 dirty="0"/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213520" y="1481832"/>
              <a:ext cx="10801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>
                  <a:solidFill>
                    <a:srgbClr val="FFFF00"/>
                  </a:solidFill>
                </a:rPr>
                <a:t>Demanda</a:t>
              </a:r>
              <a:endParaRPr lang="pt-BR" sz="16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42" name="Grupo 41"/>
          <p:cNvGrpSpPr/>
          <p:nvPr/>
        </p:nvGrpSpPr>
        <p:grpSpPr>
          <a:xfrm>
            <a:off x="1415681" y="1387810"/>
            <a:ext cx="1080120" cy="648072"/>
            <a:chOff x="213520" y="1340768"/>
            <a:chExt cx="1080120" cy="648072"/>
          </a:xfrm>
          <a:solidFill>
            <a:schemeClr val="accent2">
              <a:lumMod val="75000"/>
            </a:schemeClr>
          </a:solidFill>
        </p:grpSpPr>
        <p:sp>
          <p:nvSpPr>
            <p:cNvPr id="43" name="Elipse 42"/>
            <p:cNvSpPr/>
            <p:nvPr/>
          </p:nvSpPr>
          <p:spPr>
            <a:xfrm>
              <a:off x="251520" y="1340768"/>
              <a:ext cx="678955" cy="648072"/>
            </a:xfrm>
            <a:prstGeom prst="ellipse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213520" y="1481832"/>
              <a:ext cx="10801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>
                  <a:solidFill>
                    <a:srgbClr val="FFFF00"/>
                  </a:solidFill>
                </a:rPr>
                <a:t>Demanda</a:t>
              </a:r>
              <a:endParaRPr lang="pt-BR" sz="16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45" name="Grupo 44"/>
          <p:cNvGrpSpPr/>
          <p:nvPr/>
        </p:nvGrpSpPr>
        <p:grpSpPr>
          <a:xfrm>
            <a:off x="107504" y="1954434"/>
            <a:ext cx="1080120" cy="648072"/>
            <a:chOff x="213520" y="1340768"/>
            <a:chExt cx="1080120" cy="648072"/>
          </a:xfrm>
          <a:solidFill>
            <a:schemeClr val="accent2">
              <a:lumMod val="75000"/>
            </a:schemeClr>
          </a:solidFill>
        </p:grpSpPr>
        <p:sp>
          <p:nvSpPr>
            <p:cNvPr id="46" name="Elipse 45"/>
            <p:cNvSpPr/>
            <p:nvPr/>
          </p:nvSpPr>
          <p:spPr>
            <a:xfrm>
              <a:off x="251520" y="1340768"/>
              <a:ext cx="678955" cy="648072"/>
            </a:xfrm>
            <a:prstGeom prst="ellipse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 dirty="0"/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213520" y="1481832"/>
              <a:ext cx="10801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>
                  <a:solidFill>
                    <a:srgbClr val="FFFF00"/>
                  </a:solidFill>
                </a:rPr>
                <a:t>Demanda</a:t>
              </a:r>
              <a:endParaRPr lang="pt-BR" sz="16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48" name="Grupo 47"/>
          <p:cNvGrpSpPr/>
          <p:nvPr/>
        </p:nvGrpSpPr>
        <p:grpSpPr>
          <a:xfrm>
            <a:off x="1045261" y="2132856"/>
            <a:ext cx="1080120" cy="648072"/>
            <a:chOff x="213520" y="1340768"/>
            <a:chExt cx="1080120" cy="648072"/>
          </a:xfrm>
          <a:solidFill>
            <a:schemeClr val="accent2">
              <a:lumMod val="75000"/>
            </a:schemeClr>
          </a:solidFill>
        </p:grpSpPr>
        <p:sp>
          <p:nvSpPr>
            <p:cNvPr id="49" name="Elipse 48"/>
            <p:cNvSpPr/>
            <p:nvPr/>
          </p:nvSpPr>
          <p:spPr>
            <a:xfrm>
              <a:off x="251520" y="1340768"/>
              <a:ext cx="678955" cy="648072"/>
            </a:xfrm>
            <a:prstGeom prst="ellipse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 dirty="0"/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213520" y="1481832"/>
              <a:ext cx="10801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>
                  <a:solidFill>
                    <a:srgbClr val="FFFF00"/>
                  </a:solidFill>
                </a:rPr>
                <a:t>Demanda</a:t>
              </a:r>
              <a:endParaRPr lang="pt-BR" sz="16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51" name="Grupo 50"/>
          <p:cNvGrpSpPr/>
          <p:nvPr/>
        </p:nvGrpSpPr>
        <p:grpSpPr>
          <a:xfrm>
            <a:off x="1909357" y="2065481"/>
            <a:ext cx="1080120" cy="648072"/>
            <a:chOff x="213520" y="1340768"/>
            <a:chExt cx="1080120" cy="648072"/>
          </a:xfrm>
          <a:solidFill>
            <a:schemeClr val="accent2">
              <a:lumMod val="75000"/>
            </a:schemeClr>
          </a:solidFill>
        </p:grpSpPr>
        <p:sp>
          <p:nvSpPr>
            <p:cNvPr id="52" name="Elipse 51"/>
            <p:cNvSpPr/>
            <p:nvPr/>
          </p:nvSpPr>
          <p:spPr>
            <a:xfrm>
              <a:off x="251520" y="1340768"/>
              <a:ext cx="678955" cy="648072"/>
            </a:xfrm>
            <a:prstGeom prst="ellipse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 dirty="0"/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213520" y="1481832"/>
              <a:ext cx="10801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>
                  <a:solidFill>
                    <a:srgbClr val="FFFF00"/>
                  </a:solidFill>
                </a:rPr>
                <a:t>Demanda</a:t>
              </a:r>
              <a:endParaRPr lang="pt-BR" sz="1600" dirty="0">
                <a:solidFill>
                  <a:srgbClr val="FFFF00"/>
                </a:solidFill>
              </a:endParaRPr>
            </a:p>
          </p:txBody>
        </p:sp>
      </p:grpSp>
      <p:sp>
        <p:nvSpPr>
          <p:cNvPr id="14" name="Elipse 13"/>
          <p:cNvSpPr/>
          <p:nvPr/>
        </p:nvSpPr>
        <p:spPr>
          <a:xfrm>
            <a:off x="1271058" y="3610268"/>
            <a:ext cx="566291" cy="5574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Elipse 54"/>
          <p:cNvSpPr/>
          <p:nvPr/>
        </p:nvSpPr>
        <p:spPr>
          <a:xfrm>
            <a:off x="1543808" y="2953141"/>
            <a:ext cx="566291" cy="5574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Elipse 55"/>
          <p:cNvSpPr/>
          <p:nvPr/>
        </p:nvSpPr>
        <p:spPr>
          <a:xfrm>
            <a:off x="895759" y="2863506"/>
            <a:ext cx="566291" cy="5574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Seta para baixo 53"/>
          <p:cNvSpPr/>
          <p:nvPr/>
        </p:nvSpPr>
        <p:spPr>
          <a:xfrm>
            <a:off x="1229033" y="4279844"/>
            <a:ext cx="624801" cy="4272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Seta dobrada para cima 56"/>
          <p:cNvSpPr/>
          <p:nvPr/>
        </p:nvSpPr>
        <p:spPr>
          <a:xfrm rot="5400000">
            <a:off x="1356470" y="5619042"/>
            <a:ext cx="715216" cy="504056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Fluxograma: Processo predefinido 57"/>
          <p:cNvSpPr/>
          <p:nvPr/>
        </p:nvSpPr>
        <p:spPr>
          <a:xfrm>
            <a:off x="2148095" y="5738040"/>
            <a:ext cx="1152141" cy="715296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rgbClr val="FFFF00"/>
                </a:solidFill>
              </a:rPr>
              <a:t>Mudança</a:t>
            </a:r>
            <a:endParaRPr lang="pt-BR" sz="1400" dirty="0">
              <a:solidFill>
                <a:srgbClr val="FFFF00"/>
              </a:solidFill>
            </a:endParaRPr>
          </a:p>
        </p:txBody>
      </p:sp>
      <p:sp>
        <p:nvSpPr>
          <p:cNvPr id="60" name="Fluxograma: Processo alternativo 59"/>
          <p:cNvSpPr/>
          <p:nvPr/>
        </p:nvSpPr>
        <p:spPr>
          <a:xfrm>
            <a:off x="3131840" y="4598740"/>
            <a:ext cx="784971" cy="60963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rgbClr val="FFFF00"/>
                </a:solidFill>
              </a:rPr>
              <a:t>Projeto</a:t>
            </a:r>
            <a:endParaRPr lang="pt-BR" sz="1400" dirty="0">
              <a:solidFill>
                <a:srgbClr val="FFFF00"/>
              </a:solidFill>
            </a:endParaRPr>
          </a:p>
        </p:txBody>
      </p:sp>
      <p:sp>
        <p:nvSpPr>
          <p:cNvPr id="6" name="Seta dobrada 5"/>
          <p:cNvSpPr/>
          <p:nvPr/>
        </p:nvSpPr>
        <p:spPr>
          <a:xfrm>
            <a:off x="2638737" y="4828750"/>
            <a:ext cx="392765" cy="78356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1" name="Fluxograma: Processo predefinido 60"/>
          <p:cNvSpPr/>
          <p:nvPr/>
        </p:nvSpPr>
        <p:spPr>
          <a:xfrm>
            <a:off x="3916811" y="5738040"/>
            <a:ext cx="1152141" cy="715296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rgbClr val="FFFF00"/>
                </a:solidFill>
              </a:rPr>
              <a:t>Liberação em Produção</a:t>
            </a:r>
            <a:endParaRPr lang="pt-BR" sz="1200" dirty="0">
              <a:solidFill>
                <a:srgbClr val="FFFF00"/>
              </a:solidFill>
            </a:endParaRPr>
          </a:p>
        </p:txBody>
      </p:sp>
      <p:sp>
        <p:nvSpPr>
          <p:cNvPr id="7" name="Seta dobrada 6"/>
          <p:cNvSpPr/>
          <p:nvPr/>
        </p:nvSpPr>
        <p:spPr>
          <a:xfrm rot="5400000">
            <a:off x="4001596" y="4969908"/>
            <a:ext cx="779292" cy="505532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Seta para a direita 8"/>
          <p:cNvSpPr/>
          <p:nvPr/>
        </p:nvSpPr>
        <p:spPr>
          <a:xfrm>
            <a:off x="3382242" y="5987676"/>
            <a:ext cx="46967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45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23" y="-4291"/>
            <a:ext cx="9122152" cy="913011"/>
          </a:xfrm>
        </p:spPr>
        <p:txBody>
          <a:bodyPr anchor="b">
            <a:normAutofit/>
          </a:bodyPr>
          <a:lstStyle/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Método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2636" y="1295254"/>
            <a:ext cx="9121520" cy="5446114"/>
          </a:xfrm>
          <a:noFill/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1800" dirty="0" smtClean="0">
                <a:cs typeface="Aharoni" panose="02010803020104030203" pitchFamily="2" charset="-79"/>
              </a:rPr>
              <a:t>Várias demandas são registradas e submetidas ao </a:t>
            </a:r>
            <a:r>
              <a:rPr lang="pt-BR" sz="1800" dirty="0" smtClean="0">
                <a:solidFill>
                  <a:srgbClr val="FF0000"/>
                </a:solidFill>
                <a:cs typeface="Aharoni" panose="02010803020104030203" pitchFamily="2" charset="-79"/>
              </a:rPr>
              <a:t>Comitê de Portfólio </a:t>
            </a:r>
            <a:r>
              <a:rPr lang="pt-BR" sz="1800" dirty="0" smtClean="0">
                <a:cs typeface="Aharoni" panose="02010803020104030203" pitchFamily="2" charset="-79"/>
              </a:rPr>
              <a:t>para avaliação e aprovação.</a:t>
            </a:r>
          </a:p>
          <a:p>
            <a:pPr algn="l"/>
            <a:endParaRPr lang="pt-BR" sz="1800" dirty="0">
              <a:cs typeface="Aharoni" panose="02010803020104030203" pitchFamily="2" charset="-79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1800" dirty="0" smtClean="0">
                <a:cs typeface="Aharoni" panose="02010803020104030203" pitchFamily="2" charset="-79"/>
              </a:rPr>
              <a:t>Deve-se verificar se a demanda é repetida ou se algum serviço/projeto (futuro, atual ou retirado) pode ser alterado para atender a demanda de forma mais rápida e com melhores custo e impacto.</a:t>
            </a:r>
          </a:p>
          <a:p>
            <a:pPr algn="l"/>
            <a:endParaRPr lang="pt-BR" sz="1800" dirty="0" smtClean="0">
              <a:cs typeface="Aharoni" panose="02010803020104030203" pitchFamily="2" charset="-79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1800" dirty="0" smtClean="0">
                <a:cs typeface="Aharoni" panose="02010803020104030203" pitchFamily="2" charset="-79"/>
              </a:rPr>
              <a:t>Aprovar a demanda de maior prioridade para desenho e construção.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1800" dirty="0">
              <a:cs typeface="Aharoni" panose="02010803020104030203" pitchFamily="2" charset="-79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1800" dirty="0" smtClean="0">
                <a:cs typeface="Aharoni" panose="02010803020104030203" pitchFamily="2" charset="-79"/>
              </a:rPr>
              <a:t>Classificar a demanda como Projeto ou Mudança</a:t>
            </a:r>
          </a:p>
        </p:txBody>
      </p:sp>
      <p:pic>
        <p:nvPicPr>
          <p:cNvPr id="1026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96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23" y="-4291"/>
            <a:ext cx="9122152" cy="913011"/>
          </a:xfrm>
        </p:spPr>
        <p:txBody>
          <a:bodyPr anchor="b">
            <a:normAutofit/>
          </a:bodyPr>
          <a:lstStyle/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Ações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10224"/>
            <a:ext cx="9144000" cy="14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214344" y="1268760"/>
            <a:ext cx="8695552" cy="437004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2000" dirty="0" smtClean="0"/>
              <a:t>Definir critérios para priorização e aprovação de demanda;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2000" dirty="0" smtClean="0"/>
              <a:t>Criar um repositório para registro dessas demandas (Portfólio/Catálogo de Serviços);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2000" dirty="0" smtClean="0"/>
              <a:t>Definir critérios para classificar a demanda como Projeto ou Mudança (custo, impacto, prazo, risco);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2000" dirty="0" smtClean="0"/>
              <a:t>Definir se um Projeto demandará uma única mudança com várias tarefas ou se várias mudanças (verificar escopo do processo de mudanças);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pt-BR" sz="2000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57507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Equipe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Subtítulo 2"/>
          <p:cNvSpPr>
            <a:spLocks noGrp="1"/>
          </p:cNvSpPr>
          <p:nvPr>
            <p:ph type="subTitle" idx="1"/>
          </p:nvPr>
        </p:nvSpPr>
        <p:spPr>
          <a:xfrm>
            <a:off x="0" y="1772817"/>
            <a:ext cx="9121520" cy="576064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000" dirty="0" smtClean="0">
                <a:cs typeface="Aharoni" panose="02010803020104030203" pitchFamily="2" charset="-79"/>
              </a:rPr>
              <a:t>A equipe adequada e necessária para este trabalho será composta pelos seguintes profissionais com respectivas habilidades e certificações:</a:t>
            </a:r>
            <a:endParaRPr lang="pt-BR" sz="2000" b="1" dirty="0">
              <a:cs typeface="Aharoni" panose="02010803020104030203" pitchFamily="2" charset="-79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3478743507"/>
              </p:ext>
            </p:extLst>
          </p:nvPr>
        </p:nvGraphicFramePr>
        <p:xfrm>
          <a:off x="-203770" y="2071541"/>
          <a:ext cx="9380343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294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2744</TotalTime>
  <Words>463</Words>
  <Application>Microsoft Office PowerPoint</Application>
  <PresentationFormat>Apresentação na tela (4:3)</PresentationFormat>
  <Paragraphs>68</Paragraphs>
  <Slides>9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Aharoni</vt:lpstr>
      <vt:lpstr>Arial</vt:lpstr>
      <vt:lpstr>Calibri</vt:lpstr>
      <vt:lpstr>Wingdings</vt:lpstr>
      <vt:lpstr>Tema do Office</vt:lpstr>
      <vt:lpstr>Apresentação do PowerPoint</vt:lpstr>
      <vt:lpstr>Contexto</vt:lpstr>
      <vt:lpstr>Apresentação do PowerPoint</vt:lpstr>
      <vt:lpstr>Apresentação do PowerPoint</vt:lpstr>
      <vt:lpstr>Apresentação do PowerPoint</vt:lpstr>
      <vt:lpstr>Método</vt:lpstr>
      <vt:lpstr>Método</vt:lpstr>
      <vt:lpstr>Ações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CONTAX</dc:title>
  <dc:creator>CHACON | Consultoria Ilimitada</dc:creator>
  <cp:lastModifiedBy>Ronald Teixeira</cp:lastModifiedBy>
  <cp:revision>223</cp:revision>
  <dcterms:created xsi:type="dcterms:W3CDTF">2014-01-30T16:52:26Z</dcterms:created>
  <dcterms:modified xsi:type="dcterms:W3CDTF">2016-03-01T15:29:23Z</dcterms:modified>
</cp:coreProperties>
</file>