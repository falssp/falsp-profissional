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tmp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theme/themeOverride1.xml" ContentType="application/vnd.openxmlformats-officedocument.themeOverride+xml"/>
  <Override PartName="/ppt/charts/chart7.xml" ContentType="application/vnd.openxmlformats-officedocument.drawingml.chart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theme/themeOverride3.xml" ContentType="application/vnd.openxmlformats-officedocument.themeOverride+xml"/>
  <Override PartName="/ppt/charts/chart9.xml" ContentType="application/vnd.openxmlformats-officedocument.drawingml.chart+xml"/>
  <Override PartName="/ppt/theme/themeOverride4.xml" ContentType="application/vnd.openxmlformats-officedocument.themeOverride+xml"/>
  <Override PartName="/ppt/charts/chart10.xml" ContentType="application/vnd.openxmlformats-officedocument.drawingml.chart+xml"/>
  <Override PartName="/ppt/theme/themeOverride5.xml" ContentType="application/vnd.openxmlformats-officedocument.themeOverride+xml"/>
  <Override PartName="/ppt/charts/chart11.xml" ContentType="application/vnd.openxmlformats-officedocument.drawingml.chart+xml"/>
  <Override PartName="/ppt/theme/themeOverride6.xml" ContentType="application/vnd.openxmlformats-officedocument.themeOverride+xml"/>
  <Override PartName="/ppt/charts/chart12.xml" ContentType="application/vnd.openxmlformats-officedocument.drawingml.chart+xml"/>
  <Override PartName="/ppt/theme/themeOverride7.xml" ContentType="application/vnd.openxmlformats-officedocument.themeOverride+xml"/>
  <Override PartName="/ppt/charts/chart13.xml" ContentType="application/vnd.openxmlformats-officedocument.drawingml.chart+xml"/>
  <Override PartName="/ppt/theme/themeOverride8.xml" ContentType="application/vnd.openxmlformats-officedocument.themeOverride+xml"/>
  <Override PartName="/ppt/charts/chart14.xml" ContentType="application/vnd.openxmlformats-officedocument.drawingml.chart+xml"/>
  <Override PartName="/ppt/theme/themeOverride9.xml" ContentType="application/vnd.openxmlformats-officedocument.themeOverride+xml"/>
  <Override PartName="/ppt/charts/chart15.xml" ContentType="application/vnd.openxmlformats-officedocument.drawingml.chart+xml"/>
  <Override PartName="/ppt/theme/themeOverride10.xml" ContentType="application/vnd.openxmlformats-officedocument.themeOverride+xml"/>
  <Override PartName="/ppt/notesSlides/notesSlide8.xml" ContentType="application/vnd.openxmlformats-officedocument.presentationml.notesSlide+xml"/>
  <Override PartName="/ppt/charts/chart16.xml" ContentType="application/vnd.openxmlformats-officedocument.drawingml.chart+xml"/>
  <Override PartName="/ppt/theme/themeOverride1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theme/themeOverride12.xml" ContentType="application/vnd.openxmlformats-officedocument.themeOverride+xml"/>
  <Override PartName="/ppt/charts/chart19.xml" ContentType="application/vnd.openxmlformats-officedocument.drawingml.chart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40"/>
  </p:notesMasterIdLst>
  <p:sldIdLst>
    <p:sldId id="600" r:id="rId5"/>
    <p:sldId id="265" r:id="rId6"/>
    <p:sldId id="835" r:id="rId7"/>
    <p:sldId id="809" r:id="rId8"/>
    <p:sldId id="810" r:id="rId9"/>
    <p:sldId id="836" r:id="rId10"/>
    <p:sldId id="837" r:id="rId11"/>
    <p:sldId id="838" r:id="rId12"/>
    <p:sldId id="839" r:id="rId13"/>
    <p:sldId id="840" r:id="rId14"/>
    <p:sldId id="816" r:id="rId15"/>
    <p:sldId id="841" r:id="rId16"/>
    <p:sldId id="842" r:id="rId17"/>
    <p:sldId id="843" r:id="rId18"/>
    <p:sldId id="844" r:id="rId19"/>
    <p:sldId id="845" r:id="rId20"/>
    <p:sldId id="831" r:id="rId21"/>
    <p:sldId id="834" r:id="rId22"/>
    <p:sldId id="846" r:id="rId23"/>
    <p:sldId id="847" r:id="rId24"/>
    <p:sldId id="824" r:id="rId25"/>
    <p:sldId id="825" r:id="rId26"/>
    <p:sldId id="833" r:id="rId27"/>
    <p:sldId id="801" r:id="rId28"/>
    <p:sldId id="802" r:id="rId29"/>
    <p:sldId id="826" r:id="rId30"/>
    <p:sldId id="827" r:id="rId31"/>
    <p:sldId id="828" r:id="rId32"/>
    <p:sldId id="829" r:id="rId33"/>
    <p:sldId id="830" r:id="rId34"/>
    <p:sldId id="804" r:id="rId35"/>
    <p:sldId id="806" r:id="rId36"/>
    <p:sldId id="411" r:id="rId37"/>
    <p:sldId id="756" r:id="rId38"/>
    <p:sldId id="664" r:id="rId39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00"/>
    <a:srgbClr val="A0A0A0"/>
    <a:srgbClr val="BABABA"/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67" autoAdjust="0"/>
    <p:restoredTop sz="89206" autoAdjust="0"/>
  </p:normalViewPr>
  <p:slideViewPr>
    <p:cSldViewPr snapToGrid="0" snapToObjects="1">
      <p:cViewPr varScale="1">
        <p:scale>
          <a:sx n="87" d="100"/>
          <a:sy n="87" d="100"/>
        </p:scale>
        <p:origin x="804" y="66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24.%20Book%20RR%20do%20CSC\08%20-%20Agosto\Volume%20de%20Incidentes%20x%20PA's%20-%20de%20jul%202015%20&#224;%20jul%202016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24.%20Book%20RR%20do%20CSC\08%20-%20Agosto\Volume%20de%20Incidentes%20x%20PA's%20-%20de%20jul%202015%20&#224;%20jul%202016.xlsx" TargetMode="External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1.xml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2.xml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themeOverride" Target="../theme/themeOverride3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7.xlsx"/><Relationship Id="rId1" Type="http://schemas.openxmlformats.org/officeDocument/2006/relationships/themeOverride" Target="../theme/themeOverride4.xm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5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6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0.xlsx"/><Relationship Id="rId1" Type="http://schemas.openxmlformats.org/officeDocument/2006/relationships/themeOverride" Target="../theme/themeOverride7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1.xlsx"/><Relationship Id="rId1" Type="http://schemas.openxmlformats.org/officeDocument/2006/relationships/themeOverride" Target="../theme/themeOverride8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2.xlsx"/><Relationship Id="rId1" Type="http://schemas.openxmlformats.org/officeDocument/2006/relationships/themeOverride" Target="../theme/themeOverride9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3.xlsx"/><Relationship Id="rId1" Type="http://schemas.openxmlformats.org/officeDocument/2006/relationships/themeOverride" Target="../theme/themeOverride10.xml"/></Relationships>
</file>

<file path=ppt/charts/_rels/chart16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4.xlsx"/><Relationship Id="rId1" Type="http://schemas.openxmlformats.org/officeDocument/2006/relationships/themeOverride" Target="../theme/themeOverride11.xml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24.%20Book%20RR%20do%20CSC\08%20-%20Agosto\Informa&#231;oes%20Medio%20e%20Baixo.xlsb" TargetMode="External"/></Relationships>
</file>

<file path=ppt/charts/_rels/chart18.xml.rels><?xml version="1.0" encoding="UTF-8" standalone="yes"?>
<Relationships xmlns="http://schemas.openxmlformats.org/package/2006/relationships"><Relationship Id="rId2" Type="http://schemas.openxmlformats.org/officeDocument/2006/relationships/oleObject" Target="file:///\\10.100.10.211\GEQ_Medicao%20e%20Analise\02.%20Relatorios\24.%20Book%20RR%20do%20CSC\07%20-%20Julho\Informa&#231;&#245;es%20Gerenciamento%20de%20Mudan&#231;as.xls" TargetMode="External"/><Relationship Id="rId1" Type="http://schemas.openxmlformats.org/officeDocument/2006/relationships/themeOverride" Target="../theme/themeOverride12.xm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file:///\\10.100.10.211\GEQ_Medicao%20e%20Analise\02.%20Relatorios\24.%20Book%20RR%20do%20CSC\07%20-%20Julho\Informa&#231;&#245;es%20Gerenciamento%20de%20Mudan&#231;as.xls" TargetMode="External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202712.CONTAX-BR\Dropbox\CONTAX\Gest&#227;o%20de%20Problemas\Apresenta&#231;&#227;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 dirty="0" smtClean="0">
                <a:solidFill>
                  <a:schemeClr val="accent2"/>
                </a:solidFill>
              </a:rPr>
              <a:t>Incidentes Todos os Impactos</a:t>
            </a:r>
            <a:endParaRPr lang="pt-BR" dirty="0">
              <a:solidFill>
                <a:schemeClr val="accent2"/>
              </a:solidFill>
            </a:endParaRP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2.4382486517836682E-2"/>
          <c:y val="4.4759007402136779E-2"/>
          <c:w val="0.95633487271295414"/>
          <c:h val="0.7472383304090560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19345B"/>
            </a:solidFill>
            <a:ln w="635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Pt>
            <c:idx val="6"/>
            <c:invertIfNegative val="0"/>
            <c:bubble3D val="0"/>
          </c:dPt>
          <c:dPt>
            <c:idx val="7"/>
            <c:invertIfNegative val="0"/>
            <c:bubble3D val="0"/>
          </c:dPt>
          <c:dLbls>
            <c:dLbl>
              <c:idx val="0"/>
              <c:layout>
                <c:manualLayout>
                  <c:x val="2.9725132765506763E-4"/>
                  <c:y val="-0.3372457571349988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2.4369452091275432E-3"/>
                  <c:y val="-0.3171945289061524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3.4415274935216764E-3"/>
                  <c:y val="-0.2894523169130773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4.8940264024498127E-4"/>
                  <c:y val="-0.2986403258628311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3.4890503833019649E-3"/>
                  <c:y val="-0.301076197772010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6.2286492573075517E-4"/>
                  <c:y val="-0.2775240364334623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343-4B87-A407-FBF943380C67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8.8860542485755831E-4"/>
                  <c:y val="-0.2560648755909975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0"/>
                  <c:y val="-0.2485817744945515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Plan1!$A$2:$A$9</c:f>
              <c:strCache>
                <c:ptCount val="8"/>
                <c:pt idx="0">
                  <c:v>Ago</c:v>
                </c:pt>
                <c:pt idx="1">
                  <c:v>Jan</c:v>
                </c:pt>
                <c:pt idx="2">
                  <c:v>Fev</c:v>
                </c:pt>
                <c:pt idx="3">
                  <c:v>Mar</c:v>
                </c:pt>
                <c:pt idx="4">
                  <c:v>Abr</c:v>
                </c:pt>
                <c:pt idx="5">
                  <c:v>Mai</c:v>
                </c:pt>
                <c:pt idx="6">
                  <c:v>Jun</c:v>
                </c:pt>
                <c:pt idx="7">
                  <c:v>Jul</c:v>
                </c:pt>
              </c:strCache>
            </c:strRef>
          </c:cat>
          <c:val>
            <c:numRef>
              <c:f>Plan1!$B$2:$B$9</c:f>
              <c:numCache>
                <c:formatCode>#,##0</c:formatCode>
                <c:ptCount val="8"/>
                <c:pt idx="0">
                  <c:v>24272</c:v>
                </c:pt>
                <c:pt idx="1">
                  <c:v>21648</c:v>
                </c:pt>
                <c:pt idx="2">
                  <c:v>19660</c:v>
                </c:pt>
                <c:pt idx="3">
                  <c:v>21144</c:v>
                </c:pt>
                <c:pt idx="4">
                  <c:v>20388</c:v>
                </c:pt>
                <c:pt idx="5">
                  <c:v>19846</c:v>
                </c:pt>
                <c:pt idx="6">
                  <c:v>17849</c:v>
                </c:pt>
                <c:pt idx="7">
                  <c:v>16977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386469024"/>
        <c:axId val="386463536"/>
      </c:barChart>
      <c:catAx>
        <c:axId val="3864690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463536"/>
        <c:crosses val="autoZero"/>
        <c:auto val="1"/>
        <c:lblAlgn val="ctr"/>
        <c:lblOffset val="100"/>
        <c:noMultiLvlLbl val="0"/>
      </c:catAx>
      <c:valAx>
        <c:axId val="386463536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8646902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19345B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A68B-42D7-9922-1033F30CA165}"/>
              </c:ext>
            </c:extLst>
          </c:dPt>
          <c:dPt>
            <c:idx val="6"/>
            <c:invertIfNegative val="0"/>
            <c:bubble3D val="0"/>
          </c:dPt>
          <c:dLbls>
            <c:dLbl>
              <c:idx val="0"/>
              <c:layout>
                <c:manualLayout>
                  <c:x val="6.5411141225126665E-3"/>
                  <c:y val="-0.346399811702489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2.6721793069625129E-3"/>
                  <c:y val="-0.1536001882975100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6.504318586557381E-3"/>
                  <c:y val="-9.191105279675219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A342-4057-BDFD-D4272EDC6324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3.0012806390381083E-3"/>
                  <c:y val="-0.113872835747147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2.9796664780573807E-4"/>
                  <c:y val="-0.1138528040971401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3AF3-47B6-B362-8D75B94687B9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2.9544499569131993E-3"/>
                  <c:y val="-7.506777374919038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A68B-42D7-9922-1033F30CA165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7.1627785621488178E-3"/>
                  <c:y val="-6.26644264604742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7"/>
              <c:layout>
                <c:manualLayout>
                  <c:x val="3.2678552911337426E-3"/>
                  <c:y val="-4.240032584817345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Plan1!$A$2:$A$8</c:f>
              <c:strCache>
                <c:ptCount val="7"/>
                <c:pt idx="0">
                  <c:v>Ago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Plan1!$B$2:$B$8</c:f>
              <c:numCache>
                <c:formatCode>#,##0</c:formatCode>
                <c:ptCount val="7"/>
                <c:pt idx="0">
                  <c:v>1494</c:v>
                </c:pt>
                <c:pt idx="1">
                  <c:v>204</c:v>
                </c:pt>
                <c:pt idx="2">
                  <c:v>180</c:v>
                </c:pt>
                <c:pt idx="3">
                  <c:v>183</c:v>
                </c:pt>
                <c:pt idx="4">
                  <c:v>183</c:v>
                </c:pt>
                <c:pt idx="5">
                  <c:v>149</c:v>
                </c:pt>
                <c:pt idx="6">
                  <c:v>135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386424336"/>
        <c:axId val="386444720"/>
      </c:barChart>
      <c:catAx>
        <c:axId val="386424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444720"/>
        <c:crosses val="autoZero"/>
        <c:auto val="1"/>
        <c:lblAlgn val="ctr"/>
        <c:lblOffset val="100"/>
        <c:noMultiLvlLbl val="0"/>
      </c:catAx>
      <c:valAx>
        <c:axId val="386444720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86424336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352474322057077E-2"/>
          <c:y val="0.19970809412273891"/>
          <c:w val="0.97264752567693746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19345B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5CA6-4A76-8126-37E9773D9510}"/>
              </c:ext>
            </c:extLst>
          </c:dPt>
          <c:dPt>
            <c:idx val="6"/>
            <c:invertIfNegative val="0"/>
            <c:bubble3D val="0"/>
          </c:dPt>
          <c:dLbls>
            <c:dLbl>
              <c:idx val="0"/>
              <c:layout>
                <c:manualLayout>
                  <c:x val="-2.9880988961915756E-3"/>
                  <c:y val="-0.3299722395062690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6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8.3513374485596711E-4"/>
                  <c:y val="-0.1649861111111111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2.7829218106995886E-4"/>
                  <c:y val="-0.1068779461279461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8-1336-4DE1-AAF2-45A9A199F5C6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6.2546296296296299E-3"/>
                  <c:y val="-0.1329154040404040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-0.1118792087542087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852E-40EC-BB07-F4FF4F71836A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2.9645061728395062E-3"/>
                  <c:y val="-8.059217171717171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5CA6-4A76-8126-37E9773D9510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3.2664609053499141E-3"/>
                  <c:y val="-6.414141414141413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0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Plan1!$A$2:$A$8</c:f>
              <c:strCache>
                <c:ptCount val="7"/>
                <c:pt idx="0">
                  <c:v>Ago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Plan1!$B$2:$B$8</c:f>
              <c:numCache>
                <c:formatCode>#,##0.00</c:formatCode>
                <c:ptCount val="7"/>
                <c:pt idx="0">
                  <c:v>48.19</c:v>
                </c:pt>
                <c:pt idx="1">
                  <c:v>7.03</c:v>
                </c:pt>
                <c:pt idx="2">
                  <c:v>5.806451612903226</c:v>
                </c:pt>
                <c:pt idx="3">
                  <c:v>6.1</c:v>
                </c:pt>
                <c:pt idx="4">
                  <c:v>5.9</c:v>
                </c:pt>
                <c:pt idx="5">
                  <c:v>4.97</c:v>
                </c:pt>
                <c:pt idx="6">
                  <c:v>4.3499999999999996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386436880"/>
        <c:axId val="386444328"/>
      </c:barChart>
      <c:catAx>
        <c:axId val="386436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444328"/>
        <c:crosses val="autoZero"/>
        <c:auto val="1"/>
        <c:lblAlgn val="ctr"/>
        <c:lblOffset val="100"/>
        <c:noMultiLvlLbl val="0"/>
      </c:catAx>
      <c:valAx>
        <c:axId val="386444328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386436880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Plan1!$F$19:$F$25</c:f>
              <c:numCache>
                <c:formatCode>mmm\-yy</c:formatCode>
                <c:ptCount val="7"/>
                <c:pt idx="0">
                  <c:v>42370</c:v>
                </c:pt>
                <c:pt idx="1">
                  <c:v>42401</c:v>
                </c:pt>
                <c:pt idx="2">
                  <c:v>42430</c:v>
                </c:pt>
                <c:pt idx="3">
                  <c:v>42461</c:v>
                </c:pt>
                <c:pt idx="4">
                  <c:v>42491</c:v>
                </c:pt>
                <c:pt idx="5">
                  <c:v>42522</c:v>
                </c:pt>
                <c:pt idx="6">
                  <c:v>42552</c:v>
                </c:pt>
              </c:numCache>
            </c:numRef>
          </c:cat>
          <c:val>
            <c:numRef>
              <c:f>Plan1!$I$19:$I$25</c:f>
              <c:numCache>
                <c:formatCode>0.00%</c:formatCode>
                <c:ptCount val="7"/>
                <c:pt idx="0">
                  <c:v>0.44760413404321953</c:v>
                </c:pt>
                <c:pt idx="1">
                  <c:v>0.44204116871904392</c:v>
                </c:pt>
                <c:pt idx="2">
                  <c:v>0.47630299450174945</c:v>
                </c:pt>
                <c:pt idx="3">
                  <c:v>0.45903762268266085</c:v>
                </c:pt>
                <c:pt idx="4">
                  <c:v>0.46897061629460024</c:v>
                </c:pt>
                <c:pt idx="5">
                  <c:v>0.43653044614891362</c:v>
                </c:pt>
                <c:pt idx="6">
                  <c:v>0.41536981774237303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2800624"/>
        <c:axId val="492802584"/>
      </c:barChart>
      <c:dateAx>
        <c:axId val="49280062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crossAx val="492802584"/>
        <c:crosses val="autoZero"/>
        <c:auto val="1"/>
        <c:lblOffset val="100"/>
        <c:baseTimeUnit val="months"/>
      </c:dateAx>
      <c:valAx>
        <c:axId val="492802584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one"/>
        <c:crossAx val="49280062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numRef>
              <c:f>Plan1!$F$19:$F$25</c:f>
              <c:numCache>
                <c:formatCode>mmm\-yy</c:formatCode>
                <c:ptCount val="7"/>
                <c:pt idx="0">
                  <c:v>42370</c:v>
                </c:pt>
                <c:pt idx="1">
                  <c:v>42401</c:v>
                </c:pt>
                <c:pt idx="2">
                  <c:v>42430</c:v>
                </c:pt>
                <c:pt idx="3">
                  <c:v>42461</c:v>
                </c:pt>
                <c:pt idx="4">
                  <c:v>42491</c:v>
                </c:pt>
                <c:pt idx="5">
                  <c:v>42522</c:v>
                </c:pt>
                <c:pt idx="6">
                  <c:v>42552</c:v>
                </c:pt>
              </c:numCache>
            </c:numRef>
          </c:cat>
          <c:val>
            <c:numRef>
              <c:f>Plan1!$N$19:$N$25</c:f>
              <c:numCache>
                <c:formatCode>0.00%</c:formatCode>
                <c:ptCount val="7"/>
                <c:pt idx="0">
                  <c:v>4.3845912934544319E-3</c:v>
                </c:pt>
                <c:pt idx="1">
                  <c:v>4.6348888989866856E-3</c:v>
                </c:pt>
                <c:pt idx="2">
                  <c:v>4.0896078520470756E-3</c:v>
                </c:pt>
                <c:pt idx="3">
                  <c:v>4.1575790621592151E-3</c:v>
                </c:pt>
                <c:pt idx="4">
                  <c:v>4.3646250715512307E-3</c:v>
                </c:pt>
                <c:pt idx="5">
                  <c:v>3.6747478235134535E-3</c:v>
                </c:pt>
                <c:pt idx="6">
                  <c:v>3.3294695045256121E-3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92802976"/>
        <c:axId val="492793176"/>
      </c:barChart>
      <c:dateAx>
        <c:axId val="492802976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crossAx val="492793176"/>
        <c:crosses val="autoZero"/>
        <c:auto val="1"/>
        <c:lblOffset val="100"/>
        <c:baseTimeUnit val="months"/>
      </c:dateAx>
      <c:valAx>
        <c:axId val="492793176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one"/>
        <c:crossAx val="492802976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21105009973328545"/>
          <c:w val="1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19345B"/>
            </a:solidFill>
            <a:ln w="635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Pt>
            <c:idx val="3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A68B-42D7-9922-1033F30CA165}"/>
              </c:ext>
            </c:extLst>
          </c:dPt>
          <c:dPt>
            <c:idx val="6"/>
            <c:invertIfNegative val="0"/>
            <c:bubble3D val="0"/>
          </c:dPt>
          <c:dLbls>
            <c:dLbl>
              <c:idx val="0"/>
              <c:layout>
                <c:manualLayout>
                  <c:x val="0"/>
                  <c:y val="-0.2854221750847744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0"/>
                  <c:y val="-0.2748162493314059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5.3393869836060113E-17"/>
                  <c:y val="-0.250565139014610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"/>
                  <c:y val="-0.254050842621626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1.4562132721800201E-3"/>
                  <c:y val="-0.2431472870036199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-0.1990528501923003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"/>
                  <c:y val="-0.1891912852830903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1"/>
                    </a:solidFill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Plan1!$B$2:$B$8</c:f>
              <c:numCache>
                <c:formatCode>#,##0</c:formatCode>
                <c:ptCount val="7"/>
                <c:pt idx="0">
                  <c:v>210</c:v>
                </c:pt>
                <c:pt idx="1">
                  <c:v>204</c:v>
                </c:pt>
                <c:pt idx="2">
                  <c:v>180</c:v>
                </c:pt>
                <c:pt idx="3">
                  <c:v>183</c:v>
                </c:pt>
                <c:pt idx="4">
                  <c:v>183</c:v>
                </c:pt>
                <c:pt idx="5">
                  <c:v>149</c:v>
                </c:pt>
                <c:pt idx="6">
                  <c:v>135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492820616"/>
        <c:axId val="492818264"/>
      </c:barChart>
      <c:lineChart>
        <c:grouping val="standard"/>
        <c:varyColors val="0"/>
        <c:ser>
          <c:idx val="1"/>
          <c:order val="1"/>
          <c:tx>
            <c:v>Contax</c:v>
          </c:tx>
          <c:spPr>
            <a:ln w="25400">
              <a:solidFill>
                <a:srgbClr val="19345B"/>
              </a:solidFill>
              <a:prstDash val="sysDash"/>
            </a:ln>
          </c:spPr>
          <c:marker>
            <c:symbol val="none"/>
          </c:marker>
          <c:dLbls>
            <c:dLbl>
              <c:idx val="6"/>
              <c:layout>
                <c:manualLayout>
                  <c:x val="-3.1590070901185596E-2"/>
                  <c:y val="-1.45380741573426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Plan1!$C$2:$C$8</c:f>
              <c:numCache>
                <c:formatCode>General</c:formatCode>
                <c:ptCount val="7"/>
                <c:pt idx="0">
                  <c:v>90</c:v>
                </c:pt>
                <c:pt idx="1">
                  <c:v>105</c:v>
                </c:pt>
                <c:pt idx="2">
                  <c:v>101</c:v>
                </c:pt>
                <c:pt idx="3">
                  <c:v>104</c:v>
                </c:pt>
                <c:pt idx="4">
                  <c:v>118</c:v>
                </c:pt>
                <c:pt idx="5">
                  <c:v>80</c:v>
                </c:pt>
                <c:pt idx="6">
                  <c:v>66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Plan1!$D$1</c:f>
              <c:strCache>
                <c:ptCount val="1"/>
                <c:pt idx="0">
                  <c:v>Cliente</c:v>
                </c:pt>
              </c:strCache>
            </c:strRef>
          </c:tx>
          <c:spPr>
            <a:ln w="25400">
              <a:solidFill>
                <a:srgbClr val="FF0000"/>
              </a:solidFill>
              <a:prstDash val="sysDash"/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Plan1!$D$2:$D$8</c:f>
              <c:numCache>
                <c:formatCode>General</c:formatCode>
                <c:ptCount val="7"/>
                <c:pt idx="0">
                  <c:v>108</c:v>
                </c:pt>
                <c:pt idx="1">
                  <c:v>79</c:v>
                </c:pt>
                <c:pt idx="2">
                  <c:v>62</c:v>
                </c:pt>
                <c:pt idx="3">
                  <c:v>61</c:v>
                </c:pt>
                <c:pt idx="4">
                  <c:v>61</c:v>
                </c:pt>
                <c:pt idx="5">
                  <c:v>61</c:v>
                </c:pt>
                <c:pt idx="6">
                  <c:v>55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Plan1!$E$1</c:f>
              <c:strCache>
                <c:ptCount val="1"/>
                <c:pt idx="0">
                  <c:v>Fornecedor</c:v>
                </c:pt>
              </c:strCache>
            </c:strRef>
          </c:tx>
          <c:spPr>
            <a:ln w="25400">
              <a:solidFill>
                <a:sysClr val="windowText" lastClr="000000">
                  <a:lumMod val="50000"/>
                  <a:lumOff val="50000"/>
                </a:sysClr>
              </a:solidFill>
              <a:prstDash val="sys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-3.7020757110281771E-2"/>
                  <c:y val="-3.634518539335650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-2.5688848643932338E-2"/>
                  <c:y val="-1.0903555618006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-3.0036953668604777E-2"/>
                  <c:y val="-1.453807415734260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-2.5688848643932338E-2"/>
                  <c:y val="-3.634518539335650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Plan1!$E$2:$E$8</c:f>
              <c:numCache>
                <c:formatCode>0</c:formatCode>
                <c:ptCount val="7"/>
                <c:pt idx="0">
                  <c:v>12</c:v>
                </c:pt>
                <c:pt idx="1">
                  <c:v>20</c:v>
                </c:pt>
                <c:pt idx="2">
                  <c:v>17</c:v>
                </c:pt>
                <c:pt idx="3">
                  <c:v>18</c:v>
                </c:pt>
                <c:pt idx="4">
                  <c:v>4</c:v>
                </c:pt>
                <c:pt idx="5">
                  <c:v>8</c:v>
                </c:pt>
                <c:pt idx="6">
                  <c:v>14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2826496"/>
        <c:axId val="492822576"/>
      </c:lineChart>
      <c:catAx>
        <c:axId val="492820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92818264"/>
        <c:crosses val="autoZero"/>
        <c:auto val="1"/>
        <c:lblAlgn val="ctr"/>
        <c:lblOffset val="100"/>
        <c:noMultiLvlLbl val="0"/>
      </c:catAx>
      <c:valAx>
        <c:axId val="49281826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492820616"/>
        <c:crosses val="autoZero"/>
        <c:crossBetween val="between"/>
      </c:valAx>
      <c:valAx>
        <c:axId val="492822576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one"/>
        <c:crossAx val="492826496"/>
        <c:crosses val="max"/>
        <c:crossBetween val="between"/>
      </c:valAx>
      <c:catAx>
        <c:axId val="49282649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92822576"/>
        <c:crosses val="autoZero"/>
        <c:auto val="1"/>
        <c:lblAlgn val="ctr"/>
        <c:lblOffset val="100"/>
        <c:noMultiLvlLbl val="0"/>
      </c:catAx>
    </c:plotArea>
    <c:legend>
      <c:legendPos val="b"/>
      <c:layout/>
      <c:overlay val="0"/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2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Plan1!$A$1</c:f>
              <c:strCache>
                <c:ptCount val="1"/>
                <c:pt idx="0">
                  <c:v>Resolvedor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>
              <a:bevelT w="139700" h="139700"/>
            </a:sp3d>
          </c:spPr>
          <c:dPt>
            <c:idx val="0"/>
            <c:bubble3D val="0"/>
            <c:spPr>
              <a:solidFill>
                <a:sysClr val="window" lastClr="FFFFFF">
                  <a:lumMod val="65000"/>
                </a:sysClr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7AD-4C60-921E-18D5CD5D6CF6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7AD-4C60-921E-18D5CD5D6CF6}"/>
              </c:ext>
            </c:extLst>
          </c:dPt>
          <c:dPt>
            <c:idx val="2"/>
            <c:bubble3D val="0"/>
            <c:spPr>
              <a:solidFill>
                <a:srgbClr val="19345B"/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7AD-4C60-921E-18D5CD5D6C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Plan1!$A$2:$A$4</c:f>
              <c:strCache>
                <c:ptCount val="3"/>
                <c:pt idx="0">
                  <c:v>Fornecedor</c:v>
                </c:pt>
                <c:pt idx="1">
                  <c:v>Cliente</c:v>
                </c:pt>
                <c:pt idx="2">
                  <c:v>Contax</c:v>
                </c:pt>
              </c:strCache>
            </c:strRef>
          </c:cat>
          <c:val>
            <c:numRef>
              <c:f>Plan1!$I$2:$I$4</c:f>
              <c:numCache>
                <c:formatCode>General</c:formatCode>
                <c:ptCount val="3"/>
                <c:pt idx="0">
                  <c:v>14</c:v>
                </c:pt>
                <c:pt idx="1">
                  <c:v>55</c:v>
                </c:pt>
                <c:pt idx="2">
                  <c:v>66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E7AD-4C60-921E-18D5CD5D6CF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783722190895346E-2"/>
          <c:y val="5.8176643222955494E-2"/>
          <c:w val="0.91043255561820935"/>
          <c:h val="0.698919838388033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jun/16</c:v>
                </c:pt>
                <c:pt idx="1">
                  <c:v>jul/16</c:v>
                </c:pt>
              </c:strCache>
            </c:strRef>
          </c:cat>
          <c:val>
            <c:numRef>
              <c:f>Plan1!$B$2:$C$2</c:f>
              <c:numCache>
                <c:formatCode>[h]:mm:ss</c:formatCode>
                <c:ptCount val="2"/>
                <c:pt idx="0">
                  <c:v>0.48776620370370366</c:v>
                </c:pt>
                <c:pt idx="1">
                  <c:v>0.55853009259259256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493360616"/>
        <c:axId val="493361792"/>
      </c:barChart>
      <c:catAx>
        <c:axId val="49336061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493361792"/>
        <c:crosses val="autoZero"/>
        <c:auto val="1"/>
        <c:lblAlgn val="ctr"/>
        <c:lblOffset val="100"/>
        <c:noMultiLvlLbl val="0"/>
      </c:catAx>
      <c:valAx>
        <c:axId val="493361792"/>
        <c:scaling>
          <c:orientation val="minMax"/>
        </c:scaling>
        <c:delete val="1"/>
        <c:axPos val="l"/>
        <c:numFmt formatCode="[h]:mm:ss" sourceLinked="1"/>
        <c:majorTickMark val="out"/>
        <c:minorTickMark val="none"/>
        <c:tickLblPos val="nextTo"/>
        <c:crossAx val="493360616"/>
        <c:crosses val="autoZero"/>
        <c:crossBetween val="between"/>
        <c:majorUnit val="0.5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Plan1!$B$1:$G$1</c:f>
              <c:strCache>
                <c:ptCount val="6"/>
                <c:pt idx="0">
                  <c:v>set/15</c:v>
                </c:pt>
                <c:pt idx="1">
                  <c:v>mar/16</c:v>
                </c:pt>
                <c:pt idx="2">
                  <c:v>abr/16</c:v>
                </c:pt>
                <c:pt idx="3">
                  <c:v>mai/16</c:v>
                </c:pt>
                <c:pt idx="4">
                  <c:v>jun/16</c:v>
                </c:pt>
                <c:pt idx="5">
                  <c:v>jul/16</c:v>
                </c:pt>
              </c:strCache>
            </c:strRef>
          </c:cat>
          <c:val>
            <c:numRef>
              <c:f>Plan1!$B$2:$G$2</c:f>
              <c:numCache>
                <c:formatCode>[h]:mm:ss;@</c:formatCode>
                <c:ptCount val="6"/>
                <c:pt idx="0">
                  <c:v>2.2795632152319799E-2</c:v>
                </c:pt>
                <c:pt idx="1">
                  <c:v>0.17214474022633416</c:v>
                </c:pt>
                <c:pt idx="2">
                  <c:v>0.16126157407407407</c:v>
                </c:pt>
                <c:pt idx="3" formatCode="h:mm:ss">
                  <c:v>0.16440586419752612</c:v>
                </c:pt>
                <c:pt idx="4" formatCode="[$-F400]h:mm:ss\ AM/PM">
                  <c:v>0.19968750000000002</c:v>
                </c:pt>
                <c:pt idx="5" formatCode="[$-F400]h:mm:ss\ AM/PM">
                  <c:v>0.2275462962962963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493358264"/>
        <c:axId val="493362576"/>
      </c:barChart>
      <c:catAx>
        <c:axId val="4933582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493362576"/>
        <c:crosses val="autoZero"/>
        <c:auto val="1"/>
        <c:lblAlgn val="ctr"/>
        <c:lblOffset val="100"/>
        <c:noMultiLvlLbl val="0"/>
      </c:catAx>
      <c:valAx>
        <c:axId val="493362576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493358264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783722190895346E-2"/>
          <c:y val="8.7193460490463212E-2"/>
          <c:w val="0.91043255561820935"/>
          <c:h val="0.63976399407839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jun/16</c:v>
                </c:pt>
                <c:pt idx="1">
                  <c:v>jul/16</c:v>
                </c:pt>
              </c:strCache>
            </c:strRef>
          </c:cat>
          <c:val>
            <c:numRef>
              <c:f>Plan1!$B$2:$C$2</c:f>
              <c:numCache>
                <c:formatCode>[h]:mm:ss;@</c:formatCode>
                <c:ptCount val="2"/>
                <c:pt idx="0">
                  <c:v>0.37046296296296299</c:v>
                </c:pt>
                <c:pt idx="1">
                  <c:v>0.44468749999999996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493362184"/>
        <c:axId val="493357480"/>
      </c:barChart>
      <c:catAx>
        <c:axId val="4933621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493357480"/>
        <c:crosses val="autoZero"/>
        <c:auto val="1"/>
        <c:lblAlgn val="ctr"/>
        <c:lblOffset val="100"/>
        <c:noMultiLvlLbl val="0"/>
      </c:catAx>
      <c:valAx>
        <c:axId val="493357480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493362184"/>
        <c:crosses val="autoZero"/>
        <c:crossBetween val="between"/>
        <c:majorUnit val="0.5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jun/16</c:v>
                </c:pt>
                <c:pt idx="1">
                  <c:v>jul/16</c:v>
                </c:pt>
              </c:strCache>
            </c:strRef>
          </c:cat>
          <c:val>
            <c:numRef>
              <c:f>Plan1!$B$2:$C$2</c:f>
              <c:numCache>
                <c:formatCode>[h]:mm:ss;@</c:formatCode>
                <c:ptCount val="2"/>
                <c:pt idx="0">
                  <c:v>2.8001620370370373</c:v>
                </c:pt>
                <c:pt idx="1">
                  <c:v>2.1674768518518519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493356696"/>
        <c:axId val="493358656"/>
      </c:barChart>
      <c:catAx>
        <c:axId val="4933566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493358656"/>
        <c:crosses val="autoZero"/>
        <c:auto val="1"/>
        <c:lblAlgn val="ctr"/>
        <c:lblOffset val="100"/>
        <c:noMultiLvlLbl val="0"/>
      </c:catAx>
      <c:valAx>
        <c:axId val="493358656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493356696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Plan1!$B$1:$G$1</c:f>
              <c:strCache>
                <c:ptCount val="6"/>
                <c:pt idx="0">
                  <c:v>set/15</c:v>
                </c:pt>
                <c:pt idx="1">
                  <c:v>mar/16</c:v>
                </c:pt>
                <c:pt idx="2">
                  <c:v>abr/16</c:v>
                </c:pt>
                <c:pt idx="3">
                  <c:v>mai/16</c:v>
                </c:pt>
                <c:pt idx="4">
                  <c:v>jun/16</c:v>
                </c:pt>
                <c:pt idx="5">
                  <c:v>jul/16</c:v>
                </c:pt>
              </c:strCache>
            </c:strRef>
          </c:cat>
          <c:val>
            <c:numRef>
              <c:f>Plan1!$B$2:$G$2</c:f>
              <c:numCache>
                <c:formatCode>[h]:mm:ss;@</c:formatCode>
                <c:ptCount val="6"/>
                <c:pt idx="0">
                  <c:v>0.43353009259259262</c:v>
                </c:pt>
                <c:pt idx="1">
                  <c:v>0.48246527777777781</c:v>
                </c:pt>
                <c:pt idx="2">
                  <c:v>0.5274537037037037</c:v>
                </c:pt>
                <c:pt idx="3">
                  <c:v>0.19980448526460948</c:v>
                </c:pt>
                <c:pt idx="4" formatCode="h:mm:ss">
                  <c:v>0.38078703703703703</c:v>
                </c:pt>
                <c:pt idx="5" formatCode="h:mm:ss">
                  <c:v>0.47292824074074075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493370808"/>
        <c:axId val="493366888"/>
      </c:barChart>
      <c:catAx>
        <c:axId val="4933708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493366888"/>
        <c:crosses val="autoZero"/>
        <c:auto val="1"/>
        <c:lblAlgn val="ctr"/>
        <c:lblOffset val="100"/>
        <c:noMultiLvlLbl val="0"/>
      </c:catAx>
      <c:valAx>
        <c:axId val="493366888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493370808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783722190895346E-2"/>
          <c:y val="0.22477375614151776"/>
          <c:w val="0.91043255561820935"/>
          <c:h val="0.531335149863760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jun/16</c:v>
                </c:pt>
                <c:pt idx="1">
                  <c:v>jul/16</c:v>
                </c:pt>
              </c:strCache>
            </c:strRef>
          </c:cat>
          <c:val>
            <c:numRef>
              <c:f>Plan1!$B$2:$C$2</c:f>
              <c:numCache>
                <c:formatCode>h:mm:ss</c:formatCode>
                <c:ptCount val="2"/>
                <c:pt idx="0">
                  <c:v>0.18862268518518518</c:v>
                </c:pt>
                <c:pt idx="1">
                  <c:v>0.4203587962962963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93369240"/>
        <c:axId val="493364928"/>
      </c:barChart>
      <c:catAx>
        <c:axId val="4933692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493364928"/>
        <c:crosses val="autoZero"/>
        <c:auto val="1"/>
        <c:lblAlgn val="ctr"/>
        <c:lblOffset val="100"/>
        <c:noMultiLvlLbl val="0"/>
      </c:catAx>
      <c:valAx>
        <c:axId val="493364928"/>
        <c:scaling>
          <c:orientation val="minMax"/>
        </c:scaling>
        <c:delete val="1"/>
        <c:axPos val="l"/>
        <c:numFmt formatCode="h:mm:ss" sourceLinked="1"/>
        <c:majorTickMark val="out"/>
        <c:minorTickMark val="none"/>
        <c:tickLblPos val="nextTo"/>
        <c:crossAx val="493369240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783722190895346E-2"/>
          <c:y val="0"/>
          <c:w val="0.91043255561820935"/>
          <c:h val="0.7814533673753996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jun/16</c:v>
                </c:pt>
                <c:pt idx="1">
                  <c:v>jul/16</c:v>
                </c:pt>
              </c:strCache>
            </c:strRef>
          </c:cat>
          <c:val>
            <c:numRef>
              <c:f>Plan1!$B$2:$C$2</c:f>
              <c:numCache>
                <c:formatCode>[h]:mm:ss</c:formatCode>
                <c:ptCount val="2"/>
                <c:pt idx="0">
                  <c:v>0.51476851851851857</c:v>
                </c:pt>
                <c:pt idx="1">
                  <c:v>0.44643518518518516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493365320"/>
        <c:axId val="493366104"/>
      </c:barChart>
      <c:catAx>
        <c:axId val="4933653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493366104"/>
        <c:crosses val="autoZero"/>
        <c:auto val="1"/>
        <c:lblAlgn val="ctr"/>
        <c:lblOffset val="100"/>
        <c:noMultiLvlLbl val="0"/>
      </c:catAx>
      <c:valAx>
        <c:axId val="493366104"/>
        <c:scaling>
          <c:orientation val="minMax"/>
        </c:scaling>
        <c:delete val="1"/>
        <c:axPos val="l"/>
        <c:numFmt formatCode="[h]:mm:ss" sourceLinked="1"/>
        <c:majorTickMark val="out"/>
        <c:minorTickMark val="none"/>
        <c:tickLblPos val="nextTo"/>
        <c:crossAx val="493365320"/>
        <c:crosses val="autoZero"/>
        <c:crossBetween val="between"/>
        <c:majorUnit val="0.5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4783722190895346E-2"/>
          <c:y val="0.14168937329700274"/>
          <c:w val="0.91043255561820935"/>
          <c:h val="0.5852680812718573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Plan1!$A$1</c:f>
              <c:strCache>
                <c:ptCount val="1"/>
                <c:pt idx="0">
                  <c:v>Ato Impacto (Critico + Muito Alto)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tx2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Plan1!$B$1:$C$1</c:f>
              <c:strCache>
                <c:ptCount val="2"/>
                <c:pt idx="0">
                  <c:v>jun/16</c:v>
                </c:pt>
                <c:pt idx="1">
                  <c:v>jul/16</c:v>
                </c:pt>
              </c:strCache>
            </c:strRef>
          </c:cat>
          <c:val>
            <c:numRef>
              <c:f>Plan1!$B$2:$C$2</c:f>
              <c:numCache>
                <c:formatCode>[h]:mm:ss;@</c:formatCode>
                <c:ptCount val="2"/>
                <c:pt idx="0">
                  <c:v>1.2808449074074073</c:v>
                </c:pt>
                <c:pt idx="1">
                  <c:v>0.82480324074074074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62CB-4E12-B928-110A004CDB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492970496"/>
        <c:axId val="492970888"/>
      </c:barChart>
      <c:catAx>
        <c:axId val="49297049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2"/>
                </a:solidFill>
              </a:defRPr>
            </a:pPr>
            <a:endParaRPr lang="pt-BR"/>
          </a:p>
        </c:txPr>
        <c:crossAx val="492970888"/>
        <c:crosses val="autoZero"/>
        <c:auto val="1"/>
        <c:lblAlgn val="ctr"/>
        <c:lblOffset val="100"/>
        <c:noMultiLvlLbl val="0"/>
      </c:catAx>
      <c:valAx>
        <c:axId val="492970888"/>
        <c:scaling>
          <c:orientation val="minMax"/>
        </c:scaling>
        <c:delete val="1"/>
        <c:axPos val="l"/>
        <c:numFmt formatCode="[h]:mm:ss;@" sourceLinked="1"/>
        <c:majorTickMark val="out"/>
        <c:minorTickMark val="none"/>
        <c:tickLblPos val="nextTo"/>
        <c:crossAx val="492970496"/>
        <c:crosses val="autoZero"/>
        <c:crossBetween val="between"/>
        <c:majorUnit val="0.5"/>
      </c:valAx>
      <c:spPr>
        <a:ln>
          <a:noFill/>
        </a:ln>
      </c:spPr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pieChart>
        <c:varyColors val="1"/>
        <c:ser>
          <c:idx val="0"/>
          <c:order val="0"/>
          <c:tx>
            <c:strRef>
              <c:f>Plan1!$A$1</c:f>
              <c:strCache>
                <c:ptCount val="1"/>
                <c:pt idx="0">
                  <c:v>Resolvedor</c:v>
                </c:pt>
              </c:strCache>
            </c:strRef>
          </c:tx>
          <c:spPr>
            <a:scene3d>
              <a:camera prst="orthographicFront"/>
              <a:lightRig rig="threePt" dir="t"/>
            </a:scene3d>
            <a:sp3d>
              <a:bevelT w="139700" h="139700"/>
            </a:sp3d>
          </c:spPr>
          <c:dPt>
            <c:idx val="0"/>
            <c:bubble3D val="0"/>
            <c:spPr>
              <a:solidFill>
                <a:sysClr val="window" lastClr="FFFFFF">
                  <a:lumMod val="65000"/>
                </a:sysClr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7AD-4C60-921E-18D5CD5D6CF6}"/>
              </c:ext>
            </c:extLst>
          </c:dPt>
          <c:dPt>
            <c:idx val="1"/>
            <c:bubble3D val="0"/>
            <c:spPr>
              <a:solidFill>
                <a:srgbClr val="FF0000"/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7AD-4C60-921E-18D5CD5D6CF6}"/>
              </c:ext>
            </c:extLst>
          </c:dPt>
          <c:dPt>
            <c:idx val="2"/>
            <c:bubble3D val="0"/>
            <c:spPr>
              <a:solidFill>
                <a:srgbClr val="19345B"/>
              </a:solidFill>
              <a:scene3d>
                <a:camera prst="orthographicFront"/>
                <a:lightRig rig="threePt" dir="t"/>
              </a:scene3d>
              <a:sp3d>
                <a:bevelT w="139700" h="139700"/>
              </a:sp3d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7AD-4C60-921E-18D5CD5D6CF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Plan1!$A$2:$A$4</c:f>
              <c:strCache>
                <c:ptCount val="3"/>
                <c:pt idx="0">
                  <c:v>Fornecedor</c:v>
                </c:pt>
                <c:pt idx="1">
                  <c:v>Cliente</c:v>
                </c:pt>
                <c:pt idx="2">
                  <c:v>Contax</c:v>
                </c:pt>
              </c:strCache>
            </c:strRef>
          </c:cat>
          <c:val>
            <c:numRef>
              <c:f>Plan1!$I$2:$I$4</c:f>
              <c:numCache>
                <c:formatCode>General</c:formatCode>
                <c:ptCount val="3"/>
                <c:pt idx="0">
                  <c:v>14</c:v>
                </c:pt>
                <c:pt idx="1">
                  <c:v>55</c:v>
                </c:pt>
                <c:pt idx="2">
                  <c:v>66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6-E7AD-4C60-921E-18D5CD5D6CF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160"/>
      </c:pieChart>
    </c:plotArea>
    <c:plotVisOnly val="1"/>
    <c:dispBlanksAs val="gap"/>
    <c:showDLblsOverMax val="0"/>
  </c:chart>
  <c:spPr>
    <a:ln>
      <a:noFill/>
    </a:ln>
  </c:spPr>
  <c:externalData r:id="rId2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26"/>
    </mc:Choice>
    <mc:Fallback>
      <c:style val="26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'Tabelas PPT'!$F$3</c:f>
              <c:strCache>
                <c:ptCount val="1"/>
                <c:pt idx="0">
                  <c:v>Quantidade</c:v>
                </c:pt>
              </c:strCache>
            </c:strRef>
          </c:tx>
          <c:dPt>
            <c:idx val="0"/>
            <c:bubble3D val="0"/>
            <c:spPr>
              <a:solidFill>
                <a:srgbClr val="19345B"/>
              </a:solidFill>
            </c:spPr>
          </c:dPt>
          <c:dPt>
            <c:idx val="1"/>
            <c:bubble3D val="0"/>
            <c:spPr>
              <a:solidFill>
                <a:srgbClr val="C00000"/>
              </a:solidFill>
            </c:spPr>
          </c:dPt>
          <c:dPt>
            <c:idx val="2"/>
            <c:bubble3D val="0"/>
            <c:spPr>
              <a:solidFill>
                <a:schemeClr val="bg1">
                  <a:lumMod val="50000"/>
                </a:schemeClr>
              </a:solidFill>
            </c:spPr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'Tabelas PPT'!$E$4:$E$6</c:f>
              <c:strCache>
                <c:ptCount val="3"/>
                <c:pt idx="0">
                  <c:v>HARDWARE</c:v>
                </c:pt>
                <c:pt idx="1">
                  <c:v>SOFTWARE</c:v>
                </c:pt>
                <c:pt idx="2">
                  <c:v>OUTRAS ÀREAS</c:v>
                </c:pt>
              </c:strCache>
            </c:strRef>
          </c:cat>
          <c:val>
            <c:numRef>
              <c:f>'Tabelas PPT'!$F$4:$F$6</c:f>
              <c:numCache>
                <c:formatCode>General</c:formatCode>
                <c:ptCount val="3"/>
                <c:pt idx="0">
                  <c:v>7916</c:v>
                </c:pt>
                <c:pt idx="1">
                  <c:v>5912</c:v>
                </c:pt>
                <c:pt idx="2">
                  <c:v>3013</c:v>
                </c:pt>
              </c:numCache>
            </c:numRef>
          </c:val>
        </c:ser>
        <c:ser>
          <c:idx val="1"/>
          <c:order val="1"/>
          <c:tx>
            <c:strRef>
              <c:f>'Tabelas PPT'!$G$3</c:f>
              <c:strCache>
                <c:ptCount val="1"/>
                <c:pt idx="0">
                  <c:v>%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'Tabelas PPT'!$E$4:$E$6</c:f>
              <c:strCache>
                <c:ptCount val="3"/>
                <c:pt idx="0">
                  <c:v>HARDWARE</c:v>
                </c:pt>
                <c:pt idx="1">
                  <c:v>SOFTWARE</c:v>
                </c:pt>
                <c:pt idx="2">
                  <c:v>OUTRAS ÀREAS</c:v>
                </c:pt>
              </c:strCache>
            </c:strRef>
          </c:cat>
          <c:val>
            <c:numRef>
              <c:f>'Tabelas PPT'!$G$4:$G$6</c:f>
              <c:numCache>
                <c:formatCode>0.00%</c:formatCode>
                <c:ptCount val="3"/>
                <c:pt idx="0">
                  <c:v>0.47004334659462027</c:v>
                </c:pt>
                <c:pt idx="1">
                  <c:v>0.35104803752746272</c:v>
                </c:pt>
                <c:pt idx="2">
                  <c:v>0.17890861587791698</c:v>
                </c:pt>
              </c:numCache>
            </c:numRef>
          </c:val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31"/>
      </c:pieChart>
    </c:plotArea>
    <c:plotVisOnly val="1"/>
    <c:dispBlanksAs val="gap"/>
    <c:showDLblsOverMax val="0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>
        <c:manualLayout>
          <c:layoutTarget val="inner"/>
          <c:xMode val="edge"/>
          <c:yMode val="edge"/>
          <c:x val="3.1889574871106309E-2"/>
          <c:y val="5.828688947759264E-2"/>
          <c:w val="0.93622085025778734"/>
          <c:h val="0.68187516531989167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graficos!$C$1</c:f>
              <c:strCache>
                <c:ptCount val="1"/>
                <c:pt idx="0">
                  <c:v>Canceladas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000" b="0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graficos!$A$2:$A$8</c:f>
              <c:strCache>
                <c:ptCount val="7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  <c:pt idx="6">
                  <c:v>Jul'16</c:v>
                </c:pt>
              </c:strCache>
            </c:strRef>
          </c:cat>
          <c:val>
            <c:numRef>
              <c:f>graficos!$C$2:$C$8</c:f>
              <c:numCache>
                <c:formatCode>General</c:formatCode>
                <c:ptCount val="7"/>
                <c:pt idx="0">
                  <c:v>39</c:v>
                </c:pt>
                <c:pt idx="1">
                  <c:v>40</c:v>
                </c:pt>
                <c:pt idx="2">
                  <c:v>78</c:v>
                </c:pt>
                <c:pt idx="3">
                  <c:v>58</c:v>
                </c:pt>
                <c:pt idx="4">
                  <c:v>52</c:v>
                </c:pt>
                <c:pt idx="5">
                  <c:v>33</c:v>
                </c:pt>
                <c:pt idx="6">
                  <c:v>47</c:v>
                </c:pt>
              </c:numCache>
            </c:numRef>
          </c:val>
        </c:ser>
        <c:ser>
          <c:idx val="1"/>
          <c:order val="1"/>
          <c:tx>
            <c:strRef>
              <c:f>graficos!$D$1</c:f>
              <c:strCache>
                <c:ptCount val="1"/>
                <c:pt idx="0">
                  <c:v>Implantadas</c:v>
                </c:pt>
              </c:strCache>
            </c:strRef>
          </c:tx>
          <c:spPr>
            <a:solidFill>
              <a:srgbClr val="19345B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000" b="0" i="0" u="none" strike="noStrike" baseline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graficos!$A$2:$A$8</c:f>
              <c:strCache>
                <c:ptCount val="7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  <c:pt idx="6">
                  <c:v>Jul'16</c:v>
                </c:pt>
              </c:strCache>
            </c:strRef>
          </c:cat>
          <c:val>
            <c:numRef>
              <c:f>graficos!$D$2:$D$8</c:f>
              <c:numCache>
                <c:formatCode>General</c:formatCode>
                <c:ptCount val="7"/>
                <c:pt idx="0">
                  <c:v>160</c:v>
                </c:pt>
                <c:pt idx="1">
                  <c:v>167</c:v>
                </c:pt>
                <c:pt idx="2">
                  <c:v>169</c:v>
                </c:pt>
                <c:pt idx="3">
                  <c:v>192</c:v>
                </c:pt>
                <c:pt idx="4">
                  <c:v>206</c:v>
                </c:pt>
                <c:pt idx="5">
                  <c:v>250</c:v>
                </c:pt>
                <c:pt idx="6">
                  <c:v>215</c:v>
                </c:pt>
              </c:numCache>
            </c:numRef>
          </c:val>
        </c:ser>
        <c:ser>
          <c:idx val="3"/>
          <c:order val="3"/>
          <c:tx>
            <c:strRef>
              <c:f>graficos!$E$1</c:f>
              <c:strCache>
                <c:ptCount val="1"/>
                <c:pt idx="0">
                  <c:v>Em andamento</c:v>
                </c:pt>
              </c:strCache>
            </c:strRef>
          </c:tx>
          <c:spPr>
            <a:solidFill>
              <a:srgbClr val="939597"/>
            </a:solidFill>
            <a:scene3d>
              <a:camera prst="orthographicFront"/>
              <a:lightRig rig="threePt" dir="t"/>
            </a:scene3d>
            <a:sp3d>
              <a:bevelT w="139700" h="139700"/>
            </a:sp3d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5.8236765007316279E-3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>
                      <a:solidFill>
                        <a:schemeClr val="tx1"/>
                      </a:solidFill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graficos!$A$2:$A$8</c:f>
              <c:strCache>
                <c:ptCount val="7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  <c:pt idx="6">
                  <c:v>Jul'16</c:v>
                </c:pt>
              </c:strCache>
            </c:strRef>
          </c:cat>
          <c:val>
            <c:numRef>
              <c:f>graficos!$E$2:$E$8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11</c:v>
                </c:pt>
                <c:pt idx="6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58328064"/>
        <c:axId val="258326888"/>
      </c:barChart>
      <c:lineChart>
        <c:grouping val="standard"/>
        <c:varyColors val="0"/>
        <c:ser>
          <c:idx val="2"/>
          <c:order val="2"/>
          <c:tx>
            <c:v>Total</c:v>
          </c:tx>
          <c:spPr>
            <a:ln w="25400">
              <a:solidFill>
                <a:srgbClr val="00B050"/>
              </a:solidFill>
              <a:prstDash val="sysDash"/>
            </a:ln>
          </c:spPr>
          <c:marker>
            <c:symbol val="none"/>
          </c:marker>
          <c:dLbls>
            <c:dLbl>
              <c:idx val="6"/>
              <c:layout>
                <c:manualLayout>
                  <c:x val="-4.3983431411076815E-2"/>
                  <c:y val="-6.746556088772927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 w="25400">
                <a:noFill/>
              </a:ln>
            </c:spPr>
            <c:txPr>
              <a:bodyPr/>
              <a:lstStyle/>
              <a:p>
                <a:pPr>
                  <a:defRPr sz="1000" b="1" i="0" u="none" strike="noStrike" baseline="0">
                    <a:solidFill>
                      <a:srgbClr val="00B050"/>
                    </a:solidFill>
                    <a:latin typeface="Calibri"/>
                    <a:ea typeface="Calibri"/>
                    <a:cs typeface="Calibri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graficos!$A$2:$A$8</c:f>
              <c:strCache>
                <c:ptCount val="7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  <c:pt idx="6">
                  <c:v>Jul'16</c:v>
                </c:pt>
              </c:strCache>
            </c:strRef>
          </c:cat>
          <c:val>
            <c:numRef>
              <c:f>graficos!$B$2:$B$8</c:f>
              <c:numCache>
                <c:formatCode>General</c:formatCode>
                <c:ptCount val="7"/>
                <c:pt idx="0">
                  <c:v>199</c:v>
                </c:pt>
                <c:pt idx="1">
                  <c:v>207</c:v>
                </c:pt>
                <c:pt idx="2">
                  <c:v>247</c:v>
                </c:pt>
                <c:pt idx="3">
                  <c:v>250</c:v>
                </c:pt>
                <c:pt idx="4">
                  <c:v>258</c:v>
                </c:pt>
                <c:pt idx="5">
                  <c:v>294</c:v>
                </c:pt>
                <c:pt idx="6">
                  <c:v>263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8328064"/>
        <c:axId val="258326888"/>
      </c:lineChart>
      <c:catAx>
        <c:axId val="2583280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9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pt-BR"/>
          </a:p>
        </c:txPr>
        <c:crossAx val="258326888"/>
        <c:crosses val="autoZero"/>
        <c:auto val="1"/>
        <c:lblAlgn val="ctr"/>
        <c:lblOffset val="100"/>
        <c:noMultiLvlLbl val="1"/>
      </c:catAx>
      <c:valAx>
        <c:axId val="2583268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58328064"/>
        <c:crosses val="autoZero"/>
        <c:crossBetween val="between"/>
      </c:valAx>
      <c:spPr>
        <a:noFill/>
        <a:ln w="25400">
          <a:noFill/>
        </a:ln>
      </c:spPr>
    </c:plotArea>
    <c:legend>
      <c:legendPos val="b"/>
      <c:layout/>
      <c:overlay val="0"/>
      <c:txPr>
        <a:bodyPr/>
        <a:lstStyle/>
        <a:p>
          <a:pPr>
            <a:defRPr sz="900" b="0" i="0" u="none" strike="noStrike" baseline="0">
              <a:solidFill>
                <a:srgbClr val="000000"/>
              </a:solidFill>
              <a:latin typeface="Calibri"/>
              <a:ea typeface="Calibri"/>
              <a:cs typeface="Calibri"/>
            </a:defRPr>
          </a:pPr>
          <a:endParaRPr lang="pt-BR"/>
        </a:p>
      </c:txPr>
    </c:legend>
    <c:plotVisOnly val="1"/>
    <c:dispBlanksAs val="gap"/>
    <c:showDLblsOverMax val="0"/>
  </c:chart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pt-BR"/>
    </a:p>
  </c:txPr>
  <c:externalData r:id="rId2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1889574871106309E-2"/>
          <c:y val="5.828688947759264E-2"/>
          <c:w val="0.93622085025778734"/>
          <c:h val="0.68187516531989167"/>
        </c:manualLayout>
      </c:layout>
      <c:lineChart>
        <c:grouping val="standard"/>
        <c:varyColors val="0"/>
        <c:ser>
          <c:idx val="0"/>
          <c:order val="0"/>
          <c:tx>
            <c:strRef>
              <c:f>graficos!$B$11</c:f>
              <c:strCache>
                <c:ptCount val="1"/>
                <c:pt idx="0">
                  <c:v>Programadas</c:v>
                </c:pt>
              </c:strCache>
            </c:strRef>
          </c:tx>
          <c:spPr>
            <a:ln w="28575">
              <a:solidFill>
                <a:schemeClr val="tx2"/>
              </a:solidFill>
            </a:ln>
          </c:spPr>
          <c:marker>
            <c:symbol val="none"/>
          </c:marker>
          <c:dLbls>
            <c:dLbl>
              <c:idx val="6"/>
              <c:layout>
                <c:manualLayout>
                  <c:x val="-4.148164603549933E-2"/>
                  <c:y val="-3.944804236748512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txPr>
              <a:bodyPr/>
              <a:lstStyle/>
              <a:p>
                <a: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graficos!$A$12:$A$18</c:f>
              <c:strCache>
                <c:ptCount val="7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  <c:pt idx="6">
                  <c:v>Jul'16</c:v>
                </c:pt>
              </c:strCache>
            </c:strRef>
          </c:cat>
          <c:val>
            <c:numRef>
              <c:f>graficos!$B$12:$B$18</c:f>
              <c:numCache>
                <c:formatCode>General</c:formatCode>
                <c:ptCount val="7"/>
                <c:pt idx="0">
                  <c:v>138</c:v>
                </c:pt>
                <c:pt idx="1">
                  <c:v>135</c:v>
                </c:pt>
                <c:pt idx="2">
                  <c:v>116</c:v>
                </c:pt>
                <c:pt idx="3">
                  <c:v>129</c:v>
                </c:pt>
                <c:pt idx="4">
                  <c:v>131</c:v>
                </c:pt>
                <c:pt idx="5">
                  <c:v>131</c:v>
                </c:pt>
                <c:pt idx="6">
                  <c:v>121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graficos!$C$11</c:f>
              <c:strCache>
                <c:ptCount val="1"/>
                <c:pt idx="0">
                  <c:v>Técnicas</c:v>
                </c:pt>
              </c:strCache>
            </c:strRef>
          </c:tx>
          <c:spPr>
            <a:ln>
              <a:solidFill>
                <a:srgbClr val="959799"/>
              </a:solidFill>
            </a:ln>
          </c:spPr>
          <c:marker>
            <c:symbol val="none"/>
          </c:marker>
          <c:dLbls>
            <c:dLbl>
              <c:idx val="1"/>
              <c:layout>
                <c:manualLayout>
                  <c:x val="-2.4417453891138068E-2"/>
                  <c:y val="-2.36686390532544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2.4417453891138103E-2"/>
                  <c:y val="-3.944773175542406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solidFill>
                <a:schemeClr val="bg1">
                  <a:lumMod val="50000"/>
                </a:schemeClr>
              </a:solidFill>
              <a:ln w="9525" cap="flat" cmpd="sng" algn="ctr">
                <a:solidFill>
                  <a:schemeClr val="bg1">
                    <a:lumMod val="65000"/>
                  </a:schemeClr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txPr>
              <a:bodyPr/>
              <a:lstStyle/>
              <a:p>
                <a: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graficos!$A$12:$A$18</c:f>
              <c:strCache>
                <c:ptCount val="7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  <c:pt idx="6">
                  <c:v>Jul'16</c:v>
                </c:pt>
              </c:strCache>
            </c:strRef>
          </c:cat>
          <c:val>
            <c:numRef>
              <c:f>graficos!$C$12:$C$18</c:f>
              <c:numCache>
                <c:formatCode>General</c:formatCode>
                <c:ptCount val="7"/>
                <c:pt idx="0">
                  <c:v>1</c:v>
                </c:pt>
                <c:pt idx="1">
                  <c:v>19</c:v>
                </c:pt>
                <c:pt idx="2">
                  <c:v>27</c:v>
                </c:pt>
                <c:pt idx="3">
                  <c:v>47</c:v>
                </c:pt>
                <c:pt idx="4">
                  <c:v>54</c:v>
                </c:pt>
                <c:pt idx="5">
                  <c:v>93</c:v>
                </c:pt>
                <c:pt idx="6">
                  <c:v>64</c:v>
                </c:pt>
              </c:numCache>
            </c:numRef>
          </c:val>
          <c:smooth val="0"/>
        </c:ser>
        <c:ser>
          <c:idx val="3"/>
          <c:order val="2"/>
          <c:tx>
            <c:strRef>
              <c:f>graficos!$D$11</c:f>
              <c:strCache>
                <c:ptCount val="1"/>
                <c:pt idx="0">
                  <c:v>Emergenciais</c:v>
                </c:pt>
              </c:strCache>
            </c:strRef>
          </c:tx>
          <c:spPr>
            <a:ln>
              <a:solidFill>
                <a:srgbClr val="00B050"/>
              </a:solidFill>
            </a:ln>
          </c:spPr>
          <c:marker>
            <c:symbol val="none"/>
          </c:marker>
          <c:dLbls>
            <c:dLbl>
              <c:idx val="1"/>
              <c:layout>
                <c:manualLayout>
                  <c:x val="-2.4417453891138068E-2"/>
                  <c:y val="1.183431952662721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2.4417453891138103E-2"/>
                  <c:y val="1.577909270216955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solidFill>
                <a:srgbClr val="00B050"/>
              </a:solidFill>
              <a:ln w="9525" cap="flat" cmpd="sng" algn="ctr">
                <a:solidFill>
                  <a:srgbClr val="00B050"/>
                </a:solidFill>
                <a:prstDash val="solid"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</c:spPr>
            <c:txPr>
              <a:bodyPr/>
              <a:lstStyle/>
              <a:p>
                <a: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graficos!$A$12:$A$18</c:f>
              <c:strCache>
                <c:ptCount val="7"/>
                <c:pt idx="0">
                  <c:v>Jan'16</c:v>
                </c:pt>
                <c:pt idx="1">
                  <c:v>Fev'16</c:v>
                </c:pt>
                <c:pt idx="2">
                  <c:v>Mar'16</c:v>
                </c:pt>
                <c:pt idx="3">
                  <c:v>Abr'16</c:v>
                </c:pt>
                <c:pt idx="4">
                  <c:v>Mai'16</c:v>
                </c:pt>
                <c:pt idx="5">
                  <c:v>Jun'16</c:v>
                </c:pt>
                <c:pt idx="6">
                  <c:v>Jul'16</c:v>
                </c:pt>
              </c:strCache>
            </c:strRef>
          </c:cat>
          <c:val>
            <c:numRef>
              <c:f>graficos!$D$12:$D$18</c:f>
              <c:numCache>
                <c:formatCode>General</c:formatCode>
                <c:ptCount val="7"/>
                <c:pt idx="0">
                  <c:v>21</c:v>
                </c:pt>
                <c:pt idx="1">
                  <c:v>13</c:v>
                </c:pt>
                <c:pt idx="2">
                  <c:v>26</c:v>
                </c:pt>
                <c:pt idx="3">
                  <c:v>16</c:v>
                </c:pt>
                <c:pt idx="4">
                  <c:v>21</c:v>
                </c:pt>
                <c:pt idx="5">
                  <c:v>26</c:v>
                </c:pt>
                <c:pt idx="6">
                  <c:v>30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58331592"/>
        <c:axId val="258331984"/>
      </c:lineChart>
      <c:catAx>
        <c:axId val="2583315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/>
            </a:pPr>
            <a:endParaRPr lang="pt-BR"/>
          </a:p>
        </c:txPr>
        <c:crossAx val="258331984"/>
        <c:crosses val="autoZero"/>
        <c:auto val="1"/>
        <c:lblAlgn val="ctr"/>
        <c:lblOffset val="100"/>
        <c:noMultiLvlLbl val="1"/>
      </c:catAx>
      <c:valAx>
        <c:axId val="25833198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58331592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[Apresentação.xlsx]Plan2!Tabela dinâmica1</c:name>
    <c:fmtId val="-1"/>
  </c:pivotSource>
  <c:chart>
    <c:title>
      <c:tx>
        <c:rich>
          <a:bodyPr/>
          <a:lstStyle/>
          <a:p>
            <a:pPr>
              <a:defRPr sz="1200"/>
            </a:pPr>
            <a:r>
              <a:rPr lang="pt-BR" sz="1200"/>
              <a:t>Status problemas - 29 registros</a:t>
            </a:r>
          </a:p>
        </c:rich>
      </c:tx>
      <c:layout/>
      <c:overlay val="0"/>
    </c:title>
    <c:autoTitleDeleted val="0"/>
    <c:pivotFmts>
      <c:pivotFmt>
        <c:idx val="0"/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1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1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1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3571117254270004"/>
          <c:y val="0.29372800144453687"/>
          <c:w val="0.77738519789851557"/>
          <c:h val="0.61812816395493564"/>
        </c:manualLayout>
      </c:layout>
      <c:pie3DChart>
        <c:varyColors val="1"/>
        <c:ser>
          <c:idx val="0"/>
          <c:order val="0"/>
          <c:tx>
            <c:strRef>
              <c:f>Plan2!$B$1</c:f>
              <c:strCache>
                <c:ptCount val="1"/>
                <c:pt idx="0">
                  <c:v>Total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Plan2!$A$2:$A$9</c:f>
              <c:strCache>
                <c:ptCount val="7"/>
                <c:pt idx="0">
                  <c:v>Homologação</c:v>
                </c:pt>
                <c:pt idx="1">
                  <c:v>Implementação de solução definitiva</c:v>
                </c:pt>
                <c:pt idx="2">
                  <c:v>Kick Off</c:v>
                </c:pt>
                <c:pt idx="3">
                  <c:v>RCA Andamento</c:v>
                </c:pt>
                <c:pt idx="4">
                  <c:v>RCA Concluída</c:v>
                </c:pt>
                <c:pt idx="5">
                  <c:v>Risco residual</c:v>
                </c:pt>
                <c:pt idx="6">
                  <c:v>Vulnerabilidade</c:v>
                </c:pt>
              </c:strCache>
            </c:strRef>
          </c:cat>
          <c:val>
            <c:numRef>
              <c:f>Plan2!$B$2:$B$9</c:f>
              <c:numCache>
                <c:formatCode>General</c:formatCode>
                <c:ptCount val="7"/>
                <c:pt idx="0">
                  <c:v>6</c:v>
                </c:pt>
                <c:pt idx="1">
                  <c:v>8</c:v>
                </c:pt>
                <c:pt idx="2">
                  <c:v>1</c:v>
                </c:pt>
                <c:pt idx="3">
                  <c:v>5</c:v>
                </c:pt>
                <c:pt idx="4">
                  <c:v>6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</c:extLst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[Basededados_04082016.xlsx]Plan3!Tabela dinâmica3</c:name>
    <c:fmtId val="-1"/>
  </c:pivotSource>
  <c:chart>
    <c:title>
      <c:tx>
        <c:rich>
          <a:bodyPr/>
          <a:lstStyle/>
          <a:p>
            <a:pPr>
              <a:defRPr/>
            </a:pPr>
            <a:r>
              <a:rPr lang="en-US"/>
              <a:t>Pendências de andamento</a:t>
            </a:r>
          </a:p>
        </c:rich>
      </c:tx>
      <c:layout/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1"/>
          <c:showBubbleSize val="0"/>
          <c:separator>
</c:separator>
          <c:extLst>
            <c:ext xmlns:c15="http://schemas.microsoft.com/office/drawing/2012/chart" uri="{CE6537A1-D6FC-4f65-9D91-7224C49458BB}"/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Plan3!$B$20</c:f>
              <c:strCache>
                <c:ptCount val="1"/>
                <c:pt idx="0">
                  <c:v>Total</c:v>
                </c:pt>
              </c:strCache>
            </c:strRef>
          </c:tx>
          <c:explosion val="7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eparator>
</c:separator>
            <c:showLeaderLines val="1"/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Plan3!$A$21:$A$23</c:f>
              <c:strCache>
                <c:ptCount val="2"/>
                <c:pt idx="0">
                  <c:v>Não</c:v>
                </c:pt>
                <c:pt idx="1">
                  <c:v>Sim</c:v>
                </c:pt>
              </c:strCache>
            </c:strRef>
          </c:cat>
          <c:val>
            <c:numRef>
              <c:f>Plan3!$B$21:$B$23</c:f>
              <c:numCache>
                <c:formatCode>General</c:formatCode>
                <c:ptCount val="2"/>
                <c:pt idx="0">
                  <c:v>12</c:v>
                </c:pt>
                <c:pt idx="1">
                  <c:v>17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/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image" Target="../media/image42.jp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image" Target="../media/image4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0D22E6-0ACB-4B55-833C-1544183C9F53}" type="doc">
      <dgm:prSet loTypeId="urn:microsoft.com/office/officeart/2008/layout/Increasing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5F6DF90-D927-43F8-BCA4-D5386C8A9AA7}">
      <dgm:prSet phldrT="[Texto]"/>
      <dgm:spPr/>
      <dgm:t>
        <a:bodyPr/>
        <a:lstStyle/>
        <a:p>
          <a:r>
            <a:rPr lang="pt-BR" dirty="0" smtClean="0"/>
            <a:t>Triagem</a:t>
          </a:r>
          <a:endParaRPr lang="pt-BR" dirty="0"/>
        </a:p>
      </dgm:t>
    </dgm:pt>
    <dgm:pt modelId="{A96EBB1C-66A5-4E3B-B24C-6EB19E94B619}" type="parTrans" cxnId="{6231A49C-D378-4348-B80B-F5F0CFED87DF}">
      <dgm:prSet/>
      <dgm:spPr/>
      <dgm:t>
        <a:bodyPr/>
        <a:lstStyle/>
        <a:p>
          <a:endParaRPr lang="pt-BR"/>
        </a:p>
      </dgm:t>
    </dgm:pt>
    <dgm:pt modelId="{62C980FD-1DF0-496E-A81D-188284A4D314}" type="sibTrans" cxnId="{6231A49C-D378-4348-B80B-F5F0CFED87DF}">
      <dgm:prSet/>
      <dgm:spPr/>
      <dgm:t>
        <a:bodyPr/>
        <a:lstStyle/>
        <a:p>
          <a:endParaRPr lang="pt-BR"/>
        </a:p>
      </dgm:t>
    </dgm:pt>
    <dgm:pt modelId="{62F94AD3-5D13-49F0-ACD4-8B1087188C60}">
      <dgm:prSet phldrT="[Texto]"/>
      <dgm:spPr/>
      <dgm:t>
        <a:bodyPr/>
        <a:lstStyle/>
        <a:p>
          <a:r>
            <a:rPr lang="pt-BR" dirty="0" err="1" smtClean="0"/>
            <a:t>Kick</a:t>
          </a:r>
          <a:r>
            <a:rPr lang="pt-BR" dirty="0" smtClean="0"/>
            <a:t> off</a:t>
          </a:r>
          <a:endParaRPr lang="pt-BR" dirty="0"/>
        </a:p>
      </dgm:t>
    </dgm:pt>
    <dgm:pt modelId="{C342759B-227F-4AAA-A224-221F9662AEFD}" type="parTrans" cxnId="{96DA62EF-BEAC-4F51-9D4D-671C7404D6C3}">
      <dgm:prSet/>
      <dgm:spPr/>
      <dgm:t>
        <a:bodyPr/>
        <a:lstStyle/>
        <a:p>
          <a:endParaRPr lang="pt-BR"/>
        </a:p>
      </dgm:t>
    </dgm:pt>
    <dgm:pt modelId="{450C62F6-902D-4C87-B7DD-A4C7834FCA3B}" type="sibTrans" cxnId="{96DA62EF-BEAC-4F51-9D4D-671C7404D6C3}">
      <dgm:prSet/>
      <dgm:spPr/>
      <dgm:t>
        <a:bodyPr/>
        <a:lstStyle/>
        <a:p>
          <a:endParaRPr lang="pt-BR"/>
        </a:p>
      </dgm:t>
    </dgm:pt>
    <dgm:pt modelId="{4F54199C-2B6E-4C18-92C5-58AD23E731DF}">
      <dgm:prSet phldrT="[Texto]"/>
      <dgm:spPr/>
      <dgm:t>
        <a:bodyPr/>
        <a:lstStyle/>
        <a:p>
          <a:r>
            <a:rPr lang="pt-BR" dirty="0" smtClean="0"/>
            <a:t>RCA</a:t>
          </a:r>
          <a:endParaRPr lang="pt-BR" dirty="0"/>
        </a:p>
      </dgm:t>
    </dgm:pt>
    <dgm:pt modelId="{CA5BAA69-D3A5-4780-A1B3-9E672B5D1420}" type="parTrans" cxnId="{68059A91-2F5E-41EF-95D3-5EE2C06A3873}">
      <dgm:prSet/>
      <dgm:spPr/>
      <dgm:t>
        <a:bodyPr/>
        <a:lstStyle/>
        <a:p>
          <a:endParaRPr lang="pt-BR"/>
        </a:p>
      </dgm:t>
    </dgm:pt>
    <dgm:pt modelId="{CDAC0258-2E13-4866-8CE8-3B73DFEEACB7}" type="sibTrans" cxnId="{68059A91-2F5E-41EF-95D3-5EE2C06A3873}">
      <dgm:prSet/>
      <dgm:spPr/>
      <dgm:t>
        <a:bodyPr/>
        <a:lstStyle/>
        <a:p>
          <a:endParaRPr lang="pt-BR"/>
        </a:p>
      </dgm:t>
    </dgm:pt>
    <dgm:pt modelId="{ECDE2D78-FAC0-4340-B7B7-324EA48305FA}">
      <dgm:prSet phldrT="[Texto]"/>
      <dgm:spPr/>
      <dgm:t>
        <a:bodyPr/>
        <a:lstStyle/>
        <a:p>
          <a:r>
            <a:rPr lang="pt-BR" dirty="0" smtClean="0"/>
            <a:t>Implementação</a:t>
          </a:r>
          <a:endParaRPr lang="pt-BR" dirty="0"/>
        </a:p>
      </dgm:t>
    </dgm:pt>
    <dgm:pt modelId="{E8428C08-4229-4D23-A47B-8D360038A36D}" type="parTrans" cxnId="{E0270BD8-997A-4D52-9EF0-46B2A1D1A25E}">
      <dgm:prSet/>
      <dgm:spPr/>
      <dgm:t>
        <a:bodyPr/>
        <a:lstStyle/>
        <a:p>
          <a:endParaRPr lang="pt-BR"/>
        </a:p>
      </dgm:t>
    </dgm:pt>
    <dgm:pt modelId="{A0923071-861A-4E9E-AAC6-C0A65A76F122}" type="sibTrans" cxnId="{E0270BD8-997A-4D52-9EF0-46B2A1D1A25E}">
      <dgm:prSet/>
      <dgm:spPr/>
      <dgm:t>
        <a:bodyPr/>
        <a:lstStyle/>
        <a:p>
          <a:endParaRPr lang="pt-BR"/>
        </a:p>
      </dgm:t>
    </dgm:pt>
    <dgm:pt modelId="{9D9DD85D-34E2-4860-ABE9-EE2CCB923E44}">
      <dgm:prSet phldrT="[Texto]"/>
      <dgm:spPr/>
      <dgm:t>
        <a:bodyPr/>
        <a:lstStyle/>
        <a:p>
          <a:r>
            <a:rPr lang="pt-BR" dirty="0" smtClean="0"/>
            <a:t>Homologação</a:t>
          </a:r>
          <a:endParaRPr lang="pt-BR" dirty="0"/>
        </a:p>
      </dgm:t>
    </dgm:pt>
    <dgm:pt modelId="{C1A5B930-50DF-432F-BE75-6793FA9119F7}" type="parTrans" cxnId="{4ABB1625-B5EE-498B-8F84-4484C6E62232}">
      <dgm:prSet/>
      <dgm:spPr/>
      <dgm:t>
        <a:bodyPr/>
        <a:lstStyle/>
        <a:p>
          <a:endParaRPr lang="pt-BR"/>
        </a:p>
      </dgm:t>
    </dgm:pt>
    <dgm:pt modelId="{AF423AC3-437D-46CB-9F4F-72C3798B6252}" type="sibTrans" cxnId="{4ABB1625-B5EE-498B-8F84-4484C6E62232}">
      <dgm:prSet/>
      <dgm:spPr/>
      <dgm:t>
        <a:bodyPr/>
        <a:lstStyle/>
        <a:p>
          <a:endParaRPr lang="pt-BR"/>
        </a:p>
      </dgm:t>
    </dgm:pt>
    <dgm:pt modelId="{32F580DB-F7D0-49C9-B75E-8756F4ED4AFC}">
      <dgm:prSet phldrT="[Texto]"/>
      <dgm:spPr/>
      <dgm:t>
        <a:bodyPr/>
        <a:lstStyle/>
        <a:p>
          <a:r>
            <a:rPr lang="pt-BR" dirty="0" smtClean="0"/>
            <a:t>Encerramento</a:t>
          </a:r>
          <a:endParaRPr lang="pt-BR" dirty="0"/>
        </a:p>
      </dgm:t>
    </dgm:pt>
    <dgm:pt modelId="{AED06F6C-9A66-479F-A92B-4A68D09C9E59}" type="parTrans" cxnId="{2189F615-712C-40AB-B878-368AEE2062AC}">
      <dgm:prSet/>
      <dgm:spPr/>
      <dgm:t>
        <a:bodyPr/>
        <a:lstStyle/>
        <a:p>
          <a:endParaRPr lang="pt-BR"/>
        </a:p>
      </dgm:t>
    </dgm:pt>
    <dgm:pt modelId="{F41884CB-1B6E-4C0C-B405-04FCA5177A0E}" type="sibTrans" cxnId="{2189F615-712C-40AB-B878-368AEE2062AC}">
      <dgm:prSet/>
      <dgm:spPr/>
      <dgm:t>
        <a:bodyPr/>
        <a:lstStyle/>
        <a:p>
          <a:endParaRPr lang="pt-BR"/>
        </a:p>
      </dgm:t>
    </dgm:pt>
    <dgm:pt modelId="{08B0FD81-E832-4CB2-9DF0-807539018C41}" type="pres">
      <dgm:prSet presAssocID="{350D22E6-0ACB-4B55-833C-1544183C9F53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  <dgm:t>
        <a:bodyPr/>
        <a:lstStyle/>
        <a:p>
          <a:endParaRPr lang="pt-BR"/>
        </a:p>
      </dgm:t>
    </dgm:pt>
    <dgm:pt modelId="{8778A9C0-9E29-4F50-A5B1-50BF5903DE71}" type="pres">
      <dgm:prSet presAssocID="{E5F6DF90-D927-43F8-BCA4-D5386C8A9AA7}" presName="composite" presStyleCnt="0"/>
      <dgm:spPr/>
    </dgm:pt>
    <dgm:pt modelId="{F569B0CB-58FF-4906-9B69-AF2B67318F8A}" type="pres">
      <dgm:prSet presAssocID="{E5F6DF90-D927-43F8-BCA4-D5386C8A9AA7}" presName="BackAccent" presStyleLbl="bgShp" presStyleIdx="0" presStyleCnt="6"/>
      <dgm:spPr/>
    </dgm:pt>
    <dgm:pt modelId="{36FFAB07-4843-4375-9D4A-6B9C12616721}" type="pres">
      <dgm:prSet presAssocID="{E5F6DF90-D927-43F8-BCA4-D5386C8A9AA7}" presName="Accent" presStyleLbl="alignNode1" presStyleIdx="0" presStyleCnt="6"/>
      <dgm:spPr/>
    </dgm:pt>
    <dgm:pt modelId="{5809E3A4-5B71-492B-B3B0-4E45F9C92F54}" type="pres">
      <dgm:prSet presAssocID="{E5F6DF90-D927-43F8-BCA4-D5386C8A9AA7}" presName="Child" presStyleLbl="revTx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0CB2AC8-FF17-48DF-936F-E7B7FD74FF2E}" type="pres">
      <dgm:prSet presAssocID="{E5F6DF90-D927-43F8-BCA4-D5386C8A9AA7}" presName="Parent" presStyleLbl="revTx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53F5701-F1FF-4B6F-8AFD-E6EB81833297}" type="pres">
      <dgm:prSet presAssocID="{62C980FD-1DF0-496E-A81D-188284A4D314}" presName="sibTrans" presStyleCnt="0"/>
      <dgm:spPr/>
    </dgm:pt>
    <dgm:pt modelId="{90FC9A4C-B7D9-4A68-A7B9-9821910A837D}" type="pres">
      <dgm:prSet presAssocID="{62F94AD3-5D13-49F0-ACD4-8B1087188C60}" presName="composite" presStyleCnt="0"/>
      <dgm:spPr/>
    </dgm:pt>
    <dgm:pt modelId="{DDBCD005-8592-4EDF-807C-50F2F5118787}" type="pres">
      <dgm:prSet presAssocID="{62F94AD3-5D13-49F0-ACD4-8B1087188C60}" presName="BackAccent" presStyleLbl="bgShp" presStyleIdx="1" presStyleCnt="6"/>
      <dgm:spPr/>
    </dgm:pt>
    <dgm:pt modelId="{126E08AF-D293-4746-84AB-B77B3EDC102F}" type="pres">
      <dgm:prSet presAssocID="{62F94AD3-5D13-49F0-ACD4-8B1087188C60}" presName="Accent" presStyleLbl="alignNode1" presStyleIdx="1" presStyleCnt="6"/>
      <dgm:spPr/>
    </dgm:pt>
    <dgm:pt modelId="{2F688AF0-DF5E-4C50-A6C8-ACF8FAF0C919}" type="pres">
      <dgm:prSet presAssocID="{62F94AD3-5D13-49F0-ACD4-8B1087188C60}" presName="Child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B7DD9E94-59F4-4209-B3C7-B5CDD16495B1}" type="pres">
      <dgm:prSet presAssocID="{62F94AD3-5D13-49F0-ACD4-8B1087188C60}" presName="Parent" presStyleLbl="revTx" presStyleIdx="1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D87E6BE-3F1B-4516-A128-AAFAF345DACC}" type="pres">
      <dgm:prSet presAssocID="{450C62F6-902D-4C87-B7DD-A4C7834FCA3B}" presName="sibTrans" presStyleCnt="0"/>
      <dgm:spPr/>
    </dgm:pt>
    <dgm:pt modelId="{0209582E-3603-4713-98EB-5681CCE422CD}" type="pres">
      <dgm:prSet presAssocID="{4F54199C-2B6E-4C18-92C5-58AD23E731DF}" presName="composite" presStyleCnt="0"/>
      <dgm:spPr/>
    </dgm:pt>
    <dgm:pt modelId="{87B266A8-E011-4FEF-834E-B59DC866007D}" type="pres">
      <dgm:prSet presAssocID="{4F54199C-2B6E-4C18-92C5-58AD23E731DF}" presName="BackAccent" presStyleLbl="bgShp" presStyleIdx="2" presStyleCnt="6"/>
      <dgm:spPr/>
    </dgm:pt>
    <dgm:pt modelId="{EE468277-307C-4DBF-AF95-B4967A57DDED}" type="pres">
      <dgm:prSet presAssocID="{4F54199C-2B6E-4C18-92C5-58AD23E731DF}" presName="Accent" presStyleLbl="alignNode1" presStyleIdx="2" presStyleCnt="6"/>
      <dgm:spPr/>
    </dgm:pt>
    <dgm:pt modelId="{B197D4DC-4167-493A-9509-FD2E03B5BC20}" type="pres">
      <dgm:prSet presAssocID="{4F54199C-2B6E-4C18-92C5-58AD23E731DF}" presName="Child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B0E8F989-168C-4C58-90B1-783EE0FB8974}" type="pres">
      <dgm:prSet presAssocID="{4F54199C-2B6E-4C18-92C5-58AD23E731DF}" presName="Parent" presStyleLbl="revTx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4F1A074-7396-4CD1-A37A-C182170B866B}" type="pres">
      <dgm:prSet presAssocID="{CDAC0258-2E13-4866-8CE8-3B73DFEEACB7}" presName="sibTrans" presStyleCnt="0"/>
      <dgm:spPr/>
    </dgm:pt>
    <dgm:pt modelId="{89EAE2FE-8F74-4398-8DB3-0CBB452D6131}" type="pres">
      <dgm:prSet presAssocID="{ECDE2D78-FAC0-4340-B7B7-324EA48305FA}" presName="composite" presStyleCnt="0"/>
      <dgm:spPr/>
    </dgm:pt>
    <dgm:pt modelId="{B62C4C3E-4D3D-4485-8F84-F0265B1D2E0B}" type="pres">
      <dgm:prSet presAssocID="{ECDE2D78-FAC0-4340-B7B7-324EA48305FA}" presName="BackAccent" presStyleLbl="bgShp" presStyleIdx="3" presStyleCnt="6"/>
      <dgm:spPr/>
    </dgm:pt>
    <dgm:pt modelId="{35E85A4F-A976-4E6F-96A3-A497F4147A68}" type="pres">
      <dgm:prSet presAssocID="{ECDE2D78-FAC0-4340-B7B7-324EA48305FA}" presName="Accent" presStyleLbl="alignNode1" presStyleIdx="3" presStyleCnt="6"/>
      <dgm:spPr/>
    </dgm:pt>
    <dgm:pt modelId="{88CAD13C-748C-4D23-BFA6-7223D96EA66D}" type="pres">
      <dgm:prSet presAssocID="{ECDE2D78-FAC0-4340-B7B7-324EA48305FA}" presName="Child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CCC54FFE-C204-4B67-A5B0-EB505D85E06D}" type="pres">
      <dgm:prSet presAssocID="{ECDE2D78-FAC0-4340-B7B7-324EA48305FA}" presName="Parent" presStyleLbl="revTx" presStyleIdx="3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D46580F-4B9A-42FB-A825-AD93AE5B639E}" type="pres">
      <dgm:prSet presAssocID="{A0923071-861A-4E9E-AAC6-C0A65A76F122}" presName="sibTrans" presStyleCnt="0"/>
      <dgm:spPr/>
    </dgm:pt>
    <dgm:pt modelId="{A8819FA6-31F7-470B-86E6-3DA43B08F929}" type="pres">
      <dgm:prSet presAssocID="{9D9DD85D-34E2-4860-ABE9-EE2CCB923E44}" presName="composite" presStyleCnt="0"/>
      <dgm:spPr/>
    </dgm:pt>
    <dgm:pt modelId="{9FB10278-A9F9-494A-86B2-D881E6958D73}" type="pres">
      <dgm:prSet presAssocID="{9D9DD85D-34E2-4860-ABE9-EE2CCB923E44}" presName="BackAccent" presStyleLbl="bgShp" presStyleIdx="4" presStyleCnt="6"/>
      <dgm:spPr/>
    </dgm:pt>
    <dgm:pt modelId="{EEB06DF6-2200-46E8-AEFA-6D98BCBAC43D}" type="pres">
      <dgm:prSet presAssocID="{9D9DD85D-34E2-4860-ABE9-EE2CCB923E44}" presName="Accent" presStyleLbl="alignNode1" presStyleIdx="4" presStyleCnt="6"/>
      <dgm:spPr/>
    </dgm:pt>
    <dgm:pt modelId="{32C7881D-A092-41F3-817E-C4B7A330F5C4}" type="pres">
      <dgm:prSet presAssocID="{9D9DD85D-34E2-4860-ABE9-EE2CCB923E44}" presName="Child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C5F4D0CA-9057-406E-A2AA-D807071F7E93}" type="pres">
      <dgm:prSet presAssocID="{9D9DD85D-34E2-4860-ABE9-EE2CCB923E44}" presName="Parent" presStyleLbl="revTx" presStyleIdx="4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53C9EFD-C68F-4BFE-B210-87C843D71B67}" type="pres">
      <dgm:prSet presAssocID="{AF423AC3-437D-46CB-9F4F-72C3798B6252}" presName="sibTrans" presStyleCnt="0"/>
      <dgm:spPr/>
    </dgm:pt>
    <dgm:pt modelId="{E08A1A84-388D-4744-9F9E-E548BF905F4E}" type="pres">
      <dgm:prSet presAssocID="{32F580DB-F7D0-49C9-B75E-8756F4ED4AFC}" presName="composite" presStyleCnt="0"/>
      <dgm:spPr/>
    </dgm:pt>
    <dgm:pt modelId="{89D5B9A9-EB74-42E2-A2C0-6E4FDB5A2931}" type="pres">
      <dgm:prSet presAssocID="{32F580DB-F7D0-49C9-B75E-8756F4ED4AFC}" presName="BackAccent" presStyleLbl="bgShp" presStyleIdx="5" presStyleCnt="6"/>
      <dgm:spPr/>
    </dgm:pt>
    <dgm:pt modelId="{A4466398-E171-4193-86D4-9402B546D8C5}" type="pres">
      <dgm:prSet presAssocID="{32F580DB-F7D0-49C9-B75E-8756F4ED4AFC}" presName="Accent" presStyleLbl="alignNode1" presStyleIdx="5" presStyleCnt="6"/>
      <dgm:spPr/>
    </dgm:pt>
    <dgm:pt modelId="{0DCCF572-3356-49E7-AE57-6EB7AA145325}" type="pres">
      <dgm:prSet presAssocID="{32F580DB-F7D0-49C9-B75E-8756F4ED4AFC}" presName="Child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FF1E4B56-667E-4379-A98C-992CDA39B455}" type="pres">
      <dgm:prSet presAssocID="{32F580DB-F7D0-49C9-B75E-8756F4ED4AFC}" presName="Parent" presStyleLbl="revTx" presStyleIdx="5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E31AEBDF-2BF4-4940-81C9-64EE3A86DF88}" type="presOf" srcId="{ECDE2D78-FAC0-4340-B7B7-324EA48305FA}" destId="{CCC54FFE-C204-4B67-A5B0-EB505D85E06D}" srcOrd="0" destOrd="0" presId="urn:microsoft.com/office/officeart/2008/layout/IncreasingCircleProcess"/>
    <dgm:cxn modelId="{2189F615-712C-40AB-B878-368AEE2062AC}" srcId="{350D22E6-0ACB-4B55-833C-1544183C9F53}" destId="{32F580DB-F7D0-49C9-B75E-8756F4ED4AFC}" srcOrd="5" destOrd="0" parTransId="{AED06F6C-9A66-479F-A92B-4A68D09C9E59}" sibTransId="{F41884CB-1B6E-4C0C-B405-04FCA5177A0E}"/>
    <dgm:cxn modelId="{AB95C537-1827-42D5-A0FC-7B81C946218B}" type="presOf" srcId="{9D9DD85D-34E2-4860-ABE9-EE2CCB923E44}" destId="{C5F4D0CA-9057-406E-A2AA-D807071F7E93}" srcOrd="0" destOrd="0" presId="urn:microsoft.com/office/officeart/2008/layout/IncreasingCircleProcess"/>
    <dgm:cxn modelId="{4ABB1625-B5EE-498B-8F84-4484C6E62232}" srcId="{350D22E6-0ACB-4B55-833C-1544183C9F53}" destId="{9D9DD85D-34E2-4860-ABE9-EE2CCB923E44}" srcOrd="4" destOrd="0" parTransId="{C1A5B930-50DF-432F-BE75-6793FA9119F7}" sibTransId="{AF423AC3-437D-46CB-9F4F-72C3798B6252}"/>
    <dgm:cxn modelId="{E0270BD8-997A-4D52-9EF0-46B2A1D1A25E}" srcId="{350D22E6-0ACB-4B55-833C-1544183C9F53}" destId="{ECDE2D78-FAC0-4340-B7B7-324EA48305FA}" srcOrd="3" destOrd="0" parTransId="{E8428C08-4229-4D23-A47B-8D360038A36D}" sibTransId="{A0923071-861A-4E9E-AAC6-C0A65A76F122}"/>
    <dgm:cxn modelId="{96DA62EF-BEAC-4F51-9D4D-671C7404D6C3}" srcId="{350D22E6-0ACB-4B55-833C-1544183C9F53}" destId="{62F94AD3-5D13-49F0-ACD4-8B1087188C60}" srcOrd="1" destOrd="0" parTransId="{C342759B-227F-4AAA-A224-221F9662AEFD}" sibTransId="{450C62F6-902D-4C87-B7DD-A4C7834FCA3B}"/>
    <dgm:cxn modelId="{68059A91-2F5E-41EF-95D3-5EE2C06A3873}" srcId="{350D22E6-0ACB-4B55-833C-1544183C9F53}" destId="{4F54199C-2B6E-4C18-92C5-58AD23E731DF}" srcOrd="2" destOrd="0" parTransId="{CA5BAA69-D3A5-4780-A1B3-9E672B5D1420}" sibTransId="{CDAC0258-2E13-4866-8CE8-3B73DFEEACB7}"/>
    <dgm:cxn modelId="{6231A49C-D378-4348-B80B-F5F0CFED87DF}" srcId="{350D22E6-0ACB-4B55-833C-1544183C9F53}" destId="{E5F6DF90-D927-43F8-BCA4-D5386C8A9AA7}" srcOrd="0" destOrd="0" parTransId="{A96EBB1C-66A5-4E3B-B24C-6EB19E94B619}" sibTransId="{62C980FD-1DF0-496E-A81D-188284A4D314}"/>
    <dgm:cxn modelId="{F7073EDA-FA62-4C84-9F3C-2650897AE3B9}" type="presOf" srcId="{350D22E6-0ACB-4B55-833C-1544183C9F53}" destId="{08B0FD81-E832-4CB2-9DF0-807539018C41}" srcOrd="0" destOrd="0" presId="urn:microsoft.com/office/officeart/2008/layout/IncreasingCircleProcess"/>
    <dgm:cxn modelId="{5200FE01-19B1-420A-A4EB-8F555AE32AE0}" type="presOf" srcId="{32F580DB-F7D0-49C9-B75E-8756F4ED4AFC}" destId="{FF1E4B56-667E-4379-A98C-992CDA39B455}" srcOrd="0" destOrd="0" presId="urn:microsoft.com/office/officeart/2008/layout/IncreasingCircleProcess"/>
    <dgm:cxn modelId="{8AB7CADA-E851-44A9-AA9E-6551707BD463}" type="presOf" srcId="{E5F6DF90-D927-43F8-BCA4-D5386C8A9AA7}" destId="{80CB2AC8-FF17-48DF-936F-E7B7FD74FF2E}" srcOrd="0" destOrd="0" presId="urn:microsoft.com/office/officeart/2008/layout/IncreasingCircleProcess"/>
    <dgm:cxn modelId="{7DB461B2-BAB7-44E0-9555-7C08977DCCDB}" type="presOf" srcId="{62F94AD3-5D13-49F0-ACD4-8B1087188C60}" destId="{B7DD9E94-59F4-4209-B3C7-B5CDD16495B1}" srcOrd="0" destOrd="0" presId="urn:microsoft.com/office/officeart/2008/layout/IncreasingCircleProcess"/>
    <dgm:cxn modelId="{D57ABA0D-2E9A-410F-A0ED-E2D900015034}" type="presOf" srcId="{4F54199C-2B6E-4C18-92C5-58AD23E731DF}" destId="{B0E8F989-168C-4C58-90B1-783EE0FB8974}" srcOrd="0" destOrd="0" presId="urn:microsoft.com/office/officeart/2008/layout/IncreasingCircleProcess"/>
    <dgm:cxn modelId="{C69965E3-B683-4054-BA6B-7A45AF87C435}" type="presParOf" srcId="{08B0FD81-E832-4CB2-9DF0-807539018C41}" destId="{8778A9C0-9E29-4F50-A5B1-50BF5903DE71}" srcOrd="0" destOrd="0" presId="urn:microsoft.com/office/officeart/2008/layout/IncreasingCircleProcess"/>
    <dgm:cxn modelId="{FBA403D8-1633-4EDF-82A6-7E5CE67F34B2}" type="presParOf" srcId="{8778A9C0-9E29-4F50-A5B1-50BF5903DE71}" destId="{F569B0CB-58FF-4906-9B69-AF2B67318F8A}" srcOrd="0" destOrd="0" presId="urn:microsoft.com/office/officeart/2008/layout/IncreasingCircleProcess"/>
    <dgm:cxn modelId="{3279E877-2D7B-480E-9CF5-509B196D732F}" type="presParOf" srcId="{8778A9C0-9E29-4F50-A5B1-50BF5903DE71}" destId="{36FFAB07-4843-4375-9D4A-6B9C12616721}" srcOrd="1" destOrd="0" presId="urn:microsoft.com/office/officeart/2008/layout/IncreasingCircleProcess"/>
    <dgm:cxn modelId="{60B22806-D1F4-4A44-A528-1ACBDB4FB2D1}" type="presParOf" srcId="{8778A9C0-9E29-4F50-A5B1-50BF5903DE71}" destId="{5809E3A4-5B71-492B-B3B0-4E45F9C92F54}" srcOrd="2" destOrd="0" presId="urn:microsoft.com/office/officeart/2008/layout/IncreasingCircleProcess"/>
    <dgm:cxn modelId="{6604A4E2-8CE5-47D8-83B6-53525421CDE5}" type="presParOf" srcId="{8778A9C0-9E29-4F50-A5B1-50BF5903DE71}" destId="{80CB2AC8-FF17-48DF-936F-E7B7FD74FF2E}" srcOrd="3" destOrd="0" presId="urn:microsoft.com/office/officeart/2008/layout/IncreasingCircleProcess"/>
    <dgm:cxn modelId="{C2F3EE64-EB87-422D-8E4F-73C815F39BAD}" type="presParOf" srcId="{08B0FD81-E832-4CB2-9DF0-807539018C41}" destId="{B53F5701-F1FF-4B6F-8AFD-E6EB81833297}" srcOrd="1" destOrd="0" presId="urn:microsoft.com/office/officeart/2008/layout/IncreasingCircleProcess"/>
    <dgm:cxn modelId="{AF4B5874-0B50-4754-ACCC-EBB5AA7E9066}" type="presParOf" srcId="{08B0FD81-E832-4CB2-9DF0-807539018C41}" destId="{90FC9A4C-B7D9-4A68-A7B9-9821910A837D}" srcOrd="2" destOrd="0" presId="urn:microsoft.com/office/officeart/2008/layout/IncreasingCircleProcess"/>
    <dgm:cxn modelId="{960C56C0-A087-45CC-8B03-91856B429E6C}" type="presParOf" srcId="{90FC9A4C-B7D9-4A68-A7B9-9821910A837D}" destId="{DDBCD005-8592-4EDF-807C-50F2F5118787}" srcOrd="0" destOrd="0" presId="urn:microsoft.com/office/officeart/2008/layout/IncreasingCircleProcess"/>
    <dgm:cxn modelId="{F28A2F72-F649-4EB1-AC3E-11643618B9FD}" type="presParOf" srcId="{90FC9A4C-B7D9-4A68-A7B9-9821910A837D}" destId="{126E08AF-D293-4746-84AB-B77B3EDC102F}" srcOrd="1" destOrd="0" presId="urn:microsoft.com/office/officeart/2008/layout/IncreasingCircleProcess"/>
    <dgm:cxn modelId="{18B5CE82-06AF-4BCD-A095-853B316D3384}" type="presParOf" srcId="{90FC9A4C-B7D9-4A68-A7B9-9821910A837D}" destId="{2F688AF0-DF5E-4C50-A6C8-ACF8FAF0C919}" srcOrd="2" destOrd="0" presId="urn:microsoft.com/office/officeart/2008/layout/IncreasingCircleProcess"/>
    <dgm:cxn modelId="{297ACC23-0745-4187-869F-88FEF423EFE2}" type="presParOf" srcId="{90FC9A4C-B7D9-4A68-A7B9-9821910A837D}" destId="{B7DD9E94-59F4-4209-B3C7-B5CDD16495B1}" srcOrd="3" destOrd="0" presId="urn:microsoft.com/office/officeart/2008/layout/IncreasingCircleProcess"/>
    <dgm:cxn modelId="{D48A7877-AD3D-4F90-B81E-32AA558F984B}" type="presParOf" srcId="{08B0FD81-E832-4CB2-9DF0-807539018C41}" destId="{7D87E6BE-3F1B-4516-A128-AAFAF345DACC}" srcOrd="3" destOrd="0" presId="urn:microsoft.com/office/officeart/2008/layout/IncreasingCircleProcess"/>
    <dgm:cxn modelId="{4A8F6153-47E0-4885-AA50-0F65BA2FDC47}" type="presParOf" srcId="{08B0FD81-E832-4CB2-9DF0-807539018C41}" destId="{0209582E-3603-4713-98EB-5681CCE422CD}" srcOrd="4" destOrd="0" presId="urn:microsoft.com/office/officeart/2008/layout/IncreasingCircleProcess"/>
    <dgm:cxn modelId="{742E6DA8-C3EA-41CD-85C5-339E01BE9313}" type="presParOf" srcId="{0209582E-3603-4713-98EB-5681CCE422CD}" destId="{87B266A8-E011-4FEF-834E-B59DC866007D}" srcOrd="0" destOrd="0" presId="urn:microsoft.com/office/officeart/2008/layout/IncreasingCircleProcess"/>
    <dgm:cxn modelId="{3CF996ED-BA46-4BA1-AC0C-74FA71C61CB2}" type="presParOf" srcId="{0209582E-3603-4713-98EB-5681CCE422CD}" destId="{EE468277-307C-4DBF-AF95-B4967A57DDED}" srcOrd="1" destOrd="0" presId="urn:microsoft.com/office/officeart/2008/layout/IncreasingCircleProcess"/>
    <dgm:cxn modelId="{8AE6431B-61B4-468F-86F3-CC139827E75F}" type="presParOf" srcId="{0209582E-3603-4713-98EB-5681CCE422CD}" destId="{B197D4DC-4167-493A-9509-FD2E03B5BC20}" srcOrd="2" destOrd="0" presId="urn:microsoft.com/office/officeart/2008/layout/IncreasingCircleProcess"/>
    <dgm:cxn modelId="{0D16B32D-9A53-4641-8E2F-E336F365671B}" type="presParOf" srcId="{0209582E-3603-4713-98EB-5681CCE422CD}" destId="{B0E8F989-168C-4C58-90B1-783EE0FB8974}" srcOrd="3" destOrd="0" presId="urn:microsoft.com/office/officeart/2008/layout/IncreasingCircleProcess"/>
    <dgm:cxn modelId="{23C4DDE3-A09B-442E-80A2-62DE3E8E1DD5}" type="presParOf" srcId="{08B0FD81-E832-4CB2-9DF0-807539018C41}" destId="{C4F1A074-7396-4CD1-A37A-C182170B866B}" srcOrd="5" destOrd="0" presId="urn:microsoft.com/office/officeart/2008/layout/IncreasingCircleProcess"/>
    <dgm:cxn modelId="{9D7B72DF-CFFE-4A95-B465-0A22E0ADAACF}" type="presParOf" srcId="{08B0FD81-E832-4CB2-9DF0-807539018C41}" destId="{89EAE2FE-8F74-4398-8DB3-0CBB452D6131}" srcOrd="6" destOrd="0" presId="urn:microsoft.com/office/officeart/2008/layout/IncreasingCircleProcess"/>
    <dgm:cxn modelId="{2FFCEFA1-B2E9-4E83-AE57-8A1DA0979B38}" type="presParOf" srcId="{89EAE2FE-8F74-4398-8DB3-0CBB452D6131}" destId="{B62C4C3E-4D3D-4485-8F84-F0265B1D2E0B}" srcOrd="0" destOrd="0" presId="urn:microsoft.com/office/officeart/2008/layout/IncreasingCircleProcess"/>
    <dgm:cxn modelId="{FBF3BEE9-4E21-40F2-AE28-CFA828714AED}" type="presParOf" srcId="{89EAE2FE-8F74-4398-8DB3-0CBB452D6131}" destId="{35E85A4F-A976-4E6F-96A3-A497F4147A68}" srcOrd="1" destOrd="0" presId="urn:microsoft.com/office/officeart/2008/layout/IncreasingCircleProcess"/>
    <dgm:cxn modelId="{60481F29-E540-457F-80F9-B14C47335DD7}" type="presParOf" srcId="{89EAE2FE-8F74-4398-8DB3-0CBB452D6131}" destId="{88CAD13C-748C-4D23-BFA6-7223D96EA66D}" srcOrd="2" destOrd="0" presId="urn:microsoft.com/office/officeart/2008/layout/IncreasingCircleProcess"/>
    <dgm:cxn modelId="{7BD2967C-2042-4AF3-AFBD-9C25F9A7C66E}" type="presParOf" srcId="{89EAE2FE-8F74-4398-8DB3-0CBB452D6131}" destId="{CCC54FFE-C204-4B67-A5B0-EB505D85E06D}" srcOrd="3" destOrd="0" presId="urn:microsoft.com/office/officeart/2008/layout/IncreasingCircleProcess"/>
    <dgm:cxn modelId="{2EC0DAE7-0DE1-4395-AA45-18489E79C670}" type="presParOf" srcId="{08B0FD81-E832-4CB2-9DF0-807539018C41}" destId="{7D46580F-4B9A-42FB-A825-AD93AE5B639E}" srcOrd="7" destOrd="0" presId="urn:microsoft.com/office/officeart/2008/layout/IncreasingCircleProcess"/>
    <dgm:cxn modelId="{4E4149EF-ED47-4B15-BF88-6DE1B514F34B}" type="presParOf" srcId="{08B0FD81-E832-4CB2-9DF0-807539018C41}" destId="{A8819FA6-31F7-470B-86E6-3DA43B08F929}" srcOrd="8" destOrd="0" presId="urn:microsoft.com/office/officeart/2008/layout/IncreasingCircleProcess"/>
    <dgm:cxn modelId="{C0A1B3AA-2E07-4F9D-85ED-E13147EAB8A0}" type="presParOf" srcId="{A8819FA6-31F7-470B-86E6-3DA43B08F929}" destId="{9FB10278-A9F9-494A-86B2-D881E6958D73}" srcOrd="0" destOrd="0" presId="urn:microsoft.com/office/officeart/2008/layout/IncreasingCircleProcess"/>
    <dgm:cxn modelId="{D658FC7A-A97C-4590-9E5F-C2E5D16C3DF9}" type="presParOf" srcId="{A8819FA6-31F7-470B-86E6-3DA43B08F929}" destId="{EEB06DF6-2200-46E8-AEFA-6D98BCBAC43D}" srcOrd="1" destOrd="0" presId="urn:microsoft.com/office/officeart/2008/layout/IncreasingCircleProcess"/>
    <dgm:cxn modelId="{252331D0-4DA4-4A71-92E8-49D5682906D8}" type="presParOf" srcId="{A8819FA6-31F7-470B-86E6-3DA43B08F929}" destId="{32C7881D-A092-41F3-817E-C4B7A330F5C4}" srcOrd="2" destOrd="0" presId="urn:microsoft.com/office/officeart/2008/layout/IncreasingCircleProcess"/>
    <dgm:cxn modelId="{C890ECF9-A95B-4E01-B78D-3CCA7AFEACB1}" type="presParOf" srcId="{A8819FA6-31F7-470B-86E6-3DA43B08F929}" destId="{C5F4D0CA-9057-406E-A2AA-D807071F7E93}" srcOrd="3" destOrd="0" presId="urn:microsoft.com/office/officeart/2008/layout/IncreasingCircleProcess"/>
    <dgm:cxn modelId="{910A2783-E3D0-4C5D-8637-DEB8EBA5FF52}" type="presParOf" srcId="{08B0FD81-E832-4CB2-9DF0-807539018C41}" destId="{853C9EFD-C68F-4BFE-B210-87C843D71B67}" srcOrd="9" destOrd="0" presId="urn:microsoft.com/office/officeart/2008/layout/IncreasingCircleProcess"/>
    <dgm:cxn modelId="{C5858B0F-C669-4629-95B0-18DD1136ADE7}" type="presParOf" srcId="{08B0FD81-E832-4CB2-9DF0-807539018C41}" destId="{E08A1A84-388D-4744-9F9E-E548BF905F4E}" srcOrd="10" destOrd="0" presId="urn:microsoft.com/office/officeart/2008/layout/IncreasingCircleProcess"/>
    <dgm:cxn modelId="{570BDA9E-DC2E-4EB7-A5DF-FF9023BEEFD4}" type="presParOf" srcId="{E08A1A84-388D-4744-9F9E-E548BF905F4E}" destId="{89D5B9A9-EB74-42E2-A2C0-6E4FDB5A2931}" srcOrd="0" destOrd="0" presId="urn:microsoft.com/office/officeart/2008/layout/IncreasingCircleProcess"/>
    <dgm:cxn modelId="{D0A5EB6A-AEBF-42A9-9C4B-53D33ADD62A2}" type="presParOf" srcId="{E08A1A84-388D-4744-9F9E-E548BF905F4E}" destId="{A4466398-E171-4193-86D4-9402B546D8C5}" srcOrd="1" destOrd="0" presId="urn:microsoft.com/office/officeart/2008/layout/IncreasingCircleProcess"/>
    <dgm:cxn modelId="{43DD4B3F-B7BE-4AE2-A900-C5E14BD147C2}" type="presParOf" srcId="{E08A1A84-388D-4744-9F9E-E548BF905F4E}" destId="{0DCCF572-3356-49E7-AE57-6EB7AA145325}" srcOrd="2" destOrd="0" presId="urn:microsoft.com/office/officeart/2008/layout/IncreasingCircleProcess"/>
    <dgm:cxn modelId="{CAEC5A5F-FB11-4439-84F6-FFB604985F7C}" type="presParOf" srcId="{E08A1A84-388D-4744-9F9E-E548BF905F4E}" destId="{FF1E4B56-667E-4379-A98C-992CDA39B455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691880-0902-43DF-A801-03C93329E378}" type="doc">
      <dgm:prSet loTypeId="urn:microsoft.com/office/officeart/2005/8/layout/chevron1" loCatId="process" qsTypeId="urn:microsoft.com/office/officeart/2005/8/quickstyle/3d3" qsCatId="3D" csTypeId="urn:microsoft.com/office/officeart/2005/8/colors/accent1_2" csCatId="accent1" phldr="1"/>
      <dgm:spPr/>
    </dgm:pt>
    <dgm:pt modelId="{2D6D15F1-FF86-4BB3-8FD0-C62332534C04}">
      <dgm:prSet phldrT="[Texto]"/>
      <dgm:spPr/>
      <dgm:t>
        <a:bodyPr/>
        <a:lstStyle/>
        <a:p>
          <a:r>
            <a:rPr lang="pt-BR" dirty="0" smtClean="0"/>
            <a:t>Registro</a:t>
          </a:r>
          <a:endParaRPr lang="pt-BR" dirty="0"/>
        </a:p>
      </dgm:t>
    </dgm:pt>
    <dgm:pt modelId="{E943B9F4-91F9-4170-8BAE-0E8AFBF62BCD}" type="parTrans" cxnId="{C28067EC-6AC3-4322-93A8-D5E2A7E777EE}">
      <dgm:prSet/>
      <dgm:spPr/>
      <dgm:t>
        <a:bodyPr/>
        <a:lstStyle/>
        <a:p>
          <a:endParaRPr lang="pt-BR"/>
        </a:p>
      </dgm:t>
    </dgm:pt>
    <dgm:pt modelId="{8F10DC91-25DC-4787-9C9E-B821A6D94F8D}" type="sibTrans" cxnId="{C28067EC-6AC3-4322-93A8-D5E2A7E777EE}">
      <dgm:prSet/>
      <dgm:spPr/>
      <dgm:t>
        <a:bodyPr/>
        <a:lstStyle/>
        <a:p>
          <a:endParaRPr lang="pt-BR"/>
        </a:p>
      </dgm:t>
    </dgm:pt>
    <dgm:pt modelId="{CDB95ABB-BD8D-414E-82FD-1B8294F50DB8}">
      <dgm:prSet phldrT="[Texto]"/>
      <dgm:spPr/>
      <dgm:t>
        <a:bodyPr/>
        <a:lstStyle/>
        <a:p>
          <a:r>
            <a:rPr lang="pt-BR" dirty="0" smtClean="0"/>
            <a:t>RCA concluída</a:t>
          </a:r>
          <a:endParaRPr lang="pt-BR" dirty="0"/>
        </a:p>
      </dgm:t>
    </dgm:pt>
    <dgm:pt modelId="{ACB51253-F99C-4A45-AADB-9830D2344447}" type="parTrans" cxnId="{A3A42C70-F0EB-4EDA-B40D-C3F10996F57A}">
      <dgm:prSet/>
      <dgm:spPr/>
      <dgm:t>
        <a:bodyPr/>
        <a:lstStyle/>
        <a:p>
          <a:endParaRPr lang="pt-BR"/>
        </a:p>
      </dgm:t>
    </dgm:pt>
    <dgm:pt modelId="{B3EC2D33-6BE0-4894-918E-12D8166381A6}" type="sibTrans" cxnId="{A3A42C70-F0EB-4EDA-B40D-C3F10996F57A}">
      <dgm:prSet/>
      <dgm:spPr/>
      <dgm:t>
        <a:bodyPr/>
        <a:lstStyle/>
        <a:p>
          <a:endParaRPr lang="pt-BR"/>
        </a:p>
      </dgm:t>
    </dgm:pt>
    <dgm:pt modelId="{6FE905B4-E4E3-4965-8D4A-AA238FCF5849}">
      <dgm:prSet phldrT="[Texto]"/>
      <dgm:spPr/>
      <dgm:t>
        <a:bodyPr/>
        <a:lstStyle/>
        <a:p>
          <a:r>
            <a:rPr lang="pt-BR" dirty="0" smtClean="0"/>
            <a:t>Solução definitiva aplicada</a:t>
          </a:r>
          <a:endParaRPr lang="pt-BR" dirty="0"/>
        </a:p>
      </dgm:t>
    </dgm:pt>
    <dgm:pt modelId="{62140BF6-7A8A-4687-8788-A6164FCE6C4F}" type="parTrans" cxnId="{3AB5C660-90CC-491D-B8C6-3B1E959CBDA5}">
      <dgm:prSet/>
      <dgm:spPr/>
      <dgm:t>
        <a:bodyPr/>
        <a:lstStyle/>
        <a:p>
          <a:endParaRPr lang="pt-BR"/>
        </a:p>
      </dgm:t>
    </dgm:pt>
    <dgm:pt modelId="{11627B6A-84EF-45FB-926E-23C78D7982CC}" type="sibTrans" cxnId="{3AB5C660-90CC-491D-B8C6-3B1E959CBDA5}">
      <dgm:prSet/>
      <dgm:spPr/>
      <dgm:t>
        <a:bodyPr/>
        <a:lstStyle/>
        <a:p>
          <a:endParaRPr lang="pt-BR"/>
        </a:p>
      </dgm:t>
    </dgm:pt>
    <dgm:pt modelId="{7A0A0132-B072-4392-8DEB-A332876F3A07}" type="pres">
      <dgm:prSet presAssocID="{EA691880-0902-43DF-A801-03C93329E378}" presName="Name0" presStyleCnt="0">
        <dgm:presLayoutVars>
          <dgm:dir/>
          <dgm:animLvl val="lvl"/>
          <dgm:resizeHandles val="exact"/>
        </dgm:presLayoutVars>
      </dgm:prSet>
      <dgm:spPr/>
    </dgm:pt>
    <dgm:pt modelId="{BD8FB4E0-EF2C-4108-A327-7FCBA9DDC2AA}" type="pres">
      <dgm:prSet presAssocID="{2D6D15F1-FF86-4BB3-8FD0-C62332534C04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7573DE65-3CD5-4EB3-B35B-11BAA4ABF8D5}" type="pres">
      <dgm:prSet presAssocID="{8F10DC91-25DC-4787-9C9E-B821A6D94F8D}" presName="parTxOnlySpace" presStyleCnt="0"/>
      <dgm:spPr/>
    </dgm:pt>
    <dgm:pt modelId="{F78B071A-D4D6-4DDE-B9D2-D0186136EF1F}" type="pres">
      <dgm:prSet presAssocID="{CDB95ABB-BD8D-414E-82FD-1B8294F50DB8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B8E994B-FD5C-4C5F-9905-2225138288AD}" type="pres">
      <dgm:prSet presAssocID="{B3EC2D33-6BE0-4894-918E-12D8166381A6}" presName="parTxOnlySpace" presStyleCnt="0"/>
      <dgm:spPr/>
    </dgm:pt>
    <dgm:pt modelId="{D5B4BBC8-DC30-4EB6-8276-4178129E62ED}" type="pres">
      <dgm:prSet presAssocID="{6FE905B4-E4E3-4965-8D4A-AA238FCF5849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B8C23651-8238-481F-8EC1-EB779ACBC889}" type="presOf" srcId="{EA691880-0902-43DF-A801-03C93329E378}" destId="{7A0A0132-B072-4392-8DEB-A332876F3A07}" srcOrd="0" destOrd="0" presId="urn:microsoft.com/office/officeart/2005/8/layout/chevron1"/>
    <dgm:cxn modelId="{A3A42C70-F0EB-4EDA-B40D-C3F10996F57A}" srcId="{EA691880-0902-43DF-A801-03C93329E378}" destId="{CDB95ABB-BD8D-414E-82FD-1B8294F50DB8}" srcOrd="1" destOrd="0" parTransId="{ACB51253-F99C-4A45-AADB-9830D2344447}" sibTransId="{B3EC2D33-6BE0-4894-918E-12D8166381A6}"/>
    <dgm:cxn modelId="{7823814A-378E-4E44-BD1E-D13D589CB753}" type="presOf" srcId="{2D6D15F1-FF86-4BB3-8FD0-C62332534C04}" destId="{BD8FB4E0-EF2C-4108-A327-7FCBA9DDC2AA}" srcOrd="0" destOrd="0" presId="urn:microsoft.com/office/officeart/2005/8/layout/chevron1"/>
    <dgm:cxn modelId="{A70EA4D9-E38A-4876-9C03-A405D794A097}" type="presOf" srcId="{6FE905B4-E4E3-4965-8D4A-AA238FCF5849}" destId="{D5B4BBC8-DC30-4EB6-8276-4178129E62ED}" srcOrd="0" destOrd="0" presId="urn:microsoft.com/office/officeart/2005/8/layout/chevron1"/>
    <dgm:cxn modelId="{94BB9CAE-7880-43E3-A8BC-896C56F217B8}" type="presOf" srcId="{CDB95ABB-BD8D-414E-82FD-1B8294F50DB8}" destId="{F78B071A-D4D6-4DDE-B9D2-D0186136EF1F}" srcOrd="0" destOrd="0" presId="urn:microsoft.com/office/officeart/2005/8/layout/chevron1"/>
    <dgm:cxn modelId="{3AB5C660-90CC-491D-B8C6-3B1E959CBDA5}" srcId="{EA691880-0902-43DF-A801-03C93329E378}" destId="{6FE905B4-E4E3-4965-8D4A-AA238FCF5849}" srcOrd="2" destOrd="0" parTransId="{62140BF6-7A8A-4687-8788-A6164FCE6C4F}" sibTransId="{11627B6A-84EF-45FB-926E-23C78D7982CC}"/>
    <dgm:cxn modelId="{C28067EC-6AC3-4322-93A8-D5E2A7E777EE}" srcId="{EA691880-0902-43DF-A801-03C93329E378}" destId="{2D6D15F1-FF86-4BB3-8FD0-C62332534C04}" srcOrd="0" destOrd="0" parTransId="{E943B9F4-91F9-4170-8BAE-0E8AFBF62BCD}" sibTransId="{8F10DC91-25DC-4787-9C9E-B821A6D94F8D}"/>
    <dgm:cxn modelId="{40620976-9DBB-450D-B646-FD9835A5ABFE}" type="presParOf" srcId="{7A0A0132-B072-4392-8DEB-A332876F3A07}" destId="{BD8FB4E0-EF2C-4108-A327-7FCBA9DDC2AA}" srcOrd="0" destOrd="0" presId="urn:microsoft.com/office/officeart/2005/8/layout/chevron1"/>
    <dgm:cxn modelId="{DC053578-2025-4F79-B76C-8DF46CE892CC}" type="presParOf" srcId="{7A0A0132-B072-4392-8DEB-A332876F3A07}" destId="{7573DE65-3CD5-4EB3-B35B-11BAA4ABF8D5}" srcOrd="1" destOrd="0" presId="urn:microsoft.com/office/officeart/2005/8/layout/chevron1"/>
    <dgm:cxn modelId="{14102ADA-9689-41FA-B937-FC03F90A7607}" type="presParOf" srcId="{7A0A0132-B072-4392-8DEB-A332876F3A07}" destId="{F78B071A-D4D6-4DDE-B9D2-D0186136EF1F}" srcOrd="2" destOrd="0" presId="urn:microsoft.com/office/officeart/2005/8/layout/chevron1"/>
    <dgm:cxn modelId="{C93A7749-1E7C-4B79-ABEA-837184330CB3}" type="presParOf" srcId="{7A0A0132-B072-4392-8DEB-A332876F3A07}" destId="{AB8E994B-FD5C-4C5F-9905-2225138288AD}" srcOrd="3" destOrd="0" presId="urn:microsoft.com/office/officeart/2005/8/layout/chevron1"/>
    <dgm:cxn modelId="{39CF8A68-CF79-42A6-A068-5D37A3FFE724}" type="presParOf" srcId="{7A0A0132-B072-4392-8DEB-A332876F3A07}" destId="{D5B4BBC8-DC30-4EB6-8276-4178129E62ED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C3CBE79-BA76-4C7B-A514-E6D97EA91751}" type="doc">
      <dgm:prSet loTypeId="urn:microsoft.com/office/officeart/2008/layout/AscendingPictureAccentProcess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pt-BR"/>
        </a:p>
      </dgm:t>
    </dgm:pt>
    <dgm:pt modelId="{FEB0AE6C-5AF1-4365-B73C-88ACB8F349B2}">
      <dgm:prSet phldrT="[Texto]"/>
      <dgm:spPr/>
      <dgm:t>
        <a:bodyPr/>
        <a:lstStyle/>
        <a:p>
          <a:r>
            <a:rPr lang="pt-BR" dirty="0" smtClean="0"/>
            <a:t>Escalonamento gerencial</a:t>
          </a:r>
          <a:endParaRPr lang="pt-BR" dirty="0"/>
        </a:p>
      </dgm:t>
    </dgm:pt>
    <dgm:pt modelId="{A98F5AD7-F8DE-49AC-AEC2-0C8A49FADF9F}" type="parTrans" cxnId="{BE302655-4E42-4ACC-A087-C3B406D5F50C}">
      <dgm:prSet/>
      <dgm:spPr/>
      <dgm:t>
        <a:bodyPr/>
        <a:lstStyle/>
        <a:p>
          <a:endParaRPr lang="pt-BR"/>
        </a:p>
      </dgm:t>
    </dgm:pt>
    <dgm:pt modelId="{D7E6456D-4043-4356-BF40-6AA8D100254C}" type="sibTrans" cxnId="{BE302655-4E42-4ACC-A087-C3B406D5F50C}">
      <dgm:prSet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2000" r="-112000"/>
          </a:stretch>
        </a:blipFill>
      </dgm:spPr>
      <dgm:t>
        <a:bodyPr/>
        <a:lstStyle/>
        <a:p>
          <a:endParaRPr lang="pt-BR"/>
        </a:p>
      </dgm:t>
    </dgm:pt>
    <dgm:pt modelId="{9C0B71A4-CCF9-475A-8A45-24CE569CB673}">
      <dgm:prSet phldrT="[Texto]" custT="1"/>
      <dgm:spPr/>
      <dgm:t>
        <a:bodyPr/>
        <a:lstStyle/>
        <a:p>
          <a:r>
            <a:rPr lang="pt-BR" sz="1200" dirty="0" err="1" smtClean="0"/>
            <a:t>OLAs</a:t>
          </a:r>
          <a:r>
            <a:rPr lang="pt-BR" sz="1200" dirty="0" smtClean="0"/>
            <a:t> não cumpridos após escalonamento operacional</a:t>
          </a:r>
          <a:endParaRPr lang="pt-BR" sz="1200" dirty="0"/>
        </a:p>
      </dgm:t>
    </dgm:pt>
    <dgm:pt modelId="{E06CFC50-24D2-4730-8E5B-1AF170453583}" type="parTrans" cxnId="{1B45088A-50B5-4FC0-82E5-F9273D07EC97}">
      <dgm:prSet/>
      <dgm:spPr/>
      <dgm:t>
        <a:bodyPr/>
        <a:lstStyle/>
        <a:p>
          <a:endParaRPr lang="pt-BR"/>
        </a:p>
      </dgm:t>
    </dgm:pt>
    <dgm:pt modelId="{135E5224-0183-4A9D-BBB1-8DA47CA17F98}" type="sibTrans" cxnId="{1B45088A-50B5-4FC0-82E5-F9273D07EC97}">
      <dgm:prSet/>
      <dgm:spPr/>
      <dgm:t>
        <a:bodyPr/>
        <a:lstStyle/>
        <a:p>
          <a:endParaRPr lang="pt-BR"/>
        </a:p>
      </dgm:t>
    </dgm:pt>
    <dgm:pt modelId="{4B729865-A464-46E5-982D-FC8140361717}">
      <dgm:prSet phldrT="[Texto]"/>
      <dgm:spPr/>
      <dgm:t>
        <a:bodyPr/>
        <a:lstStyle/>
        <a:p>
          <a:r>
            <a:rPr lang="pt-BR" dirty="0" smtClean="0"/>
            <a:t>Escalonamento operacional</a:t>
          </a:r>
          <a:endParaRPr lang="pt-BR" dirty="0"/>
        </a:p>
      </dgm:t>
    </dgm:pt>
    <dgm:pt modelId="{568176D4-E278-40C5-99E1-83007333B3D7}" type="parTrans" cxnId="{4F47B0DB-F593-45F8-A0C5-63FA594922C9}">
      <dgm:prSet/>
      <dgm:spPr/>
      <dgm:t>
        <a:bodyPr/>
        <a:lstStyle/>
        <a:p>
          <a:endParaRPr lang="pt-BR"/>
        </a:p>
      </dgm:t>
    </dgm:pt>
    <dgm:pt modelId="{DC1AA1D3-BB5E-421D-A873-C82276DD6A2A}" type="sibTrans" cxnId="{4F47B0DB-F593-45F8-A0C5-63FA594922C9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6000" r="-156000"/>
          </a:stretch>
        </a:blipFill>
      </dgm:spPr>
      <dgm:t>
        <a:bodyPr/>
        <a:lstStyle/>
        <a:p>
          <a:endParaRPr lang="pt-BR"/>
        </a:p>
      </dgm:t>
    </dgm:pt>
    <dgm:pt modelId="{25EC7490-35E4-4270-8E6B-0255C525E7F6}">
      <dgm:prSet phldrT="[Texto]" custT="1"/>
      <dgm:spPr/>
      <dgm:t>
        <a:bodyPr/>
        <a:lstStyle/>
        <a:p>
          <a:r>
            <a:rPr lang="pt-BR" sz="1200" dirty="0" err="1" smtClean="0"/>
            <a:t>OLAs</a:t>
          </a:r>
          <a:r>
            <a:rPr lang="pt-BR" sz="1200" dirty="0" smtClean="0"/>
            <a:t> não cumpridos pelos grupos técnicos envolvidos no </a:t>
          </a:r>
          <a:r>
            <a:rPr lang="pt-BR" sz="1200" dirty="0" err="1" smtClean="0"/>
            <a:t>kick</a:t>
          </a:r>
          <a:r>
            <a:rPr lang="pt-BR" sz="1200" dirty="0" smtClean="0"/>
            <a:t> off</a:t>
          </a:r>
          <a:endParaRPr lang="pt-BR" sz="1200" dirty="0"/>
        </a:p>
      </dgm:t>
    </dgm:pt>
    <dgm:pt modelId="{BCE1CC97-5E1A-431B-8EB9-AAB444222148}" type="parTrans" cxnId="{19188729-FF68-4BBF-85EA-E199D16FD5A9}">
      <dgm:prSet/>
      <dgm:spPr/>
      <dgm:t>
        <a:bodyPr/>
        <a:lstStyle/>
        <a:p>
          <a:endParaRPr lang="pt-BR"/>
        </a:p>
      </dgm:t>
    </dgm:pt>
    <dgm:pt modelId="{1289B80E-5FAA-4210-AC27-8D3D29B322BF}" type="sibTrans" cxnId="{19188729-FF68-4BBF-85EA-E199D16FD5A9}">
      <dgm:prSet/>
      <dgm:spPr/>
      <dgm:t>
        <a:bodyPr/>
        <a:lstStyle/>
        <a:p>
          <a:endParaRPr lang="pt-BR"/>
        </a:p>
      </dgm:t>
    </dgm:pt>
    <dgm:pt modelId="{6D32A2DD-1146-4D45-A57D-85054D78C9C8}">
      <dgm:prSet phldrT="[Texto]"/>
      <dgm:spPr/>
      <dgm:t>
        <a:bodyPr/>
        <a:lstStyle/>
        <a:p>
          <a:r>
            <a:rPr lang="pt-BR" dirty="0" smtClean="0"/>
            <a:t>Escalonamento executivo</a:t>
          </a:r>
          <a:endParaRPr lang="pt-BR" dirty="0"/>
        </a:p>
      </dgm:t>
    </dgm:pt>
    <dgm:pt modelId="{DB8EB42B-8CC6-40CC-B9BE-FEA7E5BBD21C}" type="parTrans" cxnId="{10DC7587-C083-4671-9E21-7FAE64C85D46}">
      <dgm:prSet/>
      <dgm:spPr/>
      <dgm:t>
        <a:bodyPr/>
        <a:lstStyle/>
        <a:p>
          <a:endParaRPr lang="pt-BR"/>
        </a:p>
      </dgm:t>
    </dgm:pt>
    <dgm:pt modelId="{D7F22D40-2615-4415-A74B-79A08321F3E8}" type="sibTrans" cxnId="{10DC7587-C083-4671-9E21-7FAE64C85D46}">
      <dgm:prSet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6000" r="-156000"/>
          </a:stretch>
        </a:blipFill>
      </dgm:spPr>
      <dgm:t>
        <a:bodyPr/>
        <a:lstStyle/>
        <a:p>
          <a:endParaRPr lang="pt-BR"/>
        </a:p>
      </dgm:t>
    </dgm:pt>
    <dgm:pt modelId="{3DF17442-CC86-42AE-8A78-2F8D0D268BC2}">
      <dgm:prSet phldrT="[Texto]" custT="1"/>
      <dgm:spPr/>
      <dgm:t>
        <a:bodyPr/>
        <a:lstStyle/>
        <a:p>
          <a:r>
            <a:rPr lang="pt-BR" sz="1200" dirty="0" err="1" smtClean="0"/>
            <a:t>OLAs</a:t>
          </a:r>
          <a:r>
            <a:rPr lang="pt-BR" sz="1200" dirty="0" smtClean="0"/>
            <a:t> não cumpridos após escalonamento operacional e gerencial.</a:t>
          </a:r>
          <a:endParaRPr lang="pt-BR" sz="1200" dirty="0"/>
        </a:p>
      </dgm:t>
    </dgm:pt>
    <dgm:pt modelId="{9D881714-3F0A-48AA-A5B4-E5CFFF8B03C7}" type="parTrans" cxnId="{4BAA4392-85B7-49B1-9981-C2477BCFE90E}">
      <dgm:prSet/>
      <dgm:spPr/>
      <dgm:t>
        <a:bodyPr/>
        <a:lstStyle/>
        <a:p>
          <a:endParaRPr lang="pt-BR"/>
        </a:p>
      </dgm:t>
    </dgm:pt>
    <dgm:pt modelId="{B63A3C07-BB32-463A-AC0A-96A70C766BE8}" type="sibTrans" cxnId="{4BAA4392-85B7-49B1-9981-C2477BCFE90E}">
      <dgm:prSet/>
      <dgm:spPr/>
      <dgm:t>
        <a:bodyPr/>
        <a:lstStyle/>
        <a:p>
          <a:endParaRPr lang="pt-BR"/>
        </a:p>
      </dgm:t>
    </dgm:pt>
    <dgm:pt modelId="{14F494A5-6DE1-429B-AE38-391CADD0698D}" type="pres">
      <dgm:prSet presAssocID="{8C3CBE79-BA76-4C7B-A514-E6D97EA91751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pt-BR"/>
        </a:p>
      </dgm:t>
    </dgm:pt>
    <dgm:pt modelId="{8815FB04-A18A-4B34-BA37-68C7D1A2B1BE}" type="pres">
      <dgm:prSet presAssocID="{8C3CBE79-BA76-4C7B-A514-E6D97EA91751}" presName="dot1" presStyleLbl="alignNode1" presStyleIdx="0" presStyleCnt="12"/>
      <dgm:spPr/>
    </dgm:pt>
    <dgm:pt modelId="{1EA8161D-B265-420F-8389-CD913AE83FEB}" type="pres">
      <dgm:prSet presAssocID="{8C3CBE79-BA76-4C7B-A514-E6D97EA91751}" presName="dot2" presStyleLbl="alignNode1" presStyleIdx="1" presStyleCnt="12"/>
      <dgm:spPr/>
    </dgm:pt>
    <dgm:pt modelId="{11017748-D518-457D-88E6-943AB3BC772A}" type="pres">
      <dgm:prSet presAssocID="{8C3CBE79-BA76-4C7B-A514-E6D97EA91751}" presName="dot3" presStyleLbl="alignNode1" presStyleIdx="2" presStyleCnt="12"/>
      <dgm:spPr/>
    </dgm:pt>
    <dgm:pt modelId="{ED051B5E-5D12-47B0-AB0A-EFDF10D06181}" type="pres">
      <dgm:prSet presAssocID="{8C3CBE79-BA76-4C7B-A514-E6D97EA91751}" presName="dot4" presStyleLbl="alignNode1" presStyleIdx="3" presStyleCnt="12"/>
      <dgm:spPr/>
    </dgm:pt>
    <dgm:pt modelId="{23465E5F-5FBA-4AAF-8BA3-68649DFA149A}" type="pres">
      <dgm:prSet presAssocID="{8C3CBE79-BA76-4C7B-A514-E6D97EA91751}" presName="dot5" presStyleLbl="alignNode1" presStyleIdx="4" presStyleCnt="12"/>
      <dgm:spPr/>
    </dgm:pt>
    <dgm:pt modelId="{A8EE3149-1C91-40CE-9510-95FB1C9AF635}" type="pres">
      <dgm:prSet presAssocID="{8C3CBE79-BA76-4C7B-A514-E6D97EA91751}" presName="dotArrow1" presStyleLbl="alignNode1" presStyleIdx="5" presStyleCnt="12"/>
      <dgm:spPr/>
    </dgm:pt>
    <dgm:pt modelId="{46B1BFF3-6BA6-47E9-BDE9-5209A198195A}" type="pres">
      <dgm:prSet presAssocID="{8C3CBE79-BA76-4C7B-A514-E6D97EA91751}" presName="dotArrow2" presStyleLbl="alignNode1" presStyleIdx="6" presStyleCnt="12"/>
      <dgm:spPr/>
    </dgm:pt>
    <dgm:pt modelId="{6FF80FE3-E15E-4C97-8671-64E1C9D1F7B0}" type="pres">
      <dgm:prSet presAssocID="{8C3CBE79-BA76-4C7B-A514-E6D97EA91751}" presName="dotArrow3" presStyleLbl="alignNode1" presStyleIdx="7" presStyleCnt="12"/>
      <dgm:spPr/>
    </dgm:pt>
    <dgm:pt modelId="{775A3073-B1FD-4885-9C22-0EA07D30086A}" type="pres">
      <dgm:prSet presAssocID="{8C3CBE79-BA76-4C7B-A514-E6D97EA91751}" presName="dotArrow4" presStyleLbl="alignNode1" presStyleIdx="8" presStyleCnt="12"/>
      <dgm:spPr/>
    </dgm:pt>
    <dgm:pt modelId="{B61796DC-71DC-42F7-8B82-BDEBFAE26A2C}" type="pres">
      <dgm:prSet presAssocID="{8C3CBE79-BA76-4C7B-A514-E6D97EA91751}" presName="dotArrow5" presStyleLbl="alignNode1" presStyleIdx="9" presStyleCnt="12"/>
      <dgm:spPr/>
    </dgm:pt>
    <dgm:pt modelId="{D43B14C2-806B-4F23-9042-D4A4D49D876C}" type="pres">
      <dgm:prSet presAssocID="{8C3CBE79-BA76-4C7B-A514-E6D97EA91751}" presName="dotArrow6" presStyleLbl="alignNode1" presStyleIdx="10" presStyleCnt="12"/>
      <dgm:spPr/>
    </dgm:pt>
    <dgm:pt modelId="{13D37270-39FF-4A00-831B-58D491E85589}" type="pres">
      <dgm:prSet presAssocID="{8C3CBE79-BA76-4C7B-A514-E6D97EA91751}" presName="dotArrow7" presStyleLbl="alignNode1" presStyleIdx="11" presStyleCnt="12"/>
      <dgm:spPr/>
    </dgm:pt>
    <dgm:pt modelId="{5F6075FE-79C6-4714-88F8-F68B99450E3C}" type="pres">
      <dgm:prSet presAssocID="{4B729865-A464-46E5-982D-FC8140361717}" presName="parTx1" presStyleLbl="node1" presStyleIdx="0" presStyleCnt="3"/>
      <dgm:spPr/>
      <dgm:t>
        <a:bodyPr/>
        <a:lstStyle/>
        <a:p>
          <a:endParaRPr lang="pt-BR"/>
        </a:p>
      </dgm:t>
    </dgm:pt>
    <dgm:pt modelId="{887D0CF7-7110-421B-B434-21AF13188D28}" type="pres">
      <dgm:prSet presAssocID="{4B729865-A464-46E5-982D-FC8140361717}" presName="desTx1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1D9EEBC-B415-4CA9-B885-877ED1991450}" type="pres">
      <dgm:prSet presAssocID="{DC1AA1D3-BB5E-421D-A873-C82276DD6A2A}" presName="picture1" presStyleCnt="0"/>
      <dgm:spPr/>
    </dgm:pt>
    <dgm:pt modelId="{2B01EA6F-AEE4-4AF7-8912-82B50E486CCC}" type="pres">
      <dgm:prSet presAssocID="{DC1AA1D3-BB5E-421D-A873-C82276DD6A2A}" presName="imageRepeatNode" presStyleLbl="fgImgPlace1" presStyleIdx="0" presStyleCnt="3"/>
      <dgm:spPr/>
      <dgm:t>
        <a:bodyPr/>
        <a:lstStyle/>
        <a:p>
          <a:endParaRPr lang="pt-BR"/>
        </a:p>
      </dgm:t>
    </dgm:pt>
    <dgm:pt modelId="{8A7947CB-F663-425E-8315-2C8669165150}" type="pres">
      <dgm:prSet presAssocID="{FEB0AE6C-5AF1-4365-B73C-88ACB8F349B2}" presName="parTx2" presStyleLbl="node1" presStyleIdx="1" presStyleCnt="3"/>
      <dgm:spPr/>
      <dgm:t>
        <a:bodyPr/>
        <a:lstStyle/>
        <a:p>
          <a:endParaRPr lang="pt-BR"/>
        </a:p>
      </dgm:t>
    </dgm:pt>
    <dgm:pt modelId="{2AA3440F-CB15-4CB6-ABE8-E3546E0212A4}" type="pres">
      <dgm:prSet presAssocID="{FEB0AE6C-5AF1-4365-B73C-88ACB8F349B2}" presName="desTx2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E47194C-0526-4EA4-8EB1-0B73F5B22C89}" type="pres">
      <dgm:prSet presAssocID="{D7E6456D-4043-4356-BF40-6AA8D100254C}" presName="picture2" presStyleCnt="0"/>
      <dgm:spPr/>
    </dgm:pt>
    <dgm:pt modelId="{F40BABFC-AA3E-4F8E-B945-442DD2C4B8FF}" type="pres">
      <dgm:prSet presAssocID="{D7E6456D-4043-4356-BF40-6AA8D100254C}" presName="imageRepeatNode" presStyleLbl="fgImgPlace1" presStyleIdx="1" presStyleCnt="3"/>
      <dgm:spPr/>
      <dgm:t>
        <a:bodyPr/>
        <a:lstStyle/>
        <a:p>
          <a:endParaRPr lang="pt-BR"/>
        </a:p>
      </dgm:t>
    </dgm:pt>
    <dgm:pt modelId="{CB3A32E6-D232-44BA-9576-B57813CE4EBC}" type="pres">
      <dgm:prSet presAssocID="{6D32A2DD-1146-4D45-A57D-85054D78C9C8}" presName="parTx3" presStyleLbl="node1" presStyleIdx="2" presStyleCnt="3"/>
      <dgm:spPr/>
      <dgm:t>
        <a:bodyPr/>
        <a:lstStyle/>
        <a:p>
          <a:endParaRPr lang="pt-BR"/>
        </a:p>
      </dgm:t>
    </dgm:pt>
    <dgm:pt modelId="{E623AE3B-5766-4F95-8843-396558C8ACE0}" type="pres">
      <dgm:prSet presAssocID="{6D32A2DD-1146-4D45-A57D-85054D78C9C8}" presName="desTx3" presStyleLbl="revTx" presStyleIdx="2" presStyleCnt="3" custLinFactNeighborX="15939" custLinFactNeighborY="-849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ABDBE88-4201-482D-AF31-8327E810572D}" type="pres">
      <dgm:prSet presAssocID="{D7F22D40-2615-4415-A74B-79A08321F3E8}" presName="picture3" presStyleCnt="0"/>
      <dgm:spPr/>
    </dgm:pt>
    <dgm:pt modelId="{A390DE9C-C779-4316-8436-0B2F64A5298A}" type="pres">
      <dgm:prSet presAssocID="{D7F22D40-2615-4415-A74B-79A08321F3E8}" presName="imageRepeatNode" presStyleLbl="fgImgPlace1" presStyleIdx="2" presStyleCnt="3"/>
      <dgm:spPr/>
      <dgm:t>
        <a:bodyPr/>
        <a:lstStyle/>
        <a:p>
          <a:endParaRPr lang="pt-BR"/>
        </a:p>
      </dgm:t>
    </dgm:pt>
  </dgm:ptLst>
  <dgm:cxnLst>
    <dgm:cxn modelId="{DF92396E-5890-48B1-9D46-2C05B85AE116}" type="presOf" srcId="{8C3CBE79-BA76-4C7B-A514-E6D97EA91751}" destId="{14F494A5-6DE1-429B-AE38-391CADD0698D}" srcOrd="0" destOrd="0" presId="urn:microsoft.com/office/officeart/2008/layout/AscendingPictureAccentProcess"/>
    <dgm:cxn modelId="{EE9F655F-07A3-4276-B380-E8D39974C225}" type="presOf" srcId="{FEB0AE6C-5AF1-4365-B73C-88ACB8F349B2}" destId="{8A7947CB-F663-425E-8315-2C8669165150}" srcOrd="0" destOrd="0" presId="urn:microsoft.com/office/officeart/2008/layout/AscendingPictureAccentProcess"/>
    <dgm:cxn modelId="{4BAA4392-85B7-49B1-9981-C2477BCFE90E}" srcId="{6D32A2DD-1146-4D45-A57D-85054D78C9C8}" destId="{3DF17442-CC86-42AE-8A78-2F8D0D268BC2}" srcOrd="0" destOrd="0" parTransId="{9D881714-3F0A-48AA-A5B4-E5CFFF8B03C7}" sibTransId="{B63A3C07-BB32-463A-AC0A-96A70C766BE8}"/>
    <dgm:cxn modelId="{4A1119C2-F431-438F-B38F-45700276819F}" type="presOf" srcId="{D7E6456D-4043-4356-BF40-6AA8D100254C}" destId="{F40BABFC-AA3E-4F8E-B945-442DD2C4B8FF}" srcOrd="0" destOrd="0" presId="urn:microsoft.com/office/officeart/2008/layout/AscendingPictureAccentProcess"/>
    <dgm:cxn modelId="{10DC7587-C083-4671-9E21-7FAE64C85D46}" srcId="{8C3CBE79-BA76-4C7B-A514-E6D97EA91751}" destId="{6D32A2DD-1146-4D45-A57D-85054D78C9C8}" srcOrd="2" destOrd="0" parTransId="{DB8EB42B-8CC6-40CC-B9BE-FEA7E5BBD21C}" sibTransId="{D7F22D40-2615-4415-A74B-79A08321F3E8}"/>
    <dgm:cxn modelId="{D67CE760-BB92-47A6-A83C-3D33D4DBD214}" type="presOf" srcId="{DC1AA1D3-BB5E-421D-A873-C82276DD6A2A}" destId="{2B01EA6F-AEE4-4AF7-8912-82B50E486CCC}" srcOrd="0" destOrd="0" presId="urn:microsoft.com/office/officeart/2008/layout/AscendingPictureAccentProcess"/>
    <dgm:cxn modelId="{1B45088A-50B5-4FC0-82E5-F9273D07EC97}" srcId="{FEB0AE6C-5AF1-4365-B73C-88ACB8F349B2}" destId="{9C0B71A4-CCF9-475A-8A45-24CE569CB673}" srcOrd="0" destOrd="0" parTransId="{E06CFC50-24D2-4730-8E5B-1AF170453583}" sibTransId="{135E5224-0183-4A9D-BBB1-8DA47CA17F98}"/>
    <dgm:cxn modelId="{19188729-FF68-4BBF-85EA-E199D16FD5A9}" srcId="{4B729865-A464-46E5-982D-FC8140361717}" destId="{25EC7490-35E4-4270-8E6B-0255C525E7F6}" srcOrd="0" destOrd="0" parTransId="{BCE1CC97-5E1A-431B-8EB9-AAB444222148}" sibTransId="{1289B80E-5FAA-4210-AC27-8D3D29B322BF}"/>
    <dgm:cxn modelId="{BE302655-4E42-4ACC-A087-C3B406D5F50C}" srcId="{8C3CBE79-BA76-4C7B-A514-E6D97EA91751}" destId="{FEB0AE6C-5AF1-4365-B73C-88ACB8F349B2}" srcOrd="1" destOrd="0" parTransId="{A98F5AD7-F8DE-49AC-AEC2-0C8A49FADF9F}" sibTransId="{D7E6456D-4043-4356-BF40-6AA8D100254C}"/>
    <dgm:cxn modelId="{D926B319-537C-428B-B9BE-8409CFED681D}" type="presOf" srcId="{4B729865-A464-46E5-982D-FC8140361717}" destId="{5F6075FE-79C6-4714-88F8-F68B99450E3C}" srcOrd="0" destOrd="0" presId="urn:microsoft.com/office/officeart/2008/layout/AscendingPictureAccentProcess"/>
    <dgm:cxn modelId="{EDD4DDDF-B563-4F41-9775-D35E8F571C66}" type="presOf" srcId="{D7F22D40-2615-4415-A74B-79A08321F3E8}" destId="{A390DE9C-C779-4316-8436-0B2F64A5298A}" srcOrd="0" destOrd="0" presId="urn:microsoft.com/office/officeart/2008/layout/AscendingPictureAccentProcess"/>
    <dgm:cxn modelId="{979F1274-6485-469E-998C-74D475E49310}" type="presOf" srcId="{3DF17442-CC86-42AE-8A78-2F8D0D268BC2}" destId="{E623AE3B-5766-4F95-8843-396558C8ACE0}" srcOrd="0" destOrd="0" presId="urn:microsoft.com/office/officeart/2008/layout/AscendingPictureAccentProcess"/>
    <dgm:cxn modelId="{CAACEA02-282E-4E35-AE3E-01084F782BBC}" type="presOf" srcId="{6D32A2DD-1146-4D45-A57D-85054D78C9C8}" destId="{CB3A32E6-D232-44BA-9576-B57813CE4EBC}" srcOrd="0" destOrd="0" presId="urn:microsoft.com/office/officeart/2008/layout/AscendingPictureAccentProcess"/>
    <dgm:cxn modelId="{5FF12C7D-11EE-45AF-B3FC-12F0B90C1F50}" type="presOf" srcId="{9C0B71A4-CCF9-475A-8A45-24CE569CB673}" destId="{2AA3440F-CB15-4CB6-ABE8-E3546E0212A4}" srcOrd="0" destOrd="0" presId="urn:microsoft.com/office/officeart/2008/layout/AscendingPictureAccentProcess"/>
    <dgm:cxn modelId="{4F47B0DB-F593-45F8-A0C5-63FA594922C9}" srcId="{8C3CBE79-BA76-4C7B-A514-E6D97EA91751}" destId="{4B729865-A464-46E5-982D-FC8140361717}" srcOrd="0" destOrd="0" parTransId="{568176D4-E278-40C5-99E1-83007333B3D7}" sibTransId="{DC1AA1D3-BB5E-421D-A873-C82276DD6A2A}"/>
    <dgm:cxn modelId="{69D61946-031B-4585-892F-E574035E9BBE}" type="presOf" srcId="{25EC7490-35E4-4270-8E6B-0255C525E7F6}" destId="{887D0CF7-7110-421B-B434-21AF13188D28}" srcOrd="0" destOrd="0" presId="urn:microsoft.com/office/officeart/2008/layout/AscendingPictureAccentProcess"/>
    <dgm:cxn modelId="{423F00FB-0465-4F7A-A856-E6D61607DBA2}" type="presParOf" srcId="{14F494A5-6DE1-429B-AE38-391CADD0698D}" destId="{8815FB04-A18A-4B34-BA37-68C7D1A2B1BE}" srcOrd="0" destOrd="0" presId="urn:microsoft.com/office/officeart/2008/layout/AscendingPictureAccentProcess"/>
    <dgm:cxn modelId="{ACCA65BC-FA16-4FC4-A2D1-97E118240A45}" type="presParOf" srcId="{14F494A5-6DE1-429B-AE38-391CADD0698D}" destId="{1EA8161D-B265-420F-8389-CD913AE83FEB}" srcOrd="1" destOrd="0" presId="urn:microsoft.com/office/officeart/2008/layout/AscendingPictureAccentProcess"/>
    <dgm:cxn modelId="{A77CAC94-07DA-4B3A-BB24-F400F3BD2728}" type="presParOf" srcId="{14F494A5-6DE1-429B-AE38-391CADD0698D}" destId="{11017748-D518-457D-88E6-943AB3BC772A}" srcOrd="2" destOrd="0" presId="urn:microsoft.com/office/officeart/2008/layout/AscendingPictureAccentProcess"/>
    <dgm:cxn modelId="{57CB2BE4-DFF9-4336-97D0-A4A28F6BBF57}" type="presParOf" srcId="{14F494A5-6DE1-429B-AE38-391CADD0698D}" destId="{ED051B5E-5D12-47B0-AB0A-EFDF10D06181}" srcOrd="3" destOrd="0" presId="urn:microsoft.com/office/officeart/2008/layout/AscendingPictureAccentProcess"/>
    <dgm:cxn modelId="{010C65D8-29FF-43D0-A0BD-4AD289320581}" type="presParOf" srcId="{14F494A5-6DE1-429B-AE38-391CADD0698D}" destId="{23465E5F-5FBA-4AAF-8BA3-68649DFA149A}" srcOrd="4" destOrd="0" presId="urn:microsoft.com/office/officeart/2008/layout/AscendingPictureAccentProcess"/>
    <dgm:cxn modelId="{247B3EA0-A84C-4700-9B50-237ADCA2F27E}" type="presParOf" srcId="{14F494A5-6DE1-429B-AE38-391CADD0698D}" destId="{A8EE3149-1C91-40CE-9510-95FB1C9AF635}" srcOrd="5" destOrd="0" presId="urn:microsoft.com/office/officeart/2008/layout/AscendingPictureAccentProcess"/>
    <dgm:cxn modelId="{AFCD24CE-E83C-4A40-B2F1-11A6D3953274}" type="presParOf" srcId="{14F494A5-6DE1-429B-AE38-391CADD0698D}" destId="{46B1BFF3-6BA6-47E9-BDE9-5209A198195A}" srcOrd="6" destOrd="0" presId="urn:microsoft.com/office/officeart/2008/layout/AscendingPictureAccentProcess"/>
    <dgm:cxn modelId="{ADC0967D-D479-483A-943A-21E0ED2AEB84}" type="presParOf" srcId="{14F494A5-6DE1-429B-AE38-391CADD0698D}" destId="{6FF80FE3-E15E-4C97-8671-64E1C9D1F7B0}" srcOrd="7" destOrd="0" presId="urn:microsoft.com/office/officeart/2008/layout/AscendingPictureAccentProcess"/>
    <dgm:cxn modelId="{21111057-8990-4A5F-A44F-9765F13C03DA}" type="presParOf" srcId="{14F494A5-6DE1-429B-AE38-391CADD0698D}" destId="{775A3073-B1FD-4885-9C22-0EA07D30086A}" srcOrd="8" destOrd="0" presId="urn:microsoft.com/office/officeart/2008/layout/AscendingPictureAccentProcess"/>
    <dgm:cxn modelId="{57BB920A-14B8-426B-98C5-EFE92681DCAA}" type="presParOf" srcId="{14F494A5-6DE1-429B-AE38-391CADD0698D}" destId="{B61796DC-71DC-42F7-8B82-BDEBFAE26A2C}" srcOrd="9" destOrd="0" presId="urn:microsoft.com/office/officeart/2008/layout/AscendingPictureAccentProcess"/>
    <dgm:cxn modelId="{22F317B9-E002-41C8-A6A1-6D1459364155}" type="presParOf" srcId="{14F494A5-6DE1-429B-AE38-391CADD0698D}" destId="{D43B14C2-806B-4F23-9042-D4A4D49D876C}" srcOrd="10" destOrd="0" presId="urn:microsoft.com/office/officeart/2008/layout/AscendingPictureAccentProcess"/>
    <dgm:cxn modelId="{02900854-4BAD-470C-AA65-B6C703C09B1E}" type="presParOf" srcId="{14F494A5-6DE1-429B-AE38-391CADD0698D}" destId="{13D37270-39FF-4A00-831B-58D491E85589}" srcOrd="11" destOrd="0" presId="urn:microsoft.com/office/officeart/2008/layout/AscendingPictureAccentProcess"/>
    <dgm:cxn modelId="{5F24F620-7DFC-4E44-AD36-8C0A177AFA1C}" type="presParOf" srcId="{14F494A5-6DE1-429B-AE38-391CADD0698D}" destId="{5F6075FE-79C6-4714-88F8-F68B99450E3C}" srcOrd="12" destOrd="0" presId="urn:microsoft.com/office/officeart/2008/layout/AscendingPictureAccentProcess"/>
    <dgm:cxn modelId="{0AF803CC-B8CF-45F6-A2E2-9EA47F4E1AF3}" type="presParOf" srcId="{14F494A5-6DE1-429B-AE38-391CADD0698D}" destId="{887D0CF7-7110-421B-B434-21AF13188D28}" srcOrd="13" destOrd="0" presId="urn:microsoft.com/office/officeart/2008/layout/AscendingPictureAccentProcess"/>
    <dgm:cxn modelId="{F5A60C20-DD33-4603-BDCA-B6B4F0576245}" type="presParOf" srcId="{14F494A5-6DE1-429B-AE38-391CADD0698D}" destId="{51D9EEBC-B415-4CA9-B885-877ED1991450}" srcOrd="14" destOrd="0" presId="urn:microsoft.com/office/officeart/2008/layout/AscendingPictureAccentProcess"/>
    <dgm:cxn modelId="{C732E71C-86F4-4800-B2A2-EDCCBC2A3657}" type="presParOf" srcId="{51D9EEBC-B415-4CA9-B885-877ED1991450}" destId="{2B01EA6F-AEE4-4AF7-8912-82B50E486CCC}" srcOrd="0" destOrd="0" presId="urn:microsoft.com/office/officeart/2008/layout/AscendingPictureAccentProcess"/>
    <dgm:cxn modelId="{D550F5B7-F85A-48A6-AC2D-51E8B3F2C673}" type="presParOf" srcId="{14F494A5-6DE1-429B-AE38-391CADD0698D}" destId="{8A7947CB-F663-425E-8315-2C8669165150}" srcOrd="15" destOrd="0" presId="urn:microsoft.com/office/officeart/2008/layout/AscendingPictureAccentProcess"/>
    <dgm:cxn modelId="{8A9B96AC-C1BC-4868-B458-8F7DF57ABDF5}" type="presParOf" srcId="{14F494A5-6DE1-429B-AE38-391CADD0698D}" destId="{2AA3440F-CB15-4CB6-ABE8-E3546E0212A4}" srcOrd="16" destOrd="0" presId="urn:microsoft.com/office/officeart/2008/layout/AscendingPictureAccentProcess"/>
    <dgm:cxn modelId="{67DFB80F-2C1E-48DC-9173-F5FF796D9B4B}" type="presParOf" srcId="{14F494A5-6DE1-429B-AE38-391CADD0698D}" destId="{5E47194C-0526-4EA4-8EB1-0B73F5B22C89}" srcOrd="17" destOrd="0" presId="urn:microsoft.com/office/officeart/2008/layout/AscendingPictureAccentProcess"/>
    <dgm:cxn modelId="{C35898D2-C95E-4D66-8983-A512DB8582EC}" type="presParOf" srcId="{5E47194C-0526-4EA4-8EB1-0B73F5B22C89}" destId="{F40BABFC-AA3E-4F8E-B945-442DD2C4B8FF}" srcOrd="0" destOrd="0" presId="urn:microsoft.com/office/officeart/2008/layout/AscendingPictureAccentProcess"/>
    <dgm:cxn modelId="{91BCD38C-2BD6-44BA-9C30-5131910E7D76}" type="presParOf" srcId="{14F494A5-6DE1-429B-AE38-391CADD0698D}" destId="{CB3A32E6-D232-44BA-9576-B57813CE4EBC}" srcOrd="18" destOrd="0" presId="urn:microsoft.com/office/officeart/2008/layout/AscendingPictureAccentProcess"/>
    <dgm:cxn modelId="{CB6184FE-B0F6-471E-B964-52DC6CDC86FF}" type="presParOf" srcId="{14F494A5-6DE1-429B-AE38-391CADD0698D}" destId="{E623AE3B-5766-4F95-8843-396558C8ACE0}" srcOrd="19" destOrd="0" presId="urn:microsoft.com/office/officeart/2008/layout/AscendingPictureAccentProcess"/>
    <dgm:cxn modelId="{4FC8ABC5-4AF9-4406-8333-C250A7027F82}" type="presParOf" srcId="{14F494A5-6DE1-429B-AE38-391CADD0698D}" destId="{DABDBE88-4201-482D-AF31-8327E810572D}" srcOrd="20" destOrd="0" presId="urn:microsoft.com/office/officeart/2008/layout/AscendingPictureAccentProcess"/>
    <dgm:cxn modelId="{9EB8EB1C-2D34-4C59-9156-778EB50CA5A3}" type="presParOf" srcId="{DABDBE88-4201-482D-AF31-8327E810572D}" destId="{A390DE9C-C779-4316-8436-0B2F64A5298A}" srcOrd="0" destOrd="0" presId="urn:microsoft.com/office/officeart/2008/layout/AscendingPictureAccent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9B0CB-58FF-4906-9B69-AF2B67318F8A}">
      <dsp:nvSpPr>
        <dsp:cNvPr id="0" name=""/>
        <dsp:cNvSpPr/>
      </dsp:nvSpPr>
      <dsp:spPr>
        <a:xfrm>
          <a:off x="4419" y="0"/>
          <a:ext cx="273980" cy="27398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FFAB07-4843-4375-9D4A-6B9C12616721}">
      <dsp:nvSpPr>
        <dsp:cNvPr id="0" name=""/>
        <dsp:cNvSpPr/>
      </dsp:nvSpPr>
      <dsp:spPr>
        <a:xfrm>
          <a:off x="31818" y="27398"/>
          <a:ext cx="219184" cy="219184"/>
        </a:xfrm>
        <a:prstGeom prst="chord">
          <a:avLst>
            <a:gd name="adj1" fmla="val 2508618"/>
            <a:gd name="adj2" fmla="val 829138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CB2AC8-FF17-48DF-936F-E7B7FD74FF2E}">
      <dsp:nvSpPr>
        <dsp:cNvPr id="0" name=""/>
        <dsp:cNvSpPr/>
      </dsp:nvSpPr>
      <dsp:spPr>
        <a:xfrm>
          <a:off x="335479" y="0"/>
          <a:ext cx="810525" cy="273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Triagem</a:t>
          </a:r>
          <a:endParaRPr lang="pt-BR" sz="900" kern="1200" dirty="0"/>
        </a:p>
      </dsp:txBody>
      <dsp:txXfrm>
        <a:off x="335479" y="0"/>
        <a:ext cx="810525" cy="273980"/>
      </dsp:txXfrm>
    </dsp:sp>
    <dsp:sp modelId="{DDBCD005-8592-4EDF-807C-50F2F5118787}">
      <dsp:nvSpPr>
        <dsp:cNvPr id="0" name=""/>
        <dsp:cNvSpPr/>
      </dsp:nvSpPr>
      <dsp:spPr>
        <a:xfrm>
          <a:off x="1203084" y="0"/>
          <a:ext cx="273980" cy="27398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6E08AF-D293-4746-84AB-B77B3EDC102F}">
      <dsp:nvSpPr>
        <dsp:cNvPr id="0" name=""/>
        <dsp:cNvSpPr/>
      </dsp:nvSpPr>
      <dsp:spPr>
        <a:xfrm>
          <a:off x="1230482" y="27398"/>
          <a:ext cx="219184" cy="219184"/>
        </a:xfrm>
        <a:prstGeom prst="chord">
          <a:avLst>
            <a:gd name="adj1" fmla="val 1168272"/>
            <a:gd name="adj2" fmla="val 963172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DD9E94-59F4-4209-B3C7-B5CDD16495B1}">
      <dsp:nvSpPr>
        <dsp:cNvPr id="0" name=""/>
        <dsp:cNvSpPr/>
      </dsp:nvSpPr>
      <dsp:spPr>
        <a:xfrm>
          <a:off x="1534144" y="0"/>
          <a:ext cx="810525" cy="273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err="1" smtClean="0"/>
            <a:t>Kick</a:t>
          </a:r>
          <a:r>
            <a:rPr lang="pt-BR" sz="900" kern="1200" dirty="0" smtClean="0"/>
            <a:t> off</a:t>
          </a:r>
          <a:endParaRPr lang="pt-BR" sz="900" kern="1200" dirty="0"/>
        </a:p>
      </dsp:txBody>
      <dsp:txXfrm>
        <a:off x="1534144" y="0"/>
        <a:ext cx="810525" cy="273980"/>
      </dsp:txXfrm>
    </dsp:sp>
    <dsp:sp modelId="{87B266A8-E011-4FEF-834E-B59DC866007D}">
      <dsp:nvSpPr>
        <dsp:cNvPr id="0" name=""/>
        <dsp:cNvSpPr/>
      </dsp:nvSpPr>
      <dsp:spPr>
        <a:xfrm>
          <a:off x="2401749" y="0"/>
          <a:ext cx="273980" cy="27398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468277-307C-4DBF-AF95-B4967A57DDED}">
      <dsp:nvSpPr>
        <dsp:cNvPr id="0" name=""/>
        <dsp:cNvSpPr/>
      </dsp:nvSpPr>
      <dsp:spPr>
        <a:xfrm>
          <a:off x="2429147" y="27398"/>
          <a:ext cx="219184" cy="219184"/>
        </a:xfrm>
        <a:prstGeom prst="chord">
          <a:avLst>
            <a:gd name="adj1" fmla="val 0"/>
            <a:gd name="adj2" fmla="val 10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E8F989-168C-4C58-90B1-783EE0FB8974}">
      <dsp:nvSpPr>
        <dsp:cNvPr id="0" name=""/>
        <dsp:cNvSpPr/>
      </dsp:nvSpPr>
      <dsp:spPr>
        <a:xfrm>
          <a:off x="2732809" y="0"/>
          <a:ext cx="810525" cy="273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RCA</a:t>
          </a:r>
          <a:endParaRPr lang="pt-BR" sz="900" kern="1200" dirty="0"/>
        </a:p>
      </dsp:txBody>
      <dsp:txXfrm>
        <a:off x="2732809" y="0"/>
        <a:ext cx="810525" cy="273980"/>
      </dsp:txXfrm>
    </dsp:sp>
    <dsp:sp modelId="{B62C4C3E-4D3D-4485-8F84-F0265B1D2E0B}">
      <dsp:nvSpPr>
        <dsp:cNvPr id="0" name=""/>
        <dsp:cNvSpPr/>
      </dsp:nvSpPr>
      <dsp:spPr>
        <a:xfrm>
          <a:off x="3600414" y="0"/>
          <a:ext cx="273980" cy="27398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E85A4F-A976-4E6F-96A3-A497F4147A68}">
      <dsp:nvSpPr>
        <dsp:cNvPr id="0" name=""/>
        <dsp:cNvSpPr/>
      </dsp:nvSpPr>
      <dsp:spPr>
        <a:xfrm>
          <a:off x="3627812" y="27398"/>
          <a:ext cx="219184" cy="219184"/>
        </a:xfrm>
        <a:prstGeom prst="chord">
          <a:avLst>
            <a:gd name="adj1" fmla="val 20431728"/>
            <a:gd name="adj2" fmla="val 11968272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C54FFE-C204-4B67-A5B0-EB505D85E06D}">
      <dsp:nvSpPr>
        <dsp:cNvPr id="0" name=""/>
        <dsp:cNvSpPr/>
      </dsp:nvSpPr>
      <dsp:spPr>
        <a:xfrm>
          <a:off x="3931474" y="0"/>
          <a:ext cx="810525" cy="273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Implementação</a:t>
          </a:r>
          <a:endParaRPr lang="pt-BR" sz="900" kern="1200" dirty="0"/>
        </a:p>
      </dsp:txBody>
      <dsp:txXfrm>
        <a:off x="3931474" y="0"/>
        <a:ext cx="810525" cy="273980"/>
      </dsp:txXfrm>
    </dsp:sp>
    <dsp:sp modelId="{9FB10278-A9F9-494A-86B2-D881E6958D73}">
      <dsp:nvSpPr>
        <dsp:cNvPr id="0" name=""/>
        <dsp:cNvSpPr/>
      </dsp:nvSpPr>
      <dsp:spPr>
        <a:xfrm>
          <a:off x="4799079" y="0"/>
          <a:ext cx="273980" cy="27398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B06DF6-2200-46E8-AEFA-6D98BCBAC43D}">
      <dsp:nvSpPr>
        <dsp:cNvPr id="0" name=""/>
        <dsp:cNvSpPr/>
      </dsp:nvSpPr>
      <dsp:spPr>
        <a:xfrm>
          <a:off x="4826477" y="27398"/>
          <a:ext cx="219184" cy="219184"/>
        </a:xfrm>
        <a:prstGeom prst="chord">
          <a:avLst>
            <a:gd name="adj1" fmla="val 19091382"/>
            <a:gd name="adj2" fmla="val 13308618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F4D0CA-9057-406E-A2AA-D807071F7E93}">
      <dsp:nvSpPr>
        <dsp:cNvPr id="0" name=""/>
        <dsp:cNvSpPr/>
      </dsp:nvSpPr>
      <dsp:spPr>
        <a:xfrm>
          <a:off x="5130139" y="0"/>
          <a:ext cx="810525" cy="273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Homologação</a:t>
          </a:r>
          <a:endParaRPr lang="pt-BR" sz="900" kern="1200" dirty="0"/>
        </a:p>
      </dsp:txBody>
      <dsp:txXfrm>
        <a:off x="5130139" y="0"/>
        <a:ext cx="810525" cy="273980"/>
      </dsp:txXfrm>
    </dsp:sp>
    <dsp:sp modelId="{89D5B9A9-EB74-42E2-A2C0-6E4FDB5A2931}">
      <dsp:nvSpPr>
        <dsp:cNvPr id="0" name=""/>
        <dsp:cNvSpPr/>
      </dsp:nvSpPr>
      <dsp:spPr>
        <a:xfrm>
          <a:off x="5997744" y="0"/>
          <a:ext cx="273980" cy="27398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66398-E171-4193-86D4-9402B546D8C5}">
      <dsp:nvSpPr>
        <dsp:cNvPr id="0" name=""/>
        <dsp:cNvSpPr/>
      </dsp:nvSpPr>
      <dsp:spPr>
        <a:xfrm>
          <a:off x="6025142" y="27398"/>
          <a:ext cx="219184" cy="219184"/>
        </a:xfrm>
        <a:prstGeom prst="chord">
          <a:avLst>
            <a:gd name="adj1" fmla="val 162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1E4B56-667E-4379-A98C-992CDA39B455}">
      <dsp:nvSpPr>
        <dsp:cNvPr id="0" name=""/>
        <dsp:cNvSpPr/>
      </dsp:nvSpPr>
      <dsp:spPr>
        <a:xfrm>
          <a:off x="6328804" y="0"/>
          <a:ext cx="810525" cy="2739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lvl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900" kern="1200" dirty="0" smtClean="0"/>
            <a:t>Encerramento</a:t>
          </a:r>
          <a:endParaRPr lang="pt-BR" sz="900" kern="1200" dirty="0"/>
        </a:p>
      </dsp:txBody>
      <dsp:txXfrm>
        <a:off x="6328804" y="0"/>
        <a:ext cx="810525" cy="2739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FB4E0-EF2C-4108-A327-7FCBA9DDC2AA}">
      <dsp:nvSpPr>
        <dsp:cNvPr id="0" name=""/>
        <dsp:cNvSpPr/>
      </dsp:nvSpPr>
      <dsp:spPr>
        <a:xfrm>
          <a:off x="2522" y="0"/>
          <a:ext cx="3073412" cy="3205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Registro</a:t>
          </a:r>
          <a:endParaRPr lang="pt-BR" sz="1900" kern="1200" dirty="0"/>
        </a:p>
      </dsp:txBody>
      <dsp:txXfrm>
        <a:off x="162813" y="0"/>
        <a:ext cx="2752830" cy="320582"/>
      </dsp:txXfrm>
    </dsp:sp>
    <dsp:sp modelId="{F78B071A-D4D6-4DDE-B9D2-D0186136EF1F}">
      <dsp:nvSpPr>
        <dsp:cNvPr id="0" name=""/>
        <dsp:cNvSpPr/>
      </dsp:nvSpPr>
      <dsp:spPr>
        <a:xfrm>
          <a:off x="2768593" y="0"/>
          <a:ext cx="3073412" cy="3205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RCA concluída</a:t>
          </a:r>
          <a:endParaRPr lang="pt-BR" sz="1900" kern="1200" dirty="0"/>
        </a:p>
      </dsp:txBody>
      <dsp:txXfrm>
        <a:off x="2928884" y="0"/>
        <a:ext cx="2752830" cy="320582"/>
      </dsp:txXfrm>
    </dsp:sp>
    <dsp:sp modelId="{D5B4BBC8-DC30-4EB6-8276-4178129E62ED}">
      <dsp:nvSpPr>
        <dsp:cNvPr id="0" name=""/>
        <dsp:cNvSpPr/>
      </dsp:nvSpPr>
      <dsp:spPr>
        <a:xfrm>
          <a:off x="5534664" y="0"/>
          <a:ext cx="3073412" cy="32058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900" kern="1200" dirty="0" smtClean="0"/>
            <a:t>Solução definitiva aplicada</a:t>
          </a:r>
          <a:endParaRPr lang="pt-BR" sz="1900" kern="1200" dirty="0"/>
        </a:p>
      </dsp:txBody>
      <dsp:txXfrm>
        <a:off x="5694955" y="0"/>
        <a:ext cx="2752830" cy="3205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15FB04-A18A-4B34-BA37-68C7D1A2B1BE}">
      <dsp:nvSpPr>
        <dsp:cNvPr id="0" name=""/>
        <dsp:cNvSpPr/>
      </dsp:nvSpPr>
      <dsp:spPr>
        <a:xfrm>
          <a:off x="1602711" y="2817753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A8161D-B265-420F-8389-CD913AE83FEB}">
      <dsp:nvSpPr>
        <dsp:cNvPr id="0" name=""/>
        <dsp:cNvSpPr/>
      </dsp:nvSpPr>
      <dsp:spPr>
        <a:xfrm>
          <a:off x="1422954" y="2904306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017748-D518-457D-88E6-943AB3BC772A}">
      <dsp:nvSpPr>
        <dsp:cNvPr id="0" name=""/>
        <dsp:cNvSpPr/>
      </dsp:nvSpPr>
      <dsp:spPr>
        <a:xfrm>
          <a:off x="1234946" y="2972672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051B5E-5D12-47B0-AB0A-EFDF10D06181}">
      <dsp:nvSpPr>
        <dsp:cNvPr id="0" name=""/>
        <dsp:cNvSpPr/>
      </dsp:nvSpPr>
      <dsp:spPr>
        <a:xfrm>
          <a:off x="2465546" y="1815828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465E5F-5FBA-4AAF-8BA3-68649DFA149A}">
      <dsp:nvSpPr>
        <dsp:cNvPr id="0" name=""/>
        <dsp:cNvSpPr/>
      </dsp:nvSpPr>
      <dsp:spPr>
        <a:xfrm>
          <a:off x="2393643" y="1991965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EE3149-1C91-40CE-9510-95FB1C9AF635}">
      <dsp:nvSpPr>
        <dsp:cNvPr id="0" name=""/>
        <dsp:cNvSpPr/>
      </dsp:nvSpPr>
      <dsp:spPr>
        <a:xfrm>
          <a:off x="2342368" y="489919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B1BFF3-6BA6-47E9-BDE9-5209A198195A}">
      <dsp:nvSpPr>
        <dsp:cNvPr id="0" name=""/>
        <dsp:cNvSpPr/>
      </dsp:nvSpPr>
      <dsp:spPr>
        <a:xfrm>
          <a:off x="2474386" y="405723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F80FE3-E15E-4C97-8671-64E1C9D1F7B0}">
      <dsp:nvSpPr>
        <dsp:cNvPr id="0" name=""/>
        <dsp:cNvSpPr/>
      </dsp:nvSpPr>
      <dsp:spPr>
        <a:xfrm>
          <a:off x="2606994" y="321528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5A3073-B1FD-4885-9C22-0EA07D30086A}">
      <dsp:nvSpPr>
        <dsp:cNvPr id="0" name=""/>
        <dsp:cNvSpPr/>
      </dsp:nvSpPr>
      <dsp:spPr>
        <a:xfrm>
          <a:off x="2739602" y="405723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796DC-71DC-42F7-8B82-BDEBFAE26A2C}">
      <dsp:nvSpPr>
        <dsp:cNvPr id="0" name=""/>
        <dsp:cNvSpPr/>
      </dsp:nvSpPr>
      <dsp:spPr>
        <a:xfrm>
          <a:off x="2872209" y="489919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B14C2-806B-4F23-9042-D4A4D49D876C}">
      <dsp:nvSpPr>
        <dsp:cNvPr id="0" name=""/>
        <dsp:cNvSpPr/>
      </dsp:nvSpPr>
      <dsp:spPr>
        <a:xfrm>
          <a:off x="2606994" y="499012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37270-39FF-4A00-831B-58D491E85589}">
      <dsp:nvSpPr>
        <dsp:cNvPr id="0" name=""/>
        <dsp:cNvSpPr/>
      </dsp:nvSpPr>
      <dsp:spPr>
        <a:xfrm>
          <a:off x="2606994" y="676833"/>
          <a:ext cx="95477" cy="9547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075FE-79C6-4714-88F8-F68B99450E3C}">
      <dsp:nvSpPr>
        <dsp:cNvPr id="0" name=""/>
        <dsp:cNvSpPr/>
      </dsp:nvSpPr>
      <dsp:spPr>
        <a:xfrm>
          <a:off x="769935" y="3190823"/>
          <a:ext cx="2057482" cy="5516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5501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Escalonamento operacional</a:t>
          </a:r>
          <a:endParaRPr lang="pt-BR" sz="1400" kern="1200" dirty="0"/>
        </a:p>
      </dsp:txBody>
      <dsp:txXfrm>
        <a:off x="796864" y="3217752"/>
        <a:ext cx="2003624" cy="497790"/>
      </dsp:txXfrm>
    </dsp:sp>
    <dsp:sp modelId="{887D0CF7-7110-421B-B434-21AF13188D28}">
      <dsp:nvSpPr>
        <dsp:cNvPr id="0" name=""/>
        <dsp:cNvSpPr/>
      </dsp:nvSpPr>
      <dsp:spPr>
        <a:xfrm>
          <a:off x="2827417" y="3190823"/>
          <a:ext cx="2959804" cy="551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err="1" smtClean="0"/>
            <a:t>OLAs</a:t>
          </a:r>
          <a:r>
            <a:rPr lang="pt-BR" sz="1200" kern="1200" dirty="0" smtClean="0"/>
            <a:t> não cumpridos pelos grupos técnicos envolvidos no </a:t>
          </a:r>
          <a:r>
            <a:rPr lang="pt-BR" sz="1200" kern="1200" dirty="0" err="1" smtClean="0"/>
            <a:t>kick</a:t>
          </a:r>
          <a:r>
            <a:rPr lang="pt-BR" sz="1200" kern="1200" dirty="0" smtClean="0"/>
            <a:t> off</a:t>
          </a:r>
          <a:endParaRPr lang="pt-BR" sz="1200" kern="1200" dirty="0"/>
        </a:p>
      </dsp:txBody>
      <dsp:txXfrm>
        <a:off x="2827417" y="3190823"/>
        <a:ext cx="2959804" cy="551648"/>
      </dsp:txXfrm>
    </dsp:sp>
    <dsp:sp modelId="{2B01EA6F-AEE4-4AF7-8912-82B50E486CCC}">
      <dsp:nvSpPr>
        <dsp:cNvPr id="0" name=""/>
        <dsp:cNvSpPr/>
      </dsp:nvSpPr>
      <dsp:spPr>
        <a:xfrm>
          <a:off x="199427" y="2634796"/>
          <a:ext cx="953596" cy="95376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6000" r="-156000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7947CB-F663-425E-8315-2C8669165150}">
      <dsp:nvSpPr>
        <dsp:cNvPr id="0" name=""/>
        <dsp:cNvSpPr/>
      </dsp:nvSpPr>
      <dsp:spPr>
        <a:xfrm>
          <a:off x="2093065" y="2474488"/>
          <a:ext cx="2057482" cy="5516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5501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Escalonamento gerencial</a:t>
          </a:r>
          <a:endParaRPr lang="pt-BR" sz="1400" kern="1200" dirty="0"/>
        </a:p>
      </dsp:txBody>
      <dsp:txXfrm>
        <a:off x="2119994" y="2501417"/>
        <a:ext cx="2003624" cy="497790"/>
      </dsp:txXfrm>
    </dsp:sp>
    <dsp:sp modelId="{2AA3440F-CB15-4CB6-ABE8-E3546E0212A4}">
      <dsp:nvSpPr>
        <dsp:cNvPr id="0" name=""/>
        <dsp:cNvSpPr/>
      </dsp:nvSpPr>
      <dsp:spPr>
        <a:xfrm>
          <a:off x="4150548" y="2474488"/>
          <a:ext cx="1636674" cy="551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err="1" smtClean="0"/>
            <a:t>OLAs</a:t>
          </a:r>
          <a:r>
            <a:rPr lang="pt-BR" sz="1200" kern="1200" dirty="0" smtClean="0"/>
            <a:t> não cumpridos após escalonamento operacional</a:t>
          </a:r>
          <a:endParaRPr lang="pt-BR" sz="1200" kern="1200" dirty="0"/>
        </a:p>
      </dsp:txBody>
      <dsp:txXfrm>
        <a:off x="4150548" y="2474488"/>
        <a:ext cx="1636674" cy="551648"/>
      </dsp:txXfrm>
    </dsp:sp>
    <dsp:sp modelId="{F40BABFC-AA3E-4F8E-B945-442DD2C4B8FF}">
      <dsp:nvSpPr>
        <dsp:cNvPr id="0" name=""/>
        <dsp:cNvSpPr/>
      </dsp:nvSpPr>
      <dsp:spPr>
        <a:xfrm>
          <a:off x="1522557" y="1918462"/>
          <a:ext cx="953596" cy="953765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2000" r="-112000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3A32E6-D232-44BA-9576-B57813CE4EBC}">
      <dsp:nvSpPr>
        <dsp:cNvPr id="0" name=""/>
        <dsp:cNvSpPr/>
      </dsp:nvSpPr>
      <dsp:spPr>
        <a:xfrm>
          <a:off x="2700703" y="1388031"/>
          <a:ext cx="2057482" cy="55164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5501" tIns="53340" rIns="53340" bIns="53340" numCol="1" spcCol="1270" anchor="ctr" anchorCtr="0">
          <a:noAutofit/>
        </a:bodyPr>
        <a:lstStyle/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Escalonamento executivo</a:t>
          </a:r>
          <a:endParaRPr lang="pt-BR" sz="1400" kern="1200" dirty="0"/>
        </a:p>
      </dsp:txBody>
      <dsp:txXfrm>
        <a:off x="2727632" y="1414960"/>
        <a:ext cx="2003624" cy="497790"/>
      </dsp:txXfrm>
    </dsp:sp>
    <dsp:sp modelId="{E623AE3B-5766-4F95-8843-396558C8ACE0}">
      <dsp:nvSpPr>
        <dsp:cNvPr id="0" name=""/>
        <dsp:cNvSpPr/>
      </dsp:nvSpPr>
      <dsp:spPr>
        <a:xfrm>
          <a:off x="4922204" y="1341169"/>
          <a:ext cx="1029036" cy="551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30480" rIns="30480" bIns="3048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err="1" smtClean="0"/>
            <a:t>OLAs</a:t>
          </a:r>
          <a:r>
            <a:rPr lang="pt-BR" sz="1200" kern="1200" dirty="0" smtClean="0"/>
            <a:t> não cumpridos após escalonamento operacional e gerencial.</a:t>
          </a:r>
          <a:endParaRPr lang="pt-BR" sz="1200" kern="1200" dirty="0"/>
        </a:p>
      </dsp:txBody>
      <dsp:txXfrm>
        <a:off x="4922204" y="1341169"/>
        <a:ext cx="1029036" cy="551648"/>
      </dsp:txXfrm>
    </dsp:sp>
    <dsp:sp modelId="{A390DE9C-C779-4316-8436-0B2F64A5298A}">
      <dsp:nvSpPr>
        <dsp:cNvPr id="0" name=""/>
        <dsp:cNvSpPr/>
      </dsp:nvSpPr>
      <dsp:spPr>
        <a:xfrm>
          <a:off x="2130195" y="832005"/>
          <a:ext cx="953596" cy="95376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6000" r="-156000"/>
          </a:stretch>
        </a:blip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AscendingPictureAccentProcess">
  <dgm:title val=""/>
  <dgm:desc val=""/>
  <dgm:catLst>
    <dgm:cat type="process" pri="22500"/>
    <dgm:cat type="picture" pri="16000"/>
    <dgm:cat type="pictureconvert" pri="1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choose name="Name3">
          <dgm:if name="Name4" func="var" arg="dir" op="equ" val="norm">
            <dgm:choose name="Name5">
              <dgm:if name="Name6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l" for="ch" forName="parTx1" refType="w" fact="0.2711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2469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7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l" for="ch" forName="parTx1" refType="w" fact="0.366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3333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if>
          <dgm:else name="Name8">
            <dgm:choose name="Name9">
              <dgm:if name="Name10" axis="des" func="maxDepth" op="gt" val="1">
                <dgm:alg type="composite">
                  <dgm:param type="ar" val="2.7"/>
                </dgm:alg>
                <dgm:constrLst>
                  <dgm:constr type="primFontSz" for="ch" forName="parTx1" op="equ" val="65"/>
                  <dgm:constr type="primFontSz" for="ch" forName="desTx1" op="equ" val="65"/>
                  <dgm:constr type="userD" refType="w" fact="0.0247"/>
                  <dgm:constr type="r" for="ch" forName="parTx1" refType="w" fact="0.7289"/>
                  <dgm:constr type="t" for="ch" forName="parTx1" refType="h" fact="0.9603"/>
                  <dgm:constr type="w" for="ch" forName="parTx1" refType="w" fact="0.5325"/>
                  <dgm:constr type="h" for="ch" forName="parTx1" refType="h" fact="0.3856"/>
                  <dgm:constr type="ctrX" for="ch" forName="picture1" refType="w" fact="0.7531"/>
                  <dgm:constr type="ctrY" for="ch" forName="picture1" refType="h" fact="0.9"/>
                  <dgm:constr type="w" for="ch" forName="picture1" refType="w" fact="0.2469"/>
                  <dgm:constr type="h" for="ch" forName="picture1" refType="h" fact="0.6667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</dgm:constrLst>
              </dgm:if>
              <dgm:else name="Name1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userD" refType="w" fact="0.0333"/>
                  <dgm:constr type="r" for="ch" forName="parTx1" refType="w" fact="0.634"/>
                  <dgm:constr type="t" for="ch" forName="parTx1" refType="h" fact="0.7113"/>
                  <dgm:constr type="w" for="ch" forName="parTx1" refType="w" fact="0.7189"/>
                  <dgm:constr type="h" for="ch" forName="parTx1" refType="h" fact="0.3856"/>
                  <dgm:constr type="ctrX" for="ch" forName="picture1" refType="w" fact="0.6667"/>
                  <dgm:constr type="ctrY" for="ch" forName="picture1" refType="h" fact="0.6667"/>
                  <dgm:constr type="w" for="ch" forName="picture1" refType="w" fact="0.3333"/>
                  <dgm:constr type="h" for="ch" forName="picture1" refType="h" fact="0.6667"/>
                </dgm:constrLst>
              </dgm:else>
            </dgm:choose>
          </dgm:else>
        </dgm:choose>
      </dgm:if>
      <dgm:if name="Name12" axis="ch" ptType="node" func="cnt" op="equ" val="2">
        <dgm:choose name="Name13">
          <dgm:if name="Name14" func="var" arg="dir" op="equ" val="norm">
            <dgm:choose name="Name15">
              <dgm:if name="Name16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3221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3056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2859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309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334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359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3848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1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359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359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197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178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688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3503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17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4274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405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3794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4106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44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477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5106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44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477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477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l" for="ch" forName="parTx1" refType="w" fact="0.2614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2369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l" for="ch" forName="parTx2" refType="w" fact="0.4893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4648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if>
          <dgm:else name="Name18">
            <dgm:choose name="Name19">
              <dgm:if name="Name20" axis="des" func="maxDepth" op="gt" val="1">
                <dgm:alg type="composite">
                  <dgm:param type="ar" val="2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userD" refType="w" fact="0.0188"/>
                  <dgm:constr type="ctrX" for="ch" forName="dot1" refType="w" fact="0.6779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6944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7141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6905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6654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6403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6152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59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6403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6403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803"/>
                  <dgm:constr type="t" for="ch" forName="parTx1" refType="h" fact="0.8169"/>
                  <dgm:constr type="w" for="ch" forName="parTx1" refType="w" fact="0.4064"/>
                  <dgm:constr type="h" for="ch" forName="parTx1" refType="h" fact="0.218"/>
                  <dgm:constr type="ctrX" for="ch" forName="picture1" refType="w" fact="0.8215"/>
                  <dgm:constr type="ctrY" for="ch" forName="picture1" refType="h" fact="0.7834"/>
                  <dgm:constr type="w" for="ch" forName="picture1" refType="w" fact="0.1884"/>
                  <dgm:constr type="h" for="ch" forName="picture1" refType="h" fact="0.376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312"/>
                  <dgm:constr type="t" for="ch" forName="parTx2" refType="h" fact="0.3905"/>
                  <dgm:constr type="w" for="ch" forName="parTx2" refType="w" fact="0.4064"/>
                  <dgm:constr type="h" for="ch" forName="parTx2" refType="h" fact="0.218"/>
                  <dgm:constr type="ctrX" for="ch" forName="picture2" refType="w" fact="0.6497"/>
                  <dgm:constr type="ctrY" for="ch" forName="picture2" refType="h" fact="0.357"/>
                  <dgm:constr type="w" for="ch" forName="picture2" refType="w" fact="0.1884"/>
                  <dgm:constr type="h" for="ch" forName="picture2" refType="h" fact="0.376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</dgm:constrLst>
              </dgm:if>
              <dgm:else name="Name21">
                <dgm:alg type="composite">
                  <dgm:param type="ar" val="1.507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userD" refType="w" fact="0.025"/>
                  <dgm:constr type="ctrX" for="ch" forName="dot1" refType="w" fact="0.5726"/>
                  <dgm:constr type="ctrY" for="ch" forName="dot1" refType="h" fact="0.5911"/>
                  <dgm:constr type="w" for="ch" forName="dot1" refType="userD"/>
                  <dgm:constr type="h" for="ch" forName="dot1" refType="userD"/>
                  <dgm:constr type="ctrX" for="ch" forName="dot2" refType="w" fact="0.5945"/>
                  <dgm:constr type="ctrY" for="ch" forName="dot2" refType="h" fact="0.644"/>
                  <dgm:constr type="w" for="ch" forName="dot2" refType="userD"/>
                  <dgm:constr type="h" for="ch" forName="dot2" refType="userD"/>
                  <dgm:constr type="ctrX" for="ch" forName="dot3" refType="w" fact="0.6206"/>
                  <dgm:constr type="ctrY" for="ch" forName="dot3" refType="h" fact="0.6898"/>
                  <dgm:constr type="w" for="ch" forName="dot3" refType="userD"/>
                  <dgm:constr type="h" for="ch" forName="dot3" refType="userD"/>
                  <dgm:constr type="ctrX" for="ch" forName="dotArrow1" refType="w" fact="0.5894"/>
                  <dgm:constr type="ctrY" for="ch" forName="dotArrow1" refType="h" fact="0.0587"/>
                  <dgm:constr type="w" for="ch" forName="dotArrow1" refType="userD"/>
                  <dgm:constr type="h" for="ch" forName="dotArrow1" refType="userD"/>
                  <dgm:constr type="ctrX" for="ch" forName="dotArrow2" refType="w" fact="0.556"/>
                  <dgm:constr type="ctrY" for="ch" forName="dotArrow2" refType="h" fact="0.0287"/>
                  <dgm:constr type="w" for="ch" forName="dotArrow2" refType="userD"/>
                  <dgm:constr type="h" for="ch" forName="dotArrow2" refType="userD"/>
                  <dgm:constr type="ctrX" for="ch" forName="dotArrow3" refType="w" fact="0.5227"/>
                  <dgm:constr type="ctrY" for="ch" forName="dotArrow3" refType="h" fact="-0.0013"/>
                  <dgm:constr type="w" for="ch" forName="dotArrow3" refType="userD"/>
                  <dgm:constr type="h" for="ch" forName="dotArrow3" refType="userD"/>
                  <dgm:constr type="ctrX" for="ch" forName="dotArrow4" refType="w" fact="0.4894"/>
                  <dgm:constr type="ctrY" for="ch" forName="dotArrow4" refType="h" fact="0.0287"/>
                  <dgm:constr type="w" for="ch" forName="dotArrow4" refType="userD"/>
                  <dgm:constr type="h" for="ch" forName="dotArrow4" refType="userD"/>
                  <dgm:constr type="ctrX" for="ch" forName="dotArrow5" refType="w" fact="0.456"/>
                  <dgm:constr type="ctrY" for="ch" forName="dotArrow5" refType="h" fact="0.0587"/>
                  <dgm:constr type="w" for="ch" forName="dotArrow5" refType="userD"/>
                  <dgm:constr type="h" for="ch" forName="dotArrow5" refType="userD"/>
                  <dgm:constr type="ctrX" for="ch" forName="dotArrow6" refType="w" fact="0.5227"/>
                  <dgm:constr type="ctrY" for="ch" forName="dotArrow6" refType="h" fact="0.062"/>
                  <dgm:constr type="w" for="ch" forName="dotArrow6" refType="userD"/>
                  <dgm:constr type="h" for="ch" forName="dotArrow6" refType="userD"/>
                  <dgm:constr type="ctrX" for="ch" forName="dotArrow7" refType="w" fact="0.5227"/>
                  <dgm:constr type="ctrY" for="ch" forName="dotArrow7" refType="h" fact="0.1253"/>
                  <dgm:constr type="w" for="ch" forName="dotArrow7" refType="userD"/>
                  <dgm:constr type="h" for="ch" forName="dotArrow7" refType="userD"/>
                  <dgm:constr type="r" for="ch" forName="parTx1" refType="w" fact="0.7386"/>
                  <dgm:constr type="t" for="ch" forName="parTx1" refType="h" fact="0.8086"/>
                  <dgm:constr type="w" for="ch" forName="parTx1" refType="w" fact="0.5392"/>
                  <dgm:constr type="h" for="ch" forName="parTx1" refType="h" fact="0.218"/>
                  <dgm:constr type="ctrX" for="ch" forName="picture1" refType="w" fact="0.7631"/>
                  <dgm:constr type="ctrY" for="ch" forName="picture1" refType="h" fact="0.7834"/>
                  <dgm:constr type="w" for="ch" forName="picture1" refType="w" fact="0.25"/>
                  <dgm:constr type="h" for="ch" forName="picture1" refType="h" fact="0.3768"/>
                  <dgm:constr type="r" for="ch" forName="parTx2" refType="w" fact="0.5107"/>
                  <dgm:constr type="t" for="ch" forName="parTx2" refType="h" fact="0.3822"/>
                  <dgm:constr type="w" for="ch" forName="parTx2" refType="w" fact="0.5392"/>
                  <dgm:constr type="h" for="ch" forName="parTx2" refType="h" fact="0.218"/>
                  <dgm:constr type="ctrX" for="ch" forName="picture2" refType="w" fact="0.5352"/>
                  <dgm:constr type="ctrY" for="ch" forName="picture2" refType="h" fact="0.357"/>
                  <dgm:constr type="w" for="ch" forName="picture2" refType="w" fact="0.25"/>
                  <dgm:constr type="h" for="ch" forName="picture2" refType="h" fact="0.3768"/>
                </dgm:constrLst>
              </dgm:else>
            </dgm:choose>
          </dgm:else>
        </dgm:choose>
      </dgm:if>
      <dgm:if name="Name22" axis="ch" ptType="node" func="cnt" op="equ" val="3">
        <dgm:choose name="Name23">
          <dgm:if name="Name24" func="var" arg="dir" op="equ" val="norm">
            <dgm:choose name="Name25">
              <dgm:if name="Name26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2981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2676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357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44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323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23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6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68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491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513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68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68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487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1328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732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3573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4763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4604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27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3684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3307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2912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494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342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23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12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79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6068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6346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79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79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l" for="ch" forName="parTx1" refType="w" fact="0.1837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1641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l" for="ch" forName="parTx2" refType="w" fact="0.4612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4416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l" for="ch" forName="parTx3" refType="w" fact="0.5886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569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if>
          <dgm:else name="Name28">
            <dgm:choose name="Name29">
              <dgm:if name="Name30" axis="des" func="maxDepth" op="gt" val="1">
                <dgm:alg type="composite">
                  <dgm:param type="ar" val="1.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userD" refType="w" fact="0.0162"/>
                  <dgm:constr type="ctrX" for="ch" forName="dot1" refType="w" fact="0.7019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7324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643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5555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5677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5764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554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5315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509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4865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5315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5315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513"/>
                  <dgm:constr type="t" for="ch" forName="parTx1" refType="h" fact="0.8596"/>
                  <dgm:constr type="w" for="ch" forName="parTx1" refType="w" fact="0.3491"/>
                  <dgm:constr type="h" for="ch" forName="parTx1" refType="h" fact="0.1638"/>
                  <dgm:constr type="ctrX" for="ch" forName="picture1" refType="w" fact="0.8672"/>
                  <dgm:constr type="ctrY" for="ch" forName="picture1" refType="h" fact="0.8361"/>
                  <dgm:constr type="w" for="ch" forName="picture1" refType="w" fact="0.1618"/>
                  <dgm:constr type="h" for="ch" forName="picture1" refType="h" fact="0.2832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268"/>
                  <dgm:constr type="t" for="ch" forName="parTx2" refType="h" fact="0.6469"/>
                  <dgm:constr type="w" for="ch" forName="parTx2" refType="w" fact="0.3491"/>
                  <dgm:constr type="h" for="ch" forName="parTx2" refType="h" fact="0.1638"/>
                  <dgm:constr type="ctrX" for="ch" forName="picture2" refType="w" fact="0.6427"/>
                  <dgm:constr type="ctrY" for="ch" forName="picture2" refType="h" fact="0.6234"/>
                  <dgm:constr type="w" for="ch" forName="picture2" refType="w" fact="0.1618"/>
                  <dgm:constr type="h" for="ch" forName="picture2" refType="h" fact="0.2832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5237"/>
                  <dgm:constr type="t" for="ch" forName="parTx3" refType="h" fact="0.3243"/>
                  <dgm:constr type="w" for="ch" forName="parTx3" refType="w" fact="0.3491"/>
                  <dgm:constr type="h" for="ch" forName="parTx3" refType="h" fact="0.1638"/>
                  <dgm:constr type="ctrX" for="ch" forName="picture3" refType="w" fact="0.5396"/>
                  <dgm:constr type="ctrY" for="ch" forName="picture3" refType="h" fact="0.3008"/>
                  <dgm:constr type="w" for="ch" forName="picture3" refType="w" fact="0.1618"/>
                  <dgm:constr type="h" for="ch" forName="picture3" refType="h" fact="0.2832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</dgm:constrLst>
              </dgm:if>
              <dgm:else name="Name31">
                <dgm:alg type="composite">
                  <dgm:param type="ar" val="1.416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userD" refType="w" fact="0.02"/>
                  <dgm:constr type="ctrX" for="ch" forName="dot1" refType="w" fact="0.6316"/>
                  <dgm:constr type="ctrY" for="ch" forName="dot1" refType="h" fact="0.763"/>
                  <dgm:constr type="w" for="ch" forName="dot1" refType="userD"/>
                  <dgm:constr type="h" for="ch" forName="dot1" refType="userD"/>
                  <dgm:constr type="ctrX" for="ch" forName="dot2" refType="w" fact="0.6693"/>
                  <dgm:constr type="ctrY" for="ch" forName="dot2" refType="h" fact="0.7887"/>
                  <dgm:constr type="w" for="ch" forName="dot2" refType="userD"/>
                  <dgm:constr type="h" for="ch" forName="dot2" refType="userD"/>
                  <dgm:constr type="ctrX" for="ch" forName="dot3" refType="w" fact="0.7088"/>
                  <dgm:constr type="ctrY" for="ch" forName="dot3" refType="h" fact="0.809"/>
                  <dgm:constr type="w" for="ch" forName="dot3" refType="userD"/>
                  <dgm:constr type="h" for="ch" forName="dot3" refType="userD"/>
                  <dgm:constr type="ctrX" for="ch" forName="dot4" refType="w" fact="0.4506"/>
                  <dgm:constr type="ctrY" for="ch" forName="dot4" refType="h" fact="0.4655"/>
                  <dgm:constr type="w" for="ch" forName="dot4" refType="userD"/>
                  <dgm:constr type="h" for="ch" forName="dot4" refType="userD"/>
                  <dgm:constr type="ctrX" for="ch" forName="dot5" refType="w" fact="0.4658"/>
                  <dgm:constr type="ctrY" for="ch" forName="dot5" refType="h" fact="0.5178"/>
                  <dgm:constr type="w" for="ch" forName="dot5" refType="userD"/>
                  <dgm:constr type="h" for="ch" forName="dot5" refType="userD"/>
                  <dgm:constr type="ctrX" for="ch" forName="dotArrow1" refType="w" fact="0.4766"/>
                  <dgm:constr type="ctrY" for="ch" forName="dotArrow1" refType="h" fact="0.0718"/>
                  <dgm:constr type="w" for="ch" forName="dotArrow1" refType="userD"/>
                  <dgm:constr type="h" for="ch" forName="dotArrow1" refType="userD"/>
                  <dgm:constr type="ctrX" for="ch" forName="dotArrow2" refType="w" fact="0.4488"/>
                  <dgm:constr type="ctrY" for="ch" forName="dotArrow2" refType="h" fact="0.0468"/>
                  <dgm:constr type="w" for="ch" forName="dotArrow2" refType="userD"/>
                  <dgm:constr type="h" for="ch" forName="dotArrow2" refType="userD"/>
                  <dgm:constr type="ctrX" for="ch" forName="dotArrow3" refType="w" fact="0.421"/>
                  <dgm:constr type="ctrY" for="ch" forName="dotArrow3" refType="h" fact="0.0218"/>
                  <dgm:constr type="w" for="ch" forName="dotArrow3" refType="userD"/>
                  <dgm:constr type="h" for="ch" forName="dotArrow3" refType="userD"/>
                  <dgm:constr type="ctrX" for="ch" forName="dotArrow4" refType="w" fact="0.3932"/>
                  <dgm:constr type="ctrY" for="ch" forName="dotArrow4" refType="h" fact="0.0468"/>
                  <dgm:constr type="w" for="ch" forName="dotArrow4" refType="userD"/>
                  <dgm:constr type="h" for="ch" forName="dotArrow4" refType="userD"/>
                  <dgm:constr type="ctrX" for="ch" forName="dotArrow5" refType="w" fact="0.3654"/>
                  <dgm:constr type="ctrY" for="ch" forName="dotArrow5" refType="h" fact="0.0718"/>
                  <dgm:constr type="w" for="ch" forName="dotArrow5" refType="userD"/>
                  <dgm:constr type="h" for="ch" forName="dotArrow5" refType="userD"/>
                  <dgm:constr type="ctrX" for="ch" forName="dotArrow6" refType="w" fact="0.421"/>
                  <dgm:constr type="ctrY" for="ch" forName="dotArrow6" refType="h" fact="0.0745"/>
                  <dgm:constr type="w" for="ch" forName="dotArrow6" refType="userD"/>
                  <dgm:constr type="h" for="ch" forName="dotArrow6" refType="userD"/>
                  <dgm:constr type="ctrX" for="ch" forName="dotArrow7" refType="w" fact="0.421"/>
                  <dgm:constr type="ctrY" for="ch" forName="dotArrow7" refType="h" fact="0.1273"/>
                  <dgm:constr type="w" for="ch" forName="dotArrow7" refType="userD"/>
                  <dgm:constr type="h" for="ch" forName="dotArrow7" refType="userD"/>
                  <dgm:constr type="r" for="ch" forName="parTx1" refType="w" fact="0.8163"/>
                  <dgm:constr type="t" for="ch" forName="parTx1" refType="h" fact="0.8551"/>
                  <dgm:constr type="w" for="ch" forName="parTx1" refType="w" fact="0.4314"/>
                  <dgm:constr type="h" for="ch" forName="parTx1" refType="h" fact="0.1638"/>
                  <dgm:constr type="ctrX" for="ch" forName="picture1" refType="w" fact="0.8359"/>
                  <dgm:constr type="ctrY" for="ch" forName="picture1" refType="h" fact="0.8361"/>
                  <dgm:constr type="w" for="ch" forName="picture1" refType="w" fact="0.2"/>
                  <dgm:constr type="h" for="ch" forName="picture1" refType="h" fact="0.2832"/>
                  <dgm:constr type="r" for="ch" forName="parTx2" refType="w" fact="0.5388"/>
                  <dgm:constr type="t" for="ch" forName="parTx2" refType="h" fact="0.6424"/>
                  <dgm:constr type="w" for="ch" forName="parTx2" refType="w" fact="0.4314"/>
                  <dgm:constr type="h" for="ch" forName="parTx2" refType="h" fact="0.1638"/>
                  <dgm:constr type="ctrX" for="ch" forName="picture2" refType="w" fact="0.5584"/>
                  <dgm:constr type="ctrY" for="ch" forName="picture2" refType="h" fact="0.6234"/>
                  <dgm:constr type="w" for="ch" forName="picture2" refType="w" fact="0.2"/>
                  <dgm:constr type="h" for="ch" forName="picture2" refType="h" fact="0.2832"/>
                  <dgm:constr type="r" for="ch" forName="parTx3" refType="w" fact="0.4114"/>
                  <dgm:constr type="t" for="ch" forName="parTx3" refType="h" fact="0.3198"/>
                  <dgm:constr type="w" for="ch" forName="parTx3" refType="w" fact="0.4314"/>
                  <dgm:constr type="h" for="ch" forName="parTx3" refType="h" fact="0.1638"/>
                  <dgm:constr type="ctrX" for="ch" forName="picture3" refType="w" fact="0.431"/>
                  <dgm:constr type="ctrY" for="ch" forName="picture3" refType="h" fact="0.3008"/>
                  <dgm:constr type="w" for="ch" forName="picture3" refType="w" fact="0.2"/>
                  <dgm:constr type="h" for="ch" forName="picture3" refType="h" fact="0.2832"/>
                </dgm:constrLst>
              </dgm:else>
            </dgm:choose>
          </dgm:else>
        </dgm:choose>
      </dgm:if>
      <dgm:if name="Name32" axis="ch" ptType="node" func="cnt" op="equ" val="4">
        <dgm:choose name="Name33">
          <dgm:if name="Name34" func="var" arg="dir" op="equ" val="norm">
            <dgm:choose name="Name35">
              <dgm:if name="Name36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3253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2949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263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313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67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5486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5267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5462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565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5851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604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565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565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466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1333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10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3972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229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509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722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5588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37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3978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3606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3223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2829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717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6709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6441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6679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6917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715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739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6917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6917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l" for="ch" forName="parTx1" refType="w" fact="0.1793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163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l" for="ch" forName="parTx2" refType="w" fact="0.502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4857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l" for="ch" forName="parTx3" refType="w" fact="0.6394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6231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l" for="ch" forName="parTx4" refType="w" fact="0.6997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6834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if>
          <dgm:else name="Name38">
            <dgm:choose name="Name39">
              <dgm:if name="Name40" axis="des" func="maxDepth" op="gt" val="1">
                <dgm:alg type="composite">
                  <dgm:param type="ar" val="1.5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userD" refType="w" fact="0.0136"/>
                  <dgm:constr type="ctrX" for="ch" forName="dot1" refType="w" fact="0.6747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7051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7365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687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5325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4514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4733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4538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434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4149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3954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434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434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534"/>
                  <dgm:constr type="t" for="ch" forName="parTx1" refType="h" fact="0.9095"/>
                  <dgm:constr type="w" for="ch" forName="parTx1" refType="w" fact="0.294"/>
                  <dgm:constr type="h" for="ch" forName="parTx1" refType="h" fact="0.1222"/>
                  <dgm:constr type="ctrX" for="ch" forName="picture1" refType="w" fact="0.8667"/>
                  <dgm:constr type="ctrY" for="ch" forName="picture1" refType="h" fact="0.8922"/>
                  <dgm:constr type="w" for="ch" forName="picture1" refType="w" fact="0.1363"/>
                  <dgm:constr type="h" for="ch" forName="picture1" refType="h" fact="0.211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895"/>
                  <dgm:constr type="t" for="ch" forName="parTx2" refType="h" fact="0.762"/>
                  <dgm:constr type="w" for="ch" forName="parTx2" refType="w" fact="0.294"/>
                  <dgm:constr type="h" for="ch" forName="parTx2" refType="h" fact="0.1222"/>
                  <dgm:constr type="ctrX" for="ch" forName="picture2" refType="w" fact="0.6028"/>
                  <dgm:constr type="ctrY" for="ch" forName="picture2" refType="h" fact="0.7447"/>
                  <dgm:constr type="w" for="ch" forName="picture2" refType="w" fact="0.1363"/>
                  <dgm:constr type="h" for="ch" forName="picture2" refType="h" fact="0.211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771"/>
                  <dgm:constr type="t" for="ch" forName="parTx3" refType="h" fact="0.5294"/>
                  <dgm:constr type="w" for="ch" forName="parTx3" refType="w" fact="0.294"/>
                  <dgm:constr type="h" for="ch" forName="parTx3" refType="h" fact="0.1222"/>
                  <dgm:constr type="ctrX" for="ch" forName="picture3" refType="w" fact="0.4905"/>
                  <dgm:constr type="ctrY" for="ch" forName="picture3" refType="h" fact="0.5121"/>
                  <dgm:constr type="w" for="ch" forName="picture3" refType="w" fact="0.1363"/>
                  <dgm:constr type="h" for="ch" forName="picture3" refType="h" fact="0.211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278"/>
                  <dgm:constr type="t" for="ch" forName="parTx4" refType="h" fact="0.2523"/>
                  <dgm:constr type="w" for="ch" forName="parTx4" refType="w" fact="0.294"/>
                  <dgm:constr type="h" for="ch" forName="parTx4" refType="h" fact="0.1222"/>
                  <dgm:constr type="ctrX" for="ch" forName="picture4" refType="w" fact="0.4412"/>
                  <dgm:constr type="ctrY" for="ch" forName="picture4" refType="h" fact="0.235"/>
                  <dgm:constr type="w" for="ch" forName="picture4" refType="w" fact="0.1363"/>
                  <dgm:constr type="h" for="ch" forName="picture4" refType="h" fact="0.211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</dgm:constrLst>
              </dgm:if>
              <dgm:else name="Name41">
                <dgm:alg type="composite">
                  <dgm:param type="ar" val="1.267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userD" refType="w" fact="0.0167"/>
                  <dgm:constr type="ctrX" for="ch" forName="dot1" refType="w" fact="0.6022"/>
                  <dgm:constr type="ctrY" for="ch" forName="dot1" refType="h" fact="0.8215"/>
                  <dgm:constr type="w" for="ch" forName="dot1" refType="userD"/>
                  <dgm:constr type="h" for="ch" forName="dot1" refType="userD"/>
                  <dgm:constr type="ctrX" for="ch" forName="dot2" refType="w" fact="0.6394"/>
                  <dgm:constr type="ctrY" for="ch" forName="dot2" refType="h" fact="0.843"/>
                  <dgm:constr type="w" for="ch" forName="dot2" refType="userD"/>
                  <dgm:constr type="h" for="ch" forName="dot2" refType="userD"/>
                  <dgm:constr type="ctrX" for="ch" forName="dot3" refType="w" fact="0.6777"/>
                  <dgm:constr type="ctrY" for="ch" forName="dot3" refType="h" fact="0.8607"/>
                  <dgm:constr type="w" for="ch" forName="dot3" refType="userD"/>
                  <dgm:constr type="h" for="ch" forName="dot3" refType="userD"/>
                  <dgm:constr type="ctrX" for="ch" forName="dot4" refType="w" fact="0.7171"/>
                  <dgm:constr type="ctrY" for="ch" forName="dot4" refType="h" fact="0.8745"/>
                  <dgm:constr type="w" for="ch" forName="dot4" refType="userD"/>
                  <dgm:constr type="h" for="ch" forName="dot4" refType="userD"/>
                  <dgm:constr type="ctrX" for="ch" forName="dot5" refType="w" fact="0.4283"/>
                  <dgm:constr type="ctrY" for="ch" forName="dot5" refType="h" fact="0.6419"/>
                  <dgm:constr type="w" for="ch" forName="dot5" refType="userD"/>
                  <dgm:constr type="h" for="ch" forName="dot5" refType="userD"/>
                  <dgm:constr type="ctrX" for="ch" forName="dot6" refType="w" fact="0.3291"/>
                  <dgm:constr type="ctrY" for="ch" forName="dot6" refType="h" fact="0.3784"/>
                  <dgm:constr type="w" for="ch" forName="dot6" refType="userD"/>
                  <dgm:constr type="h" for="ch" forName="dot6" refType="userD"/>
                  <dgm:constr type="ctrX" for="ch" forName="dotArrow1" refType="w" fact="0.3559"/>
                  <dgm:constr type="ctrY" for="ch" forName="dotArrow1" refType="h" fact="0.0496"/>
                  <dgm:constr type="w" for="ch" forName="dotArrow1" refType="userD"/>
                  <dgm:constr type="h" for="ch" forName="dotArrow1" refType="userD"/>
                  <dgm:constr type="ctrX" for="ch" forName="dotArrow2" refType="w" fact="0.3321"/>
                  <dgm:constr type="ctrY" for="ch" forName="dotArrow2" refType="h" fact="0.0282"/>
                  <dgm:constr type="w" for="ch" forName="dotArrow2" refType="userD"/>
                  <dgm:constr type="h" for="ch" forName="dotArrow2" refType="userD"/>
                  <dgm:constr type="ctrX" for="ch" forName="dotArrow3" refType="w" fact="0.3083"/>
                  <dgm:constr type="ctrY" for="ch" forName="dotArrow3" refType="h" fact="0.0068"/>
                  <dgm:constr type="w" for="ch" forName="dotArrow3" refType="userD"/>
                  <dgm:constr type="h" for="ch" forName="dotArrow3" refType="userD"/>
                  <dgm:constr type="ctrX" for="ch" forName="dotArrow4" refType="w" fact="0.2845"/>
                  <dgm:constr type="ctrY" for="ch" forName="dotArrow4" refType="h" fact="0.0282"/>
                  <dgm:constr type="w" for="ch" forName="dotArrow4" refType="userD"/>
                  <dgm:constr type="h" for="ch" forName="dotArrow4" refType="userD"/>
                  <dgm:constr type="ctrX" for="ch" forName="dotArrow5" refType="w" fact="0.2606"/>
                  <dgm:constr type="ctrY" for="ch" forName="dotArrow5" refType="h" fact="0.0496"/>
                  <dgm:constr type="w" for="ch" forName="dotArrow5" refType="userD"/>
                  <dgm:constr type="h" for="ch" forName="dotArrow5" refType="userD"/>
                  <dgm:constr type="ctrX" for="ch" forName="dotArrow6" refType="w" fact="0.3083"/>
                  <dgm:constr type="ctrY" for="ch" forName="dotArrow6" refType="h" fact="0.052"/>
                  <dgm:constr type="w" for="ch" forName="dotArrow6" refType="userD"/>
                  <dgm:constr type="h" for="ch" forName="dotArrow6" refType="userD"/>
                  <dgm:constr type="ctrX" for="ch" forName="dotArrow7" refType="w" fact="0.3083"/>
                  <dgm:constr type="ctrY" for="ch" forName="dotArrow7" refType="h" fact="0.0972"/>
                  <dgm:constr type="w" for="ch" forName="dotArrow7" refType="userD"/>
                  <dgm:constr type="h" for="ch" forName="dotArrow7" refType="userD"/>
                  <dgm:constr type="r" for="ch" forName="parTx1" refType="w" fact="0.8207"/>
                  <dgm:constr type="t" for="ch" forName="parTx1" refType="h" fact="0.9064"/>
                  <dgm:constr type="w" for="ch" forName="parTx1" refType="w" fact="0.3595"/>
                  <dgm:constr type="h" for="ch" forName="parTx1" refType="h" fact="0.1222"/>
                  <dgm:constr type="ctrX" for="ch" forName="picture1" refType="w" fact="0.837"/>
                  <dgm:constr type="ctrY" for="ch" forName="picture1" refType="h" fact="0.8922"/>
                  <dgm:constr type="w" for="ch" forName="picture1" refType="w" fact="0.1667"/>
                  <dgm:constr type="h" for="ch" forName="picture1" refType="h" fact="0.2113"/>
                  <dgm:constr type="r" for="ch" forName="parTx2" refType="w" fact="0.498"/>
                  <dgm:constr type="t" for="ch" forName="parTx2" refType="h" fact="0.7589"/>
                  <dgm:constr type="w" for="ch" forName="parTx2" refType="w" fact="0.3595"/>
                  <dgm:constr type="h" for="ch" forName="parTx2" refType="h" fact="0.1222"/>
                  <dgm:constr type="ctrX" for="ch" forName="picture2" refType="w" fact="0.5143"/>
                  <dgm:constr type="ctrY" for="ch" forName="picture2" refType="h" fact="0.7447"/>
                  <dgm:constr type="w" for="ch" forName="picture2" refType="w" fact="0.1667"/>
                  <dgm:constr type="h" for="ch" forName="picture2" refType="h" fact="0.2113"/>
                  <dgm:constr type="r" for="ch" forName="parTx3" refType="w" fact="0.3606"/>
                  <dgm:constr type="t" for="ch" forName="parTx3" refType="h" fact="0.5263"/>
                  <dgm:constr type="w" for="ch" forName="parTx3" refType="w" fact="0.3595"/>
                  <dgm:constr type="h" for="ch" forName="parTx3" refType="h" fact="0.1222"/>
                  <dgm:constr type="ctrX" for="ch" forName="picture3" refType="w" fact="0.3769"/>
                  <dgm:constr type="ctrY" for="ch" forName="picture3" refType="h" fact="0.5121"/>
                  <dgm:constr type="w" for="ch" forName="picture3" refType="w" fact="0.1667"/>
                  <dgm:constr type="h" for="ch" forName="picture3" refType="h" fact="0.2113"/>
                  <dgm:constr type="r" for="ch" forName="parTx4" refType="w" fact="0.3003"/>
                  <dgm:constr type="t" for="ch" forName="parTx4" refType="h" fact="0.2492"/>
                  <dgm:constr type="w" for="ch" forName="parTx4" refType="w" fact="0.3595"/>
                  <dgm:constr type="h" for="ch" forName="parTx4" refType="h" fact="0.1222"/>
                  <dgm:constr type="ctrX" for="ch" forName="picture4" refType="w" fact="0.3166"/>
                  <dgm:constr type="ctrY" for="ch" forName="picture4" refType="h" fact="0.235"/>
                  <dgm:constr type="w" for="ch" forName="picture4" refType="w" fact="0.1667"/>
                  <dgm:constr type="h" for="ch" forName="picture4" refType="h" fact="0.2113"/>
                </dgm:constrLst>
              </dgm:else>
            </dgm:choose>
          </dgm:else>
        </dgm:choose>
      </dgm:if>
      <dgm:if name="Name42" axis="ch" ptType="node" func="cnt" op="equ" val="5">
        <dgm:choose name="Name43">
          <dgm:if name="Name44" func="var" arg="dir" op="equ" val="norm">
            <dgm:choose name="Name45">
              <dgm:if name="Name46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3263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001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2733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462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69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484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5549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601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577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5951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6123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629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6467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6123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6123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1746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1631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3982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3866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194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5078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827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5712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18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6064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47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3951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3634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331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2981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681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43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672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7278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6999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7207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741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7624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7832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741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741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l" for="ch" forName="parTx1" refType="w" fact="0.211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197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l" for="ch" forName="parTx2" refType="w" fact="0.4822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4682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l" for="ch" forName="parTx3" refType="w" fact="0.629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61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l" for="ch" forName="parTx4" refType="w" fact="0.7057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6917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l" for="ch" forName="parTx5" refType="w" fact="0.7484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7344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if>
          <dgm:else name="Name48">
            <dgm:choose name="Name49">
              <dgm:if name="Name50" axis="des" func="maxDepth" op="gt" val="1">
                <dgm:alg type="composite">
                  <dgm:param type="ar" val="1.41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userD" refType="w" fact="0.0118"/>
                  <dgm:constr type="ctrX" for="ch" forName="dot1" refType="w" fact="0.6737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999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7267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538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530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5516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4451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399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422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4049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3877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3705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3533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3877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3877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8254"/>
                  <dgm:constr type="t" for="ch" forName="parTx1" refType="h" fact="0.9304"/>
                  <dgm:constr type="w" for="ch" forName="parTx1" refType="w" fact="0.2544"/>
                  <dgm:constr type="h" for="ch" forName="parTx1" refType="h" fact="0.0962"/>
                  <dgm:constr type="ctrX" for="ch" forName="picture1" refType="w" fact="0.8369"/>
                  <dgm:constr type="ctrY" for="ch" forName="picture1" refType="h" fact="0.9169"/>
                  <dgm:constr type="w" for="ch" forName="picture1" refType="w" fact="0.118"/>
                  <dgm:constr type="h" for="ch" forName="picture1" refType="h" fact="0.166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6018"/>
                  <dgm:constr type="t" for="ch" forName="parTx2" refType="h" fact="0.8167"/>
                  <dgm:constr type="w" for="ch" forName="parTx2" refType="w" fact="0.2544"/>
                  <dgm:constr type="h" for="ch" forName="parTx2" refType="h" fact="0.0962"/>
                  <dgm:constr type="ctrX" for="ch" forName="picture2" refType="w" fact="0.6134"/>
                  <dgm:constr type="ctrY" for="ch" forName="picture2" refType="h" fact="0.8032"/>
                  <dgm:constr type="w" for="ch" forName="picture2" refType="w" fact="0.118"/>
                  <dgm:constr type="h" for="ch" forName="picture2" refType="h" fact="0.166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806"/>
                  <dgm:constr type="t" for="ch" forName="parTx3" refType="h" fact="0.6524"/>
                  <dgm:constr type="w" for="ch" forName="parTx3" refType="w" fact="0.2544"/>
                  <dgm:constr type="h" for="ch" forName="parTx3" refType="h" fact="0.0962"/>
                  <dgm:constr type="ctrX" for="ch" forName="picture3" refType="w" fact="0.4922"/>
                  <dgm:constr type="ctrY" for="ch" forName="picture3" refType="h" fact="0.6389"/>
                  <dgm:constr type="w" for="ch" forName="picture3" refType="w" fact="0.118"/>
                  <dgm:constr type="h" for="ch" forName="picture3" refType="h" fact="0.166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173"/>
                  <dgm:constr type="t" for="ch" forName="parTx4" refType="h" fact="0.4412"/>
                  <dgm:constr type="w" for="ch" forName="parTx4" refType="w" fact="0.2544"/>
                  <dgm:constr type="h" for="ch" forName="parTx4" refType="h" fact="0.0962"/>
                  <dgm:constr type="ctrX" for="ch" forName="picture4" refType="w" fact="0.4288"/>
                  <dgm:constr type="ctrY" for="ch" forName="picture4" refType="h" fact="0.4277"/>
                  <dgm:constr type="w" for="ch" forName="picture4" refType="w" fact="0.118"/>
                  <dgm:constr type="h" for="ch" forName="picture4" refType="h" fact="0.166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82"/>
                  <dgm:constr type="t" for="ch" forName="parTx5" refType="h" fact="0.2262"/>
                  <dgm:constr type="w" for="ch" forName="parTx5" refType="w" fact="0.2544"/>
                  <dgm:constr type="h" for="ch" forName="parTx5" refType="h" fact="0.0962"/>
                  <dgm:constr type="ctrX" for="ch" forName="picture5" refType="w" fact="0.3936"/>
                  <dgm:constr type="ctrY" for="ch" forName="picture5" refType="h" fact="0.2127"/>
                  <dgm:constr type="w" for="ch" forName="picture5" refType="w" fact="0.118"/>
                  <dgm:constr type="h" for="ch" forName="picture5" refType="h" fact="0.166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</dgm:constrLst>
              </dgm:if>
              <dgm:else name="Name51">
                <dgm:alg type="composite">
                  <dgm:param type="ar" val="1.164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userD" refType="w" fact="0.0143"/>
                  <dgm:constr type="ctrX" for="ch" forName="dot1" refType="w" fact="0.6049"/>
                  <dgm:constr type="ctrY" for="ch" forName="dot1" refType="h" fact="0.8674"/>
                  <dgm:constr type="w" for="ch" forName="dot1" refType="userD"/>
                  <dgm:constr type="h" for="ch" forName="dot1" refType="userD"/>
                  <dgm:constr type="ctrX" for="ch" forName="dot2" refType="w" fact="0.6366"/>
                  <dgm:constr type="ctrY" for="ch" forName="dot2" refType="h" fact="0.8824"/>
                  <dgm:constr type="w" for="ch" forName="dot2" refType="userD"/>
                  <dgm:constr type="h" for="ch" forName="dot2" refType="userD"/>
                  <dgm:constr type="ctrX" for="ch" forName="dot3" refType="w" fact="0.669"/>
                  <dgm:constr type="ctrY" for="ch" forName="dot3" refType="h" fact="0.8948"/>
                  <dgm:constr type="w" for="ch" forName="dot3" refType="userD"/>
                  <dgm:constr type="h" for="ch" forName="dot3" refType="userD"/>
                  <dgm:constr type="ctrX" for="ch" forName="dot4" refType="w" fact="0.7019"/>
                  <dgm:constr type="ctrY" for="ch" forName="dot4" refType="h" fact="0.9044"/>
                  <dgm:constr type="w" for="ch" forName="dot4" refType="userD"/>
                  <dgm:constr type="h" for="ch" forName="dot4" refType="userD"/>
                  <dgm:constr type="ctrX" for="ch" forName="dot5" refType="w" fact="0.4319"/>
                  <dgm:constr type="ctrY" for="ch" forName="dot5" refType="h" fact="0.7222"/>
                  <dgm:constr type="w" for="ch" forName="dot5" refType="userD"/>
                  <dgm:constr type="h" for="ch" forName="dot5" refType="userD"/>
                  <dgm:constr type="ctrX" for="ch" forName="dot6" refType="w" fact="0.457"/>
                  <dgm:constr type="ctrY" for="ch" forName="dot6" refType="h" fact="0.7518"/>
                  <dgm:constr type="w" for="ch" forName="dot6" refType="userD"/>
                  <dgm:constr type="h" for="ch" forName="dot6" refType="userD"/>
                  <dgm:constr type="ctrX" for="ch" forName="dot7" refType="w" fact="0.328"/>
                  <dgm:constr type="ctrY" for="ch" forName="dot7" refType="h" fact="0.5422"/>
                  <dgm:constr type="w" for="ch" forName="dot7" refType="userD"/>
                  <dgm:constr type="h" for="ch" forName="dot7" refType="userD"/>
                  <dgm:constr type="ctrX" for="ch" forName="dot8" refType="w" fact="0.2722"/>
                  <dgm:constr type="ctrY" for="ch" forName="dot8" refType="h" fact="0.3229"/>
                  <dgm:constr type="w" for="ch" forName="dot8" refType="userD"/>
                  <dgm:constr type="h" for="ch" forName="dot8" refType="userD"/>
                  <dgm:constr type="ctrX" for="ch" forName="dotArrow1" refType="w" fact="0.3001"/>
                  <dgm:constr type="ctrY" for="ch" forName="dotArrow1" refType="h" fact="0.0635"/>
                  <dgm:constr type="w" for="ch" forName="dotArrow1" refType="userD"/>
                  <dgm:constr type="h" for="ch" forName="dotArrow1" refType="userD"/>
                  <dgm:constr type="ctrX" for="ch" forName="dotArrow2" refType="w" fact="0.2793"/>
                  <dgm:constr type="ctrY" for="ch" forName="dotArrow2" refType="h" fact="0.0448"/>
                  <dgm:constr type="w" for="ch" forName="dotArrow2" refType="userD"/>
                  <dgm:constr type="h" for="ch" forName="dotArrow2" refType="userD"/>
                  <dgm:constr type="ctrX" for="ch" forName="dotArrow3" refType="w" fact="0.2585"/>
                  <dgm:constr type="ctrY" for="ch" forName="dotArrow3" refType="h" fact="0.026"/>
                  <dgm:constr type="w" for="ch" forName="dotArrow3" refType="userD"/>
                  <dgm:constr type="h" for="ch" forName="dotArrow3" refType="userD"/>
                  <dgm:constr type="ctrX" for="ch" forName="dotArrow4" refType="w" fact="0.2376"/>
                  <dgm:constr type="ctrY" for="ch" forName="dotArrow4" refType="h" fact="0.0448"/>
                  <dgm:constr type="w" for="ch" forName="dotArrow4" refType="userD"/>
                  <dgm:constr type="h" for="ch" forName="dotArrow4" refType="userD"/>
                  <dgm:constr type="ctrX" for="ch" forName="dotArrow5" refType="w" fact="0.2168"/>
                  <dgm:constr type="ctrY" for="ch" forName="dotArrow5" refType="h" fact="0.0635"/>
                  <dgm:constr type="w" for="ch" forName="dotArrow5" refType="userD"/>
                  <dgm:constr type="h" for="ch" forName="dotArrow5" refType="userD"/>
                  <dgm:constr type="ctrX" for="ch" forName="dotArrow6" refType="w" fact="0.2585"/>
                  <dgm:constr type="ctrY" for="ch" forName="dotArrow6" refType="h" fact="0.0656"/>
                  <dgm:constr type="w" for="ch" forName="dotArrow6" refType="userD"/>
                  <dgm:constr type="h" for="ch" forName="dotArrow6" refType="userD"/>
                  <dgm:constr type="ctrX" for="ch" forName="dotArrow7" refType="w" fact="0.2585"/>
                  <dgm:constr type="ctrY" for="ch" forName="dotArrow7" refType="h" fact="0.1052"/>
                  <dgm:constr type="w" for="ch" forName="dotArrow7" refType="userD"/>
                  <dgm:constr type="h" for="ch" forName="dotArrow7" refType="userD"/>
                  <dgm:constr type="r" for="ch" forName="parTx1" refType="w" fact="0.7885"/>
                  <dgm:constr type="t" for="ch" forName="parTx1" refType="h" fact="0.928"/>
                  <dgm:constr type="w" for="ch" forName="parTx1" refType="w" fact="0.3081"/>
                  <dgm:constr type="h" for="ch" forName="parTx1" refType="h" fact="0.0962"/>
                  <dgm:constr type="ctrX" for="ch" forName="picture1" refType="w" fact="0.8025"/>
                  <dgm:constr type="ctrY" for="ch" forName="picture1" refType="h" fact="0.9169"/>
                  <dgm:constr type="w" for="ch" forName="picture1" refType="w" fact="0.1429"/>
                  <dgm:constr type="h" for="ch" forName="picture1" refType="h" fact="0.1663"/>
                  <dgm:constr type="r" for="ch" forName="parTx2" refType="w" fact="0.5178"/>
                  <dgm:constr type="t" for="ch" forName="parTx2" refType="h" fact="0.8143"/>
                  <dgm:constr type="w" for="ch" forName="parTx2" refType="w" fact="0.3081"/>
                  <dgm:constr type="h" for="ch" forName="parTx2" refType="h" fact="0.0962"/>
                  <dgm:constr type="ctrX" for="ch" forName="picture2" refType="w" fact="0.5318"/>
                  <dgm:constr type="ctrY" for="ch" forName="picture2" refType="h" fact="0.8032"/>
                  <dgm:constr type="w" for="ch" forName="picture2" refType="w" fact="0.1429"/>
                  <dgm:constr type="h" for="ch" forName="picture2" refType="h" fact="0.1663"/>
                  <dgm:constr type="r" for="ch" forName="parTx3" refType="w" fact="0.371"/>
                  <dgm:constr type="t" for="ch" forName="parTx3" refType="h" fact="0.65"/>
                  <dgm:constr type="w" for="ch" forName="parTx3" refType="w" fact="0.3081"/>
                  <dgm:constr type="h" for="ch" forName="parTx3" refType="h" fact="0.0962"/>
                  <dgm:constr type="ctrX" for="ch" forName="picture3" refType="w" fact="0.385"/>
                  <dgm:constr type="ctrY" for="ch" forName="picture3" refType="h" fact="0.6389"/>
                  <dgm:constr type="w" for="ch" forName="picture3" refType="w" fact="0.1429"/>
                  <dgm:constr type="h" for="ch" forName="picture3" refType="h" fact="0.1663"/>
                  <dgm:constr type="r" for="ch" forName="parTx4" refType="w" fact="0.2943"/>
                  <dgm:constr type="t" for="ch" forName="parTx4" refType="h" fact="0.4388"/>
                  <dgm:constr type="w" for="ch" forName="parTx4" refType="w" fact="0.3081"/>
                  <dgm:constr type="h" for="ch" forName="parTx4" refType="h" fact="0.0962"/>
                  <dgm:constr type="ctrX" for="ch" forName="picture4" refType="w" fact="0.3083"/>
                  <dgm:constr type="ctrY" for="ch" forName="picture4" refType="h" fact="0.4277"/>
                  <dgm:constr type="w" for="ch" forName="picture4" refType="w" fact="0.1429"/>
                  <dgm:constr type="h" for="ch" forName="picture4" refType="h" fact="0.1663"/>
                  <dgm:constr type="r" for="ch" forName="parTx5" refType="w" fact="0.2516"/>
                  <dgm:constr type="t" for="ch" forName="parTx5" refType="h" fact="0.2238"/>
                  <dgm:constr type="w" for="ch" forName="parTx5" refType="w" fact="0.3081"/>
                  <dgm:constr type="h" for="ch" forName="parTx5" refType="h" fact="0.0962"/>
                  <dgm:constr type="ctrX" for="ch" forName="picture5" refType="w" fact="0.2656"/>
                  <dgm:constr type="ctrY" for="ch" forName="picture5" refType="h" fact="0.2127"/>
                  <dgm:constr type="w" for="ch" forName="picture5" refType="w" fact="0.1429"/>
                  <dgm:constr type="h" for="ch" forName="picture5" refType="h" fact="0.1663"/>
                </dgm:constrLst>
              </dgm:else>
            </dgm:choose>
          </dgm:else>
        </dgm:choose>
      </dgm:if>
      <dgm:if name="Name52" axis="ch" ptType="node" func="cnt" op="equ" val="6">
        <dgm:choose name="Name53">
          <dgm:if name="Name54" func="var" arg="dir" op="equ" val="norm">
            <dgm:choose name="Name55">
              <dgm:if name="Name56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3608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3384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15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2923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2688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883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69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5696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624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6509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6281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6437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6593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67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690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6593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6593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091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1988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273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4169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349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524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5998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5894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416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6313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644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6541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57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4276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401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3739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3464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3186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786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564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67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740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7714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7443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7628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7814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7999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818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7814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7814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l" for="ch" forName="parTx1" refType="w" fact="0.2479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2356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l" for="ch" forName="parTx2" refType="w" fact="0.5064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4941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l" for="ch" forName="parTx3" refType="w" fact="0.6339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6216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l" for="ch" forName="parTx4" refType="w" fact="0.7108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698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l" for="ch" forName="parTx5" refType="w" fact="0.7604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7481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l" for="ch" forName="parTx6" refType="w" fact="0.7874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7751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if>
          <dgm:else name="Name58">
            <dgm:choose name="Name59">
              <dgm:if name="Name60" axis="des" func="maxDepth" op="gt" val="1">
                <dgm:alg type="composite">
                  <dgm:param type="ar" val="1.3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userD" refType="w" fact="0.0105"/>
                  <dgm:constr type="ctrX" for="ch" forName="dot1" refType="w" fact="0.6392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6616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845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7077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7312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5117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5305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4304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3753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3491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3719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3563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340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325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3094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340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340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909"/>
                  <dgm:constr type="t" for="ch" forName="parTx1" refType="h" fact="0.9433"/>
                  <dgm:constr type="w" for="ch" forName="parTx1" refType="w" fact="0.2275"/>
                  <dgm:constr type="h" for="ch" forName="parTx1" refType="h" fact="0.0811"/>
                  <dgm:constr type="ctrX" for="ch" forName="picture1" refType="w" fact="0.8012"/>
                  <dgm:constr type="ctrY" for="ch" forName="picture1" refType="h" fact="0.9322"/>
                  <dgm:constr type="w" for="ch" forName="picture1" refType="w" fact="0.1055"/>
                  <dgm:constr type="h" for="ch" forName="picture1" refType="h" fact="0.1403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727"/>
                  <dgm:constr type="t" for="ch" forName="parTx2" refType="h" fact="0.8468"/>
                  <dgm:constr type="w" for="ch" forName="parTx2" refType="w" fact="0.2275"/>
                  <dgm:constr type="h" for="ch" forName="parTx2" refType="h" fact="0.0811"/>
                  <dgm:constr type="ctrX" for="ch" forName="picture2" refType="w" fact="0.5831"/>
                  <dgm:constr type="ctrY" for="ch" forName="picture2" refType="h" fact="0.8357"/>
                  <dgm:constr type="w" for="ch" forName="picture2" refType="w" fact="0.1055"/>
                  <dgm:constr type="h" for="ch" forName="picture2" refType="h" fact="0.1403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651"/>
                  <dgm:constr type="t" for="ch" forName="parTx3" refType="h" fact="0.7023"/>
                  <dgm:constr type="w" for="ch" forName="parTx3" refType="w" fact="0.2275"/>
                  <dgm:constr type="h" for="ch" forName="parTx3" refType="h" fact="0.0811"/>
                  <dgm:constr type="ctrX" for="ch" forName="picture3" refType="w" fact="0.4755"/>
                  <dgm:constr type="ctrY" for="ch" forName="picture3" refType="h" fact="0.6912"/>
                  <dgm:constr type="w" for="ch" forName="picture3" refType="w" fact="0.1055"/>
                  <dgm:constr type="h" for="ch" forName="picture3" refType="h" fact="0.1403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4002"/>
                  <dgm:constr type="t" for="ch" forName="parTx4" refType="h" fact="0.5441"/>
                  <dgm:constr type="w" for="ch" forName="parTx4" refType="w" fact="0.2275"/>
                  <dgm:constr type="h" for="ch" forName="parTx4" refType="h" fact="0.0811"/>
                  <dgm:constr type="ctrX" for="ch" forName="picture4" refType="w" fact="0.4106"/>
                  <dgm:constr type="ctrY" for="ch" forName="picture4" refType="h" fact="0.533"/>
                  <dgm:constr type="w" for="ch" forName="picture4" refType="w" fact="0.1055"/>
                  <dgm:constr type="h" for="ch" forName="picture4" refType="h" fact="0.1403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584"/>
                  <dgm:constr type="t" for="ch" forName="parTx5" refType="h" fact="0.3737"/>
                  <dgm:constr type="w" for="ch" forName="parTx5" refType="w" fact="0.2275"/>
                  <dgm:constr type="h" for="ch" forName="parTx5" refType="h" fact="0.0811"/>
                  <dgm:constr type="ctrX" for="ch" forName="picture5" refType="w" fact="0.3687"/>
                  <dgm:constr type="ctrY" for="ch" forName="picture5" refType="h" fact="0.3626"/>
                  <dgm:constr type="w" for="ch" forName="picture5" refType="w" fact="0.1055"/>
                  <dgm:constr type="h" for="ch" forName="picture5" refType="h" fact="0.1403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356"/>
                  <dgm:constr type="t" for="ch" forName="parTx6" refType="h" fact="0.2061"/>
                  <dgm:constr type="w" for="ch" forName="parTx6" refType="w" fact="0.2275"/>
                  <dgm:constr type="h" for="ch" forName="parTx6" refType="h" fact="0.0811"/>
                  <dgm:constr type="ctrX" for="ch" forName="picture6" refType="w" fact="0.3459"/>
                  <dgm:constr type="ctrY" for="ch" forName="picture6" refType="h" fact="0.195"/>
                  <dgm:constr type="w" for="ch" forName="picture6" refType="w" fact="0.1055"/>
                  <dgm:constr type="h" for="ch" forName="picture6" refType="h" fact="0.1403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</dgm:constrLst>
              </dgm:if>
              <dgm:else name="Name61">
                <dgm:alg type="composite">
                  <dgm:param type="ar" val="1.1223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userD" refType="w" fact="0.0125"/>
                  <dgm:constr type="ctrX" for="ch" forName="dot1" refType="w" fact="0.5724"/>
                  <dgm:constr type="ctrY" for="ch" forName="dot1" refType="h" fact="0.8839"/>
                  <dgm:constr type="w" for="ch" forName="dot1" refType="userD"/>
                  <dgm:constr type="h" for="ch" forName="dot1" refType="userD"/>
                  <dgm:constr type="ctrX" for="ch" forName="dot2" refType="w" fact="0.599"/>
                  <dgm:constr type="ctrY" for="ch" forName="dot2" refType="h" fact="0.8967"/>
                  <dgm:constr type="w" for="ch" forName="dot2" refType="userD"/>
                  <dgm:constr type="h" for="ch" forName="dot2" refType="userD"/>
                  <dgm:constr type="ctrX" for="ch" forName="dot3" refType="w" fact="0.6261"/>
                  <dgm:constr type="ctrY" for="ch" forName="dot3" refType="h" fact="0.9076"/>
                  <dgm:constr type="w" for="ch" forName="dot3" refType="userD"/>
                  <dgm:constr type="h" for="ch" forName="dot3" refType="userD"/>
                  <dgm:constr type="ctrX" for="ch" forName="dot4" refType="w" fact="0.6536"/>
                  <dgm:constr type="ctrY" for="ch" forName="dot4" refType="h" fact="0.9165"/>
                  <dgm:constr type="w" for="ch" forName="dot4" refType="userD"/>
                  <dgm:constr type="h" for="ch" forName="dot4" refType="userD"/>
                  <dgm:constr type="ctrX" for="ch" forName="dot5" refType="w" fact="0.6814"/>
                  <dgm:constr type="ctrY" for="ch" forName="dot5" refType="h" fact="0.9234"/>
                  <dgm:constr type="w" for="ch" forName="dot5" refType="userD"/>
                  <dgm:constr type="h" for="ch" forName="dot5" refType="userD"/>
                  <dgm:constr type="ctrX" for="ch" forName="dot6" refType="w" fact="0.4214"/>
                  <dgm:constr type="ctrY" for="ch" forName="dot6" refType="h" fact="0.764"/>
                  <dgm:constr type="w" for="ch" forName="dot6" refType="userD"/>
                  <dgm:constr type="h" for="ch" forName="dot6" refType="userD"/>
                  <dgm:constr type="ctrX" for="ch" forName="dot7" refType="w" fact="0.4436"/>
                  <dgm:constr type="ctrY" for="ch" forName="dot7" refType="h" fact="0.7878"/>
                  <dgm:constr type="w" for="ch" forName="dot7" refType="userD"/>
                  <dgm:constr type="h" for="ch" forName="dot7" refType="userD"/>
                  <dgm:constr type="ctrX" for="ch" forName="dot8" refType="w" fact="0.325"/>
                  <dgm:constr type="ctrY" for="ch" forName="dot8" refType="h" fact="0.6227"/>
                  <dgm:constr type="w" for="ch" forName="dot8" refType="userD"/>
                  <dgm:constr type="h" for="ch" forName="dot8" refType="userD"/>
                  <dgm:constr type="ctrX" for="ch" forName="dot9" refType="w" fact="0.2597"/>
                  <dgm:constr type="ctrY" for="ch" forName="dot9" refType="h" fact="0.4556"/>
                  <dgm:constr type="w" for="ch" forName="dot9" refType="userD"/>
                  <dgm:constr type="h" for="ch" forName="dot9" refType="userD"/>
                  <dgm:constr type="ctrX" for="ch" forName="dot10" refType="w" fact="0.2286"/>
                  <dgm:constr type="ctrY" for="ch" forName="dot10" refType="h" fact="0.2816"/>
                  <dgm:constr type="w" for="ch" forName="dot10" refType="userD"/>
                  <dgm:constr type="h" for="ch" forName="dot10" refType="userD"/>
                  <dgm:constr type="ctrX" for="ch" forName="dotArrow1" refType="w" fact="0.2557"/>
                  <dgm:constr type="ctrY" for="ch" forName="dotArrow1" refType="h" fact="0.0748"/>
                  <dgm:constr type="w" for="ch" forName="dotArrow1" refType="userD"/>
                  <dgm:constr type="h" for="ch" forName="dotArrow1" refType="userD"/>
                  <dgm:constr type="ctrX" for="ch" forName="dotArrow2" refType="w" fact="0.2372"/>
                  <dgm:constr type="ctrY" for="ch" forName="dotArrow2" refType="h" fact="0.0581"/>
                  <dgm:constr type="w" for="ch" forName="dotArrow2" refType="userD"/>
                  <dgm:constr type="h" for="ch" forName="dotArrow2" refType="userD"/>
                  <dgm:constr type="ctrX" for="ch" forName="dotArrow3" refType="w" fact="0.2187"/>
                  <dgm:constr type="ctrY" for="ch" forName="dotArrow3" refType="h" fact="0.0414"/>
                  <dgm:constr type="w" for="ch" forName="dotArrow3" refType="userD"/>
                  <dgm:constr type="h" for="ch" forName="dotArrow3" refType="userD"/>
                  <dgm:constr type="ctrX" for="ch" forName="dotArrow4" refType="w" fact="0.2001"/>
                  <dgm:constr type="ctrY" for="ch" forName="dotArrow4" refType="h" fact="0.0581"/>
                  <dgm:constr type="w" for="ch" forName="dotArrow4" refType="userD"/>
                  <dgm:constr type="h" for="ch" forName="dotArrow4" refType="userD"/>
                  <dgm:constr type="ctrX" for="ch" forName="dotArrow5" refType="w" fact="0.1816"/>
                  <dgm:constr type="ctrY" for="ch" forName="dotArrow5" refType="h" fact="0.0748"/>
                  <dgm:constr type="w" for="ch" forName="dotArrow5" refType="userD"/>
                  <dgm:constr type="h" for="ch" forName="dotArrow5" refType="userD"/>
                  <dgm:constr type="ctrX" for="ch" forName="dotArrow6" refType="w" fact="0.2187"/>
                  <dgm:constr type="ctrY" for="ch" forName="dotArrow6" refType="h" fact="0.0766"/>
                  <dgm:constr type="w" for="ch" forName="dotArrow6" refType="userD"/>
                  <dgm:constr type="h" for="ch" forName="dotArrow6" refType="userD"/>
                  <dgm:constr type="ctrX" for="ch" forName="dotArrow7" refType="w" fact="0.2187"/>
                  <dgm:constr type="ctrY" for="ch" forName="dotArrow7" refType="h" fact="0.1118"/>
                  <dgm:constr type="w" for="ch" forName="dotArrow7" refType="userD"/>
                  <dgm:constr type="h" for="ch" forName="dotArrow7" refType="userD"/>
                  <dgm:constr type="r" for="ch" forName="parTx1" refType="w" fact="0.7522"/>
                  <dgm:constr type="t" for="ch" forName="parTx1" refType="h" fact="0.9416"/>
                  <dgm:constr type="w" for="ch" forName="parTx1" refType="w" fact="0.2696"/>
                  <dgm:constr type="h" for="ch" forName="parTx1" refType="h" fact="0.0811"/>
                  <dgm:constr type="ctrX" for="ch" forName="picture1" refType="w" fact="0.7644"/>
                  <dgm:constr type="ctrY" for="ch" forName="picture1" refType="h" fact="0.9322"/>
                  <dgm:constr type="w" for="ch" forName="picture1" refType="w" fact="0.125"/>
                  <dgm:constr type="h" for="ch" forName="picture1" refType="h" fact="0.1403"/>
                  <dgm:constr type="r" for="ch" forName="parTx2" refType="w" fact="0.4937"/>
                  <dgm:constr type="t" for="ch" forName="parTx2" refType="h" fact="0.8451"/>
                  <dgm:constr type="w" for="ch" forName="parTx2" refType="w" fact="0.2696"/>
                  <dgm:constr type="h" for="ch" forName="parTx2" refType="h" fact="0.0811"/>
                  <dgm:constr type="ctrX" for="ch" forName="picture2" refType="w" fact="0.5059"/>
                  <dgm:constr type="ctrY" for="ch" forName="picture2" refType="h" fact="0.8357"/>
                  <dgm:constr type="w" for="ch" forName="picture2" refType="w" fact="0.125"/>
                  <dgm:constr type="h" for="ch" forName="picture2" refType="h" fact="0.1403"/>
                  <dgm:constr type="r" for="ch" forName="parTx3" refType="w" fact="0.3662"/>
                  <dgm:constr type="t" for="ch" forName="parTx3" refType="h" fact="0.7006"/>
                  <dgm:constr type="w" for="ch" forName="parTx3" refType="w" fact="0.2696"/>
                  <dgm:constr type="h" for="ch" forName="parTx3" refType="h" fact="0.0811"/>
                  <dgm:constr type="ctrX" for="ch" forName="picture3" refType="w" fact="0.3784"/>
                  <dgm:constr type="ctrY" for="ch" forName="picture3" refType="h" fact="0.6912"/>
                  <dgm:constr type="w" for="ch" forName="picture3" refType="w" fact="0.125"/>
                  <dgm:constr type="h" for="ch" forName="picture3" refType="h" fact="0.1403"/>
                  <dgm:constr type="r" for="ch" forName="parTx4" refType="w" fact="0.2893"/>
                  <dgm:constr type="t" for="ch" forName="parTx4" refType="h" fact="0.5424"/>
                  <dgm:constr type="w" for="ch" forName="parTx4" refType="w" fact="0.2696"/>
                  <dgm:constr type="h" for="ch" forName="parTx4" refType="h" fact="0.0811"/>
                  <dgm:constr type="ctrX" for="ch" forName="picture4" refType="w" fact="0.3015"/>
                  <dgm:constr type="ctrY" for="ch" forName="picture4" refType="h" fact="0.533"/>
                  <dgm:constr type="w" for="ch" forName="picture4" refType="w" fact="0.125"/>
                  <dgm:constr type="h" for="ch" forName="picture4" refType="h" fact="0.1403"/>
                  <dgm:constr type="r" for="ch" forName="parTx5" refType="w" fact="0.2397"/>
                  <dgm:constr type="t" for="ch" forName="parTx5" refType="h" fact="0.372"/>
                  <dgm:constr type="w" for="ch" forName="parTx5" refType="w" fact="0.2696"/>
                  <dgm:constr type="h" for="ch" forName="parTx5" refType="h" fact="0.0811"/>
                  <dgm:constr type="ctrX" for="ch" forName="picture5" refType="w" fact="0.2519"/>
                  <dgm:constr type="ctrY" for="ch" forName="picture5" refType="h" fact="0.3626"/>
                  <dgm:constr type="w" for="ch" forName="picture5" refType="w" fact="0.125"/>
                  <dgm:constr type="h" for="ch" forName="picture5" refType="h" fact="0.1403"/>
                  <dgm:constr type="r" for="ch" forName="parTx6" refType="w" fact="0.2127"/>
                  <dgm:constr type="t" for="ch" forName="parTx6" refType="h" fact="0.2044"/>
                  <dgm:constr type="w" for="ch" forName="parTx6" refType="w" fact="0.2696"/>
                  <dgm:constr type="h" for="ch" forName="parTx6" refType="h" fact="0.0811"/>
                  <dgm:constr type="ctrX" for="ch" forName="picture6" refType="w" fact="0.2249"/>
                  <dgm:constr type="ctrY" for="ch" forName="picture6" refType="h" fact="0.195"/>
                  <dgm:constr type="w" for="ch" forName="picture6" refType="w" fact="0.125"/>
                  <dgm:constr type="h" for="ch" forName="picture6" refType="h" fact="0.1403"/>
                </dgm:constrLst>
              </dgm:else>
            </dgm:choose>
          </dgm:else>
        </dgm:choose>
      </dgm:if>
      <dgm:else name="Name62">
        <dgm:choose name="Name63">
          <dgm:if name="Name64" func="var" arg="dir" op="equ" val="norm">
            <dgm:choose name="Name65">
              <dgm:if name="Name66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390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3721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353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337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142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088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926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583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6371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6701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6853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6627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6773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6919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706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7212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6919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6919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556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246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l" for="ch" forName="desTx1" refType="r" refFor="ch" refForName="parTx1"/>
                  <dgm:constr type="r" for="ch" forName="desTx1" refType="w"/>
                  <dgm:constr type="t" for="ch" forName="desTx1" refType="t" refFor="ch" refForName="parTx1"/>
                  <dgm:constr type="h" for="ch" forName="desTx1" refType="h" refFor="ch" refForName="parTx1"/>
                  <dgm:constr type="l" for="ch" forName="parTx2" refType="w" fact="0.453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4439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l" for="ch" forName="desTx2" refType="r" refFor="ch" refForName="parTx2"/>
                  <dgm:constr type="r" for="ch" forName="desTx2" refType="w"/>
                  <dgm:constr type="t" for="ch" forName="desTx2" refType="t" refFor="ch" refForName="parTx2"/>
                  <dgm:constr type="h" for="ch" forName="desTx2" refType="h" refFor="ch" refForName="parTx2"/>
                  <dgm:constr type="l" for="ch" forName="parTx3" refType="w" fact="0.5511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541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l" for="ch" forName="desTx3" refType="r" refFor="ch" refForName="parTx3"/>
                  <dgm:constr type="r" for="ch" forName="desTx3" refType="w"/>
                  <dgm:constr type="t" for="ch" forName="desTx3" refType="t" refFor="ch" refForName="parTx3"/>
                  <dgm:constr type="h" for="ch" forName="desTx3" refType="h" refFor="ch" refForName="parTx3"/>
                  <dgm:constr type="l" for="ch" forName="parTx4" refType="w" fact="0.6132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6037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l" for="ch" forName="desTx4" refType="r" refFor="ch" refForName="parTx4"/>
                  <dgm:constr type="r" for="ch" forName="desTx4" refType="w"/>
                  <dgm:constr type="t" for="ch" forName="desTx4" refType="t" refFor="ch" refForName="parTx4"/>
                  <dgm:constr type="h" for="ch" forName="desTx4" refType="h" refFor="ch" refForName="parTx4"/>
                  <dgm:constr type="l" for="ch" forName="parTx5" refType="w" fact="0.6576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648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l" for="ch" forName="desTx5" refType="r" refFor="ch" refForName="parTx5"/>
                  <dgm:constr type="r" for="ch" forName="desTx5" refType="w"/>
                  <dgm:constr type="t" for="ch" forName="desTx5" refType="t" refFor="ch" refForName="parTx5"/>
                  <dgm:constr type="h" for="ch" forName="desTx5" refType="h" refFor="ch" refForName="parTx5"/>
                  <dgm:constr type="l" for="ch" forName="parTx6" refType="w" fact="0.6828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6733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l" for="ch" forName="desTx6" refType="r" refFor="ch" refForName="parTx6"/>
                  <dgm:constr type="r" for="ch" forName="desTx6" refType="w"/>
                  <dgm:constr type="t" for="ch" forName="desTx6" refType="t" refFor="ch" refForName="parTx6"/>
                  <dgm:constr type="h" for="ch" forName="desTx6" refType="h" refFor="ch" refForName="parTx6"/>
                  <dgm:constr type="l" for="ch" forName="parTx7" refType="w" fact="0.6966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6871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l" for="ch" forName="desTx7" refType="r" refFor="ch" refForName="parTx7"/>
                  <dgm:constr type="r" for="ch" forName="desTx7" refType="w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67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4459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4244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4026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3806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3584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5803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618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6656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7266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7643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7816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7558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772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7892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8058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822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7892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7892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l" for="ch" forName="parTx1" refType="w" fact="0.291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2806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l" for="ch" forName="parTx2" refType="w" fact="0.5172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5063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l" for="ch" forName="parTx3" refType="w" fact="0.628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6176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l" for="ch" forName="parTx4" refType="w" fact="0.6994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688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l" for="ch" forName="parTx5" refType="w" fact="0.7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7391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l" for="ch" forName="parTx6" refType="w" fact="0.7788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7679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l" for="ch" forName="parTx7" refType="w" fact="0.794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7836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if>
          <dgm:else name="Name68">
            <dgm:choose name="Name69">
              <dgm:if name="Name70" axis="des" func="maxDepth" op="gt" val="1">
                <dgm:alg type="composite">
                  <dgm:param type="ar" val="1.25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primFontSz" for="ch" forName="desTx1" op="equ" val="65"/>
                  <dgm:constr type="primFontSz" for="ch" forName="desTx2" refType="primFontSz" refFor="ch" refForName="desTx1" op="equ"/>
                  <dgm:constr type="primFontSz" for="ch" forName="desTx3" refType="primFontSz" refFor="ch" refForName="desTx1" op="equ"/>
                  <dgm:constr type="primFontSz" for="ch" forName="desTx4" refType="primFontSz" refFor="ch" refForName="desTx1" op="equ"/>
                  <dgm:constr type="primFontSz" for="ch" forName="desTx5" refType="primFontSz" refFor="ch" refForName="desTx1" op="equ"/>
                  <dgm:constr type="primFontSz" for="ch" forName="desTx6" refType="primFontSz" refFor="ch" refForName="desTx1" op="equ"/>
                  <dgm:constr type="primFontSz" for="ch" forName="desTx7" refType="primFontSz" refFor="ch" refForName="desTx1" op="equ"/>
                  <dgm:constr type="userD" refType="w" fact="0.0097"/>
                  <dgm:constr type="ctrX" for="ch" forName="dot1" refType="w" fact="0.609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6279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647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663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858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912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5074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416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3629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3299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3147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3373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3227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3081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2935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2788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3081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3081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444"/>
                  <dgm:constr type="t" for="ch" forName="parTx1" refType="h" fact="0.8856"/>
                  <dgm:constr type="w" for="ch" forName="parTx1" refType="w" fact="0.2101"/>
                  <dgm:constr type="h" for="ch" forName="parTx1" refType="h" fact="0.0704"/>
                  <dgm:constr type="ctrX" for="ch" forName="picture1" refType="w" fact="0.754"/>
                  <dgm:constr type="ctrY" for="ch" forName="picture1" refType="h" fact="0.8769"/>
                  <dgm:constr type="w" for="ch" forName="picture1" refType="w" fact="0.0974"/>
                  <dgm:constr type="h" for="ch" forName="picture1" refType="h" fact="0.1218"/>
                  <dgm:constr type="r" for="ch" forName="desTx1" refType="l" refFor="ch" refForName="parTx1"/>
                  <dgm:constr type="l" for="ch" forName="desTx1"/>
                  <dgm:constr type="t" for="ch" forName="desTx1" refType="t" refFor="ch" refForName="parTx1"/>
                  <dgm:constr type="h" for="ch" forName="desTx1" refType="h" refFor="ch" refForName="parTx1"/>
                  <dgm:constr type="r" for="ch" forName="parTx2" refType="w" fact="0.5465"/>
                  <dgm:constr type="t" for="ch" forName="parTx2" refType="h" fact="0.7956"/>
                  <dgm:constr type="w" for="ch" forName="parTx2" refType="w" fact="0.2101"/>
                  <dgm:constr type="h" for="ch" forName="parTx2" refType="h" fact="0.0704"/>
                  <dgm:constr type="ctrX" for="ch" forName="picture2" refType="w" fact="0.5561"/>
                  <dgm:constr type="ctrY" for="ch" forName="picture2" refType="h" fact="0.787"/>
                  <dgm:constr type="w" for="ch" forName="picture2" refType="w" fact="0.0974"/>
                  <dgm:constr type="h" for="ch" forName="picture2" refType="h" fact="0.1218"/>
                  <dgm:constr type="r" for="ch" forName="desTx2" refType="l" refFor="ch" refForName="parTx2"/>
                  <dgm:constr type="l" for="ch" forName="desTx2"/>
                  <dgm:constr type="t" for="ch" forName="desTx2" refType="t" refFor="ch" refForName="parTx2"/>
                  <dgm:constr type="h" for="ch" forName="desTx2" refType="h" refFor="ch" refForName="parTx2"/>
                  <dgm:constr type="r" for="ch" forName="parTx3" refType="w" fact="0.4489"/>
                  <dgm:constr type="t" for="ch" forName="parTx3" refType="h" fact="0.673"/>
                  <dgm:constr type="w" for="ch" forName="parTx3" refType="w" fact="0.2101"/>
                  <dgm:constr type="h" for="ch" forName="parTx3" refType="h" fact="0.0704"/>
                  <dgm:constr type="ctrX" for="ch" forName="picture3" refType="w" fact="0.4585"/>
                  <dgm:constr type="ctrY" for="ch" forName="picture3" refType="h" fact="0.6644"/>
                  <dgm:constr type="w" for="ch" forName="picture3" refType="w" fact="0.0974"/>
                  <dgm:constr type="h" for="ch" forName="picture3" refType="h" fact="0.1218"/>
                  <dgm:constr type="r" for="ch" forName="desTx3" refType="l" refFor="ch" refForName="parTx3"/>
                  <dgm:constr type="l" for="ch" forName="desTx3"/>
                  <dgm:constr type="t" for="ch" forName="desTx3" refType="t" refFor="ch" refForName="parTx3"/>
                  <dgm:constr type="h" for="ch" forName="desTx3" refType="h" refFor="ch" refForName="parTx3"/>
                  <dgm:constr type="r" for="ch" forName="parTx4" refType="w" fact="0.3868"/>
                  <dgm:constr type="t" for="ch" forName="parTx4" refType="h" fact="0.538"/>
                  <dgm:constr type="w" for="ch" forName="parTx4" refType="w" fact="0.2101"/>
                  <dgm:constr type="h" for="ch" forName="parTx4" refType="h" fact="0.0704"/>
                  <dgm:constr type="ctrX" for="ch" forName="picture4" refType="w" fact="0.3963"/>
                  <dgm:constr type="ctrY" for="ch" forName="picture4" refType="h" fact="0.5294"/>
                  <dgm:constr type="w" for="ch" forName="picture4" refType="w" fact="0.0974"/>
                  <dgm:constr type="h" for="ch" forName="picture4" refType="h" fact="0.1218"/>
                  <dgm:constr type="r" for="ch" forName="desTx4" refType="l" refFor="ch" refForName="parTx4"/>
                  <dgm:constr type="l" for="ch" forName="desTx4"/>
                  <dgm:constr type="t" for="ch" forName="desTx4" refType="t" refFor="ch" refForName="parTx4"/>
                  <dgm:constr type="h" for="ch" forName="desTx4" refType="h" refFor="ch" refForName="parTx4"/>
                  <dgm:constr type="r" for="ch" forName="parTx5" refType="w" fact="0.3424"/>
                  <dgm:constr type="t" for="ch" forName="parTx5" refType="h" fact="0.3951"/>
                  <dgm:constr type="w" for="ch" forName="parTx5" refType="w" fact="0.2101"/>
                  <dgm:constr type="h" for="ch" forName="parTx5" refType="h" fact="0.0704"/>
                  <dgm:constr type="ctrX" for="ch" forName="picture5" refType="w" fact="0.352"/>
                  <dgm:constr type="ctrY" for="ch" forName="picture5" refType="h" fact="0.3864"/>
                  <dgm:constr type="w" for="ch" forName="picture5" refType="w" fact="0.0974"/>
                  <dgm:constr type="h" for="ch" forName="picture5" refType="h" fact="0.1218"/>
                  <dgm:constr type="r" for="ch" forName="desTx5" refType="l" refFor="ch" refForName="parTx5"/>
                  <dgm:constr type="l" for="ch" forName="desTx5"/>
                  <dgm:constr type="t" for="ch" forName="desTx5" refType="t" refFor="ch" refForName="parTx5"/>
                  <dgm:constr type="h" for="ch" forName="desTx5" refType="h" refFor="ch" refForName="parTx5"/>
                  <dgm:constr type="r" for="ch" forName="parTx6" refType="w" fact="0.3172"/>
                  <dgm:constr type="t" for="ch" forName="parTx6" refType="h" fact="0.2531"/>
                  <dgm:constr type="w" for="ch" forName="parTx6" refType="w" fact="0.2101"/>
                  <dgm:constr type="h" for="ch" forName="parTx6" refType="h" fact="0.0704"/>
                  <dgm:constr type="ctrX" for="ch" forName="picture6" refType="w" fact="0.3267"/>
                  <dgm:constr type="ctrY" for="ch" forName="picture6" refType="h" fact="0.2444"/>
                  <dgm:constr type="w" for="ch" forName="picture6" refType="w" fact="0.0974"/>
                  <dgm:constr type="h" for="ch" forName="picture6" refType="h" fact="0.1218"/>
                  <dgm:constr type="r" for="ch" forName="desTx6" refType="l" refFor="ch" refForName="parTx6"/>
                  <dgm:constr type="l" for="ch" forName="desTx6"/>
                  <dgm:constr type="t" for="ch" forName="desTx6" refType="t" refFor="ch" refForName="parTx6"/>
                  <dgm:constr type="h" for="ch" forName="desTx6" refType="h" refFor="ch" refForName="parTx6"/>
                  <dgm:constr type="r" for="ch" forName="parTx7" refType="w" fact="0.3034"/>
                  <dgm:constr type="t" for="ch" forName="parTx7" refType="h" fact="0.1162"/>
                  <dgm:constr type="w" for="ch" forName="parTx7" refType="w" fact="0.2101"/>
                  <dgm:constr type="h" for="ch" forName="parTx7" refType="h" fact="0.0704"/>
                  <dgm:constr type="ctrX" for="ch" forName="picture7" refType="w" fact="0.3129"/>
                  <dgm:constr type="ctrY" for="ch" forName="picture7" refType="h" fact="0.1075"/>
                  <dgm:constr type="w" for="ch" forName="picture7" refType="w" fact="0.0974"/>
                  <dgm:constr type="h" for="ch" forName="picture7" refType="h" fact="0.1218"/>
                  <dgm:constr type="r" for="ch" forName="desTx7" refType="l" refFor="ch" refForName="parTx7"/>
                  <dgm:constr type="l" for="ch" forName="desTx7"/>
                  <dgm:constr type="t" for="ch" forName="desTx7" refType="t" refFor="ch" refForName="parTx7"/>
                  <dgm:constr type="h" for="ch" forName="desTx7" refType="h" refFor="ch" refForName="parTx7"/>
                </dgm:constrLst>
              </dgm:if>
              <dgm:else name="Name71">
                <dgm:alg type="composite">
                  <dgm:param type="ar" val="1.096"/>
                </dgm:alg>
                <dgm:constrLst>
                  <dgm:constr type="primFontSz" for="ch" forName="parTx1" op="equ" val="65"/>
                  <dgm:constr type="primFontSz" for="ch" forName="parTx2" refType="primFontSz" refFor="ch" refForName="parTx1" op="equ"/>
                  <dgm:constr type="primFontSz" for="ch" forName="parTx3" refType="primFontSz" refFor="ch" refForName="parTx1" op="equ"/>
                  <dgm:constr type="primFontSz" for="ch" forName="parTx4" refType="primFontSz" refFor="ch" refForName="parTx1" op="equ"/>
                  <dgm:constr type="primFontSz" for="ch" forName="parTx5" refType="primFontSz" refFor="ch" refForName="parTx1" op="equ"/>
                  <dgm:constr type="primFontSz" for="ch" forName="parTx6" refType="primFontSz" refFor="ch" refForName="parTx1" op="equ"/>
                  <dgm:constr type="primFontSz" for="ch" forName="parTx7" refType="primFontSz" refFor="ch" refForName="parTx1" op="equ"/>
                  <dgm:constr type="userD" refType="w" fact="0.0111"/>
                  <dgm:constr type="ctrX" for="ch" forName="dot1" refType="w" fact="0.5541"/>
                  <dgm:constr type="ctrY" for="ch" forName="dot1" refType="h" fact="0.8342"/>
                  <dgm:constr type="w" for="ch" forName="dot1" refType="userD"/>
                  <dgm:constr type="h" for="ch" forName="dot1" refType="userD"/>
                  <dgm:constr type="ctrX" for="ch" forName="dot2" refType="w" fact="0.5756"/>
                  <dgm:constr type="ctrY" for="ch" forName="dot2" refType="h" fact="0.8448"/>
                  <dgm:constr type="w" for="ch" forName="dot2" refType="userD"/>
                  <dgm:constr type="h" for="ch" forName="dot2" refType="userD"/>
                  <dgm:constr type="ctrX" for="ch" forName="dot3" refType="w" fact="0.5974"/>
                  <dgm:constr type="ctrY" for="ch" forName="dot3" refType="h" fact="0.8539"/>
                  <dgm:constr type="w" for="ch" forName="dot3" refType="userD"/>
                  <dgm:constr type="h" for="ch" forName="dot3" refType="userD"/>
                  <dgm:constr type="ctrX" for="ch" forName="dot4" refType="w" fact="0.6194"/>
                  <dgm:constr type="ctrY" for="ch" forName="dot4" refType="h" fact="0.8615"/>
                  <dgm:constr type="w" for="ch" forName="dot4" refType="userD"/>
                  <dgm:constr type="h" for="ch" forName="dot4" refType="userD"/>
                  <dgm:constr type="ctrX" for="ch" forName="dot5" refType="w" fact="0.6416"/>
                  <dgm:constr type="ctrY" for="ch" forName="dot5" refType="h" fact="0.8676"/>
                  <dgm:constr type="w" for="ch" forName="dot5" refType="userD"/>
                  <dgm:constr type="h" for="ch" forName="dot5" refType="userD"/>
                  <dgm:constr type="ctrX" for="ch" forName="dot6" refType="w" fact="0.4197"/>
                  <dgm:constr type="ctrY" for="ch" forName="dot6" refType="h" fact="0.7255"/>
                  <dgm:constr type="w" for="ch" forName="dot6" refType="userD"/>
                  <dgm:constr type="h" for="ch" forName="dot6" refType="userD"/>
                  <dgm:constr type="ctrX" for="ch" forName="dot7" refType="w" fact="0.4382"/>
                  <dgm:constr type="ctrY" for="ch" forName="dot7" refType="h" fact="0.7454"/>
                  <dgm:constr type="w" for="ch" forName="dot7" refType="userD"/>
                  <dgm:constr type="h" for="ch" forName="dot7" refType="userD"/>
                  <dgm:constr type="ctrX" for="ch" forName="dot8" refType="w" fact="0.3344"/>
                  <dgm:constr type="ctrY" for="ch" forName="dot8" refType="h" fact="0.6026"/>
                  <dgm:constr type="w" for="ch" forName="dot8" refType="userD"/>
                  <dgm:constr type="h" for="ch" forName="dot8" refType="userD"/>
                  <dgm:constr type="ctrX" for="ch" forName="dot9" refType="w" fact="0.2734"/>
                  <dgm:constr type="ctrY" for="ch" forName="dot9" refType="h" fact="0.4632"/>
                  <dgm:constr type="w" for="ch" forName="dot9" refType="userD"/>
                  <dgm:constr type="h" for="ch" forName="dot9" refType="userD"/>
                  <dgm:constr type="ctrX" for="ch" forName="dot10" refType="w" fact="0.2357"/>
                  <dgm:constr type="ctrY" for="ch" forName="dot10" refType="h" fact="0.3187"/>
                  <dgm:constr type="w" for="ch" forName="dot10" refType="userD"/>
                  <dgm:constr type="h" for="ch" forName="dot10" refType="userD"/>
                  <dgm:constr type="ctrX" for="ch" forName="dot11" refType="w" fact="0.2184"/>
                  <dgm:constr type="ctrY" for="ch" forName="dot11" refType="h" fact="0.1763"/>
                  <dgm:constr type="w" for="ch" forName="dot11" refType="userD"/>
                  <dgm:constr type="h" for="ch" forName="dot11" refType="userD"/>
                  <dgm:constr type="ctrX" for="ch" forName="dotArrow1" refType="w" fact="0.2442"/>
                  <dgm:constr type="ctrY" for="ch" forName="dotArrow1" refType="h" fact="-0.0099"/>
                  <dgm:constr type="w" for="ch" forName="dotArrow1" refType="userD"/>
                  <dgm:constr type="h" for="ch" forName="dotArrow1" refType="userD"/>
                  <dgm:constr type="ctrX" for="ch" forName="dotArrow2" refType="w" fact="0.2275"/>
                  <dgm:constr type="ctrY" for="ch" forName="dotArrow2" refType="h" fact="-0.0239"/>
                  <dgm:constr type="w" for="ch" forName="dotArrow2" refType="userD"/>
                  <dgm:constr type="h" for="ch" forName="dotArrow2" refType="userD"/>
                  <dgm:constr type="ctrX" for="ch" forName="dotArrow3" refType="w" fact="0.2108"/>
                  <dgm:constr type="ctrY" for="ch" forName="dotArrow3" refType="h" fact="-0.0378"/>
                  <dgm:constr type="w" for="ch" forName="dotArrow3" refType="userD"/>
                  <dgm:constr type="h" for="ch" forName="dotArrow3" refType="userD"/>
                  <dgm:constr type="ctrX" for="ch" forName="dotArrow4" refType="w" fact="0.1942"/>
                  <dgm:constr type="ctrY" for="ch" forName="dotArrow4" refType="h" fact="-0.0239"/>
                  <dgm:constr type="w" for="ch" forName="dotArrow4" refType="userD"/>
                  <dgm:constr type="h" for="ch" forName="dotArrow4" refType="userD"/>
                  <dgm:constr type="ctrX" for="ch" forName="dotArrow5" refType="w" fact="0.1775"/>
                  <dgm:constr type="ctrY" for="ch" forName="dotArrow5" refType="h" fact="-0.0099"/>
                  <dgm:constr type="w" for="ch" forName="dotArrow5" refType="userD"/>
                  <dgm:constr type="h" for="ch" forName="dotArrow5" refType="userD"/>
                  <dgm:constr type="ctrX" for="ch" forName="dotArrow6" refType="w" fact="0.2108"/>
                  <dgm:constr type="ctrY" for="ch" forName="dotArrow6" refType="h" fact="-0.0084"/>
                  <dgm:constr type="w" for="ch" forName="dotArrow6" refType="userD"/>
                  <dgm:constr type="h" for="ch" forName="dotArrow6" refType="userD"/>
                  <dgm:constr type="ctrX" for="ch" forName="dotArrow7" refType="w" fact="0.2108"/>
                  <dgm:constr type="ctrY" for="ch" forName="dotArrow7" refType="h" fact="0.0211"/>
                  <dgm:constr type="w" for="ch" forName="dotArrow7" refType="userD"/>
                  <dgm:constr type="h" for="ch" forName="dotArrow7" refType="userD"/>
                  <dgm:constr type="r" for="ch" forName="parTx1" refType="w" fact="0.7085"/>
                  <dgm:constr type="t" for="ch" forName="parTx1" refType="h" fact="0.8845"/>
                  <dgm:constr type="w" for="ch" forName="parTx1" refType="w" fact="0.2396"/>
                  <dgm:constr type="h" for="ch" forName="parTx1" refType="h" fact="0.0704"/>
                  <dgm:constr type="ctrX" for="ch" forName="picture1" refType="w" fact="0.7194"/>
                  <dgm:constr type="ctrY" for="ch" forName="picture1" refType="h" fact="0.8769"/>
                  <dgm:constr type="w" for="ch" forName="picture1" refType="w" fact="0.1111"/>
                  <dgm:constr type="h" for="ch" forName="picture1" refType="h" fact="0.1218"/>
                  <dgm:constr type="r" for="ch" forName="parTx2" refType="w" fact="0.4828"/>
                  <dgm:constr type="t" for="ch" forName="parTx2" refType="h" fact="0.7946"/>
                  <dgm:constr type="w" for="ch" forName="parTx2" refType="w" fact="0.2396"/>
                  <dgm:constr type="h" for="ch" forName="parTx2" refType="h" fact="0.0704"/>
                  <dgm:constr type="ctrX" for="ch" forName="picture2" refType="w" fact="0.4937"/>
                  <dgm:constr type="ctrY" for="ch" forName="picture2" refType="h" fact="0.787"/>
                  <dgm:constr type="w" for="ch" forName="picture2" refType="w" fact="0.1111"/>
                  <dgm:constr type="h" for="ch" forName="picture2" refType="h" fact="0.1218"/>
                  <dgm:constr type="r" for="ch" forName="parTx3" refType="w" fact="0.3715"/>
                  <dgm:constr type="t" for="ch" forName="parTx3" refType="h" fact="0.672"/>
                  <dgm:constr type="w" for="ch" forName="parTx3" refType="w" fact="0.2396"/>
                  <dgm:constr type="h" for="ch" forName="parTx3" refType="h" fact="0.0704"/>
                  <dgm:constr type="ctrX" for="ch" forName="picture3" refType="w" fact="0.3824"/>
                  <dgm:constr type="ctrY" for="ch" forName="picture3" refType="h" fact="0.6644"/>
                  <dgm:constr type="w" for="ch" forName="picture3" refType="w" fact="0.1111"/>
                  <dgm:constr type="h" for="ch" forName="picture3" refType="h" fact="0.1218"/>
                  <dgm:constr type="r" for="ch" forName="parTx4" refType="w" fact="0.3006"/>
                  <dgm:constr type="t" for="ch" forName="parTx4" refType="h" fact="0.5369"/>
                  <dgm:constr type="w" for="ch" forName="parTx4" refType="w" fact="0.2396"/>
                  <dgm:constr type="h" for="ch" forName="parTx4" refType="h" fact="0.0704"/>
                  <dgm:constr type="ctrX" for="ch" forName="picture4" refType="w" fact="0.3115"/>
                  <dgm:constr type="ctrY" for="ch" forName="picture4" refType="h" fact="0.5294"/>
                  <dgm:constr type="w" for="ch" forName="picture4" refType="w" fact="0.1111"/>
                  <dgm:constr type="h" for="ch" forName="picture4" refType="h" fact="0.1218"/>
                  <dgm:constr type="r" for="ch" forName="parTx5" refType="w" fact="0.25"/>
                  <dgm:constr type="t" for="ch" forName="parTx5" refType="h" fact="0.394"/>
                  <dgm:constr type="w" for="ch" forName="parTx5" refType="w" fact="0.2396"/>
                  <dgm:constr type="h" for="ch" forName="parTx5" refType="h" fact="0.0704"/>
                  <dgm:constr type="ctrX" for="ch" forName="picture5" refType="w" fact="0.2609"/>
                  <dgm:constr type="ctrY" for="ch" forName="picture5" refType="h" fact="0.3864"/>
                  <dgm:constr type="w" for="ch" forName="picture5" refType="w" fact="0.1111"/>
                  <dgm:constr type="h" for="ch" forName="picture5" refType="h" fact="0.1218"/>
                  <dgm:constr type="r" for="ch" forName="parTx6" refType="w" fact="0.2212"/>
                  <dgm:constr type="t" for="ch" forName="parTx6" refType="h" fact="0.252"/>
                  <dgm:constr type="w" for="ch" forName="parTx6" refType="w" fact="0.2396"/>
                  <dgm:constr type="h" for="ch" forName="parTx6" refType="h" fact="0.0704"/>
                  <dgm:constr type="ctrX" for="ch" forName="picture6" refType="w" fact="0.2321"/>
                  <dgm:constr type="ctrY" for="ch" forName="picture6" refType="h" fact="0.2444"/>
                  <dgm:constr type="w" for="ch" forName="picture6" refType="w" fact="0.1111"/>
                  <dgm:constr type="h" for="ch" forName="picture6" refType="h" fact="0.1218"/>
                  <dgm:constr type="r" for="ch" forName="parTx7" refType="w" fact="0.2055"/>
                  <dgm:constr type="t" for="ch" forName="parTx7" refType="h" fact="0.1151"/>
                  <dgm:constr type="w" for="ch" forName="parTx7" refType="w" fact="0.2396"/>
                  <dgm:constr type="h" for="ch" forName="parTx7" refType="h" fact="0.0704"/>
                  <dgm:constr type="ctrX" for="ch" forName="picture7" refType="w" fact="0.2164"/>
                  <dgm:constr type="ctrY" for="ch" forName="picture7" refType="h" fact="0.1075"/>
                  <dgm:constr type="w" for="ch" forName="picture7" refType="w" fact="0.1111"/>
                  <dgm:constr type="h" for="ch" forName="picture7" refType="h" fact="0.1218"/>
                </dgm:constrLst>
              </dgm:else>
            </dgm:choose>
          </dgm:else>
        </dgm:choose>
      </dgm:else>
    </dgm:choose>
    <dgm:forEach name="wrapper" axis="self" ptType="parTrans">
      <dgm:forEach name="wrapper2" axis="self" ptType="sibTrans" st="2">
        <dgm:forEach name="imageRepeat" axis="self">
          <dgm:layoutNode name="imageRepeat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 axis="self"/>
          </dgm:layoutNode>
        </dgm:forEach>
      </dgm:forEach>
    </dgm:forEach>
    <dgm:choose name="Name72">
      <dgm:if name="Name73" axis="ch" ptType="node" func="cnt" op="gte" val="2">
        <dgm:layoutNode name="dot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4"/>
    </dgm:choose>
    <dgm:choose name="Name75">
      <dgm:if name="Name76" axis="ch" ptType="node" func="cnt" op="gte" val="3">
        <dgm:layoutNode name="dot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77"/>
    </dgm:choose>
    <dgm:choose name="Name78">
      <dgm:if name="Name79" axis="ch" ptType="node" func="cnt" op="gte" val="4">
        <dgm:layoutNode name="dot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0"/>
    </dgm:choose>
    <dgm:choose name="Name81">
      <dgm:if name="Name82" axis="ch" ptType="node" func="cnt" op="gte" val="5">
        <dgm:layoutNode name="dot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8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3"/>
    </dgm:choose>
    <dgm:choose name="Name84">
      <dgm:if name="Name85" axis="ch" ptType="node" func="cnt" op="gte" val="6">
        <dgm:layoutNode name="dot9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10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6"/>
    </dgm:choose>
    <dgm:choose name="Name87">
      <dgm:if name="Name88" axis="ch" ptType="node" func="cnt" op="gte" val="7">
        <dgm:layoutNode name="dot1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89"/>
    </dgm:choose>
    <dgm:choose name="Name90">
      <dgm:if name="Name91" axis="ch" ptType="node" func="cnt" op="gte" val="2">
        <dgm:layoutNode name="dotArrow1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2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3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4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5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6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dotArrow7" styleLbl="alignNode1">
          <dgm:alg type="sp"/>
          <dgm:shape xmlns:r="http://schemas.openxmlformats.org/officeDocument/2006/relationships" type="ellipse" r:blip="">
            <dgm:adjLst/>
          </dgm:shape>
          <dgm:presOf/>
        </dgm:layoutNode>
      </dgm:if>
      <dgm:else name="Name92"/>
    </dgm:choose>
    <dgm:forEach name="Name93" axis="ch" ptType="node" cnt="1">
      <dgm:layoutNode name="parTx1">
        <dgm:choose name="Name94">
          <dgm:if name="Name95" func="var" arg="dir" op="equ" val="norm">
            <dgm:alg type="tx">
              <dgm:param type="parTxLTRAlign" val="l"/>
              <dgm:param type="parTxRTLAlign" val="r"/>
            </dgm:alg>
          </dgm:if>
          <dgm:else name="Name96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97">
          <dgm:if name="Name98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99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00">
        <dgm:if name="Name101" axis="ch" ptType="node" func="cnt" op="gte" val="1">
          <dgm:layoutNode name="desTx1" styleLbl="revTx">
            <dgm:varLst>
              <dgm:bulletEnabled val="1"/>
            </dgm:varLst>
            <dgm:choose name="Name102">
              <dgm:if name="Name103" func="var" arg="dir" op="equ" val="norm">
                <dgm:choose name="Name104">
                  <dgm:if name="Name105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06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07">
                <dgm:choose name="Name108">
                  <dgm:if name="Name109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10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11"/>
      </dgm:choose>
    </dgm:forEach>
    <dgm:forEach name="Name112" axis="ch" ptType="sibTrans" hideLastTrans="0" cnt="1">
      <dgm:layoutNode name="picture1">
        <dgm:alg type="sp"/>
        <dgm:shape xmlns:r="http://schemas.openxmlformats.org/officeDocument/2006/relationships" r:blip="">
          <dgm:adjLst/>
        </dgm:shape>
        <dgm:presOf/>
        <dgm:constrLst/>
        <dgm:forEach name="Name113" ref="imageRepeat"/>
      </dgm:layoutNode>
    </dgm:forEach>
    <dgm:forEach name="Name114" axis="ch" ptType="node" st="2" cnt="1">
      <dgm:layoutNode name="parTx2">
        <dgm:choose name="Name115">
          <dgm:if name="Name116" func="var" arg="dir" op="equ" val="norm">
            <dgm:alg type="tx">
              <dgm:param type="parTxLTRAlign" val="l"/>
              <dgm:param type="parTxRTLAlign" val="r"/>
            </dgm:alg>
          </dgm:if>
          <dgm:else name="Name117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18">
          <dgm:if name="Name119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20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21">
        <dgm:if name="Name122" axis="ch" ptType="node" func="cnt" op="gte" val="1">
          <dgm:layoutNode name="desTx2" styleLbl="revTx">
            <dgm:varLst>
              <dgm:bulletEnabled val="1"/>
            </dgm:varLst>
            <dgm:choose name="Name123">
              <dgm:if name="Name124" func="var" arg="dir" op="equ" val="norm">
                <dgm:choose name="Name125">
                  <dgm:if name="Name126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27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28">
                <dgm:choose name="Name129">
                  <dgm:if name="Name130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31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32"/>
      </dgm:choose>
    </dgm:forEach>
    <dgm:forEach name="Name133" axis="ch" ptType="sibTrans" hideLastTrans="0" st="2" cnt="1">
      <dgm:layoutNode name="picture2">
        <dgm:alg type="sp"/>
        <dgm:shape xmlns:r="http://schemas.openxmlformats.org/officeDocument/2006/relationships" r:blip="">
          <dgm:adjLst/>
        </dgm:shape>
        <dgm:presOf/>
        <dgm:constrLst/>
        <dgm:forEach name="Name134" ref="imageRepeat"/>
      </dgm:layoutNode>
    </dgm:forEach>
    <dgm:forEach name="Name135" axis="ch" ptType="node" st="3" cnt="1">
      <dgm:layoutNode name="parTx3">
        <dgm:choose name="Name136">
          <dgm:if name="Name137" func="var" arg="dir" op="equ" val="norm">
            <dgm:alg type="tx">
              <dgm:param type="parTxLTRAlign" val="l"/>
              <dgm:param type="parTxRTLAlign" val="r"/>
            </dgm:alg>
          </dgm:if>
          <dgm:else name="Name138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39">
          <dgm:if name="Name140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41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42">
        <dgm:if name="Name143" axis="ch" ptType="node" func="cnt" op="gte" val="1">
          <dgm:layoutNode name="desTx3" styleLbl="revTx">
            <dgm:varLst>
              <dgm:bulletEnabled val="1"/>
            </dgm:varLst>
            <dgm:choose name="Name144">
              <dgm:if name="Name145" func="var" arg="dir" op="equ" val="norm">
                <dgm:choose name="Name146">
                  <dgm:if name="Name147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48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49">
                <dgm:choose name="Name150">
                  <dgm:if name="Name151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5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53"/>
      </dgm:choose>
    </dgm:forEach>
    <dgm:forEach name="Name154" axis="ch" ptType="sibTrans" hideLastTrans="0" st="3" cnt="1">
      <dgm:layoutNode name="picture3">
        <dgm:alg type="sp"/>
        <dgm:shape xmlns:r="http://schemas.openxmlformats.org/officeDocument/2006/relationships" r:blip="">
          <dgm:adjLst/>
        </dgm:shape>
        <dgm:presOf/>
        <dgm:constrLst/>
        <dgm:forEach name="Name155" ref="imageRepeat"/>
      </dgm:layoutNode>
    </dgm:forEach>
    <dgm:forEach name="Name156" axis="ch" ptType="node" st="4" cnt="1">
      <dgm:layoutNode name="parTx4">
        <dgm:choose name="Name157">
          <dgm:if name="Name158" func="var" arg="dir" op="equ" val="norm">
            <dgm:alg type="tx">
              <dgm:param type="parTxLTRAlign" val="l"/>
              <dgm:param type="parTxRTLAlign" val="r"/>
            </dgm:alg>
          </dgm:if>
          <dgm:else name="Name159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60">
          <dgm:if name="Name161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62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63">
        <dgm:if name="Name164" axis="ch" ptType="node" func="cnt" op="gte" val="1">
          <dgm:layoutNode name="desTx4" styleLbl="revTx">
            <dgm:varLst>
              <dgm:bulletEnabled val="1"/>
            </dgm:varLst>
            <dgm:choose name="Name165">
              <dgm:if name="Name166" func="var" arg="dir" op="equ" val="norm">
                <dgm:choose name="Name167">
                  <dgm:if name="Name168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69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70">
                <dgm:choose name="Name171">
                  <dgm:if name="Name172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73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74"/>
      </dgm:choose>
    </dgm:forEach>
    <dgm:forEach name="Name175" axis="ch" ptType="sibTrans" hideLastTrans="0" st="4" cnt="1">
      <dgm:layoutNode name="picture4">
        <dgm:alg type="sp"/>
        <dgm:shape xmlns:r="http://schemas.openxmlformats.org/officeDocument/2006/relationships" r:blip="">
          <dgm:adjLst/>
        </dgm:shape>
        <dgm:presOf/>
        <dgm:constrLst/>
        <dgm:forEach name="Name176" ref="imageRepeat"/>
      </dgm:layoutNode>
    </dgm:forEach>
    <dgm:forEach name="Name177" axis="ch" ptType="node" st="5" cnt="1">
      <dgm:layoutNode name="parTx5">
        <dgm:choose name="Name178">
          <dgm:if name="Name179" func="var" arg="dir" op="equ" val="norm">
            <dgm:alg type="tx">
              <dgm:param type="parTxLTRAlign" val="l"/>
              <dgm:param type="parTxRTLAlign" val="r"/>
            </dgm:alg>
          </dgm:if>
          <dgm:else name="Name180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181">
          <dgm:if name="Name182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183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184">
        <dgm:if name="Name185" axis="ch" ptType="node" func="cnt" op="gte" val="1">
          <dgm:layoutNode name="desTx5" styleLbl="revTx">
            <dgm:varLst>
              <dgm:bulletEnabled val="1"/>
            </dgm:varLst>
            <dgm:choose name="Name186">
              <dgm:if name="Name187" func="var" arg="dir" op="equ" val="norm">
                <dgm:choose name="Name188">
                  <dgm:if name="Name189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190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191">
                <dgm:choose name="Name192">
                  <dgm:if name="Name193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194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195"/>
      </dgm:choose>
    </dgm:forEach>
    <dgm:forEach name="Name196" axis="ch" ptType="sibTrans" hideLastTrans="0" st="5" cnt="1">
      <dgm:layoutNode name="picture5">
        <dgm:alg type="sp"/>
        <dgm:shape xmlns:r="http://schemas.openxmlformats.org/officeDocument/2006/relationships" r:blip="">
          <dgm:adjLst/>
        </dgm:shape>
        <dgm:presOf/>
        <dgm:constrLst/>
        <dgm:forEach name="Name197" ref="imageRepeat"/>
      </dgm:layoutNode>
    </dgm:forEach>
    <dgm:forEach name="Name198" axis="ch" ptType="node" st="6" cnt="1">
      <dgm:layoutNode name="parTx6">
        <dgm:choose name="Name199">
          <dgm:if name="Name200" func="var" arg="dir" op="equ" val="norm">
            <dgm:alg type="tx">
              <dgm:param type="parTxLTRAlign" val="l"/>
              <dgm:param type="parTxRTLAlign" val="r"/>
            </dgm:alg>
          </dgm:if>
          <dgm:else name="Name201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02">
          <dgm:if name="Name203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04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05">
        <dgm:if name="Name206" axis="ch" ptType="node" func="cnt" op="gte" val="1">
          <dgm:layoutNode name="desTx6" styleLbl="revTx">
            <dgm:varLst>
              <dgm:bulletEnabled val="1"/>
            </dgm:varLst>
            <dgm:choose name="Name207">
              <dgm:if name="Name208" func="var" arg="dir" op="equ" val="norm">
                <dgm:choose name="Name209">
                  <dgm:if name="Name210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11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12">
                <dgm:choose name="Name213">
                  <dgm:if name="Name214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15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16"/>
      </dgm:choose>
    </dgm:forEach>
    <dgm:forEach name="Name217" axis="ch" ptType="sibTrans" hideLastTrans="0" st="6" cnt="1">
      <dgm:layoutNode name="picture6">
        <dgm:alg type="sp"/>
        <dgm:shape xmlns:r="http://schemas.openxmlformats.org/officeDocument/2006/relationships" r:blip="">
          <dgm:adjLst/>
        </dgm:shape>
        <dgm:presOf/>
        <dgm:constrLst/>
        <dgm:forEach name="Name218" ref="imageRepeat"/>
      </dgm:layoutNode>
    </dgm:forEach>
    <dgm:forEach name="Name219" axis="ch" ptType="node" st="7" cnt="1">
      <dgm:layoutNode name="parTx7">
        <dgm:choose name="Name220">
          <dgm:if name="Name221" func="var" arg="dir" op="equ" val="norm">
            <dgm:alg type="tx">
              <dgm:param type="parTxLTRAlign" val="l"/>
              <dgm:param type="parTxRTLAlign" val="r"/>
            </dgm:alg>
          </dgm:if>
          <dgm:else name="Name222">
            <dgm:alg type="tx">
              <dgm:param type="parTxLTRAlign" val="r"/>
              <dgm:param type="parTxRTLAlign" val="l"/>
            </dgm:alg>
          </dgm:else>
        </dgm:choose>
        <dgm:shape xmlns:r="http://schemas.openxmlformats.org/officeDocument/2006/relationships" type="roundRect" r:blip="">
          <dgm:adjLst/>
        </dgm:shape>
        <dgm:presOf axis="self" ptType="node"/>
        <dgm:choose name="Name223">
          <dgm:if name="Name224" func="var" arg="dir" op="equ" val="norm">
            <dgm:constrLst>
              <dgm:constr type="lMarg" refType="w" fact="0.6"/>
              <dgm:constr type="rMarg" refType="primFontSz" fact="0.3"/>
              <dgm:constr type="tMarg" refType="primFontSz" fact="0.3"/>
              <dgm:constr type="bMarg" refType="primFontSz" fact="0.3"/>
            </dgm:constrLst>
          </dgm:if>
          <dgm:else name="Name225">
            <dgm:constrLst>
              <dgm:constr type="rMarg" refType="w" fact="0.6"/>
              <dgm:constr type="lMarg" refType="primFontSz" fact="0.3"/>
              <dgm:constr type="tMarg" refType="primFontSz" fact="0.3"/>
              <dgm:constr type="bMarg" refType="primFontSz" fact="0.3"/>
            </dgm:constrLst>
          </dgm:else>
        </dgm:choose>
        <dgm:ruleLst>
          <dgm:rule type="primFontSz" val="5" fact="NaN" max="NaN"/>
        </dgm:ruleLst>
      </dgm:layoutNode>
      <dgm:choose name="Name226">
        <dgm:if name="Name227" axis="ch" ptType="node" func="cnt" op="gte" val="1">
          <dgm:layoutNode name="desTx7" styleLbl="revTx">
            <dgm:varLst>
              <dgm:bulletEnabled val="1"/>
            </dgm:varLst>
            <dgm:choose name="Name228">
              <dgm:if name="Name229" func="var" arg="dir" op="equ" val="norm">
                <dgm:choose name="Name230">
                  <dgm:if name="Name231" axis="ch" ptType="node" func="cnt" op="gte" val="2">
                    <dgm:alg type="tx">
                      <dgm:param type="parTxLTRAlign" val="l"/>
                      <dgm:param type="parTxRTLAlign" val="l"/>
                      <dgm:param type="stBulletLvl" val="1"/>
                    </dgm:alg>
                  </dgm:if>
                  <dgm:else name="Name232">
                    <dgm:alg type="tx">
                      <dgm:param type="parTxLTRAlign" val="l"/>
                      <dgm:param type="parTxRTLAlign" val="l"/>
                    </dgm:alg>
                  </dgm:else>
                </dgm:choose>
              </dgm:if>
              <dgm:else name="Name233">
                <dgm:choose name="Name234">
                  <dgm:if name="Name235" axis="ch" ptType="node" func="cnt" op="gte" val="2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  <dgm:param type="stBulletLvl" val="1"/>
                    </dgm:alg>
                  </dgm:if>
                  <dgm:else name="Name236">
                    <dgm:alg type="tx">
                      <dgm:param type="parTxLTRAlign" val="r"/>
                      <dgm:param type="parTxRTLAlign" val="r"/>
                      <dgm:param type="shpTxLTRAlignCh" val="r"/>
                      <dgm:param type="shpTxRTLAlignCh" val="r"/>
                    </dgm:alg>
                  </dgm:else>
                </dgm:choose>
              </dgm:else>
            </dgm:choose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rMarg" refType="primFontSz" fact="0.2"/>
              <dgm:constr type="tMarg" refType="primFontSz" fact="0.2"/>
              <dgm:constr type="bMarg" refType="primFontSz" fact="0.2"/>
            </dgm:constrLst>
            <dgm:ruleLst>
              <dgm:rule type="primFontSz" val="5" fact="NaN" max="NaN"/>
            </dgm:ruleLst>
          </dgm:layoutNode>
        </dgm:if>
        <dgm:else name="Name237"/>
      </dgm:choose>
    </dgm:forEach>
    <dgm:forEach name="Name238" axis="ch" ptType="sibTrans" hideLastTrans="0" st="7" cnt="1">
      <dgm:layoutNode name="picture7">
        <dgm:alg type="sp"/>
        <dgm:shape xmlns:r="http://schemas.openxmlformats.org/officeDocument/2006/relationships" r:blip="">
          <dgm:adjLst/>
        </dgm:shape>
        <dgm:presOf/>
        <dgm:constrLst/>
        <dgm:forEach name="Name239" ref="imageRepeat"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05/08/2016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0744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3154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32883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8209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6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8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902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64294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1288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18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743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842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7100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Governança...</a:t>
            </a:r>
            <a:r>
              <a:rPr lang="pt-BR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Genesys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Administration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ele é responsável por toda a configuração do servidor. É nele que é feito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tb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aplicações.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32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Genesys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Administration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ele é responsável por toda a configuração do servidor. É nele que é feito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tb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</a:t>
            </a:r>
            <a:r>
              <a:rPr lang="pt-B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das aplicações.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361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35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883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5508" y="1582714"/>
            <a:ext cx="5886194" cy="106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3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8/5/2016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9" r:id="rId12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7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1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62980" y="289005"/>
            <a:ext cx="1603348" cy="291323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5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emf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slide" Target="slide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5" Type="http://schemas.openxmlformats.org/officeDocument/2006/relationships/image" Target="../media/image1.emf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2.xml"/><Relationship Id="rId5" Type="http://schemas.openxmlformats.org/officeDocument/2006/relationships/image" Target="../media/image1.emf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chart" Target="../charts/char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4.png"/><Relationship Id="rId7" Type="http://schemas.openxmlformats.org/officeDocument/2006/relationships/image" Target="../media/image1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emf"/><Relationship Id="rId5" Type="http://schemas.openxmlformats.org/officeDocument/2006/relationships/image" Target="../media/image9.png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.xml"/><Relationship Id="rId3" Type="http://schemas.openxmlformats.org/officeDocument/2006/relationships/chart" Target="../charts/chart8.xml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emf"/><Relationship Id="rId4" Type="http://schemas.openxmlformats.org/officeDocument/2006/relationships/chart" Target="../charts/chart9.xml"/><Relationship Id="rId9" Type="http://schemas.openxmlformats.org/officeDocument/2006/relationships/chart" Target="../charts/chart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5.xml"/><Relationship Id="rId3" Type="http://schemas.openxmlformats.org/officeDocument/2006/relationships/image" Target="../media/image4.png"/><Relationship Id="rId7" Type="http://schemas.openxmlformats.org/officeDocument/2006/relationships/chart" Target="../charts/chart14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10" Type="http://schemas.openxmlformats.org/officeDocument/2006/relationships/image" Target="../media/image15.emf"/><Relationship Id="rId4" Type="http://schemas.openxmlformats.org/officeDocument/2006/relationships/image" Target="../media/image5.jpg"/><Relationship Id="rId9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slide" Target="slide10.xml"/><Relationship Id="rId4" Type="http://schemas.openxmlformats.org/officeDocument/2006/relationships/image" Target="../media/image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emf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13" Type="http://schemas.openxmlformats.org/officeDocument/2006/relationships/image" Target="../media/image20.emf"/><Relationship Id="rId3" Type="http://schemas.openxmlformats.org/officeDocument/2006/relationships/image" Target="../media/image1.emf"/><Relationship Id="rId7" Type="http://schemas.openxmlformats.org/officeDocument/2006/relationships/image" Target="../media/image15.emf"/><Relationship Id="rId12" Type="http://schemas.openxmlformats.org/officeDocument/2006/relationships/image" Target="../media/image1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11" Type="http://schemas.openxmlformats.org/officeDocument/2006/relationships/image" Target="../media/image18.emf"/><Relationship Id="rId5" Type="http://schemas.openxmlformats.org/officeDocument/2006/relationships/image" Target="../media/image5.jpg"/><Relationship Id="rId10" Type="http://schemas.openxmlformats.org/officeDocument/2006/relationships/chart" Target="../charts/chart16.xml"/><Relationship Id="rId4" Type="http://schemas.openxmlformats.org/officeDocument/2006/relationships/image" Target="../media/image4.png"/><Relationship Id="rId9" Type="http://schemas.openxmlformats.org/officeDocument/2006/relationships/slide" Target="slide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slide" Target="slide17.xml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11" Type="http://schemas.openxmlformats.org/officeDocument/2006/relationships/slide" Target="slide18.xml"/><Relationship Id="rId5" Type="http://schemas.openxmlformats.org/officeDocument/2006/relationships/image" Target="../media/image21.emf"/><Relationship Id="rId10" Type="http://schemas.openxmlformats.org/officeDocument/2006/relationships/image" Target="../media/image24.emf"/><Relationship Id="rId4" Type="http://schemas.openxmlformats.org/officeDocument/2006/relationships/image" Target="../media/image5.jpg"/><Relationship Id="rId9" Type="http://schemas.openxmlformats.org/officeDocument/2006/relationships/image" Target="../media/image23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image" Target="../media/image25.emf"/><Relationship Id="rId10" Type="http://schemas.openxmlformats.org/officeDocument/2006/relationships/image" Target="../media/image28.emf"/><Relationship Id="rId4" Type="http://schemas.openxmlformats.org/officeDocument/2006/relationships/image" Target="../media/image5.jpg"/><Relationship Id="rId9" Type="http://schemas.openxmlformats.org/officeDocument/2006/relationships/image" Target="../media/image2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image" Target="../media/image29.emf"/><Relationship Id="rId10" Type="http://schemas.openxmlformats.org/officeDocument/2006/relationships/image" Target="../media/image32.emf"/><Relationship Id="rId4" Type="http://schemas.openxmlformats.org/officeDocument/2006/relationships/image" Target="../media/image5.jpg"/><Relationship Id="rId9" Type="http://schemas.openxmlformats.org/officeDocument/2006/relationships/image" Target="../media/image3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slide" Target="slide14.xml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slide" Target="slide1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emf"/><Relationship Id="rId5" Type="http://schemas.openxmlformats.org/officeDocument/2006/relationships/image" Target="../media/image1.emf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5.jp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1.emf"/><Relationship Id="rId7" Type="http://schemas.openxmlformats.org/officeDocument/2006/relationships/image" Target="../media/image3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7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4.png"/><Relationship Id="rId7" Type="http://schemas.openxmlformats.org/officeDocument/2006/relationships/chart" Target="../charts/chart18.xml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slide" Target="slide22.xml"/><Relationship Id="rId4" Type="http://schemas.openxmlformats.org/officeDocument/2006/relationships/image" Target="../media/image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slide" Target="slide21.xml"/><Relationship Id="rId4" Type="http://schemas.openxmlformats.org/officeDocument/2006/relationships/image" Target="../media/image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tmp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Layout" Target="../diagrams/layout1.xml"/><Relationship Id="rId7" Type="http://schemas.openxmlformats.org/officeDocument/2006/relationships/image" Target="../media/image5.jpg"/><Relationship Id="rId12" Type="http://schemas.microsoft.com/office/2007/relationships/diagramDrawing" Target="../diagrams/drawing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diagramColors" Target="../diagrams/colors2.xml"/><Relationship Id="rId5" Type="http://schemas.openxmlformats.org/officeDocument/2006/relationships/diagramColors" Target="../diagrams/colors1.xml"/><Relationship Id="rId10" Type="http://schemas.openxmlformats.org/officeDocument/2006/relationships/diagramQuickStyle" Target="../diagrams/quickStyle2.xml"/><Relationship Id="rId4" Type="http://schemas.openxmlformats.org/officeDocument/2006/relationships/diagramQuickStyle" Target="../diagrams/quickStyle1.xml"/><Relationship Id="rId9" Type="http://schemas.openxmlformats.org/officeDocument/2006/relationships/diagramLayout" Target="../diagrams/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emf"/><Relationship Id="rId4" Type="http://schemas.openxmlformats.org/officeDocument/2006/relationships/image" Target="../media/image45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1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jpg"/><Relationship Id="rId4" Type="http://schemas.openxmlformats.org/officeDocument/2006/relationships/image" Target="../media/image5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34.xml"/><Relationship Id="rId5" Type="http://schemas.openxmlformats.org/officeDocument/2006/relationships/image" Target="../media/image1.emf"/><Relationship Id="rId10" Type="http://schemas.openxmlformats.org/officeDocument/2006/relationships/image" Target="../media/image50.emf"/><Relationship Id="rId4" Type="http://schemas.openxmlformats.org/officeDocument/2006/relationships/image" Target="../media/image9.png"/><Relationship Id="rId9" Type="http://schemas.openxmlformats.org/officeDocument/2006/relationships/image" Target="../media/image4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0" y="3502222"/>
            <a:ext cx="9144000" cy="873740"/>
          </a:xfrm>
          <a:prstGeom prst="rect">
            <a:avLst/>
          </a:prstGeom>
        </p:spPr>
        <p:txBody>
          <a:bodyPr vert="horz" lIns="91431" tIns="45715" rIns="91431" bIns="45715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err="1" smtClean="0">
                <a:solidFill>
                  <a:srgbClr val="254061"/>
                </a:solidFill>
                <a:latin typeface="Arial"/>
                <a:cs typeface="Arial"/>
              </a:rPr>
              <a:t>Estabilidade</a:t>
            </a:r>
            <a:r>
              <a:rPr lang="en-US" sz="2400" b="1" dirty="0" smtClean="0">
                <a:solidFill>
                  <a:srgbClr val="254061"/>
                </a:solidFill>
                <a:latin typeface="Arial"/>
                <a:cs typeface="Arial"/>
              </a:rPr>
              <a:t> </a:t>
            </a:r>
            <a:r>
              <a:rPr lang="en-US" sz="2400" b="1" dirty="0" err="1" smtClean="0">
                <a:solidFill>
                  <a:srgbClr val="254061"/>
                </a:solidFill>
                <a:latin typeface="Arial"/>
                <a:cs typeface="Arial"/>
              </a:rPr>
              <a:t>Operacional</a:t>
            </a:r>
            <a:endParaRPr lang="en-US" sz="2400" b="1" dirty="0" smtClean="0">
              <a:solidFill>
                <a:srgbClr val="254061"/>
              </a:solidFill>
              <a:latin typeface="Arial"/>
              <a:cs typeface="Arial"/>
            </a:endParaRP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rgbClr val="254061"/>
                </a:solidFill>
                <a:latin typeface="Arial"/>
                <a:cs typeface="Arial"/>
              </a:rPr>
              <a:t>4</a:t>
            </a:r>
            <a:r>
              <a:rPr lang="en-US" sz="2000" dirty="0" smtClean="0">
                <a:solidFill>
                  <a:srgbClr val="254061"/>
                </a:solidFill>
                <a:latin typeface="Arial"/>
                <a:cs typeface="Arial"/>
              </a:rPr>
              <a:t> Agosto de 2016</a:t>
            </a:r>
          </a:p>
        </p:txBody>
      </p:sp>
    </p:spTree>
    <p:extLst>
      <p:ext uri="{BB962C8B-B14F-4D97-AF65-F5344CB8AC3E}">
        <p14:creationId xmlns:p14="http://schemas.microsoft.com/office/powerpoint/2010/main" val="285764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 smtClean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6515322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totais de Incidentes </a:t>
            </a:r>
          </a:p>
          <a:p>
            <a:pPr algn="l">
              <a:buClr>
                <a:srgbClr val="800000"/>
              </a:buClr>
            </a:pPr>
            <a:r>
              <a:rPr lang="pt-PT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Gerenciamento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 Incidentes – Alto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Impacto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Incidentes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Alto Impacto – Por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Clientes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Incidentes Alto Impacto -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Por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pt-BR" sz="14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esolvedor</a:t>
            </a:r>
            <a:endParaRPr lang="pt-BR" sz="14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Incidentes Médio /Baixo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Impacto</a:t>
            </a:r>
          </a:p>
          <a:p>
            <a:pPr algn="l">
              <a:buClr>
                <a:srgbClr val="800000"/>
              </a:buClr>
            </a:pP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Gestão de Mudanças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Proposta para alteração Metas/SLA TI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Gestão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de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problemas – </a:t>
            </a:r>
            <a:r>
              <a:rPr lang="pt-BR" sz="14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Dashboard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 Indicadores</a:t>
            </a:r>
          </a:p>
          <a:p>
            <a:pPr algn="l"/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Projetos </a:t>
            </a:r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Estabilidade Operacional</a:t>
            </a:r>
          </a:p>
          <a:p>
            <a:pPr algn="l"/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 </a:t>
            </a: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Alinhamento</a:t>
            </a:r>
          </a:p>
          <a:p>
            <a:pPr algn="l"/>
            <a:r>
              <a:rPr lang="pt-BR" sz="1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áfico 22"/>
          <p:cNvGraphicFramePr/>
          <p:nvPr>
            <p:extLst>
              <p:ext uri="{D42A27DB-BD31-4B8C-83A1-F6EECF244321}">
                <p14:modId xmlns:p14="http://schemas.microsoft.com/office/powerpoint/2010/main" val="414667262"/>
              </p:ext>
            </p:extLst>
          </p:nvPr>
        </p:nvGraphicFramePr>
        <p:xfrm>
          <a:off x="68216" y="408114"/>
          <a:ext cx="8592115" cy="28019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816"/>
            <a:ext cx="786452" cy="77354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42610" y="53428"/>
            <a:ext cx="184731" cy="46123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44006"/>
            <a:ext cx="6254098" cy="43225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Indicadores: Totais de Incidentes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>
            <a:hlinkClick r:id="rId5" action="ppaction://hlinksldjump"/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7" y="437619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39796"/>
            <a:ext cx="1473556" cy="356326"/>
          </a:xfrm>
          <a:prstGeom prst="rect">
            <a:avLst/>
          </a:prstGeom>
        </p:spPr>
      </p:pic>
      <p:sp>
        <p:nvSpPr>
          <p:cNvPr id="16" name="CaixaDeTexto 15"/>
          <p:cNvSpPr txBox="1"/>
          <p:nvPr/>
        </p:nvSpPr>
        <p:spPr>
          <a:xfrm>
            <a:off x="959193" y="3165532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</a:rPr>
              <a:t>-10,8%</a:t>
            </a:r>
          </a:p>
        </p:txBody>
      </p:sp>
      <p:sp>
        <p:nvSpPr>
          <p:cNvPr id="19" name="Chave esquerda 18"/>
          <p:cNvSpPr/>
          <p:nvPr/>
        </p:nvSpPr>
        <p:spPr>
          <a:xfrm rot="16200000">
            <a:off x="1161699" y="2522579"/>
            <a:ext cx="146221" cy="95244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/>
          <p:cNvSpPr txBox="1"/>
          <p:nvPr/>
        </p:nvSpPr>
        <p:spPr>
          <a:xfrm>
            <a:off x="2069740" y="3165532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</a:rPr>
              <a:t>-9,2%</a:t>
            </a:r>
          </a:p>
        </p:txBody>
      </p:sp>
      <p:sp>
        <p:nvSpPr>
          <p:cNvPr id="31" name="CaixaDeTexto 30"/>
          <p:cNvSpPr txBox="1"/>
          <p:nvPr/>
        </p:nvSpPr>
        <p:spPr>
          <a:xfrm>
            <a:off x="3092423" y="3165532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FF0000"/>
                </a:solidFill>
              </a:rPr>
              <a:t>+7,5%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4139166" y="3165532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</a:rPr>
              <a:t>-3,6%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219340" y="3165401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>
                <a:solidFill>
                  <a:srgbClr val="00B050"/>
                </a:solidFill>
              </a:rPr>
              <a:t>-2,6%</a:t>
            </a:r>
          </a:p>
        </p:txBody>
      </p:sp>
      <p:sp>
        <p:nvSpPr>
          <p:cNvPr id="40" name="Chave esquerda 39"/>
          <p:cNvSpPr/>
          <p:nvPr/>
        </p:nvSpPr>
        <p:spPr>
          <a:xfrm rot="16200000">
            <a:off x="2245951" y="2498461"/>
            <a:ext cx="147505" cy="999398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have esquerda 40"/>
          <p:cNvSpPr/>
          <p:nvPr/>
        </p:nvSpPr>
        <p:spPr>
          <a:xfrm rot="16200000">
            <a:off x="3274857" y="2545173"/>
            <a:ext cx="147503" cy="905971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have esquerda 41"/>
          <p:cNvSpPr/>
          <p:nvPr/>
        </p:nvSpPr>
        <p:spPr>
          <a:xfrm rot="16200000">
            <a:off x="4303016" y="2491773"/>
            <a:ext cx="147502" cy="101277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have esquerda 42"/>
          <p:cNvSpPr/>
          <p:nvPr/>
        </p:nvSpPr>
        <p:spPr>
          <a:xfrm rot="16200000">
            <a:off x="5376323" y="2511340"/>
            <a:ext cx="147502" cy="973637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CaixaDeTexto 21">
            <a:hlinkClick r:id="rId5" action="ppaction://hlinksldjump"/>
          </p:cNvPr>
          <p:cNvSpPr txBox="1"/>
          <p:nvPr/>
        </p:nvSpPr>
        <p:spPr>
          <a:xfrm>
            <a:off x="6219243" y="3165401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rgbClr val="00B050"/>
                </a:solidFill>
              </a:rPr>
              <a:t>-10,1%</a:t>
            </a:r>
            <a:endParaRPr lang="pt-BR" sz="900" b="1" dirty="0">
              <a:solidFill>
                <a:srgbClr val="00B050"/>
              </a:solidFill>
            </a:endParaRPr>
          </a:p>
        </p:txBody>
      </p:sp>
      <p:sp>
        <p:nvSpPr>
          <p:cNvPr id="24" name="Chave esquerda 23"/>
          <p:cNvSpPr/>
          <p:nvPr/>
        </p:nvSpPr>
        <p:spPr>
          <a:xfrm rot="16200000">
            <a:off x="6403505" y="2522161"/>
            <a:ext cx="147502" cy="95199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hlinkClick r:id="rId5" action="ppaction://hlinksldjump"/>
          </p:cNvPr>
          <p:cNvSpPr txBox="1"/>
          <p:nvPr/>
        </p:nvSpPr>
        <p:spPr>
          <a:xfrm>
            <a:off x="7230115" y="3170298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rgbClr val="00B050"/>
                </a:solidFill>
              </a:rPr>
              <a:t>-4,9%</a:t>
            </a:r>
            <a:endParaRPr lang="pt-BR" sz="900" b="1" dirty="0">
              <a:solidFill>
                <a:srgbClr val="00B050"/>
              </a:solidFill>
            </a:endParaRPr>
          </a:p>
        </p:txBody>
      </p:sp>
      <p:sp>
        <p:nvSpPr>
          <p:cNvPr id="27" name="Chave esquerda 26"/>
          <p:cNvSpPr/>
          <p:nvPr/>
        </p:nvSpPr>
        <p:spPr>
          <a:xfrm rot="16200000">
            <a:off x="7414377" y="2527058"/>
            <a:ext cx="147502" cy="95199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have esquerda 27"/>
          <p:cNvSpPr/>
          <p:nvPr/>
        </p:nvSpPr>
        <p:spPr>
          <a:xfrm rot="16200000">
            <a:off x="4288246" y="-184869"/>
            <a:ext cx="146222" cy="7205539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4108090" y="3556057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rgbClr val="00B050"/>
                </a:solidFill>
              </a:rPr>
              <a:t>-30,1%</a:t>
            </a:r>
            <a:endParaRPr lang="pt-BR" sz="900" b="1" dirty="0">
              <a:solidFill>
                <a:srgbClr val="00B050"/>
              </a:solidFill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-59366" y="3714987"/>
            <a:ext cx="671841" cy="307777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 err="1" smtClean="0">
                <a:solidFill>
                  <a:srgbClr val="19345B"/>
                </a:solidFill>
              </a:rPr>
              <a:t>PA’s</a:t>
            </a:r>
            <a:r>
              <a:rPr lang="pt-BR" sz="1400" b="1" dirty="0" smtClean="0">
                <a:solidFill>
                  <a:srgbClr val="19345B"/>
                </a:solidFill>
              </a:rPr>
              <a:t> *</a:t>
            </a:r>
            <a:endParaRPr lang="pt-BR" sz="1400" b="1" dirty="0">
              <a:solidFill>
                <a:srgbClr val="19345B"/>
              </a:solidFill>
            </a:endParaRPr>
          </a:p>
        </p:txBody>
      </p:sp>
      <p:sp>
        <p:nvSpPr>
          <p:cNvPr id="36" name="CaixaDeTexto 35"/>
          <p:cNvSpPr txBox="1"/>
          <p:nvPr/>
        </p:nvSpPr>
        <p:spPr>
          <a:xfrm>
            <a:off x="929510" y="4241857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rgbClr val="00B050"/>
                </a:solidFill>
              </a:rPr>
              <a:t>-1,3%</a:t>
            </a:r>
            <a:endParaRPr lang="pt-BR" sz="900" b="1" dirty="0">
              <a:solidFill>
                <a:srgbClr val="00B050"/>
              </a:solidFill>
            </a:endParaRPr>
          </a:p>
        </p:txBody>
      </p:sp>
      <p:sp>
        <p:nvSpPr>
          <p:cNvPr id="37" name="Chave esquerda 36"/>
          <p:cNvSpPr/>
          <p:nvPr/>
        </p:nvSpPr>
        <p:spPr>
          <a:xfrm rot="16200000">
            <a:off x="1121383" y="3598904"/>
            <a:ext cx="146221" cy="95244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/>
          <p:cNvSpPr txBox="1"/>
          <p:nvPr/>
        </p:nvSpPr>
        <p:spPr>
          <a:xfrm>
            <a:off x="2018791" y="4241857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rgbClr val="00B050"/>
                </a:solidFill>
              </a:rPr>
              <a:t>-8,1%</a:t>
            </a:r>
            <a:endParaRPr lang="pt-BR" sz="900" b="1" dirty="0">
              <a:solidFill>
                <a:srgbClr val="00B050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3073373" y="4241857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chemeClr val="bg1">
                    <a:lumMod val="50000"/>
                  </a:schemeClr>
                </a:solidFill>
              </a:rPr>
              <a:t>0,0%</a:t>
            </a:r>
            <a:endParaRPr lang="pt-BR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4120116" y="4241857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chemeClr val="bg1">
                    <a:lumMod val="50000"/>
                  </a:schemeClr>
                </a:solidFill>
              </a:rPr>
              <a:t>0,0%</a:t>
            </a:r>
            <a:endParaRPr lang="pt-BR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5200290" y="4241726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rgbClr val="00B050"/>
                </a:solidFill>
              </a:rPr>
              <a:t>-4,7%</a:t>
            </a:r>
            <a:endParaRPr lang="pt-BR" sz="900" b="1" dirty="0">
              <a:solidFill>
                <a:srgbClr val="00B050"/>
              </a:solidFill>
            </a:endParaRPr>
          </a:p>
        </p:txBody>
      </p:sp>
      <p:sp>
        <p:nvSpPr>
          <p:cNvPr id="46" name="Chave esquerda 45"/>
          <p:cNvSpPr/>
          <p:nvPr/>
        </p:nvSpPr>
        <p:spPr>
          <a:xfrm rot="16200000">
            <a:off x="2205635" y="3574786"/>
            <a:ext cx="147505" cy="999398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Chave esquerda 46"/>
          <p:cNvSpPr/>
          <p:nvPr/>
        </p:nvSpPr>
        <p:spPr>
          <a:xfrm rot="16200000">
            <a:off x="3255807" y="3621498"/>
            <a:ext cx="147503" cy="905971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have esquerda 47"/>
          <p:cNvSpPr/>
          <p:nvPr/>
        </p:nvSpPr>
        <p:spPr>
          <a:xfrm rot="16200000">
            <a:off x="4283966" y="3568098"/>
            <a:ext cx="147502" cy="1012772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Chave esquerda 48"/>
          <p:cNvSpPr/>
          <p:nvPr/>
        </p:nvSpPr>
        <p:spPr>
          <a:xfrm rot="16200000">
            <a:off x="5357273" y="3587665"/>
            <a:ext cx="147502" cy="973637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hlinkClick r:id="rId5" action="ppaction://hlinksldjump"/>
          </p:cNvPr>
          <p:cNvSpPr txBox="1"/>
          <p:nvPr/>
        </p:nvSpPr>
        <p:spPr>
          <a:xfrm>
            <a:off x="6200193" y="4241726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rgbClr val="00B050"/>
                </a:solidFill>
              </a:rPr>
              <a:t>-3,3%</a:t>
            </a:r>
            <a:endParaRPr lang="pt-BR" sz="900" b="1" dirty="0">
              <a:solidFill>
                <a:srgbClr val="00B050"/>
              </a:solidFill>
            </a:endParaRPr>
          </a:p>
        </p:txBody>
      </p:sp>
      <p:sp>
        <p:nvSpPr>
          <p:cNvPr id="51" name="Chave esquerda 50"/>
          <p:cNvSpPr/>
          <p:nvPr/>
        </p:nvSpPr>
        <p:spPr>
          <a:xfrm rot="16200000">
            <a:off x="6384455" y="3598486"/>
            <a:ext cx="147502" cy="95199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hlinkClick r:id="rId5" action="ppaction://hlinksldjump"/>
          </p:cNvPr>
          <p:cNvSpPr txBox="1"/>
          <p:nvPr/>
        </p:nvSpPr>
        <p:spPr>
          <a:xfrm>
            <a:off x="7264230" y="4246623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chemeClr val="bg1">
                    <a:lumMod val="50000"/>
                  </a:schemeClr>
                </a:solidFill>
              </a:rPr>
              <a:t>0,0%</a:t>
            </a:r>
            <a:endParaRPr lang="pt-BR" sz="9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3" name="Chave esquerda 52"/>
          <p:cNvSpPr/>
          <p:nvPr/>
        </p:nvSpPr>
        <p:spPr>
          <a:xfrm rot="16200000">
            <a:off x="7453358" y="3545353"/>
            <a:ext cx="142610" cy="1063163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4" name="Chave esquerda 53"/>
          <p:cNvSpPr/>
          <p:nvPr/>
        </p:nvSpPr>
        <p:spPr>
          <a:xfrm rot="16200000">
            <a:off x="4269196" y="879268"/>
            <a:ext cx="146222" cy="7205539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aixaDeTexto 54"/>
          <p:cNvSpPr txBox="1"/>
          <p:nvPr/>
        </p:nvSpPr>
        <p:spPr>
          <a:xfrm>
            <a:off x="4089040" y="4642228"/>
            <a:ext cx="512369" cy="2308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900" b="1" dirty="0" smtClean="0">
                <a:solidFill>
                  <a:srgbClr val="00B050"/>
                </a:solidFill>
              </a:rPr>
              <a:t>-16,5%</a:t>
            </a:r>
            <a:endParaRPr lang="pt-BR" sz="900" b="1" dirty="0">
              <a:solidFill>
                <a:srgbClr val="00B050"/>
              </a:solidFill>
            </a:endParaRPr>
          </a:p>
        </p:txBody>
      </p:sp>
      <p:sp>
        <p:nvSpPr>
          <p:cNvPr id="56" name="CaixaDeTexto 55"/>
          <p:cNvSpPr txBox="1"/>
          <p:nvPr/>
        </p:nvSpPr>
        <p:spPr>
          <a:xfrm>
            <a:off x="324751" y="3765353"/>
            <a:ext cx="828000" cy="216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19345B"/>
                </a:solidFill>
              </a:rPr>
              <a:t>48.547</a:t>
            </a:r>
            <a:endParaRPr lang="pt-BR" sz="1000" b="1" dirty="0">
              <a:solidFill>
                <a:srgbClr val="19345B"/>
              </a:solidFill>
            </a:endParaRPr>
          </a:p>
        </p:txBody>
      </p:sp>
      <p:sp>
        <p:nvSpPr>
          <p:cNvPr id="58" name="CaixaDeTexto 57"/>
          <p:cNvSpPr txBox="1"/>
          <p:nvPr/>
        </p:nvSpPr>
        <p:spPr>
          <a:xfrm>
            <a:off x="1350575" y="3765353"/>
            <a:ext cx="828000" cy="216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19345B"/>
                </a:solidFill>
              </a:rPr>
              <a:t>47.895</a:t>
            </a:r>
            <a:endParaRPr lang="pt-BR" sz="1000" b="1" dirty="0">
              <a:solidFill>
                <a:srgbClr val="19345B"/>
              </a:solidFill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2409926" y="3765353"/>
            <a:ext cx="828000" cy="216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19345B"/>
                </a:solidFill>
              </a:rPr>
              <a:t>44.014</a:t>
            </a:r>
            <a:endParaRPr lang="pt-BR" sz="1000" b="1" dirty="0">
              <a:solidFill>
                <a:srgbClr val="19345B"/>
              </a:solidFill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3396547" y="3765353"/>
            <a:ext cx="828000" cy="216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19345B"/>
                </a:solidFill>
              </a:rPr>
              <a:t>44014</a:t>
            </a:r>
            <a:endParaRPr lang="pt-BR" sz="1000" b="1" dirty="0">
              <a:solidFill>
                <a:srgbClr val="19345B"/>
              </a:solidFill>
            </a:endParaRPr>
          </a:p>
        </p:txBody>
      </p:sp>
      <p:sp>
        <p:nvSpPr>
          <p:cNvPr id="61" name="CaixaDeTexto 60"/>
          <p:cNvSpPr txBox="1"/>
          <p:nvPr/>
        </p:nvSpPr>
        <p:spPr>
          <a:xfrm>
            <a:off x="4478106" y="3765353"/>
            <a:ext cx="828000" cy="216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19345B"/>
                </a:solidFill>
              </a:rPr>
              <a:t>44016</a:t>
            </a:r>
            <a:endParaRPr lang="pt-BR" sz="1000" b="1" dirty="0">
              <a:solidFill>
                <a:srgbClr val="19345B"/>
              </a:solidFill>
            </a:endParaRPr>
          </a:p>
        </p:txBody>
      </p:sp>
      <p:sp>
        <p:nvSpPr>
          <p:cNvPr id="62" name="CaixaDeTexto 61"/>
          <p:cNvSpPr txBox="1"/>
          <p:nvPr/>
        </p:nvSpPr>
        <p:spPr>
          <a:xfrm>
            <a:off x="5512796" y="3765353"/>
            <a:ext cx="828000" cy="216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19345B"/>
                </a:solidFill>
              </a:rPr>
              <a:t>41.928</a:t>
            </a:r>
            <a:endParaRPr lang="pt-BR" sz="1000" b="1" dirty="0">
              <a:solidFill>
                <a:srgbClr val="19345B"/>
              </a:solidFill>
            </a:endParaRPr>
          </a:p>
        </p:txBody>
      </p:sp>
      <p:sp>
        <p:nvSpPr>
          <p:cNvPr id="63" name="CaixaDeTexto 62"/>
          <p:cNvSpPr txBox="1"/>
          <p:nvPr/>
        </p:nvSpPr>
        <p:spPr>
          <a:xfrm>
            <a:off x="6605173" y="3765353"/>
            <a:ext cx="828000" cy="216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19345B"/>
                </a:solidFill>
              </a:rPr>
              <a:t>40.547</a:t>
            </a:r>
            <a:endParaRPr lang="pt-BR" sz="1000" b="1" dirty="0">
              <a:solidFill>
                <a:srgbClr val="19345B"/>
              </a:solidFill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7642242" y="3765353"/>
            <a:ext cx="828000" cy="216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19345B"/>
                </a:solidFill>
              </a:rPr>
              <a:t>40.547</a:t>
            </a:r>
            <a:endParaRPr lang="pt-BR" sz="1000" b="1" dirty="0">
              <a:solidFill>
                <a:srgbClr val="19345B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-59366" y="4959826"/>
            <a:ext cx="42322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 smtClean="0">
                <a:solidFill>
                  <a:schemeClr val="accent2"/>
                </a:solidFill>
              </a:rPr>
              <a:t>* Fonte: Contagem manual de Workstation realizada mensalmente pela TI</a:t>
            </a:r>
            <a:endParaRPr lang="pt-BR" sz="1050" dirty="0">
              <a:solidFill>
                <a:schemeClr val="accent2"/>
              </a:solidFill>
            </a:endParaRPr>
          </a:p>
        </p:txBody>
      </p:sp>
      <p:sp>
        <p:nvSpPr>
          <p:cNvPr id="57" name="CaixaDeTexto 16"/>
          <p:cNvSpPr txBox="1">
            <a:spLocks noChangeArrowheads="1"/>
          </p:cNvSpPr>
          <p:nvPr/>
        </p:nvSpPr>
        <p:spPr bwMode="auto">
          <a:xfrm>
            <a:off x="4865714" y="4782667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sp>
        <p:nvSpPr>
          <p:cNvPr id="65" name="CaixaDeTexto 64"/>
          <p:cNvSpPr txBox="1"/>
          <p:nvPr/>
        </p:nvSpPr>
        <p:spPr>
          <a:xfrm>
            <a:off x="4478106" y="4615780"/>
            <a:ext cx="1225270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>
                <a:solidFill>
                  <a:srgbClr val="19345B"/>
                </a:solidFill>
              </a:rPr>
              <a:t>Redução de </a:t>
            </a:r>
            <a:r>
              <a:rPr lang="pt-BR" sz="1200" b="1" dirty="0" err="1" smtClean="0">
                <a:solidFill>
                  <a:srgbClr val="19345B"/>
                </a:solidFill>
              </a:rPr>
              <a:t>PA’s</a:t>
            </a:r>
            <a:endParaRPr lang="pt-BR" sz="1200" b="1" dirty="0">
              <a:solidFill>
                <a:srgbClr val="19345B"/>
              </a:solidFill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4317630" y="3536500"/>
            <a:ext cx="1842713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 smtClean="0">
                <a:solidFill>
                  <a:srgbClr val="19345B"/>
                </a:solidFill>
              </a:rPr>
              <a:t>Redução de incidentes </a:t>
            </a:r>
            <a:endParaRPr lang="pt-BR" sz="1200" b="1" dirty="0">
              <a:solidFill>
                <a:srgbClr val="1934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0769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6"/>
            <a:ext cx="786452" cy="77354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7" y="437619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042610" y="273768"/>
            <a:ext cx="184731" cy="46123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44006"/>
            <a:ext cx="6254098" cy="43225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Gráfico Alto Impacto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6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399" y="181354"/>
            <a:ext cx="1473556" cy="356326"/>
          </a:xfrm>
          <a:prstGeom prst="rect">
            <a:avLst/>
          </a:prstGeom>
        </p:spPr>
      </p:pic>
      <p:pic>
        <p:nvPicPr>
          <p:cNvPr id="27" name="Imagem 26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62" y="4606414"/>
            <a:ext cx="1042506" cy="396274"/>
          </a:xfrm>
          <a:prstGeom prst="rect">
            <a:avLst/>
          </a:prstGeom>
        </p:spPr>
      </p:pic>
      <p:sp>
        <p:nvSpPr>
          <p:cNvPr id="15" name="CaixaDeTexto 16"/>
          <p:cNvSpPr txBox="1">
            <a:spLocks noChangeArrowheads="1"/>
          </p:cNvSpPr>
          <p:nvPr/>
        </p:nvSpPr>
        <p:spPr bwMode="auto">
          <a:xfrm>
            <a:off x="4710223" y="4780331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0" y="486202"/>
            <a:ext cx="888841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638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16"/>
            <a:ext cx="786452" cy="77354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42610" y="273768"/>
            <a:ext cx="184731" cy="46123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7" y="437619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>
          <a:xfrm>
            <a:off x="758032" y="44006"/>
            <a:ext cx="6254098" cy="43225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Gráfico Médio e Baixo impacto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6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399" y="181354"/>
            <a:ext cx="1473556" cy="356326"/>
          </a:xfrm>
          <a:prstGeom prst="rect">
            <a:avLst/>
          </a:prstGeom>
        </p:spPr>
      </p:pic>
      <p:pic>
        <p:nvPicPr>
          <p:cNvPr id="25" name="Imagem 2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62" y="4602232"/>
            <a:ext cx="1042506" cy="396274"/>
          </a:xfrm>
          <a:prstGeom prst="rect">
            <a:avLst/>
          </a:prstGeom>
        </p:spPr>
      </p:pic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90" y="504387"/>
            <a:ext cx="8907463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CaixaDeTexto 16"/>
          <p:cNvSpPr txBox="1">
            <a:spLocks noChangeArrowheads="1"/>
          </p:cNvSpPr>
          <p:nvPr/>
        </p:nvSpPr>
        <p:spPr bwMode="auto">
          <a:xfrm>
            <a:off x="4710223" y="4780331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sp>
        <p:nvSpPr>
          <p:cNvPr id="10" name="Elipse 9"/>
          <p:cNvSpPr/>
          <p:nvPr/>
        </p:nvSpPr>
        <p:spPr>
          <a:xfrm>
            <a:off x="6763791" y="1721879"/>
            <a:ext cx="1182338" cy="1373861"/>
          </a:xfrm>
          <a:prstGeom prst="ellipse">
            <a:avLst/>
          </a:prstGeom>
          <a:noFill/>
          <a:ln w="28575" cap="rnd">
            <a:solidFill>
              <a:schemeClr val="tx1"/>
            </a:solidFill>
            <a:prstDash val="sysDash"/>
          </a:ln>
          <a:effectLst>
            <a:outerShdw blurRad="50800" dist="50800" dir="5400000" algn="ctr" rotWithShape="0">
              <a:schemeClr val="bg1"/>
            </a:outerShdw>
            <a:reflection stA="95000"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6"/>
          <p:cNvSpPr txBox="1">
            <a:spLocks noChangeArrowheads="1"/>
          </p:cNvSpPr>
          <p:nvPr/>
        </p:nvSpPr>
        <p:spPr bwMode="auto">
          <a:xfrm>
            <a:off x="6188113" y="1319409"/>
            <a:ext cx="8899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JETRO</a:t>
            </a:r>
            <a:endParaRPr lang="pt-BR" sz="2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3" name="Conector em curva 12"/>
          <p:cNvCxnSpPr/>
          <p:nvPr/>
        </p:nvCxnSpPr>
        <p:spPr>
          <a:xfrm rot="16200000" flipV="1">
            <a:off x="7056894" y="1412919"/>
            <a:ext cx="180381" cy="393472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01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Gráfico 22"/>
          <p:cNvGraphicFramePr/>
          <p:nvPr>
            <p:extLst/>
          </p:nvPr>
        </p:nvGraphicFramePr>
        <p:xfrm>
          <a:off x="328642" y="1221844"/>
          <a:ext cx="3886341" cy="23962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CaixaDeTexto 5"/>
          <p:cNvSpPr txBox="1"/>
          <p:nvPr/>
        </p:nvSpPr>
        <p:spPr>
          <a:xfrm>
            <a:off x="2039092" y="302231"/>
            <a:ext cx="184731" cy="36899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62" y="438264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" name="Gráfico 26"/>
          <p:cNvGraphicFramePr/>
          <p:nvPr>
            <p:extLst/>
          </p:nvPr>
        </p:nvGraphicFramePr>
        <p:xfrm>
          <a:off x="4692234" y="1242052"/>
          <a:ext cx="3888000" cy="237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817"/>
            <a:ext cx="786452" cy="773543"/>
          </a:xfrm>
          <a:prstGeom prst="rect">
            <a:avLst/>
          </a:prstGeom>
        </p:spPr>
      </p:pic>
      <p:pic>
        <p:nvPicPr>
          <p:cNvPr id="21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60136"/>
            <a:ext cx="1473556" cy="356326"/>
          </a:xfrm>
          <a:prstGeom prst="rect">
            <a:avLst/>
          </a:prstGeom>
        </p:spPr>
      </p:pic>
      <p:sp>
        <p:nvSpPr>
          <p:cNvPr id="29" name="TextBox 4"/>
          <p:cNvSpPr txBox="1">
            <a:spLocks noChangeArrowheads="1"/>
          </p:cNvSpPr>
          <p:nvPr/>
        </p:nvSpPr>
        <p:spPr bwMode="auto">
          <a:xfrm>
            <a:off x="518672" y="52325"/>
            <a:ext cx="7007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Gerenciamento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de Incidentes - Alto Impacto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55148" y="3683544"/>
            <a:ext cx="57600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rgbClr val="00B050"/>
                </a:solidFill>
                <a:latin typeface="Calibri"/>
              </a:rPr>
              <a:t>-</a:t>
            </a:r>
            <a:r>
              <a:rPr lang="pt-BR" sz="1000" b="1" dirty="0" smtClean="0">
                <a:solidFill>
                  <a:srgbClr val="00B050"/>
                </a:solidFill>
                <a:latin typeface="Calibri"/>
              </a:rPr>
              <a:t>86,3%</a:t>
            </a:r>
            <a:endParaRPr lang="pt-BR" sz="1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155739" y="3683544"/>
            <a:ext cx="576000" cy="216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rgbClr val="00B050"/>
                </a:solidFill>
                <a:latin typeface="Calibri"/>
              </a:rPr>
              <a:t>-11,8%</a:t>
            </a:r>
          </a:p>
        </p:txBody>
      </p:sp>
      <p:sp>
        <p:nvSpPr>
          <p:cNvPr id="2" name="Chave esquerda 1"/>
          <p:cNvSpPr/>
          <p:nvPr/>
        </p:nvSpPr>
        <p:spPr>
          <a:xfrm rot="16200000">
            <a:off x="840245" y="3331815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have esquerda 42"/>
          <p:cNvSpPr/>
          <p:nvPr/>
        </p:nvSpPr>
        <p:spPr>
          <a:xfrm rot="16200000">
            <a:off x="2222690" y="2288494"/>
            <a:ext cx="78014" cy="3486049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CaixaDeTexto 43"/>
          <p:cNvSpPr txBox="1"/>
          <p:nvPr/>
        </p:nvSpPr>
        <p:spPr>
          <a:xfrm>
            <a:off x="1954429" y="4139961"/>
            <a:ext cx="615911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00B050"/>
                </a:solidFill>
                <a:latin typeface="Calibri"/>
              </a:rPr>
              <a:t>-91,0%</a:t>
            </a:r>
            <a:endParaRPr lang="pt-BR" sz="1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54" name="Chave esquerda 53"/>
          <p:cNvSpPr/>
          <p:nvPr/>
        </p:nvSpPr>
        <p:spPr>
          <a:xfrm rot="16200000">
            <a:off x="1404425" y="3331816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Chave esquerda 54"/>
          <p:cNvSpPr/>
          <p:nvPr/>
        </p:nvSpPr>
        <p:spPr>
          <a:xfrm rot="16200000">
            <a:off x="1950240" y="3331817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Chave esquerda 55"/>
          <p:cNvSpPr/>
          <p:nvPr/>
        </p:nvSpPr>
        <p:spPr>
          <a:xfrm rot="16200000">
            <a:off x="2507999" y="3331814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CaixaDeTexto 57"/>
          <p:cNvSpPr txBox="1"/>
          <p:nvPr/>
        </p:nvSpPr>
        <p:spPr>
          <a:xfrm>
            <a:off x="1685099" y="3683544"/>
            <a:ext cx="57600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FF0000"/>
                </a:solidFill>
                <a:latin typeface="Calibri"/>
              </a:rPr>
              <a:t>+1,7%</a:t>
            </a:r>
            <a:endParaRPr lang="pt-BR" sz="10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59" name="CaixaDeTexto 58"/>
          <p:cNvSpPr txBox="1"/>
          <p:nvPr/>
        </p:nvSpPr>
        <p:spPr>
          <a:xfrm>
            <a:off x="2242181" y="3680316"/>
            <a:ext cx="57600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00B050"/>
                </a:solidFill>
                <a:latin typeface="Calibri"/>
              </a:rPr>
              <a:t>0%</a:t>
            </a:r>
            <a:endParaRPr lang="pt-BR" sz="1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61" name="Chave esquerda 60"/>
          <p:cNvSpPr/>
          <p:nvPr/>
        </p:nvSpPr>
        <p:spPr>
          <a:xfrm rot="16200000">
            <a:off x="3086372" y="3331813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/>
          <p:cNvSpPr txBox="1"/>
          <p:nvPr/>
        </p:nvSpPr>
        <p:spPr>
          <a:xfrm>
            <a:off x="2821231" y="3672742"/>
            <a:ext cx="57600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00B050"/>
                </a:solidFill>
                <a:latin typeface="Calibri"/>
              </a:rPr>
              <a:t>-18,6%</a:t>
            </a:r>
            <a:endParaRPr lang="pt-BR" sz="1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64" name="CaixaDeTexto 63"/>
          <p:cNvSpPr txBox="1"/>
          <p:nvPr/>
        </p:nvSpPr>
        <p:spPr>
          <a:xfrm>
            <a:off x="4971789" y="3683544"/>
            <a:ext cx="57600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00B050"/>
                </a:solidFill>
                <a:latin typeface="Calibri"/>
              </a:rPr>
              <a:t>-85,4%</a:t>
            </a:r>
            <a:endParaRPr lang="pt-BR" sz="1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66" name="CaixaDeTexto 65"/>
          <p:cNvSpPr txBox="1"/>
          <p:nvPr/>
        </p:nvSpPr>
        <p:spPr>
          <a:xfrm>
            <a:off x="5577087" y="3683544"/>
            <a:ext cx="57600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00B050"/>
                </a:solidFill>
                <a:latin typeface="Calibri"/>
              </a:rPr>
              <a:t>-17,4%</a:t>
            </a:r>
            <a:endParaRPr lang="pt-BR" sz="1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67" name="Chave esquerda 66"/>
          <p:cNvSpPr/>
          <p:nvPr/>
        </p:nvSpPr>
        <p:spPr>
          <a:xfrm rot="16200000">
            <a:off x="5256886" y="3331815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8" name="Chave esquerda 67"/>
          <p:cNvSpPr/>
          <p:nvPr/>
        </p:nvSpPr>
        <p:spPr>
          <a:xfrm rot="16200000">
            <a:off x="6649379" y="2288494"/>
            <a:ext cx="78014" cy="3486049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CaixaDeTexto 68"/>
          <p:cNvSpPr txBox="1"/>
          <p:nvPr/>
        </p:nvSpPr>
        <p:spPr>
          <a:xfrm>
            <a:off x="6381118" y="4139961"/>
            <a:ext cx="615911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00B050"/>
                </a:solidFill>
                <a:latin typeface="Calibri"/>
              </a:rPr>
              <a:t>-91,0 %</a:t>
            </a:r>
            <a:endParaRPr lang="pt-BR" sz="1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1" name="Chave esquerda 70"/>
          <p:cNvSpPr/>
          <p:nvPr/>
        </p:nvSpPr>
        <p:spPr>
          <a:xfrm rot="16200000">
            <a:off x="5825773" y="3331816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Chave esquerda 71"/>
          <p:cNvSpPr/>
          <p:nvPr/>
        </p:nvSpPr>
        <p:spPr>
          <a:xfrm rot="16200000">
            <a:off x="6351492" y="3331817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3" name="Chave esquerda 72"/>
          <p:cNvSpPr/>
          <p:nvPr/>
        </p:nvSpPr>
        <p:spPr>
          <a:xfrm rot="16200000">
            <a:off x="6924323" y="3331814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4" name="CaixaDeTexto 73"/>
          <p:cNvSpPr txBox="1"/>
          <p:nvPr/>
        </p:nvSpPr>
        <p:spPr>
          <a:xfrm>
            <a:off x="6086351" y="3683544"/>
            <a:ext cx="57600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FF0000"/>
                </a:solidFill>
                <a:latin typeface="Calibri"/>
              </a:rPr>
              <a:t>+5%</a:t>
            </a:r>
            <a:endParaRPr lang="pt-BR" sz="10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75" name="CaixaDeTexto 74"/>
          <p:cNvSpPr txBox="1"/>
          <p:nvPr/>
        </p:nvSpPr>
        <p:spPr>
          <a:xfrm>
            <a:off x="6658505" y="3680316"/>
            <a:ext cx="57600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00B050"/>
                </a:solidFill>
                <a:latin typeface="Calibri"/>
              </a:rPr>
              <a:t>-3,3%</a:t>
            </a:r>
            <a:endParaRPr lang="pt-BR" sz="1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76" name="Chave esquerda 75"/>
          <p:cNvSpPr/>
          <p:nvPr/>
        </p:nvSpPr>
        <p:spPr>
          <a:xfrm rot="16200000">
            <a:off x="7492648" y="3331813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7" name="CaixaDeTexto 76"/>
          <p:cNvSpPr txBox="1"/>
          <p:nvPr/>
        </p:nvSpPr>
        <p:spPr>
          <a:xfrm>
            <a:off x="7227507" y="3672742"/>
            <a:ext cx="57600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00B050"/>
                </a:solidFill>
                <a:latin typeface="Calibri"/>
              </a:rPr>
              <a:t>-15,8%</a:t>
            </a:r>
            <a:endParaRPr lang="pt-BR" sz="1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45" name="Chave esquerda 44"/>
          <p:cNvSpPr/>
          <p:nvPr/>
        </p:nvSpPr>
        <p:spPr>
          <a:xfrm rot="16200000">
            <a:off x="3658236" y="3331812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/>
          <p:cNvSpPr txBox="1"/>
          <p:nvPr/>
        </p:nvSpPr>
        <p:spPr>
          <a:xfrm>
            <a:off x="3393095" y="3672741"/>
            <a:ext cx="57600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00B050"/>
                </a:solidFill>
                <a:latin typeface="Calibri"/>
              </a:rPr>
              <a:t>-9,4%</a:t>
            </a:r>
            <a:endParaRPr lang="pt-BR" sz="1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49" name="Chave esquerda 48"/>
          <p:cNvSpPr/>
          <p:nvPr/>
        </p:nvSpPr>
        <p:spPr>
          <a:xfrm rot="16200000">
            <a:off x="8048599" y="3332663"/>
            <a:ext cx="45719" cy="473075"/>
          </a:xfrm>
          <a:prstGeom prst="leftBrace">
            <a:avLst/>
          </a:prstGeom>
          <a:ln>
            <a:solidFill>
              <a:schemeClr val="tx2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/>
          <p:cNvSpPr txBox="1"/>
          <p:nvPr/>
        </p:nvSpPr>
        <p:spPr>
          <a:xfrm>
            <a:off x="7783458" y="3673592"/>
            <a:ext cx="57600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 smtClean="0">
                <a:solidFill>
                  <a:srgbClr val="00B050"/>
                </a:solidFill>
                <a:latin typeface="Calibri"/>
              </a:rPr>
              <a:t>-12,5%</a:t>
            </a:r>
            <a:endParaRPr lang="pt-BR" sz="1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38" name="CaixaDeTexto 16"/>
          <p:cNvSpPr txBox="1">
            <a:spLocks noChangeArrowheads="1"/>
          </p:cNvSpPr>
          <p:nvPr/>
        </p:nvSpPr>
        <p:spPr bwMode="auto">
          <a:xfrm>
            <a:off x="290489" y="786726"/>
            <a:ext cx="39437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b="1" dirty="0" smtClean="0">
                <a:solidFill>
                  <a:schemeClr val="accent2"/>
                </a:solidFill>
              </a:rPr>
              <a:t>Volume de Incidentes</a:t>
            </a:r>
            <a:endParaRPr lang="pt-BR" b="1" dirty="0">
              <a:solidFill>
                <a:schemeClr val="accent2"/>
              </a:solidFill>
            </a:endParaRPr>
          </a:p>
        </p:txBody>
      </p:sp>
      <p:sp>
        <p:nvSpPr>
          <p:cNvPr id="39" name="CaixaDeTexto 16"/>
          <p:cNvSpPr txBox="1">
            <a:spLocks noChangeArrowheads="1"/>
          </p:cNvSpPr>
          <p:nvPr/>
        </p:nvSpPr>
        <p:spPr bwMode="auto">
          <a:xfrm>
            <a:off x="4692234" y="786726"/>
            <a:ext cx="41130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b="1" dirty="0" smtClean="0">
                <a:solidFill>
                  <a:schemeClr val="accent2"/>
                </a:solidFill>
              </a:rPr>
              <a:t>Média diária de Incidentes</a:t>
            </a:r>
            <a:endParaRPr lang="pt-BR" b="1" dirty="0">
              <a:solidFill>
                <a:schemeClr val="accent2"/>
              </a:solidFill>
            </a:endParaRPr>
          </a:p>
        </p:txBody>
      </p:sp>
      <p:sp>
        <p:nvSpPr>
          <p:cNvPr id="40" name="CaixaDeTexto 16"/>
          <p:cNvSpPr txBox="1">
            <a:spLocks noChangeArrowheads="1"/>
          </p:cNvSpPr>
          <p:nvPr/>
        </p:nvSpPr>
        <p:spPr bwMode="auto">
          <a:xfrm>
            <a:off x="4710223" y="4780331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75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6" y="291309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8" y="4382297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2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459821" y="796576"/>
            <a:ext cx="3829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 smtClean="0">
                <a:solidFill>
                  <a:schemeClr val="accent2"/>
                </a:solidFill>
              </a:rPr>
              <a:t>Incidentes por </a:t>
            </a:r>
            <a:r>
              <a:rPr lang="pt-BR" sz="1600" b="1" dirty="0" err="1" smtClean="0">
                <a:solidFill>
                  <a:schemeClr val="accent2"/>
                </a:solidFill>
              </a:rPr>
              <a:t>PA’s</a:t>
            </a:r>
            <a:r>
              <a:rPr lang="pt-BR" sz="1600" b="1" dirty="0" smtClean="0">
                <a:solidFill>
                  <a:schemeClr val="accent2"/>
                </a:solidFill>
              </a:rPr>
              <a:t> Médio e Baixo impacto </a:t>
            </a:r>
            <a:endParaRPr lang="pt-BR" sz="1600" b="1" dirty="0">
              <a:solidFill>
                <a:schemeClr val="accent2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575470" y="-34958"/>
            <a:ext cx="5491158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102" b="1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2.1</a:t>
            </a:r>
            <a:r>
              <a:rPr lang="pt-BR" sz="2102" b="1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Relação de incidentes por </a:t>
            </a:r>
            <a:r>
              <a:rPr lang="pt-BR" sz="2102" b="1" dirty="0" err="1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PA’s</a:t>
            </a:r>
            <a:endParaRPr lang="pt-BR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CaixaDeTexto 17"/>
          <p:cNvSpPr txBox="1"/>
          <p:nvPr/>
        </p:nvSpPr>
        <p:spPr>
          <a:xfrm>
            <a:off x="5246922" y="796576"/>
            <a:ext cx="2968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b="1" dirty="0" smtClean="0">
                <a:solidFill>
                  <a:schemeClr val="accent2"/>
                </a:solidFill>
              </a:rPr>
              <a:t>Incidentes por </a:t>
            </a:r>
            <a:r>
              <a:rPr lang="pt-BR" sz="1600" b="1" dirty="0" err="1" smtClean="0">
                <a:solidFill>
                  <a:schemeClr val="accent2"/>
                </a:solidFill>
              </a:rPr>
              <a:t>PA’s</a:t>
            </a:r>
            <a:r>
              <a:rPr lang="pt-BR" sz="1600" b="1" dirty="0" smtClean="0">
                <a:solidFill>
                  <a:schemeClr val="accent2"/>
                </a:solidFill>
              </a:rPr>
              <a:t> Alto impacto </a:t>
            </a:r>
            <a:endParaRPr lang="pt-BR" sz="1600" b="1" dirty="0">
              <a:solidFill>
                <a:schemeClr val="accent2"/>
              </a:solidFill>
            </a:endParaRPr>
          </a:p>
        </p:txBody>
      </p:sp>
      <p:graphicFrame>
        <p:nvGraphicFramePr>
          <p:cNvPr id="12" name="Gráfico 11"/>
          <p:cNvGraphicFramePr>
            <a:graphicFrameLocks/>
          </p:cNvGraphicFramePr>
          <p:nvPr>
            <p:extLst/>
          </p:nvPr>
        </p:nvGraphicFramePr>
        <p:xfrm>
          <a:off x="257175" y="1052515"/>
          <a:ext cx="4033054" cy="18835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Gráfico 13"/>
          <p:cNvGraphicFramePr>
            <a:graphicFrameLocks/>
          </p:cNvGraphicFramePr>
          <p:nvPr>
            <p:extLst/>
          </p:nvPr>
        </p:nvGraphicFramePr>
        <p:xfrm>
          <a:off x="4714751" y="1052514"/>
          <a:ext cx="4032000" cy="188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470" y="3016959"/>
            <a:ext cx="3348570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784" y="3016959"/>
            <a:ext cx="3342841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CaixaDeTexto 12"/>
          <p:cNvSpPr txBox="1"/>
          <p:nvPr/>
        </p:nvSpPr>
        <p:spPr>
          <a:xfrm>
            <a:off x="-59366" y="4959826"/>
            <a:ext cx="42322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 smtClean="0">
                <a:solidFill>
                  <a:schemeClr val="accent2"/>
                </a:solidFill>
              </a:rPr>
              <a:t>* Fonte: Contagem manual de Workstation realizada mensalmente pela TI</a:t>
            </a:r>
            <a:endParaRPr lang="pt-BR" sz="105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67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2" y="302231"/>
            <a:ext cx="184731" cy="36899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62" y="4382644"/>
            <a:ext cx="955343" cy="763238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/>
          </p:nvPr>
        </p:nvGraphicFramePr>
        <p:xfrm>
          <a:off x="84083" y="797171"/>
          <a:ext cx="5455480" cy="3494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17"/>
            <a:ext cx="786452" cy="773543"/>
          </a:xfrm>
          <a:prstGeom prst="rect">
            <a:avLst/>
          </a:prstGeom>
        </p:spPr>
      </p:pic>
      <p:pic>
        <p:nvPicPr>
          <p:cNvPr id="21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60136"/>
            <a:ext cx="1473556" cy="356326"/>
          </a:xfrm>
          <a:prstGeom prst="rect">
            <a:avLst/>
          </a:prstGeom>
        </p:spPr>
      </p:pic>
      <p:graphicFrame>
        <p:nvGraphicFramePr>
          <p:cNvPr id="8" name="Gráfico 7"/>
          <p:cNvGraphicFramePr/>
          <p:nvPr>
            <p:extLst/>
          </p:nvPr>
        </p:nvGraphicFramePr>
        <p:xfrm>
          <a:off x="5736503" y="1543291"/>
          <a:ext cx="3439396" cy="249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cxnSp>
        <p:nvCxnSpPr>
          <p:cNvPr id="3" name="Conector de seta reta 2"/>
          <p:cNvCxnSpPr/>
          <p:nvPr/>
        </p:nvCxnSpPr>
        <p:spPr>
          <a:xfrm>
            <a:off x="5411972" y="2895182"/>
            <a:ext cx="829340" cy="0"/>
          </a:xfrm>
          <a:prstGeom prst="straightConnector1">
            <a:avLst/>
          </a:prstGeom>
          <a:ln>
            <a:solidFill>
              <a:schemeClr val="tx2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TextBox 4"/>
          <p:cNvSpPr txBox="1">
            <a:spLocks noChangeArrowheads="1"/>
          </p:cNvSpPr>
          <p:nvPr/>
        </p:nvSpPr>
        <p:spPr bwMode="auto">
          <a:xfrm>
            <a:off x="518672" y="52325"/>
            <a:ext cx="7007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Gerenciamento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de Incidentes - Alto Impacto</a:t>
            </a:r>
          </a:p>
        </p:txBody>
      </p:sp>
      <p:sp>
        <p:nvSpPr>
          <p:cNvPr id="14" name="CaixaDeTexto 16"/>
          <p:cNvSpPr txBox="1">
            <a:spLocks noChangeArrowheads="1"/>
          </p:cNvSpPr>
          <p:nvPr/>
        </p:nvSpPr>
        <p:spPr bwMode="auto">
          <a:xfrm>
            <a:off x="766434" y="971392"/>
            <a:ext cx="39437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b="1" dirty="0" smtClean="0">
                <a:solidFill>
                  <a:schemeClr val="accent2"/>
                </a:solidFill>
              </a:rPr>
              <a:t>Volume de </a:t>
            </a:r>
            <a:r>
              <a:rPr lang="pt-BR" b="1" dirty="0" smtClean="0">
                <a:solidFill>
                  <a:schemeClr val="accent2"/>
                </a:solidFill>
              </a:rPr>
              <a:t>Incidentes</a:t>
            </a:r>
            <a:endParaRPr lang="pt-BR" b="1" dirty="0">
              <a:solidFill>
                <a:schemeClr val="accent2"/>
              </a:solidFill>
            </a:endParaRPr>
          </a:p>
        </p:txBody>
      </p:sp>
      <p:sp>
        <p:nvSpPr>
          <p:cNvPr id="15" name="CaixaDeTexto 16"/>
          <p:cNvSpPr txBox="1">
            <a:spLocks noChangeArrowheads="1"/>
          </p:cNvSpPr>
          <p:nvPr/>
        </p:nvSpPr>
        <p:spPr bwMode="auto">
          <a:xfrm>
            <a:off x="5352349" y="971392"/>
            <a:ext cx="394378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b="1" dirty="0" smtClean="0">
                <a:solidFill>
                  <a:schemeClr val="accent2"/>
                </a:solidFill>
              </a:rPr>
              <a:t>Responsabilidade pela resolução</a:t>
            </a:r>
            <a:endParaRPr lang="pt-BR" b="1" dirty="0">
              <a:solidFill>
                <a:schemeClr val="accent2"/>
              </a:solidFill>
            </a:endParaRPr>
          </a:p>
        </p:txBody>
      </p:sp>
      <p:sp>
        <p:nvSpPr>
          <p:cNvPr id="12" name="CaixaDeTexto 16"/>
          <p:cNvSpPr txBox="1">
            <a:spLocks noChangeArrowheads="1"/>
          </p:cNvSpPr>
          <p:nvPr/>
        </p:nvSpPr>
        <p:spPr bwMode="auto">
          <a:xfrm>
            <a:off x="4710223" y="4780331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747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áfico 17"/>
          <p:cNvGraphicFramePr/>
          <p:nvPr>
            <p:extLst/>
          </p:nvPr>
        </p:nvGraphicFramePr>
        <p:xfrm>
          <a:off x="5505451" y="2251753"/>
          <a:ext cx="3119437" cy="13098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Gráfico 1"/>
          <p:cNvGraphicFramePr/>
          <p:nvPr>
            <p:extLst/>
          </p:nvPr>
        </p:nvGraphicFramePr>
        <p:xfrm>
          <a:off x="236539" y="2028031"/>
          <a:ext cx="5030787" cy="2584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6146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77531"/>
            <a:ext cx="955675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1" descr="t03-02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1" name="CaixaDeTexto 14"/>
          <p:cNvSpPr txBox="1">
            <a:spLocks noChangeArrowheads="1"/>
          </p:cNvSpPr>
          <p:nvPr/>
        </p:nvSpPr>
        <p:spPr bwMode="auto">
          <a:xfrm>
            <a:off x="6007101" y="677069"/>
            <a:ext cx="213699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Responsabilidade da TI Contax</a:t>
            </a:r>
          </a:p>
        </p:txBody>
      </p:sp>
      <p:sp>
        <p:nvSpPr>
          <p:cNvPr id="6152" name="CaixaDeTexto 15"/>
          <p:cNvSpPr txBox="1">
            <a:spLocks noChangeArrowheads="1"/>
          </p:cNvSpPr>
          <p:nvPr/>
        </p:nvSpPr>
        <p:spPr bwMode="auto">
          <a:xfrm>
            <a:off x="5762625" y="2186600"/>
            <a:ext cx="27356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Responsabilidade do Suporte do Cliente</a:t>
            </a:r>
          </a:p>
        </p:txBody>
      </p:sp>
      <p:sp>
        <p:nvSpPr>
          <p:cNvPr id="6153" name="CaixaDeTexto 16"/>
          <p:cNvSpPr txBox="1">
            <a:spLocks noChangeArrowheads="1"/>
          </p:cNvSpPr>
          <p:nvPr/>
        </p:nvSpPr>
        <p:spPr bwMode="auto">
          <a:xfrm>
            <a:off x="5756275" y="3561557"/>
            <a:ext cx="275549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Responsabilidade do Fornecedor Contax</a:t>
            </a:r>
          </a:p>
        </p:txBody>
      </p:sp>
      <p:graphicFrame>
        <p:nvGraphicFramePr>
          <p:cNvPr id="17" name="Gráfico 16"/>
          <p:cNvGraphicFramePr/>
          <p:nvPr>
            <p:extLst/>
          </p:nvPr>
        </p:nvGraphicFramePr>
        <p:xfrm>
          <a:off x="5505451" y="932658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9" name="Gráfico 18"/>
          <p:cNvGraphicFramePr/>
          <p:nvPr>
            <p:extLst/>
          </p:nvPr>
        </p:nvGraphicFramePr>
        <p:xfrm>
          <a:off x="5505451" y="3794919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4" name="CaixaDeTexto 16"/>
          <p:cNvSpPr txBox="1">
            <a:spLocks noChangeArrowheads="1"/>
          </p:cNvSpPr>
          <p:nvPr/>
        </p:nvSpPr>
        <p:spPr bwMode="auto">
          <a:xfrm>
            <a:off x="667058" y="1198960"/>
            <a:ext cx="452188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>
                <a:solidFill>
                  <a:schemeClr val="accent2"/>
                </a:solidFill>
              </a:rPr>
              <a:t>Incidentes Alto Impacto</a:t>
            </a:r>
          </a:p>
          <a:p>
            <a:pPr algn="ctr">
              <a:defRPr/>
            </a:pPr>
            <a:r>
              <a:rPr lang="pt-BR" sz="2000" b="1" dirty="0">
                <a:solidFill>
                  <a:schemeClr val="accent2"/>
                </a:solidFill>
              </a:rPr>
              <a:t>Tempo médio entre falhas em h:m:s</a:t>
            </a:r>
          </a:p>
        </p:txBody>
      </p:sp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518672" y="52325"/>
            <a:ext cx="7007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3. Tempo médio entre falhas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CaixaDeTexto 16"/>
          <p:cNvSpPr txBox="1">
            <a:spLocks noChangeArrowheads="1"/>
          </p:cNvSpPr>
          <p:nvPr/>
        </p:nvSpPr>
        <p:spPr bwMode="auto">
          <a:xfrm>
            <a:off x="4710223" y="4780331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516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554373" y="1110457"/>
            <a:ext cx="409349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pt-BR" sz="2000" b="1" dirty="0">
                <a:solidFill>
                  <a:schemeClr val="accent2"/>
                </a:solidFill>
              </a:rPr>
              <a:t>Incidentes Alto Impacto</a:t>
            </a:r>
          </a:p>
          <a:p>
            <a:pPr>
              <a:defRPr/>
            </a:pPr>
            <a:r>
              <a:rPr lang="pt-BR" sz="2000" b="1" dirty="0">
                <a:solidFill>
                  <a:schemeClr val="accent2"/>
                </a:solidFill>
              </a:rPr>
              <a:t>Tempo médio de resolução em h:m:s</a:t>
            </a:r>
          </a:p>
        </p:txBody>
      </p:sp>
      <p:sp>
        <p:nvSpPr>
          <p:cNvPr id="7176" name="CaixaDeTexto 1"/>
          <p:cNvSpPr txBox="1">
            <a:spLocks noChangeArrowheads="1"/>
          </p:cNvSpPr>
          <p:nvPr/>
        </p:nvSpPr>
        <p:spPr bwMode="auto">
          <a:xfrm>
            <a:off x="6199189" y="677069"/>
            <a:ext cx="174073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Realizado pela TI Contax</a:t>
            </a:r>
          </a:p>
        </p:txBody>
      </p:sp>
      <p:sp>
        <p:nvSpPr>
          <p:cNvPr id="7177" name="CaixaDeTexto 15"/>
          <p:cNvSpPr txBox="1">
            <a:spLocks noChangeArrowheads="1"/>
          </p:cNvSpPr>
          <p:nvPr/>
        </p:nvSpPr>
        <p:spPr bwMode="auto">
          <a:xfrm>
            <a:off x="6053138" y="2169618"/>
            <a:ext cx="213744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Realizado pelo Suporte Cliente</a:t>
            </a:r>
          </a:p>
        </p:txBody>
      </p:sp>
      <p:sp>
        <p:nvSpPr>
          <p:cNvPr id="7178" name="CaixaDeTexto 16"/>
          <p:cNvSpPr txBox="1">
            <a:spLocks noChangeArrowheads="1"/>
          </p:cNvSpPr>
          <p:nvPr/>
        </p:nvSpPr>
        <p:spPr bwMode="auto">
          <a:xfrm>
            <a:off x="6237289" y="3586957"/>
            <a:ext cx="1881028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200" b="1" dirty="0">
                <a:solidFill>
                  <a:schemeClr val="accent2"/>
                </a:solidFill>
              </a:rPr>
              <a:t>Realizado pelo Fornecedor</a:t>
            </a:r>
          </a:p>
        </p:txBody>
      </p:sp>
      <p:graphicFrame>
        <p:nvGraphicFramePr>
          <p:cNvPr id="16" name="Gráfico 15"/>
          <p:cNvGraphicFramePr/>
          <p:nvPr>
            <p:extLst/>
          </p:nvPr>
        </p:nvGraphicFramePr>
        <p:xfrm>
          <a:off x="236539" y="2028031"/>
          <a:ext cx="5030787" cy="2584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Gráfico 16"/>
          <p:cNvGraphicFramePr/>
          <p:nvPr>
            <p:extLst/>
          </p:nvPr>
        </p:nvGraphicFramePr>
        <p:xfrm>
          <a:off x="5505451" y="890126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8" name="Gráfico 17"/>
          <p:cNvGraphicFramePr/>
          <p:nvPr>
            <p:extLst/>
          </p:nvPr>
        </p:nvGraphicFramePr>
        <p:xfrm>
          <a:off x="5505451" y="2389982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9" name="Gráfico 18"/>
          <p:cNvGraphicFramePr/>
          <p:nvPr>
            <p:extLst/>
          </p:nvPr>
        </p:nvGraphicFramePr>
        <p:xfrm>
          <a:off x="5505451" y="3794919"/>
          <a:ext cx="3119437" cy="116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4" name="TextBox 4"/>
          <p:cNvSpPr txBox="1">
            <a:spLocks noChangeArrowheads="1"/>
          </p:cNvSpPr>
          <p:nvPr/>
        </p:nvSpPr>
        <p:spPr bwMode="auto">
          <a:xfrm>
            <a:off x="518672" y="52325"/>
            <a:ext cx="7007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3. Tempo médio de resolução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2" name="Imagem 21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2587" y="1370333"/>
            <a:ext cx="322589" cy="329854"/>
          </a:xfrm>
          <a:prstGeom prst="rect">
            <a:avLst/>
          </a:prstGeom>
        </p:spPr>
      </p:pic>
      <p:sp>
        <p:nvSpPr>
          <p:cNvPr id="15" name="CaixaDeTexto 16"/>
          <p:cNvSpPr txBox="1">
            <a:spLocks noChangeArrowheads="1"/>
          </p:cNvSpPr>
          <p:nvPr/>
        </p:nvSpPr>
        <p:spPr bwMode="auto">
          <a:xfrm>
            <a:off x="4710223" y="4780331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71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6" name="CaixaDeTexto 1"/>
          <p:cNvSpPr txBox="1">
            <a:spLocks noChangeArrowheads="1"/>
          </p:cNvSpPr>
          <p:nvPr/>
        </p:nvSpPr>
        <p:spPr bwMode="auto">
          <a:xfrm>
            <a:off x="2415655" y="797472"/>
            <a:ext cx="394811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1600" b="1" dirty="0" smtClean="0">
                <a:solidFill>
                  <a:schemeClr val="accent2"/>
                </a:solidFill>
              </a:rPr>
              <a:t>Chamados com maior tempo de resolução</a:t>
            </a:r>
            <a:endParaRPr lang="pt-BR" sz="1600" b="1" dirty="0">
              <a:solidFill>
                <a:schemeClr val="accent2"/>
              </a:solidFill>
            </a:endParaRPr>
          </a:p>
        </p:txBody>
      </p:sp>
      <p:sp>
        <p:nvSpPr>
          <p:cNvPr id="14" name="TextBox 4"/>
          <p:cNvSpPr txBox="1">
            <a:spLocks noChangeArrowheads="1"/>
          </p:cNvSpPr>
          <p:nvPr/>
        </p:nvSpPr>
        <p:spPr bwMode="auto">
          <a:xfrm>
            <a:off x="518672" y="52325"/>
            <a:ext cx="7007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3. Chamados maior tempo de resolução.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5" name="Imagem 14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62" y="4584814"/>
            <a:ext cx="1042506" cy="396274"/>
          </a:xfrm>
          <a:prstGeom prst="rect">
            <a:avLst/>
          </a:prstGeom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951496"/>
              </p:ext>
            </p:extLst>
          </p:nvPr>
        </p:nvGraphicFramePr>
        <p:xfrm>
          <a:off x="394495" y="1246188"/>
          <a:ext cx="8349456" cy="3136106"/>
        </p:xfrm>
        <a:graphic>
          <a:graphicData uri="http://schemas.openxmlformats.org/drawingml/2006/table">
            <a:tbl>
              <a:tblPr/>
              <a:tblGrid>
                <a:gridCol w="1170006"/>
                <a:gridCol w="1170006"/>
                <a:gridCol w="1170006"/>
                <a:gridCol w="4839438"/>
              </a:tblGrid>
              <a:tr h="163339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Contax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16987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Chamado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Cliente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Tempo para Resolução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Descrição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</a:tr>
              <a:tr h="93429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CTXRECSA-509993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Multi-Cliente</a:t>
                      </a: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108:32:38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Diagnóstico: Serviços Controlador de Domínio e DHCP indisponíveis.                                                                                                                                                                                                                       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Causa:Defeito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de Hardware Placa Controladora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Storage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Center                                                                                                                                                                                                                                     Solução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Aplicada:Criação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dos escopos de rede do site Santo Amaro no DHCP novo ambiente definitivo. Configuração das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VLANs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para utilização do DHCP de SPO.                                                                                                                                                                                            Responsável pela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validação:Ger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. Marcelo Rosim.</a:t>
                      </a:r>
                      <a:b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429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CTXRECSA-511499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Itaú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80:33:38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Diagnóstico: Botões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Headset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e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Mute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indisponíveis em algumas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Avayas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                                                                                                                                                                                                    Causa: O Firmware estava desatualizado neste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Avayas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Solução Aplicada: Efetuado atualização de firmware.                                                                                                                                                                                                                                                           Responsável pela validação: Solicitante</a:t>
                      </a:r>
                      <a:b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429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CTXSPOAL-125543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Bradesco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77:34:46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Diagnóstico: Falha no encaminhamento da URA para o acesso </a:t>
                      </a:r>
                      <a:r>
                        <a:rPr lang="pt-B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Aspect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/>
                      </a:r>
                      <a:b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Causa: Falha de sincronismo no ASPECT </a:t>
                      </a:r>
                      <a:b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Solução Aplicada: Reset nos canais de Interligação em conjunto com o CM </a:t>
                      </a:r>
                      <a:b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</a:b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Responsável pela validação: Operação</a:t>
                      </a:r>
                    </a:p>
                  </a:txBody>
                  <a:tcPr marL="6806" marR="6806" marT="6806" marB="0" anchor="ctr">
                    <a:lnL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DB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898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3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3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- por clientes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5178642" y="670206"/>
            <a:ext cx="34462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pt-BR" sz="1600" b="1" dirty="0" smtClean="0">
                <a:solidFill>
                  <a:schemeClr val="accent2"/>
                </a:solidFill>
              </a:rPr>
              <a:t>Incidentes e Faturamento</a:t>
            </a:r>
            <a:endParaRPr lang="pt-BR" sz="1600" b="1" dirty="0">
              <a:solidFill>
                <a:schemeClr val="accent2"/>
              </a:solidFill>
            </a:endParaRPr>
          </a:p>
        </p:txBody>
      </p:sp>
      <p:sp>
        <p:nvSpPr>
          <p:cNvPr id="15" name="TextBox 4"/>
          <p:cNvSpPr txBox="1">
            <a:spLocks noChangeArrowheads="1"/>
          </p:cNvSpPr>
          <p:nvPr/>
        </p:nvSpPr>
        <p:spPr bwMode="auto">
          <a:xfrm>
            <a:off x="197226" y="670206"/>
            <a:ext cx="445983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pt-BR" sz="1600" b="1" dirty="0" smtClean="0">
                <a:solidFill>
                  <a:schemeClr val="accent2"/>
                </a:solidFill>
              </a:rPr>
              <a:t>Chamados por clientes ordenado por (INC X </a:t>
            </a:r>
            <a:r>
              <a:rPr lang="pt-BR" sz="1600" b="1" dirty="0" err="1" smtClean="0">
                <a:solidFill>
                  <a:schemeClr val="accent2"/>
                </a:solidFill>
              </a:rPr>
              <a:t>PA’s</a:t>
            </a:r>
            <a:r>
              <a:rPr lang="pt-BR" sz="1600" b="1" dirty="0" smtClean="0">
                <a:solidFill>
                  <a:schemeClr val="accent2"/>
                </a:solidFill>
              </a:rPr>
              <a:t> )</a:t>
            </a: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39" y="1135062"/>
            <a:ext cx="4352925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0164" y="1135063"/>
            <a:ext cx="3514725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aixaDeTexto 9"/>
          <p:cNvSpPr txBox="1"/>
          <p:nvPr/>
        </p:nvSpPr>
        <p:spPr>
          <a:xfrm>
            <a:off x="-59366" y="4959826"/>
            <a:ext cx="42322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 smtClean="0">
                <a:solidFill>
                  <a:schemeClr val="accent2"/>
                </a:solidFill>
              </a:rPr>
              <a:t>* Fonte: Contagem manual de Workstation realizada mensalmente pela TI</a:t>
            </a:r>
            <a:endParaRPr lang="pt-BR" sz="1050" dirty="0">
              <a:solidFill>
                <a:schemeClr val="accent2"/>
              </a:solidFill>
            </a:endParaRPr>
          </a:p>
        </p:txBody>
      </p:sp>
      <p:sp>
        <p:nvSpPr>
          <p:cNvPr id="11" name="CaixaDeTexto 16"/>
          <p:cNvSpPr txBox="1">
            <a:spLocks noChangeArrowheads="1"/>
          </p:cNvSpPr>
          <p:nvPr/>
        </p:nvSpPr>
        <p:spPr bwMode="auto">
          <a:xfrm>
            <a:off x="4710223" y="4780331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56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192154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ector angulado 5"/>
          <p:cNvCxnSpPr>
            <a:endCxn id="28674" idx="0"/>
          </p:cNvCxnSpPr>
          <p:nvPr/>
        </p:nvCxnSpPr>
        <p:spPr>
          <a:xfrm>
            <a:off x="5539563" y="1677694"/>
            <a:ext cx="1957002" cy="1572752"/>
          </a:xfrm>
          <a:prstGeom prst="bentConnector2">
            <a:avLst/>
          </a:prstGeom>
          <a:ln>
            <a:solidFill>
              <a:schemeClr val="accent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Conector angulado 7"/>
          <p:cNvCxnSpPr>
            <a:endCxn id="28675" idx="0"/>
          </p:cNvCxnSpPr>
          <p:nvPr/>
        </p:nvCxnSpPr>
        <p:spPr>
          <a:xfrm rot="10800000" flipV="1">
            <a:off x="1575588" y="1742795"/>
            <a:ext cx="2082019" cy="1515907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endCxn id="26627" idx="0"/>
          </p:cNvCxnSpPr>
          <p:nvPr/>
        </p:nvCxnSpPr>
        <p:spPr>
          <a:xfrm>
            <a:off x="4533422" y="2816247"/>
            <a:ext cx="0" cy="44245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2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- por </a:t>
            </a:r>
            <a:r>
              <a:rPr lang="pt-BR" sz="2400" b="1" dirty="0" err="1" smtClean="0">
                <a:solidFill>
                  <a:schemeClr val="accent1">
                    <a:lumMod val="50000"/>
                  </a:schemeClr>
                </a:solidFill>
              </a:rPr>
              <a:t>resolvedor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9" name="Imagem 28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4293" y="4432911"/>
            <a:ext cx="322589" cy="329854"/>
          </a:xfrm>
          <a:prstGeom prst="rect">
            <a:avLst/>
          </a:prstGeom>
        </p:spPr>
      </p:pic>
      <p:pic>
        <p:nvPicPr>
          <p:cNvPr id="30" name="Imagem 29">
            <a:hlinkClick r:id="rId8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5287" y="4217368"/>
            <a:ext cx="322589" cy="329854"/>
          </a:xfrm>
          <a:prstGeom prst="rect">
            <a:avLst/>
          </a:prstGeom>
        </p:spPr>
      </p:pic>
      <p:pic>
        <p:nvPicPr>
          <p:cNvPr id="31" name="Imagem 30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4033" y="4432911"/>
            <a:ext cx="322589" cy="329854"/>
          </a:xfrm>
          <a:prstGeom prst="rect">
            <a:avLst/>
          </a:prstGeom>
        </p:spPr>
      </p:pic>
      <p:graphicFrame>
        <p:nvGraphicFramePr>
          <p:cNvPr id="16" name="Gráfico 15"/>
          <p:cNvGraphicFramePr/>
          <p:nvPr>
            <p:extLst/>
          </p:nvPr>
        </p:nvGraphicFramePr>
        <p:xfrm>
          <a:off x="2781159" y="482667"/>
          <a:ext cx="3439396" cy="2493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522" y="3258703"/>
            <a:ext cx="2461799" cy="92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0" y="3250446"/>
            <a:ext cx="2256649" cy="1131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2" y="3258703"/>
            <a:ext cx="2256649" cy="1131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CaixaDeTexto 16"/>
          <p:cNvSpPr txBox="1">
            <a:spLocks noChangeArrowheads="1"/>
          </p:cNvSpPr>
          <p:nvPr/>
        </p:nvSpPr>
        <p:spPr bwMode="auto">
          <a:xfrm>
            <a:off x="4710223" y="4813382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17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tângulo 22">
            <a:hlinkClick r:id="" action="ppaction://noaction"/>
          </p:cNvPr>
          <p:cNvSpPr/>
          <p:nvPr/>
        </p:nvSpPr>
        <p:spPr>
          <a:xfrm>
            <a:off x="3286242" y="2570033"/>
            <a:ext cx="569493" cy="9660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" name="Conector angulado 2"/>
          <p:cNvCxnSpPr>
            <a:stCxn id="26630" idx="2"/>
            <a:endCxn id="29698" idx="0"/>
          </p:cNvCxnSpPr>
          <p:nvPr/>
        </p:nvCxnSpPr>
        <p:spPr>
          <a:xfrm rot="5400000">
            <a:off x="2616625" y="-78930"/>
            <a:ext cx="938143" cy="2862891"/>
          </a:xfrm>
          <a:prstGeom prst="bentConnector3">
            <a:avLst>
              <a:gd name="adj1" fmla="val 50000"/>
            </a:avLst>
          </a:prstGeom>
          <a:ln>
            <a:solidFill>
              <a:srgbClr val="19345B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Conector angulado 6"/>
          <p:cNvCxnSpPr>
            <a:stCxn id="26630" idx="2"/>
            <a:endCxn id="27651" idx="0"/>
          </p:cNvCxnSpPr>
          <p:nvPr/>
        </p:nvCxnSpPr>
        <p:spPr>
          <a:xfrm rot="5400000">
            <a:off x="4048070" y="1352515"/>
            <a:ext cx="938143" cy="1"/>
          </a:xfrm>
          <a:prstGeom prst="bentConnector3">
            <a:avLst/>
          </a:prstGeom>
          <a:ln>
            <a:solidFill>
              <a:srgbClr val="19345B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7378" y="673894"/>
            <a:ext cx="3819525" cy="20955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- Contax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6" name="Imagem 1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62" y="4630248"/>
            <a:ext cx="1042506" cy="396274"/>
          </a:xfrm>
          <a:prstGeom prst="rect">
            <a:avLst/>
          </a:prstGeom>
        </p:spPr>
      </p:pic>
      <p:cxnSp>
        <p:nvCxnSpPr>
          <p:cNvPr id="24" name="Conector angulado 23"/>
          <p:cNvCxnSpPr>
            <a:stCxn id="26630" idx="2"/>
            <a:endCxn id="27652" idx="0"/>
          </p:cNvCxnSpPr>
          <p:nvPr/>
        </p:nvCxnSpPr>
        <p:spPr>
          <a:xfrm rot="16200000" flipH="1">
            <a:off x="5537782" y="-137197"/>
            <a:ext cx="938143" cy="2979424"/>
          </a:xfrm>
          <a:prstGeom prst="bentConnector3">
            <a:avLst>
              <a:gd name="adj1" fmla="val 50000"/>
            </a:avLst>
          </a:prstGeom>
          <a:ln>
            <a:solidFill>
              <a:srgbClr val="19345B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8815" y="1821587"/>
            <a:ext cx="2256649" cy="852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240" y="1821587"/>
            <a:ext cx="2256649" cy="1271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25" y="1821587"/>
            <a:ext cx="2256649" cy="2808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Imagem 16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0988" y="2082202"/>
            <a:ext cx="185157" cy="189327"/>
          </a:xfrm>
          <a:prstGeom prst="rect">
            <a:avLst/>
          </a:prstGeom>
        </p:spPr>
      </p:pic>
      <p:sp>
        <p:nvSpPr>
          <p:cNvPr id="18" name="CaixaDeTexto 16"/>
          <p:cNvSpPr txBox="1">
            <a:spLocks noChangeArrowheads="1"/>
          </p:cNvSpPr>
          <p:nvPr/>
        </p:nvSpPr>
        <p:spPr bwMode="auto">
          <a:xfrm>
            <a:off x="4710223" y="4813382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pic>
        <p:nvPicPr>
          <p:cNvPr id="19" name="Imagem 18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180987" y="2247777"/>
            <a:ext cx="185157" cy="189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0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903" y="886066"/>
            <a:ext cx="3819525" cy="20955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Conector angulado 3"/>
          <p:cNvCxnSpPr>
            <a:stCxn id="27650" idx="2"/>
          </p:cNvCxnSpPr>
          <p:nvPr/>
        </p:nvCxnSpPr>
        <p:spPr>
          <a:xfrm rot="5400000">
            <a:off x="2487501" y="80695"/>
            <a:ext cx="1008244" cy="3038087"/>
          </a:xfrm>
          <a:prstGeom prst="bentConnector3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Conector angulado 8"/>
          <p:cNvCxnSpPr>
            <a:endCxn id="28676" idx="0"/>
          </p:cNvCxnSpPr>
          <p:nvPr/>
        </p:nvCxnSpPr>
        <p:spPr>
          <a:xfrm rot="16200000" flipH="1">
            <a:off x="4006543" y="1599736"/>
            <a:ext cx="1008244" cy="4"/>
          </a:xfrm>
          <a:prstGeom prst="bentConnector3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do 11"/>
          <p:cNvCxnSpPr>
            <a:stCxn id="27650" idx="2"/>
            <a:endCxn id="28678" idx="0"/>
          </p:cNvCxnSpPr>
          <p:nvPr/>
        </p:nvCxnSpPr>
        <p:spPr>
          <a:xfrm rot="16200000" flipH="1">
            <a:off x="5561398" y="44883"/>
            <a:ext cx="1008245" cy="3109709"/>
          </a:xfrm>
          <a:prstGeom prst="bentConnector3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– Suporte Cliente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6" name="Imagem 15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62" y="4619615"/>
            <a:ext cx="1042506" cy="396274"/>
          </a:xfrm>
          <a:prstGeom prst="rect">
            <a:avLst/>
          </a:prstGeom>
        </p:spPr>
      </p:pic>
      <p:pic>
        <p:nvPicPr>
          <p:cNvPr id="28676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342" y="2103860"/>
            <a:ext cx="2256649" cy="572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678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050" y="2103861"/>
            <a:ext cx="2256649" cy="852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15" y="2103860"/>
            <a:ext cx="2256649" cy="1970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CaixaDeTexto 16"/>
          <p:cNvSpPr txBox="1">
            <a:spLocks noChangeArrowheads="1"/>
          </p:cNvSpPr>
          <p:nvPr/>
        </p:nvSpPr>
        <p:spPr bwMode="auto">
          <a:xfrm>
            <a:off x="4710223" y="4813382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3009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580" y="1126548"/>
            <a:ext cx="3819525" cy="209550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0" name="Conector angulado 9"/>
          <p:cNvCxnSpPr>
            <a:stCxn id="28674" idx="2"/>
            <a:endCxn id="29698" idx="0"/>
          </p:cNvCxnSpPr>
          <p:nvPr/>
        </p:nvCxnSpPr>
        <p:spPr>
          <a:xfrm rot="5400000">
            <a:off x="2310312" y="592043"/>
            <a:ext cx="1549977" cy="3038087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Conector angulado 14"/>
          <p:cNvCxnSpPr>
            <a:stCxn id="28674" idx="2"/>
            <a:endCxn id="29699" idx="0"/>
          </p:cNvCxnSpPr>
          <p:nvPr/>
        </p:nvCxnSpPr>
        <p:spPr>
          <a:xfrm rot="5400000">
            <a:off x="3829355" y="2111086"/>
            <a:ext cx="1549977" cy="1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Incidentes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Alto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Impacto - Fornecedor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Imagem 4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62" y="4661941"/>
            <a:ext cx="1042506" cy="396274"/>
          </a:xfrm>
          <a:prstGeom prst="rect">
            <a:avLst/>
          </a:prstGeom>
        </p:spPr>
      </p:pic>
      <p:sp>
        <p:nvSpPr>
          <p:cNvPr id="26" name="CaixaDeTexto 16"/>
          <p:cNvSpPr txBox="1">
            <a:spLocks noChangeArrowheads="1"/>
          </p:cNvSpPr>
          <p:nvPr/>
        </p:nvSpPr>
        <p:spPr bwMode="auto">
          <a:xfrm>
            <a:off x="4710223" y="4780331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Informações de 01 à 31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931" y="2886075"/>
            <a:ext cx="2256649" cy="712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017" y="2886075"/>
            <a:ext cx="2256649" cy="712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Conector angulado 16"/>
          <p:cNvCxnSpPr>
            <a:stCxn id="28674" idx="2"/>
            <a:endCxn id="29700" idx="0"/>
          </p:cNvCxnSpPr>
          <p:nvPr/>
        </p:nvCxnSpPr>
        <p:spPr>
          <a:xfrm rot="16200000" flipH="1">
            <a:off x="5348398" y="592042"/>
            <a:ext cx="1549977" cy="3038087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105" y="2886075"/>
            <a:ext cx="2256649" cy="572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8373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4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Incidentes Alto Impacto - Contax</a:t>
            </a:r>
          </a:p>
        </p:txBody>
      </p:sp>
      <p:pic>
        <p:nvPicPr>
          <p:cNvPr id="5" name="Imagem 4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62" y="4661941"/>
            <a:ext cx="1042506" cy="396274"/>
          </a:xfrm>
          <a:prstGeom prst="rect">
            <a:avLst/>
          </a:prstGeom>
        </p:spPr>
      </p:pic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046930"/>
              </p:ext>
            </p:extLst>
          </p:nvPr>
        </p:nvGraphicFramePr>
        <p:xfrm>
          <a:off x="207854" y="637647"/>
          <a:ext cx="8417034" cy="40552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1865"/>
                <a:gridCol w="1520320"/>
                <a:gridCol w="1188612"/>
                <a:gridCol w="1922341"/>
                <a:gridCol w="2693896"/>
              </a:tblGrid>
              <a:tr h="5199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800" dirty="0">
                          <a:effectLst/>
                        </a:rPr>
                        <a:t>Chamado de incidente</a:t>
                      </a:r>
                      <a:endParaRPr lang="pt-BR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800">
                          <a:effectLst/>
                        </a:rPr>
                        <a:t>Data / Horário de incio do incidente</a:t>
                      </a:r>
                      <a:endParaRPr lang="pt-B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800">
                          <a:effectLst/>
                        </a:rPr>
                        <a:t>Regionais, Operações e Sites impactados</a:t>
                      </a:r>
                      <a:endParaRPr lang="pt-B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800">
                          <a:effectLst/>
                        </a:rPr>
                        <a:t>Breve descrição do impacto</a:t>
                      </a:r>
                      <a:endParaRPr lang="pt-B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800">
                          <a:effectLst/>
                        </a:rPr>
                        <a:t>Mudança realizada / constatada</a:t>
                      </a:r>
                      <a:endParaRPr lang="pt-B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</a:tr>
              <a:tr h="2946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700">
                          <a:effectLst/>
                        </a:rPr>
                        <a:t>CTXCTCRA-22546</a:t>
                      </a:r>
                      <a:endParaRPr lang="pt-B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08/07/2016 14:03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TAM -  CTC Augusta 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 ligações não estavam derivando para a TAM Viagens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Regra de contingência ativado no VEC 1799 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</a:tr>
              <a:tr h="8838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700">
                          <a:effectLst/>
                        </a:rPr>
                        <a:t>CTXRJOMA-82490</a:t>
                      </a:r>
                      <a:endParaRPr lang="pt-B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12/07/2016 08:20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Multicliente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Computadores do site sem atribuição de IP.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Objeto da conta do Servidor DHCP apresentou incorreção no active directory, comprometendo a autorização do mesmo de fornecer endereços ips para as estações de trabalho.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</a:tr>
              <a:tr h="58922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700">
                          <a:effectLst/>
                        </a:rPr>
                        <a:t>CTXSALPB-72902</a:t>
                      </a:r>
                      <a:endParaRPr lang="pt-B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13/07/2016 14:37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OI - Boa Viagem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Falha de conexao com software XGEN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Indisponibilidade do X-GEN devido perda de comunicação com saída do proxy que estava saindo pelo Alegria e foi alterado para o Lapa.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</a:tr>
              <a:tr h="176768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700" dirty="0">
                          <a:effectLst/>
                        </a:rPr>
                        <a:t>CTXNITSP-189351</a:t>
                      </a:r>
                      <a:endParaRPr lang="pt-BR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28/7/16 12:01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Oi-Varejo-Hot Line-SAV\CRV Multiprodutos-Ativo-Niterói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>
                          <a:effectLst/>
                        </a:rPr>
                        <a:t>Frontend TLV CTXTV073 não exibi a informação do "Produto" no grupo de "Qualificadores", impossibilitando o tratamento das propostas.</a:t>
                      </a:r>
                      <a:endParaRPr lang="pt-BR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900" dirty="0">
                          <a:effectLst/>
                        </a:rPr>
                        <a:t>Foi identificado na base do projeto CTXTV073 que 886 OS não estavam com o "Qualificador" de número "2" definido corretamente, estavam com o valor = 0, impossibilitando a identificação do produto no carregamento dos dados do mailing. </a:t>
                      </a:r>
                      <a:br>
                        <a:rPr lang="pt-BR" sz="900" dirty="0">
                          <a:effectLst/>
                        </a:rPr>
                      </a:br>
                      <a:r>
                        <a:rPr lang="pt-BR" sz="900" dirty="0">
                          <a:effectLst/>
                        </a:rPr>
                        <a:t>Este problema ocorreu pois no input da OS o campo 2001 (Operação) foi inserido de forma errada com um caractere especial (" Aspas), </a:t>
                      </a:r>
                      <a:r>
                        <a:rPr lang="pt-BR" sz="900" dirty="0" err="1">
                          <a:effectLst/>
                        </a:rPr>
                        <a:t>ex</a:t>
                      </a:r>
                      <a:r>
                        <a:rPr lang="pt-BR" sz="900" dirty="0">
                          <a:effectLst/>
                        </a:rPr>
                        <a:t>: ("BANDA LARGA), ("FIXO) e ("TV). </a:t>
                      </a:r>
                      <a:endParaRPr lang="pt-BR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2578" marR="32578" marT="0" marB="0" anchor="ctr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373276" y="1259711"/>
            <a:ext cx="10674457" cy="567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016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4" y="302625"/>
            <a:ext cx="184699" cy="369268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65" y="4382330"/>
            <a:ext cx="955343" cy="763106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64"/>
            <a:ext cx="786452" cy="773409"/>
          </a:xfrm>
          <a:prstGeom prst="rect">
            <a:avLst/>
          </a:prstGeom>
        </p:spPr>
      </p:pic>
      <p:pic>
        <p:nvPicPr>
          <p:cNvPr id="21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60538"/>
            <a:ext cx="1473556" cy="356264"/>
          </a:xfrm>
          <a:prstGeom prst="rect">
            <a:avLst/>
          </a:prstGeom>
        </p:spPr>
      </p:pic>
      <p:sp>
        <p:nvSpPr>
          <p:cNvPr id="29" name="TextBox 4"/>
          <p:cNvSpPr txBox="1">
            <a:spLocks noChangeArrowheads="1"/>
          </p:cNvSpPr>
          <p:nvPr/>
        </p:nvSpPr>
        <p:spPr bwMode="auto">
          <a:xfrm>
            <a:off x="518673" y="52764"/>
            <a:ext cx="7007543" cy="461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2. Incidentes de Alto Impacto – Contax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1" y="1081984"/>
            <a:ext cx="9076058" cy="3506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7" name="CaixaDeTexto 16"/>
          <p:cNvSpPr txBox="1">
            <a:spLocks noChangeArrowheads="1"/>
          </p:cNvSpPr>
          <p:nvPr/>
        </p:nvSpPr>
        <p:spPr bwMode="auto">
          <a:xfrm>
            <a:off x="1645542" y="697813"/>
            <a:ext cx="5487123" cy="3692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b="1" dirty="0">
                <a:solidFill>
                  <a:schemeClr val="accent2"/>
                </a:solidFill>
              </a:rPr>
              <a:t>Responsabilidade Contax – Processo -&gt; Operacional</a:t>
            </a:r>
          </a:p>
        </p:txBody>
      </p:sp>
      <p:pic>
        <p:nvPicPr>
          <p:cNvPr id="9" name="Imagem 8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92" y="4599921"/>
            <a:ext cx="104250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16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Incidentes Médio /Baixo Impacto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882" y="1781450"/>
            <a:ext cx="3176723" cy="1966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7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06" y="1521708"/>
            <a:ext cx="5362575" cy="248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16"/>
          <p:cNvSpPr txBox="1">
            <a:spLocks noChangeArrowheads="1"/>
          </p:cNvSpPr>
          <p:nvPr/>
        </p:nvSpPr>
        <p:spPr bwMode="auto">
          <a:xfrm>
            <a:off x="4710223" y="4780331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-59366" y="4959826"/>
            <a:ext cx="423224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dirty="0" smtClean="0">
                <a:solidFill>
                  <a:schemeClr val="accent2"/>
                </a:solidFill>
              </a:rPr>
              <a:t>* Fonte: Contagem manual de Workstation realizada mensalmente pela TI</a:t>
            </a:r>
            <a:endParaRPr lang="pt-BR" sz="105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839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140995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" name="Conector angulado 15"/>
          <p:cNvCxnSpPr/>
          <p:nvPr/>
        </p:nvCxnSpPr>
        <p:spPr>
          <a:xfrm rot="10800000" flipV="1">
            <a:off x="1621200" y="1666459"/>
            <a:ext cx="1617301" cy="859754"/>
          </a:xfrm>
          <a:prstGeom prst="bentConnector2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ector angulado 17"/>
          <p:cNvCxnSpPr/>
          <p:nvPr/>
        </p:nvCxnSpPr>
        <p:spPr>
          <a:xfrm>
            <a:off x="5667375" y="1666459"/>
            <a:ext cx="1565735" cy="859755"/>
          </a:xfrm>
          <a:prstGeom prst="bentConnector2">
            <a:avLst/>
          </a:prstGeom>
          <a:ln>
            <a:solidFill>
              <a:srgbClr val="19345B"/>
            </a:solidFill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525925" y="-31723"/>
            <a:ext cx="649559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sz="2400" b="1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. </a:t>
            </a:r>
            <a:r>
              <a:rPr lang="pt-BR" sz="2400" b="1" dirty="0" smtClean="0">
                <a:solidFill>
                  <a:schemeClr val="accent1">
                    <a:lumMod val="50000"/>
                  </a:schemeClr>
                </a:solidFill>
              </a:rPr>
              <a:t>Incidentes Médio /Baixo Impacto</a:t>
            </a:r>
            <a:endParaRPr lang="pt-BR" sz="2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20" name="Gráfico 19"/>
          <p:cNvGraphicFramePr>
            <a:graphicFrameLocks/>
          </p:cNvGraphicFramePr>
          <p:nvPr>
            <p:extLst/>
          </p:nvPr>
        </p:nvGraphicFramePr>
        <p:xfrm>
          <a:off x="2193637" y="294859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831" y="2526213"/>
            <a:ext cx="2728558" cy="13871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94" y="2526213"/>
            <a:ext cx="2728558" cy="245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CaixaDeTexto 16"/>
          <p:cNvSpPr txBox="1">
            <a:spLocks noChangeArrowheads="1"/>
          </p:cNvSpPr>
          <p:nvPr/>
        </p:nvSpPr>
        <p:spPr bwMode="auto">
          <a:xfrm>
            <a:off x="4710223" y="4780331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11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788988" y="822317"/>
            <a:ext cx="3061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2"/>
                </a:solidFill>
              </a:rPr>
              <a:t>Volume de mudanças por mês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618836" y="-34958"/>
            <a:ext cx="5447791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Gestão de 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Mudança</a:t>
            </a:r>
            <a:endParaRPr lang="pt-BR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5384738" y="822317"/>
            <a:ext cx="2683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chemeClr val="accent2"/>
                </a:solidFill>
              </a:rPr>
              <a:t>Implantadas por categoria</a:t>
            </a:r>
            <a:endParaRPr lang="pt-BR" b="1" dirty="0">
              <a:solidFill>
                <a:schemeClr val="accent2"/>
              </a:solidFill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4738254" y="4037995"/>
            <a:ext cx="41563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i="1" dirty="0" err="1" smtClean="0"/>
              <a:t>Gmud</a:t>
            </a:r>
            <a:r>
              <a:rPr lang="pt-BR" sz="900" b="1" i="1" dirty="0" smtClean="0"/>
              <a:t> Técnica: </a:t>
            </a:r>
            <a:r>
              <a:rPr lang="pt-BR" sz="900" i="1" dirty="0" smtClean="0"/>
              <a:t>Mudanças </a:t>
            </a:r>
            <a:r>
              <a:rPr lang="pt-BR" sz="900" i="1" dirty="0"/>
              <a:t>registradas exclusivamente por </a:t>
            </a:r>
            <a:r>
              <a:rPr lang="pt-BR" sz="900" i="1" dirty="0" smtClean="0"/>
              <a:t> profissionais especialistas das  áreas de TI</a:t>
            </a:r>
            <a:endParaRPr lang="pt-BR" sz="700" i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6285351" y="4534104"/>
            <a:ext cx="11240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Demais  conceitos</a:t>
            </a:r>
            <a:endParaRPr lang="pt-BR" sz="2400" dirty="0"/>
          </a:p>
        </p:txBody>
      </p:sp>
      <p:pic>
        <p:nvPicPr>
          <p:cNvPr id="16" name="Imagem 15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033" y="4333730"/>
            <a:ext cx="456663" cy="298117"/>
          </a:xfrm>
          <a:prstGeom prst="rect">
            <a:avLst/>
          </a:prstGeom>
        </p:spPr>
      </p:pic>
      <p:graphicFrame>
        <p:nvGraphicFramePr>
          <p:cNvPr id="19" name="Gráfico 1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7340281"/>
              </p:ext>
            </p:extLst>
          </p:nvPr>
        </p:nvGraphicFramePr>
        <p:xfrm>
          <a:off x="196144" y="868476"/>
          <a:ext cx="4361506" cy="321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Gráfico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0260122"/>
              </p:ext>
            </p:extLst>
          </p:nvPr>
        </p:nvGraphicFramePr>
        <p:xfrm>
          <a:off x="4614619" y="868476"/>
          <a:ext cx="4465493" cy="321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3" name="CaixaDeTexto 16"/>
          <p:cNvSpPr txBox="1">
            <a:spLocks noChangeArrowheads="1"/>
          </p:cNvSpPr>
          <p:nvPr/>
        </p:nvSpPr>
        <p:spPr bwMode="auto">
          <a:xfrm>
            <a:off x="4557650" y="4764088"/>
            <a:ext cx="39437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pitchFamily="34" charset="0"/>
              </a:defRPr>
            </a:lvl9pPr>
          </a:lstStyle>
          <a:p>
            <a:pPr algn="ctr">
              <a:defRPr/>
            </a:pPr>
            <a:r>
              <a:rPr lang="pt-BR" sz="2000" b="1" dirty="0" smtClean="0">
                <a:solidFill>
                  <a:schemeClr val="accent2"/>
                </a:solidFill>
              </a:rPr>
              <a:t>Fechamento do mês  de Julho</a:t>
            </a:r>
            <a:endParaRPr lang="pt-BR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3466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514" y="291307"/>
            <a:ext cx="160337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1" descr="t03-0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0" y="2381"/>
            <a:ext cx="788988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600364" y="-34958"/>
            <a:ext cx="5466263" cy="560400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Gestão de 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Mudanças</a:t>
            </a:r>
            <a:endParaRPr lang="pt-BR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323548" y="1250542"/>
            <a:ext cx="8609610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PROGRAMADA:</a:t>
            </a:r>
            <a:r>
              <a:rPr lang="pt-BR" sz="1600" dirty="0"/>
              <a:t>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São Mudanças abertas de forma programada com prazo superior a cinco dias corridos antes da janela programada para a atividade a ser executada no ambiente. </a:t>
            </a:r>
          </a:p>
          <a:p>
            <a:pPr algn="just"/>
            <a:endParaRPr lang="pt-BR" sz="1100" dirty="0"/>
          </a:p>
        </p:txBody>
      </p:sp>
      <p:sp>
        <p:nvSpPr>
          <p:cNvPr id="11" name="CaixaDeTexto 10"/>
          <p:cNvSpPr txBox="1"/>
          <p:nvPr/>
        </p:nvSpPr>
        <p:spPr>
          <a:xfrm>
            <a:off x="394494" y="756589"/>
            <a:ext cx="8500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accent2"/>
                </a:solidFill>
              </a:rPr>
              <a:t>Definições por categoria</a:t>
            </a:r>
            <a:endParaRPr lang="pt-BR" b="1" dirty="0">
              <a:solidFill>
                <a:schemeClr val="accent2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23548" y="1967472"/>
            <a:ext cx="8571071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EMERGENCIAL:</a:t>
            </a:r>
            <a:r>
              <a:rPr lang="pt-BR" sz="1600" dirty="0"/>
              <a:t>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São Mudanças que tratam de eventos críticos e terão que ser executadas com menos de cinco dias corridos antes da execução e podem tratar dos eventos citados abaixo: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Paradas no ambiente no TI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Risco eminente de parada no ambiente de TI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Rupturas do negócio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Riscos de perdas financeiras para o negócio</a:t>
            </a:r>
          </a:p>
          <a:p>
            <a:endParaRPr lang="pt-BR" sz="1100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304277" y="3589058"/>
            <a:ext cx="857107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TÉCNICA: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</a:rPr>
              <a:t>mudanças registradas exclusivamente por profissionais das equipes de suporte e gestão de serviços de TI da CONTAX no E-GMUD, através de um fluxo rápido para evitar ou corrigir incidentes em componentes de TI e SI dos ambientes de produção. Essa categoria se aplica a alterações de baixa complexidade, previamente testadas e de risco muito baixo ou nulo.</a:t>
            </a:r>
          </a:p>
          <a:p>
            <a:endParaRPr lang="pt-BR" sz="1100" dirty="0"/>
          </a:p>
        </p:txBody>
      </p:sp>
      <p:pic>
        <p:nvPicPr>
          <p:cNvPr id="4" name="Imagem 3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735" y="4637416"/>
            <a:ext cx="1042506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7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188" y="291309"/>
            <a:ext cx="154686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060877" y="4377531"/>
            <a:ext cx="921994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1" descr="t03-02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>
            <a:fillRect/>
          </a:stretch>
        </p:blipFill>
        <p:spPr bwMode="auto">
          <a:xfrm>
            <a:off x="161131" y="2382"/>
            <a:ext cx="761182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602462"/>
              </p:ext>
            </p:extLst>
          </p:nvPr>
        </p:nvGraphicFramePr>
        <p:xfrm>
          <a:off x="566451" y="845939"/>
          <a:ext cx="7939090" cy="2510858"/>
        </p:xfrm>
        <a:graphic>
          <a:graphicData uri="http://schemas.openxmlformats.org/drawingml/2006/table">
            <a:tbl>
              <a:tblPr/>
              <a:tblGrid>
                <a:gridCol w="996890"/>
                <a:gridCol w="996890"/>
                <a:gridCol w="990885"/>
                <a:gridCol w="990885"/>
                <a:gridCol w="990885"/>
                <a:gridCol w="990885"/>
                <a:gridCol w="990885"/>
                <a:gridCol w="990885"/>
              </a:tblGrid>
              <a:tr h="35869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Impacto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Prioridade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Conceito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SLA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Meta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184E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</a:tr>
              <a:tr h="35869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As </a:t>
                      </a:r>
                      <a:r>
                        <a:rPr lang="pt-BR" sz="1100" b="1" i="0" u="none" strike="noStrike" dirty="0" err="1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Is</a:t>
                      </a:r>
                      <a:endParaRPr lang="pt-BR" sz="1100" b="1" i="0" u="none" strike="noStrike" dirty="0">
                        <a:solidFill>
                          <a:srgbClr val="1F497D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</a:t>
                      </a: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pt-B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3688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As </a:t>
                      </a:r>
                      <a:r>
                        <a:rPr lang="pt-BR" sz="1100" b="1" i="0" u="none" strike="noStrike" dirty="0" err="1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Is</a:t>
                      </a:r>
                      <a:endParaRPr lang="pt-BR" sz="1100" b="1" i="0" u="none" strike="noStrike" dirty="0">
                        <a:solidFill>
                          <a:srgbClr val="1F497D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</a:t>
                      </a: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pt-B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3688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As </a:t>
                      </a:r>
                      <a:r>
                        <a:rPr lang="pt-BR" sz="1100" b="1" i="0" u="none" strike="noStrike" dirty="0" err="1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Is</a:t>
                      </a:r>
                      <a:endParaRPr lang="pt-BR" sz="1100" b="1" i="0" u="none" strike="noStrike" dirty="0">
                        <a:solidFill>
                          <a:srgbClr val="1F497D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To</a:t>
                      </a:r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pt-BR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be</a:t>
                      </a:r>
                      <a:endParaRPr lang="pt-B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3688DA"/>
                    </a:solidFill>
                  </a:tcPr>
                </a:tc>
              </a:tr>
              <a:tr h="35869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Alto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chemeClr val="tx2"/>
                          </a:solidFill>
                          <a:effectLst/>
                          <a:latin typeface="Calibri"/>
                        </a:rPr>
                        <a:t>Crítica</a:t>
                      </a: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- 1</a:t>
                      </a:r>
                      <a:endParaRPr lang="pt-B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100%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90% a 100%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2 horas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2 horas</a:t>
                      </a:r>
                      <a:endParaRPr lang="pt-BR" sz="1100" b="0" i="0" u="none" strike="noStrike" dirty="0">
                        <a:solidFill>
                          <a:srgbClr val="1F497D"/>
                        </a:solidFill>
                        <a:effectLst/>
                        <a:latin typeface="+mn-lt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95%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893616" rtl="0" eaLnBrk="1" fontAlgn="ctr" latinLnBrk="0" hangingPunct="1"/>
                      <a:r>
                        <a:rPr lang="pt-BR" sz="1100" b="0" i="0" u="none" strike="noStrike" kern="1200" dirty="0" smtClean="0">
                          <a:solidFill>
                            <a:srgbClr val="1F497D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95%</a:t>
                      </a:r>
                      <a:endParaRPr lang="pt-BR" sz="1100" b="0" i="0" u="none" strike="noStrike" kern="1200" dirty="0">
                        <a:solidFill>
                          <a:srgbClr val="1F497D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9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chemeClr val="tx2"/>
                          </a:solidFill>
                          <a:effectLst/>
                          <a:latin typeface="Calibri"/>
                        </a:rPr>
                        <a:t>Muito </a:t>
                      </a:r>
                      <a:r>
                        <a:rPr lang="pt-BR" sz="1100" b="0" i="0" u="none" strike="noStrike" dirty="0" smtClean="0">
                          <a:solidFill>
                            <a:schemeClr val="tx2"/>
                          </a:solidFill>
                          <a:effectLst/>
                          <a:latin typeface="Calibri"/>
                        </a:rPr>
                        <a:t>Alta</a:t>
                      </a: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- 2</a:t>
                      </a:r>
                      <a:endParaRPr lang="pt-B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30% a 99%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30% a 89%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90%</a:t>
                      </a:r>
                      <a:endParaRPr lang="pt-B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9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Médio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Maior</a:t>
                      </a: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- 3</a:t>
                      </a:r>
                      <a:endParaRPr lang="pt-B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6% a 29%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20% </a:t>
                      </a:r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a 29%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3 horas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893616" rtl="0" eaLnBrk="1" fontAlgn="ctr" latinLnBrk="0" hangingPunct="1"/>
                      <a:r>
                        <a:rPr lang="pt-BR" sz="1100" b="0" i="0" u="none" strike="noStrike" kern="1200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Horas</a:t>
                      </a:r>
                      <a:endParaRPr lang="pt-BR" sz="1100" b="0" i="0" u="none" strike="noStrike" kern="1200" dirty="0">
                        <a:solidFill>
                          <a:srgbClr val="1F497D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85%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85%</a:t>
                      </a:r>
                      <a:endParaRPr lang="pt-BR" sz="1100" b="0" i="0" u="none" strike="noStrike" dirty="0">
                        <a:solidFill>
                          <a:srgbClr val="1F497D"/>
                        </a:solidFill>
                        <a:effectLst/>
                        <a:latin typeface="+mn-lt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94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chemeClr val="tx2"/>
                          </a:solidFill>
                          <a:effectLst/>
                          <a:latin typeface="Calibri"/>
                        </a:rPr>
                        <a:t>Média </a:t>
                      </a: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- 4</a:t>
                      </a:r>
                      <a:endParaRPr lang="pt-B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1% a 5%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5% </a:t>
                      </a:r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a </a:t>
                      </a: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19%</a:t>
                      </a:r>
                      <a:endParaRPr lang="pt-B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4 Horas</a:t>
                      </a:r>
                      <a:endParaRPr lang="pt-B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80%</a:t>
                      </a:r>
                      <a:endParaRPr lang="pt-B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8694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Baixo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chemeClr val="tx2"/>
                          </a:solidFill>
                          <a:effectLst/>
                          <a:latin typeface="Calibri"/>
                        </a:rPr>
                        <a:t>Baixa</a:t>
                      </a:r>
                      <a:r>
                        <a:rPr lang="pt-B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- 5</a:t>
                      </a:r>
                      <a:endParaRPr lang="pt-BR" sz="1100" b="0" i="0" u="none" strike="noStrike" dirty="0">
                        <a:solidFill>
                          <a:srgbClr val="FF0000"/>
                        </a:solidFill>
                        <a:effectLst/>
                        <a:latin typeface="Calibri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0%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0% a 4%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12 horas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8 </a:t>
                      </a:r>
                      <a:r>
                        <a:rPr lang="pt-BR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horas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1F497D"/>
                          </a:solidFill>
                          <a:effectLst/>
                          <a:latin typeface="Calibri"/>
                        </a:rPr>
                        <a:t>75%</a:t>
                      </a: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 smtClean="0">
                          <a:solidFill>
                            <a:srgbClr val="1F497D"/>
                          </a:solidFill>
                          <a:effectLst/>
                          <a:latin typeface="+mn-lt"/>
                        </a:rPr>
                        <a:t>75%</a:t>
                      </a:r>
                      <a:endParaRPr lang="pt-BR" sz="1100" b="0" i="0" u="none" strike="noStrike" dirty="0">
                        <a:solidFill>
                          <a:srgbClr val="1F497D"/>
                        </a:solidFill>
                        <a:effectLst/>
                        <a:latin typeface="+mn-lt"/>
                      </a:endParaRPr>
                    </a:p>
                  </a:txBody>
                  <a:tcPr marL="8967" marR="8967" marT="8967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CaixaDeTexto 6"/>
          <p:cNvSpPr txBox="1"/>
          <p:nvPr/>
        </p:nvSpPr>
        <p:spPr>
          <a:xfrm>
            <a:off x="1619673" y="3462548"/>
            <a:ext cx="6997853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rgbClr val="174E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Avaliar: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pt-BR" sz="1400" dirty="0">
                <a:solidFill>
                  <a:srgbClr val="174E82"/>
                </a:solidFill>
              </a:rPr>
              <a:t>SLA Fornecedores/Terceiros (Superiores a 2h)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pt-BR" sz="1400" dirty="0">
                <a:solidFill>
                  <a:srgbClr val="174E82"/>
                </a:solidFill>
              </a:rPr>
              <a:t>Suporte Especializado casos que não temos especialistas 24x7 (EX: Aplicações, DBA)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pt-BR" sz="1400" dirty="0">
                <a:solidFill>
                  <a:srgbClr val="174E82"/>
                </a:solidFill>
              </a:rPr>
              <a:t>Escala de Operações Módulo SLA x Escala times de Suporte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pt-BR" sz="1400" dirty="0">
                <a:solidFill>
                  <a:srgbClr val="174E82"/>
                </a:solidFill>
              </a:rPr>
              <a:t>Severidade de Chamados de Gravadores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56" y="3668471"/>
            <a:ext cx="1336217" cy="889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1084159" y="100253"/>
            <a:ext cx="6264696" cy="723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>
                <a:solidFill>
                  <a:srgbClr val="174E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Draft</a:t>
            </a:r>
          </a:p>
          <a:p>
            <a:pPr algn="ctr"/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ea typeface="+mj-ea"/>
                <a:cs typeface="Arial" pitchFamily="34" charset="0"/>
              </a:rPr>
              <a:t>7. Proposta para alteração Metas/SLA TI</a:t>
            </a:r>
          </a:p>
        </p:txBody>
      </p:sp>
      <p:sp>
        <p:nvSpPr>
          <p:cNvPr id="2" name="Ondulado 1"/>
          <p:cNvSpPr/>
          <p:nvPr/>
        </p:nvSpPr>
        <p:spPr>
          <a:xfrm rot="20067813">
            <a:off x="3107561" y="1748940"/>
            <a:ext cx="4219461" cy="1057473"/>
          </a:xfrm>
          <a:prstGeom prst="wave">
            <a:avLst/>
          </a:prstGeom>
          <a:solidFill>
            <a:schemeClr val="accent2">
              <a:lumMod val="60000"/>
              <a:lumOff val="40000"/>
              <a:alpha val="5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Em Revisão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129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-10703" y="-21417"/>
            <a:ext cx="652311" cy="64209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905542" y="20626"/>
            <a:ext cx="8513950" cy="487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pt-BR" sz="2300" b="1" i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  <a:p>
            <a:pPr algn="l"/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OLA – Gestão de problemas – Médio e Alto impacto</a:t>
            </a:r>
          </a:p>
          <a:p>
            <a:pPr algn="l"/>
            <a:endParaRPr lang="it-IT" sz="2300" b="1" i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itchFamily="34" charset="0"/>
            </a:endParaRPr>
          </a:p>
        </p:txBody>
      </p:sp>
      <p:pic>
        <p:nvPicPr>
          <p:cNvPr id="9218" name="Picture 2" descr="C:\Users\202712.CONTAX-BR\Desktop\OLA_GProblem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59" y="453211"/>
            <a:ext cx="6004194" cy="3082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m 8" descr="Recorte de Tela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117" y="3288355"/>
            <a:ext cx="6852492" cy="18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5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928988" y="-33527"/>
            <a:ext cx="4522242" cy="487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8</a:t>
            </a:r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Problemas Complexos</a:t>
            </a:r>
            <a:endParaRPr lang="it-IT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39" y="313466"/>
            <a:ext cx="7063198" cy="5339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1" t="78172" r="18394" b="12686"/>
          <a:stretch>
            <a:fillRect/>
          </a:stretch>
        </p:blipFill>
        <p:spPr bwMode="auto">
          <a:xfrm>
            <a:off x="8188326" y="4382295"/>
            <a:ext cx="955675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de cantos arredondados 1"/>
          <p:cNvSpPr/>
          <p:nvPr/>
        </p:nvSpPr>
        <p:spPr>
          <a:xfrm>
            <a:off x="1348154" y="1746738"/>
            <a:ext cx="1899138" cy="1031631"/>
          </a:xfrm>
          <a:prstGeom prst="roundRect">
            <a:avLst/>
          </a:prstGeom>
          <a:solidFill>
            <a:srgbClr val="FF0000">
              <a:alpha val="18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92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78383" y="34472"/>
            <a:ext cx="7787208" cy="487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8. Critérios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de classificação dos problemas </a:t>
            </a:r>
            <a:endParaRPr lang="it-IT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tângulo de cantos arredondados 1"/>
          <p:cNvSpPr/>
          <p:nvPr/>
        </p:nvSpPr>
        <p:spPr>
          <a:xfrm>
            <a:off x="266700" y="1005535"/>
            <a:ext cx="2390775" cy="3614090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u="sng" dirty="0" smtClean="0"/>
              <a:t>Baixo e Médio impacto</a:t>
            </a:r>
          </a:p>
          <a:p>
            <a:pPr algn="ctr"/>
            <a:endParaRPr lang="pt-BR" b="1" u="sng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/>
              <a:t>Baixa recorrência &lt;= 10 incidentes de médio e baixo impacto </a:t>
            </a:r>
          </a:p>
          <a:p>
            <a:pPr algn="ctr"/>
            <a:r>
              <a:rPr lang="pt-BR" sz="1400" dirty="0"/>
              <a:t>+</a:t>
            </a:r>
            <a:endParaRPr lang="pt-BR" sz="14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/>
              <a:t>Baixo impacto financeiro &lt;= R$18.000,00</a:t>
            </a:r>
          </a:p>
          <a:p>
            <a:pPr algn="ctr"/>
            <a:r>
              <a:rPr lang="pt-BR" sz="1400" dirty="0"/>
              <a:t>+</a:t>
            </a:r>
            <a:endParaRPr lang="pt-BR" sz="1400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/>
              <a:t>Impacto &lt;= 20% de </a:t>
            </a:r>
            <a:r>
              <a:rPr lang="pt-BR" sz="1400" dirty="0" err="1" smtClean="0"/>
              <a:t>PAs</a:t>
            </a:r>
            <a:r>
              <a:rPr lang="pt-BR" sz="1400" dirty="0" smtClean="0"/>
              <a:t> de determinada operação.</a:t>
            </a:r>
            <a:endParaRPr lang="pt-BR" sz="1400" dirty="0"/>
          </a:p>
        </p:txBody>
      </p:sp>
      <p:sp>
        <p:nvSpPr>
          <p:cNvPr id="9" name="Retângulo de cantos arredondados 8"/>
          <p:cNvSpPr/>
          <p:nvPr/>
        </p:nvSpPr>
        <p:spPr>
          <a:xfrm>
            <a:off x="3276600" y="1005535"/>
            <a:ext cx="2390775" cy="3614090"/>
          </a:xfrm>
          <a:prstGeom prst="roundRect">
            <a:avLst/>
          </a:prstGeom>
          <a:solidFill>
            <a:srgbClr val="FFC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u="sng" dirty="0" smtClean="0"/>
              <a:t>Alto Impacto</a:t>
            </a:r>
          </a:p>
          <a:p>
            <a:pPr algn="ctr"/>
            <a:endParaRPr lang="pt-BR" b="1" u="sng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/>
              <a:t>Alta recorrência &gt; 10 incidentes</a:t>
            </a:r>
          </a:p>
          <a:p>
            <a:pPr algn="ctr"/>
            <a:r>
              <a:rPr lang="pt-BR" sz="1400" b="1" dirty="0" smtClean="0"/>
              <a:t>Ou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/>
              <a:t>Alto impacto financeiro ou de imagem &gt; R$18.000,00</a:t>
            </a:r>
          </a:p>
          <a:p>
            <a:pPr algn="ctr"/>
            <a:r>
              <a:rPr lang="pt-BR" sz="1400" b="1" dirty="0" smtClean="0"/>
              <a:t>Ou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/>
              <a:t>Impacto &gt; 20% de </a:t>
            </a:r>
            <a:r>
              <a:rPr lang="pt-BR" sz="1400" dirty="0" err="1" smtClean="0"/>
              <a:t>PAs</a:t>
            </a:r>
            <a:r>
              <a:rPr lang="pt-BR" sz="1400" dirty="0" smtClean="0"/>
              <a:t> de determinada operação.</a:t>
            </a:r>
          </a:p>
          <a:p>
            <a:pPr algn="ctr"/>
            <a:r>
              <a:rPr lang="pt-BR" sz="1400" b="1" dirty="0" smtClean="0"/>
              <a:t>Ou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/>
              <a:t>Escalonamento executivo</a:t>
            </a:r>
            <a:endParaRPr lang="pt-BR" sz="1400" dirty="0"/>
          </a:p>
        </p:txBody>
      </p:sp>
      <p:sp>
        <p:nvSpPr>
          <p:cNvPr id="10" name="Retângulo de cantos arredondados 9"/>
          <p:cNvSpPr/>
          <p:nvPr/>
        </p:nvSpPr>
        <p:spPr>
          <a:xfrm>
            <a:off x="6410325" y="1005535"/>
            <a:ext cx="2390775" cy="3614090"/>
          </a:xfrm>
          <a:prstGeom prst="roundRect">
            <a:avLst/>
          </a:prstGeom>
          <a:solidFill>
            <a:srgbClr val="FF000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u="sng" dirty="0" smtClean="0"/>
              <a:t>Complexos</a:t>
            </a:r>
          </a:p>
          <a:p>
            <a:pPr algn="ctr"/>
            <a:endParaRPr lang="pt-BR" b="1" u="sng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/>
              <a:t>Mesmos critérios da classificação dos problemas de Alto Impacto.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/>
              <a:t>Exige correções processuais.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/>
              <a:t>Normalmente exigem correções com o controle de gestão de projetos.</a:t>
            </a:r>
          </a:p>
          <a:p>
            <a:pPr marL="285750" indent="-285750">
              <a:buFont typeface="Arial" pitchFamily="34" charset="0"/>
              <a:buChar char="•"/>
            </a:pPr>
            <a:endParaRPr lang="pt-BR" sz="1400" dirty="0"/>
          </a:p>
        </p:txBody>
      </p:sp>
      <p:sp>
        <p:nvSpPr>
          <p:cNvPr id="4" name="Retângulo 3"/>
          <p:cNvSpPr/>
          <p:nvPr/>
        </p:nvSpPr>
        <p:spPr>
          <a:xfrm>
            <a:off x="394648" y="4714875"/>
            <a:ext cx="5206052" cy="266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Apenas um sintoma de impacto</a:t>
            </a:r>
            <a:endParaRPr lang="pt-BR" dirty="0"/>
          </a:p>
        </p:txBody>
      </p:sp>
      <p:sp>
        <p:nvSpPr>
          <p:cNvPr id="11" name="Retângulo de cantos arredondados 10"/>
          <p:cNvSpPr/>
          <p:nvPr/>
        </p:nvSpPr>
        <p:spPr>
          <a:xfrm>
            <a:off x="6410325" y="4752975"/>
            <a:ext cx="2476500" cy="2667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Mais de um sintoma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048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Diagrama 14"/>
          <p:cNvGraphicFramePr/>
          <p:nvPr>
            <p:extLst/>
          </p:nvPr>
        </p:nvGraphicFramePr>
        <p:xfrm>
          <a:off x="1590676" y="2306243"/>
          <a:ext cx="7143750" cy="21907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89296" y="1242"/>
            <a:ext cx="7787208" cy="487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8. Processos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de comunicação e envolvimento</a:t>
            </a:r>
            <a:endParaRPr lang="it-IT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3" name="Diagrama 2"/>
          <p:cNvGraphicFramePr/>
          <p:nvPr>
            <p:extLst/>
          </p:nvPr>
        </p:nvGraphicFramePr>
        <p:xfrm>
          <a:off x="257175" y="1155793"/>
          <a:ext cx="8610600" cy="320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257175" y="786460"/>
            <a:ext cx="509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Fases de comunicação para todos os </a:t>
            </a:r>
            <a:r>
              <a:rPr lang="pt-BR" dirty="0" err="1" smtClean="0"/>
              <a:t>stakeholders</a:t>
            </a:r>
            <a:r>
              <a:rPr lang="pt-BR" dirty="0" smtClean="0"/>
              <a:t>. </a:t>
            </a:r>
            <a:endParaRPr lang="pt-BR" dirty="0"/>
          </a:p>
        </p:txBody>
      </p:sp>
      <p:sp>
        <p:nvSpPr>
          <p:cNvPr id="12" name="Retângulo de cantos arredondados 11"/>
          <p:cNvSpPr/>
          <p:nvPr/>
        </p:nvSpPr>
        <p:spPr>
          <a:xfrm>
            <a:off x="257175" y="3376612"/>
            <a:ext cx="8610600" cy="40481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200" dirty="0" smtClean="0"/>
              <a:t>Grupo técnico</a:t>
            </a:r>
            <a:endParaRPr lang="pt-BR" sz="1200" dirty="0"/>
          </a:p>
        </p:txBody>
      </p:sp>
      <p:sp>
        <p:nvSpPr>
          <p:cNvPr id="13" name="Retângulo de cantos arredondados 12"/>
          <p:cNvSpPr/>
          <p:nvPr/>
        </p:nvSpPr>
        <p:spPr>
          <a:xfrm>
            <a:off x="257176" y="2602706"/>
            <a:ext cx="8610600" cy="40719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100" dirty="0" smtClean="0"/>
              <a:t>Gestão de problemas</a:t>
            </a:r>
            <a:endParaRPr lang="pt-BR" sz="1100" dirty="0"/>
          </a:p>
        </p:txBody>
      </p:sp>
      <p:sp>
        <p:nvSpPr>
          <p:cNvPr id="14" name="Retângulo de cantos arredondados 13"/>
          <p:cNvSpPr/>
          <p:nvPr/>
        </p:nvSpPr>
        <p:spPr>
          <a:xfrm>
            <a:off x="257175" y="4057650"/>
            <a:ext cx="8610600" cy="40957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200" dirty="0" err="1" smtClean="0"/>
              <a:t>Stakeholders</a:t>
            </a:r>
            <a:r>
              <a:rPr lang="pt-BR" sz="1200" dirty="0" smtClean="0"/>
              <a:t> </a:t>
            </a:r>
          </a:p>
          <a:p>
            <a:r>
              <a:rPr lang="pt-BR" sz="800" dirty="0" smtClean="0"/>
              <a:t>( </a:t>
            </a:r>
            <a:r>
              <a:rPr lang="pt-BR" sz="800" dirty="0" err="1" smtClean="0"/>
              <a:t>service</a:t>
            </a:r>
            <a:r>
              <a:rPr lang="pt-BR" sz="800" dirty="0" smtClean="0"/>
              <a:t> management – Operações)</a:t>
            </a:r>
            <a:endParaRPr lang="pt-BR" sz="800" dirty="0"/>
          </a:p>
        </p:txBody>
      </p:sp>
      <p:sp>
        <p:nvSpPr>
          <p:cNvPr id="16" name="Retângulo de cantos arredondados 15"/>
          <p:cNvSpPr/>
          <p:nvPr/>
        </p:nvSpPr>
        <p:spPr>
          <a:xfrm>
            <a:off x="1800225" y="2602706"/>
            <a:ext cx="504825" cy="407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/>
              <a:t>100%</a:t>
            </a:r>
          </a:p>
        </p:txBody>
      </p:sp>
      <p:cxnSp>
        <p:nvCxnSpPr>
          <p:cNvPr id="18" name="Conector reto 17"/>
          <p:cNvCxnSpPr/>
          <p:nvPr/>
        </p:nvCxnSpPr>
        <p:spPr>
          <a:xfrm>
            <a:off x="2562225" y="2602706"/>
            <a:ext cx="0" cy="18645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/>
          <p:cNvCxnSpPr/>
          <p:nvPr/>
        </p:nvCxnSpPr>
        <p:spPr>
          <a:xfrm>
            <a:off x="3762375" y="2602706"/>
            <a:ext cx="0" cy="18645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/>
          <p:cNvCxnSpPr/>
          <p:nvPr/>
        </p:nvCxnSpPr>
        <p:spPr>
          <a:xfrm>
            <a:off x="5048250" y="2602706"/>
            <a:ext cx="9525" cy="18645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/>
          <p:cNvCxnSpPr/>
          <p:nvPr/>
        </p:nvCxnSpPr>
        <p:spPr>
          <a:xfrm>
            <a:off x="6343650" y="2602706"/>
            <a:ext cx="0" cy="18645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tângulo de cantos arredondados 29"/>
          <p:cNvSpPr/>
          <p:nvPr/>
        </p:nvSpPr>
        <p:spPr>
          <a:xfrm>
            <a:off x="2924175" y="2602705"/>
            <a:ext cx="504825" cy="1864519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/>
              <a:t>33.33% para cada</a:t>
            </a:r>
            <a:endParaRPr lang="pt-BR" sz="800" dirty="0"/>
          </a:p>
        </p:txBody>
      </p:sp>
      <p:sp>
        <p:nvSpPr>
          <p:cNvPr id="31" name="Retângulo de cantos arredondados 30"/>
          <p:cNvSpPr/>
          <p:nvPr/>
        </p:nvSpPr>
        <p:spPr>
          <a:xfrm>
            <a:off x="4057650" y="2618183"/>
            <a:ext cx="504825" cy="116324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50%  a 50%</a:t>
            </a:r>
            <a:endParaRPr lang="pt-BR" sz="1000" dirty="0"/>
          </a:p>
        </p:txBody>
      </p:sp>
      <p:sp>
        <p:nvSpPr>
          <p:cNvPr id="32" name="Retângulo de cantos arredondados 31"/>
          <p:cNvSpPr/>
          <p:nvPr/>
        </p:nvSpPr>
        <p:spPr>
          <a:xfrm>
            <a:off x="5351650" y="2806303"/>
            <a:ext cx="504825" cy="97512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smtClean="0"/>
              <a:t>30% e 70% </a:t>
            </a:r>
            <a:endParaRPr lang="pt-BR" sz="1000" dirty="0"/>
          </a:p>
        </p:txBody>
      </p:sp>
      <p:cxnSp>
        <p:nvCxnSpPr>
          <p:cNvPr id="33" name="Conector reto 32"/>
          <p:cNvCxnSpPr/>
          <p:nvPr/>
        </p:nvCxnSpPr>
        <p:spPr>
          <a:xfrm>
            <a:off x="7562850" y="2602706"/>
            <a:ext cx="0" cy="18645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tângulo de cantos arredondados 33"/>
          <p:cNvSpPr/>
          <p:nvPr/>
        </p:nvSpPr>
        <p:spPr>
          <a:xfrm>
            <a:off x="6628000" y="2618183"/>
            <a:ext cx="504825" cy="39171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 smtClean="0"/>
              <a:t>50%</a:t>
            </a:r>
            <a:endParaRPr lang="pt-BR" sz="1100" dirty="0"/>
          </a:p>
        </p:txBody>
      </p:sp>
      <p:sp>
        <p:nvSpPr>
          <p:cNvPr id="35" name="Retângulo de cantos arredondados 34"/>
          <p:cNvSpPr/>
          <p:nvPr/>
        </p:nvSpPr>
        <p:spPr>
          <a:xfrm>
            <a:off x="6627999" y="4057650"/>
            <a:ext cx="504825" cy="391717"/>
          </a:xfrm>
          <a:prstGeom prst="roundRect">
            <a:avLst/>
          </a:prstGeom>
          <a:gradFill>
            <a:gsLst>
              <a:gs pos="42000">
                <a:srgbClr val="C00000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 smtClean="0"/>
              <a:t>50%</a:t>
            </a:r>
            <a:endParaRPr lang="pt-BR" sz="1050" dirty="0"/>
          </a:p>
        </p:txBody>
      </p:sp>
      <p:sp>
        <p:nvSpPr>
          <p:cNvPr id="36" name="Retângulo de cantos arredondados 35"/>
          <p:cNvSpPr/>
          <p:nvPr/>
        </p:nvSpPr>
        <p:spPr>
          <a:xfrm>
            <a:off x="7936244" y="2618183"/>
            <a:ext cx="504825" cy="39171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50" dirty="0" smtClean="0"/>
              <a:t>100%</a:t>
            </a:r>
            <a:endParaRPr lang="pt-BR" sz="1050" dirty="0"/>
          </a:p>
        </p:txBody>
      </p:sp>
      <p:sp>
        <p:nvSpPr>
          <p:cNvPr id="37" name="CaixaDeTexto 36"/>
          <p:cNvSpPr txBox="1"/>
          <p:nvPr/>
        </p:nvSpPr>
        <p:spPr>
          <a:xfrm>
            <a:off x="257174" y="1805635"/>
            <a:ext cx="509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Nível de envolvimento:  Fases X Grupos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3196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863178" y="-54374"/>
            <a:ext cx="4622242" cy="487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8. Processos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de escalonamento</a:t>
            </a:r>
            <a:endParaRPr lang="it-IT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80974" y="776935"/>
            <a:ext cx="5094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Escalonamento</a:t>
            </a:r>
            <a:endParaRPr lang="pt-BR" dirty="0"/>
          </a:p>
        </p:txBody>
      </p:sp>
      <p:graphicFrame>
        <p:nvGraphicFramePr>
          <p:cNvPr id="4" name="Diagrama 3"/>
          <p:cNvGraphicFramePr/>
          <p:nvPr>
            <p:extLst/>
          </p:nvPr>
        </p:nvGraphicFramePr>
        <p:xfrm>
          <a:off x="180974" y="776935"/>
          <a:ext cx="598665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Retângulo de cantos arredondados 6"/>
          <p:cNvSpPr/>
          <p:nvPr/>
        </p:nvSpPr>
        <p:spPr>
          <a:xfrm>
            <a:off x="6167624" y="543465"/>
            <a:ext cx="2798576" cy="429747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b="1" u="sng" dirty="0" smtClean="0"/>
              <a:t>Comunicação do escalonamento:</a:t>
            </a:r>
          </a:p>
          <a:p>
            <a:pPr algn="ctr"/>
            <a:endParaRPr lang="pt-BR" sz="1200" dirty="0"/>
          </a:p>
          <a:p>
            <a:pPr marL="342900" indent="-342900">
              <a:buAutoNum type="alphaUcParenR"/>
            </a:pPr>
            <a:r>
              <a:rPr lang="pt-BR" sz="1200" dirty="0" smtClean="0"/>
              <a:t>Notificação de atraso da atividade via e-mail + contato telefônico</a:t>
            </a:r>
          </a:p>
          <a:p>
            <a:pPr marL="342900" indent="-342900">
              <a:buAutoNum type="alphaUcParenR"/>
            </a:pPr>
            <a:endParaRPr lang="pt-BR" sz="1200" dirty="0"/>
          </a:p>
          <a:p>
            <a:pPr marL="342900" indent="-342900">
              <a:buAutoNum type="alphaUcParenR"/>
            </a:pPr>
            <a:r>
              <a:rPr lang="pt-BR" sz="1200" dirty="0" smtClean="0"/>
              <a:t>Problemas complexos são comunicados para o nível executivo via e-mail (automaticamente).</a:t>
            </a:r>
          </a:p>
          <a:p>
            <a:pPr marL="342900" indent="-342900">
              <a:buAutoNum type="alphaUcParenR"/>
            </a:pPr>
            <a:endParaRPr lang="pt-BR" sz="1200" dirty="0"/>
          </a:p>
          <a:p>
            <a:pPr marL="342900" indent="-342900">
              <a:buAutoNum type="alphaUcParenR"/>
            </a:pPr>
            <a:r>
              <a:rPr lang="pt-BR" sz="1200" dirty="0" smtClean="0"/>
              <a:t>Problemas de alto impacto são comunicados para as gerências automaticamente.</a:t>
            </a:r>
          </a:p>
          <a:p>
            <a:pPr marL="342900" indent="-342900">
              <a:buAutoNum type="alphaUcParenR"/>
            </a:pPr>
            <a:endParaRPr lang="pt-BR" sz="1200" dirty="0" smtClean="0"/>
          </a:p>
          <a:p>
            <a:pPr marL="342900" indent="-342900">
              <a:buAutoNum type="alphaUcParenR"/>
            </a:pPr>
            <a:r>
              <a:rPr lang="pt-BR" sz="1200" dirty="0" smtClean="0"/>
              <a:t>Relatórios de riscos residuais são comunicados por e-mail  para todos os grupos  e preferencialmente entregues em via física para os níveis gerencial e executivo.</a:t>
            </a:r>
          </a:p>
        </p:txBody>
      </p:sp>
    </p:spTree>
    <p:extLst>
      <p:ext uri="{BB962C8B-B14F-4D97-AF65-F5344CB8AC3E}">
        <p14:creationId xmlns:p14="http://schemas.microsoft.com/office/powerpoint/2010/main" val="91451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028040" y="-99203"/>
            <a:ext cx="4016314" cy="487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8. Indicadores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- Problemas</a:t>
            </a:r>
            <a:endParaRPr lang="it-IT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9" name="Gráfico 8"/>
          <p:cNvGraphicFramePr>
            <a:graphicFrameLocks/>
          </p:cNvGraphicFramePr>
          <p:nvPr>
            <p:extLst/>
          </p:nvPr>
        </p:nvGraphicFramePr>
        <p:xfrm>
          <a:off x="325810" y="596501"/>
          <a:ext cx="3900406" cy="39220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988" y="1401470"/>
            <a:ext cx="1724025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Conector de seta reta 2"/>
          <p:cNvCxnSpPr/>
          <p:nvPr/>
        </p:nvCxnSpPr>
        <p:spPr>
          <a:xfrm>
            <a:off x="4295054" y="2834982"/>
            <a:ext cx="1498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8056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-42113" y="-18395"/>
            <a:ext cx="789296" cy="776935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747183" y="-18396"/>
            <a:ext cx="3994280" cy="487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102" b="1" dirty="0" smtClean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8. Indicadores </a:t>
            </a:r>
            <a:r>
              <a:rPr lang="pt-BR" sz="2102" b="1" dirty="0">
                <a:solidFill>
                  <a:srgbClr val="5B9BD5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- Problemas</a:t>
            </a:r>
            <a:endParaRPr lang="it-IT" sz="2102" b="1" dirty="0">
              <a:solidFill>
                <a:srgbClr val="5B9BD5">
                  <a:lumMod val="50000"/>
                </a:srgbClr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7" name="Gráfico 6"/>
          <p:cNvGraphicFramePr>
            <a:graphicFrameLocks/>
          </p:cNvGraphicFramePr>
          <p:nvPr>
            <p:extLst/>
          </p:nvPr>
        </p:nvGraphicFramePr>
        <p:xfrm>
          <a:off x="431612" y="1202531"/>
          <a:ext cx="258127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342" y="3189287"/>
            <a:ext cx="2943225" cy="172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Conector reto 3"/>
          <p:cNvCxnSpPr/>
          <p:nvPr/>
        </p:nvCxnSpPr>
        <p:spPr>
          <a:xfrm flipH="1">
            <a:off x="1231900" y="3632200"/>
            <a:ext cx="12700" cy="419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>
            <a:off x="1231900" y="4051300"/>
            <a:ext cx="237648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342" y="1609725"/>
            <a:ext cx="4486275" cy="96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3674342" y="1202531"/>
            <a:ext cx="448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smtClean="0"/>
              <a:t>Definições estratégicas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2265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717" y="88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939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76681" y="-98182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55593" y="1160100"/>
            <a:ext cx="4446069" cy="147413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Agendado treinamento para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29 Agosto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do último modulo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Framework, 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Routing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and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Reporting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Administration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8.5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”.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Foi identificada a necessidade de criar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2 novos ambientes, para entrar no “</a:t>
            </a:r>
            <a:r>
              <a:rPr lang="pt-BR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Pipe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” da Engenharia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Homologação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Retângulo de cantos arredondados 30"/>
          <p:cNvSpPr/>
          <p:nvPr/>
        </p:nvSpPr>
        <p:spPr>
          <a:xfrm>
            <a:off x="6360" y="416416"/>
            <a:ext cx="4495302" cy="732854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Ura Internalização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14-4-2016          Data Conclusão: </a:t>
            </a:r>
            <a:r>
              <a:rPr lang="pt-BR" sz="1200" i="1" dirty="0"/>
              <a:t>02-09-2016 </a:t>
            </a:r>
            <a:r>
              <a:rPr lang="pt-BR" sz="1200" i="1" dirty="0" smtClean="0"/>
              <a:t>  </a:t>
            </a:r>
          </a:p>
          <a:p>
            <a:r>
              <a:rPr lang="pt-BR" sz="1200" i="1" dirty="0" smtClean="0"/>
              <a:t>PM</a:t>
            </a:r>
            <a:r>
              <a:rPr lang="pt-BR" sz="1200" i="1" dirty="0"/>
              <a:t>: Luis </a:t>
            </a:r>
            <a:r>
              <a:rPr lang="pt-BR" sz="1200" i="1" dirty="0" smtClean="0"/>
              <a:t>Marçal                                              Progresso: 34%</a:t>
            </a:r>
          </a:p>
        </p:txBody>
      </p:sp>
      <p:grpSp>
        <p:nvGrpSpPr>
          <p:cNvPr id="33" name="Group 16"/>
          <p:cNvGrpSpPr>
            <a:grpSpLocks/>
          </p:cNvGrpSpPr>
          <p:nvPr/>
        </p:nvGrpSpPr>
        <p:grpSpPr bwMode="auto">
          <a:xfrm>
            <a:off x="4165804" y="799681"/>
            <a:ext cx="317327" cy="317745"/>
            <a:chOff x="0" y="0"/>
            <a:chExt cx="173" cy="173"/>
          </a:xfrm>
        </p:grpSpPr>
        <p:sp>
          <p:nvSpPr>
            <p:cNvPr id="34" name="Oval 17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5" name="Arc 18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6" name="Arc 19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7" name="Arc 20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sp>
        <p:nvSpPr>
          <p:cNvPr id="54" name="Retângulo 53"/>
          <p:cNvSpPr/>
          <p:nvPr/>
        </p:nvSpPr>
        <p:spPr>
          <a:xfrm>
            <a:off x="4613668" y="1167026"/>
            <a:ext cx="4452753" cy="146721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u="sng" dirty="0" smtClean="0">
                <a:solidFill>
                  <a:schemeClr val="tx1"/>
                </a:solidFill>
              </a:rPr>
              <a:t>Conclusão  do </a:t>
            </a:r>
            <a:r>
              <a:rPr lang="pt-BR" sz="1200" b="1" dirty="0" smtClean="0">
                <a:solidFill>
                  <a:schemeClr val="tx1"/>
                </a:solidFill>
              </a:rPr>
              <a:t>“Piloto</a:t>
            </a:r>
            <a:r>
              <a:rPr lang="pt-BR" sz="1200" b="1" dirty="0">
                <a:solidFill>
                  <a:schemeClr val="tx1"/>
                </a:solidFill>
              </a:rPr>
              <a:t>” </a:t>
            </a:r>
            <a:r>
              <a:rPr lang="pt-BR" sz="1200" b="1" dirty="0" smtClean="0">
                <a:solidFill>
                  <a:schemeClr val="tx1"/>
                </a:solidFill>
              </a:rPr>
              <a:t>na OI </a:t>
            </a:r>
            <a:r>
              <a:rPr lang="pt-BR" sz="1200" dirty="0" smtClean="0">
                <a:solidFill>
                  <a:schemeClr val="tx1"/>
                </a:solidFill>
              </a:rPr>
              <a:t>no módulo Recuperação de gravações.</a:t>
            </a:r>
            <a:endParaRPr lang="pt-BR" sz="1200" b="1" dirty="0" smtClean="0">
              <a:solidFill>
                <a:schemeClr val="tx1"/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PT" sz="1200" b="1" dirty="0" smtClean="0">
                <a:solidFill>
                  <a:schemeClr val="tx1"/>
                </a:solidFill>
              </a:rPr>
              <a:t>Roolout </a:t>
            </a:r>
            <a:r>
              <a:rPr lang="pt-BR" sz="1200" dirty="0">
                <a:solidFill>
                  <a:schemeClr val="tx1"/>
                </a:solidFill>
              </a:rPr>
              <a:t>no módulo Recuperação de </a:t>
            </a:r>
            <a:r>
              <a:rPr lang="pt-BR" sz="1200" dirty="0" smtClean="0">
                <a:solidFill>
                  <a:schemeClr val="tx1"/>
                </a:solidFill>
              </a:rPr>
              <a:t>gravações: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PT" sz="1200" dirty="0" smtClean="0">
                <a:solidFill>
                  <a:schemeClr val="tx1"/>
                </a:solidFill>
              </a:rPr>
              <a:t>Treinamento das operações </a:t>
            </a:r>
            <a:r>
              <a:rPr lang="pt-BR" sz="1200" b="1" dirty="0">
                <a:solidFill>
                  <a:schemeClr val="tx1"/>
                </a:solidFill>
              </a:rPr>
              <a:t>Itaú, Citibank, Santander e </a:t>
            </a:r>
            <a:r>
              <a:rPr lang="pt-BR" sz="1200" b="1" dirty="0" smtClean="0">
                <a:solidFill>
                  <a:schemeClr val="tx1"/>
                </a:solidFill>
              </a:rPr>
              <a:t>Vivo, Bradesco até 15 Agosto.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pt-PT" sz="1200" b="1" dirty="0" smtClean="0">
                <a:solidFill>
                  <a:schemeClr val="tx1"/>
                </a:solidFill>
              </a:rPr>
              <a:t>Homologação do </a:t>
            </a:r>
            <a:r>
              <a:rPr lang="pt-PT" sz="1200" b="1" smtClean="0">
                <a:solidFill>
                  <a:schemeClr val="tx1"/>
                </a:solidFill>
              </a:rPr>
              <a:t>modulo Painel e Tela do NOC. </a:t>
            </a:r>
            <a:endParaRPr lang="pt-BR" sz="1200" dirty="0" smtClean="0">
              <a:solidFill>
                <a:schemeClr val="tx1"/>
              </a:solidFill>
            </a:endParaRPr>
          </a:p>
        </p:txBody>
      </p:sp>
      <p:sp>
        <p:nvSpPr>
          <p:cNvPr id="55" name="CaixaDeTexto 54"/>
          <p:cNvSpPr txBox="1"/>
          <p:nvPr/>
        </p:nvSpPr>
        <p:spPr>
          <a:xfrm>
            <a:off x="2039091" y="3939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56" name="Retângulo 55"/>
          <p:cNvSpPr/>
          <p:nvPr/>
        </p:nvSpPr>
        <p:spPr>
          <a:xfrm>
            <a:off x="83813" y="3482208"/>
            <a:ext cx="4409342" cy="165027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PT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fase de conclusão o projeto TAM </a:t>
            </a:r>
            <a:r>
              <a:rPr lang="pt-PT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</a:t>
            </a:r>
            <a:r>
              <a:rPr lang="pt-PT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 plataforma NICE</a:t>
            </a:r>
            <a:r>
              <a:rPr lang="pt-PT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PT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fase de estabilização da plataforma de gravação (92% OK).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Bradesco </a:t>
            </a:r>
            <a:r>
              <a:rPr lang="pt-BR" sz="1200" b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pendente de migração da infra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gravação para o CPD do Site Alegria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r>
              <a:rPr lang="pt-PT" sz="1200" b="1" dirty="0">
                <a:solidFill>
                  <a:schemeClr val="accent6">
                    <a:lumMod val="75000"/>
                  </a:schemeClr>
                </a:solidFill>
              </a:rPr>
              <a:t>Elektro estável e sem incidentes de gravação</a:t>
            </a:r>
            <a:r>
              <a:rPr lang="pt-PT" sz="1200" dirty="0">
                <a:solidFill>
                  <a:schemeClr val="accent6">
                    <a:lumMod val="75000"/>
                  </a:schemeClr>
                </a:solidFill>
              </a:rPr>
              <a:t>, após implantação do projeto. </a:t>
            </a:r>
          </a:p>
          <a:p>
            <a:r>
              <a:rPr lang="pt-PT" sz="1100" dirty="0">
                <a:solidFill>
                  <a:schemeClr val="accent6">
                    <a:lumMod val="75000"/>
                  </a:schemeClr>
                </a:solidFill>
              </a:rPr>
              <a:t>Nota: Elektro só solicita recueração de chamados, </a:t>
            </a:r>
            <a:r>
              <a:rPr lang="pt-PT" sz="1100" dirty="0" smtClean="0">
                <a:solidFill>
                  <a:schemeClr val="accent6">
                    <a:lumMod val="75000"/>
                  </a:schemeClr>
                </a:solidFill>
              </a:rPr>
              <a:t>maior que </a:t>
            </a:r>
            <a:r>
              <a:rPr lang="pt-PT" sz="1100" dirty="0">
                <a:solidFill>
                  <a:schemeClr val="accent6">
                    <a:lumMod val="75000"/>
                  </a:schemeClr>
                </a:solidFill>
              </a:rPr>
              <a:t>3 meses.</a:t>
            </a:r>
            <a:endParaRPr lang="pt-BR" sz="1400" dirty="0">
              <a:solidFill>
                <a:schemeClr val="accent6">
                  <a:lumMod val="7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7" name="Retângulo de cantos arredondados 56"/>
          <p:cNvSpPr/>
          <p:nvPr/>
        </p:nvSpPr>
        <p:spPr>
          <a:xfrm>
            <a:off x="63583" y="2795243"/>
            <a:ext cx="4449802" cy="691265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Gravação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(NICE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): Elektro, TAM e Bradesco </a:t>
            </a:r>
          </a:p>
          <a:p>
            <a:r>
              <a:rPr lang="pt-BR" sz="1200" i="1" dirty="0" smtClean="0"/>
              <a:t>Data Inicio: 02-05-2016     Data Conclusão: </a:t>
            </a:r>
            <a:r>
              <a:rPr lang="pt-BR" sz="1200" i="1" strike="sngStrike" dirty="0"/>
              <a:t>09-09-2016</a:t>
            </a:r>
            <a:r>
              <a:rPr lang="pt-BR" sz="1200" i="1" dirty="0"/>
              <a:t>  </a:t>
            </a:r>
            <a:r>
              <a:rPr lang="pt-BR" sz="1200" i="1" dirty="0" smtClean="0"/>
              <a:t>13-10-2016    </a:t>
            </a:r>
          </a:p>
          <a:p>
            <a:r>
              <a:rPr lang="pt-BR" sz="1200" i="1" dirty="0"/>
              <a:t>PM: Luis </a:t>
            </a:r>
            <a:r>
              <a:rPr lang="pt-BR" sz="1200" i="1" dirty="0" smtClean="0"/>
              <a:t>Marçal                                                 Progresso: 67%</a:t>
            </a:r>
          </a:p>
        </p:txBody>
      </p:sp>
      <p:grpSp>
        <p:nvGrpSpPr>
          <p:cNvPr id="62" name="Group 27"/>
          <p:cNvGrpSpPr>
            <a:grpSpLocks/>
          </p:cNvGrpSpPr>
          <p:nvPr/>
        </p:nvGrpSpPr>
        <p:grpSpPr bwMode="auto">
          <a:xfrm>
            <a:off x="4191856" y="3185677"/>
            <a:ext cx="274637" cy="274638"/>
            <a:chOff x="0" y="0"/>
            <a:chExt cx="173" cy="173"/>
          </a:xfrm>
        </p:grpSpPr>
        <p:sp>
          <p:nvSpPr>
            <p:cNvPr id="63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4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5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6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7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8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sp>
        <p:nvSpPr>
          <p:cNvPr id="38" name="Retângulo de cantos arredondados 37"/>
          <p:cNvSpPr/>
          <p:nvPr/>
        </p:nvSpPr>
        <p:spPr>
          <a:xfrm>
            <a:off x="4613668" y="416416"/>
            <a:ext cx="4452753" cy="681392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 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Qualidade em Gravação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dirty="0"/>
              <a:t>Data Inicio: </a:t>
            </a:r>
            <a:r>
              <a:rPr lang="pt-BR" sz="1200" dirty="0" smtClean="0"/>
              <a:t>24-02-2016   Data </a:t>
            </a:r>
            <a:r>
              <a:rPr lang="pt-BR" sz="1200" dirty="0"/>
              <a:t>Conclusão: </a:t>
            </a:r>
            <a:r>
              <a:rPr lang="pt-BR" sz="1200" dirty="0" smtClean="0"/>
              <a:t>31-10-2016</a:t>
            </a:r>
            <a:r>
              <a:rPr lang="pt-BR" sz="1200" dirty="0"/>
              <a:t> </a:t>
            </a:r>
            <a:endParaRPr lang="pt-BR" sz="1200" dirty="0" smtClean="0"/>
          </a:p>
          <a:p>
            <a:r>
              <a:rPr lang="pt-BR" sz="1200" i="1" dirty="0" smtClean="0"/>
              <a:t>PM</a:t>
            </a:r>
            <a:r>
              <a:rPr lang="pt-BR" sz="1200" i="1" dirty="0"/>
              <a:t>: Luis Marçal </a:t>
            </a:r>
            <a:r>
              <a:rPr lang="pt-BR" sz="1200" i="1" dirty="0" smtClean="0"/>
              <a:t>                                        </a:t>
            </a:r>
            <a:r>
              <a:rPr lang="pt-BR" sz="1200" dirty="0" smtClean="0"/>
              <a:t>Progresso</a:t>
            </a:r>
            <a:r>
              <a:rPr lang="pt-BR" sz="1200" dirty="0"/>
              <a:t>: </a:t>
            </a:r>
            <a:r>
              <a:rPr lang="pt-BR" sz="1200" dirty="0" smtClean="0"/>
              <a:t>84%</a:t>
            </a:r>
            <a:endParaRPr lang="pt-BR" sz="1200" dirty="0"/>
          </a:p>
          <a:p>
            <a:endParaRPr lang="pt-BR" sz="1200" dirty="0"/>
          </a:p>
        </p:txBody>
      </p:sp>
      <p:grpSp>
        <p:nvGrpSpPr>
          <p:cNvPr id="46" name="Group 34"/>
          <p:cNvGrpSpPr>
            <a:grpSpLocks/>
          </p:cNvGrpSpPr>
          <p:nvPr/>
        </p:nvGrpSpPr>
        <p:grpSpPr bwMode="auto">
          <a:xfrm>
            <a:off x="8750487" y="796199"/>
            <a:ext cx="274638" cy="240932"/>
            <a:chOff x="0" y="0"/>
            <a:chExt cx="173" cy="173"/>
          </a:xfrm>
        </p:grpSpPr>
        <p:sp>
          <p:nvSpPr>
            <p:cNvPr id="47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48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49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50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51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52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53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sp>
        <p:nvSpPr>
          <p:cNvPr id="70" name="Retângulo 69"/>
          <p:cNvSpPr/>
          <p:nvPr/>
        </p:nvSpPr>
        <p:spPr>
          <a:xfrm>
            <a:off x="4649910" y="3394595"/>
            <a:ext cx="4416510" cy="170677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Executado com sucesso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intervenção no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site Antártica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com os testes de redundância MPLS.</a:t>
            </a:r>
            <a:endParaRPr lang="pt-BR" sz="1200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Intervenção no site </a:t>
            </a:r>
            <a:r>
              <a:rPr lang="pt-BR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Sto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Amaro e Comercio,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 negociação para ser realizada em meados de Agosto.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1" name="Retângulo de cantos arredondados 70"/>
          <p:cNvSpPr/>
          <p:nvPr/>
        </p:nvSpPr>
        <p:spPr>
          <a:xfrm>
            <a:off x="4649909" y="2772369"/>
            <a:ext cx="4416511" cy="714139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Redundância links MPLS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01-12-2015  Data Conclusão: 30-09-2016</a:t>
            </a:r>
          </a:p>
          <a:p>
            <a:r>
              <a:rPr lang="pt-BR" sz="1200" i="1" dirty="0"/>
              <a:t>PM: Luis Marçal </a:t>
            </a:r>
            <a:r>
              <a:rPr lang="pt-BR" sz="1200" i="1" dirty="0" smtClean="0"/>
              <a:t>                                         Progresso: 84%</a:t>
            </a:r>
          </a:p>
          <a:p>
            <a:endParaRPr lang="pt-BR" sz="1200" i="1" dirty="0" smtClean="0"/>
          </a:p>
        </p:txBody>
      </p:sp>
      <p:grpSp>
        <p:nvGrpSpPr>
          <p:cNvPr id="79" name="Group 34"/>
          <p:cNvGrpSpPr>
            <a:grpSpLocks/>
          </p:cNvGrpSpPr>
          <p:nvPr/>
        </p:nvGrpSpPr>
        <p:grpSpPr bwMode="auto">
          <a:xfrm>
            <a:off x="8652856" y="3175714"/>
            <a:ext cx="274638" cy="274638"/>
            <a:chOff x="0" y="0"/>
            <a:chExt cx="173" cy="173"/>
          </a:xfrm>
        </p:grpSpPr>
        <p:sp>
          <p:nvSpPr>
            <p:cNvPr id="80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81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82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83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84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85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86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sp>
        <p:nvSpPr>
          <p:cNvPr id="89" name="Retângulo 88"/>
          <p:cNvSpPr/>
          <p:nvPr/>
        </p:nvSpPr>
        <p:spPr>
          <a:xfrm>
            <a:off x="2773282" y="1991724"/>
            <a:ext cx="1707052" cy="6193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b="1" dirty="0" smtClean="0">
                <a:solidFill>
                  <a:srgbClr val="FF0000"/>
                </a:solidFill>
              </a:rPr>
              <a:t>RISCO: </a:t>
            </a:r>
            <a:r>
              <a:rPr lang="en-US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 </a:t>
            </a:r>
            <a:r>
              <a:rPr lang="en-US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contrato</a:t>
            </a:r>
            <a:r>
              <a:rPr lang="en-US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com a Information </a:t>
            </a:r>
            <a:r>
              <a:rPr lang="en-US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termina</a:t>
            </a:r>
            <a:r>
              <a:rPr lang="en-US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em</a:t>
            </a:r>
            <a:r>
              <a:rPr lang="en-US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 b="1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Novembro</a:t>
            </a:r>
            <a:r>
              <a:rPr lang="en-US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lvl="0"/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smtClean="0">
                <a:solidFill>
                  <a:srgbClr val="00B050"/>
                </a:solidFill>
              </a:rPr>
              <a:t> </a:t>
            </a:r>
            <a:endParaRPr lang="pt-BR" sz="1200" dirty="0">
              <a:solidFill>
                <a:srgbClr val="00B050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58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54" grpId="0" animBg="1"/>
      <p:bldP spid="56" grpId="0" animBg="1"/>
      <p:bldP spid="70" grpId="0" animBg="1"/>
      <p:bldP spid="8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tângulo 76"/>
          <p:cNvSpPr/>
          <p:nvPr/>
        </p:nvSpPr>
        <p:spPr>
          <a:xfrm>
            <a:off x="57152" y="1186237"/>
            <a:ext cx="4483129" cy="201475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Produção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indicadores relacionados ao T2R (</a:t>
            </a:r>
            <a:r>
              <a:rPr lang="pt-BR" sz="1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dashboards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  <a:endParaRPr lang="pt-BR" sz="12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novos critérios para definição de ritos de Mudança ou Projeto (</a:t>
            </a:r>
            <a:r>
              <a:rPr lang="pt-BR" sz="12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pipeline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Entregue e aceita a documentação de Ger. de Projetos (</a:t>
            </a:r>
            <a:r>
              <a:rPr lang="pt-BR" sz="12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booking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RACI).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Suporte ao time GMUD durante férias da Gestora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Workshop sobre conceitos do T2R (Demandas X Mudanças X Projetos).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de </a:t>
            </a:r>
            <a:r>
              <a:rPr lang="pt-BR" sz="12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checklist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requerimentos mandatórios GMUD.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9717" y="8805"/>
            <a:ext cx="1603348" cy="291323"/>
          </a:xfrm>
          <a:prstGeom prst="rect">
            <a:avLst/>
          </a:prstGeom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03922" y="3939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76681" y="-43097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Projetos</a:t>
            </a:r>
          </a:p>
        </p:txBody>
      </p:sp>
      <p:sp>
        <p:nvSpPr>
          <p:cNvPr id="55" name="CaixaDeTexto 54"/>
          <p:cNvSpPr txBox="1"/>
          <p:nvPr/>
        </p:nvSpPr>
        <p:spPr>
          <a:xfrm>
            <a:off x="2003922" y="3939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58" name="Retângulo de cantos arredondados 57"/>
          <p:cNvSpPr/>
          <p:nvPr/>
        </p:nvSpPr>
        <p:spPr>
          <a:xfrm>
            <a:off x="57151" y="518275"/>
            <a:ext cx="4483130" cy="700858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T2R – Transição de Serviços</a:t>
            </a:r>
          </a:p>
          <a:p>
            <a:r>
              <a:rPr lang="pt-BR" sz="1200" i="1" dirty="0"/>
              <a:t>Data Inicio: </a:t>
            </a:r>
            <a:r>
              <a:rPr lang="pt-BR" sz="1200" i="1" dirty="0" smtClean="0"/>
              <a:t>22-03-2016            Data Conclusão:29-07-2016</a:t>
            </a:r>
            <a:endParaRPr lang="pt-BR" sz="1200" i="1" dirty="0"/>
          </a:p>
          <a:p>
            <a:r>
              <a:rPr lang="pt-BR" sz="1200" i="1" dirty="0"/>
              <a:t>PM: Adolpho Chacon </a:t>
            </a:r>
            <a:r>
              <a:rPr lang="pt-BR" sz="1200" i="1" dirty="0" smtClean="0"/>
              <a:t>                                      Progresso</a:t>
            </a:r>
            <a:r>
              <a:rPr lang="pt-BR" sz="1200" i="1" dirty="0"/>
              <a:t>: 90%</a:t>
            </a:r>
          </a:p>
          <a:p>
            <a:endParaRPr lang="pt-BR" sz="1200" i="1" dirty="0"/>
          </a:p>
        </p:txBody>
      </p:sp>
      <p:grpSp>
        <p:nvGrpSpPr>
          <p:cNvPr id="59" name="Group 42"/>
          <p:cNvGrpSpPr>
            <a:grpSpLocks/>
          </p:cNvGrpSpPr>
          <p:nvPr/>
        </p:nvGrpSpPr>
        <p:grpSpPr bwMode="auto">
          <a:xfrm>
            <a:off x="4214202" y="882179"/>
            <a:ext cx="274638" cy="274641"/>
            <a:chOff x="0" y="0"/>
            <a:chExt cx="173" cy="173"/>
          </a:xfrm>
        </p:grpSpPr>
        <p:sp>
          <p:nvSpPr>
            <p:cNvPr id="60" name="Arc 43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1" name="Arc 44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9" name="Arc 45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72" name="Arc 46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73" name="Arc 47"/>
            <p:cNvSpPr>
              <a:spLocks/>
            </p:cNvSpPr>
            <p:nvPr/>
          </p:nvSpPr>
          <p:spPr bwMode="auto">
            <a:xfrm flipH="1">
              <a:off x="0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74" name="Arc 4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75" name="Arc 4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76" name="Oval 5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grpSp>
        <p:nvGrpSpPr>
          <p:cNvPr id="99" name="Group 27"/>
          <p:cNvGrpSpPr>
            <a:grpSpLocks/>
          </p:cNvGrpSpPr>
          <p:nvPr/>
        </p:nvGrpSpPr>
        <p:grpSpPr bwMode="auto">
          <a:xfrm>
            <a:off x="8770395" y="3205374"/>
            <a:ext cx="290447" cy="274638"/>
            <a:chOff x="0" y="0"/>
            <a:chExt cx="173" cy="173"/>
          </a:xfrm>
        </p:grpSpPr>
        <p:sp>
          <p:nvSpPr>
            <p:cNvPr id="100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01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02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03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04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05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sp>
        <p:nvSpPr>
          <p:cNvPr id="38" name="Retângulo 37"/>
          <p:cNvSpPr/>
          <p:nvPr/>
        </p:nvSpPr>
        <p:spPr>
          <a:xfrm>
            <a:off x="4603218" y="1059741"/>
            <a:ext cx="4416796" cy="161611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Atividade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 autenticação de integração SQL em andamento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Padronização de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bkp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AD nível BR da empresa em conjunto com 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CSE finalizado</a:t>
            </a: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Padronização de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bkp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DHCP nível BR da empresa em conjunto com o 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CSE em andamento – 80%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Padronização de </a:t>
            </a:r>
            <a:r>
              <a:rPr lang="pt-BR" sz="12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bkp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 de todos  os File Servers – 50 % concluídos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87" name="Retângulo de cantos arredondados 86"/>
          <p:cNvSpPr/>
          <p:nvPr/>
        </p:nvSpPr>
        <p:spPr>
          <a:xfrm>
            <a:off x="4579969" y="498129"/>
            <a:ext cx="4449479" cy="724468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Proreto</a:t>
            </a:r>
            <a:r>
              <a:rPr lang="pt-BR" sz="1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Backup &amp; Restore 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Ambiente de Produção</a:t>
            </a:r>
            <a:endPara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/>
              <a:t>Data Inicio: 01- 01-2016        Data Conclusão: 30-09-2016</a:t>
            </a:r>
          </a:p>
          <a:p>
            <a:r>
              <a:rPr lang="pt-BR" sz="1200" i="1" dirty="0"/>
              <a:t>PM: Rafael Alves </a:t>
            </a:r>
            <a:r>
              <a:rPr lang="pt-BR" sz="1200" i="1" dirty="0" smtClean="0"/>
              <a:t>                                            Progresso: 81%</a:t>
            </a:r>
          </a:p>
          <a:p>
            <a:endParaRPr lang="pt-BR" sz="1200" i="1" dirty="0" smtClean="0"/>
          </a:p>
        </p:txBody>
      </p:sp>
      <p:sp>
        <p:nvSpPr>
          <p:cNvPr id="57" name="Retângulo 56"/>
          <p:cNvSpPr/>
          <p:nvPr/>
        </p:nvSpPr>
        <p:spPr>
          <a:xfrm>
            <a:off x="4603217" y="3459576"/>
            <a:ext cx="4457625" cy="154936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cadastrados no OCS: </a:t>
            </a:r>
            <a:r>
              <a:rPr lang="pt-BR" sz="1200" dirty="0" smtClean="0">
                <a:solidFill>
                  <a:srgbClr val="FF0000"/>
                </a:solidFill>
              </a:rPr>
              <a:t>2351</a:t>
            </a: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/</a:t>
            </a:r>
            <a:r>
              <a:rPr lang="pt-BR" sz="1200" dirty="0" smtClean="0"/>
              <a:t> </a:t>
            </a:r>
            <a:r>
              <a:rPr lang="pt-BR" sz="1200" dirty="0" smtClean="0">
                <a:solidFill>
                  <a:schemeClr val="accent1">
                    <a:lumMod val="75000"/>
                  </a:schemeClr>
                </a:solidFill>
              </a:rPr>
              <a:t>3685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Integração com as atividades do CTX PLAN nas atividades dos sites e da equipe DAS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Acesso criado e enviado a todos os sites juntamente com a POP do sistema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Organização dos servidores já ativos por site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já agrupados por site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400" dirty="0" smtClean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400" dirty="0">
              <a:solidFill>
                <a:schemeClr val="accent1">
                  <a:lumMod val="7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400" dirty="0">
              <a:solidFill>
                <a:schemeClr val="tx1"/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 smtClean="0">
              <a:solidFill>
                <a:srgbClr val="FF0000"/>
              </a:solidFill>
            </a:endParaRPr>
          </a:p>
        </p:txBody>
      </p:sp>
      <p:sp>
        <p:nvSpPr>
          <p:cNvPr id="98" name="Retângulo de cantos arredondados 97"/>
          <p:cNvSpPr/>
          <p:nvPr/>
        </p:nvSpPr>
        <p:spPr>
          <a:xfrm>
            <a:off x="4595809" y="2780644"/>
            <a:ext cx="4457256" cy="714322"/>
          </a:xfrm>
          <a:prstGeom prst="round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OCS </a:t>
            </a:r>
            <a:r>
              <a:rPr lang="pt-BR" sz="14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Inventory</a:t>
            </a:r>
            <a:endParaRPr lang="pt-BR" sz="1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 smtClean="0">
                <a:solidFill>
                  <a:schemeClr val="bg1"/>
                </a:solidFill>
              </a:rPr>
              <a:t>Data Inicio: 04-12-2015      Data Conclusão: 06-10-2016</a:t>
            </a:r>
            <a:r>
              <a:rPr lang="pt-BR" sz="1200" i="1" strike="sngStrike" dirty="0" smtClean="0">
                <a:solidFill>
                  <a:schemeClr val="bg1"/>
                </a:solidFill>
              </a:rPr>
              <a:t> </a:t>
            </a:r>
          </a:p>
          <a:p>
            <a:r>
              <a:rPr lang="pt-BR" sz="1200" i="1" dirty="0">
                <a:solidFill>
                  <a:schemeClr val="bg1"/>
                </a:solidFill>
              </a:rPr>
              <a:t>PM: Felipe Poubel </a:t>
            </a:r>
            <a:r>
              <a:rPr lang="pt-BR" sz="1200" i="1" dirty="0" smtClean="0">
                <a:solidFill>
                  <a:schemeClr val="bg1"/>
                </a:solidFill>
              </a:rPr>
              <a:t>                                      Progresso: 63%</a:t>
            </a:r>
          </a:p>
          <a:p>
            <a:endParaRPr lang="pt-BR" sz="1200" i="1" dirty="0" smtClean="0">
              <a:solidFill>
                <a:schemeClr val="bg1"/>
              </a:solidFill>
            </a:endParaRPr>
          </a:p>
        </p:txBody>
      </p:sp>
      <p:grpSp>
        <p:nvGrpSpPr>
          <p:cNvPr id="46" name="Group 34"/>
          <p:cNvGrpSpPr>
            <a:grpSpLocks/>
          </p:cNvGrpSpPr>
          <p:nvPr/>
        </p:nvGrpSpPr>
        <p:grpSpPr bwMode="auto">
          <a:xfrm>
            <a:off x="8689780" y="909633"/>
            <a:ext cx="274638" cy="240932"/>
            <a:chOff x="0" y="0"/>
            <a:chExt cx="173" cy="173"/>
          </a:xfrm>
        </p:grpSpPr>
        <p:sp>
          <p:nvSpPr>
            <p:cNvPr id="47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48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49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50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51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52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53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grpSp>
        <p:nvGrpSpPr>
          <p:cNvPr id="62" name="Group 27"/>
          <p:cNvGrpSpPr>
            <a:grpSpLocks/>
          </p:cNvGrpSpPr>
          <p:nvPr/>
        </p:nvGrpSpPr>
        <p:grpSpPr bwMode="auto">
          <a:xfrm>
            <a:off x="8735488" y="3178960"/>
            <a:ext cx="274637" cy="274638"/>
            <a:chOff x="0" y="0"/>
            <a:chExt cx="173" cy="173"/>
          </a:xfrm>
        </p:grpSpPr>
        <p:sp>
          <p:nvSpPr>
            <p:cNvPr id="63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4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5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6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7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68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752575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38" grpId="0" animBg="1"/>
      <p:bldP spid="5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6" y="3888759"/>
            <a:ext cx="1524000" cy="114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10. Alinhamentos</a:t>
            </a:r>
            <a:endParaRPr lang="pt-BR" sz="1800" b="1" dirty="0" smtClean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43" y="1885837"/>
            <a:ext cx="2015419" cy="1511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62" y="1885837"/>
            <a:ext cx="2574943" cy="1931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596" y="1346058"/>
            <a:ext cx="3218155" cy="2413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333" y="289005"/>
            <a:ext cx="1603348" cy="29132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2" name="Faixa para baixo 1"/>
          <p:cNvSpPr/>
          <p:nvPr/>
        </p:nvSpPr>
        <p:spPr>
          <a:xfrm>
            <a:off x="1046426" y="2129424"/>
            <a:ext cx="6776581" cy="1440493"/>
          </a:xfrm>
          <a:prstGeom prst="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 smtClean="0"/>
              <a:t>Obrigado!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430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0" y="12123"/>
            <a:ext cx="9144002" cy="5140931"/>
            <a:chOff x="-1" y="12500"/>
            <a:chExt cx="9144002" cy="5140931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12500"/>
              <a:ext cx="928369" cy="913131"/>
            </a:xfrm>
            <a:prstGeom prst="rect">
              <a:avLst/>
            </a:prstGeom>
          </p:spPr>
        </p:pic>
        <p:pic>
          <p:nvPicPr>
            <p:cNvPr id="26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272" y="201819"/>
              <a:ext cx="1866343" cy="338794"/>
            </a:xfrm>
            <a:prstGeom prst="rect">
              <a:avLst/>
            </a:prstGeom>
          </p:spPr>
        </p:pic>
      </p:grpSp>
      <p:sp>
        <p:nvSpPr>
          <p:cNvPr id="20" name="CaixaDeTexto 5"/>
          <p:cNvSpPr txBox="1"/>
          <p:nvPr/>
        </p:nvSpPr>
        <p:spPr>
          <a:xfrm>
            <a:off x="1259085" y="176961"/>
            <a:ext cx="5761187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9</a:t>
            </a:r>
            <a:r>
              <a:rPr lang="pt-BR" sz="24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Projeto: Redundância links MPLS</a:t>
            </a:r>
          </a:p>
        </p:txBody>
      </p:sp>
      <p:pic>
        <p:nvPicPr>
          <p:cNvPr id="13" name="Imagem 12">
            <a:hlinkClick r:id="rId6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682889"/>
            <a:ext cx="1042506" cy="396274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7749" y="877031"/>
            <a:ext cx="1978867" cy="1840828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565" y="2771237"/>
            <a:ext cx="8062051" cy="202734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821" y="1548198"/>
            <a:ext cx="1978867" cy="600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78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5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6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7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8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9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0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1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Escritório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30932</TotalTime>
  <Words>2111</Words>
  <Application>Microsoft Office PowerPoint</Application>
  <PresentationFormat>Personalizar</PresentationFormat>
  <Paragraphs>424</Paragraphs>
  <Slides>35</Slides>
  <Notes>14</Notes>
  <HiddenSlides>16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6" baseType="lpstr">
      <vt:lpstr>Arial</vt:lpstr>
      <vt:lpstr>Calibri</vt:lpstr>
      <vt:lpstr>Calibri Light</vt:lpstr>
      <vt:lpstr>Century Gothic</vt:lpstr>
      <vt:lpstr>Times New Roman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Luis Marçal</cp:lastModifiedBy>
  <cp:revision>1991</cp:revision>
  <dcterms:created xsi:type="dcterms:W3CDTF">2015-08-20T14:57:26Z</dcterms:created>
  <dcterms:modified xsi:type="dcterms:W3CDTF">2016-08-05T19:07:37Z</dcterms:modified>
</cp:coreProperties>
</file>