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6"/>
  </p:notesMasterIdLst>
  <p:sldIdLst>
    <p:sldId id="586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8220" autoAdjust="0"/>
  </p:normalViewPr>
  <p:slideViewPr>
    <p:cSldViewPr snapToGrid="0" snapToObjects="1">
      <p:cViewPr varScale="1">
        <p:scale>
          <a:sx n="97" d="100"/>
          <a:sy n="97" d="100"/>
        </p:scale>
        <p:origin x="965" y="58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20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5/23/2016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Desenho de fluxograma detalhado por processos.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Levantamento de controles por atividade da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Início de documentação e padronização dos controles. (Esboço do </a:t>
            </a:r>
            <a:r>
              <a:rPr lang="pt-BR" sz="1200" dirty="0" err="1">
                <a:solidFill>
                  <a:schemeClr val="tx1"/>
                </a:solidFill>
              </a:rPr>
              <a:t>checklist</a:t>
            </a:r>
            <a:r>
              <a:rPr lang="pt-BR" sz="1200" dirty="0">
                <a:solidFill>
                  <a:schemeClr val="tx1"/>
                </a:solidFill>
              </a:rPr>
              <a:t> e books de controle)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Esboço da organização, papéis e responsabilidades (RACI).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do módulo T2R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 Centralização de ferramenta para gerenciamento de Processos.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Mapeamento de Indicadores.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60%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do Processo e padronização de controles de Gerenciamento de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documentação padrão de controle.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ferramenta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de desenho do Workshop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957987" y="1524532"/>
            <a:ext cx="274638" cy="274638"/>
            <a:chOff x="0" y="0"/>
            <a:chExt cx="173" cy="173"/>
          </a:xfrm>
        </p:grpSpPr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859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15848</TotalTime>
  <Words>164</Words>
  <Application>Microsoft Office PowerPoint</Application>
  <PresentationFormat>Personalizar</PresentationFormat>
  <Paragraphs>23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1333</cp:revision>
  <dcterms:created xsi:type="dcterms:W3CDTF">2015-08-20T14:57:26Z</dcterms:created>
  <dcterms:modified xsi:type="dcterms:W3CDTF">2016-05-23T15:47:12Z</dcterms:modified>
</cp:coreProperties>
</file>