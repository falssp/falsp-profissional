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  <p:sldMasterId id="2147483835" r:id="rId2"/>
    <p:sldMasterId id="2147483854" r:id="rId3"/>
  </p:sldMasterIdLst>
  <p:notesMasterIdLst>
    <p:notesMasterId r:id="rId10"/>
  </p:notesMasterIdLst>
  <p:handoutMasterIdLst>
    <p:handoutMasterId r:id="rId11"/>
  </p:handoutMasterIdLst>
  <p:sldIdLst>
    <p:sldId id="720" r:id="rId4"/>
    <p:sldId id="721" r:id="rId5"/>
    <p:sldId id="723" r:id="rId6"/>
    <p:sldId id="722" r:id="rId7"/>
    <p:sldId id="724" r:id="rId8"/>
    <p:sldId id="725" r:id="rId9"/>
  </p:sldIdLst>
  <p:sldSz cx="9144000" cy="6858000" type="screen4x3"/>
  <p:notesSz cx="6724650" cy="9774238"/>
  <p:custDataLst>
    <p:tags r:id="rId12"/>
  </p:custDataLst>
  <p:defaultTextStyle>
    <a:defPPr>
      <a:defRPr lang="pt-BR"/>
    </a:defPPr>
    <a:lvl1pPr marL="0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58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36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15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5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73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51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30" algn="l" defTabSz="9139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112D34E-CDD2-415A-8CC7-D7111E553A96}">
          <p14:sldIdLst>
            <p14:sldId id="720"/>
            <p14:sldId id="721"/>
            <p14:sldId id="723"/>
            <p14:sldId id="722"/>
            <p14:sldId id="724"/>
            <p14:sldId id="72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62"/>
    <a:srgbClr val="004B8E"/>
    <a:srgbClr val="5F7A97"/>
    <a:srgbClr val="EFF2F5"/>
    <a:srgbClr val="E3E8ED"/>
    <a:srgbClr val="0C1B2E"/>
    <a:srgbClr val="859AB2"/>
    <a:srgbClr val="F9A14A"/>
    <a:srgbClr val="1AB087"/>
    <a:srgbClr val="D3D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4" autoAdjust="0"/>
    <p:restoredTop sz="85080" autoAdjust="0"/>
  </p:normalViewPr>
  <p:slideViewPr>
    <p:cSldViewPr snapToGrid="0" showGuides="1">
      <p:cViewPr>
        <p:scale>
          <a:sx n="70" d="100"/>
          <a:sy n="70" d="100"/>
        </p:scale>
        <p:origin x="-1590" y="-300"/>
      </p:cViewPr>
      <p:guideLst>
        <p:guide orient="horz" pos="4319"/>
        <p:guide orient="horz"/>
        <p:guide orient="horz" pos="716"/>
        <p:guide orient="horz" pos="641"/>
        <p:guide orient="horz" pos="1132"/>
        <p:guide orient="horz" pos="3908"/>
        <p:guide pos="5447"/>
        <p:guide pos="3006"/>
        <p:guide pos="2885"/>
        <p:guide pos="433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8682"/>
    </p:cViewPr>
  </p:sorterViewPr>
  <p:notesViewPr>
    <p:cSldViewPr snapToGrid="0">
      <p:cViewPr varScale="1">
        <p:scale>
          <a:sx n="52" d="100"/>
          <a:sy n="52" d="100"/>
        </p:scale>
        <p:origin x="-2982" y="-102"/>
      </p:cViewPr>
      <p:guideLst>
        <p:guide orient="horz" pos="3078"/>
        <p:guide pos="2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08413" y="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F4B94-69E2-4674-9FF6-AEB0F9DF81CF}" type="datetimeFigureOut">
              <a:rPr lang="pt-BR" smtClean="0"/>
              <a:t>22/01/2016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28370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08413" y="928370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189B0-C76C-40BD-85D9-8B77A819F4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29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14015" cy="488712"/>
          </a:xfrm>
          <a:prstGeom prst="rect">
            <a:avLst/>
          </a:prstGeom>
        </p:spPr>
        <p:txBody>
          <a:bodyPr vert="horz" lIns="94227" tIns="47114" rIns="94227" bIns="47114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09079" y="1"/>
            <a:ext cx="2914015" cy="488712"/>
          </a:xfrm>
          <a:prstGeom prst="rect">
            <a:avLst/>
          </a:prstGeom>
        </p:spPr>
        <p:txBody>
          <a:bodyPr vert="horz" lIns="94227" tIns="47114" rIns="94227" bIns="47114" rtlCol="0"/>
          <a:lstStyle>
            <a:lvl1pPr algn="r">
              <a:defRPr sz="1200"/>
            </a:lvl1pPr>
          </a:lstStyle>
          <a:p>
            <a:fld id="{820CE4E4-F37B-41D6-9C0F-8046E82F8671}" type="datetimeFigureOut">
              <a:rPr lang="pt-BR" smtClean="0"/>
              <a:pPr/>
              <a:t>22/01/2016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31838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7" tIns="47114" rIns="94227" bIns="4711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</p:spPr>
        <p:txBody>
          <a:bodyPr vert="horz" lIns="94227" tIns="47114" rIns="94227" bIns="47114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3" y="9283830"/>
            <a:ext cx="2914015" cy="488712"/>
          </a:xfrm>
          <a:prstGeom prst="rect">
            <a:avLst/>
          </a:prstGeom>
        </p:spPr>
        <p:txBody>
          <a:bodyPr vert="horz" lIns="94227" tIns="47114" rIns="94227" bIns="47114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88712"/>
          </a:xfrm>
          <a:prstGeom prst="rect">
            <a:avLst/>
          </a:prstGeom>
        </p:spPr>
        <p:txBody>
          <a:bodyPr vert="horz" lIns="94227" tIns="47114" rIns="94227" bIns="47114" rtlCol="0" anchor="b"/>
          <a:lstStyle>
            <a:lvl1pPr algn="r">
              <a:defRPr sz="1200"/>
            </a:lvl1pPr>
          </a:lstStyle>
          <a:p>
            <a:fld id="{B1F479F4-2A97-4F4C-BA5E-8E7B892BE33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770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958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36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915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895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873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851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830" algn="l" defTabSz="9139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31838"/>
            <a:ext cx="4889500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1</a:t>
            </a:fld>
            <a:endParaRPr lang="pt-BR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31838"/>
            <a:ext cx="4889500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2</a:t>
            </a:fld>
            <a:endParaRPr lang="pt-BR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31838"/>
            <a:ext cx="4889500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3</a:t>
            </a:fld>
            <a:endParaRPr lang="pt-BR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31838"/>
            <a:ext cx="4889500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4</a:t>
            </a:fld>
            <a:endParaRPr lang="pt-BR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31838"/>
            <a:ext cx="4889500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5</a:t>
            </a:fld>
            <a:endParaRPr lang="pt-BR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31838"/>
            <a:ext cx="4889500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6</a:t>
            </a:fld>
            <a:endParaRPr lang="pt-BR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7"/>
            <a:ext cx="2895600" cy="365125"/>
          </a:xfrm>
          <a:prstGeom prst="rect">
            <a:avLst/>
          </a:prstGeom>
        </p:spPr>
        <p:txBody>
          <a:bodyPr lIns="91395" tIns="45697" rIns="91395" bIns="45697"/>
          <a:lstStyle/>
          <a:p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lIns="91395" tIns="45697" rIns="91395" bIns="45697"/>
          <a:lstStyle/>
          <a:p>
            <a:fld id="{F7F93CDD-9720-4945-85EE-975AF0B8AE4E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246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05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274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5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A78F6-3089-4EA9-94CE-886BC75D7DE7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5508" y="1407267"/>
            <a:ext cx="5886194" cy="1424682"/>
          </a:xfrm>
          <a:prstGeom prst="rect">
            <a:avLst/>
          </a:prstGeom>
        </p:spPr>
      </p:pic>
      <p:pic>
        <p:nvPicPr>
          <p:cNvPr id="2" name="Picture 1" descr="azul-01.jp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58024" cy="1458024"/>
          </a:xfrm>
          <a:prstGeom prst="rect">
            <a:avLst/>
          </a:prstGeom>
        </p:spPr>
      </p:pic>
      <p:pic>
        <p:nvPicPr>
          <p:cNvPr id="3" name="Picture 2" descr="verm-01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37343" y="5451343"/>
            <a:ext cx="1406655" cy="140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4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9141355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9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" descr="t03-02.jpg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888404" y="6439606"/>
            <a:ext cx="1063821" cy="25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9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395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35" indent="-342735" algn="l" defTabSz="91395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590" indent="-285612" algn="l" defTabSz="91395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446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425" indent="-228490" algn="l" defTabSz="91395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405" indent="-228490" algn="l" defTabSz="91395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85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61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341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320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80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58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36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15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95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73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51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830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79897362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6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" descr="t03-02.jpg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384982"/>
            <a:ext cx="1603348" cy="38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8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395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35" indent="-342735" algn="l" defTabSz="91395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590" indent="-285612" algn="l" defTabSz="91395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446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425" indent="-228490" algn="l" defTabSz="91395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405" indent="-228490" algn="l" defTabSz="91395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85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61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341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320" indent="-228490" algn="l" defTabSz="91395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80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58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36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15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95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73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51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830" algn="l" defTabSz="9139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33362" y="3656862"/>
            <a:ext cx="7364225" cy="683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 smtClean="0">
                <a:solidFill>
                  <a:srgbClr val="004762"/>
                </a:solidFill>
                <a:latin typeface="Arial"/>
                <a:cs typeface="Arial"/>
              </a:rPr>
              <a:t>Workshop TI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5634" y="4245998"/>
            <a:ext cx="7364225" cy="683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err="1" smtClean="0">
                <a:solidFill>
                  <a:srgbClr val="004762"/>
                </a:solidFill>
                <a:latin typeface="Arial"/>
                <a:cs typeface="Arial"/>
              </a:rPr>
              <a:t>Suporte</a:t>
            </a:r>
            <a:r>
              <a:rPr lang="en-US" sz="2800" dirty="0" smtClean="0">
                <a:solidFill>
                  <a:srgbClr val="004762"/>
                </a:solidFill>
                <a:latin typeface="Arial"/>
                <a:cs typeface="Arial"/>
              </a:rPr>
              <a:t> TI a </a:t>
            </a:r>
            <a:r>
              <a:rPr lang="en-US" sz="2800" dirty="0" err="1" smtClean="0">
                <a:solidFill>
                  <a:srgbClr val="004762"/>
                </a:solidFill>
                <a:latin typeface="Arial"/>
                <a:cs typeface="Arial"/>
              </a:rPr>
              <a:t>Pré</a:t>
            </a:r>
            <a:r>
              <a:rPr lang="en-US" sz="2800" dirty="0" smtClean="0">
                <a:solidFill>
                  <a:srgbClr val="004762"/>
                </a:solid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004762"/>
                </a:solidFill>
                <a:latin typeface="Arial"/>
                <a:cs typeface="Arial"/>
              </a:rPr>
              <a:t>Vendas</a:t>
            </a:r>
            <a:endParaRPr lang="en-US" sz="2800" dirty="0" smtClean="0">
              <a:solidFill>
                <a:srgbClr val="004762"/>
              </a:solidFill>
              <a:latin typeface="Arial"/>
              <a:cs typeface="Arial"/>
            </a:endParaRPr>
          </a:p>
          <a:p>
            <a:pPr algn="l"/>
            <a:r>
              <a:rPr lang="en-US" sz="2800" dirty="0" smtClean="0">
                <a:solidFill>
                  <a:srgbClr val="004762"/>
                </a:solidFill>
                <a:latin typeface="Arial"/>
                <a:cs typeface="Arial"/>
              </a:rPr>
              <a:t>Jan 2016</a:t>
            </a:r>
          </a:p>
        </p:txBody>
      </p:sp>
    </p:spTree>
    <p:extLst>
      <p:ext uri="{BB962C8B-B14F-4D97-AF65-F5344CB8AC3E}">
        <p14:creationId xmlns:p14="http://schemas.microsoft.com/office/powerpoint/2010/main" val="215303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23004" y="30261"/>
            <a:ext cx="8620995" cy="8580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2000" b="1" dirty="0" err="1" smtClean="0">
                <a:solidFill>
                  <a:schemeClr val="tx2"/>
                </a:solidFill>
                <a:latin typeface="Arial"/>
                <a:cs typeface="Arial"/>
              </a:rPr>
              <a:t>Suporte</a:t>
            </a:r>
            <a:r>
              <a:rPr lang="en-US" sz="2000" b="1" dirty="0" smtClean="0">
                <a:solidFill>
                  <a:schemeClr val="tx2"/>
                </a:solidFill>
                <a:latin typeface="Arial"/>
                <a:cs typeface="Arial"/>
              </a:rPr>
              <a:t> TI a </a:t>
            </a:r>
            <a:r>
              <a:rPr lang="en-US" sz="2000" b="1" dirty="0" err="1" smtClean="0">
                <a:solidFill>
                  <a:schemeClr val="tx2"/>
                </a:solidFill>
                <a:latin typeface="Arial"/>
                <a:cs typeface="Arial"/>
              </a:rPr>
              <a:t>Pré</a:t>
            </a:r>
            <a:r>
              <a:rPr lang="en-US" sz="2000" b="1" dirty="0" smtClean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tx2"/>
                </a:solidFill>
                <a:latin typeface="Arial"/>
                <a:cs typeface="Arial"/>
              </a:rPr>
              <a:t>Vendas</a:t>
            </a:r>
            <a:endParaRPr lang="en-US" sz="2000" b="1" dirty="0" smtClean="0">
              <a:solidFill>
                <a:schemeClr val="tx2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500" b="1" dirty="0" smtClean="0">
                <a:solidFill>
                  <a:schemeClr val="tx2"/>
                </a:solidFill>
                <a:latin typeface="Arial"/>
                <a:cs typeface="Arial"/>
              </a:rPr>
              <a:t>Macro </a:t>
            </a: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Fluxo</a:t>
            </a:r>
            <a:endParaRPr lang="en-US" sz="1500" b="1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362946" name="Picture 2" descr="C:\Users\leonardo.marques\Google Drive\Contax\Gestão de Projetos TI\Material Projetos\Suporte TI Pré Venda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5" b="11130"/>
          <a:stretch/>
        </p:blipFill>
        <p:spPr bwMode="auto">
          <a:xfrm>
            <a:off x="85806" y="983841"/>
            <a:ext cx="8943746" cy="488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5655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9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42" y="1385734"/>
            <a:ext cx="8292294" cy="315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23004" y="30261"/>
            <a:ext cx="8620995" cy="8580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Suporte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TI a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Pré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Vendas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endParaRPr lang="en-US" sz="2000" b="1" dirty="0" smtClean="0">
              <a:solidFill>
                <a:schemeClr val="tx2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500" b="1" dirty="0" smtClean="0">
                <a:solidFill>
                  <a:schemeClr val="tx2"/>
                </a:solidFill>
                <a:latin typeface="Arial"/>
                <a:cs typeface="Arial"/>
              </a:rPr>
              <a:t>SLA</a:t>
            </a:r>
          </a:p>
        </p:txBody>
      </p:sp>
    </p:spTree>
    <p:extLst>
      <p:ext uri="{BB962C8B-B14F-4D97-AF65-F5344CB8AC3E}">
        <p14:creationId xmlns:p14="http://schemas.microsoft.com/office/powerpoint/2010/main" val="21177072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23004" y="929249"/>
            <a:ext cx="811602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j-ea"/>
                <a:cs typeface="Arial"/>
              </a:defRPr>
            </a:lvl1pPr>
            <a:lvl2pPr marL="742730" lvl="1" indent="-285750">
              <a:buFont typeface="Arial" panose="020B0604020202020204" pitchFamily="34" charset="0"/>
              <a:buChar char="•"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j-ea"/>
                <a:cs typeface="Arial"/>
              </a:defRPr>
            </a:lvl2pPr>
            <a:lvl3pPr marL="1199708" lvl="2" indent="-285750">
              <a:buFont typeface="Arial" panose="020B0604020202020204" pitchFamily="34" charset="0"/>
              <a:buChar char="•"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j-ea"/>
                <a:cs typeface="Arial"/>
              </a:defRPr>
            </a:lvl3pPr>
          </a:lstStyle>
          <a:p>
            <a:pPr marL="0" indent="0">
              <a:buNone/>
            </a:pPr>
            <a:r>
              <a:rPr lang="en-US" dirty="0" smtClean="0"/>
              <a:t>Para </a:t>
            </a:r>
            <a:r>
              <a:rPr lang="en-US" dirty="0" err="1" smtClean="0"/>
              <a:t>início</a:t>
            </a:r>
            <a:r>
              <a:rPr lang="en-US" dirty="0" smtClean="0"/>
              <a:t> do </a:t>
            </a:r>
            <a:r>
              <a:rPr lang="en-US" dirty="0" err="1" smtClean="0"/>
              <a:t>processo</a:t>
            </a:r>
            <a:r>
              <a:rPr lang="en-US" dirty="0" smtClean="0"/>
              <a:t> de </a:t>
            </a:r>
            <a:r>
              <a:rPr lang="en-US" dirty="0" err="1" smtClean="0"/>
              <a:t>suporte</a:t>
            </a:r>
            <a:r>
              <a:rPr lang="en-US" dirty="0" smtClean="0"/>
              <a:t> TI a </a:t>
            </a:r>
            <a:r>
              <a:rPr lang="en-US" dirty="0" err="1" smtClean="0"/>
              <a:t>Pré</a:t>
            </a:r>
            <a:r>
              <a:rPr lang="en-US" dirty="0" smtClean="0"/>
              <a:t> </a:t>
            </a:r>
            <a:r>
              <a:rPr lang="en-US" dirty="0" err="1" smtClean="0"/>
              <a:t>Vendas</a:t>
            </a:r>
            <a:r>
              <a:rPr lang="en-US" dirty="0" smtClean="0"/>
              <a:t>, </a:t>
            </a:r>
            <a:r>
              <a:rPr lang="en-US" dirty="0" err="1" smtClean="0"/>
              <a:t>consideramos</a:t>
            </a:r>
            <a:r>
              <a:rPr lang="en-US" dirty="0" smtClean="0"/>
              <a:t> as </a:t>
            </a:r>
            <a:r>
              <a:rPr lang="en-US" dirty="0" err="1" smtClean="0"/>
              <a:t>seguintes</a:t>
            </a:r>
            <a:r>
              <a:rPr lang="en-US" dirty="0" smtClean="0"/>
              <a:t> </a:t>
            </a:r>
            <a:r>
              <a:rPr lang="en-US" dirty="0" err="1" smtClean="0"/>
              <a:t>premissas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/>
          </a:p>
          <a:p>
            <a:r>
              <a:rPr lang="en-US" b="0" dirty="0" err="1" smtClean="0"/>
              <a:t>Todo</a:t>
            </a:r>
            <a:r>
              <a:rPr lang="en-US" b="0" dirty="0" smtClean="0"/>
              <a:t> </a:t>
            </a:r>
            <a:r>
              <a:rPr lang="en-US" b="0" dirty="0" err="1" smtClean="0"/>
              <a:t>processo</a:t>
            </a:r>
            <a:r>
              <a:rPr lang="en-US" b="0" dirty="0" smtClean="0"/>
              <a:t> de </a:t>
            </a:r>
            <a:r>
              <a:rPr lang="en-US" b="0" dirty="0" err="1" smtClean="0"/>
              <a:t>decisão</a:t>
            </a:r>
            <a:r>
              <a:rPr lang="en-US" b="0" dirty="0" smtClean="0"/>
              <a:t> de </a:t>
            </a:r>
            <a:r>
              <a:rPr lang="en-US" b="0" dirty="0" err="1" smtClean="0"/>
              <a:t>negócio</a:t>
            </a:r>
            <a:r>
              <a:rPr lang="en-US" b="0" dirty="0" smtClean="0"/>
              <a:t> e </a:t>
            </a:r>
            <a:r>
              <a:rPr lang="en-US" b="0" dirty="0" err="1" smtClean="0"/>
              <a:t>qualificação</a:t>
            </a:r>
            <a:r>
              <a:rPr lang="en-US" b="0" dirty="0" smtClean="0"/>
              <a:t> </a:t>
            </a:r>
            <a:r>
              <a:rPr lang="en-US" b="0" dirty="0" err="1" smtClean="0"/>
              <a:t>jurídica</a:t>
            </a:r>
            <a:r>
              <a:rPr lang="en-US" b="0" dirty="0" smtClean="0"/>
              <a:t>, </a:t>
            </a:r>
            <a:r>
              <a:rPr lang="en-US" b="0" dirty="0" err="1" smtClean="0"/>
              <a:t>trabalhista</a:t>
            </a:r>
            <a:r>
              <a:rPr lang="en-US" b="0" dirty="0" smtClean="0"/>
              <a:t>, fiscal, </a:t>
            </a:r>
            <a:r>
              <a:rPr lang="en-US" b="0" dirty="0" err="1" smtClean="0"/>
              <a:t>trabalhista</a:t>
            </a:r>
            <a:r>
              <a:rPr lang="en-US" b="0" dirty="0" smtClean="0"/>
              <a:t> e </a:t>
            </a:r>
            <a:r>
              <a:rPr lang="en-US" b="0" dirty="0" err="1" smtClean="0"/>
              <a:t>economico-financeiro</a:t>
            </a:r>
            <a:r>
              <a:rPr lang="en-US" b="0" dirty="0" smtClean="0"/>
              <a:t> ja </a:t>
            </a:r>
            <a:r>
              <a:rPr lang="en-US" b="0" dirty="0" err="1" smtClean="0"/>
              <a:t>deverá</a:t>
            </a:r>
            <a:r>
              <a:rPr lang="en-US" b="0" dirty="0" smtClean="0"/>
              <a:t> </a:t>
            </a:r>
            <a:r>
              <a:rPr lang="en-US" b="0" dirty="0" err="1" smtClean="0"/>
              <a:t>estar</a:t>
            </a:r>
            <a:r>
              <a:rPr lang="en-US" b="0" dirty="0" smtClean="0"/>
              <a:t> </a:t>
            </a:r>
            <a:r>
              <a:rPr lang="en-US" b="0" dirty="0" err="1" smtClean="0"/>
              <a:t>concluído</a:t>
            </a:r>
            <a:r>
              <a:rPr lang="en-US" b="0" dirty="0" smtClean="0"/>
              <a:t> e </a:t>
            </a:r>
            <a:r>
              <a:rPr lang="en-US" b="0" dirty="0" err="1" smtClean="0"/>
              <a:t>termos</a:t>
            </a:r>
            <a:r>
              <a:rPr lang="en-US" b="0" dirty="0" smtClean="0"/>
              <a:t> o “GO” para </a:t>
            </a:r>
            <a:r>
              <a:rPr lang="en-US" b="0" dirty="0" err="1" smtClean="0"/>
              <a:t>participação</a:t>
            </a:r>
            <a:r>
              <a:rPr lang="en-US" b="0" dirty="0" smtClean="0"/>
              <a:t> da </a:t>
            </a:r>
            <a:r>
              <a:rPr lang="en-US" b="0" dirty="0" err="1" smtClean="0"/>
              <a:t>oportunidade</a:t>
            </a:r>
            <a:r>
              <a:rPr lang="en-US" b="0" dirty="0" smtClean="0"/>
              <a:t>;</a:t>
            </a:r>
          </a:p>
          <a:p>
            <a:pPr marL="0" indent="0">
              <a:buNone/>
            </a:pPr>
            <a:endParaRPr lang="en-US" b="0" dirty="0" smtClean="0"/>
          </a:p>
          <a:p>
            <a:r>
              <a:rPr lang="en-US" b="0" dirty="0" err="1" smtClean="0"/>
              <a:t>Abertura</a:t>
            </a:r>
            <a:r>
              <a:rPr lang="en-US" b="0" dirty="0" smtClean="0"/>
              <a:t> do </a:t>
            </a:r>
            <a:r>
              <a:rPr lang="en-US" b="0" dirty="0" err="1" smtClean="0"/>
              <a:t>chamado</a:t>
            </a:r>
            <a:r>
              <a:rPr lang="en-US" b="0" dirty="0" smtClean="0"/>
              <a:t> no </a:t>
            </a:r>
            <a:r>
              <a:rPr lang="en-US" b="0" dirty="0" err="1" smtClean="0"/>
              <a:t>tProcess</a:t>
            </a:r>
            <a:r>
              <a:rPr lang="en-US" b="0" dirty="0" smtClean="0"/>
              <a:t>! com </a:t>
            </a:r>
            <a:r>
              <a:rPr lang="en-US" b="0" dirty="0" err="1" smtClean="0"/>
              <a:t>os</a:t>
            </a:r>
            <a:r>
              <a:rPr lang="en-US" b="0" dirty="0" smtClean="0"/>
              <a:t> </a:t>
            </a:r>
            <a:r>
              <a:rPr lang="en-US" b="0" dirty="0" err="1" smtClean="0"/>
              <a:t>devidos</a:t>
            </a:r>
            <a:r>
              <a:rPr lang="en-US" b="0" dirty="0" smtClean="0"/>
              <a:t> </a:t>
            </a:r>
            <a:r>
              <a:rPr lang="en-US" b="0" dirty="0" err="1" smtClean="0"/>
              <a:t>anexos</a:t>
            </a:r>
            <a:r>
              <a:rPr lang="en-US" b="0" dirty="0" smtClean="0"/>
              <a:t>:</a:t>
            </a:r>
          </a:p>
          <a:p>
            <a:pPr lvl="1"/>
            <a:r>
              <a:rPr lang="en-US" dirty="0" err="1" smtClean="0"/>
              <a:t>Formulário</a:t>
            </a:r>
            <a:r>
              <a:rPr lang="en-US" dirty="0" smtClean="0"/>
              <a:t> de entrada de </a:t>
            </a:r>
            <a:r>
              <a:rPr lang="en-US" dirty="0" err="1" smtClean="0"/>
              <a:t>solicitações</a:t>
            </a:r>
            <a:r>
              <a:rPr lang="en-US" dirty="0" smtClean="0"/>
              <a:t> </a:t>
            </a:r>
            <a:r>
              <a:rPr lang="en-US" dirty="0" err="1" smtClean="0"/>
              <a:t>devidamente</a:t>
            </a:r>
            <a:r>
              <a:rPr lang="en-US" dirty="0" smtClean="0"/>
              <a:t> </a:t>
            </a:r>
            <a:r>
              <a:rPr lang="en-US" dirty="0" err="1" smtClean="0"/>
              <a:t>preenchido</a:t>
            </a:r>
            <a:r>
              <a:rPr lang="en-US" dirty="0" smtClean="0"/>
              <a:t>;</a:t>
            </a:r>
          </a:p>
          <a:p>
            <a:pPr marL="456980" lvl="1" indent="0">
              <a:buNone/>
            </a:pPr>
            <a:endParaRPr lang="en-US" dirty="0" smtClean="0"/>
          </a:p>
          <a:p>
            <a:pPr lvl="1"/>
            <a:r>
              <a:rPr lang="en-US" b="0" dirty="0" err="1" smtClean="0"/>
              <a:t>Envio</a:t>
            </a:r>
            <a:r>
              <a:rPr lang="en-US" b="0" dirty="0" smtClean="0"/>
              <a:t> de </a:t>
            </a:r>
            <a:r>
              <a:rPr lang="en-US" b="0" dirty="0" err="1" smtClean="0"/>
              <a:t>toda</a:t>
            </a:r>
            <a:r>
              <a:rPr lang="en-US" b="0" dirty="0" smtClean="0"/>
              <a:t> </a:t>
            </a:r>
            <a:r>
              <a:rPr lang="en-US" b="0" dirty="0" err="1" smtClean="0"/>
              <a:t>documentação</a:t>
            </a:r>
            <a:r>
              <a:rPr lang="en-US" b="0" dirty="0" smtClean="0"/>
              <a:t> </a:t>
            </a:r>
            <a:r>
              <a:rPr lang="en-US" b="0" dirty="0" err="1" smtClean="0"/>
              <a:t>relacionada</a:t>
            </a:r>
            <a:r>
              <a:rPr lang="en-US" b="0" dirty="0" smtClean="0"/>
              <a:t> as </a:t>
            </a:r>
            <a:r>
              <a:rPr lang="en-US" b="0" dirty="0" err="1" smtClean="0"/>
              <a:t>escopo</a:t>
            </a:r>
            <a:r>
              <a:rPr lang="en-US" b="0" dirty="0" smtClean="0"/>
              <a:t> </a:t>
            </a:r>
            <a:r>
              <a:rPr lang="en-US" b="0" dirty="0" err="1" smtClean="0"/>
              <a:t>disponibilizada</a:t>
            </a:r>
            <a:r>
              <a:rPr lang="en-US" b="0" dirty="0" smtClean="0"/>
              <a:t> </a:t>
            </a:r>
            <a:r>
              <a:rPr lang="en-US" b="0" dirty="0" err="1" smtClean="0"/>
              <a:t>pelo</a:t>
            </a:r>
            <a:r>
              <a:rPr lang="en-US" b="0" dirty="0" smtClean="0"/>
              <a:t> Prospect: </a:t>
            </a:r>
            <a:r>
              <a:rPr lang="en-US" b="0" dirty="0" err="1" smtClean="0"/>
              <a:t>Editais</a:t>
            </a:r>
            <a:r>
              <a:rPr lang="en-US" b="0" dirty="0" smtClean="0"/>
              <a:t>, RFPs, RFIs, etc.</a:t>
            </a:r>
          </a:p>
          <a:p>
            <a:pPr marL="456980" lvl="1" indent="0">
              <a:buNone/>
            </a:pPr>
            <a:endParaRPr lang="en-US" b="0" dirty="0" smtClean="0"/>
          </a:p>
          <a:p>
            <a:r>
              <a:rPr lang="en-US" b="0" dirty="0" smtClean="0"/>
              <a:t>O </a:t>
            </a:r>
            <a:r>
              <a:rPr lang="en-US" b="0" dirty="0" err="1" smtClean="0"/>
              <a:t>Prazo</a:t>
            </a:r>
            <a:r>
              <a:rPr lang="en-US" b="0" dirty="0" smtClean="0"/>
              <a:t> </a:t>
            </a:r>
            <a:r>
              <a:rPr lang="en-US" b="0" dirty="0" err="1" smtClean="0"/>
              <a:t>não</a:t>
            </a:r>
            <a:r>
              <a:rPr lang="en-US" b="0" dirty="0" smtClean="0"/>
              <a:t> </a:t>
            </a:r>
            <a:r>
              <a:rPr lang="en-US" b="0" dirty="0" err="1" smtClean="0"/>
              <a:t>considera</a:t>
            </a:r>
            <a:r>
              <a:rPr lang="en-US" b="0" dirty="0" smtClean="0"/>
              <a:t> </a:t>
            </a:r>
            <a:r>
              <a:rPr lang="en-US" b="0" dirty="0" err="1" smtClean="0"/>
              <a:t>conclusão</a:t>
            </a:r>
            <a:r>
              <a:rPr lang="en-US" b="0" dirty="0" smtClean="0"/>
              <a:t> do </a:t>
            </a:r>
            <a:r>
              <a:rPr lang="en-US" b="0" dirty="0" err="1" smtClean="0"/>
              <a:t>processo</a:t>
            </a:r>
            <a:r>
              <a:rPr lang="en-US" b="0" dirty="0" smtClean="0"/>
              <a:t> de </a:t>
            </a:r>
            <a:r>
              <a:rPr lang="en-US" b="0" dirty="0" err="1" smtClean="0"/>
              <a:t>questionamentos</a:t>
            </a:r>
            <a:r>
              <a:rPr lang="en-US" b="0" dirty="0" smtClean="0"/>
              <a:t> / </a:t>
            </a:r>
            <a:r>
              <a:rPr lang="en-US" b="0" dirty="0" err="1" smtClean="0"/>
              <a:t>dúvidas</a:t>
            </a:r>
            <a:r>
              <a:rPr lang="en-US" b="0" dirty="0" smtClean="0"/>
              <a:t> entre </a:t>
            </a:r>
            <a:r>
              <a:rPr lang="en-US" b="0" dirty="0" err="1" smtClean="0"/>
              <a:t>Contax</a:t>
            </a:r>
            <a:r>
              <a:rPr lang="en-US" b="0" dirty="0" smtClean="0"/>
              <a:t> IT e o </a:t>
            </a:r>
            <a:r>
              <a:rPr lang="en-US" b="0" dirty="0" err="1" smtClean="0"/>
              <a:t>Solicitante</a:t>
            </a:r>
            <a:r>
              <a:rPr lang="en-US" b="0" dirty="0" smtClean="0"/>
              <a:t>;</a:t>
            </a:r>
          </a:p>
          <a:p>
            <a:pPr marL="0" indent="0">
              <a:buNone/>
            </a:pPr>
            <a:endParaRPr lang="en-US" b="0" dirty="0" smtClean="0"/>
          </a:p>
          <a:p>
            <a:r>
              <a:rPr lang="en-US" b="0" dirty="0" smtClean="0"/>
              <a:t>Nos </a:t>
            </a:r>
            <a:r>
              <a:rPr lang="en-US" b="0" dirty="0" err="1" smtClean="0"/>
              <a:t>casos</a:t>
            </a:r>
            <a:r>
              <a:rPr lang="en-US" b="0" dirty="0" smtClean="0"/>
              <a:t> de </a:t>
            </a:r>
            <a:r>
              <a:rPr lang="en-US" b="0" dirty="0" err="1" smtClean="0"/>
              <a:t>envio</a:t>
            </a:r>
            <a:r>
              <a:rPr lang="en-US" b="0" dirty="0" smtClean="0"/>
              <a:t> de </a:t>
            </a:r>
            <a:r>
              <a:rPr lang="en-US" b="0" dirty="0" err="1" smtClean="0"/>
              <a:t>questionamentos</a:t>
            </a:r>
            <a:r>
              <a:rPr lang="en-US" b="0" dirty="0" smtClean="0"/>
              <a:t> </a:t>
            </a:r>
            <a:r>
              <a:rPr lang="en-US" b="0" dirty="0" err="1" smtClean="0"/>
              <a:t>ao</a:t>
            </a:r>
            <a:r>
              <a:rPr lang="en-US" b="0" dirty="0" smtClean="0"/>
              <a:t> </a:t>
            </a:r>
            <a:r>
              <a:rPr lang="en-US" b="0" dirty="0" err="1" smtClean="0"/>
              <a:t>solicitante</a:t>
            </a:r>
            <a:r>
              <a:rPr lang="en-US" b="0" dirty="0" smtClean="0"/>
              <a:t>, o SLA </a:t>
            </a:r>
            <a:r>
              <a:rPr lang="en-US" b="0" dirty="0" err="1" smtClean="0"/>
              <a:t>ficará</a:t>
            </a:r>
            <a:r>
              <a:rPr lang="en-US" b="0" dirty="0" smtClean="0"/>
              <a:t> </a:t>
            </a:r>
            <a:r>
              <a:rPr lang="en-US" b="0" dirty="0" err="1" smtClean="0"/>
              <a:t>congelado</a:t>
            </a:r>
            <a:r>
              <a:rPr lang="en-US" b="0" dirty="0" smtClean="0"/>
              <a:t> </a:t>
            </a:r>
            <a:r>
              <a:rPr lang="en-US" b="0" dirty="0" err="1" smtClean="0"/>
              <a:t>até</a:t>
            </a:r>
            <a:r>
              <a:rPr lang="en-US" b="0" dirty="0" smtClean="0"/>
              <a:t> que </a:t>
            </a:r>
            <a:r>
              <a:rPr lang="en-US" b="0" dirty="0" err="1" smtClean="0"/>
              <a:t>haja</a:t>
            </a:r>
            <a:r>
              <a:rPr lang="en-US" b="0" dirty="0" smtClean="0"/>
              <a:t> </a:t>
            </a:r>
            <a:r>
              <a:rPr lang="en-US" b="0" dirty="0" err="1" smtClean="0"/>
              <a:t>retorno</a:t>
            </a:r>
            <a:r>
              <a:rPr lang="en-US" b="0" dirty="0" smtClean="0"/>
              <a:t> para </a:t>
            </a:r>
            <a:r>
              <a:rPr lang="en-US" b="0" dirty="0" err="1" smtClean="0"/>
              <a:t>seguimento</a:t>
            </a:r>
            <a:r>
              <a:rPr lang="en-US" b="0" dirty="0" smtClean="0"/>
              <a:t> do </a:t>
            </a:r>
            <a:r>
              <a:rPr lang="en-US" b="0" dirty="0" err="1" smtClean="0"/>
              <a:t>processo</a:t>
            </a:r>
            <a:r>
              <a:rPr lang="en-US" b="0" dirty="0" smtClean="0"/>
              <a:t>;</a:t>
            </a:r>
          </a:p>
          <a:p>
            <a:endParaRPr lang="en-US" b="0" dirty="0"/>
          </a:p>
          <a:p>
            <a:r>
              <a:rPr lang="en-US" b="0" dirty="0" err="1" smtClean="0"/>
              <a:t>Em</a:t>
            </a:r>
            <a:r>
              <a:rPr lang="en-US" b="0" dirty="0" smtClean="0"/>
              <a:t> </a:t>
            </a:r>
            <a:r>
              <a:rPr lang="en-US" b="0" dirty="0" err="1" smtClean="0"/>
              <a:t>caso</a:t>
            </a:r>
            <a:r>
              <a:rPr lang="en-US" b="0" dirty="0" smtClean="0"/>
              <a:t> de OGs (</a:t>
            </a:r>
            <a:r>
              <a:rPr lang="en-US" b="0" dirty="0" err="1" smtClean="0"/>
              <a:t>Ordem</a:t>
            </a:r>
            <a:r>
              <a:rPr lang="en-US" b="0" dirty="0" smtClean="0"/>
              <a:t> de </a:t>
            </a:r>
            <a:r>
              <a:rPr lang="en-US" b="0" dirty="0" err="1" smtClean="0"/>
              <a:t>Grandeza</a:t>
            </a:r>
            <a:r>
              <a:rPr lang="en-US" b="0" dirty="0" smtClean="0"/>
              <a:t>) </a:t>
            </a:r>
            <a:r>
              <a:rPr lang="en-US" b="0" dirty="0" err="1" smtClean="0"/>
              <a:t>serão</a:t>
            </a:r>
            <a:r>
              <a:rPr lang="en-US" b="0" dirty="0" smtClean="0"/>
              <a:t> </a:t>
            </a:r>
            <a:r>
              <a:rPr lang="en-US" b="0" dirty="0" err="1" smtClean="0"/>
              <a:t>assumidas</a:t>
            </a:r>
            <a:r>
              <a:rPr lang="en-US" b="0" dirty="0" smtClean="0"/>
              <a:t> </a:t>
            </a:r>
            <a:r>
              <a:rPr lang="en-US" b="0" dirty="0" err="1" smtClean="0"/>
              <a:t>premissas</a:t>
            </a:r>
            <a:r>
              <a:rPr lang="en-US" b="0" dirty="0" smtClean="0"/>
              <a:t> </a:t>
            </a:r>
            <a:r>
              <a:rPr lang="en-US" b="0" dirty="0" err="1" smtClean="0"/>
              <a:t>básicas</a:t>
            </a:r>
            <a:r>
              <a:rPr lang="en-US" b="0" dirty="0" smtClean="0"/>
              <a:t> </a:t>
            </a:r>
            <a:r>
              <a:rPr lang="en-US" b="0" dirty="0" err="1" smtClean="0"/>
              <a:t>conforme</a:t>
            </a:r>
            <a:r>
              <a:rPr lang="en-US" b="0" dirty="0" smtClean="0"/>
              <a:t> </a:t>
            </a:r>
            <a:r>
              <a:rPr lang="en-US" b="0" dirty="0" err="1" smtClean="0"/>
              <a:t>escopo</a:t>
            </a:r>
            <a:r>
              <a:rPr lang="en-US" b="0" dirty="0" smtClean="0"/>
              <a:t> da </a:t>
            </a:r>
            <a:r>
              <a:rPr lang="en-US" b="0" dirty="0" err="1" smtClean="0"/>
              <a:t>proposta</a:t>
            </a:r>
            <a:r>
              <a:rPr lang="en-US" b="0" dirty="0" smtClean="0"/>
              <a:t> e </a:t>
            </a:r>
            <a:r>
              <a:rPr lang="en-US" b="0" dirty="0" err="1" smtClean="0"/>
              <a:t>os</a:t>
            </a:r>
            <a:r>
              <a:rPr lang="en-US" b="0" dirty="0" smtClean="0"/>
              <a:t> </a:t>
            </a:r>
            <a:r>
              <a:rPr lang="en-US" b="0" dirty="0" err="1" smtClean="0"/>
              <a:t>entregáveis</a:t>
            </a:r>
            <a:r>
              <a:rPr lang="en-US" b="0" dirty="0" smtClean="0"/>
              <a:t> </a:t>
            </a:r>
            <a:r>
              <a:rPr lang="en-US" b="0" dirty="0" err="1" smtClean="0"/>
              <a:t>serão</a:t>
            </a:r>
            <a:r>
              <a:rPr lang="en-US" b="0" dirty="0" smtClean="0"/>
              <a:t> </a:t>
            </a:r>
            <a:r>
              <a:rPr lang="en-US" b="0" dirty="0" err="1" smtClean="0"/>
              <a:t>apenas</a:t>
            </a:r>
            <a:r>
              <a:rPr lang="en-US" b="0" dirty="0" smtClean="0"/>
              <a:t> a </a:t>
            </a:r>
            <a:r>
              <a:rPr lang="en-US" b="0" dirty="0" err="1" smtClean="0"/>
              <a:t>lista</a:t>
            </a:r>
            <a:r>
              <a:rPr lang="en-US" b="0" dirty="0" smtClean="0"/>
              <a:t> de </a:t>
            </a:r>
            <a:r>
              <a:rPr lang="en-US" b="0" dirty="0" err="1" smtClean="0"/>
              <a:t>custo</a:t>
            </a:r>
            <a:r>
              <a:rPr lang="en-US" b="0" dirty="0" smtClean="0"/>
              <a:t> da </a:t>
            </a:r>
            <a:r>
              <a:rPr lang="en-US" b="0" dirty="0" err="1" smtClean="0"/>
              <a:t>solução</a:t>
            </a:r>
            <a:r>
              <a:rPr lang="en-US" b="0" dirty="0" smtClean="0"/>
              <a:t> </a:t>
            </a:r>
            <a:r>
              <a:rPr lang="en-US" b="0" dirty="0" err="1" smtClean="0"/>
              <a:t>básica</a:t>
            </a:r>
            <a:r>
              <a:rPr lang="en-US" b="0" dirty="0" smtClean="0"/>
              <a:t> de TI (valor global) e a </a:t>
            </a:r>
            <a:r>
              <a:rPr lang="en-US" b="0" dirty="0" err="1" smtClean="0"/>
              <a:t>lista</a:t>
            </a:r>
            <a:r>
              <a:rPr lang="en-US" b="0" dirty="0" smtClean="0"/>
              <a:t> das </a:t>
            </a:r>
            <a:r>
              <a:rPr lang="en-US" b="0" dirty="0" err="1" smtClean="0"/>
              <a:t>premissas</a:t>
            </a:r>
            <a:r>
              <a:rPr lang="en-US" b="0" dirty="0" smtClean="0"/>
              <a:t> </a:t>
            </a:r>
            <a:r>
              <a:rPr lang="en-US" b="0" dirty="0" err="1" smtClean="0"/>
              <a:t>assumidas</a:t>
            </a:r>
            <a:r>
              <a:rPr lang="en-US" b="0" dirty="0" smtClean="0"/>
              <a:t>.</a:t>
            </a:r>
            <a:endParaRPr lang="en-US" b="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23004" y="30261"/>
            <a:ext cx="8620995" cy="8580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Suporte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TI a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Pré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Vendas</a:t>
            </a:r>
            <a:endParaRPr lang="en-US" sz="2000" b="1" dirty="0" smtClean="0">
              <a:solidFill>
                <a:schemeClr val="tx2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Premissas</a:t>
            </a:r>
            <a:endParaRPr lang="en-US" sz="1500" b="1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39731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23004" y="30261"/>
            <a:ext cx="8620995" cy="8580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Suporte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TI a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Pré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Vendas</a:t>
            </a:r>
            <a:endParaRPr lang="en-US" sz="2000" b="1" dirty="0" smtClean="0">
              <a:solidFill>
                <a:schemeClr val="tx2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Matriz</a:t>
            </a:r>
            <a:r>
              <a:rPr lang="en-US" sz="1500" b="1" dirty="0" smtClean="0">
                <a:solidFill>
                  <a:schemeClr val="tx2"/>
                </a:solidFill>
                <a:latin typeface="Arial"/>
                <a:cs typeface="Arial"/>
              </a:rPr>
              <a:t> de </a:t>
            </a: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Acionamento</a:t>
            </a:r>
            <a:r>
              <a:rPr lang="en-US" sz="1500" b="1" dirty="0" smtClean="0">
                <a:solidFill>
                  <a:schemeClr val="tx2"/>
                </a:solidFill>
                <a:latin typeface="Arial"/>
                <a:cs typeface="Arial"/>
              </a:rPr>
              <a:t> e </a:t>
            </a: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Escalonamento</a:t>
            </a:r>
            <a:endParaRPr lang="en-US" sz="1500" b="1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363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242306"/>
            <a:ext cx="8780463" cy="4810125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5263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23004" y="30261"/>
            <a:ext cx="8620995" cy="8580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Suporte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TI a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Pré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cs typeface="Arial"/>
              </a:rPr>
              <a:t>Vendas</a:t>
            </a:r>
            <a:endParaRPr lang="en-US" sz="2000" b="1" dirty="0" smtClean="0">
              <a:solidFill>
                <a:schemeClr val="tx2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Demandas</a:t>
            </a:r>
            <a:r>
              <a:rPr lang="en-US" sz="1500" b="1" dirty="0" smtClean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1500" b="1" dirty="0" err="1" smtClean="0">
                <a:solidFill>
                  <a:schemeClr val="tx2"/>
                </a:solidFill>
                <a:latin typeface="Arial"/>
                <a:cs typeface="Arial"/>
              </a:rPr>
              <a:t>Atuais</a:t>
            </a:r>
            <a:endParaRPr lang="en-US" sz="1500" b="1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23004" y="1052081"/>
            <a:ext cx="8116029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j-ea"/>
                <a:cs typeface="Arial"/>
              </a:defRPr>
            </a:lvl1pPr>
            <a:lvl2pPr marL="742730" lvl="1" indent="-285750">
              <a:buFont typeface="Arial" panose="020B0604020202020204" pitchFamily="34" charset="0"/>
              <a:buChar char="•"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j-ea"/>
                <a:cs typeface="Arial"/>
              </a:defRPr>
            </a:lvl2pPr>
            <a:lvl3pPr marL="1199708" lvl="2" indent="-285750">
              <a:buFont typeface="Arial" panose="020B0604020202020204" pitchFamily="34" charset="0"/>
              <a:buChar char="•"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j-ea"/>
                <a:cs typeface="Arial"/>
              </a:defRPr>
            </a:lvl3pPr>
          </a:lstStyle>
          <a:p>
            <a:pPr marL="0" indent="0">
              <a:spcBef>
                <a:spcPts val="1200"/>
              </a:spcBef>
              <a:buNone/>
            </a:pPr>
            <a:r>
              <a:rPr lang="en-US" dirty="0" smtClean="0"/>
              <a:t>Fabiana Dias</a:t>
            </a:r>
          </a:p>
          <a:p>
            <a:pPr>
              <a:spcBef>
                <a:spcPts val="1200"/>
              </a:spcBef>
            </a:pPr>
            <a:r>
              <a:rPr lang="en-US" b="0" dirty="0" smtClean="0"/>
              <a:t>Englishtown </a:t>
            </a:r>
            <a:r>
              <a:rPr lang="en-US" b="0" dirty="0" err="1" smtClean="0"/>
              <a:t>Cobrança</a:t>
            </a:r>
            <a:endParaRPr lang="en-US" b="0" dirty="0" smtClean="0"/>
          </a:p>
          <a:p>
            <a:pPr>
              <a:spcBef>
                <a:spcPts val="1200"/>
              </a:spcBef>
            </a:pPr>
            <a:r>
              <a:rPr lang="en-US" b="0" dirty="0" err="1" smtClean="0"/>
              <a:t>Oportunidade</a:t>
            </a:r>
            <a:r>
              <a:rPr lang="en-US" b="0" dirty="0" smtClean="0"/>
              <a:t> </a:t>
            </a:r>
            <a:r>
              <a:rPr lang="en-US" b="0" dirty="0" err="1" smtClean="0"/>
              <a:t>tGuidance</a:t>
            </a:r>
            <a:r>
              <a:rPr lang="en-US" b="0" dirty="0" smtClean="0"/>
              <a:t>!</a:t>
            </a:r>
          </a:p>
          <a:p>
            <a:pPr>
              <a:spcBef>
                <a:spcPts val="1200"/>
              </a:spcBef>
            </a:pPr>
            <a:endParaRPr lang="en-US" b="0" dirty="0"/>
          </a:p>
          <a:p>
            <a:pPr marL="0" indent="0">
              <a:spcBef>
                <a:spcPts val="1200"/>
              </a:spcBef>
              <a:buNone/>
            </a:pPr>
            <a:r>
              <a:rPr lang="en-US" dirty="0" smtClean="0"/>
              <a:t>Klaus</a:t>
            </a:r>
            <a:r>
              <a:rPr lang="en-US" dirty="0"/>
              <a:t> </a:t>
            </a:r>
            <a:r>
              <a:rPr lang="en-US" dirty="0" smtClean="0"/>
              <a:t>/ Thiago</a:t>
            </a:r>
          </a:p>
          <a:p>
            <a:pPr>
              <a:spcBef>
                <a:spcPts val="1200"/>
              </a:spcBef>
            </a:pPr>
            <a:r>
              <a:rPr lang="en-US" b="0" dirty="0" err="1" smtClean="0"/>
              <a:t>Prefeitura</a:t>
            </a:r>
            <a:r>
              <a:rPr lang="en-US" b="0" dirty="0" smtClean="0"/>
              <a:t> RJ</a:t>
            </a:r>
          </a:p>
          <a:p>
            <a:pPr>
              <a:spcBef>
                <a:spcPts val="1200"/>
              </a:spcBef>
            </a:pPr>
            <a:r>
              <a:rPr lang="en-US" b="0" dirty="0" smtClean="0"/>
              <a:t>ENEL</a:t>
            </a:r>
          </a:p>
          <a:p>
            <a:pPr>
              <a:spcBef>
                <a:spcPts val="1200"/>
              </a:spcBef>
            </a:pPr>
            <a:r>
              <a:rPr lang="en-US" b="0" dirty="0" err="1" smtClean="0"/>
              <a:t>Qui!Group</a:t>
            </a:r>
            <a:endParaRPr lang="en-US" b="0" dirty="0" smtClean="0"/>
          </a:p>
          <a:p>
            <a:pPr>
              <a:spcBef>
                <a:spcPts val="1200"/>
              </a:spcBef>
            </a:pPr>
            <a:r>
              <a:rPr lang="en-US" b="0" dirty="0" smtClean="0"/>
              <a:t>GEAP </a:t>
            </a:r>
            <a:r>
              <a:rPr lang="en-US" b="0" dirty="0" err="1" smtClean="0"/>
              <a:t>Saúde</a:t>
            </a:r>
            <a:endParaRPr lang="en-US" b="0" dirty="0" smtClean="0"/>
          </a:p>
          <a:p>
            <a:pPr>
              <a:spcBef>
                <a:spcPts val="1200"/>
              </a:spcBef>
            </a:pPr>
            <a:r>
              <a:rPr lang="en-US" b="0" dirty="0" smtClean="0"/>
              <a:t>RFP Light</a:t>
            </a:r>
          </a:p>
          <a:p>
            <a:pPr>
              <a:spcBef>
                <a:spcPts val="1200"/>
              </a:spcBef>
            </a:pPr>
            <a:r>
              <a:rPr lang="en-US" b="0" dirty="0" smtClean="0"/>
              <a:t>RFP Vale</a:t>
            </a:r>
          </a:p>
        </p:txBody>
      </p:sp>
    </p:spTree>
    <p:extLst>
      <p:ext uri="{BB962C8B-B14F-4D97-AF65-F5344CB8AC3E}">
        <p14:creationId xmlns:p14="http://schemas.microsoft.com/office/powerpoint/2010/main" val="41701008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M+L2DFWAWY+JEJSVVNJMU3LSOJUY0S3EKIX1Z8E3U=" val="rVz5GoEINodPqwxvD9z3eMieB5SMVDZwKb6zbA2HCnb/Qfo2j2znoFBY5zCPeqrNa1AfOHUMXYaGluYxlU3XBruN6VGVpbaJMu4NMQpmtMCE1fKsSmoDtUz+iOoQEo/pGtViHqV8mtLOwgP10TJwhTAmnNqrnawjQV58NlcUXz8EGfGxi+zA4P3n4tbLvETCxUOiGci3l8iJpvqIEi2787q1Sw6Tzgx/eLdM7BS/ltDDCU3ZJEDFe+Ke54wiTA7iR5wHkS5fSgmmENsHSsnZEaappFLbxAq/eJvsQl5ay+dlaBGn9WoPTPJiUbPhhTuMYrL58bVnSHif9FpI4bMLQJ5hpiIZIQV6zuzAQGPCtzg1cOvTcG8R4+NCIxueVt+xaiss7vEZ/LXuK479yXRHEOJ1hBmVquD3Ahm5uznbJr4Idvu2wUooVetXpp+mbMzAIRif1YbCE/Lp0uxK7PHa4Ig3FDv5rDCMLweQHE/qK4bgc8102DUBMalBI6696wTqXAbYJQ37vEoLFI3ZMnnBu0mmrC5wqpFoTl2403+nBHvpiIeJPHJgooMyv7KaGqMfmiG2NlxV8kKf38jB3aRGOQfJDe39G4CQKl5nQM0o+bHny4N74yJwgISDbWMfCJKB"/>
  <p:tag name="THINKCELLPRESENTATIONDONOTDELETE" val="&lt;?xml version=&quot;1.0&quot; encoding=&quot;UTF-16&quot; standalone=&quot;yes&quot;?&gt;&#10;&lt;root reqver=&quot;21047&quot;&gt;&lt;version val=&quot;2324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/&gt;&lt;m_precDefaultYear/&gt;&lt;m_precDefaultQuarter/&gt;&lt;m_precDefaultMonth/&gt;&lt;m_precDefaultWeek/&gt;&lt;m_precDefaultDay/&gt;&lt;m_mruColor&gt;&lt;m_vecMRU length=&quot;1&quot;&gt;&lt;elem m_fUsage=&quot;1.00000000000000000000E+000&quot;&gt;&lt;m_msothmcolidx val=&quot;0&quot;/&gt;&lt;m_rgb r=&quot;0&quot; g=&quot;4b&quot; b=&quot;8e&quot;/&gt;&lt;m_ppcolschidx tagver0=&quot;23004&quot; tagname0=&quot;m_ppcolschidxUNRECOGNIZED&quot; val=&quot;0&quot;/&gt;&lt;m_nBrightness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23654</TotalTime>
  <Words>239</Words>
  <Application>Microsoft Office PowerPoint</Application>
  <PresentationFormat>Apresentação na tela (4:3)</PresentationFormat>
  <Paragraphs>44</Paragraphs>
  <Slides>6</Slides>
  <Notes>6</Notes>
  <HiddenSlides>0</HiddenSlides>
  <MMClips>0</MMClips>
  <ScaleCrop>false</ScaleCrop>
  <HeadingPairs>
    <vt:vector size="6" baseType="variant">
      <vt:variant>
        <vt:lpstr>Tema</vt:lpstr>
      </vt:variant>
      <vt:variant>
        <vt:i4>3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Personalizar design</vt:lpstr>
      <vt:lpstr>12_Tema do Office</vt:lpstr>
      <vt:lpstr>18_Tema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leonardo.marques</dc:creator>
  <cp:lastModifiedBy>Leonardo Roberto De Medeiros Marques</cp:lastModifiedBy>
  <cp:revision>2446</cp:revision>
  <cp:lastPrinted>2015-08-25T12:21:21Z</cp:lastPrinted>
  <dcterms:created xsi:type="dcterms:W3CDTF">2013-07-10T22:06:53Z</dcterms:created>
  <dcterms:modified xsi:type="dcterms:W3CDTF">2016-01-22T16:14:03Z</dcterms:modified>
</cp:coreProperties>
</file>