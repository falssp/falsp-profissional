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77" y="182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AEFCC-69E6-41D9-AE70-A871A0B4DA4D}" type="datetimeFigureOut">
              <a:rPr lang="pt-BR" smtClean="0"/>
              <a:t>06/06/2016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E657A-41D7-440D-8746-06AB9FE7F7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9499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AEFCC-69E6-41D9-AE70-A871A0B4DA4D}" type="datetimeFigureOut">
              <a:rPr lang="pt-BR" smtClean="0"/>
              <a:t>06/06/2016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E657A-41D7-440D-8746-06AB9FE7F7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2007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AEFCC-69E6-41D9-AE70-A871A0B4DA4D}" type="datetimeFigureOut">
              <a:rPr lang="pt-BR" smtClean="0"/>
              <a:t>06/06/2016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E657A-41D7-440D-8746-06AB9FE7F7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4399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AEFCC-69E6-41D9-AE70-A871A0B4DA4D}" type="datetimeFigureOut">
              <a:rPr lang="pt-BR" smtClean="0"/>
              <a:t>06/06/2016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E657A-41D7-440D-8746-06AB9FE7F7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1051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AEFCC-69E6-41D9-AE70-A871A0B4DA4D}" type="datetimeFigureOut">
              <a:rPr lang="pt-BR" smtClean="0"/>
              <a:t>06/06/2016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E657A-41D7-440D-8746-06AB9FE7F7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5334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AEFCC-69E6-41D9-AE70-A871A0B4DA4D}" type="datetimeFigureOut">
              <a:rPr lang="pt-BR" smtClean="0"/>
              <a:t>06/06/2016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E657A-41D7-440D-8746-06AB9FE7F7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2177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AEFCC-69E6-41D9-AE70-A871A0B4DA4D}" type="datetimeFigureOut">
              <a:rPr lang="pt-BR" smtClean="0"/>
              <a:t>06/06/2016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E657A-41D7-440D-8746-06AB9FE7F7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028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AEFCC-69E6-41D9-AE70-A871A0B4DA4D}" type="datetimeFigureOut">
              <a:rPr lang="pt-BR" smtClean="0"/>
              <a:t>06/06/2016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E657A-41D7-440D-8746-06AB9FE7F7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7672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AEFCC-69E6-41D9-AE70-A871A0B4DA4D}" type="datetimeFigureOut">
              <a:rPr lang="pt-BR" smtClean="0"/>
              <a:t>06/06/2016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E657A-41D7-440D-8746-06AB9FE7F7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8928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AEFCC-69E6-41D9-AE70-A871A0B4DA4D}" type="datetimeFigureOut">
              <a:rPr lang="pt-BR" smtClean="0"/>
              <a:t>06/06/2016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E657A-41D7-440D-8746-06AB9FE7F7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0919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AEFCC-69E6-41D9-AE70-A871A0B4DA4D}" type="datetimeFigureOut">
              <a:rPr lang="pt-BR" smtClean="0"/>
              <a:t>06/06/2016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E657A-41D7-440D-8746-06AB9FE7F7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9830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AEFCC-69E6-41D9-AE70-A871A0B4DA4D}" type="datetimeFigureOut">
              <a:rPr lang="pt-BR" smtClean="0"/>
              <a:t>06/06/2016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9E657A-41D7-440D-8746-06AB9FE7F7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4663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15412"/>
          <a:stretch/>
        </p:blipFill>
        <p:spPr>
          <a:xfrm>
            <a:off x="0" y="-1"/>
            <a:ext cx="12192000" cy="580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6407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Kiss</dc:creator>
  <cp:lastModifiedBy>Kiss</cp:lastModifiedBy>
  <cp:revision>1</cp:revision>
  <dcterms:created xsi:type="dcterms:W3CDTF">2016-06-06T14:58:26Z</dcterms:created>
  <dcterms:modified xsi:type="dcterms:W3CDTF">2016-06-06T14:58:37Z</dcterms:modified>
</cp:coreProperties>
</file>