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slideLayouts/slideLayout14.xml" ContentType="application/vnd.openxmlformats-officedocument.presentationml.slideLayout+xml"/>
  <Override PartName="/ppt/theme/theme4.xml" ContentType="application/vnd.openxmlformats-officedocument.theme+xml"/>
  <Override PartName="/ppt/tags/tag3.xml" ContentType="application/vnd.openxmlformats-officedocument.presentationml.tags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  <p:sldMasterId id="2147483673" r:id="rId2"/>
    <p:sldMasterId id="2147483675" r:id="rId3"/>
    <p:sldMasterId id="2147483677" r:id="rId4"/>
  </p:sldMasterIdLst>
  <p:notesMasterIdLst>
    <p:notesMasterId r:id="rId21"/>
  </p:notesMasterIdLst>
  <p:sldIdLst>
    <p:sldId id="262" r:id="rId5"/>
    <p:sldId id="279" r:id="rId6"/>
    <p:sldId id="285" r:id="rId7"/>
    <p:sldId id="289" r:id="rId8"/>
    <p:sldId id="287" r:id="rId9"/>
    <p:sldId id="293" r:id="rId10"/>
    <p:sldId id="294" r:id="rId11"/>
    <p:sldId id="291" r:id="rId12"/>
    <p:sldId id="284" r:id="rId13"/>
    <p:sldId id="292" r:id="rId14"/>
    <p:sldId id="295" r:id="rId15"/>
    <p:sldId id="296" r:id="rId16"/>
    <p:sldId id="288" r:id="rId17"/>
    <p:sldId id="298" r:id="rId18"/>
    <p:sldId id="299" r:id="rId19"/>
    <p:sldId id="297" r:id="rId20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83" userDrawn="1">
          <p15:clr>
            <a:srgbClr val="A4A3A4"/>
          </p15:clr>
        </p15:guide>
        <p15:guide id="2" pos="61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CC00"/>
    <a:srgbClr val="19345B"/>
    <a:srgbClr val="C00000"/>
    <a:srgbClr val="F01429"/>
    <a:srgbClr val="FFFFFF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52" autoAdjust="0"/>
    <p:restoredTop sz="93809" autoAdjust="0"/>
  </p:normalViewPr>
  <p:slideViewPr>
    <p:cSldViewPr snapToGrid="0" snapToObjects="1">
      <p:cViewPr varScale="1">
        <p:scale>
          <a:sx n="84" d="100"/>
          <a:sy n="84" d="100"/>
        </p:scale>
        <p:origin x="524" y="76"/>
      </p:cViewPr>
      <p:guideLst>
        <p:guide orient="horz" pos="2483"/>
        <p:guide pos="612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slideMaster" Target="slideMasters/slideMaster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diagrams/_rels/data2.xml.rels><?xml version="1.0" encoding="UTF-8" standalone="yes"?>
<Relationships xmlns="http://schemas.openxmlformats.org/package/2006/relationships"><Relationship Id="rId1" Type="http://schemas.openxmlformats.org/officeDocument/2006/relationships/image" Target="../media/image33.png"/></Relationships>
</file>

<file path=ppt/diagrams/_rels/drawing2.xml.rels><?xml version="1.0" encoding="UTF-8" standalone="yes"?>
<Relationships xmlns="http://schemas.openxmlformats.org/package/2006/relationships"><Relationship Id="rId1" Type="http://schemas.openxmlformats.org/officeDocument/2006/relationships/image" Target="../media/image33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3B64F2F-4E7B-4584-BB20-DE5519DC52A9}" type="doc">
      <dgm:prSet loTypeId="urn:microsoft.com/office/officeart/2005/8/layout/radial6" loCatId="relationship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23D2F626-0C3C-4B8B-8E69-29A5E3D09F9C}">
      <dgm:prSet phldrT="[Texto]" custT="1"/>
      <dgm:spPr/>
      <dgm:t>
        <a:bodyPr/>
        <a:lstStyle/>
        <a:p>
          <a:r>
            <a:rPr lang="pt-BR" sz="2200" b="1" dirty="0">
              <a:solidFill>
                <a:schemeClr val="bg1">
                  <a:lumMod val="8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MULTAS e PERDAS</a:t>
          </a:r>
        </a:p>
      </dgm:t>
    </dgm:pt>
    <dgm:pt modelId="{2AEF24F4-C022-4BC8-957A-2F45E3F8A71B}" type="parTrans" cxnId="{CC2FD2F7-AEF4-4FD8-8852-E061130478FC}">
      <dgm:prSet/>
      <dgm:spPr/>
      <dgm:t>
        <a:bodyPr/>
        <a:lstStyle/>
        <a:p>
          <a:endParaRPr lang="pt-BR"/>
        </a:p>
      </dgm:t>
    </dgm:pt>
    <dgm:pt modelId="{FCB0E807-F23B-4DF7-8B83-B725AE406A80}" type="sibTrans" cxnId="{CC2FD2F7-AEF4-4FD8-8852-E061130478FC}">
      <dgm:prSet/>
      <dgm:spPr/>
      <dgm:t>
        <a:bodyPr/>
        <a:lstStyle/>
        <a:p>
          <a:endParaRPr lang="pt-BR"/>
        </a:p>
      </dgm:t>
    </dgm:pt>
    <dgm:pt modelId="{2D90E69F-83DF-4B6F-9F7C-837A2C13ECD2}">
      <dgm:prSet phldrT="[Texto]" custT="1"/>
      <dgm:spPr/>
      <dgm:t>
        <a:bodyPr/>
        <a:lstStyle/>
        <a:p>
          <a:r>
            <a:rPr lang="pt-BR" sz="1200" dirty="0"/>
            <a:t>Sem Processo e sem Propriedade</a:t>
          </a:r>
        </a:p>
      </dgm:t>
    </dgm:pt>
    <dgm:pt modelId="{EF366999-0FA7-4B70-AFC1-1F21443966C4}" type="parTrans" cxnId="{AC6F665B-EA92-444E-8A7A-A4834885E681}">
      <dgm:prSet/>
      <dgm:spPr/>
      <dgm:t>
        <a:bodyPr/>
        <a:lstStyle/>
        <a:p>
          <a:endParaRPr lang="pt-BR"/>
        </a:p>
      </dgm:t>
    </dgm:pt>
    <dgm:pt modelId="{4003EAAB-6596-4219-A4BF-E32CBBF695B2}" type="sibTrans" cxnId="{AC6F665B-EA92-444E-8A7A-A4834885E681}">
      <dgm:prSet/>
      <dgm:spPr/>
      <dgm:t>
        <a:bodyPr/>
        <a:lstStyle/>
        <a:p>
          <a:endParaRPr lang="pt-BR"/>
        </a:p>
      </dgm:t>
    </dgm:pt>
    <dgm:pt modelId="{3CE73A70-FE4F-427F-AF7B-36C1AFDCFE0D}">
      <dgm:prSet phldrT="[Texto]" custT="1"/>
      <dgm:spPr/>
      <dgm:t>
        <a:bodyPr/>
        <a:lstStyle/>
        <a:p>
          <a:r>
            <a:rPr lang="pt-BR" sz="1200" dirty="0"/>
            <a:t>Há Autonomia sem Controle</a:t>
          </a:r>
        </a:p>
      </dgm:t>
    </dgm:pt>
    <dgm:pt modelId="{A96750A7-104B-438A-BB01-99B2DC1C1CA1}" type="parTrans" cxnId="{FA8CAC57-28AD-419B-8E1A-915BDBC00967}">
      <dgm:prSet/>
      <dgm:spPr/>
      <dgm:t>
        <a:bodyPr/>
        <a:lstStyle/>
        <a:p>
          <a:endParaRPr lang="pt-BR"/>
        </a:p>
      </dgm:t>
    </dgm:pt>
    <dgm:pt modelId="{4C863997-BE70-4B86-8CB8-90D6A1BE2DC4}" type="sibTrans" cxnId="{FA8CAC57-28AD-419B-8E1A-915BDBC00967}">
      <dgm:prSet/>
      <dgm:spPr/>
      <dgm:t>
        <a:bodyPr/>
        <a:lstStyle/>
        <a:p>
          <a:endParaRPr lang="pt-BR"/>
        </a:p>
      </dgm:t>
    </dgm:pt>
    <dgm:pt modelId="{A4CCEF37-7B98-428E-B188-833E29CA924F}">
      <dgm:prSet phldrT="[Texto]" custT="1"/>
      <dgm:spPr/>
      <dgm:t>
        <a:bodyPr/>
        <a:lstStyle/>
        <a:p>
          <a:r>
            <a:rPr lang="pt-BR" sz="1200" dirty="0"/>
            <a:t>Não há Auditoria e Verificação</a:t>
          </a:r>
        </a:p>
      </dgm:t>
    </dgm:pt>
    <dgm:pt modelId="{45743D39-8D9A-4034-9CCA-05484B97AFFC}" type="parTrans" cxnId="{ADEEB5BE-61FA-4101-9498-4A1BEBA6EBD3}">
      <dgm:prSet/>
      <dgm:spPr/>
      <dgm:t>
        <a:bodyPr/>
        <a:lstStyle/>
        <a:p>
          <a:endParaRPr lang="pt-BR"/>
        </a:p>
      </dgm:t>
    </dgm:pt>
    <dgm:pt modelId="{A2B2E480-FDF4-41D9-A051-B2DF5CB4591D}" type="sibTrans" cxnId="{ADEEB5BE-61FA-4101-9498-4A1BEBA6EBD3}">
      <dgm:prSet/>
      <dgm:spPr/>
      <dgm:t>
        <a:bodyPr/>
        <a:lstStyle/>
        <a:p>
          <a:endParaRPr lang="pt-BR"/>
        </a:p>
      </dgm:t>
    </dgm:pt>
    <dgm:pt modelId="{8B2CA60F-0468-4682-AF0C-1EF04F45F13C}">
      <dgm:prSet phldrT="[Texto]" custT="1"/>
      <dgm:spPr/>
      <dgm:t>
        <a:bodyPr/>
        <a:lstStyle/>
        <a:p>
          <a:r>
            <a:rPr lang="pt-BR" sz="1200" dirty="0"/>
            <a:t>Automação Inexistente</a:t>
          </a:r>
        </a:p>
      </dgm:t>
    </dgm:pt>
    <dgm:pt modelId="{88F3417E-352A-4DFB-97BC-8C2964C1D5C1}" type="parTrans" cxnId="{4BFADABE-31F4-4CDC-9626-0092CFDD37C2}">
      <dgm:prSet/>
      <dgm:spPr/>
      <dgm:t>
        <a:bodyPr/>
        <a:lstStyle/>
        <a:p>
          <a:endParaRPr lang="pt-BR"/>
        </a:p>
      </dgm:t>
    </dgm:pt>
    <dgm:pt modelId="{A45078EA-114E-4AB3-966A-5E16B3141068}" type="sibTrans" cxnId="{4BFADABE-31F4-4CDC-9626-0092CFDD37C2}">
      <dgm:prSet/>
      <dgm:spPr/>
      <dgm:t>
        <a:bodyPr/>
        <a:lstStyle/>
        <a:p>
          <a:endParaRPr lang="pt-BR"/>
        </a:p>
      </dgm:t>
    </dgm:pt>
    <dgm:pt modelId="{786A5C8D-39EA-4CA1-A36D-475DE8EC0718}">
      <dgm:prSet phldrT="[Texto]" custT="1"/>
      <dgm:spPr/>
      <dgm:t>
        <a:bodyPr/>
        <a:lstStyle/>
        <a:p>
          <a:r>
            <a:rPr lang="pt-BR" sz="1200" dirty="0"/>
            <a:t>Promessas Utópicas em Contratos</a:t>
          </a:r>
        </a:p>
      </dgm:t>
    </dgm:pt>
    <dgm:pt modelId="{B4F2DF9E-6284-4014-B5C4-AA38A3C39CB1}" type="parTrans" cxnId="{81C181DD-A10F-43E6-BB7C-1D8E3BDB1463}">
      <dgm:prSet/>
      <dgm:spPr/>
      <dgm:t>
        <a:bodyPr/>
        <a:lstStyle/>
        <a:p>
          <a:endParaRPr lang="pt-BR"/>
        </a:p>
      </dgm:t>
    </dgm:pt>
    <dgm:pt modelId="{94746B86-77D5-4E3F-837C-60683C93201F}" type="sibTrans" cxnId="{81C181DD-A10F-43E6-BB7C-1D8E3BDB1463}">
      <dgm:prSet/>
      <dgm:spPr/>
      <dgm:t>
        <a:bodyPr/>
        <a:lstStyle/>
        <a:p>
          <a:endParaRPr lang="pt-BR"/>
        </a:p>
      </dgm:t>
    </dgm:pt>
    <dgm:pt modelId="{9DD04BE2-2D0D-427C-80C0-659AA389C9B6}">
      <dgm:prSet phldrT="[Texto]" custT="1"/>
      <dgm:spPr/>
      <dgm:t>
        <a:bodyPr/>
        <a:lstStyle/>
        <a:p>
          <a:r>
            <a:rPr lang="pt-BR" sz="1200" dirty="0"/>
            <a:t>Descontrole sobre Recursos e Capacidades</a:t>
          </a:r>
        </a:p>
      </dgm:t>
    </dgm:pt>
    <dgm:pt modelId="{9DCE96DB-3B0B-40AC-89C3-08C70DC9BB28}" type="parTrans" cxnId="{D59FFFA7-FA8A-4797-9C65-67C9CA6BA535}">
      <dgm:prSet/>
      <dgm:spPr/>
      <dgm:t>
        <a:bodyPr/>
        <a:lstStyle/>
        <a:p>
          <a:endParaRPr lang="pt-BR"/>
        </a:p>
      </dgm:t>
    </dgm:pt>
    <dgm:pt modelId="{8215323A-3DAD-4FEF-8B01-2E087735A4C8}" type="sibTrans" cxnId="{D59FFFA7-FA8A-4797-9C65-67C9CA6BA535}">
      <dgm:prSet/>
      <dgm:spPr/>
      <dgm:t>
        <a:bodyPr/>
        <a:lstStyle/>
        <a:p>
          <a:endParaRPr lang="pt-BR"/>
        </a:p>
      </dgm:t>
    </dgm:pt>
    <dgm:pt modelId="{F2FBB32B-3610-47BA-95EA-D0201B84B866}" type="pres">
      <dgm:prSet presAssocID="{D3B64F2F-4E7B-4584-BB20-DE5519DC52A9}" presName="Name0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49451FF7-59D2-4A0B-A47A-EA7D4893AF1A}" type="pres">
      <dgm:prSet presAssocID="{23D2F626-0C3C-4B8B-8E69-29A5E3D09F9C}" presName="centerShape" presStyleLbl="node0" presStyleIdx="0" presStyleCnt="1"/>
      <dgm:spPr/>
    </dgm:pt>
    <dgm:pt modelId="{996BAC27-7273-452A-8EA2-8B7441C67320}" type="pres">
      <dgm:prSet presAssocID="{2D90E69F-83DF-4B6F-9F7C-837A2C13ECD2}" presName="node" presStyleLbl="node1" presStyleIdx="0" presStyleCnt="6">
        <dgm:presLayoutVars>
          <dgm:bulletEnabled val="1"/>
        </dgm:presLayoutVars>
      </dgm:prSet>
      <dgm:spPr/>
    </dgm:pt>
    <dgm:pt modelId="{76064697-5EFB-4D34-977D-C6FF1B28D661}" type="pres">
      <dgm:prSet presAssocID="{2D90E69F-83DF-4B6F-9F7C-837A2C13ECD2}" presName="dummy" presStyleCnt="0"/>
      <dgm:spPr/>
    </dgm:pt>
    <dgm:pt modelId="{904749FC-A2EC-4F54-9D62-BACCAD4DA10F}" type="pres">
      <dgm:prSet presAssocID="{4003EAAB-6596-4219-A4BF-E32CBBF695B2}" presName="sibTrans" presStyleLbl="sibTrans2D1" presStyleIdx="0" presStyleCnt="6"/>
      <dgm:spPr/>
    </dgm:pt>
    <dgm:pt modelId="{5133E824-CC8D-4747-AD27-308CE0A3279C}" type="pres">
      <dgm:prSet presAssocID="{3CE73A70-FE4F-427F-AF7B-36C1AFDCFE0D}" presName="node" presStyleLbl="node1" presStyleIdx="1" presStyleCnt="6" custRadScaleRad="99294" custRadScaleInc="-1178">
        <dgm:presLayoutVars>
          <dgm:bulletEnabled val="1"/>
        </dgm:presLayoutVars>
      </dgm:prSet>
      <dgm:spPr/>
    </dgm:pt>
    <dgm:pt modelId="{E9FC1AAD-68DD-414A-B1C9-10BE8E77CBCB}" type="pres">
      <dgm:prSet presAssocID="{3CE73A70-FE4F-427F-AF7B-36C1AFDCFE0D}" presName="dummy" presStyleCnt="0"/>
      <dgm:spPr/>
    </dgm:pt>
    <dgm:pt modelId="{9FEF12E9-0054-48E3-898B-855CC5680162}" type="pres">
      <dgm:prSet presAssocID="{4C863997-BE70-4B86-8CB8-90D6A1BE2DC4}" presName="sibTrans" presStyleLbl="sibTrans2D1" presStyleIdx="1" presStyleCnt="6"/>
      <dgm:spPr/>
    </dgm:pt>
    <dgm:pt modelId="{61BE9529-AD8E-49C6-8254-ED3C70CD3D31}" type="pres">
      <dgm:prSet presAssocID="{9DD04BE2-2D0D-427C-80C0-659AA389C9B6}" presName="node" presStyleLbl="node1" presStyleIdx="2" presStyleCnt="6">
        <dgm:presLayoutVars>
          <dgm:bulletEnabled val="1"/>
        </dgm:presLayoutVars>
      </dgm:prSet>
      <dgm:spPr/>
    </dgm:pt>
    <dgm:pt modelId="{24C83136-C4FC-4540-95CF-727FA357CBB1}" type="pres">
      <dgm:prSet presAssocID="{9DD04BE2-2D0D-427C-80C0-659AA389C9B6}" presName="dummy" presStyleCnt="0"/>
      <dgm:spPr/>
    </dgm:pt>
    <dgm:pt modelId="{1DA3607A-F77A-491B-85BF-1D1C135577D2}" type="pres">
      <dgm:prSet presAssocID="{8215323A-3DAD-4FEF-8B01-2E087735A4C8}" presName="sibTrans" presStyleLbl="sibTrans2D1" presStyleIdx="2" presStyleCnt="6"/>
      <dgm:spPr/>
    </dgm:pt>
    <dgm:pt modelId="{3F9E5ACE-A5F4-46EA-8889-7197880E7BB4}" type="pres">
      <dgm:prSet presAssocID="{786A5C8D-39EA-4CA1-A36D-475DE8EC0718}" presName="node" presStyleLbl="node1" presStyleIdx="3" presStyleCnt="6">
        <dgm:presLayoutVars>
          <dgm:bulletEnabled val="1"/>
        </dgm:presLayoutVars>
      </dgm:prSet>
      <dgm:spPr/>
    </dgm:pt>
    <dgm:pt modelId="{F4067D5E-65BE-43CE-B9FD-B51CC3959401}" type="pres">
      <dgm:prSet presAssocID="{786A5C8D-39EA-4CA1-A36D-475DE8EC0718}" presName="dummy" presStyleCnt="0"/>
      <dgm:spPr/>
    </dgm:pt>
    <dgm:pt modelId="{F5F53298-D944-4D8C-8F2B-B6F35EEB8879}" type="pres">
      <dgm:prSet presAssocID="{94746B86-77D5-4E3F-837C-60683C93201F}" presName="sibTrans" presStyleLbl="sibTrans2D1" presStyleIdx="3" presStyleCnt="6"/>
      <dgm:spPr/>
    </dgm:pt>
    <dgm:pt modelId="{1B9044DA-D4AA-4B89-A6AC-2A4D7AA7E6BA}" type="pres">
      <dgm:prSet presAssocID="{A4CCEF37-7B98-428E-B188-833E29CA924F}" presName="node" presStyleLbl="node1" presStyleIdx="4" presStyleCnt="6">
        <dgm:presLayoutVars>
          <dgm:bulletEnabled val="1"/>
        </dgm:presLayoutVars>
      </dgm:prSet>
      <dgm:spPr/>
    </dgm:pt>
    <dgm:pt modelId="{9E02004F-08C0-430D-91D0-9DDDCC427A04}" type="pres">
      <dgm:prSet presAssocID="{A4CCEF37-7B98-428E-B188-833E29CA924F}" presName="dummy" presStyleCnt="0"/>
      <dgm:spPr/>
    </dgm:pt>
    <dgm:pt modelId="{BA837E36-E6E8-4C95-9A93-E7C8AFE92E12}" type="pres">
      <dgm:prSet presAssocID="{A2B2E480-FDF4-41D9-A051-B2DF5CB4591D}" presName="sibTrans" presStyleLbl="sibTrans2D1" presStyleIdx="4" presStyleCnt="6"/>
      <dgm:spPr/>
    </dgm:pt>
    <dgm:pt modelId="{65E22DD8-DAA1-4CD3-8342-A0E7A7C83AED}" type="pres">
      <dgm:prSet presAssocID="{8B2CA60F-0468-4682-AF0C-1EF04F45F13C}" presName="node" presStyleLbl="node1" presStyleIdx="5" presStyleCnt="6">
        <dgm:presLayoutVars>
          <dgm:bulletEnabled val="1"/>
        </dgm:presLayoutVars>
      </dgm:prSet>
      <dgm:spPr/>
    </dgm:pt>
    <dgm:pt modelId="{0459E43C-1658-4F7E-8F4A-E4779DF1F137}" type="pres">
      <dgm:prSet presAssocID="{8B2CA60F-0468-4682-AF0C-1EF04F45F13C}" presName="dummy" presStyleCnt="0"/>
      <dgm:spPr/>
    </dgm:pt>
    <dgm:pt modelId="{408D680E-D6DF-4E5B-8F1D-319DE8E17911}" type="pres">
      <dgm:prSet presAssocID="{A45078EA-114E-4AB3-966A-5E16B3141068}" presName="sibTrans" presStyleLbl="sibTrans2D1" presStyleIdx="5" presStyleCnt="6"/>
      <dgm:spPr/>
    </dgm:pt>
  </dgm:ptLst>
  <dgm:cxnLst>
    <dgm:cxn modelId="{C34AD58F-C9EA-4CAB-9233-C6ACD33161CB}" type="presOf" srcId="{2D90E69F-83DF-4B6F-9F7C-837A2C13ECD2}" destId="{996BAC27-7273-452A-8EA2-8B7441C67320}" srcOrd="0" destOrd="0" presId="urn:microsoft.com/office/officeart/2005/8/layout/radial6"/>
    <dgm:cxn modelId="{A200B9A4-4496-4756-B163-25B3C8B34C04}" type="presOf" srcId="{8B2CA60F-0468-4682-AF0C-1EF04F45F13C}" destId="{65E22DD8-DAA1-4CD3-8342-A0E7A7C83AED}" srcOrd="0" destOrd="0" presId="urn:microsoft.com/office/officeart/2005/8/layout/radial6"/>
    <dgm:cxn modelId="{8FE51336-9EC2-429F-A0D4-12B455CEA6B6}" type="presOf" srcId="{A4CCEF37-7B98-428E-B188-833E29CA924F}" destId="{1B9044DA-D4AA-4B89-A6AC-2A4D7AA7E6BA}" srcOrd="0" destOrd="0" presId="urn:microsoft.com/office/officeart/2005/8/layout/radial6"/>
    <dgm:cxn modelId="{81C181DD-A10F-43E6-BB7C-1D8E3BDB1463}" srcId="{23D2F626-0C3C-4B8B-8E69-29A5E3D09F9C}" destId="{786A5C8D-39EA-4CA1-A36D-475DE8EC0718}" srcOrd="3" destOrd="0" parTransId="{B4F2DF9E-6284-4014-B5C4-AA38A3C39CB1}" sibTransId="{94746B86-77D5-4E3F-837C-60683C93201F}"/>
    <dgm:cxn modelId="{D59FFFA7-FA8A-4797-9C65-67C9CA6BA535}" srcId="{23D2F626-0C3C-4B8B-8E69-29A5E3D09F9C}" destId="{9DD04BE2-2D0D-427C-80C0-659AA389C9B6}" srcOrd="2" destOrd="0" parTransId="{9DCE96DB-3B0B-40AC-89C3-08C70DC9BB28}" sibTransId="{8215323A-3DAD-4FEF-8B01-2E087735A4C8}"/>
    <dgm:cxn modelId="{158EED28-B6BF-46F6-9E31-9B9A3823CD48}" type="presOf" srcId="{4C863997-BE70-4B86-8CB8-90D6A1BE2DC4}" destId="{9FEF12E9-0054-48E3-898B-855CC5680162}" srcOrd="0" destOrd="0" presId="urn:microsoft.com/office/officeart/2005/8/layout/radial6"/>
    <dgm:cxn modelId="{7D306B59-C41C-4427-8A88-462FA69011B3}" type="presOf" srcId="{786A5C8D-39EA-4CA1-A36D-475DE8EC0718}" destId="{3F9E5ACE-A5F4-46EA-8889-7197880E7BB4}" srcOrd="0" destOrd="0" presId="urn:microsoft.com/office/officeart/2005/8/layout/radial6"/>
    <dgm:cxn modelId="{8B5F2C94-AB26-4ADD-A8C1-4C7BF2009BAF}" type="presOf" srcId="{8215323A-3DAD-4FEF-8B01-2E087735A4C8}" destId="{1DA3607A-F77A-491B-85BF-1D1C135577D2}" srcOrd="0" destOrd="0" presId="urn:microsoft.com/office/officeart/2005/8/layout/radial6"/>
    <dgm:cxn modelId="{CC2FD2F7-AEF4-4FD8-8852-E061130478FC}" srcId="{D3B64F2F-4E7B-4584-BB20-DE5519DC52A9}" destId="{23D2F626-0C3C-4B8B-8E69-29A5E3D09F9C}" srcOrd="0" destOrd="0" parTransId="{2AEF24F4-C022-4BC8-957A-2F45E3F8A71B}" sibTransId="{FCB0E807-F23B-4DF7-8B83-B725AE406A80}"/>
    <dgm:cxn modelId="{E674C112-0976-4E86-8F59-1C409D580581}" type="presOf" srcId="{94746B86-77D5-4E3F-837C-60683C93201F}" destId="{F5F53298-D944-4D8C-8F2B-B6F35EEB8879}" srcOrd="0" destOrd="0" presId="urn:microsoft.com/office/officeart/2005/8/layout/radial6"/>
    <dgm:cxn modelId="{A5863B41-98D2-4F2A-B7CB-2DFAA9DE10DC}" type="presOf" srcId="{A2B2E480-FDF4-41D9-A051-B2DF5CB4591D}" destId="{BA837E36-E6E8-4C95-9A93-E7C8AFE92E12}" srcOrd="0" destOrd="0" presId="urn:microsoft.com/office/officeart/2005/8/layout/radial6"/>
    <dgm:cxn modelId="{FA8CAC57-28AD-419B-8E1A-915BDBC00967}" srcId="{23D2F626-0C3C-4B8B-8E69-29A5E3D09F9C}" destId="{3CE73A70-FE4F-427F-AF7B-36C1AFDCFE0D}" srcOrd="1" destOrd="0" parTransId="{A96750A7-104B-438A-BB01-99B2DC1C1CA1}" sibTransId="{4C863997-BE70-4B86-8CB8-90D6A1BE2DC4}"/>
    <dgm:cxn modelId="{621E226F-23EC-46A6-8B19-D0EEB751FC6F}" type="presOf" srcId="{A45078EA-114E-4AB3-966A-5E16B3141068}" destId="{408D680E-D6DF-4E5B-8F1D-319DE8E17911}" srcOrd="0" destOrd="0" presId="urn:microsoft.com/office/officeart/2005/8/layout/radial6"/>
    <dgm:cxn modelId="{FDE24C06-BC18-44DD-AAC5-1648E2074A68}" type="presOf" srcId="{4003EAAB-6596-4219-A4BF-E32CBBF695B2}" destId="{904749FC-A2EC-4F54-9D62-BACCAD4DA10F}" srcOrd="0" destOrd="0" presId="urn:microsoft.com/office/officeart/2005/8/layout/radial6"/>
    <dgm:cxn modelId="{7B100967-CECE-4EB7-BC83-08DC2541C047}" type="presOf" srcId="{9DD04BE2-2D0D-427C-80C0-659AA389C9B6}" destId="{61BE9529-AD8E-49C6-8254-ED3C70CD3D31}" srcOrd="0" destOrd="0" presId="urn:microsoft.com/office/officeart/2005/8/layout/radial6"/>
    <dgm:cxn modelId="{4BFADABE-31F4-4CDC-9626-0092CFDD37C2}" srcId="{23D2F626-0C3C-4B8B-8E69-29A5E3D09F9C}" destId="{8B2CA60F-0468-4682-AF0C-1EF04F45F13C}" srcOrd="5" destOrd="0" parTransId="{88F3417E-352A-4DFB-97BC-8C2964C1D5C1}" sibTransId="{A45078EA-114E-4AB3-966A-5E16B3141068}"/>
    <dgm:cxn modelId="{AC6F665B-EA92-444E-8A7A-A4834885E681}" srcId="{23D2F626-0C3C-4B8B-8E69-29A5E3D09F9C}" destId="{2D90E69F-83DF-4B6F-9F7C-837A2C13ECD2}" srcOrd="0" destOrd="0" parTransId="{EF366999-0FA7-4B70-AFC1-1F21443966C4}" sibTransId="{4003EAAB-6596-4219-A4BF-E32CBBF695B2}"/>
    <dgm:cxn modelId="{344987D2-D380-42E3-9A13-D98859EE4FB4}" type="presOf" srcId="{D3B64F2F-4E7B-4584-BB20-DE5519DC52A9}" destId="{F2FBB32B-3610-47BA-95EA-D0201B84B866}" srcOrd="0" destOrd="0" presId="urn:microsoft.com/office/officeart/2005/8/layout/radial6"/>
    <dgm:cxn modelId="{F69B32EA-C501-43BE-8BBC-BA8D91A56CE0}" type="presOf" srcId="{3CE73A70-FE4F-427F-AF7B-36C1AFDCFE0D}" destId="{5133E824-CC8D-4747-AD27-308CE0A3279C}" srcOrd="0" destOrd="0" presId="urn:microsoft.com/office/officeart/2005/8/layout/radial6"/>
    <dgm:cxn modelId="{78671FAC-FD58-4ADF-896D-ABAA81402C6D}" type="presOf" srcId="{23D2F626-0C3C-4B8B-8E69-29A5E3D09F9C}" destId="{49451FF7-59D2-4A0B-A47A-EA7D4893AF1A}" srcOrd="0" destOrd="0" presId="urn:microsoft.com/office/officeart/2005/8/layout/radial6"/>
    <dgm:cxn modelId="{ADEEB5BE-61FA-4101-9498-4A1BEBA6EBD3}" srcId="{23D2F626-0C3C-4B8B-8E69-29A5E3D09F9C}" destId="{A4CCEF37-7B98-428E-B188-833E29CA924F}" srcOrd="4" destOrd="0" parTransId="{45743D39-8D9A-4034-9CCA-05484B97AFFC}" sibTransId="{A2B2E480-FDF4-41D9-A051-B2DF5CB4591D}"/>
    <dgm:cxn modelId="{912DA0AF-16D7-43A6-8D12-B8CD55B49027}" type="presParOf" srcId="{F2FBB32B-3610-47BA-95EA-D0201B84B866}" destId="{49451FF7-59D2-4A0B-A47A-EA7D4893AF1A}" srcOrd="0" destOrd="0" presId="urn:microsoft.com/office/officeart/2005/8/layout/radial6"/>
    <dgm:cxn modelId="{E6719DDD-D0D6-4694-9068-9F68D01CD5F9}" type="presParOf" srcId="{F2FBB32B-3610-47BA-95EA-D0201B84B866}" destId="{996BAC27-7273-452A-8EA2-8B7441C67320}" srcOrd="1" destOrd="0" presId="urn:microsoft.com/office/officeart/2005/8/layout/radial6"/>
    <dgm:cxn modelId="{7DB06144-147C-453F-AC27-7105728AB13D}" type="presParOf" srcId="{F2FBB32B-3610-47BA-95EA-D0201B84B866}" destId="{76064697-5EFB-4D34-977D-C6FF1B28D661}" srcOrd="2" destOrd="0" presId="urn:microsoft.com/office/officeart/2005/8/layout/radial6"/>
    <dgm:cxn modelId="{DC611DBD-95B1-46D0-9FAF-AB20BAF177E8}" type="presParOf" srcId="{F2FBB32B-3610-47BA-95EA-D0201B84B866}" destId="{904749FC-A2EC-4F54-9D62-BACCAD4DA10F}" srcOrd="3" destOrd="0" presId="urn:microsoft.com/office/officeart/2005/8/layout/radial6"/>
    <dgm:cxn modelId="{616C19F2-17A7-4B52-83CB-2A1942361E4B}" type="presParOf" srcId="{F2FBB32B-3610-47BA-95EA-D0201B84B866}" destId="{5133E824-CC8D-4747-AD27-308CE0A3279C}" srcOrd="4" destOrd="0" presId="urn:microsoft.com/office/officeart/2005/8/layout/radial6"/>
    <dgm:cxn modelId="{7FA4C37C-6A83-4389-814C-F7F197272E86}" type="presParOf" srcId="{F2FBB32B-3610-47BA-95EA-D0201B84B866}" destId="{E9FC1AAD-68DD-414A-B1C9-10BE8E77CBCB}" srcOrd="5" destOrd="0" presId="urn:microsoft.com/office/officeart/2005/8/layout/radial6"/>
    <dgm:cxn modelId="{930E5361-10B8-4AAD-A8F9-93ABDE255A1F}" type="presParOf" srcId="{F2FBB32B-3610-47BA-95EA-D0201B84B866}" destId="{9FEF12E9-0054-48E3-898B-855CC5680162}" srcOrd="6" destOrd="0" presId="urn:microsoft.com/office/officeart/2005/8/layout/radial6"/>
    <dgm:cxn modelId="{40C748CA-6F8C-4201-A2C4-75B875ED5725}" type="presParOf" srcId="{F2FBB32B-3610-47BA-95EA-D0201B84B866}" destId="{61BE9529-AD8E-49C6-8254-ED3C70CD3D31}" srcOrd="7" destOrd="0" presId="urn:microsoft.com/office/officeart/2005/8/layout/radial6"/>
    <dgm:cxn modelId="{C02D732B-29FB-43E8-8604-87FE2CD5C25E}" type="presParOf" srcId="{F2FBB32B-3610-47BA-95EA-D0201B84B866}" destId="{24C83136-C4FC-4540-95CF-727FA357CBB1}" srcOrd="8" destOrd="0" presId="urn:microsoft.com/office/officeart/2005/8/layout/radial6"/>
    <dgm:cxn modelId="{45AAFD7F-4E23-4EC3-B33E-270DDECD6F63}" type="presParOf" srcId="{F2FBB32B-3610-47BA-95EA-D0201B84B866}" destId="{1DA3607A-F77A-491B-85BF-1D1C135577D2}" srcOrd="9" destOrd="0" presId="urn:microsoft.com/office/officeart/2005/8/layout/radial6"/>
    <dgm:cxn modelId="{573F17E9-BC8D-4547-8176-E53744388BEB}" type="presParOf" srcId="{F2FBB32B-3610-47BA-95EA-D0201B84B866}" destId="{3F9E5ACE-A5F4-46EA-8889-7197880E7BB4}" srcOrd="10" destOrd="0" presId="urn:microsoft.com/office/officeart/2005/8/layout/radial6"/>
    <dgm:cxn modelId="{AF0FDED6-A227-4A73-BDCA-F07E6CC041BF}" type="presParOf" srcId="{F2FBB32B-3610-47BA-95EA-D0201B84B866}" destId="{F4067D5E-65BE-43CE-B9FD-B51CC3959401}" srcOrd="11" destOrd="0" presId="urn:microsoft.com/office/officeart/2005/8/layout/radial6"/>
    <dgm:cxn modelId="{A24DCB68-E857-44D0-B22B-A734C55FA078}" type="presParOf" srcId="{F2FBB32B-3610-47BA-95EA-D0201B84B866}" destId="{F5F53298-D944-4D8C-8F2B-B6F35EEB8879}" srcOrd="12" destOrd="0" presId="urn:microsoft.com/office/officeart/2005/8/layout/radial6"/>
    <dgm:cxn modelId="{ACF075DD-5472-43C4-BA60-1F4601023392}" type="presParOf" srcId="{F2FBB32B-3610-47BA-95EA-D0201B84B866}" destId="{1B9044DA-D4AA-4B89-A6AC-2A4D7AA7E6BA}" srcOrd="13" destOrd="0" presId="urn:microsoft.com/office/officeart/2005/8/layout/radial6"/>
    <dgm:cxn modelId="{F4E2E1B1-0202-4AA0-BA3D-E9D9E0584485}" type="presParOf" srcId="{F2FBB32B-3610-47BA-95EA-D0201B84B866}" destId="{9E02004F-08C0-430D-91D0-9DDDCC427A04}" srcOrd="14" destOrd="0" presId="urn:microsoft.com/office/officeart/2005/8/layout/radial6"/>
    <dgm:cxn modelId="{1128360D-7E9F-4E0F-9DA6-1F6EC6781CC2}" type="presParOf" srcId="{F2FBB32B-3610-47BA-95EA-D0201B84B866}" destId="{BA837E36-E6E8-4C95-9A93-E7C8AFE92E12}" srcOrd="15" destOrd="0" presId="urn:microsoft.com/office/officeart/2005/8/layout/radial6"/>
    <dgm:cxn modelId="{B328618D-A3BF-4A44-9D8C-1542C3E27058}" type="presParOf" srcId="{F2FBB32B-3610-47BA-95EA-D0201B84B866}" destId="{65E22DD8-DAA1-4CD3-8342-A0E7A7C83AED}" srcOrd="16" destOrd="0" presId="urn:microsoft.com/office/officeart/2005/8/layout/radial6"/>
    <dgm:cxn modelId="{7D576283-9C50-4185-AC12-DE51ABEDC9AD}" type="presParOf" srcId="{F2FBB32B-3610-47BA-95EA-D0201B84B866}" destId="{0459E43C-1658-4F7E-8F4A-E4779DF1F137}" srcOrd="17" destOrd="0" presId="urn:microsoft.com/office/officeart/2005/8/layout/radial6"/>
    <dgm:cxn modelId="{CD78CBAA-F408-4813-8C5C-0EC4673BC45C}" type="presParOf" srcId="{F2FBB32B-3610-47BA-95EA-D0201B84B866}" destId="{408D680E-D6DF-4E5B-8F1D-319DE8E17911}" srcOrd="18" destOrd="0" presId="urn:microsoft.com/office/officeart/2005/8/layout/radial6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C1894AD-12A3-4384-ABC7-32F1F1C6B036}" type="doc">
      <dgm:prSet loTypeId="urn:microsoft.com/office/officeart/2009/3/layout/RandomtoResultProcess" loCatId="process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pt-BR"/>
        </a:p>
      </dgm:t>
    </dgm:pt>
    <dgm:pt modelId="{4845ECE2-0D3B-47F1-9B5E-E741FA0F9D46}">
      <dgm:prSet phldrT="[Texto]" custT="1"/>
      <dgm:spPr/>
      <dgm:t>
        <a:bodyPr/>
        <a:lstStyle/>
        <a:p>
          <a:r>
            <a:rPr lang="pt-BR" sz="1200" b="1" dirty="0">
              <a:solidFill>
                <a:srgbClr val="C00000"/>
              </a:solidFill>
            </a:rPr>
            <a:t>Atendimento, Processo e Controles descentralizados em 35 pontos.</a:t>
          </a:r>
        </a:p>
      </dgm:t>
    </dgm:pt>
    <dgm:pt modelId="{2C5C0450-3317-4ABD-BED8-3D4F1DBC5C42}" type="parTrans" cxnId="{2A8D8A29-F0EE-4844-94A8-496011D42F71}">
      <dgm:prSet/>
      <dgm:spPr/>
      <dgm:t>
        <a:bodyPr/>
        <a:lstStyle/>
        <a:p>
          <a:endParaRPr lang="pt-BR"/>
        </a:p>
      </dgm:t>
    </dgm:pt>
    <dgm:pt modelId="{11F727DD-1F52-46DA-8396-E32F8CCB7C2F}" type="sibTrans" cxnId="{2A8D8A29-F0EE-4844-94A8-496011D42F71}">
      <dgm:prSet/>
      <dgm:spPr/>
      <dgm:t>
        <a:bodyPr/>
        <a:lstStyle/>
        <a:p>
          <a:endParaRPr lang="pt-BR"/>
        </a:p>
      </dgm:t>
    </dgm:pt>
    <dgm:pt modelId="{F567A08F-28F0-46EC-80D0-70BFCBC78078}">
      <dgm:prSet phldrT="[Texto]" custT="1"/>
      <dgm:spPr>
        <a:solidFill>
          <a:schemeClr val="accent1"/>
        </a:solidFill>
      </dgm:spPr>
      <dgm:t>
        <a:bodyPr/>
        <a:lstStyle/>
        <a:p>
          <a:r>
            <a:rPr lang="pt-BR" sz="1300" b="1" dirty="0"/>
            <a:t>Atendimento, Processo e Controles Centralizados.</a:t>
          </a:r>
        </a:p>
      </dgm:t>
    </dgm:pt>
    <dgm:pt modelId="{ECC3E51E-9532-4E81-AEF4-E58279B84AAA}" type="parTrans" cxnId="{399C635F-3C39-4D74-85CE-4EECBD7AACDB}">
      <dgm:prSet/>
      <dgm:spPr/>
      <dgm:t>
        <a:bodyPr/>
        <a:lstStyle/>
        <a:p>
          <a:endParaRPr lang="pt-BR"/>
        </a:p>
      </dgm:t>
    </dgm:pt>
    <dgm:pt modelId="{134758EF-2A1B-4946-A137-E334C1CDA8CA}" type="sibTrans" cxnId="{399C635F-3C39-4D74-85CE-4EECBD7AACDB}">
      <dgm:prSet/>
      <dgm:spPr/>
      <dgm:t>
        <a:bodyPr/>
        <a:lstStyle/>
        <a:p>
          <a:endParaRPr lang="pt-BR"/>
        </a:p>
      </dgm:t>
    </dgm:pt>
    <dgm:pt modelId="{C264E24C-73B2-4FC7-863C-2FBB0DD9CFA2}" type="pres">
      <dgm:prSet presAssocID="{CC1894AD-12A3-4384-ABC7-32F1F1C6B036}" presName="Name0" presStyleCnt="0">
        <dgm:presLayoutVars>
          <dgm:dir/>
          <dgm:animOne val="branch"/>
          <dgm:animLvl val="lvl"/>
        </dgm:presLayoutVars>
      </dgm:prSet>
      <dgm:spPr/>
    </dgm:pt>
    <dgm:pt modelId="{554776E4-F7A0-4A9F-A03E-9A3BC425C0CC}" type="pres">
      <dgm:prSet presAssocID="{4845ECE2-0D3B-47F1-9B5E-E741FA0F9D46}" presName="chaos" presStyleCnt="0"/>
      <dgm:spPr/>
    </dgm:pt>
    <dgm:pt modelId="{78C7EC88-DF7E-448F-967A-27E2851BBFEB}" type="pres">
      <dgm:prSet presAssocID="{4845ECE2-0D3B-47F1-9B5E-E741FA0F9D46}" presName="parTx1" presStyleLbl="revTx" presStyleIdx="0" presStyleCnt="1" custScaleX="93728"/>
      <dgm:spPr/>
    </dgm:pt>
    <dgm:pt modelId="{8F8F41C7-3D93-40F5-9452-C34395DFC713}" type="pres">
      <dgm:prSet presAssocID="{4845ECE2-0D3B-47F1-9B5E-E741FA0F9D46}" presName="c1" presStyleLbl="node1" presStyleIdx="0" presStyleCnt="19"/>
      <dgm:spPr/>
    </dgm:pt>
    <dgm:pt modelId="{ACCA5EA7-02B1-4806-8849-966A18FBC03B}" type="pres">
      <dgm:prSet presAssocID="{4845ECE2-0D3B-47F1-9B5E-E741FA0F9D46}" presName="c2" presStyleLbl="node1" presStyleIdx="1" presStyleCnt="19"/>
      <dgm:spPr/>
    </dgm:pt>
    <dgm:pt modelId="{00E17968-3D81-4DFE-860E-C3F5910158EB}" type="pres">
      <dgm:prSet presAssocID="{4845ECE2-0D3B-47F1-9B5E-E741FA0F9D46}" presName="c3" presStyleLbl="node1" presStyleIdx="2" presStyleCnt="19"/>
      <dgm:spPr/>
    </dgm:pt>
    <dgm:pt modelId="{53E99243-9792-43B3-8666-594276BC5691}" type="pres">
      <dgm:prSet presAssocID="{4845ECE2-0D3B-47F1-9B5E-E741FA0F9D46}" presName="c4" presStyleLbl="node1" presStyleIdx="3" presStyleCnt="19"/>
      <dgm:spPr/>
    </dgm:pt>
    <dgm:pt modelId="{E19AF96B-A37B-4E57-9844-86D9C4EABEFB}" type="pres">
      <dgm:prSet presAssocID="{4845ECE2-0D3B-47F1-9B5E-E741FA0F9D46}" presName="c5" presStyleLbl="node1" presStyleIdx="4" presStyleCnt="19"/>
      <dgm:spPr/>
    </dgm:pt>
    <dgm:pt modelId="{DDA02A15-FB5B-482D-8510-11E21770806A}" type="pres">
      <dgm:prSet presAssocID="{4845ECE2-0D3B-47F1-9B5E-E741FA0F9D46}" presName="c6" presStyleLbl="node1" presStyleIdx="5" presStyleCnt="19"/>
      <dgm:spPr/>
    </dgm:pt>
    <dgm:pt modelId="{9E0E8663-DCD9-404F-9E44-E9A29FDE74C4}" type="pres">
      <dgm:prSet presAssocID="{4845ECE2-0D3B-47F1-9B5E-E741FA0F9D46}" presName="c7" presStyleLbl="node1" presStyleIdx="6" presStyleCnt="19"/>
      <dgm:spPr/>
    </dgm:pt>
    <dgm:pt modelId="{930172D9-C99F-4D91-ABD8-88AF3C34A0C2}" type="pres">
      <dgm:prSet presAssocID="{4845ECE2-0D3B-47F1-9B5E-E741FA0F9D46}" presName="c8" presStyleLbl="node1" presStyleIdx="7" presStyleCnt="19"/>
      <dgm:spPr/>
    </dgm:pt>
    <dgm:pt modelId="{E4617F88-D475-4F51-8597-12BE427FD998}" type="pres">
      <dgm:prSet presAssocID="{4845ECE2-0D3B-47F1-9B5E-E741FA0F9D46}" presName="c9" presStyleLbl="node1" presStyleIdx="8" presStyleCnt="19"/>
      <dgm:spPr/>
    </dgm:pt>
    <dgm:pt modelId="{DF6C663D-E4CF-4C77-A7F5-273874E41951}" type="pres">
      <dgm:prSet presAssocID="{4845ECE2-0D3B-47F1-9B5E-E741FA0F9D46}" presName="c10" presStyleLbl="node1" presStyleIdx="9" presStyleCnt="19"/>
      <dgm:spPr/>
    </dgm:pt>
    <dgm:pt modelId="{62D32F35-9EC4-4096-AE5B-4AEC70686B6B}" type="pres">
      <dgm:prSet presAssocID="{4845ECE2-0D3B-47F1-9B5E-E741FA0F9D46}" presName="c11" presStyleLbl="node1" presStyleIdx="10" presStyleCnt="19"/>
      <dgm:spPr/>
    </dgm:pt>
    <dgm:pt modelId="{5FCA6792-E4C2-413A-A423-3D19BB635073}" type="pres">
      <dgm:prSet presAssocID="{4845ECE2-0D3B-47F1-9B5E-E741FA0F9D46}" presName="c12" presStyleLbl="node1" presStyleIdx="11" presStyleCnt="19"/>
      <dgm:spPr/>
    </dgm:pt>
    <dgm:pt modelId="{21948FF2-74A6-457E-B70C-A8B5C01697D4}" type="pres">
      <dgm:prSet presAssocID="{4845ECE2-0D3B-47F1-9B5E-E741FA0F9D46}" presName="c13" presStyleLbl="node1" presStyleIdx="12" presStyleCnt="19"/>
      <dgm:spPr/>
    </dgm:pt>
    <dgm:pt modelId="{E97F864A-4ACA-44C5-8B75-D2E0E7BE4C34}" type="pres">
      <dgm:prSet presAssocID="{4845ECE2-0D3B-47F1-9B5E-E741FA0F9D46}" presName="c14" presStyleLbl="node1" presStyleIdx="13" presStyleCnt="19"/>
      <dgm:spPr/>
    </dgm:pt>
    <dgm:pt modelId="{D68D5C06-EA45-41A9-AD94-0CC4F1367369}" type="pres">
      <dgm:prSet presAssocID="{4845ECE2-0D3B-47F1-9B5E-E741FA0F9D46}" presName="c15" presStyleLbl="node1" presStyleIdx="14" presStyleCnt="19"/>
      <dgm:spPr/>
    </dgm:pt>
    <dgm:pt modelId="{A16D2762-2951-413F-9DE9-AEC08B09144A}" type="pres">
      <dgm:prSet presAssocID="{4845ECE2-0D3B-47F1-9B5E-E741FA0F9D46}" presName="c16" presStyleLbl="node1" presStyleIdx="15" presStyleCnt="19"/>
      <dgm:spPr/>
    </dgm:pt>
    <dgm:pt modelId="{89A23A0C-924B-47D2-92BE-F689A61C1688}" type="pres">
      <dgm:prSet presAssocID="{4845ECE2-0D3B-47F1-9B5E-E741FA0F9D46}" presName="c17" presStyleLbl="node1" presStyleIdx="16" presStyleCnt="19" custScaleX="100000"/>
      <dgm:spPr/>
    </dgm:pt>
    <dgm:pt modelId="{A3BC1A9D-7930-47C2-8EAD-EF04CA4056D4}" type="pres">
      <dgm:prSet presAssocID="{4845ECE2-0D3B-47F1-9B5E-E741FA0F9D46}" presName="c18" presStyleLbl="node1" presStyleIdx="17" presStyleCnt="19"/>
      <dgm:spPr/>
    </dgm:pt>
    <dgm:pt modelId="{8FBD8201-A6AD-4FA0-8572-40C073DE58EB}" type="pres">
      <dgm:prSet presAssocID="{11F727DD-1F52-46DA-8396-E32F8CCB7C2F}" presName="chevronComposite1" presStyleCnt="0"/>
      <dgm:spPr/>
    </dgm:pt>
    <dgm:pt modelId="{FE16B06A-D085-42D9-990C-95E64A2911DB}" type="pres">
      <dgm:prSet presAssocID="{11F727DD-1F52-46DA-8396-E32F8CCB7C2F}" presName="chevron1" presStyleLbl="sibTrans2D1" presStyleIdx="0" presStyleCnt="2" custScaleX="100000" custScaleY="82645" custLinFactNeighborX="41286" custLinFactNeighborY="6006"/>
      <dgm:spPr/>
    </dgm:pt>
    <dgm:pt modelId="{18581E2B-5FAB-4FC9-86FE-A56B5295F619}" type="pres">
      <dgm:prSet presAssocID="{11F727DD-1F52-46DA-8396-E32F8CCB7C2F}" presName="spChevron1" presStyleCnt="0"/>
      <dgm:spPr/>
    </dgm:pt>
    <dgm:pt modelId="{E4BC6664-3DBF-4740-8337-416B57697ECF}" type="pres">
      <dgm:prSet presAssocID="{11F727DD-1F52-46DA-8396-E32F8CCB7C2F}" presName="overlap" presStyleCnt="0"/>
      <dgm:spPr/>
    </dgm:pt>
    <dgm:pt modelId="{D8DA81D3-9807-4548-8790-44DD1F4E4070}" type="pres">
      <dgm:prSet presAssocID="{11F727DD-1F52-46DA-8396-E32F8CCB7C2F}" presName="chevronComposite2" presStyleCnt="0"/>
      <dgm:spPr/>
    </dgm:pt>
    <dgm:pt modelId="{82047EA3-623C-49BF-B273-A04C5C3455E8}" type="pres">
      <dgm:prSet presAssocID="{11F727DD-1F52-46DA-8396-E32F8CCB7C2F}" presName="chevron2" presStyleLbl="sibTrans2D1" presStyleIdx="1" presStyleCnt="2" custScaleX="100000" custScaleY="82645" custLinFactNeighborX="52824" custLinFactNeighborY="3480"/>
      <dgm:spPr>
        <a:blipFill rotWithShape="0">
          <a:blip xmlns:r="http://schemas.openxmlformats.org/officeDocument/2006/relationships" r:embed="rId1"/>
          <a:stretch>
            <a:fillRect/>
          </a:stretch>
        </a:blipFill>
      </dgm:spPr>
    </dgm:pt>
    <dgm:pt modelId="{55CBDB35-B463-4E85-B65F-970EBC60CA61}" type="pres">
      <dgm:prSet presAssocID="{11F727DD-1F52-46DA-8396-E32F8CCB7C2F}" presName="spChevron2" presStyleCnt="0"/>
      <dgm:spPr/>
    </dgm:pt>
    <dgm:pt modelId="{C52A5D0F-D36B-42B0-B523-A0A18EDEE8D4}" type="pres">
      <dgm:prSet presAssocID="{F567A08F-28F0-46EC-80D0-70BFCBC78078}" presName="last" presStyleCnt="0"/>
      <dgm:spPr/>
    </dgm:pt>
    <dgm:pt modelId="{5F611A67-E8AD-4D9A-9AEB-BA163B8BF19D}" type="pres">
      <dgm:prSet presAssocID="{F567A08F-28F0-46EC-80D0-70BFCBC78078}" presName="circleTx" presStyleLbl="node1" presStyleIdx="18" presStyleCnt="19" custScaleX="112866" custScaleY="111759" custLinFactNeighborX="47460" custLinFactNeighborY="-660"/>
      <dgm:spPr/>
    </dgm:pt>
    <dgm:pt modelId="{468CD97A-1A81-4F8B-94BD-554ED2FDAD87}" type="pres">
      <dgm:prSet presAssocID="{F567A08F-28F0-46EC-80D0-70BFCBC78078}" presName="spN" presStyleCnt="0"/>
      <dgm:spPr/>
    </dgm:pt>
  </dgm:ptLst>
  <dgm:cxnLst>
    <dgm:cxn modelId="{D181B272-E817-4288-B7B1-6D3F845B5049}" type="presOf" srcId="{F567A08F-28F0-46EC-80D0-70BFCBC78078}" destId="{5F611A67-E8AD-4D9A-9AEB-BA163B8BF19D}" srcOrd="0" destOrd="0" presId="urn:microsoft.com/office/officeart/2009/3/layout/RandomtoResultProcess"/>
    <dgm:cxn modelId="{399C635F-3C39-4D74-85CE-4EECBD7AACDB}" srcId="{CC1894AD-12A3-4384-ABC7-32F1F1C6B036}" destId="{F567A08F-28F0-46EC-80D0-70BFCBC78078}" srcOrd="1" destOrd="0" parTransId="{ECC3E51E-9532-4E81-AEF4-E58279B84AAA}" sibTransId="{134758EF-2A1B-4946-A137-E334C1CDA8CA}"/>
    <dgm:cxn modelId="{2A8D8A29-F0EE-4844-94A8-496011D42F71}" srcId="{CC1894AD-12A3-4384-ABC7-32F1F1C6B036}" destId="{4845ECE2-0D3B-47F1-9B5E-E741FA0F9D46}" srcOrd="0" destOrd="0" parTransId="{2C5C0450-3317-4ABD-BED8-3D4F1DBC5C42}" sibTransId="{11F727DD-1F52-46DA-8396-E32F8CCB7C2F}"/>
    <dgm:cxn modelId="{321E9AEE-932E-4D57-80C6-59E9E53A46F3}" type="presOf" srcId="{4845ECE2-0D3B-47F1-9B5E-E741FA0F9D46}" destId="{78C7EC88-DF7E-448F-967A-27E2851BBFEB}" srcOrd="0" destOrd="0" presId="urn:microsoft.com/office/officeart/2009/3/layout/RandomtoResultProcess"/>
    <dgm:cxn modelId="{30548868-7B20-434E-98E0-F5C5F170E3F7}" type="presOf" srcId="{CC1894AD-12A3-4384-ABC7-32F1F1C6B036}" destId="{C264E24C-73B2-4FC7-863C-2FBB0DD9CFA2}" srcOrd="0" destOrd="0" presId="urn:microsoft.com/office/officeart/2009/3/layout/RandomtoResultProcess"/>
    <dgm:cxn modelId="{3DDB2B3E-A2B2-4887-9F26-18B05780F5A4}" type="presParOf" srcId="{C264E24C-73B2-4FC7-863C-2FBB0DD9CFA2}" destId="{554776E4-F7A0-4A9F-A03E-9A3BC425C0CC}" srcOrd="0" destOrd="0" presId="urn:microsoft.com/office/officeart/2009/3/layout/RandomtoResultProcess"/>
    <dgm:cxn modelId="{B4819995-F6B5-4726-8A43-B7D51AD5D269}" type="presParOf" srcId="{554776E4-F7A0-4A9F-A03E-9A3BC425C0CC}" destId="{78C7EC88-DF7E-448F-967A-27E2851BBFEB}" srcOrd="0" destOrd="0" presId="urn:microsoft.com/office/officeart/2009/3/layout/RandomtoResultProcess"/>
    <dgm:cxn modelId="{4881B9D5-BEDF-4ADD-8C57-A23B140A9B33}" type="presParOf" srcId="{554776E4-F7A0-4A9F-A03E-9A3BC425C0CC}" destId="{8F8F41C7-3D93-40F5-9452-C34395DFC713}" srcOrd="1" destOrd="0" presId="urn:microsoft.com/office/officeart/2009/3/layout/RandomtoResultProcess"/>
    <dgm:cxn modelId="{B85F93B8-FD10-4FC3-BFBA-582AB7BBD8F5}" type="presParOf" srcId="{554776E4-F7A0-4A9F-A03E-9A3BC425C0CC}" destId="{ACCA5EA7-02B1-4806-8849-966A18FBC03B}" srcOrd="2" destOrd="0" presId="urn:microsoft.com/office/officeart/2009/3/layout/RandomtoResultProcess"/>
    <dgm:cxn modelId="{913059B3-F07E-48AB-B0E1-8CE8929336D4}" type="presParOf" srcId="{554776E4-F7A0-4A9F-A03E-9A3BC425C0CC}" destId="{00E17968-3D81-4DFE-860E-C3F5910158EB}" srcOrd="3" destOrd="0" presId="urn:microsoft.com/office/officeart/2009/3/layout/RandomtoResultProcess"/>
    <dgm:cxn modelId="{994B832C-CDC1-4650-85D6-8C8F71F73B25}" type="presParOf" srcId="{554776E4-F7A0-4A9F-A03E-9A3BC425C0CC}" destId="{53E99243-9792-43B3-8666-594276BC5691}" srcOrd="4" destOrd="0" presId="urn:microsoft.com/office/officeart/2009/3/layout/RandomtoResultProcess"/>
    <dgm:cxn modelId="{5FB3780A-34B9-493E-8C4C-95F01F2E6EF4}" type="presParOf" srcId="{554776E4-F7A0-4A9F-A03E-9A3BC425C0CC}" destId="{E19AF96B-A37B-4E57-9844-86D9C4EABEFB}" srcOrd="5" destOrd="0" presId="urn:microsoft.com/office/officeart/2009/3/layout/RandomtoResultProcess"/>
    <dgm:cxn modelId="{71E8B68B-8FB8-4D0C-ADBA-1291776531A6}" type="presParOf" srcId="{554776E4-F7A0-4A9F-A03E-9A3BC425C0CC}" destId="{DDA02A15-FB5B-482D-8510-11E21770806A}" srcOrd="6" destOrd="0" presId="urn:microsoft.com/office/officeart/2009/3/layout/RandomtoResultProcess"/>
    <dgm:cxn modelId="{20CCBEDF-3C2D-4136-BCB8-07138FA59E34}" type="presParOf" srcId="{554776E4-F7A0-4A9F-A03E-9A3BC425C0CC}" destId="{9E0E8663-DCD9-404F-9E44-E9A29FDE74C4}" srcOrd="7" destOrd="0" presId="urn:microsoft.com/office/officeart/2009/3/layout/RandomtoResultProcess"/>
    <dgm:cxn modelId="{ED373B01-FD25-4BA1-B01F-8DD1C81FFCB9}" type="presParOf" srcId="{554776E4-F7A0-4A9F-A03E-9A3BC425C0CC}" destId="{930172D9-C99F-4D91-ABD8-88AF3C34A0C2}" srcOrd="8" destOrd="0" presId="urn:microsoft.com/office/officeart/2009/3/layout/RandomtoResultProcess"/>
    <dgm:cxn modelId="{C0A70B97-36F0-4FE5-804C-9A3CD1095478}" type="presParOf" srcId="{554776E4-F7A0-4A9F-A03E-9A3BC425C0CC}" destId="{E4617F88-D475-4F51-8597-12BE427FD998}" srcOrd="9" destOrd="0" presId="urn:microsoft.com/office/officeart/2009/3/layout/RandomtoResultProcess"/>
    <dgm:cxn modelId="{0BADFD37-86DF-4266-8323-70D9BAB04937}" type="presParOf" srcId="{554776E4-F7A0-4A9F-A03E-9A3BC425C0CC}" destId="{DF6C663D-E4CF-4C77-A7F5-273874E41951}" srcOrd="10" destOrd="0" presId="urn:microsoft.com/office/officeart/2009/3/layout/RandomtoResultProcess"/>
    <dgm:cxn modelId="{79AD60F8-ED70-4FE7-82D8-744135F4929B}" type="presParOf" srcId="{554776E4-F7A0-4A9F-A03E-9A3BC425C0CC}" destId="{62D32F35-9EC4-4096-AE5B-4AEC70686B6B}" srcOrd="11" destOrd="0" presId="urn:microsoft.com/office/officeart/2009/3/layout/RandomtoResultProcess"/>
    <dgm:cxn modelId="{C9E69B6E-0845-4884-9564-22AD016208F1}" type="presParOf" srcId="{554776E4-F7A0-4A9F-A03E-9A3BC425C0CC}" destId="{5FCA6792-E4C2-413A-A423-3D19BB635073}" srcOrd="12" destOrd="0" presId="urn:microsoft.com/office/officeart/2009/3/layout/RandomtoResultProcess"/>
    <dgm:cxn modelId="{2E043428-A8F9-4755-BE79-F55C78D12F79}" type="presParOf" srcId="{554776E4-F7A0-4A9F-A03E-9A3BC425C0CC}" destId="{21948FF2-74A6-457E-B70C-A8B5C01697D4}" srcOrd="13" destOrd="0" presId="urn:microsoft.com/office/officeart/2009/3/layout/RandomtoResultProcess"/>
    <dgm:cxn modelId="{B3428070-185B-4383-A769-1B22EE6DE632}" type="presParOf" srcId="{554776E4-F7A0-4A9F-A03E-9A3BC425C0CC}" destId="{E97F864A-4ACA-44C5-8B75-D2E0E7BE4C34}" srcOrd="14" destOrd="0" presId="urn:microsoft.com/office/officeart/2009/3/layout/RandomtoResultProcess"/>
    <dgm:cxn modelId="{C63AD655-8775-43A4-8180-87B2C3E4A6BE}" type="presParOf" srcId="{554776E4-F7A0-4A9F-A03E-9A3BC425C0CC}" destId="{D68D5C06-EA45-41A9-AD94-0CC4F1367369}" srcOrd="15" destOrd="0" presId="urn:microsoft.com/office/officeart/2009/3/layout/RandomtoResultProcess"/>
    <dgm:cxn modelId="{B6779C9E-4E48-4C0E-8FF5-D4CD18E044AE}" type="presParOf" srcId="{554776E4-F7A0-4A9F-A03E-9A3BC425C0CC}" destId="{A16D2762-2951-413F-9DE9-AEC08B09144A}" srcOrd="16" destOrd="0" presId="urn:microsoft.com/office/officeart/2009/3/layout/RandomtoResultProcess"/>
    <dgm:cxn modelId="{2FE62B29-D577-4B44-AFA6-9D4197B2E095}" type="presParOf" srcId="{554776E4-F7A0-4A9F-A03E-9A3BC425C0CC}" destId="{89A23A0C-924B-47D2-92BE-F689A61C1688}" srcOrd="17" destOrd="0" presId="urn:microsoft.com/office/officeart/2009/3/layout/RandomtoResultProcess"/>
    <dgm:cxn modelId="{A8ABACAC-3C2D-4055-801A-CD650B9D3390}" type="presParOf" srcId="{554776E4-F7A0-4A9F-A03E-9A3BC425C0CC}" destId="{A3BC1A9D-7930-47C2-8EAD-EF04CA4056D4}" srcOrd="18" destOrd="0" presId="urn:microsoft.com/office/officeart/2009/3/layout/RandomtoResultProcess"/>
    <dgm:cxn modelId="{912D643F-C8A9-4A4B-B673-0BBB314E1CA0}" type="presParOf" srcId="{C264E24C-73B2-4FC7-863C-2FBB0DD9CFA2}" destId="{8FBD8201-A6AD-4FA0-8572-40C073DE58EB}" srcOrd="1" destOrd="0" presId="urn:microsoft.com/office/officeart/2009/3/layout/RandomtoResultProcess"/>
    <dgm:cxn modelId="{3E7C6514-78B3-4F19-A975-19239D163247}" type="presParOf" srcId="{8FBD8201-A6AD-4FA0-8572-40C073DE58EB}" destId="{FE16B06A-D085-42D9-990C-95E64A2911DB}" srcOrd="0" destOrd="0" presId="urn:microsoft.com/office/officeart/2009/3/layout/RandomtoResultProcess"/>
    <dgm:cxn modelId="{2BB9891F-E4F5-4BBF-8603-989FFE0E09F1}" type="presParOf" srcId="{8FBD8201-A6AD-4FA0-8572-40C073DE58EB}" destId="{18581E2B-5FAB-4FC9-86FE-A56B5295F619}" srcOrd="1" destOrd="0" presId="urn:microsoft.com/office/officeart/2009/3/layout/RandomtoResultProcess"/>
    <dgm:cxn modelId="{91BEFB94-ABBC-4117-87A2-69F41F83FED5}" type="presParOf" srcId="{C264E24C-73B2-4FC7-863C-2FBB0DD9CFA2}" destId="{E4BC6664-3DBF-4740-8337-416B57697ECF}" srcOrd="2" destOrd="0" presId="urn:microsoft.com/office/officeart/2009/3/layout/RandomtoResultProcess"/>
    <dgm:cxn modelId="{3C5A4B97-8B63-4EF2-A397-E78E368A0F86}" type="presParOf" srcId="{C264E24C-73B2-4FC7-863C-2FBB0DD9CFA2}" destId="{D8DA81D3-9807-4548-8790-44DD1F4E4070}" srcOrd="3" destOrd="0" presId="urn:microsoft.com/office/officeart/2009/3/layout/RandomtoResultProcess"/>
    <dgm:cxn modelId="{B3596AA4-FE73-46E5-A884-E2AB8DA3A271}" type="presParOf" srcId="{D8DA81D3-9807-4548-8790-44DD1F4E4070}" destId="{82047EA3-623C-49BF-B273-A04C5C3455E8}" srcOrd="0" destOrd="0" presId="urn:microsoft.com/office/officeart/2009/3/layout/RandomtoResultProcess"/>
    <dgm:cxn modelId="{58DA0005-6D86-4342-B51B-ED484D2E1C93}" type="presParOf" srcId="{D8DA81D3-9807-4548-8790-44DD1F4E4070}" destId="{55CBDB35-B463-4E85-B65F-970EBC60CA61}" srcOrd="1" destOrd="0" presId="urn:microsoft.com/office/officeart/2009/3/layout/RandomtoResultProcess"/>
    <dgm:cxn modelId="{8F861AB9-9EA5-4D45-BE73-977C69FEAE18}" type="presParOf" srcId="{C264E24C-73B2-4FC7-863C-2FBB0DD9CFA2}" destId="{C52A5D0F-D36B-42B0-B523-A0A18EDEE8D4}" srcOrd="4" destOrd="0" presId="urn:microsoft.com/office/officeart/2009/3/layout/RandomtoResultProcess"/>
    <dgm:cxn modelId="{943CF2D4-7CFA-42C5-8946-01EF6F77DDFF}" type="presParOf" srcId="{C52A5D0F-D36B-42B0-B523-A0A18EDEE8D4}" destId="{5F611A67-E8AD-4D9A-9AEB-BA163B8BF19D}" srcOrd="0" destOrd="0" presId="urn:microsoft.com/office/officeart/2009/3/layout/RandomtoResultProcess"/>
    <dgm:cxn modelId="{4C5F361A-7033-4256-97F2-6FB3D98EA170}" type="presParOf" srcId="{C52A5D0F-D36B-42B0-B523-A0A18EDEE8D4}" destId="{468CD97A-1A81-4F8B-94BD-554ED2FDAD87}" srcOrd="1" destOrd="0" presId="urn:microsoft.com/office/officeart/2009/3/layout/RandomtoResultProcess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08D680E-D6DF-4E5B-8F1D-319DE8E17911}">
      <dsp:nvSpPr>
        <dsp:cNvPr id="0" name=""/>
        <dsp:cNvSpPr/>
      </dsp:nvSpPr>
      <dsp:spPr>
        <a:xfrm>
          <a:off x="2378850" y="534630"/>
          <a:ext cx="3663724" cy="3663724"/>
        </a:xfrm>
        <a:prstGeom prst="blockArc">
          <a:avLst>
            <a:gd name="adj1" fmla="val 12600000"/>
            <a:gd name="adj2" fmla="val 16200000"/>
            <a:gd name="adj3" fmla="val 4525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A837E36-E6E8-4C95-9A93-E7C8AFE92E12}">
      <dsp:nvSpPr>
        <dsp:cNvPr id="0" name=""/>
        <dsp:cNvSpPr/>
      </dsp:nvSpPr>
      <dsp:spPr>
        <a:xfrm>
          <a:off x="2378850" y="534630"/>
          <a:ext cx="3663724" cy="3663724"/>
        </a:xfrm>
        <a:prstGeom prst="blockArc">
          <a:avLst>
            <a:gd name="adj1" fmla="val 9000000"/>
            <a:gd name="adj2" fmla="val 12600000"/>
            <a:gd name="adj3" fmla="val 4525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5F53298-D944-4D8C-8F2B-B6F35EEB8879}">
      <dsp:nvSpPr>
        <dsp:cNvPr id="0" name=""/>
        <dsp:cNvSpPr/>
      </dsp:nvSpPr>
      <dsp:spPr>
        <a:xfrm>
          <a:off x="2378850" y="534630"/>
          <a:ext cx="3663724" cy="3663724"/>
        </a:xfrm>
        <a:prstGeom prst="blockArc">
          <a:avLst>
            <a:gd name="adj1" fmla="val 5400000"/>
            <a:gd name="adj2" fmla="val 9000000"/>
            <a:gd name="adj3" fmla="val 4525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DA3607A-F77A-491B-85BF-1D1C135577D2}">
      <dsp:nvSpPr>
        <dsp:cNvPr id="0" name=""/>
        <dsp:cNvSpPr/>
      </dsp:nvSpPr>
      <dsp:spPr>
        <a:xfrm>
          <a:off x="2378850" y="534630"/>
          <a:ext cx="3663724" cy="3663724"/>
        </a:xfrm>
        <a:prstGeom prst="blockArc">
          <a:avLst>
            <a:gd name="adj1" fmla="val 1800000"/>
            <a:gd name="adj2" fmla="val 5400000"/>
            <a:gd name="adj3" fmla="val 4525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FEF12E9-0054-48E3-898B-855CC5680162}">
      <dsp:nvSpPr>
        <dsp:cNvPr id="0" name=""/>
        <dsp:cNvSpPr/>
      </dsp:nvSpPr>
      <dsp:spPr>
        <a:xfrm>
          <a:off x="2371613" y="547285"/>
          <a:ext cx="3663724" cy="3663724"/>
        </a:xfrm>
        <a:prstGeom prst="blockArc">
          <a:avLst>
            <a:gd name="adj1" fmla="val 19771869"/>
            <a:gd name="adj2" fmla="val 1772008"/>
            <a:gd name="adj3" fmla="val 4525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04749FC-A2EC-4F54-9D62-BACCAD4DA10F}">
      <dsp:nvSpPr>
        <dsp:cNvPr id="0" name=""/>
        <dsp:cNvSpPr/>
      </dsp:nvSpPr>
      <dsp:spPr>
        <a:xfrm>
          <a:off x="2364203" y="534570"/>
          <a:ext cx="3663724" cy="3663724"/>
        </a:xfrm>
        <a:prstGeom prst="blockArc">
          <a:avLst>
            <a:gd name="adj1" fmla="val 16228125"/>
            <a:gd name="adj2" fmla="val 19800126"/>
            <a:gd name="adj3" fmla="val 4525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9451FF7-59D2-4A0B-A47A-EA7D4893AF1A}">
      <dsp:nvSpPr>
        <dsp:cNvPr id="0" name=""/>
        <dsp:cNvSpPr/>
      </dsp:nvSpPr>
      <dsp:spPr>
        <a:xfrm>
          <a:off x="3388308" y="1544088"/>
          <a:ext cx="1644809" cy="1644809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940" tIns="27940" rIns="2794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200" b="1" kern="1200" dirty="0">
              <a:solidFill>
                <a:schemeClr val="bg1">
                  <a:lumMod val="8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MULTAS e PERDAS</a:t>
          </a:r>
        </a:p>
      </dsp:txBody>
      <dsp:txXfrm>
        <a:off x="3629185" y="1784965"/>
        <a:ext cx="1163055" cy="1163055"/>
      </dsp:txXfrm>
    </dsp:sp>
    <dsp:sp modelId="{996BAC27-7273-452A-8EA2-8B7441C67320}">
      <dsp:nvSpPr>
        <dsp:cNvPr id="0" name=""/>
        <dsp:cNvSpPr/>
      </dsp:nvSpPr>
      <dsp:spPr>
        <a:xfrm>
          <a:off x="3635029" y="396"/>
          <a:ext cx="1151366" cy="1151366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200" kern="1200" dirty="0"/>
            <a:t>Sem Processo e sem Propriedade</a:t>
          </a:r>
        </a:p>
      </dsp:txBody>
      <dsp:txXfrm>
        <a:off x="3803643" y="169010"/>
        <a:ext cx="814138" cy="814138"/>
      </dsp:txXfrm>
    </dsp:sp>
    <dsp:sp modelId="{5133E824-CC8D-4747-AD27-308CE0A3279C}">
      <dsp:nvSpPr>
        <dsp:cNvPr id="0" name=""/>
        <dsp:cNvSpPr/>
      </dsp:nvSpPr>
      <dsp:spPr>
        <a:xfrm>
          <a:off x="5170957" y="895600"/>
          <a:ext cx="1151366" cy="1151366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200" kern="1200" dirty="0"/>
            <a:t>Há Autonomia sem Controle</a:t>
          </a:r>
        </a:p>
      </dsp:txBody>
      <dsp:txXfrm>
        <a:off x="5339571" y="1064214"/>
        <a:ext cx="814138" cy="814138"/>
      </dsp:txXfrm>
    </dsp:sp>
    <dsp:sp modelId="{61BE9529-AD8E-49C6-8254-ED3C70CD3D31}">
      <dsp:nvSpPr>
        <dsp:cNvPr id="0" name=""/>
        <dsp:cNvSpPr/>
      </dsp:nvSpPr>
      <dsp:spPr>
        <a:xfrm>
          <a:off x="5185572" y="2686016"/>
          <a:ext cx="1151366" cy="1151366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200" kern="1200" dirty="0"/>
            <a:t>Descontrole sobre Recursos e Capacidades</a:t>
          </a:r>
        </a:p>
      </dsp:txBody>
      <dsp:txXfrm>
        <a:off x="5354186" y="2854630"/>
        <a:ext cx="814138" cy="814138"/>
      </dsp:txXfrm>
    </dsp:sp>
    <dsp:sp modelId="{3F9E5ACE-A5F4-46EA-8889-7197880E7BB4}">
      <dsp:nvSpPr>
        <dsp:cNvPr id="0" name=""/>
        <dsp:cNvSpPr/>
      </dsp:nvSpPr>
      <dsp:spPr>
        <a:xfrm>
          <a:off x="3635029" y="3581222"/>
          <a:ext cx="1151366" cy="1151366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200" kern="1200" dirty="0"/>
            <a:t>Promessas Utópicas em Contratos</a:t>
          </a:r>
        </a:p>
      </dsp:txBody>
      <dsp:txXfrm>
        <a:off x="3803643" y="3749836"/>
        <a:ext cx="814138" cy="814138"/>
      </dsp:txXfrm>
    </dsp:sp>
    <dsp:sp modelId="{1B9044DA-D4AA-4B89-A6AC-2A4D7AA7E6BA}">
      <dsp:nvSpPr>
        <dsp:cNvPr id="0" name=""/>
        <dsp:cNvSpPr/>
      </dsp:nvSpPr>
      <dsp:spPr>
        <a:xfrm>
          <a:off x="2084486" y="2686016"/>
          <a:ext cx="1151366" cy="1151366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200" kern="1200" dirty="0"/>
            <a:t>Não há Auditoria e Verificação</a:t>
          </a:r>
        </a:p>
      </dsp:txBody>
      <dsp:txXfrm>
        <a:off x="2253100" y="2854630"/>
        <a:ext cx="814138" cy="814138"/>
      </dsp:txXfrm>
    </dsp:sp>
    <dsp:sp modelId="{65E22DD8-DAA1-4CD3-8342-A0E7A7C83AED}">
      <dsp:nvSpPr>
        <dsp:cNvPr id="0" name=""/>
        <dsp:cNvSpPr/>
      </dsp:nvSpPr>
      <dsp:spPr>
        <a:xfrm>
          <a:off x="2084486" y="895603"/>
          <a:ext cx="1151366" cy="1151366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200" kern="1200" dirty="0"/>
            <a:t>Automação Inexistente</a:t>
          </a:r>
        </a:p>
      </dsp:txBody>
      <dsp:txXfrm>
        <a:off x="2253100" y="1064217"/>
        <a:ext cx="814138" cy="81413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C7EC88-DF7E-448F-967A-27E2851BBFEB}">
      <dsp:nvSpPr>
        <dsp:cNvPr id="0" name=""/>
        <dsp:cNvSpPr/>
      </dsp:nvSpPr>
      <dsp:spPr>
        <a:xfrm>
          <a:off x="1704343" y="775995"/>
          <a:ext cx="2017446" cy="7093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200" b="1" kern="1200" dirty="0">
              <a:solidFill>
                <a:srgbClr val="C00000"/>
              </a:solidFill>
            </a:rPr>
            <a:t>Atendimento, Processo e Controles descentralizados em 35 pontos.</a:t>
          </a:r>
        </a:p>
      </dsp:txBody>
      <dsp:txXfrm>
        <a:off x="1704343" y="775995"/>
        <a:ext cx="2017446" cy="709329"/>
      </dsp:txXfrm>
    </dsp:sp>
    <dsp:sp modelId="{8F8F41C7-3D93-40F5-9452-C34395DFC713}">
      <dsp:nvSpPr>
        <dsp:cNvPr id="0" name=""/>
        <dsp:cNvSpPr/>
      </dsp:nvSpPr>
      <dsp:spPr>
        <a:xfrm>
          <a:off x="1634396" y="560261"/>
          <a:ext cx="171217" cy="171217"/>
        </a:xfrm>
        <a:prstGeom prst="ellips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CCA5EA7-02B1-4806-8849-966A18FBC03B}">
      <dsp:nvSpPr>
        <dsp:cNvPr id="0" name=""/>
        <dsp:cNvSpPr/>
      </dsp:nvSpPr>
      <dsp:spPr>
        <a:xfrm>
          <a:off x="1754248" y="320557"/>
          <a:ext cx="171217" cy="171217"/>
        </a:xfrm>
        <a:prstGeom prst="ellipse">
          <a:avLst/>
        </a:prstGeom>
        <a:gradFill rotWithShape="0">
          <a:gsLst>
            <a:gs pos="0">
              <a:schemeClr val="accent3">
                <a:hueOff val="150589"/>
                <a:satOff val="5556"/>
                <a:lumOff val="-81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50589"/>
                <a:satOff val="5556"/>
                <a:lumOff val="-81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50589"/>
                <a:satOff val="5556"/>
                <a:lumOff val="-81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0E17968-3D81-4DFE-860E-C3F5910158EB}">
      <dsp:nvSpPr>
        <dsp:cNvPr id="0" name=""/>
        <dsp:cNvSpPr/>
      </dsp:nvSpPr>
      <dsp:spPr>
        <a:xfrm>
          <a:off x="2041893" y="368497"/>
          <a:ext cx="269055" cy="269055"/>
        </a:xfrm>
        <a:prstGeom prst="ellipse">
          <a:avLst/>
        </a:prstGeom>
        <a:gradFill rotWithShape="0">
          <a:gsLst>
            <a:gs pos="0">
              <a:schemeClr val="accent3">
                <a:hueOff val="301178"/>
                <a:satOff val="11111"/>
                <a:lumOff val="-163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301178"/>
                <a:satOff val="11111"/>
                <a:lumOff val="-163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301178"/>
                <a:satOff val="11111"/>
                <a:lumOff val="-163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3E99243-9792-43B3-8666-594276BC5691}">
      <dsp:nvSpPr>
        <dsp:cNvPr id="0" name=""/>
        <dsp:cNvSpPr/>
      </dsp:nvSpPr>
      <dsp:spPr>
        <a:xfrm>
          <a:off x="2281598" y="104823"/>
          <a:ext cx="171217" cy="171217"/>
        </a:xfrm>
        <a:prstGeom prst="ellipse">
          <a:avLst/>
        </a:prstGeom>
        <a:gradFill rotWithShape="0">
          <a:gsLst>
            <a:gs pos="0">
              <a:schemeClr val="accent3">
                <a:hueOff val="451767"/>
                <a:satOff val="16667"/>
                <a:lumOff val="-24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451767"/>
                <a:satOff val="16667"/>
                <a:lumOff val="-24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451767"/>
                <a:satOff val="16667"/>
                <a:lumOff val="-24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19AF96B-A37B-4E57-9844-86D9C4EABEFB}">
      <dsp:nvSpPr>
        <dsp:cNvPr id="0" name=""/>
        <dsp:cNvSpPr/>
      </dsp:nvSpPr>
      <dsp:spPr>
        <a:xfrm>
          <a:off x="2593213" y="8941"/>
          <a:ext cx="171217" cy="171217"/>
        </a:xfrm>
        <a:prstGeom prst="ellipse">
          <a:avLst/>
        </a:prstGeom>
        <a:gradFill rotWithShape="0">
          <a:gsLst>
            <a:gs pos="0">
              <a:schemeClr val="accent3">
                <a:hueOff val="602355"/>
                <a:satOff val="22222"/>
                <a:lumOff val="-3268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602355"/>
                <a:satOff val="22222"/>
                <a:lumOff val="-3268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602355"/>
                <a:satOff val="22222"/>
                <a:lumOff val="-3268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DA02A15-FB5B-482D-8510-11E21770806A}">
      <dsp:nvSpPr>
        <dsp:cNvPr id="0" name=""/>
        <dsp:cNvSpPr/>
      </dsp:nvSpPr>
      <dsp:spPr>
        <a:xfrm>
          <a:off x="2976740" y="176734"/>
          <a:ext cx="171217" cy="171217"/>
        </a:xfrm>
        <a:prstGeom prst="ellipse">
          <a:avLst/>
        </a:prstGeom>
        <a:gradFill rotWithShape="0">
          <a:gsLst>
            <a:gs pos="0">
              <a:schemeClr val="accent3">
                <a:hueOff val="752944"/>
                <a:satOff val="27778"/>
                <a:lumOff val="-408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752944"/>
                <a:satOff val="27778"/>
                <a:lumOff val="-408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752944"/>
                <a:satOff val="27778"/>
                <a:lumOff val="-408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E0E8663-DCD9-404F-9E44-E9A29FDE74C4}">
      <dsp:nvSpPr>
        <dsp:cNvPr id="0" name=""/>
        <dsp:cNvSpPr/>
      </dsp:nvSpPr>
      <dsp:spPr>
        <a:xfrm>
          <a:off x="3216445" y="296586"/>
          <a:ext cx="269055" cy="269055"/>
        </a:xfrm>
        <a:prstGeom prst="ellipse">
          <a:avLst/>
        </a:prstGeom>
        <a:gradFill rotWithShape="0">
          <a:gsLst>
            <a:gs pos="0">
              <a:schemeClr val="accent3">
                <a:hueOff val="903533"/>
                <a:satOff val="33333"/>
                <a:lumOff val="-490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903533"/>
                <a:satOff val="33333"/>
                <a:lumOff val="-490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903533"/>
                <a:satOff val="33333"/>
                <a:lumOff val="-490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30172D9-C99F-4D91-ABD8-88AF3C34A0C2}">
      <dsp:nvSpPr>
        <dsp:cNvPr id="0" name=""/>
        <dsp:cNvSpPr/>
      </dsp:nvSpPr>
      <dsp:spPr>
        <a:xfrm>
          <a:off x="3552031" y="560261"/>
          <a:ext cx="171217" cy="171217"/>
        </a:xfrm>
        <a:prstGeom prst="ellipse">
          <a:avLst/>
        </a:prstGeom>
        <a:gradFill rotWithShape="0">
          <a:gsLst>
            <a:gs pos="0">
              <a:schemeClr val="accent3">
                <a:hueOff val="1054122"/>
                <a:satOff val="38889"/>
                <a:lumOff val="-571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054122"/>
                <a:satOff val="38889"/>
                <a:lumOff val="-571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054122"/>
                <a:satOff val="38889"/>
                <a:lumOff val="-571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4617F88-D475-4F51-8597-12BE427FD998}">
      <dsp:nvSpPr>
        <dsp:cNvPr id="0" name=""/>
        <dsp:cNvSpPr/>
      </dsp:nvSpPr>
      <dsp:spPr>
        <a:xfrm>
          <a:off x="3695854" y="823936"/>
          <a:ext cx="171217" cy="171217"/>
        </a:xfrm>
        <a:prstGeom prst="ellipse">
          <a:avLst/>
        </a:prstGeom>
        <a:gradFill rotWithShape="0">
          <a:gsLst>
            <a:gs pos="0">
              <a:schemeClr val="accent3">
                <a:hueOff val="1204711"/>
                <a:satOff val="44444"/>
                <a:lumOff val="-6536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204711"/>
                <a:satOff val="44444"/>
                <a:lumOff val="-6536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204711"/>
                <a:satOff val="44444"/>
                <a:lumOff val="-6536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F6C663D-E4CF-4C77-A7F5-273874E41951}">
      <dsp:nvSpPr>
        <dsp:cNvPr id="0" name=""/>
        <dsp:cNvSpPr/>
      </dsp:nvSpPr>
      <dsp:spPr>
        <a:xfrm>
          <a:off x="2449391" y="320557"/>
          <a:ext cx="440273" cy="440273"/>
        </a:xfrm>
        <a:prstGeom prst="ellipse">
          <a:avLst/>
        </a:prstGeom>
        <a:gradFill rotWithShape="0">
          <a:gsLst>
            <a:gs pos="0">
              <a:schemeClr val="accent3">
                <a:hueOff val="1355300"/>
                <a:satOff val="50000"/>
                <a:lumOff val="-735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355300"/>
                <a:satOff val="50000"/>
                <a:lumOff val="-735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355300"/>
                <a:satOff val="50000"/>
                <a:lumOff val="-735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2D32F35-9EC4-4096-AE5B-4AEC70686B6B}">
      <dsp:nvSpPr>
        <dsp:cNvPr id="0" name=""/>
        <dsp:cNvSpPr/>
      </dsp:nvSpPr>
      <dsp:spPr>
        <a:xfrm>
          <a:off x="1514544" y="1231433"/>
          <a:ext cx="171217" cy="171217"/>
        </a:xfrm>
        <a:prstGeom prst="ellipse">
          <a:avLst/>
        </a:prstGeom>
        <a:gradFill rotWithShape="0">
          <a:gsLst>
            <a:gs pos="0">
              <a:schemeClr val="accent3">
                <a:hueOff val="1505888"/>
                <a:satOff val="55556"/>
                <a:lumOff val="-81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505888"/>
                <a:satOff val="55556"/>
                <a:lumOff val="-81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505888"/>
                <a:satOff val="55556"/>
                <a:lumOff val="-81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FCA6792-E4C2-413A-A423-3D19BB635073}">
      <dsp:nvSpPr>
        <dsp:cNvPr id="0" name=""/>
        <dsp:cNvSpPr/>
      </dsp:nvSpPr>
      <dsp:spPr>
        <a:xfrm>
          <a:off x="1658366" y="1447167"/>
          <a:ext cx="269055" cy="269055"/>
        </a:xfrm>
        <a:prstGeom prst="ellipse">
          <a:avLst/>
        </a:prstGeom>
        <a:gradFill rotWithShape="0">
          <a:gsLst>
            <a:gs pos="0">
              <a:schemeClr val="accent3">
                <a:hueOff val="1656477"/>
                <a:satOff val="61111"/>
                <a:lumOff val="-898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656477"/>
                <a:satOff val="61111"/>
                <a:lumOff val="-898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656477"/>
                <a:satOff val="61111"/>
                <a:lumOff val="-898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1948FF2-74A6-457E-B70C-A8B5C01697D4}">
      <dsp:nvSpPr>
        <dsp:cNvPr id="0" name=""/>
        <dsp:cNvSpPr/>
      </dsp:nvSpPr>
      <dsp:spPr>
        <a:xfrm>
          <a:off x="2017923" y="1638931"/>
          <a:ext cx="391354" cy="391354"/>
        </a:xfrm>
        <a:prstGeom prst="ellipse">
          <a:avLst/>
        </a:prstGeom>
        <a:gradFill rotWithShape="0">
          <a:gsLst>
            <a:gs pos="0">
              <a:schemeClr val="accent3">
                <a:hueOff val="1807066"/>
                <a:satOff val="66667"/>
                <a:lumOff val="-980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807066"/>
                <a:satOff val="66667"/>
                <a:lumOff val="-980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807066"/>
                <a:satOff val="66667"/>
                <a:lumOff val="-980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97F864A-4ACA-44C5-8B75-D2E0E7BE4C34}">
      <dsp:nvSpPr>
        <dsp:cNvPr id="0" name=""/>
        <dsp:cNvSpPr/>
      </dsp:nvSpPr>
      <dsp:spPr>
        <a:xfrm>
          <a:off x="2521302" y="1950547"/>
          <a:ext cx="171217" cy="171217"/>
        </a:xfrm>
        <a:prstGeom prst="ellipse">
          <a:avLst/>
        </a:prstGeom>
        <a:gradFill rotWithShape="0">
          <a:gsLst>
            <a:gs pos="0">
              <a:schemeClr val="accent3">
                <a:hueOff val="1957655"/>
                <a:satOff val="72222"/>
                <a:lumOff val="-1062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957655"/>
                <a:satOff val="72222"/>
                <a:lumOff val="-1062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957655"/>
                <a:satOff val="72222"/>
                <a:lumOff val="-1062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68D5C06-EA45-41A9-AD94-0CC4F1367369}">
      <dsp:nvSpPr>
        <dsp:cNvPr id="0" name=""/>
        <dsp:cNvSpPr/>
      </dsp:nvSpPr>
      <dsp:spPr>
        <a:xfrm>
          <a:off x="2617184" y="1638931"/>
          <a:ext cx="269055" cy="269055"/>
        </a:xfrm>
        <a:prstGeom prst="ellipse">
          <a:avLst/>
        </a:prstGeom>
        <a:gradFill rotWithShape="0">
          <a:gsLst>
            <a:gs pos="0">
              <a:schemeClr val="accent3">
                <a:hueOff val="2108244"/>
                <a:satOff val="77778"/>
                <a:lumOff val="-11438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108244"/>
                <a:satOff val="77778"/>
                <a:lumOff val="-11438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108244"/>
                <a:satOff val="77778"/>
                <a:lumOff val="-11438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16D2762-2951-413F-9DE9-AEC08B09144A}">
      <dsp:nvSpPr>
        <dsp:cNvPr id="0" name=""/>
        <dsp:cNvSpPr/>
      </dsp:nvSpPr>
      <dsp:spPr>
        <a:xfrm>
          <a:off x="2856888" y="1974517"/>
          <a:ext cx="171217" cy="171217"/>
        </a:xfrm>
        <a:prstGeom prst="ellipse">
          <a:avLst/>
        </a:prstGeom>
        <a:gradFill rotWithShape="0">
          <a:gsLst>
            <a:gs pos="0">
              <a:schemeClr val="accent3">
                <a:hueOff val="2258833"/>
                <a:satOff val="83333"/>
                <a:lumOff val="-1225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258833"/>
                <a:satOff val="83333"/>
                <a:lumOff val="-1225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258833"/>
                <a:satOff val="83333"/>
                <a:lumOff val="-1225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9A23A0C-924B-47D2-92BE-F689A61C1688}">
      <dsp:nvSpPr>
        <dsp:cNvPr id="0" name=""/>
        <dsp:cNvSpPr/>
      </dsp:nvSpPr>
      <dsp:spPr>
        <a:xfrm>
          <a:off x="3072622" y="1590990"/>
          <a:ext cx="391354" cy="391354"/>
        </a:xfrm>
        <a:prstGeom prst="ellipse">
          <a:avLst/>
        </a:prstGeom>
        <a:gradFill rotWithShape="0">
          <a:gsLst>
            <a:gs pos="0">
              <a:schemeClr val="accent3">
                <a:hueOff val="2409421"/>
                <a:satOff val="88889"/>
                <a:lumOff val="-1307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409421"/>
                <a:satOff val="88889"/>
                <a:lumOff val="-1307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409421"/>
                <a:satOff val="88889"/>
                <a:lumOff val="-1307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3BC1A9D-7930-47C2-8EAD-EF04CA4056D4}">
      <dsp:nvSpPr>
        <dsp:cNvPr id="0" name=""/>
        <dsp:cNvSpPr/>
      </dsp:nvSpPr>
      <dsp:spPr>
        <a:xfrm>
          <a:off x="3599972" y="1495108"/>
          <a:ext cx="269055" cy="269055"/>
        </a:xfrm>
        <a:prstGeom prst="ellipse">
          <a:avLst/>
        </a:prstGeom>
        <a:gradFill rotWithShape="0">
          <a:gsLst>
            <a:gs pos="0">
              <a:schemeClr val="accent3">
                <a:hueOff val="2560010"/>
                <a:satOff val="94444"/>
                <a:lumOff val="-1388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560010"/>
                <a:satOff val="94444"/>
                <a:lumOff val="-1388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560010"/>
                <a:satOff val="94444"/>
                <a:lumOff val="-1388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E16B06A-D085-42D9-990C-95E64A2911DB}">
      <dsp:nvSpPr>
        <dsp:cNvPr id="0" name=""/>
        <dsp:cNvSpPr/>
      </dsp:nvSpPr>
      <dsp:spPr>
        <a:xfrm>
          <a:off x="4195261" y="589605"/>
          <a:ext cx="790179" cy="1246731"/>
        </a:xfrm>
        <a:prstGeom prst="chevron">
          <a:avLst>
            <a:gd name="adj" fmla="val 6231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2047EA3-623C-49BF-B273-A04C5C3455E8}">
      <dsp:nvSpPr>
        <dsp:cNvPr id="0" name=""/>
        <dsp:cNvSpPr/>
      </dsp:nvSpPr>
      <dsp:spPr>
        <a:xfrm>
          <a:off x="4932942" y="551499"/>
          <a:ext cx="790179" cy="1246731"/>
        </a:xfrm>
        <a:prstGeom prst="chevron">
          <a:avLst>
            <a:gd name="adj" fmla="val 62310"/>
          </a:avLst>
        </a:prstGeom>
        <a:blipFill rotWithShape="0">
          <a:blip xmlns:r="http://schemas.openxmlformats.org/officeDocument/2006/relationships" r:embed="rId1"/>
          <a:stretch>
            <a:fillRect/>
          </a:stretch>
        </a:blip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F611A67-E8AD-4D9A-9AEB-BA163B8BF19D}">
      <dsp:nvSpPr>
        <dsp:cNvPr id="0" name=""/>
        <dsp:cNvSpPr/>
      </dsp:nvSpPr>
      <dsp:spPr>
        <a:xfrm>
          <a:off x="6175079" y="123641"/>
          <a:ext cx="2067455" cy="2047177"/>
        </a:xfrm>
        <a:prstGeom prst="ellipse">
          <a:avLst/>
        </a:prstGeom>
        <a:solidFill>
          <a:schemeClr val="accent1"/>
        </a:soli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300" b="1" kern="1200" dirty="0"/>
            <a:t>Atendimento, Processo e Controles Centralizados.</a:t>
          </a:r>
        </a:p>
      </dsp:txBody>
      <dsp:txXfrm>
        <a:off x="6477851" y="423443"/>
        <a:ext cx="1461911" cy="144757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radial6">
  <dgm:title val=""/>
  <dgm:desc val=""/>
  <dgm:catLst>
    <dgm:cat type="cycle" pri="9000"/>
    <dgm:cat type="relationship" pri="2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Name0">
    <dgm:varLst>
      <dgm:chMax val="1"/>
      <dgm:dir/>
      <dgm:animLvl val="ctr"/>
      <dgm:resizeHandles val="exact"/>
    </dgm:varLst>
    <dgm:choose name="Name1">
      <dgm:if name="Name2" func="var" arg="dir" op="equ" val="norm">
        <dgm:choose name="Name3">
          <dgm:if name="Name4" axis="ch ch" ptType="node node" st="1 1" cnt="1 0" func="cnt" op="lte" val="1">
            <dgm:alg type="cycle">
              <dgm:param type="stAng" val="90"/>
              <dgm:param type="spanAng" val="360"/>
              <dgm:param type="ctrShpMap" val="fNode"/>
            </dgm:alg>
          </dgm:if>
          <dgm:else name="Name5">
            <dgm:alg type="cycle">
              <dgm:param type="stAng" val="0"/>
              <dgm:param type="spanAng" val="360"/>
              <dgm:param type="ctrShpMap" val="fNode"/>
            </dgm:alg>
          </dgm:else>
        </dgm:choose>
      </dgm:if>
      <dgm:else name="Name6">
        <dgm:choose name="Name7">
          <dgm:if name="Name8" axis="ch ch" ptType="node node" st="1 1" cnt="1 0" func="cnt" op="lte" val="1">
            <dgm:alg type="cycle">
              <dgm:param type="stAng" val="-90"/>
              <dgm:param type="spanAng" val="360"/>
              <dgm:param type="ctrShpMap" val="fNode"/>
            </dgm:alg>
          </dgm:if>
          <dgm:else name="Name9">
            <dgm:alg type="cycle">
              <dgm:param type="stAng" val="0"/>
              <dgm:param type="spanAng" val="-360"/>
              <dgm:param type="ctrShpMap" val="fNode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10">
      <dgm:if name="Name11" func="var" arg="dir" op="equ" val="norm">
        <dgm:choose name="Name12">
          <dgm:if name="Name13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des" forName="oneNode" refType="primFontSz" refFor="ch" refForName="centerShape" op="lte" fact="0.95"/>
              <dgm:constr type="diam" for="ch" forName="singleconn" refType="diam" op="equ" fact="-1"/>
              <dgm:constr type="h" for="ch" forName="singleconn" refType="w" refFor="ch" refForName="oneComp" fact="0.24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4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forName="sibTrans" refType="diam" op="equ"/>
              <dgm:constr type="h" for="ch" forName="sibTrans" refType="w" refFor="ch" refForName="node" fact="0.24"/>
              <dgm:constr type="w" for="ch" forName="dummy" val="1"/>
            </dgm:constrLst>
          </dgm:else>
        </dgm:choose>
      </dgm:if>
      <dgm:else name="Name15">
        <dgm:choose name="Name16">
          <dgm:if name="Name17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ch" forName="oneNode" refType="primFontSz" refFor="ch" refForName="centerShape" op="lte" fact="0.95"/>
              <dgm:constr type="diam" for="ch" forName="singleconn" refType="diam"/>
              <dgm:constr type="h" for="ch" forName="singleconn" refType="w" refFor="ch" refForName="oneComp" fact="0.24"/>
              <dgm:constr type="diam" for="ch" refType="diam" op="equ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8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ptType="sibTrans" refType="diam" fact="-1"/>
              <dgm:constr type="h" for="ch" forName="sibTrans" refType="w" refFor="ch" refForName="node" fact="0.24"/>
              <dgm:constr type="diam" for="ch" refType="diam" op="equ" fact="-1"/>
              <dgm:constr type="w" for="ch" forName="dummy" val="1"/>
            </dgm:constrLst>
          </dgm:else>
        </dgm:choose>
      </dgm:else>
    </dgm:choose>
    <dgm:ruleLst>
      <dgm:rule type="diam" val="INF" fact="NaN" max="NaN"/>
    </dgm:ruleLst>
    <dgm:forEach name="Name19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Name20" axis="ch">
        <dgm:forEach name="Name21" axis="self" ptType="node">
          <dgm:choose name="Name22">
            <dgm:if name="Name23" axis="par ch" ptType="node node" func="cnt" op="gt" val="1">
              <dgm:layoutNode name="node" styleLbl="node1">
                <dgm:varLst>
                  <dgm:bulletEnabled val="1"/>
                </dgm:varLst>
                <dgm:alg type="tx">
                  <dgm:param type="txAnchorVertCh" val="mid"/>
                </dgm:alg>
                <dgm:shape xmlns:r="http://schemas.openxmlformats.org/officeDocument/2006/relationships" type="ellipse" r:blip="">
                  <dgm:adjLst/>
                </dgm:shape>
                <dgm:presOf axis="desOrSelf" ptType="node"/>
                <dgm:constrLst>
                  <dgm:constr type="h" refType="w"/>
                  <dgm:constr type="tMarg" refType="primFontSz" fact="0.1"/>
                  <dgm:constr type="bMarg" refType="primFontSz" fact="0.1"/>
                  <dgm:constr type="lMarg" refType="primFontSz" fact="0.1"/>
                  <dgm:constr type="rMarg" refType="primFontSz" fact="0.1"/>
                </dgm:constrLst>
                <dgm:ruleLst>
                  <dgm:rule type="primFontSz" val="5" fact="NaN" max="NaN"/>
                </dgm:ruleLst>
              </dgm:layoutNode>
              <dgm:layoutNode name="dummy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" axis="followSib" ptType="sibTrans" hideLastTrans="0" cnt="1">
                <dgm:layoutNode name="sibTrans" styleLbl="sibTrans2D1">
                  <dgm:alg type="conn">
                    <dgm:param type="connRout" val="curve"/>
                    <dgm:param type="begPts" val="ctr"/>
                    <dgm:param type="endPts" val="ctr"/>
                    <dgm:param type="begSty" val="noArr"/>
                    <dgm:param type="endSty" val="noArr"/>
                    <dgm:param type="dstNode" val="node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if name="Name24" axis="par ch" ptType="node node" func="cnt" op="equ" val="1">
              <dgm:layoutNode name="oneComp">
                <dgm:alg type="composite">
                  <dgm:param type="ar" val="1"/>
                </dgm:alg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  <dgm:constr type="l" for="ch" forName="dummyConnPt" refType="w" fact="0.5"/>
                  <dgm:constr type="t" for="ch" forName="dummyConnPt" refType="w" fact="0.5"/>
                  <dgm:constr type="l" for="ch" forName="oneNode"/>
                  <dgm:constr type="t" for="ch" forName="oneNode"/>
                  <dgm:constr type="h" for="ch" forName="oneNode" refType="h"/>
                  <dgm:constr type="w" for="ch" forName="oneNode" refType="w"/>
                </dgm:constrLst>
                <dgm:ruleLst/>
                <dgm:layoutNode name="dummyConnPt" styleLbl="node1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val="1"/>
                    <dgm:constr type="h" val="1"/>
                  </dgm:constrLst>
                  <dgm:ruleLst/>
                </dgm:layoutNode>
                <dgm:layoutNode name="oneNode" styleLbl="node1">
                  <dgm:varLst>
                    <dgm:bulletEnabled val="1"/>
                  </dgm:varLst>
                  <dgm:alg type="tx">
                    <dgm:param type="txAnchorVertCh" val="mid"/>
                  </dgm:alg>
                  <dgm:shape xmlns:r="http://schemas.openxmlformats.org/officeDocument/2006/relationships" type="ellipse" r:blip="">
                    <dgm:adjLst/>
                  </dgm:shape>
                  <dgm:presOf axis="desOrSelf" ptType="node"/>
                  <dgm:constrLst>
                    <dgm:constr type="h" refType="w"/>
                    <dgm:constr type="tMarg" refType="primFontSz" fact="0.1"/>
                    <dgm:constr type="bMarg" refType="primFontSz" fact="0.1"/>
                    <dgm:constr type="lMarg" refType="primFontSz" fact="0.1"/>
                    <dgm:constr type="rMarg" refType="primFontSz" fact="0.1"/>
                  </dgm:constrLst>
                  <dgm:ruleLst>
                    <dgm:rule type="primFontSz" val="5" fact="NaN" max="NaN"/>
                  </dgm:ruleLst>
                </dgm:layoutNode>
              </dgm:layoutNode>
              <dgm:layoutNode name="dummya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b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c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1" axis="followSib" ptType="sibTrans" hideLastTrans="0" cnt="1">
                <dgm:layoutNode name="singleconn" styleLbl="sibTrans2D1">
                  <dgm:alg type="conn">
                    <dgm:param type="connRout" val="longCurve"/>
                    <dgm:param type="begPts" val="bCtr"/>
                    <dgm:param type="endPts" val="tCtr"/>
                    <dgm:param type="begSty" val="noArr"/>
                    <dgm:param type="endSty" val="noArr"/>
                    <dgm:param type="srcNode" val="dummyConnPt"/>
                    <dgm:param type="dstNode" val="dummyConnPt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else name="Name25"/>
          </dgm:choose>
        </dgm:forEach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9/3/layout/RandomtoResultProcess">
  <dgm:title val=""/>
  <dgm:desc val=""/>
  <dgm:catLst>
    <dgm:cat type="process" pri="1275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41" srcId="1" destId="11" srcOrd="0" destOrd="0"/>
        <dgm:cxn modelId="5" srcId="0" destId="2" srcOrd="0" destOrd="0"/>
        <dgm:cxn modelId="51" srcId="2" destId="2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clrData>
  <dgm:layoutNode name="Name0">
    <dgm:varLst>
      <dgm:dir/>
      <dgm:animOne val="branch"/>
      <dgm:animLvl val="lvl"/>
    </dgm:varLst>
    <dgm:choose name="Name1">
      <dgm:if name="Name2" func="var" arg="dir" op="equ" val="norm">
        <dgm:alg type="lin">
          <dgm:param type="fallback" val="2D"/>
          <dgm:param type="nodeVertAlign" val="t"/>
        </dgm:alg>
      </dgm:if>
      <dgm:else name="Name3">
        <dgm:alg type="lin">
          <dgm:param type="fallback" val="2D"/>
          <dgm:param type="nodeVertAlign" val="t"/>
          <dgm:param type="linDir" val="fromR"/>
        </dgm:alg>
      </dgm:else>
    </dgm:choose>
    <dgm:shape xmlns:r="http://schemas.openxmlformats.org/officeDocument/2006/relationships" r:blip="">
      <dgm:adjLst/>
    </dgm:shape>
    <dgm:constrLst>
      <dgm:constr type="userH" refType="h" fact="2"/>
      <dgm:constr type="w" for="ch" forName="chaos" refType="userH" fact="0.681"/>
      <dgm:constr type="h" for="ch" forName="chaos" refType="userH"/>
      <dgm:constr type="w" for="ch" forName="middle" refType="userH" fact="0.6"/>
      <dgm:constr type="h" for="ch" forName="middle" refType="userH"/>
      <dgm:constr type="w" for="ch" forName="last" refType="userH" fact="0.6"/>
      <dgm:constr type="h" for="ch" forName="last" refType="userH"/>
      <dgm:constr type="w" for="ch" forName="chevronComposite1" refType="userH" fact="0.22"/>
      <dgm:constr type="h" for="ch" forName="chevronComposite1" refType="userH" fact="0.52"/>
      <dgm:constr type="w" for="ch" forName="chevronComposite2" refType="userH" fact="0.22"/>
      <dgm:constr type="h" for="ch" forName="chevronComposite2" refType="userH" fact="0.52"/>
      <dgm:constr type="w" for="ch" forName="overlap" refType="userH" fact="-0.04"/>
      <dgm:constr type="h" for="ch" forName="overlap" refType="userH" fact="0.06"/>
      <dgm:constr type="primFontSz" for="des" forName="parTx1" op="equ" val="65"/>
      <dgm:constr type="primFontSz" for="des" forName="parTxMid" refType="primFontSz" refFor="des" refForName="parTx1" op="equ"/>
      <dgm:constr type="primFontSz" for="des" forName="circleTx" refType="primFontSz" refFor="des" refForName="parTx1" op="equ"/>
      <dgm:constr type="primFontSz" for="des" forName="desTx1" op="equ" val="65"/>
      <dgm:constr type="primFontSz" for="des" forName="desTxMid" refType="primFontSz" refFor="des" refForName="desTx1" op="equ"/>
      <dgm:constr type="primFontSz" for="des" forName="desTxN" refType="primFontSz" refFor="des" refForName="desTx1" op="equ"/>
    </dgm:constrLst>
    <dgm:forEach name="Name4" axis="ch" ptType="node">
      <dgm:choose name="Name5">
        <dgm:if name="Name6" axis="self" ptType="node" func="pos" op="equ" val="1">
          <dgm:layoutNode name="chaos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ctrX" for="ch" forName="parTx1" refType="w" fact="0.5"/>
              <dgm:constr type="t" for="ch" forName="parTx1" refType="w" fact="0.32"/>
              <dgm:constr type="w" for="ch" forName="parTx1" refType="w" fact="0.88"/>
              <dgm:constr type="h" for="ch" forName="parTx1" refType="w" fact="0.29"/>
              <dgm:constr type="ctrX" for="ch" forName="desTx1" refType="w" fact="0.5"/>
              <dgm:constr type="b" for="ch" forName="desTx1" refType="h"/>
              <dgm:constr type="w" for="ch" forName="desTx1" refType="w" fact="0.88"/>
              <dgm:constr type="h" for="ch" forName="desTx1" refType="h" fact="0.37"/>
              <dgm:constr type="l" for="ch" forName="c1" refType="w" fact="0.05"/>
              <dgm:constr type="t" for="ch" forName="c1" refType="w" fact="0.23"/>
              <dgm:constr type="w" for="ch" forName="c1" refType="w" fact="0.07"/>
              <dgm:constr type="h" for="ch" forName="c1" refType="w" refFor="ch" refForName="c1"/>
              <dgm:constr type="l" for="ch" forName="c2" refType="w" fact="0.1"/>
              <dgm:constr type="t" for="ch" forName="c2" refType="w" fact="0.13"/>
              <dgm:constr type="w" for="ch" forName="c2" refType="w" fact="0.07"/>
              <dgm:constr type="h" for="ch" forName="c2" refType="w" refFor="ch" refForName="c2"/>
              <dgm:constr type="l" for="ch" forName="c3" refType="w" fact="0.22"/>
              <dgm:constr type="t" for="ch" forName="c3" refType="w" fact="0.15"/>
              <dgm:constr type="w" for="ch" forName="c3" refType="w" fact="0.11"/>
              <dgm:constr type="h" for="ch" forName="c3" refType="w" refFor="ch" refForName="c3"/>
              <dgm:constr type="l" for="ch" forName="c4" refType="w" fact="0.32"/>
              <dgm:constr type="t" for="ch" forName="c4" refType="w" fact="0.04"/>
              <dgm:constr type="w" for="ch" forName="c4" refType="w" fact="0.07"/>
              <dgm:constr type="h" for="ch" forName="c4" refType="w" refFor="ch" refForName="c4"/>
              <dgm:constr type="l" for="ch" forName="c5" refType="w" fact="0.45"/>
              <dgm:constr type="t" for="ch" forName="c5" refType="w" fact="0"/>
              <dgm:constr type="w" for="ch" forName="c5" refType="w" fact="0.07"/>
              <dgm:constr type="h" for="ch" forName="c5" refType="w" refFor="ch" refForName="c5"/>
              <dgm:constr type="l" for="ch" forName="c6" refType="w" fact="0.61"/>
              <dgm:constr type="t" for="ch" forName="c6" refType="w" fact="0.07"/>
              <dgm:constr type="w" for="ch" forName="c6" refType="w" fact="0.07"/>
              <dgm:constr type="h" for="ch" forName="c6" refType="w" refFor="ch" refForName="c6"/>
              <dgm:constr type="l" for="ch" forName="c7" refType="w" fact="0.71"/>
              <dgm:constr type="t" for="ch" forName="c7" refType="w" fact="0.12"/>
              <dgm:constr type="w" for="ch" forName="c7" refType="w" fact="0.11"/>
              <dgm:constr type="h" for="ch" forName="c7" refType="w" refFor="ch" refForName="c7"/>
              <dgm:constr type="l" for="ch" forName="c8" refType="w" fact="0.85"/>
              <dgm:constr type="t" for="ch" forName="c8" refType="w" fact="0.23"/>
              <dgm:constr type="w" for="ch" forName="c8" refType="w" fact="0.07"/>
              <dgm:constr type="h" for="ch" forName="c8" refType="w" refFor="ch" refForName="c8"/>
              <dgm:constr type="l" for="ch" forName="c9" refType="w" fact="0.91"/>
              <dgm:constr type="t" for="ch" forName="c9" refType="w" fact="0.34"/>
              <dgm:constr type="w" for="ch" forName="c9" refType="w" fact="0.07"/>
              <dgm:constr type="h" for="ch" forName="c9" refType="w" refFor="ch" refForName="c9"/>
              <dgm:constr type="l" for="ch" forName="c10" refType="w" fact="0.39"/>
              <dgm:constr type="t" for="ch" forName="c10" refType="w" fact="0.13"/>
              <dgm:constr type="w" for="ch" forName="c10" refType="w" fact="0.18"/>
              <dgm:constr type="h" for="ch" forName="c10" refType="w" refFor="ch" refForName="c10"/>
              <dgm:constr type="l" for="ch" forName="c11" refType="w" fact="0"/>
              <dgm:constr type="t" for="ch" forName="c11" refType="w" fact="0.51"/>
              <dgm:constr type="w" for="ch" forName="c11" refType="w" fact="0.07"/>
              <dgm:constr type="h" for="ch" forName="c11" refType="w" refFor="ch" refForName="c11"/>
              <dgm:constr type="l" for="ch" forName="c12" refType="w" fact="0.06"/>
              <dgm:constr type="t" for="ch" forName="c12" refType="w" fact="0.6"/>
              <dgm:constr type="w" for="ch" forName="c12" refType="w" fact="0.11"/>
              <dgm:constr type="h" for="ch" forName="c12" refType="w" refFor="ch" refForName="c12"/>
              <dgm:constr type="l" for="ch" forName="c13" refType="w" fact="0.21"/>
              <dgm:constr type="t" for="ch" forName="c13" refType="w" fact="0.68"/>
              <dgm:constr type="w" for="ch" forName="c13" refType="w" fact="0.16"/>
              <dgm:constr type="h" for="ch" forName="c13" refType="w" refFor="ch" refForName="c13"/>
              <dgm:constr type="l" for="ch" forName="c14" refType="w" fact="0.42"/>
              <dgm:constr type="t" for="ch" forName="c14" refType="w" fact="0.81"/>
              <dgm:constr type="w" for="ch" forName="c14" refType="w" fact="0.07"/>
              <dgm:constr type="h" for="ch" forName="c14" refType="w" refFor="ch" refForName="c14"/>
              <dgm:constr type="l" for="ch" forName="c15" refType="w" fact="0.46"/>
              <dgm:constr type="t" for="ch" forName="c15" refType="w" fact="0.68"/>
              <dgm:constr type="w" for="ch" forName="c15" refType="w" fact="0.11"/>
              <dgm:constr type="h" for="ch" forName="c15" refType="w" refFor="ch" refForName="c15"/>
              <dgm:constr type="l" for="ch" forName="c16" refType="w" fact="0.56"/>
              <dgm:constr type="t" for="ch" forName="c16" refType="w" fact="0.82"/>
              <dgm:constr type="w" for="ch" forName="c16" refType="w" fact="0.07"/>
              <dgm:constr type="h" for="ch" forName="c16" refType="w" refFor="ch" refForName="c16"/>
              <dgm:constr type="l" for="ch" forName="c17" refType="w" fact="0.65"/>
              <dgm:constr type="t" for="ch" forName="c17" refType="w" fact="0.66"/>
              <dgm:constr type="w" for="ch" forName="c17" refType="w" fact="0.16"/>
              <dgm:constr type="h" for="ch" forName="c17" refType="w" refFor="ch" refForName="c17"/>
              <dgm:constr type="l" for="ch" forName="c18" refType="w" fact="0.87"/>
              <dgm:constr type="t" for="ch" forName="c18" refType="w" fact="0.62"/>
              <dgm:constr type="w" for="ch" forName="c18" refType="w" fact="0.11"/>
              <dgm:constr type="h" for="ch" forName="c18" refType="w" refFor="ch" refForName="c18"/>
            </dgm:constrLst>
            <dgm:layoutNode name="parTx1" styleLbl="revTx">
              <dgm:alg type="tx"/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choose name="Name7">
              <dgm:if name="Name8" axis="ch" ptType="node" func="cnt" op="gte" val="1">
                <dgm:layoutNode name="desTx1" styleLbl="revTx">
                  <dgm:varLst>
                    <dgm:bulletEnabled val="1"/>
                  </dgm:varLst>
                  <dgm:choose name="Name9">
                    <dgm:if name="Name10" axis="ch" ptType="node" func="cnt" op="equ" val="1">
                      <dgm:alg type="tx">
                        <dgm:param type="shpTxLTRAlignCh" val="l"/>
                      </dgm:alg>
                    </dgm:if>
                    <dgm:else name="Name11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12"/>
            </dgm:choose>
            <dgm:layoutNode name="c1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2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3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4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5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6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7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8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9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0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1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2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3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4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5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6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7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8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layoutNode>
        </dgm:if>
        <dgm:if name="Name13" axis="self" ptType="node" func="revPos" op="equ" val="1">
          <dgm:layoutNode name="last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ctrX" for="ch" forName="circleTx" refType="w" fact="0.5"/>
              <dgm:constr type="t" for="ch" forName="circleTx" refType="w" fact="0.117"/>
              <dgm:constr type="w" for="ch" forName="circleTx" refType="h" refFor="ch" refForName="circleTx"/>
              <dgm:constr type="h" for="ch" forName="circleTx" refType="w" fact="0.85"/>
              <dgm:constr type="l" for="ch" forName="desTxN"/>
              <dgm:constr type="b" for="ch" forName="desTxN" refType="h"/>
              <dgm:constr type="w" for="ch" forName="desTxN" refType="w"/>
              <dgm:constr type="h" for="ch" forName="desTxN" refType="h" fact="0.37"/>
              <dgm:constr type="ctrX" for="ch" forName="spN" refType="w" fact="0.5"/>
              <dgm:constr type="t" for="ch" forName="spN"/>
              <dgm:constr type="w" for="ch" forName="spN" refType="w" fact="0.93"/>
              <dgm:constr type="h" for="ch" forName="spN" refType="h" fact="0.01"/>
            </dgm:constrLst>
            <dgm:layoutNode name="circleTx" styleLbl="node1">
              <dgm:alg type="tx"/>
              <dgm:shape xmlns:r="http://schemas.openxmlformats.org/officeDocument/2006/relationships" type="ellipse" r:blip="">
                <dgm:adjLst/>
              </dgm:shape>
              <dgm:presOf axis="self" ptType="node"/>
              <dgm:constrLst>
                <dgm:constr type="lMarg"/>
                <dgm:constr type="rMarg"/>
                <dgm:constr type="tMarg"/>
                <dgm:constr type="bMarg"/>
              </dgm:constrLst>
              <dgm:ruleLst>
                <dgm:rule type="primFontSz" val="5" fact="NaN" max="NaN"/>
              </dgm:ruleLst>
            </dgm:layoutNode>
            <dgm:choose name="Name14">
              <dgm:if name="Name15" axis="ch" ptType="node" func="cnt" op="gte" val="1">
                <dgm:layoutNode name="desTxN" styleLbl="revTx">
                  <dgm:varLst>
                    <dgm:bulletEnabled val="1"/>
                  </dgm:varLst>
                  <dgm:choose name="Name16">
                    <dgm:if name="Name17" axis="ch" ptType="node" func="cnt" op="equ" val="1">
                      <dgm:alg type="tx">
                        <dgm:param type="shpTxLTRAlignCh" val="l"/>
                      </dgm:alg>
                    </dgm:if>
                    <dgm:else name="Name18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  <dgm:layoutNode name="spN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layoutNode>
        </dgm:if>
        <dgm:else name="Name20">
          <dgm:layoutNode name="middl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l" for="ch" forName="parTxMid"/>
              <dgm:constr type="t" for="ch" forName="parTxMid" refType="w" fact="0.167"/>
              <dgm:constr type="w" for="ch" forName="parTxMid" refType="w"/>
              <dgm:constr type="h" for="ch" forName="parTxMid" refType="w" fact="0.7"/>
              <dgm:constr type="l" for="ch" forName="desTxMid"/>
              <dgm:constr type="b" for="ch" forName="desTxMid" refType="h"/>
              <dgm:constr type="w" for="ch" forName="desTxMid" refType="w"/>
              <dgm:constr type="h" for="ch" forName="desTxMid" refType="h" fact="0.37"/>
              <dgm:constr type="ctrX" for="ch" forName="spMid" refType="w" fact="0.5"/>
              <dgm:constr type="t" for="ch" forName="spMid"/>
              <dgm:constr type="w" for="ch" forName="spMid" refType="w" fact="0.01"/>
              <dgm:constr type="h" for="ch" forName="spMid" refType="h" fact="0.01"/>
            </dgm:constrLst>
            <dgm:layoutNode name="parTxMid" styleLbl="revTx">
              <dgm:alg type="tx"/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choose name="Name21">
              <dgm:if name="Name22" axis="ch" ptType="node" func="cnt" op="gte" val="1">
                <dgm:layoutNode name="desTxMid" styleLbl="revTx">
                  <dgm:varLst>
                    <dgm:bulletEnabled val="1"/>
                  </dgm:varLst>
                  <dgm:choose name="Name23">
                    <dgm:if name="Name24" axis="ch" ptType="node" func="cnt" op="equ" val="1">
                      <dgm:alg type="tx">
                        <dgm:param type="shpTxLTRAlignCh" val="l"/>
                      </dgm:alg>
                    </dgm:if>
                    <dgm:else name="Name25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26"/>
            </dgm:choose>
            <dgm:layoutNode name="spMid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layoutNode>
        </dgm:else>
      </dgm:choose>
      <dgm:forEach name="Name27" axis="followSib" ptType="sibTrans" cnt="1">
        <dgm:layoutNode name="chevronComposite1" styleLbl="alignImgPlace1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l" for="ch" forName="chevron1"/>
            <dgm:constr type="t" for="ch" forName="chevron1" refType="h" fact="0.1923"/>
            <dgm:constr type="w" for="ch" forName="chevron1" refType="w"/>
            <dgm:constr type="b" for="ch" forName="chevron1" refType="h"/>
            <dgm:constr type="l" for="ch" forName="spChevron1"/>
            <dgm:constr type="t" for="ch" forName="spChevron1"/>
            <dgm:constr type="w" for="ch" forName="spChevron1" refType="w" fact="0.01"/>
            <dgm:constr type="h" for="ch" forName="spChevron1" refType="h" fact="0.01"/>
          </dgm:constrLst>
          <dgm:layoutNode name="chevron1">
            <dgm:alg type="sp"/>
            <dgm:choose name="Name28">
              <dgm:if name="Name29" func="var" arg="dir" op="equ" val="norm">
                <dgm:shape xmlns:r="http://schemas.openxmlformats.org/officeDocument/2006/relationships" type="chevron" r:blip="">
                  <dgm:adjLst>
                    <dgm:adj idx="1" val="0.6231"/>
                  </dgm:adjLst>
                </dgm:shape>
              </dgm:if>
              <dgm:else name="Name30">
                <dgm:shape xmlns:r="http://schemas.openxmlformats.org/officeDocument/2006/relationships" rot="180" type="chevron" r:blip="">
                  <dgm:adjLst>
                    <dgm:adj idx="1" val="0.6231"/>
                  </dgm:adjLst>
                </dgm:shape>
              </dgm:else>
            </dgm:choose>
            <dgm:presOf/>
          </dgm:layoutNode>
          <dgm:layoutNode name="spChevron1">
            <dgm:alg type="sp"/>
            <dgm:shape xmlns:r="http://schemas.openxmlformats.org/officeDocument/2006/relationships" r:blip="">
              <dgm:adjLst/>
            </dgm:shape>
            <dgm:presOf/>
          </dgm:layoutNode>
        </dgm:layoutNode>
        <dgm:choose name="Name31">
          <dgm:if name="Name32" axis="root ch" ptType="all node" func="cnt" op="equ" val="2">
            <dgm:layoutNode name="overlap">
              <dgm:alg type="sp"/>
              <dgm:shape xmlns:r="http://schemas.openxmlformats.org/officeDocument/2006/relationships" r:blip="">
                <dgm:adjLst/>
              </dgm:shape>
              <dgm:presOf/>
            </dgm:layoutNode>
            <dgm:layoutNode name="chevronComposite2" styleLbl="alignImgPlace1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l" for="ch" forName="chevron2"/>
                <dgm:constr type="t" for="ch" forName="chevron2" refType="h" fact="0.1923"/>
                <dgm:constr type="w" for="ch" forName="chevron2" refType="w"/>
                <dgm:constr type="b" for="ch" forName="chevron2" refType="h"/>
                <dgm:constr type="l" for="ch" forName="spChevron2"/>
                <dgm:constr type="t" for="ch" forName="spChevron2"/>
                <dgm:constr type="w" for="ch" forName="spChevron2" refType="w" fact="0.01"/>
                <dgm:constr type="h" for="ch" forName="spChevron2" refType="h" fact="0.01"/>
              </dgm:constrLst>
              <dgm:layoutNode name="chevron2">
                <dgm:alg type="sp"/>
                <dgm:choose name="Name33">
                  <dgm:if name="Name34" func="var" arg="dir" op="equ" val="norm">
                    <dgm:shape xmlns:r="http://schemas.openxmlformats.org/officeDocument/2006/relationships" type="chevron" r:blip="">
                      <dgm:adjLst>
                        <dgm:adj idx="1" val="0.6231"/>
                      </dgm:adjLst>
                    </dgm:shape>
                  </dgm:if>
                  <dgm:else name="Name35">
                    <dgm:shape xmlns:r="http://schemas.openxmlformats.org/officeDocument/2006/relationships" rot="180" type="chevron" r:blip="">
                      <dgm:adjLst>
                        <dgm:adj idx="1" val="0.6231"/>
                      </dgm:adjLst>
                    </dgm:shape>
                  </dgm:else>
                </dgm:choose>
                <dgm:presOf/>
              </dgm:layoutNode>
              <dgm:layoutNode name="spChevron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</dgm:layoutNode>
          </dgm:if>
          <dgm:else name="Name36"/>
        </dgm:choos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B0D43F-B80B-40D7-B843-4AC81DACC905}" type="datetimeFigureOut">
              <a:rPr lang="pt-BR" smtClean="0"/>
              <a:t>05/04/2016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8975" y="1143000"/>
            <a:ext cx="54800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626FD-18EF-494C-A467-3D85C3950BD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809518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42839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74890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49795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44104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14443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603782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03532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60824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00181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66553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26993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42791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20895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03249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10327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48726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143000" y="842552"/>
            <a:ext cx="6858000" cy="1792358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143000" y="2704030"/>
            <a:ext cx="6858000" cy="1242971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81890-9DBB-4D9A-9877-EA1263EF5060}" type="datetime1">
              <a:rPr lang="en-US" smtClean="0"/>
              <a:t>4/5/2016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29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9E252-50F1-4CA9-978A-C194736D11C8}" type="datetime1">
              <a:rPr lang="en-US" smtClean="0"/>
              <a:t>4/5/2016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1069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3888" y="1283491"/>
            <a:ext cx="7886700" cy="2141534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23888" y="3445285"/>
            <a:ext cx="7886700" cy="112618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84538-904F-47D6-B8BB-A40D7642A9C9}" type="datetime1">
              <a:rPr lang="en-US" smtClean="0"/>
              <a:t>4/5/2016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464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28650" y="1370486"/>
            <a:ext cx="3886200" cy="3266526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29150" y="1370486"/>
            <a:ext cx="3886200" cy="3266526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BECFF4-9122-4E77-8EAA-7D8D74EE6AAC}" type="datetime1">
              <a:rPr lang="en-US" smtClean="0"/>
              <a:t>4/5/2016</a:t>
            </a:fld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2215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9841" y="274098"/>
            <a:ext cx="7886700" cy="99509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29842" y="1262040"/>
            <a:ext cx="3868340" cy="61850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29842" y="1880546"/>
            <a:ext cx="3868340" cy="2766000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29150" y="1262040"/>
            <a:ext cx="3887391" cy="61850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29150" y="1880546"/>
            <a:ext cx="3887391" cy="2766000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EE9C5-7707-4355-A268-84D96F1F4116}" type="datetime1">
              <a:rPr lang="en-US" smtClean="0"/>
              <a:t>4/5/2016</a:t>
            </a:fld>
            <a:endParaRPr lang="en-US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108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6EB27-11CC-4396-830F-AD8597B0893F}" type="datetime1">
              <a:rPr lang="en-US" smtClean="0"/>
              <a:t>4/5/2016</a:t>
            </a:fld>
            <a:endParaRPr lang="en-US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559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109724-C518-4FEF-BA4E-E40E9E2761B0}" type="datetime1">
              <a:rPr lang="en-US" smtClean="0"/>
              <a:t>4/5/2016</a:t>
            </a:fld>
            <a:endParaRPr lang="en-US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>
          <a:xfrm>
            <a:off x="-58522" y="-65835"/>
            <a:ext cx="468173" cy="336498"/>
          </a:xfrm>
        </p:spPr>
        <p:txBody>
          <a:bodyPr/>
          <a:lstStyle>
            <a:lvl1pPr>
              <a:defRPr sz="1200" b="1"/>
            </a:lvl1pPr>
          </a:lstStyle>
          <a:p>
            <a:fld id="{2088DD49-D405-3D4F-92A5-BAA19C6BFE1F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958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9841" y="343218"/>
            <a:ext cx="2949178" cy="120126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887391" y="741255"/>
            <a:ext cx="4629150" cy="365860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629841" y="1544479"/>
            <a:ext cx="2949178" cy="286133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9EEED-C0F0-4C1D-936B-058735F7D4CC}" type="datetime1">
              <a:rPr lang="en-US" smtClean="0"/>
              <a:t>4/5/2016</a:t>
            </a:fld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6320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9841" y="343218"/>
            <a:ext cx="2949178" cy="120126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3887391" y="741255"/>
            <a:ext cx="4629150" cy="3658604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629841" y="1544479"/>
            <a:ext cx="2949178" cy="286133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FE88E-360F-40AA-AA39-C06B94C1A6A6}" type="datetime1">
              <a:rPr lang="en-US" smtClean="0"/>
              <a:t>4/5/2016</a:t>
            </a:fld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5298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FC834-7516-448F-8049-788150E7072C}" type="datetime1">
              <a:rPr lang="en-US" smtClean="0"/>
              <a:t>4/5/2016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717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543675" y="274097"/>
            <a:ext cx="1971675" cy="4362915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628650" y="274097"/>
            <a:ext cx="5800725" cy="4362915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528BE3-3033-4CC2-A61E-78CE52E3C4B4}" type="datetime1">
              <a:rPr lang="en-US" smtClean="0"/>
              <a:t>4/5/2016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638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06169"/>
            <a:ext cx="8229600" cy="858044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731484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06169"/>
            <a:ext cx="8229600" cy="858044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5699561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06169"/>
            <a:ext cx="8229600" cy="858044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3460693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emf"/><Relationship Id="rId3" Type="http://schemas.openxmlformats.org/officeDocument/2006/relationships/vmlDrawing" Target="../drawings/vmlDrawing1.vml"/><Relationship Id="rId7" Type="http://schemas.openxmlformats.org/officeDocument/2006/relationships/image" Target="../media/image2.jp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1.bin"/><Relationship Id="rId4" Type="http://schemas.openxmlformats.org/officeDocument/2006/relationships/tags" Target="../tags/tag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vmlDrawing" Target="../drawings/vmlDrawing2.vml"/><Relationship Id="rId7" Type="http://schemas.openxmlformats.org/officeDocument/2006/relationships/image" Target="../media/image3.emf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.bin"/><Relationship Id="rId4" Type="http://schemas.openxmlformats.org/officeDocument/2006/relationships/tags" Target="../tags/tag2.xml"/><Relationship Id="rId9" Type="http://schemas.openxmlformats.org/officeDocument/2006/relationships/image" Target="../media/image5.jp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vmlDrawing" Target="../drawings/vmlDrawing3.vml"/><Relationship Id="rId7" Type="http://schemas.openxmlformats.org/officeDocument/2006/relationships/image" Target="../media/image6.pn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3.bin"/><Relationship Id="rId4" Type="http://schemas.openxmlformats.org/officeDocument/2006/relationships/tags" Target="../tags/tag3.xml"/><Relationship Id="rId9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7000">
              <a:schemeClr val="accent1">
                <a:lumMod val="5000"/>
                <a:lumOff val="95000"/>
              </a:schemeClr>
            </a:gs>
            <a:gs pos="100000">
              <a:schemeClr val="bg1">
                <a:lumMod val="75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628650" y="274098"/>
            <a:ext cx="7886700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28650" y="1370486"/>
            <a:ext cx="7886700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6286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863222-59D6-4BCC-9F9E-FFDE6D534C31}" type="datetime1">
              <a:rPr lang="en-US" smtClean="0"/>
              <a:t>4/5/2016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028950" y="4771678"/>
            <a:ext cx="30861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0" y="0"/>
            <a:ext cx="570130" cy="478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 b="1">
                <a:solidFill>
                  <a:srgbClr val="0070C0"/>
                </a:solidFill>
              </a:defRPr>
            </a:lvl1pPr>
          </a:lstStyle>
          <a:p>
            <a:fld id="{2088DD49-D405-3D4F-92A5-BAA19C6BFE1F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142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17000">
              <a:schemeClr val="accent1">
                <a:lumMod val="5000"/>
                <a:lumOff val="95000"/>
              </a:schemeClr>
            </a:gs>
            <a:gs pos="100000">
              <a:schemeClr val="bg1">
                <a:lumMod val="75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 noChangeAspect="1"/>
          </p:cNvGraphicFramePr>
          <p:nvPr userDrawn="1">
            <p:custDataLst>
              <p:tags r:id="rId4"/>
            </p:custDataLst>
            <p:extLst/>
          </p:nvPr>
        </p:nvGraphicFramePr>
        <p:xfrm>
          <a:off x="1589" y="1193"/>
          <a:ext cx="1587" cy="11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831" name="Slide do think-cell" r:id="rId5" imgW="270" imgH="270" progId="TCLayout.ActiveDocument.1">
                  <p:embed/>
                </p:oleObj>
              </mc:Choice>
              <mc:Fallback>
                <p:oleObj name="Slide do think-cell" r:id="rId5" imgW="270" imgH="27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9" y="1193"/>
                        <a:ext cx="1587" cy="119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14" descr="t02-02.jpg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8263"/>
          </a:xfrm>
          <a:prstGeom prst="rect">
            <a:avLst/>
          </a:prstGeom>
        </p:spPr>
      </p:pic>
      <p:pic>
        <p:nvPicPr>
          <p:cNvPr id="7" name="Picture 10"/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381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</p:sldLayoutIdLst>
  <p:hf hdr="0" ftr="0" dt="0"/>
  <p:txStyles>
    <p:titleStyle>
      <a:lvl1pPr algn="ctr" defTabSz="686108" rtl="0" eaLnBrk="1" latinLnBrk="0" hangingPunct="1">
        <a:spcBef>
          <a:spcPct val="0"/>
        </a:spcBef>
        <a:buNone/>
        <a:defRPr sz="33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291" indent="-257291" algn="l" defTabSz="686108" rtl="0" eaLnBrk="1" latinLnBrk="0" hangingPunct="1">
        <a:spcBef>
          <a:spcPct val="20000"/>
        </a:spcBef>
        <a:buFont typeface="Arial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</a:defRPr>
      </a:lvl1pPr>
      <a:lvl2pPr marL="557462" indent="-214409" algn="l" defTabSz="686108" rtl="0" eaLnBrk="1" latinLnBrk="0" hangingPunct="1">
        <a:spcBef>
          <a:spcPct val="20000"/>
        </a:spcBef>
        <a:buFont typeface="Arial" pitchFamily="34" charset="0"/>
        <a:buChar char="–"/>
        <a:defRPr sz="2102" kern="1200">
          <a:solidFill>
            <a:schemeClr val="tx1"/>
          </a:solidFill>
          <a:latin typeface="+mn-lt"/>
          <a:ea typeface="+mn-ea"/>
          <a:cs typeface="+mn-cs"/>
        </a:defRPr>
      </a:lvl2pPr>
      <a:lvl3pPr marL="857634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802" kern="1200">
          <a:solidFill>
            <a:schemeClr val="tx1"/>
          </a:solidFill>
          <a:latin typeface="+mn-lt"/>
          <a:ea typeface="+mn-ea"/>
          <a:cs typeface="+mn-cs"/>
        </a:defRPr>
      </a:lvl3pPr>
      <a:lvl4pPr marL="1200688" indent="-171527" algn="l" defTabSz="686108" rtl="0" eaLnBrk="1" latinLnBrk="0" hangingPunct="1">
        <a:spcBef>
          <a:spcPct val="20000"/>
        </a:spcBef>
        <a:buFont typeface="Arial" pitchFamily="34" charset="0"/>
        <a:buChar char="–"/>
        <a:defRPr sz="1501" kern="1200">
          <a:solidFill>
            <a:schemeClr val="tx1"/>
          </a:solidFill>
          <a:latin typeface="+mn-lt"/>
          <a:ea typeface="+mn-ea"/>
          <a:cs typeface="+mn-cs"/>
        </a:defRPr>
      </a:lvl4pPr>
      <a:lvl5pPr marL="1543743" indent="-171527" algn="l" defTabSz="686108" rtl="0" eaLnBrk="1" latinLnBrk="0" hangingPunct="1">
        <a:spcBef>
          <a:spcPct val="20000"/>
        </a:spcBef>
        <a:buFont typeface="Arial" pitchFamily="34" charset="0"/>
        <a:buChar char="»"/>
        <a:defRPr sz="1501" kern="1200">
          <a:solidFill>
            <a:schemeClr val="tx1"/>
          </a:solidFill>
          <a:latin typeface="+mn-lt"/>
          <a:ea typeface="+mn-ea"/>
          <a:cs typeface="+mn-cs"/>
        </a:defRPr>
      </a:lvl5pPr>
      <a:lvl6pPr marL="1886798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6pPr>
      <a:lvl7pPr marL="2229850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7pPr>
      <a:lvl8pPr marL="2572905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8pPr>
      <a:lvl9pPr marL="2915959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3055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6108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9162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2216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5271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8324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1377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4432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17000">
              <a:schemeClr val="accent1">
                <a:lumMod val="5000"/>
                <a:lumOff val="95000"/>
              </a:schemeClr>
            </a:gs>
            <a:gs pos="100000">
              <a:schemeClr val="bg1">
                <a:lumMod val="75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 noChangeAspect="1"/>
          </p:cNvGraphicFramePr>
          <p:nvPr userDrawn="1">
            <p:custDataLst>
              <p:tags r:id="rId4"/>
            </p:custDataLst>
            <p:extLst/>
          </p:nvPr>
        </p:nvGraphicFramePr>
        <p:xfrm>
          <a:off x="1589" y="1193"/>
          <a:ext cx="1587" cy="11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55" name="Slide do think-cell" r:id="rId5" imgW="270" imgH="270" progId="TCLayout.ActiveDocument.1">
                  <p:embed/>
                </p:oleObj>
              </mc:Choice>
              <mc:Fallback>
                <p:oleObj name="Slide do think-cell" r:id="rId5" imgW="270" imgH="27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9" y="1193"/>
                        <a:ext cx="1587" cy="119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9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7062980" y="289005"/>
            <a:ext cx="1603348" cy="291323"/>
          </a:xfrm>
          <a:prstGeom prst="rect">
            <a:avLst/>
          </a:prstGeom>
        </p:spPr>
      </p:pic>
      <p:pic>
        <p:nvPicPr>
          <p:cNvPr id="7" name="Picture 2"/>
          <p:cNvPicPr>
            <a:picLocks noChangeAspect="1" noChangeArrowheads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1" descr="t03-02.jpg"/>
          <p:cNvPicPr>
            <a:picLocks noChangeAspect="1"/>
          </p:cNvPicPr>
          <p:nvPr userDrawn="1"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421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hf hdr="0" ftr="0" dt="0"/>
  <p:txStyles>
    <p:titleStyle>
      <a:lvl1pPr algn="ctr" defTabSz="686108" rtl="0" eaLnBrk="1" latinLnBrk="0" hangingPunct="1">
        <a:spcBef>
          <a:spcPct val="0"/>
        </a:spcBef>
        <a:buNone/>
        <a:defRPr sz="33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291" indent="-257291" algn="l" defTabSz="686108" rtl="0" eaLnBrk="1" latinLnBrk="0" hangingPunct="1">
        <a:spcBef>
          <a:spcPct val="20000"/>
        </a:spcBef>
        <a:buFont typeface="Arial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</a:defRPr>
      </a:lvl1pPr>
      <a:lvl2pPr marL="557462" indent="-214409" algn="l" defTabSz="686108" rtl="0" eaLnBrk="1" latinLnBrk="0" hangingPunct="1">
        <a:spcBef>
          <a:spcPct val="20000"/>
        </a:spcBef>
        <a:buFont typeface="Arial" pitchFamily="34" charset="0"/>
        <a:buChar char="–"/>
        <a:defRPr sz="2102" kern="1200">
          <a:solidFill>
            <a:schemeClr val="tx1"/>
          </a:solidFill>
          <a:latin typeface="+mn-lt"/>
          <a:ea typeface="+mn-ea"/>
          <a:cs typeface="+mn-cs"/>
        </a:defRPr>
      </a:lvl2pPr>
      <a:lvl3pPr marL="857634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802" kern="1200">
          <a:solidFill>
            <a:schemeClr val="tx1"/>
          </a:solidFill>
          <a:latin typeface="+mn-lt"/>
          <a:ea typeface="+mn-ea"/>
          <a:cs typeface="+mn-cs"/>
        </a:defRPr>
      </a:lvl3pPr>
      <a:lvl4pPr marL="1200688" indent="-171527" algn="l" defTabSz="686108" rtl="0" eaLnBrk="1" latinLnBrk="0" hangingPunct="1">
        <a:spcBef>
          <a:spcPct val="20000"/>
        </a:spcBef>
        <a:buFont typeface="Arial" pitchFamily="34" charset="0"/>
        <a:buChar char="–"/>
        <a:defRPr sz="1501" kern="1200">
          <a:solidFill>
            <a:schemeClr val="tx1"/>
          </a:solidFill>
          <a:latin typeface="+mn-lt"/>
          <a:ea typeface="+mn-ea"/>
          <a:cs typeface="+mn-cs"/>
        </a:defRPr>
      </a:lvl4pPr>
      <a:lvl5pPr marL="1543743" indent="-171527" algn="l" defTabSz="686108" rtl="0" eaLnBrk="1" latinLnBrk="0" hangingPunct="1">
        <a:spcBef>
          <a:spcPct val="20000"/>
        </a:spcBef>
        <a:buFont typeface="Arial" pitchFamily="34" charset="0"/>
        <a:buChar char="»"/>
        <a:defRPr sz="1501" kern="1200">
          <a:solidFill>
            <a:schemeClr val="tx1"/>
          </a:solidFill>
          <a:latin typeface="+mn-lt"/>
          <a:ea typeface="+mn-ea"/>
          <a:cs typeface="+mn-cs"/>
        </a:defRPr>
      </a:lvl5pPr>
      <a:lvl6pPr marL="1886798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6pPr>
      <a:lvl7pPr marL="2229850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7pPr>
      <a:lvl8pPr marL="2572905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8pPr>
      <a:lvl9pPr marL="2915959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3055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6108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9162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2216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5271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8324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1377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4432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17000">
              <a:schemeClr val="accent1">
                <a:lumMod val="5000"/>
                <a:lumOff val="95000"/>
              </a:schemeClr>
            </a:gs>
            <a:gs pos="100000">
              <a:schemeClr val="bg1">
                <a:lumMod val="75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 noChangeAspect="1"/>
          </p:cNvGraphicFramePr>
          <p:nvPr userDrawn="1">
            <p:custDataLst>
              <p:tags r:id="rId4"/>
            </p:custDataLst>
            <p:extLst/>
          </p:nvPr>
        </p:nvGraphicFramePr>
        <p:xfrm>
          <a:off x="1589" y="1193"/>
          <a:ext cx="1587" cy="11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879" name="Slide do think-cell" r:id="rId5" imgW="270" imgH="270" progId="TCLayout.ActiveDocument.1">
                  <p:embed/>
                </p:oleObj>
              </mc:Choice>
              <mc:Fallback>
                <p:oleObj name="Slide do think-cell" r:id="rId5" imgW="270" imgH="27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9" y="1193"/>
                        <a:ext cx="1587" cy="119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interna_img-3.png"/>
          <p:cNvPicPr/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182"/>
          <a:stretch>
            <a:fillRect/>
          </a:stretch>
        </p:blipFill>
        <p:spPr>
          <a:xfrm>
            <a:off x="1" y="-4669"/>
            <a:ext cx="3640873" cy="5157601"/>
          </a:xfrm>
          <a:prstGeom prst="rect">
            <a:avLst/>
          </a:prstGeom>
          <a:ln w="12700">
            <a:miter lim="400000"/>
          </a:ln>
        </p:spPr>
      </p:pic>
      <p:pic>
        <p:nvPicPr>
          <p:cNvPr id="9" name="image5.png"/>
          <p:cNvPicPr/>
          <p:nvPr userDrawn="1"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8118917" y="4410609"/>
            <a:ext cx="1043999" cy="770734"/>
          </a:xfrm>
          <a:prstGeom prst="rect">
            <a:avLst/>
          </a:prstGeom>
          <a:ln w="12700">
            <a:miter lim="400000"/>
          </a:ln>
        </p:spPr>
      </p:pic>
      <p:pic>
        <p:nvPicPr>
          <p:cNvPr id="10" name="Picture 11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2967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</p:sldLayoutIdLst>
  <p:hf hdr="0" ftr="0" dt="0"/>
  <p:txStyles>
    <p:titleStyle>
      <a:lvl1pPr algn="ctr" defTabSz="686108" rtl="0" eaLnBrk="1" latinLnBrk="0" hangingPunct="1">
        <a:spcBef>
          <a:spcPct val="0"/>
        </a:spcBef>
        <a:buNone/>
        <a:defRPr sz="33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291" indent="-257291" algn="l" defTabSz="686108" rtl="0" eaLnBrk="1" latinLnBrk="0" hangingPunct="1">
        <a:spcBef>
          <a:spcPct val="20000"/>
        </a:spcBef>
        <a:buFont typeface="Arial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</a:defRPr>
      </a:lvl1pPr>
      <a:lvl2pPr marL="557462" indent="-214409" algn="l" defTabSz="686108" rtl="0" eaLnBrk="1" latinLnBrk="0" hangingPunct="1">
        <a:spcBef>
          <a:spcPct val="20000"/>
        </a:spcBef>
        <a:buFont typeface="Arial" pitchFamily="34" charset="0"/>
        <a:buChar char="–"/>
        <a:defRPr sz="2102" kern="1200">
          <a:solidFill>
            <a:schemeClr val="tx1"/>
          </a:solidFill>
          <a:latin typeface="+mn-lt"/>
          <a:ea typeface="+mn-ea"/>
          <a:cs typeface="+mn-cs"/>
        </a:defRPr>
      </a:lvl2pPr>
      <a:lvl3pPr marL="857634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802" kern="1200">
          <a:solidFill>
            <a:schemeClr val="tx1"/>
          </a:solidFill>
          <a:latin typeface="+mn-lt"/>
          <a:ea typeface="+mn-ea"/>
          <a:cs typeface="+mn-cs"/>
        </a:defRPr>
      </a:lvl3pPr>
      <a:lvl4pPr marL="1200688" indent="-171527" algn="l" defTabSz="686108" rtl="0" eaLnBrk="1" latinLnBrk="0" hangingPunct="1">
        <a:spcBef>
          <a:spcPct val="20000"/>
        </a:spcBef>
        <a:buFont typeface="Arial" pitchFamily="34" charset="0"/>
        <a:buChar char="–"/>
        <a:defRPr sz="1501" kern="1200">
          <a:solidFill>
            <a:schemeClr val="tx1"/>
          </a:solidFill>
          <a:latin typeface="+mn-lt"/>
          <a:ea typeface="+mn-ea"/>
          <a:cs typeface="+mn-cs"/>
        </a:defRPr>
      </a:lvl4pPr>
      <a:lvl5pPr marL="1543743" indent="-171527" algn="l" defTabSz="686108" rtl="0" eaLnBrk="1" latinLnBrk="0" hangingPunct="1">
        <a:spcBef>
          <a:spcPct val="20000"/>
        </a:spcBef>
        <a:buFont typeface="Arial" pitchFamily="34" charset="0"/>
        <a:buChar char="»"/>
        <a:defRPr sz="1501" kern="1200">
          <a:solidFill>
            <a:schemeClr val="tx1"/>
          </a:solidFill>
          <a:latin typeface="+mn-lt"/>
          <a:ea typeface="+mn-ea"/>
          <a:cs typeface="+mn-cs"/>
        </a:defRPr>
      </a:lvl5pPr>
      <a:lvl6pPr marL="1886798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6pPr>
      <a:lvl7pPr marL="2229850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7pPr>
      <a:lvl8pPr marL="2572905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8pPr>
      <a:lvl9pPr marL="2915959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3055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6108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9162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2216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5271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8324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1377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4432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emf"/><Relationship Id="rId4" Type="http://schemas.openxmlformats.org/officeDocument/2006/relationships/image" Target="../media/image9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3.emf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emf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3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3.emf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3.emf"/><Relationship Id="rId7" Type="http://schemas.openxmlformats.org/officeDocument/2006/relationships/diagramColors" Target="../diagrams/colors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204563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6847" y="-20645"/>
            <a:ext cx="3345084" cy="122185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7100" y="277388"/>
            <a:ext cx="1744578" cy="422254"/>
          </a:xfrm>
          <a:prstGeom prst="rect">
            <a:avLst/>
          </a:prstGeom>
        </p:spPr>
      </p:pic>
      <p:sp>
        <p:nvSpPr>
          <p:cNvPr id="2" name="CaixaDeTexto 1"/>
          <p:cNvSpPr txBox="1"/>
          <p:nvPr/>
        </p:nvSpPr>
        <p:spPr>
          <a:xfrm>
            <a:off x="-254" y="4032590"/>
            <a:ext cx="9144254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chemeClr val="accent5">
                    <a:lumMod val="75000"/>
                  </a:schemeClr>
                </a:solidFill>
              </a:rPr>
              <a:t>Estabilidade Operacional</a:t>
            </a:r>
          </a:p>
          <a:p>
            <a:r>
              <a:rPr lang="pt-BR" sz="2600" dirty="0"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Projeto de Qualidade em Gravação</a:t>
            </a:r>
            <a:br>
              <a:rPr lang="pt-BR" sz="120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pt-BR" sz="1200" dirty="0">
                <a:solidFill>
                  <a:schemeClr val="bg1">
                    <a:lumMod val="50000"/>
                  </a:schemeClr>
                </a:solidFill>
              </a:rPr>
              <a:t>2016, abril</a:t>
            </a:r>
          </a:p>
        </p:txBody>
      </p:sp>
      <p:sp>
        <p:nvSpPr>
          <p:cNvPr id="8" name="Subtítulo 2"/>
          <p:cNvSpPr txBox="1">
            <a:spLocks/>
          </p:cNvSpPr>
          <p:nvPr/>
        </p:nvSpPr>
        <p:spPr>
          <a:xfrm>
            <a:off x="6901731" y="4890534"/>
            <a:ext cx="2239658" cy="254228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32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pt-BR" sz="1200" b="1" dirty="0">
                <a:solidFill>
                  <a:schemeClr val="tx2"/>
                </a:solidFill>
              </a:rPr>
              <a:t>CHACON</a:t>
            </a:r>
            <a:r>
              <a:rPr lang="pt-BR" sz="1200" dirty="0">
                <a:solidFill>
                  <a:schemeClr val="bg1">
                    <a:lumMod val="85000"/>
                  </a:schemeClr>
                </a:solidFill>
              </a:rPr>
              <a:t> | </a:t>
            </a:r>
            <a:r>
              <a:rPr lang="pt-BR" sz="1200" b="1" dirty="0"/>
              <a:t>Consultoria Ilimitada</a:t>
            </a:r>
          </a:p>
        </p:txBody>
      </p:sp>
    </p:spTree>
    <p:extLst>
      <p:ext uri="{BB962C8B-B14F-4D97-AF65-F5344CB8AC3E}">
        <p14:creationId xmlns:p14="http://schemas.microsoft.com/office/powerpoint/2010/main" val="908422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8331"/>
    </mc:Choice>
    <mc:Fallback xmlns="">
      <p:transition advTm="833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aixaDeTexto 14"/>
          <p:cNvSpPr txBox="1"/>
          <p:nvPr/>
        </p:nvSpPr>
        <p:spPr>
          <a:xfrm>
            <a:off x="292607" y="1597521"/>
            <a:ext cx="154106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000" b="1" dirty="0"/>
              <a:t>MULTAS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1777" y="257994"/>
            <a:ext cx="1473556" cy="356656"/>
          </a:xfrm>
          <a:prstGeom prst="rect">
            <a:avLst/>
          </a:prstGeom>
        </p:spPr>
      </p:pic>
      <p:sp>
        <p:nvSpPr>
          <p:cNvPr id="11" name="CaixaDeTexto 10"/>
          <p:cNvSpPr txBox="1"/>
          <p:nvPr/>
        </p:nvSpPr>
        <p:spPr>
          <a:xfrm>
            <a:off x="151075" y="152985"/>
            <a:ext cx="6257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chemeClr val="accent5">
                    <a:lumMod val="50000"/>
                  </a:schemeClr>
                </a:solidFill>
              </a:rPr>
              <a:t>Cenário Atual</a:t>
            </a:r>
          </a:p>
        </p:txBody>
      </p:sp>
      <p:sp>
        <p:nvSpPr>
          <p:cNvPr id="7" name="Subtítulo 2"/>
          <p:cNvSpPr txBox="1">
            <a:spLocks/>
          </p:cNvSpPr>
          <p:nvPr/>
        </p:nvSpPr>
        <p:spPr>
          <a:xfrm rot="16200000">
            <a:off x="7892242" y="3901320"/>
            <a:ext cx="2239658" cy="254228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32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pt-BR" sz="1200" b="1" dirty="0">
                <a:solidFill>
                  <a:schemeClr val="tx2"/>
                </a:solidFill>
              </a:rPr>
              <a:t>CHACON</a:t>
            </a:r>
            <a:r>
              <a:rPr lang="pt-BR" sz="1200" dirty="0">
                <a:solidFill>
                  <a:schemeClr val="bg1">
                    <a:lumMod val="85000"/>
                  </a:schemeClr>
                </a:solidFill>
              </a:rPr>
              <a:t> | </a:t>
            </a:r>
            <a:r>
              <a:rPr lang="pt-BR" sz="1200" b="1" dirty="0">
                <a:solidFill>
                  <a:schemeClr val="bg1">
                    <a:lumMod val="95000"/>
                  </a:schemeClr>
                </a:solidFill>
              </a:rPr>
              <a:t>Consultoria Ilimitada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2</a:t>
            </a:fld>
            <a:endParaRPr lang="en-US"/>
          </a:p>
        </p:txBody>
      </p:sp>
      <p:sp>
        <p:nvSpPr>
          <p:cNvPr id="3" name="CaixaDeTexto 2"/>
          <p:cNvSpPr txBox="1"/>
          <p:nvPr/>
        </p:nvSpPr>
        <p:spPr>
          <a:xfrm>
            <a:off x="2110221" y="841220"/>
            <a:ext cx="677473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>
                <a:solidFill>
                  <a:srgbClr val="002060"/>
                </a:solidFill>
              </a:rPr>
              <a:t>As operações dos clientes </a:t>
            </a:r>
            <a:r>
              <a:rPr lang="pt-BR" b="1" dirty="0">
                <a:solidFill>
                  <a:srgbClr val="002060"/>
                </a:solidFill>
              </a:rPr>
              <a:t>Santander, Bradesco, TAM e </a:t>
            </a:r>
            <a:r>
              <a:rPr lang="pt-BR" b="1" dirty="0" err="1">
                <a:solidFill>
                  <a:srgbClr val="002060"/>
                </a:solidFill>
              </a:rPr>
              <a:t>Cielo</a:t>
            </a:r>
            <a:r>
              <a:rPr lang="pt-BR" dirty="0">
                <a:solidFill>
                  <a:srgbClr val="002060"/>
                </a:solidFill>
              </a:rPr>
              <a:t>, entre outras, vem apresentando uma alta na incidência de multas relacionadas à manutenção e recuperação de gravações.</a:t>
            </a:r>
          </a:p>
          <a:p>
            <a:pPr algn="just"/>
            <a:endParaRPr lang="pt-BR" dirty="0">
              <a:solidFill>
                <a:srgbClr val="002060"/>
              </a:solidFill>
            </a:endParaRPr>
          </a:p>
          <a:p>
            <a:pPr algn="just"/>
            <a:r>
              <a:rPr lang="pt-BR" dirty="0">
                <a:solidFill>
                  <a:srgbClr val="002060"/>
                </a:solidFill>
              </a:rPr>
              <a:t>Habitualmente, busca-se identificar falhas ou obsolescência em componentes de TI (gravadores), mas uma análise mais aprofundada demonstrou haver causas relacionadas a ao menos três aspectos constituintes do serviço:</a:t>
            </a:r>
          </a:p>
        </p:txBody>
      </p:sp>
      <p:sp>
        <p:nvSpPr>
          <p:cNvPr id="5" name="Retângulo Arredondado 4"/>
          <p:cNvSpPr/>
          <p:nvPr/>
        </p:nvSpPr>
        <p:spPr>
          <a:xfrm>
            <a:off x="775932" y="3376115"/>
            <a:ext cx="2051609" cy="1548124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Pessoas</a:t>
            </a:r>
          </a:p>
          <a:p>
            <a:pPr algn="ctr"/>
            <a:endParaRPr lang="pt-B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/>
              <a:t>Quantidade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/>
              <a:t>Qualificação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/>
              <a:t>Atitude</a:t>
            </a:r>
          </a:p>
        </p:txBody>
      </p:sp>
      <p:sp>
        <p:nvSpPr>
          <p:cNvPr id="12" name="Retângulo Arredondado 11"/>
          <p:cNvSpPr/>
          <p:nvPr/>
        </p:nvSpPr>
        <p:spPr>
          <a:xfrm>
            <a:off x="3452399" y="3376115"/>
            <a:ext cx="2051609" cy="1548124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Processos</a:t>
            </a:r>
          </a:p>
          <a:p>
            <a:pPr algn="ctr"/>
            <a:endParaRPr lang="pt-B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/>
              <a:t>Dinâmica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/>
              <a:t>Interações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/>
              <a:t>Propriedade</a:t>
            </a:r>
          </a:p>
        </p:txBody>
      </p:sp>
      <p:sp>
        <p:nvSpPr>
          <p:cNvPr id="13" name="Retângulo Arredondado 12"/>
          <p:cNvSpPr/>
          <p:nvPr/>
        </p:nvSpPr>
        <p:spPr>
          <a:xfrm>
            <a:off x="6128866" y="3376115"/>
            <a:ext cx="2051609" cy="1548124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Tecnologia</a:t>
            </a:r>
          </a:p>
          <a:p>
            <a:pPr algn="ctr"/>
            <a:endParaRPr lang="pt-B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/>
              <a:t>Gravadores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/>
              <a:t>Automação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/>
              <a:t>Mídia</a:t>
            </a:r>
          </a:p>
        </p:txBody>
      </p:sp>
      <p:sp>
        <p:nvSpPr>
          <p:cNvPr id="14" name="Símbolo de 'Não' 13"/>
          <p:cNvSpPr/>
          <p:nvPr/>
        </p:nvSpPr>
        <p:spPr>
          <a:xfrm>
            <a:off x="143453" y="952500"/>
            <a:ext cx="1828496" cy="1844040"/>
          </a:xfrm>
          <a:prstGeom prst="noSmoking">
            <a:avLst>
              <a:gd name="adj" fmla="val 10173"/>
            </a:avLst>
          </a:prstGeom>
          <a:solidFill>
            <a:srgbClr val="C00000">
              <a:alpha val="8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4365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1777" y="257994"/>
            <a:ext cx="1473556" cy="356656"/>
          </a:xfrm>
          <a:prstGeom prst="rect">
            <a:avLst/>
          </a:prstGeom>
        </p:spPr>
      </p:pic>
      <p:sp>
        <p:nvSpPr>
          <p:cNvPr id="11" name="CaixaDeTexto 10"/>
          <p:cNvSpPr txBox="1"/>
          <p:nvPr/>
        </p:nvSpPr>
        <p:spPr>
          <a:xfrm>
            <a:off x="151075" y="152985"/>
            <a:ext cx="6257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chemeClr val="accent5">
                    <a:lumMod val="50000"/>
                  </a:schemeClr>
                </a:solidFill>
              </a:rPr>
              <a:t>Causas e Efeitos</a:t>
            </a:r>
          </a:p>
        </p:txBody>
      </p:sp>
      <p:sp>
        <p:nvSpPr>
          <p:cNvPr id="7" name="Subtítulo 2"/>
          <p:cNvSpPr txBox="1">
            <a:spLocks/>
          </p:cNvSpPr>
          <p:nvPr/>
        </p:nvSpPr>
        <p:spPr>
          <a:xfrm rot="16200000">
            <a:off x="7892242" y="3901320"/>
            <a:ext cx="2239658" cy="254228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32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pt-BR" sz="1200" b="1" dirty="0">
                <a:solidFill>
                  <a:schemeClr val="tx2"/>
                </a:solidFill>
              </a:rPr>
              <a:t>CHACON</a:t>
            </a:r>
            <a:r>
              <a:rPr lang="pt-BR" sz="1200" dirty="0">
                <a:solidFill>
                  <a:schemeClr val="bg1">
                    <a:lumMod val="85000"/>
                  </a:schemeClr>
                </a:solidFill>
              </a:rPr>
              <a:t> | </a:t>
            </a:r>
            <a:r>
              <a:rPr lang="pt-BR" sz="1200" b="1" dirty="0">
                <a:solidFill>
                  <a:schemeClr val="bg1">
                    <a:lumMod val="95000"/>
                  </a:schemeClr>
                </a:solidFill>
              </a:rPr>
              <a:t>Consultoria Ilimitada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3</a:t>
            </a:fld>
            <a:endParaRPr lang="en-US"/>
          </a:p>
        </p:txBody>
      </p:sp>
      <p:graphicFrame>
        <p:nvGraphicFramePr>
          <p:cNvPr id="83" name="Diagrama 82"/>
          <p:cNvGraphicFramePr/>
          <p:nvPr>
            <p:extLst>
              <p:ext uri="{D42A27DB-BD31-4B8C-83A1-F6EECF244321}">
                <p14:modId xmlns:p14="http://schemas.microsoft.com/office/powerpoint/2010/main" val="84494539"/>
              </p:ext>
            </p:extLst>
          </p:nvPr>
        </p:nvGraphicFramePr>
        <p:xfrm>
          <a:off x="409651" y="364920"/>
          <a:ext cx="8421426" cy="473298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84" name="CaixaDeTexto 83"/>
          <p:cNvSpPr txBox="1"/>
          <p:nvPr/>
        </p:nvSpPr>
        <p:spPr>
          <a:xfrm>
            <a:off x="151075" y="4636241"/>
            <a:ext cx="39256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200" dirty="0"/>
              <a:t>SLA são muito agressivos (99% em 2 horas)?</a:t>
            </a:r>
            <a:br>
              <a:rPr lang="pt-BR" sz="1200" dirty="0"/>
            </a:br>
            <a:r>
              <a:rPr lang="pt-BR" sz="1200" dirty="0"/>
              <a:t>Contratos não consideram necessidade de investimento?</a:t>
            </a:r>
          </a:p>
        </p:txBody>
      </p:sp>
      <p:sp>
        <p:nvSpPr>
          <p:cNvPr id="85" name="CaixaDeTexto 84"/>
          <p:cNvSpPr txBox="1"/>
          <p:nvPr/>
        </p:nvSpPr>
        <p:spPr>
          <a:xfrm>
            <a:off x="6659879" y="3766824"/>
            <a:ext cx="22250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Recursos para gerenciar?</a:t>
            </a:r>
            <a:br>
              <a:rPr lang="pt-BR" sz="1200" dirty="0"/>
            </a:br>
            <a:r>
              <a:rPr lang="pt-BR" sz="1200" dirty="0"/>
              <a:t>Quanto é suficiente?</a:t>
            </a:r>
          </a:p>
        </p:txBody>
      </p:sp>
      <p:sp>
        <p:nvSpPr>
          <p:cNvPr id="86" name="CaixaDeTexto 85"/>
          <p:cNvSpPr txBox="1"/>
          <p:nvPr/>
        </p:nvSpPr>
        <p:spPr>
          <a:xfrm>
            <a:off x="6509272" y="2141895"/>
            <a:ext cx="2634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Quem deve ser informado/consultado?</a:t>
            </a:r>
          </a:p>
          <a:p>
            <a:r>
              <a:rPr lang="pt-BR" sz="1200" dirty="0"/>
              <a:t>Quem gerencia a atitude?</a:t>
            </a:r>
          </a:p>
        </p:txBody>
      </p:sp>
      <p:sp>
        <p:nvSpPr>
          <p:cNvPr id="87" name="CaixaDeTexto 86"/>
          <p:cNvSpPr txBox="1"/>
          <p:nvPr/>
        </p:nvSpPr>
        <p:spPr>
          <a:xfrm>
            <a:off x="5189220" y="490743"/>
            <a:ext cx="22250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Quem é o dono?</a:t>
            </a:r>
            <a:br>
              <a:rPr lang="pt-BR" sz="1200" dirty="0"/>
            </a:br>
            <a:r>
              <a:rPr lang="pt-BR" sz="1200" dirty="0"/>
              <a:t>Qual o “combinado”?</a:t>
            </a:r>
          </a:p>
        </p:txBody>
      </p:sp>
      <p:sp>
        <p:nvSpPr>
          <p:cNvPr id="88" name="CaixaDeTexto 87"/>
          <p:cNvSpPr txBox="1"/>
          <p:nvPr/>
        </p:nvSpPr>
        <p:spPr>
          <a:xfrm>
            <a:off x="0" y="1373175"/>
            <a:ext cx="24841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200" dirty="0"/>
              <a:t>Onde registrar? E-mail? SMS? </a:t>
            </a:r>
            <a:br>
              <a:rPr lang="pt-BR" sz="1200" dirty="0"/>
            </a:br>
            <a:r>
              <a:rPr lang="pt-BR" sz="1200" dirty="0"/>
              <a:t>Quais as informações mandatórias?</a:t>
            </a:r>
          </a:p>
        </p:txBody>
      </p:sp>
      <p:sp>
        <p:nvSpPr>
          <p:cNvPr id="89" name="CaixaDeTexto 88"/>
          <p:cNvSpPr txBox="1"/>
          <p:nvPr/>
        </p:nvSpPr>
        <p:spPr>
          <a:xfrm>
            <a:off x="0" y="3055031"/>
            <a:ext cx="24841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200" dirty="0"/>
              <a:t>Quem deve auditar?</a:t>
            </a:r>
          </a:p>
          <a:p>
            <a:pPr algn="r"/>
            <a:r>
              <a:rPr lang="pt-BR" sz="1200" dirty="0"/>
              <a:t>Quais os indicadores de qualidade?</a:t>
            </a:r>
          </a:p>
        </p:txBody>
      </p:sp>
      <p:sp>
        <p:nvSpPr>
          <p:cNvPr id="13" name="Símbolo de 'Não' 12"/>
          <p:cNvSpPr/>
          <p:nvPr/>
        </p:nvSpPr>
        <p:spPr>
          <a:xfrm>
            <a:off x="3789230" y="1893213"/>
            <a:ext cx="1662269" cy="1676400"/>
          </a:xfrm>
          <a:prstGeom prst="noSmoking">
            <a:avLst>
              <a:gd name="adj" fmla="val 10173"/>
            </a:avLst>
          </a:prstGeom>
          <a:solidFill>
            <a:srgbClr val="C00000">
              <a:alpha val="8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8072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" grpId="0"/>
      <p:bldP spid="84" grpId="1"/>
      <p:bldP spid="85" grpId="0"/>
      <p:bldP spid="85" grpId="1"/>
      <p:bldP spid="86" grpId="0"/>
      <p:bldP spid="86" grpId="1"/>
      <p:bldP spid="87" grpId="0"/>
      <p:bldP spid="87" grpId="1"/>
      <p:bldP spid="88" grpId="0"/>
      <p:bldP spid="88" grpId="1"/>
      <p:bldP spid="89" grpId="0"/>
      <p:bldP spid="89" grpId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1777" y="257994"/>
            <a:ext cx="1473556" cy="356656"/>
          </a:xfrm>
          <a:prstGeom prst="rect">
            <a:avLst/>
          </a:prstGeom>
        </p:spPr>
      </p:pic>
      <p:sp>
        <p:nvSpPr>
          <p:cNvPr id="11" name="CaixaDeTexto 10"/>
          <p:cNvSpPr txBox="1"/>
          <p:nvPr/>
        </p:nvSpPr>
        <p:spPr>
          <a:xfrm>
            <a:off x="151075" y="145365"/>
            <a:ext cx="6257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chemeClr val="accent5">
                    <a:lumMod val="50000"/>
                  </a:schemeClr>
                </a:solidFill>
              </a:rPr>
              <a:t>Piloto Santander </a:t>
            </a:r>
          </a:p>
        </p:txBody>
      </p:sp>
      <p:sp>
        <p:nvSpPr>
          <p:cNvPr id="7" name="Subtítulo 2"/>
          <p:cNvSpPr txBox="1">
            <a:spLocks/>
          </p:cNvSpPr>
          <p:nvPr/>
        </p:nvSpPr>
        <p:spPr>
          <a:xfrm rot="16200000">
            <a:off x="7892242" y="3901320"/>
            <a:ext cx="2239658" cy="254228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32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pt-BR" sz="1200" b="1" dirty="0">
                <a:solidFill>
                  <a:schemeClr val="tx2"/>
                </a:solidFill>
              </a:rPr>
              <a:t>CHACON</a:t>
            </a:r>
            <a:r>
              <a:rPr lang="pt-BR" sz="1200" dirty="0">
                <a:solidFill>
                  <a:schemeClr val="bg1">
                    <a:lumMod val="85000"/>
                  </a:schemeClr>
                </a:solidFill>
              </a:rPr>
              <a:t> | </a:t>
            </a:r>
            <a:r>
              <a:rPr lang="pt-BR" sz="1200" b="1" dirty="0">
                <a:solidFill>
                  <a:schemeClr val="bg1">
                    <a:lumMod val="95000"/>
                  </a:schemeClr>
                </a:solidFill>
              </a:rPr>
              <a:t>Consultoria Ilimitada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4</a:t>
            </a:fld>
            <a:endParaRPr lang="en-US"/>
          </a:p>
        </p:txBody>
      </p:sp>
      <p:sp>
        <p:nvSpPr>
          <p:cNvPr id="3" name="CaixaDeTexto 2"/>
          <p:cNvSpPr txBox="1"/>
          <p:nvPr/>
        </p:nvSpPr>
        <p:spPr>
          <a:xfrm>
            <a:off x="175565" y="1338944"/>
            <a:ext cx="453359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>
                <a:solidFill>
                  <a:srgbClr val="FF0000"/>
                </a:solidFill>
              </a:rPr>
              <a:t>               </a:t>
            </a:r>
            <a:r>
              <a:rPr lang="pt-BR" dirty="0">
                <a:solidFill>
                  <a:schemeClr val="accent5">
                    <a:lumMod val="50000"/>
                  </a:schemeClr>
                </a:solidFill>
              </a:rPr>
              <a:t>Um projeto piloto foi iniciado para melhorar a qualidade da operação Santander. No entanto, observa-se que não há “operação Santander”, mas sim diferentes operações, com diferentes contratos, objetivos de qualidade, SLA, gestores, responsáveis pelo resgate de gravações entre outras peculiaridades, que caracterizam a descentralização da gestão sobre gravações. Como exemplo, a primeira responsabilidade pelo </a:t>
            </a:r>
            <a:r>
              <a:rPr lang="pt-BR" b="1" dirty="0" err="1">
                <a:solidFill>
                  <a:schemeClr val="accent5">
                    <a:lumMod val="50000"/>
                  </a:schemeClr>
                </a:solidFill>
              </a:rPr>
              <a:t>retrieval</a:t>
            </a:r>
            <a:r>
              <a:rPr lang="pt-BR" dirty="0">
                <a:solidFill>
                  <a:schemeClr val="accent5">
                    <a:lumMod val="50000"/>
                  </a:schemeClr>
                </a:solidFill>
              </a:rPr>
              <a:t>.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538" y="994957"/>
            <a:ext cx="584925" cy="584925"/>
          </a:xfrm>
          <a:prstGeom prst="rect">
            <a:avLst/>
          </a:prstGeom>
        </p:spPr>
      </p:pic>
      <p:pic>
        <p:nvPicPr>
          <p:cNvPr id="15" name="Imagem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717" y="1261817"/>
            <a:ext cx="3833616" cy="3038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0238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1777" y="257994"/>
            <a:ext cx="1473556" cy="356656"/>
          </a:xfrm>
          <a:prstGeom prst="rect">
            <a:avLst/>
          </a:prstGeom>
        </p:spPr>
      </p:pic>
      <p:sp>
        <p:nvSpPr>
          <p:cNvPr id="9" name="Subtítulo 2"/>
          <p:cNvSpPr txBox="1">
            <a:spLocks/>
          </p:cNvSpPr>
          <p:nvPr/>
        </p:nvSpPr>
        <p:spPr>
          <a:xfrm rot="16200000">
            <a:off x="7892242" y="3901320"/>
            <a:ext cx="2239658" cy="254228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32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pt-BR" sz="1200" b="1" dirty="0">
                <a:solidFill>
                  <a:schemeClr val="tx2"/>
                </a:solidFill>
              </a:rPr>
              <a:t>CHACON</a:t>
            </a:r>
            <a:r>
              <a:rPr lang="pt-BR" sz="1200" dirty="0">
                <a:solidFill>
                  <a:schemeClr val="bg1">
                    <a:lumMod val="85000"/>
                  </a:schemeClr>
                </a:solidFill>
              </a:rPr>
              <a:t> | </a:t>
            </a:r>
            <a:r>
              <a:rPr lang="pt-BR" sz="1200" b="1" dirty="0">
                <a:solidFill>
                  <a:schemeClr val="bg1">
                    <a:lumMod val="95000"/>
                  </a:schemeClr>
                </a:solidFill>
              </a:rPr>
              <a:t>Consultoria Ilimitada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5</a:t>
            </a:fld>
            <a:endParaRPr lang="en-US" dirty="0"/>
          </a:p>
        </p:txBody>
      </p:sp>
      <p:sp>
        <p:nvSpPr>
          <p:cNvPr id="97" name="CaixaDeTexto 96"/>
          <p:cNvSpPr txBox="1"/>
          <p:nvPr/>
        </p:nvSpPr>
        <p:spPr>
          <a:xfrm>
            <a:off x="151075" y="152985"/>
            <a:ext cx="6257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chemeClr val="accent5">
                    <a:lumMod val="50000"/>
                  </a:schemeClr>
                </a:solidFill>
              </a:rPr>
              <a:t>Uniformizar o Processo</a:t>
            </a:r>
          </a:p>
        </p:txBody>
      </p:sp>
      <p:sp>
        <p:nvSpPr>
          <p:cNvPr id="109" name="CaixaDeTexto 108"/>
          <p:cNvSpPr txBox="1"/>
          <p:nvPr/>
        </p:nvSpPr>
        <p:spPr>
          <a:xfrm>
            <a:off x="4279272" y="620430"/>
            <a:ext cx="452156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200" dirty="0">
                <a:solidFill>
                  <a:schemeClr val="accent5">
                    <a:lumMod val="50000"/>
                  </a:schemeClr>
                </a:solidFill>
              </a:rPr>
              <a:t>Estamos definindo processos uniformizados para atender requisições de Laudos e de </a:t>
            </a:r>
            <a:r>
              <a:rPr lang="pt-BR" sz="2200" dirty="0" err="1">
                <a:solidFill>
                  <a:schemeClr val="accent5">
                    <a:lumMod val="50000"/>
                  </a:schemeClr>
                </a:solidFill>
              </a:rPr>
              <a:t>Retrieval</a:t>
            </a:r>
            <a:r>
              <a:rPr lang="pt-BR" sz="2200" dirty="0">
                <a:solidFill>
                  <a:schemeClr val="accent5">
                    <a:lumMod val="50000"/>
                  </a:schemeClr>
                </a:solidFill>
              </a:rPr>
              <a:t>, para todas as operações.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687" y="614650"/>
            <a:ext cx="3955467" cy="5399733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9707" y="2041289"/>
            <a:ext cx="5275626" cy="2993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164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1777" y="257994"/>
            <a:ext cx="1473556" cy="356656"/>
          </a:xfrm>
          <a:prstGeom prst="rect">
            <a:avLst/>
          </a:prstGeom>
        </p:spPr>
      </p:pic>
      <p:sp>
        <p:nvSpPr>
          <p:cNvPr id="9" name="Subtítulo 2"/>
          <p:cNvSpPr txBox="1">
            <a:spLocks/>
          </p:cNvSpPr>
          <p:nvPr/>
        </p:nvSpPr>
        <p:spPr>
          <a:xfrm rot="16200000">
            <a:off x="7892242" y="3901320"/>
            <a:ext cx="2239658" cy="254228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32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pt-BR" sz="1200" b="1" dirty="0">
                <a:solidFill>
                  <a:schemeClr val="tx2"/>
                </a:solidFill>
              </a:rPr>
              <a:t>CHACON</a:t>
            </a:r>
            <a:r>
              <a:rPr lang="pt-BR" sz="1200" dirty="0">
                <a:solidFill>
                  <a:schemeClr val="bg1">
                    <a:lumMod val="85000"/>
                  </a:schemeClr>
                </a:solidFill>
              </a:rPr>
              <a:t> | </a:t>
            </a:r>
            <a:r>
              <a:rPr lang="pt-BR" sz="1200" b="1" dirty="0">
                <a:solidFill>
                  <a:schemeClr val="bg1">
                    <a:lumMod val="95000"/>
                  </a:schemeClr>
                </a:solidFill>
              </a:rPr>
              <a:t>Consultoria Ilimitada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6</a:t>
            </a:fld>
            <a:endParaRPr lang="en-US" dirty="0"/>
          </a:p>
        </p:txBody>
      </p:sp>
      <p:sp>
        <p:nvSpPr>
          <p:cNvPr id="97" name="CaixaDeTexto 96"/>
          <p:cNvSpPr txBox="1"/>
          <p:nvPr/>
        </p:nvSpPr>
        <p:spPr>
          <a:xfrm>
            <a:off x="151075" y="152985"/>
            <a:ext cx="6257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chemeClr val="accent5">
                    <a:lumMod val="50000"/>
                  </a:schemeClr>
                </a:solidFill>
              </a:rPr>
              <a:t>Matriz de Responsabilidades</a:t>
            </a:r>
          </a:p>
        </p:txBody>
      </p:sp>
      <p:sp>
        <p:nvSpPr>
          <p:cNvPr id="109" name="CaixaDeTexto 108"/>
          <p:cNvSpPr txBox="1"/>
          <p:nvPr/>
        </p:nvSpPr>
        <p:spPr>
          <a:xfrm>
            <a:off x="717331" y="1418768"/>
            <a:ext cx="80149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2400" dirty="0">
                <a:solidFill>
                  <a:schemeClr val="accent5">
                    <a:lumMod val="50000"/>
                  </a:schemeClr>
                </a:solidFill>
              </a:rPr>
              <a:t>Toda a cadeia do serviço de Gravação e as interações entre os diferentes agentes estão sendo identificadas e documentadas.</a:t>
            </a:r>
          </a:p>
        </p:txBody>
      </p:sp>
      <p:pic>
        <p:nvPicPr>
          <p:cNvPr id="10" name="Imagem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584" y="2694365"/>
            <a:ext cx="6674907" cy="3690500"/>
          </a:xfrm>
          <a:prstGeom prst="rect">
            <a:avLst/>
          </a:prstGeom>
          <a:ln w="22225">
            <a:solidFill>
              <a:srgbClr val="19345B">
                <a:alpha val="99000"/>
              </a:srgbClr>
            </a:solidFill>
          </a:ln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9936668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1777" y="257994"/>
            <a:ext cx="1473556" cy="356656"/>
          </a:xfrm>
          <a:prstGeom prst="rect">
            <a:avLst/>
          </a:prstGeom>
        </p:spPr>
      </p:pic>
      <p:sp>
        <p:nvSpPr>
          <p:cNvPr id="9" name="Subtítulo 2"/>
          <p:cNvSpPr txBox="1">
            <a:spLocks/>
          </p:cNvSpPr>
          <p:nvPr/>
        </p:nvSpPr>
        <p:spPr>
          <a:xfrm rot="16200000">
            <a:off x="7892242" y="3901320"/>
            <a:ext cx="2239658" cy="254228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32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pt-BR" sz="1200" b="1" dirty="0">
                <a:solidFill>
                  <a:schemeClr val="tx2"/>
                </a:solidFill>
              </a:rPr>
              <a:t>CHACON</a:t>
            </a:r>
            <a:r>
              <a:rPr lang="pt-BR" sz="1200" dirty="0">
                <a:solidFill>
                  <a:schemeClr val="bg1">
                    <a:lumMod val="85000"/>
                  </a:schemeClr>
                </a:solidFill>
              </a:rPr>
              <a:t> | </a:t>
            </a:r>
            <a:r>
              <a:rPr lang="pt-BR" sz="1200" b="1" dirty="0">
                <a:solidFill>
                  <a:schemeClr val="bg1">
                    <a:lumMod val="95000"/>
                  </a:schemeClr>
                </a:solidFill>
              </a:rPr>
              <a:t>Consultoria Ilimitada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7</a:t>
            </a:fld>
            <a:endParaRPr lang="en-US" dirty="0"/>
          </a:p>
        </p:txBody>
      </p:sp>
      <p:sp>
        <p:nvSpPr>
          <p:cNvPr id="97" name="CaixaDeTexto 96"/>
          <p:cNvSpPr txBox="1"/>
          <p:nvPr/>
        </p:nvSpPr>
        <p:spPr>
          <a:xfrm>
            <a:off x="151075" y="152985"/>
            <a:ext cx="6257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chemeClr val="accent5">
                    <a:lumMod val="50000"/>
                  </a:schemeClr>
                </a:solidFill>
              </a:rPr>
              <a:t>SLA e OLA</a:t>
            </a:r>
          </a:p>
        </p:txBody>
      </p:sp>
      <p:sp>
        <p:nvSpPr>
          <p:cNvPr id="16" name="CaixaDeTexto 15"/>
          <p:cNvSpPr txBox="1"/>
          <p:nvPr/>
        </p:nvSpPr>
        <p:spPr>
          <a:xfrm>
            <a:off x="312350" y="823402"/>
            <a:ext cx="8237220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200" dirty="0">
                <a:solidFill>
                  <a:schemeClr val="accent5">
                    <a:lumMod val="50000"/>
                  </a:schemeClr>
                </a:solidFill>
              </a:rPr>
              <a:t>As capacidades e limitações operacionais das equipes de suporte determinam o “SLA possível” pela soma dos OLA. Uma interação permanente entre os responsáveis identificados e os Gestores das Operações definirá requerimentos de investimentos para atender diferentes SLA.</a:t>
            </a:r>
          </a:p>
        </p:txBody>
      </p:sp>
      <p:sp>
        <p:nvSpPr>
          <p:cNvPr id="4" name="Multiplicar 3"/>
          <p:cNvSpPr/>
          <p:nvPr/>
        </p:nvSpPr>
        <p:spPr>
          <a:xfrm>
            <a:off x="3577520" y="2832851"/>
            <a:ext cx="1706880" cy="2130023"/>
          </a:xfrm>
          <a:prstGeom prst="mathMultiply">
            <a:avLst/>
          </a:prstGeom>
          <a:solidFill>
            <a:srgbClr val="CC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12" name="Imagem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96" y="3188170"/>
            <a:ext cx="2831217" cy="1419383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0306" y="3220262"/>
            <a:ext cx="2804010" cy="1355200"/>
          </a:xfrm>
          <a:prstGeom prst="rect">
            <a:avLst/>
          </a:prstGeom>
        </p:spPr>
      </p:pic>
      <p:sp>
        <p:nvSpPr>
          <p:cNvPr id="10" name="CaixaDeTexto 9"/>
          <p:cNvSpPr txBox="1"/>
          <p:nvPr/>
        </p:nvSpPr>
        <p:spPr>
          <a:xfrm>
            <a:off x="670560" y="2832851"/>
            <a:ext cx="2476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solidFill>
                  <a:schemeClr val="accent5">
                    <a:lumMod val="50000"/>
                  </a:schemeClr>
                </a:solidFill>
              </a:rPr>
              <a:t>Metas Contratuais</a:t>
            </a:r>
          </a:p>
        </p:txBody>
      </p:sp>
      <p:sp>
        <p:nvSpPr>
          <p:cNvPr id="14" name="CaixaDeTexto 13"/>
          <p:cNvSpPr txBox="1"/>
          <p:nvPr/>
        </p:nvSpPr>
        <p:spPr>
          <a:xfrm>
            <a:off x="5664061" y="2838682"/>
            <a:ext cx="2476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solidFill>
                  <a:schemeClr val="accent5">
                    <a:lumMod val="50000"/>
                  </a:schemeClr>
                </a:solidFill>
              </a:rPr>
              <a:t>Metas Operacionais</a:t>
            </a:r>
          </a:p>
        </p:txBody>
      </p:sp>
    </p:spTree>
    <p:extLst>
      <p:ext uri="{BB962C8B-B14F-4D97-AF65-F5344CB8AC3E}">
        <p14:creationId xmlns:p14="http://schemas.microsoft.com/office/powerpoint/2010/main" val="3025299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1777" y="257994"/>
            <a:ext cx="1473556" cy="356656"/>
          </a:xfrm>
          <a:prstGeom prst="rect">
            <a:avLst/>
          </a:prstGeom>
        </p:spPr>
      </p:pic>
      <p:sp>
        <p:nvSpPr>
          <p:cNvPr id="9" name="Subtítulo 2"/>
          <p:cNvSpPr txBox="1">
            <a:spLocks/>
          </p:cNvSpPr>
          <p:nvPr/>
        </p:nvSpPr>
        <p:spPr>
          <a:xfrm rot="16200000">
            <a:off x="7892242" y="3901320"/>
            <a:ext cx="2239658" cy="254228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32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pt-BR" sz="1200" b="1" dirty="0">
                <a:solidFill>
                  <a:schemeClr val="tx2"/>
                </a:solidFill>
              </a:rPr>
              <a:t>CHACON</a:t>
            </a:r>
            <a:r>
              <a:rPr lang="pt-BR" sz="1200" dirty="0">
                <a:solidFill>
                  <a:schemeClr val="bg1">
                    <a:lumMod val="85000"/>
                  </a:schemeClr>
                </a:solidFill>
              </a:rPr>
              <a:t> | </a:t>
            </a:r>
            <a:r>
              <a:rPr lang="pt-BR" sz="1200" b="1" dirty="0">
                <a:solidFill>
                  <a:schemeClr val="bg1">
                    <a:lumMod val="95000"/>
                  </a:schemeClr>
                </a:solidFill>
              </a:rPr>
              <a:t>Consultoria Ilimitada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8</a:t>
            </a:fld>
            <a:endParaRPr lang="en-US" dirty="0"/>
          </a:p>
        </p:txBody>
      </p:sp>
      <p:sp>
        <p:nvSpPr>
          <p:cNvPr id="97" name="CaixaDeTexto 96"/>
          <p:cNvSpPr txBox="1"/>
          <p:nvPr/>
        </p:nvSpPr>
        <p:spPr>
          <a:xfrm>
            <a:off x="151075" y="152985"/>
            <a:ext cx="6257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chemeClr val="accent5">
                    <a:lumMod val="50000"/>
                  </a:schemeClr>
                </a:solidFill>
              </a:rPr>
              <a:t>Níveis de Serviço</a:t>
            </a:r>
          </a:p>
        </p:txBody>
      </p:sp>
      <p:sp>
        <p:nvSpPr>
          <p:cNvPr id="109" name="CaixaDeTexto 108"/>
          <p:cNvSpPr txBox="1"/>
          <p:nvPr/>
        </p:nvSpPr>
        <p:spPr>
          <a:xfrm>
            <a:off x="312420" y="2644900"/>
            <a:ext cx="833445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200" dirty="0">
                <a:solidFill>
                  <a:schemeClr val="accent5">
                    <a:lumMod val="50000"/>
                  </a:schemeClr>
                </a:solidFill>
              </a:rPr>
              <a:t>Tem sido necessário “ler” os contratos para identificar as metas de nível de serviço. Vamos constituir e manter uma Base de Conhecimento.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651" y="707755"/>
            <a:ext cx="6606886" cy="190500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2232" y="3434568"/>
            <a:ext cx="6615545" cy="1610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20641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1777" y="257994"/>
            <a:ext cx="1473556" cy="356656"/>
          </a:xfrm>
          <a:prstGeom prst="rect">
            <a:avLst/>
          </a:prstGeom>
        </p:spPr>
      </p:pic>
      <p:sp>
        <p:nvSpPr>
          <p:cNvPr id="9" name="Subtítulo 2"/>
          <p:cNvSpPr txBox="1">
            <a:spLocks/>
          </p:cNvSpPr>
          <p:nvPr/>
        </p:nvSpPr>
        <p:spPr>
          <a:xfrm rot="16200000">
            <a:off x="7892242" y="3901320"/>
            <a:ext cx="2239658" cy="254228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32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pt-BR" sz="1200" b="1" dirty="0">
                <a:solidFill>
                  <a:schemeClr val="tx2"/>
                </a:solidFill>
              </a:rPr>
              <a:t>CHACON</a:t>
            </a:r>
            <a:r>
              <a:rPr lang="pt-BR" sz="1200" dirty="0">
                <a:solidFill>
                  <a:schemeClr val="bg1">
                    <a:lumMod val="85000"/>
                  </a:schemeClr>
                </a:solidFill>
              </a:rPr>
              <a:t> | </a:t>
            </a:r>
            <a:r>
              <a:rPr lang="pt-BR" sz="1200" b="1" dirty="0">
                <a:solidFill>
                  <a:schemeClr val="bg1">
                    <a:lumMod val="95000"/>
                  </a:schemeClr>
                </a:solidFill>
              </a:rPr>
              <a:t>Consultoria Ilimitada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9</a:t>
            </a:fld>
            <a:endParaRPr lang="en-US" dirty="0"/>
          </a:p>
        </p:txBody>
      </p:sp>
      <p:sp>
        <p:nvSpPr>
          <p:cNvPr id="6" name="CaixaDeTexto 5"/>
          <p:cNvSpPr txBox="1"/>
          <p:nvPr/>
        </p:nvSpPr>
        <p:spPr>
          <a:xfrm>
            <a:off x="151074" y="152985"/>
            <a:ext cx="6935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chemeClr val="accent5">
                    <a:lumMod val="50000"/>
                  </a:schemeClr>
                </a:solidFill>
              </a:rPr>
              <a:t>Indicadores e Melhoria Contínua</a:t>
            </a: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9429" y="1454302"/>
            <a:ext cx="5615904" cy="5148263"/>
          </a:xfrm>
          <a:prstGeom prst="rect">
            <a:avLst/>
          </a:prstGeom>
        </p:spPr>
      </p:pic>
      <p:pic>
        <p:nvPicPr>
          <p:cNvPr id="4" name="Imagem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477" y="2238427"/>
            <a:ext cx="5053302" cy="5148263"/>
          </a:xfrm>
          <a:prstGeom prst="rect">
            <a:avLst/>
          </a:prstGeom>
        </p:spPr>
      </p:pic>
      <p:sp>
        <p:nvSpPr>
          <p:cNvPr id="7" name="Canto Dobrado 6"/>
          <p:cNvSpPr/>
          <p:nvPr/>
        </p:nvSpPr>
        <p:spPr>
          <a:xfrm rot="20905169">
            <a:off x="1498831" y="4504418"/>
            <a:ext cx="1011616" cy="326718"/>
          </a:xfrm>
          <a:prstGeom prst="foldedCorner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900" dirty="0">
                <a:solidFill>
                  <a:srgbClr val="002060"/>
                </a:solidFill>
              </a:rPr>
              <a:t>PREENCHIMENTO MANUAL?</a:t>
            </a:r>
          </a:p>
        </p:txBody>
      </p:sp>
      <p:sp>
        <p:nvSpPr>
          <p:cNvPr id="13" name="Canto Dobrado 12"/>
          <p:cNvSpPr/>
          <p:nvPr/>
        </p:nvSpPr>
        <p:spPr>
          <a:xfrm rot="20905169">
            <a:off x="6654386" y="3430876"/>
            <a:ext cx="1011616" cy="326718"/>
          </a:xfrm>
          <a:prstGeom prst="foldedCorner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900" dirty="0">
                <a:solidFill>
                  <a:srgbClr val="002060"/>
                </a:solidFill>
              </a:rPr>
              <a:t>LEITURA DE CONTRATOS?</a:t>
            </a:r>
          </a:p>
        </p:txBody>
      </p:sp>
      <p:sp>
        <p:nvSpPr>
          <p:cNvPr id="14" name="Retângulo 13"/>
          <p:cNvSpPr/>
          <p:nvPr/>
        </p:nvSpPr>
        <p:spPr>
          <a:xfrm>
            <a:off x="580797" y="611604"/>
            <a:ext cx="855838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2200" dirty="0">
                <a:solidFill>
                  <a:schemeClr val="accent5">
                    <a:lumMod val="50000"/>
                  </a:schemeClr>
                </a:solidFill>
              </a:rPr>
              <a:t>Esforços da área de Telemetria produzirão melhores resultados se as informações forem coletadas diretamente nas ferramentas (</a:t>
            </a:r>
            <a:r>
              <a:rPr lang="pt-BR" sz="2200" i="1" dirty="0" err="1">
                <a:solidFill>
                  <a:schemeClr val="accent5">
                    <a:lumMod val="50000"/>
                  </a:schemeClr>
                </a:solidFill>
              </a:rPr>
              <a:t>t</a:t>
            </a:r>
            <a:r>
              <a:rPr lang="pt-BR" sz="2200" dirty="0" err="1">
                <a:solidFill>
                  <a:schemeClr val="accent5">
                    <a:lumMod val="50000"/>
                  </a:schemeClr>
                </a:solidFill>
              </a:rPr>
              <a:t>Process</a:t>
            </a:r>
            <a:r>
              <a:rPr lang="pt-BR" sz="2200" dirty="0">
                <a:solidFill>
                  <a:schemeClr val="accent5">
                    <a:lumMod val="50000"/>
                  </a:schemeClr>
                </a:solidFill>
              </a:rPr>
              <a:t>).</a:t>
            </a:r>
          </a:p>
        </p:txBody>
      </p:sp>
      <p:sp>
        <p:nvSpPr>
          <p:cNvPr id="15" name="Retângulo 14"/>
          <p:cNvSpPr/>
          <p:nvPr/>
        </p:nvSpPr>
        <p:spPr>
          <a:xfrm>
            <a:off x="175564" y="1520155"/>
            <a:ext cx="310980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>
                <a:solidFill>
                  <a:schemeClr val="accent5">
                    <a:lumMod val="50000"/>
                  </a:schemeClr>
                </a:solidFill>
              </a:rPr>
              <a:t>Disciplina é um desafio para coleta de informações!</a:t>
            </a:r>
          </a:p>
        </p:txBody>
      </p:sp>
    </p:spTree>
    <p:extLst>
      <p:ext uri="{BB962C8B-B14F-4D97-AF65-F5344CB8AC3E}">
        <p14:creationId xmlns:p14="http://schemas.microsoft.com/office/powerpoint/2010/main" val="2669874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089" y="2032089"/>
            <a:ext cx="3148760" cy="27866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1777" y="257994"/>
            <a:ext cx="1473556" cy="356656"/>
          </a:xfrm>
          <a:prstGeom prst="rect">
            <a:avLst/>
          </a:prstGeom>
        </p:spPr>
      </p:pic>
      <p:sp>
        <p:nvSpPr>
          <p:cNvPr id="9" name="Subtítulo 2"/>
          <p:cNvSpPr txBox="1">
            <a:spLocks/>
          </p:cNvSpPr>
          <p:nvPr/>
        </p:nvSpPr>
        <p:spPr>
          <a:xfrm rot="16200000">
            <a:off x="7892242" y="3901320"/>
            <a:ext cx="2239658" cy="254228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32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pt-BR" sz="1200" b="1" dirty="0">
                <a:solidFill>
                  <a:schemeClr val="tx2"/>
                </a:solidFill>
              </a:rPr>
              <a:t>CHACON</a:t>
            </a:r>
            <a:r>
              <a:rPr lang="pt-BR" sz="1200" dirty="0">
                <a:solidFill>
                  <a:schemeClr val="bg1">
                    <a:lumMod val="85000"/>
                  </a:schemeClr>
                </a:solidFill>
              </a:rPr>
              <a:t> | </a:t>
            </a:r>
            <a:r>
              <a:rPr lang="pt-BR" sz="1200" b="1" dirty="0">
                <a:solidFill>
                  <a:schemeClr val="bg1">
                    <a:lumMod val="95000"/>
                  </a:schemeClr>
                </a:solidFill>
              </a:rPr>
              <a:t>Consultoria Ilimitada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10</a:t>
            </a:fld>
            <a:endParaRPr lang="en-US" dirty="0"/>
          </a:p>
        </p:txBody>
      </p:sp>
      <p:sp>
        <p:nvSpPr>
          <p:cNvPr id="97" name="CaixaDeTexto 96"/>
          <p:cNvSpPr txBox="1"/>
          <p:nvPr/>
        </p:nvSpPr>
        <p:spPr>
          <a:xfrm>
            <a:off x="151075" y="152985"/>
            <a:ext cx="6257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chemeClr val="accent5">
                    <a:lumMod val="50000"/>
                  </a:schemeClr>
                </a:solidFill>
              </a:rPr>
              <a:t>Automação do Pedido </a:t>
            </a: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9440" y="2055767"/>
            <a:ext cx="2646039" cy="2759604"/>
          </a:xfrm>
          <a:prstGeom prst="rect">
            <a:avLst/>
          </a:prstGeom>
        </p:spPr>
      </p:pic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221" y="3689404"/>
            <a:ext cx="2409583" cy="13840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630483">
            <a:off x="3999817" y="2436662"/>
            <a:ext cx="1660789" cy="4056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CaixaDeTexto 15"/>
          <p:cNvSpPr txBox="1"/>
          <p:nvPr/>
        </p:nvSpPr>
        <p:spPr>
          <a:xfrm>
            <a:off x="409651" y="680358"/>
            <a:ext cx="823722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200" dirty="0">
                <a:solidFill>
                  <a:schemeClr val="accent5">
                    <a:lumMod val="50000"/>
                  </a:schemeClr>
                </a:solidFill>
              </a:rPr>
              <a:t>A utilização do </a:t>
            </a:r>
            <a:r>
              <a:rPr lang="pt-BR" sz="2200" i="1" dirty="0" err="1">
                <a:solidFill>
                  <a:schemeClr val="accent5">
                    <a:lumMod val="50000"/>
                  </a:schemeClr>
                </a:solidFill>
              </a:rPr>
              <a:t>t</a:t>
            </a:r>
            <a:r>
              <a:rPr lang="pt-BR" sz="2200" dirty="0" err="1">
                <a:solidFill>
                  <a:schemeClr val="accent5">
                    <a:lumMod val="50000"/>
                  </a:schemeClr>
                </a:solidFill>
              </a:rPr>
              <a:t>Process</a:t>
            </a:r>
            <a:r>
              <a:rPr lang="pt-BR" sz="2200" dirty="0">
                <a:solidFill>
                  <a:schemeClr val="accent5">
                    <a:lumMod val="50000"/>
                  </a:schemeClr>
                </a:solidFill>
              </a:rPr>
              <a:t> como instrumento único para registro e tratamento de requisições viabilizará a automação e o controle do processo, além de facilitar a produção de indicadores precisos.</a:t>
            </a:r>
          </a:p>
        </p:txBody>
      </p:sp>
    </p:spTree>
    <p:extLst>
      <p:ext uri="{BB962C8B-B14F-4D97-AF65-F5344CB8AC3E}">
        <p14:creationId xmlns:p14="http://schemas.microsoft.com/office/powerpoint/2010/main" val="42869056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1777" y="257994"/>
            <a:ext cx="1473556" cy="356656"/>
          </a:xfrm>
          <a:prstGeom prst="rect">
            <a:avLst/>
          </a:prstGeom>
        </p:spPr>
      </p:pic>
      <p:sp>
        <p:nvSpPr>
          <p:cNvPr id="9" name="Subtítulo 2"/>
          <p:cNvSpPr txBox="1">
            <a:spLocks/>
          </p:cNvSpPr>
          <p:nvPr/>
        </p:nvSpPr>
        <p:spPr>
          <a:xfrm rot="16200000">
            <a:off x="7892242" y="3901320"/>
            <a:ext cx="2239658" cy="254228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32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pt-BR" sz="1200" b="1" dirty="0">
                <a:solidFill>
                  <a:schemeClr val="tx2"/>
                </a:solidFill>
              </a:rPr>
              <a:t>CHACON</a:t>
            </a:r>
            <a:r>
              <a:rPr lang="pt-BR" sz="1200" dirty="0">
                <a:solidFill>
                  <a:schemeClr val="bg1">
                    <a:lumMod val="85000"/>
                  </a:schemeClr>
                </a:solidFill>
              </a:rPr>
              <a:t> | </a:t>
            </a:r>
            <a:r>
              <a:rPr lang="pt-BR" sz="1200" b="1" dirty="0">
                <a:solidFill>
                  <a:schemeClr val="bg1">
                    <a:lumMod val="95000"/>
                  </a:schemeClr>
                </a:solidFill>
              </a:rPr>
              <a:t>Consultoria Ilimitada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11</a:t>
            </a:fld>
            <a:endParaRPr lang="en-US" dirty="0"/>
          </a:p>
        </p:txBody>
      </p:sp>
      <p:sp>
        <p:nvSpPr>
          <p:cNvPr id="97" name="CaixaDeTexto 96"/>
          <p:cNvSpPr txBox="1"/>
          <p:nvPr/>
        </p:nvSpPr>
        <p:spPr>
          <a:xfrm>
            <a:off x="151075" y="152985"/>
            <a:ext cx="6257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i="1" dirty="0" err="1">
                <a:solidFill>
                  <a:schemeClr val="accent5">
                    <a:lumMod val="50000"/>
                  </a:schemeClr>
                </a:solidFill>
              </a:rPr>
              <a:t>Quality</a:t>
            </a:r>
            <a:r>
              <a:rPr lang="pt-BR" sz="2400" i="1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pt-BR" sz="2400" i="1" dirty="0" err="1">
                <a:solidFill>
                  <a:schemeClr val="accent5">
                    <a:lumMod val="50000"/>
                  </a:schemeClr>
                </a:solidFill>
              </a:rPr>
              <a:t>Assurance</a:t>
            </a:r>
            <a:endParaRPr lang="pt-BR" sz="2400" i="1" dirty="0">
              <a:solidFill>
                <a:schemeClr val="accent5">
                  <a:lumMod val="50000"/>
                </a:schemeClr>
              </a:solidFill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075" y="833470"/>
            <a:ext cx="4489473" cy="3322748"/>
          </a:xfrm>
          <a:prstGeom prst="rect">
            <a:avLst/>
          </a:prstGeom>
        </p:spPr>
      </p:pic>
      <p:pic>
        <p:nvPicPr>
          <p:cNvPr id="2" name="Imagem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9875" y="2081989"/>
            <a:ext cx="5585458" cy="2981576"/>
          </a:xfrm>
          <a:prstGeom prst="rect">
            <a:avLst/>
          </a:prstGeom>
        </p:spPr>
      </p:pic>
      <p:sp>
        <p:nvSpPr>
          <p:cNvPr id="10" name="Retângulo 9"/>
          <p:cNvSpPr/>
          <p:nvPr/>
        </p:nvSpPr>
        <p:spPr>
          <a:xfrm>
            <a:off x="4640548" y="903732"/>
            <a:ext cx="4407724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2200" dirty="0">
                <a:solidFill>
                  <a:schemeClr val="accent5">
                    <a:lumMod val="50000"/>
                  </a:schemeClr>
                </a:solidFill>
              </a:rPr>
              <a:t>Novos processos, procedimentos e ferramentas para garantia da  qualidade dos serviços são definidos.</a:t>
            </a:r>
          </a:p>
        </p:txBody>
      </p:sp>
    </p:spTree>
    <p:extLst>
      <p:ext uri="{BB962C8B-B14F-4D97-AF65-F5344CB8AC3E}">
        <p14:creationId xmlns:p14="http://schemas.microsoft.com/office/powerpoint/2010/main" val="5622761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1777" y="257994"/>
            <a:ext cx="1473556" cy="356656"/>
          </a:xfrm>
          <a:prstGeom prst="rect">
            <a:avLst/>
          </a:prstGeom>
        </p:spPr>
      </p:pic>
      <p:sp>
        <p:nvSpPr>
          <p:cNvPr id="9" name="Subtítulo 2"/>
          <p:cNvSpPr txBox="1">
            <a:spLocks/>
          </p:cNvSpPr>
          <p:nvPr/>
        </p:nvSpPr>
        <p:spPr>
          <a:xfrm rot="16200000">
            <a:off x="7892242" y="3901320"/>
            <a:ext cx="2239658" cy="254228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32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pt-BR" sz="1200" b="1" dirty="0">
                <a:solidFill>
                  <a:schemeClr val="tx2"/>
                </a:solidFill>
              </a:rPr>
              <a:t>CHACON</a:t>
            </a:r>
            <a:r>
              <a:rPr lang="pt-BR" sz="1200" dirty="0">
                <a:solidFill>
                  <a:schemeClr val="bg1">
                    <a:lumMod val="85000"/>
                  </a:schemeClr>
                </a:solidFill>
              </a:rPr>
              <a:t> | </a:t>
            </a:r>
            <a:r>
              <a:rPr lang="pt-BR" sz="1200" b="1" dirty="0">
                <a:solidFill>
                  <a:schemeClr val="bg1">
                    <a:lumMod val="95000"/>
                  </a:schemeClr>
                </a:solidFill>
              </a:rPr>
              <a:t>Consultoria Ilimitada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12</a:t>
            </a:fld>
            <a:endParaRPr lang="en-US" dirty="0"/>
          </a:p>
        </p:txBody>
      </p:sp>
      <p:sp>
        <p:nvSpPr>
          <p:cNvPr id="97" name="CaixaDeTexto 96"/>
          <p:cNvSpPr txBox="1"/>
          <p:nvPr/>
        </p:nvSpPr>
        <p:spPr>
          <a:xfrm>
            <a:off x="151075" y="145365"/>
            <a:ext cx="6257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chemeClr val="accent5">
                    <a:lumMod val="50000"/>
                  </a:schemeClr>
                </a:solidFill>
              </a:rPr>
              <a:t>Inventário e </a:t>
            </a:r>
            <a:r>
              <a:rPr lang="pt-BR" sz="2400" i="1" dirty="0" err="1">
                <a:solidFill>
                  <a:schemeClr val="accent5">
                    <a:lumMod val="50000"/>
                  </a:schemeClr>
                </a:solidFill>
              </a:rPr>
              <a:t>Refresh</a:t>
            </a:r>
            <a:r>
              <a:rPr lang="pt-BR" sz="2400" dirty="0">
                <a:solidFill>
                  <a:schemeClr val="accent5">
                    <a:lumMod val="50000"/>
                  </a:schemeClr>
                </a:solidFill>
              </a:rPr>
              <a:t> Tecnológico</a:t>
            </a:r>
          </a:p>
        </p:txBody>
      </p:sp>
      <p:sp>
        <p:nvSpPr>
          <p:cNvPr id="109" name="CaixaDeTexto 108"/>
          <p:cNvSpPr txBox="1"/>
          <p:nvPr/>
        </p:nvSpPr>
        <p:spPr>
          <a:xfrm>
            <a:off x="409651" y="680358"/>
            <a:ext cx="823722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200" dirty="0">
                <a:solidFill>
                  <a:schemeClr val="accent5">
                    <a:lumMod val="50000"/>
                  </a:schemeClr>
                </a:solidFill>
              </a:rPr>
              <a:t>Há projetos estruturantes para melhoria da qualidade dos componentes relacionados à gravação.</a:t>
            </a:r>
          </a:p>
        </p:txBody>
      </p:sp>
      <p:grpSp>
        <p:nvGrpSpPr>
          <p:cNvPr id="13" name="Agrupar 12"/>
          <p:cNvGrpSpPr/>
          <p:nvPr/>
        </p:nvGrpSpPr>
        <p:grpSpPr>
          <a:xfrm>
            <a:off x="1233894" y="1517500"/>
            <a:ext cx="6619413" cy="3566050"/>
            <a:chOff x="902923" y="1224898"/>
            <a:chExt cx="7281354" cy="3922655"/>
          </a:xfrm>
        </p:grpSpPr>
        <p:pic>
          <p:nvPicPr>
            <p:cNvPr id="6" name="Imagem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41612" y="3236553"/>
              <a:ext cx="3188484" cy="1114710"/>
            </a:xfrm>
            <a:prstGeom prst="rect">
              <a:avLst/>
            </a:prstGeom>
          </p:spPr>
        </p:pic>
        <p:pic>
          <p:nvPicPr>
            <p:cNvPr id="2" name="Imagem 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2923" y="1599736"/>
              <a:ext cx="2993395" cy="1201016"/>
            </a:xfrm>
            <a:prstGeom prst="rect">
              <a:avLst/>
            </a:prstGeom>
          </p:spPr>
        </p:pic>
        <p:pic>
          <p:nvPicPr>
            <p:cNvPr id="4" name="Imagem 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86100" y="2294909"/>
              <a:ext cx="3188484" cy="1141711"/>
            </a:xfrm>
            <a:prstGeom prst="rect">
              <a:avLst/>
            </a:prstGeom>
          </p:spPr>
        </p:pic>
        <p:pic>
          <p:nvPicPr>
            <p:cNvPr id="10" name="Imagem 9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652478" y="1224898"/>
              <a:ext cx="3188484" cy="1031453"/>
            </a:xfrm>
            <a:prstGeom prst="rect">
              <a:avLst/>
            </a:prstGeom>
          </p:spPr>
        </p:pic>
        <p:pic>
          <p:nvPicPr>
            <p:cNvPr id="11" name="Imagem 10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995793" y="3062905"/>
              <a:ext cx="3188484" cy="1070391"/>
            </a:xfrm>
            <a:prstGeom prst="rect">
              <a:avLst/>
            </a:prstGeom>
          </p:spPr>
        </p:pic>
        <p:pic>
          <p:nvPicPr>
            <p:cNvPr id="12" name="Imagem 11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776413" y="4124991"/>
              <a:ext cx="3188484" cy="102256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677136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1777" y="257994"/>
            <a:ext cx="1473556" cy="356656"/>
          </a:xfrm>
          <a:prstGeom prst="rect">
            <a:avLst/>
          </a:prstGeom>
        </p:spPr>
      </p:pic>
      <p:sp>
        <p:nvSpPr>
          <p:cNvPr id="11" name="CaixaDeTexto 10"/>
          <p:cNvSpPr txBox="1"/>
          <p:nvPr/>
        </p:nvSpPr>
        <p:spPr>
          <a:xfrm>
            <a:off x="151075" y="152985"/>
            <a:ext cx="6257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chemeClr val="accent5">
                    <a:lumMod val="50000"/>
                  </a:schemeClr>
                </a:solidFill>
              </a:rPr>
              <a:t>Centralizar Suporte e Gestão</a:t>
            </a:r>
          </a:p>
        </p:txBody>
      </p:sp>
      <p:sp>
        <p:nvSpPr>
          <p:cNvPr id="7" name="Subtítulo 2"/>
          <p:cNvSpPr txBox="1">
            <a:spLocks/>
          </p:cNvSpPr>
          <p:nvPr/>
        </p:nvSpPr>
        <p:spPr>
          <a:xfrm rot="16200000">
            <a:off x="7892242" y="3901320"/>
            <a:ext cx="2239658" cy="254228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32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pt-BR" sz="1200" b="1" dirty="0">
                <a:solidFill>
                  <a:schemeClr val="tx2"/>
                </a:solidFill>
              </a:rPr>
              <a:t>CHACON</a:t>
            </a:r>
            <a:r>
              <a:rPr lang="pt-BR" sz="1200" dirty="0">
                <a:solidFill>
                  <a:schemeClr val="bg1">
                    <a:lumMod val="85000"/>
                  </a:schemeClr>
                </a:solidFill>
              </a:rPr>
              <a:t> | </a:t>
            </a:r>
            <a:r>
              <a:rPr lang="pt-BR" sz="1200" b="1" dirty="0">
                <a:solidFill>
                  <a:schemeClr val="bg1">
                    <a:lumMod val="95000"/>
                  </a:schemeClr>
                </a:solidFill>
              </a:rPr>
              <a:t>Consultoria Ilimitada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13</a:t>
            </a:fld>
            <a:endParaRPr lang="en-US"/>
          </a:p>
        </p:txBody>
      </p:sp>
      <p:graphicFrame>
        <p:nvGraphicFramePr>
          <p:cNvPr id="18" name="Diagrama 17"/>
          <p:cNvGraphicFramePr/>
          <p:nvPr>
            <p:extLst>
              <p:ext uri="{D42A27DB-BD31-4B8C-83A1-F6EECF244321}">
                <p14:modId xmlns:p14="http://schemas.microsoft.com/office/powerpoint/2010/main" val="1126278461"/>
              </p:ext>
            </p:extLst>
          </p:nvPr>
        </p:nvGraphicFramePr>
        <p:xfrm>
          <a:off x="-266523" y="2686155"/>
          <a:ext cx="8887717" cy="2191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10" name="CaixaDeTexto 9"/>
          <p:cNvSpPr txBox="1"/>
          <p:nvPr/>
        </p:nvSpPr>
        <p:spPr>
          <a:xfrm>
            <a:off x="409651" y="1044047"/>
            <a:ext cx="823722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200" dirty="0">
                <a:solidFill>
                  <a:schemeClr val="accent5">
                    <a:lumMod val="50000"/>
                  </a:schemeClr>
                </a:solidFill>
              </a:rPr>
              <a:t>Entendemos que a centralização do atendimento, do suporte e da gestão é fator crítico de sucesso para a melhoria das respostas ao </a:t>
            </a:r>
            <a:r>
              <a:rPr lang="pt-BR" sz="2200" dirty="0" err="1">
                <a:solidFill>
                  <a:schemeClr val="accent5">
                    <a:lumMod val="50000"/>
                  </a:schemeClr>
                </a:solidFill>
              </a:rPr>
              <a:t>Retrieval</a:t>
            </a:r>
            <a:r>
              <a:rPr lang="pt-BR" sz="2200" dirty="0">
                <a:solidFill>
                  <a:schemeClr val="accent5">
                    <a:lumMod val="50000"/>
                  </a:schemeClr>
                </a:solidFill>
              </a:rPr>
              <a:t>. No entanto, reconhecemos que esta ação pode causar desconforto e insegurança em alguns profissionais. Podemos avançar?</a:t>
            </a:r>
          </a:p>
        </p:txBody>
      </p:sp>
    </p:spTree>
    <p:extLst>
      <p:ext uri="{BB962C8B-B14F-4D97-AF65-F5344CB8AC3E}">
        <p14:creationId xmlns:p14="http://schemas.microsoft.com/office/powerpoint/2010/main" val="42421499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1777" y="257994"/>
            <a:ext cx="1473556" cy="356656"/>
          </a:xfrm>
          <a:prstGeom prst="rect">
            <a:avLst/>
          </a:prstGeom>
        </p:spPr>
      </p:pic>
      <p:sp>
        <p:nvSpPr>
          <p:cNvPr id="9" name="Subtítulo 2"/>
          <p:cNvSpPr txBox="1">
            <a:spLocks/>
          </p:cNvSpPr>
          <p:nvPr/>
        </p:nvSpPr>
        <p:spPr>
          <a:xfrm rot="16200000">
            <a:off x="7892242" y="3901320"/>
            <a:ext cx="2239658" cy="254228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32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pt-BR" sz="1200" b="1" dirty="0">
                <a:solidFill>
                  <a:schemeClr val="tx2"/>
                </a:solidFill>
              </a:rPr>
              <a:t>CHACON</a:t>
            </a:r>
            <a:r>
              <a:rPr lang="pt-BR" sz="1200" dirty="0">
                <a:solidFill>
                  <a:schemeClr val="bg1">
                    <a:lumMod val="85000"/>
                  </a:schemeClr>
                </a:solidFill>
              </a:rPr>
              <a:t> | </a:t>
            </a:r>
            <a:r>
              <a:rPr lang="pt-BR" sz="1200" b="1" dirty="0">
                <a:solidFill>
                  <a:schemeClr val="bg1">
                    <a:lumMod val="95000"/>
                  </a:schemeClr>
                </a:solidFill>
              </a:rPr>
              <a:t>Consultoria Ilimitada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14</a:t>
            </a:fld>
            <a:endParaRPr lang="en-US" dirty="0"/>
          </a:p>
        </p:txBody>
      </p:sp>
      <p:sp>
        <p:nvSpPr>
          <p:cNvPr id="97" name="CaixaDeTexto 96"/>
          <p:cNvSpPr txBox="1"/>
          <p:nvPr/>
        </p:nvSpPr>
        <p:spPr>
          <a:xfrm>
            <a:off x="151075" y="145365"/>
            <a:ext cx="6257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chemeClr val="accent5">
                    <a:lumMod val="50000"/>
                  </a:schemeClr>
                </a:solidFill>
              </a:rPr>
              <a:t>Dois Momentos, Dois Projetos</a:t>
            </a:r>
          </a:p>
        </p:txBody>
      </p:sp>
      <p:sp>
        <p:nvSpPr>
          <p:cNvPr id="5" name="Pentágono 4"/>
          <p:cNvSpPr/>
          <p:nvPr/>
        </p:nvSpPr>
        <p:spPr>
          <a:xfrm>
            <a:off x="409651" y="1048626"/>
            <a:ext cx="4911894" cy="3473042"/>
          </a:xfrm>
          <a:prstGeom prst="homePlat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>
                <a:solidFill>
                  <a:srgbClr val="002060"/>
                </a:solidFill>
              </a:rPr>
              <a:t>Indicadores (KPI) confiáveis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>
                <a:solidFill>
                  <a:srgbClr val="002060"/>
                </a:solidFill>
              </a:rPr>
              <a:t>SLA baseados em OLA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>
                <a:solidFill>
                  <a:srgbClr val="002060"/>
                </a:solidFill>
              </a:rPr>
              <a:t>Profissionais Capacitados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>
                <a:solidFill>
                  <a:srgbClr val="002060"/>
                </a:solidFill>
              </a:rPr>
              <a:t>Processos Formalizados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>
                <a:solidFill>
                  <a:srgbClr val="002060"/>
                </a:solidFill>
              </a:rPr>
              <a:t>Automação dos Controles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>
                <a:solidFill>
                  <a:srgbClr val="002060"/>
                </a:solidFill>
              </a:rPr>
              <a:t>Bases de Conhecimento </a:t>
            </a:r>
            <a:r>
              <a:rPr lang="pt-BR" sz="1400" dirty="0">
                <a:solidFill>
                  <a:srgbClr val="002060"/>
                </a:solidFill>
              </a:rPr>
              <a:t>(Contratos; SLA...)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>
                <a:solidFill>
                  <a:srgbClr val="002060"/>
                </a:solidFill>
              </a:rPr>
              <a:t>Gestão sobre a Atitude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>
                <a:solidFill>
                  <a:srgbClr val="002060"/>
                </a:solidFill>
              </a:rPr>
              <a:t>Catálogo de Serviços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>
                <a:solidFill>
                  <a:srgbClr val="002060"/>
                </a:solidFill>
              </a:rPr>
              <a:t>Automação </a:t>
            </a:r>
            <a:r>
              <a:rPr lang="pt-BR" i="1" dirty="0" err="1">
                <a:solidFill>
                  <a:srgbClr val="002060"/>
                </a:solidFill>
              </a:rPr>
              <a:t>t</a:t>
            </a:r>
            <a:r>
              <a:rPr lang="pt-BR" dirty="0" err="1">
                <a:solidFill>
                  <a:srgbClr val="002060"/>
                </a:solidFill>
              </a:rPr>
              <a:t>Process</a:t>
            </a:r>
            <a:endParaRPr lang="pt-BR" dirty="0">
              <a:solidFill>
                <a:srgbClr val="00206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>
                <a:solidFill>
                  <a:srgbClr val="002060"/>
                </a:solidFill>
              </a:rPr>
              <a:t>Investimento Zero</a:t>
            </a:r>
            <a:endParaRPr lang="pt-BR" dirty="0"/>
          </a:p>
        </p:txBody>
      </p:sp>
      <p:sp>
        <p:nvSpPr>
          <p:cNvPr id="6" name="Divisa 5"/>
          <p:cNvSpPr/>
          <p:nvPr/>
        </p:nvSpPr>
        <p:spPr>
          <a:xfrm>
            <a:off x="3901059" y="1048626"/>
            <a:ext cx="4911894" cy="3473042"/>
          </a:xfrm>
          <a:prstGeom prst="chevron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 dirty="0">
              <a:solidFill>
                <a:srgbClr val="002060"/>
              </a:solidFill>
            </a:endParaRPr>
          </a:p>
          <a:p>
            <a:endParaRPr lang="pt-BR" dirty="0">
              <a:solidFill>
                <a:srgbClr val="002060"/>
              </a:solidFill>
            </a:endParaRPr>
          </a:p>
          <a:p>
            <a:endParaRPr lang="pt-BR" dirty="0">
              <a:solidFill>
                <a:srgbClr val="002060"/>
              </a:solidFill>
            </a:endParaRPr>
          </a:p>
          <a:p>
            <a:endParaRPr lang="pt-BR" dirty="0">
              <a:solidFill>
                <a:srgbClr val="002060"/>
              </a:solidFill>
            </a:endParaRPr>
          </a:p>
          <a:p>
            <a:endParaRPr lang="pt-BR" dirty="0">
              <a:solidFill>
                <a:srgbClr val="002060"/>
              </a:solidFill>
            </a:endParaRPr>
          </a:p>
          <a:p>
            <a:endParaRPr lang="pt-BR" dirty="0">
              <a:solidFill>
                <a:srgbClr val="002060"/>
              </a:solidFill>
            </a:endParaRPr>
          </a:p>
          <a:p>
            <a:endParaRPr lang="pt-BR" dirty="0">
              <a:solidFill>
                <a:srgbClr val="002060"/>
              </a:solidFill>
            </a:endParaRPr>
          </a:p>
          <a:p>
            <a:endParaRPr lang="pt-BR" dirty="0">
              <a:solidFill>
                <a:srgbClr val="002060"/>
              </a:solidFill>
            </a:endParaRPr>
          </a:p>
          <a:p>
            <a:endParaRPr lang="pt-BR" dirty="0">
              <a:solidFill>
                <a:srgbClr val="002060"/>
              </a:solidFill>
            </a:endParaRPr>
          </a:p>
          <a:p>
            <a:endParaRPr lang="pt-BR" dirty="0">
              <a:solidFill>
                <a:srgbClr val="002060"/>
              </a:solidFill>
            </a:endParaRPr>
          </a:p>
        </p:txBody>
      </p:sp>
      <p:grpSp>
        <p:nvGrpSpPr>
          <p:cNvPr id="12" name="Agrupar 11"/>
          <p:cNvGrpSpPr/>
          <p:nvPr/>
        </p:nvGrpSpPr>
        <p:grpSpPr>
          <a:xfrm>
            <a:off x="5839513" y="1761558"/>
            <a:ext cx="2067455" cy="2047177"/>
            <a:chOff x="6175079" y="123641"/>
            <a:chExt cx="2067455" cy="2047177"/>
          </a:xfrm>
          <a:solidFill>
            <a:srgbClr val="002060"/>
          </a:solidFill>
          <a:scene3d>
            <a:camera prst="orthographicFront"/>
            <a:lightRig rig="flat" dir="t"/>
          </a:scene3d>
        </p:grpSpPr>
        <p:sp>
          <p:nvSpPr>
            <p:cNvPr id="13" name="Elipse 12"/>
            <p:cNvSpPr/>
            <p:nvPr/>
          </p:nvSpPr>
          <p:spPr>
            <a:xfrm>
              <a:off x="6175079" y="123641"/>
              <a:ext cx="2067455" cy="2047177"/>
            </a:xfrm>
            <a:prstGeom prst="ellipse">
              <a:avLst/>
            </a:prstGeom>
            <a:grpFill/>
            <a:sp3d prstMaterial="plastic">
              <a:bevelT w="120900" h="88900"/>
              <a:bevelB w="88900" h="31750" prst="angle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rgbClr r="0" g="0" b="0"/>
            </a:fillRef>
            <a:effectRef idx="2">
              <a:schemeClr val="accent3">
                <a:hueOff val="2710599"/>
                <a:satOff val="100000"/>
                <a:lumOff val="-14706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Elipse 4"/>
            <p:cNvSpPr txBox="1"/>
            <p:nvPr/>
          </p:nvSpPr>
          <p:spPr>
            <a:xfrm>
              <a:off x="6477851" y="423443"/>
              <a:ext cx="1461911" cy="1447573"/>
            </a:xfrm>
            <a:prstGeom prst="rect">
              <a:avLst/>
            </a:prstGeom>
            <a:grpFill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pt-BR" sz="1300" b="1" kern="1200" dirty="0"/>
                <a:t>Atendimento, Processo e Controles Centralizados.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727678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1777" y="257994"/>
            <a:ext cx="1473556" cy="356656"/>
          </a:xfrm>
          <a:prstGeom prst="rect">
            <a:avLst/>
          </a:prstGeom>
        </p:spPr>
      </p:pic>
      <p:sp>
        <p:nvSpPr>
          <p:cNvPr id="9" name="Subtítulo 2"/>
          <p:cNvSpPr txBox="1">
            <a:spLocks/>
          </p:cNvSpPr>
          <p:nvPr/>
        </p:nvSpPr>
        <p:spPr>
          <a:xfrm rot="16200000">
            <a:off x="7892242" y="3901320"/>
            <a:ext cx="2239658" cy="254228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32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pt-BR" sz="1200" b="1" dirty="0">
                <a:solidFill>
                  <a:schemeClr val="tx2"/>
                </a:solidFill>
              </a:rPr>
              <a:t>CHACON</a:t>
            </a:r>
            <a:r>
              <a:rPr lang="pt-BR" sz="1200" dirty="0">
                <a:solidFill>
                  <a:schemeClr val="bg1">
                    <a:lumMod val="85000"/>
                  </a:schemeClr>
                </a:solidFill>
              </a:rPr>
              <a:t> | </a:t>
            </a:r>
            <a:r>
              <a:rPr lang="pt-BR" sz="1200" b="1" dirty="0">
                <a:solidFill>
                  <a:schemeClr val="bg1">
                    <a:lumMod val="95000"/>
                  </a:schemeClr>
                </a:solidFill>
              </a:rPr>
              <a:t>Consultoria Ilimitada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15</a:t>
            </a:fld>
            <a:endParaRPr lang="en-US" dirty="0"/>
          </a:p>
        </p:txBody>
      </p:sp>
      <p:sp>
        <p:nvSpPr>
          <p:cNvPr id="97" name="CaixaDeTexto 96"/>
          <p:cNvSpPr txBox="1"/>
          <p:nvPr/>
        </p:nvSpPr>
        <p:spPr>
          <a:xfrm>
            <a:off x="151075" y="145365"/>
            <a:ext cx="6257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i="1" dirty="0" err="1">
                <a:solidFill>
                  <a:schemeClr val="accent5">
                    <a:lumMod val="50000"/>
                  </a:schemeClr>
                </a:solidFill>
              </a:rPr>
              <a:t>Transition</a:t>
            </a:r>
            <a:r>
              <a:rPr lang="pt-BR" sz="2400" i="1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pt-BR" sz="2400" i="1" dirty="0" err="1">
                <a:solidFill>
                  <a:schemeClr val="accent5">
                    <a:lumMod val="50000"/>
                  </a:schemeClr>
                </a:solidFill>
              </a:rPr>
              <a:t>to</a:t>
            </a:r>
            <a:r>
              <a:rPr lang="pt-BR" sz="2400" i="1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pt-BR" sz="2400" i="1" dirty="0" err="1">
                <a:solidFill>
                  <a:schemeClr val="accent5">
                    <a:lumMod val="50000"/>
                  </a:schemeClr>
                </a:solidFill>
              </a:rPr>
              <a:t>Run</a:t>
            </a:r>
            <a:r>
              <a:rPr lang="pt-BR" sz="2400" dirty="0">
                <a:solidFill>
                  <a:schemeClr val="accent5">
                    <a:lumMod val="50000"/>
                  </a:schemeClr>
                </a:solidFill>
              </a:rPr>
              <a:t> – T2R</a:t>
            </a: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3926" y="2129309"/>
            <a:ext cx="6008668" cy="3114680"/>
          </a:xfrm>
          <a:prstGeom prst="rect">
            <a:avLst/>
          </a:prstGeom>
        </p:spPr>
      </p:pic>
      <p:sp>
        <p:nvSpPr>
          <p:cNvPr id="15" name="CaixaDeTexto 14"/>
          <p:cNvSpPr txBox="1"/>
          <p:nvPr/>
        </p:nvSpPr>
        <p:spPr>
          <a:xfrm>
            <a:off x="242010" y="820622"/>
            <a:ext cx="85725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200" dirty="0">
                <a:solidFill>
                  <a:schemeClr val="accent5">
                    <a:lumMod val="50000"/>
                  </a:schemeClr>
                </a:solidFill>
              </a:rPr>
              <a:t>A melhoria dos processos de </a:t>
            </a:r>
            <a:r>
              <a:rPr lang="pt-BR" sz="2200" b="1" dirty="0">
                <a:solidFill>
                  <a:schemeClr val="accent5">
                    <a:lumMod val="50000"/>
                  </a:schemeClr>
                </a:solidFill>
              </a:rPr>
              <a:t>Transição de Serviços</a:t>
            </a:r>
            <a:r>
              <a:rPr lang="pt-BR" sz="2200" dirty="0">
                <a:solidFill>
                  <a:schemeClr val="accent5">
                    <a:lumMod val="50000"/>
                  </a:schemeClr>
                </a:solidFill>
              </a:rPr>
              <a:t> favorecerá a identificação antecipada e a gestão preventiva de quaisquer implantações ou alterações em serviços que dependam ou afetem gravações.</a:t>
            </a:r>
          </a:p>
        </p:txBody>
      </p:sp>
    </p:spTree>
    <p:extLst>
      <p:ext uri="{BB962C8B-B14F-4D97-AF65-F5344CB8AC3E}">
        <p14:creationId xmlns:p14="http://schemas.microsoft.com/office/powerpoint/2010/main" val="40787309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1777" y="257994"/>
            <a:ext cx="1473556" cy="356656"/>
          </a:xfrm>
          <a:prstGeom prst="rect">
            <a:avLst/>
          </a:prstGeom>
        </p:spPr>
      </p:pic>
      <p:sp>
        <p:nvSpPr>
          <p:cNvPr id="9" name="Subtítulo 2"/>
          <p:cNvSpPr txBox="1">
            <a:spLocks/>
          </p:cNvSpPr>
          <p:nvPr/>
        </p:nvSpPr>
        <p:spPr>
          <a:xfrm rot="16200000">
            <a:off x="7892242" y="3901320"/>
            <a:ext cx="2239658" cy="254228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32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pt-BR" sz="1200" b="1" dirty="0">
                <a:solidFill>
                  <a:schemeClr val="tx2"/>
                </a:solidFill>
              </a:rPr>
              <a:t>CHACON</a:t>
            </a:r>
            <a:r>
              <a:rPr lang="pt-BR" sz="1200" dirty="0">
                <a:solidFill>
                  <a:schemeClr val="bg1">
                    <a:lumMod val="85000"/>
                  </a:schemeClr>
                </a:solidFill>
              </a:rPr>
              <a:t> | </a:t>
            </a:r>
            <a:r>
              <a:rPr lang="pt-BR" sz="1200" b="1" dirty="0">
                <a:solidFill>
                  <a:schemeClr val="bg1">
                    <a:lumMod val="95000"/>
                  </a:schemeClr>
                </a:solidFill>
              </a:rPr>
              <a:t>Consultoria Ilimitada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16</a:t>
            </a:fld>
            <a:endParaRPr lang="en-US" dirty="0"/>
          </a:p>
        </p:txBody>
      </p:sp>
      <p:sp>
        <p:nvSpPr>
          <p:cNvPr id="97" name="CaixaDeTexto 96"/>
          <p:cNvSpPr txBox="1"/>
          <p:nvPr/>
        </p:nvSpPr>
        <p:spPr>
          <a:xfrm>
            <a:off x="151075" y="152985"/>
            <a:ext cx="6257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chemeClr val="accent5">
                    <a:lumMod val="50000"/>
                  </a:schemeClr>
                </a:solidFill>
              </a:rPr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169610035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5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7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10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17566</TotalTime>
  <Words>705</Words>
  <Application>Microsoft Office PowerPoint</Application>
  <PresentationFormat>Personalizar</PresentationFormat>
  <Paragraphs>135</Paragraphs>
  <Slides>16</Slides>
  <Notes>16</Notes>
  <HiddenSlides>1</HiddenSlides>
  <MMClips>0</MMClips>
  <ScaleCrop>false</ScaleCrop>
  <HeadingPairs>
    <vt:vector size="8" baseType="variant">
      <vt:variant>
        <vt:lpstr>Fontes usadas</vt:lpstr>
      </vt:variant>
      <vt:variant>
        <vt:i4>4</vt:i4>
      </vt:variant>
      <vt:variant>
        <vt:lpstr>Tema</vt:lpstr>
      </vt:variant>
      <vt:variant>
        <vt:i4>4</vt:i4>
      </vt:variant>
      <vt:variant>
        <vt:lpstr>Servidores OLE inseridos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5" baseType="lpstr">
      <vt:lpstr>Arial</vt:lpstr>
      <vt:lpstr>Calibri</vt:lpstr>
      <vt:lpstr>Calibri Light</vt:lpstr>
      <vt:lpstr>Wingdings</vt:lpstr>
      <vt:lpstr>Tema do Office</vt:lpstr>
      <vt:lpstr>5_Tema do Office</vt:lpstr>
      <vt:lpstr>7_Tema do Office</vt:lpstr>
      <vt:lpstr>10_Tema do Office</vt:lpstr>
      <vt:lpstr>Slide do think-cell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Adolpho Chacon</dc:creator>
  <cp:lastModifiedBy>Chacon</cp:lastModifiedBy>
  <cp:revision>888</cp:revision>
  <dcterms:created xsi:type="dcterms:W3CDTF">2015-08-20T14:57:26Z</dcterms:created>
  <dcterms:modified xsi:type="dcterms:W3CDTF">2016-04-07T11:45:14Z</dcterms:modified>
</cp:coreProperties>
</file>