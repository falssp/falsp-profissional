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96" r:id="rId3"/>
    <p:sldMasterId id="2147483708" r:id="rId4"/>
  </p:sldMasterIdLst>
  <p:notesMasterIdLst>
    <p:notesMasterId r:id="rId21"/>
  </p:notesMasterIdLst>
  <p:sldIdLst>
    <p:sldId id="258" r:id="rId5"/>
    <p:sldId id="259" r:id="rId6"/>
    <p:sldId id="304" r:id="rId7"/>
    <p:sldId id="299" r:id="rId8"/>
    <p:sldId id="305" r:id="rId9"/>
    <p:sldId id="290" r:id="rId10"/>
    <p:sldId id="300" r:id="rId11"/>
    <p:sldId id="301" r:id="rId12"/>
    <p:sldId id="293" r:id="rId13"/>
    <p:sldId id="294" r:id="rId14"/>
    <p:sldId id="296" r:id="rId15"/>
    <p:sldId id="306" r:id="rId16"/>
    <p:sldId id="303" r:id="rId17"/>
    <p:sldId id="302" r:id="rId18"/>
    <p:sldId id="297" r:id="rId19"/>
    <p:sldId id="279" r:id="rId20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2718" autoAdjust="0"/>
  </p:normalViewPr>
  <p:slideViewPr>
    <p:cSldViewPr>
      <p:cViewPr varScale="1">
        <p:scale>
          <a:sx n="91" d="100"/>
          <a:sy n="91" d="100"/>
        </p:scale>
        <p:origin x="-786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Service Desk</a:t>
          </a:r>
        </a:p>
        <a:p>
          <a:r>
            <a:rPr lang="pt-BR" b="1" dirty="0" smtClean="0"/>
            <a:t>#</a:t>
          </a:r>
          <a:r>
            <a:rPr lang="pt-BR" b="1" dirty="0" err="1" smtClean="0"/>
            <a:t>atendimentoTD</a:t>
          </a:r>
          <a:endParaRPr lang="pt-BR" b="1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b="1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b="1"/>
        </a:p>
      </dgm:t>
    </dgm:pt>
    <dgm:pt modelId="{3E8BC071-F6F7-41DF-93A1-DE47F3582837}">
      <dgm:prSet phldrT="[Texto]"/>
      <dgm:spPr/>
      <dgm:t>
        <a:bodyPr/>
        <a:lstStyle/>
        <a:p>
          <a:r>
            <a:rPr lang="pt-BR" b="1" dirty="0" err="1" smtClean="0"/>
            <a:t>Follow</a:t>
          </a:r>
          <a:r>
            <a:rPr lang="pt-BR" b="1" dirty="0" smtClean="0"/>
            <a:t> </a:t>
          </a:r>
          <a:r>
            <a:rPr lang="pt-BR" b="1" dirty="0" err="1" smtClean="0"/>
            <a:t>up</a:t>
          </a:r>
          <a:r>
            <a:rPr lang="pt-BR" b="1" dirty="0" smtClean="0"/>
            <a:t> SD</a:t>
          </a:r>
          <a:endParaRPr lang="pt-BR" b="1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b="1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b="1"/>
        </a:p>
      </dgm:t>
    </dgm:pt>
    <dgm:pt modelId="{0604A3BC-A31A-400F-B005-B2623C9EBB19}">
      <dgm:prSet phldrT="[Texto]"/>
      <dgm:spPr/>
      <dgm:t>
        <a:bodyPr/>
        <a:lstStyle/>
        <a:p>
          <a:r>
            <a:rPr lang="pt-BR" b="1" dirty="0" smtClean="0"/>
            <a:t>QA SD</a:t>
          </a:r>
          <a:endParaRPr lang="pt-BR" b="1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 b="1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 b="1"/>
        </a:p>
      </dgm:t>
    </dgm:pt>
    <dgm:pt modelId="{B2060A16-3B49-458A-8174-6290CA6C5929}">
      <dgm:prSet phldrT="[Texto]"/>
      <dgm:spPr/>
      <dgm:t>
        <a:bodyPr/>
        <a:lstStyle/>
        <a:p>
          <a:r>
            <a:rPr lang="pt-BR" b="1" dirty="0" smtClean="0"/>
            <a:t>Celula de atendimento FCR</a:t>
          </a:r>
          <a:endParaRPr lang="pt-BR" b="1" dirty="0"/>
        </a:p>
      </dgm:t>
    </dgm:pt>
    <dgm:pt modelId="{41A4D49B-874E-45A7-A6D6-F20A44A5D64C}" type="parTrans" cxnId="{51989F4C-9A87-408B-9939-38184B98A08A}">
      <dgm:prSet/>
      <dgm:spPr/>
      <dgm:t>
        <a:bodyPr/>
        <a:lstStyle/>
        <a:p>
          <a:endParaRPr lang="pt-BR" b="1"/>
        </a:p>
      </dgm:t>
    </dgm:pt>
    <dgm:pt modelId="{A668B206-EBDC-4FCC-AEA4-3C5CB20EC4D7}" type="sibTrans" cxnId="{51989F4C-9A87-408B-9939-38184B98A08A}">
      <dgm:prSet/>
      <dgm:spPr/>
      <dgm:t>
        <a:bodyPr/>
        <a:lstStyle/>
        <a:p>
          <a:endParaRPr lang="pt-BR" b="1"/>
        </a:p>
      </dgm:t>
    </dgm:pt>
    <dgm:pt modelId="{8DA1439F-5936-476B-B722-39CB347148E9}">
      <dgm:prSet phldrT="[Texto]"/>
      <dgm:spPr/>
      <dgm:t>
        <a:bodyPr/>
        <a:lstStyle/>
        <a:p>
          <a:r>
            <a:rPr lang="pt-BR" b="1" dirty="0" smtClean="0"/>
            <a:t>Celula atendimento Mobile</a:t>
          </a:r>
        </a:p>
        <a:p>
          <a:r>
            <a:rPr lang="pt-BR" b="1" dirty="0" smtClean="0"/>
            <a:t>ADM / FV</a:t>
          </a:r>
          <a:endParaRPr lang="pt-BR" b="1" dirty="0"/>
        </a:p>
      </dgm:t>
    </dgm:pt>
    <dgm:pt modelId="{73638747-BE21-4698-ADF2-FF2019178E0F}" type="parTrans" cxnId="{6AAD82C9-73CB-4423-9ABE-3DE82D0B01EE}">
      <dgm:prSet/>
      <dgm:spPr/>
      <dgm:t>
        <a:bodyPr/>
        <a:lstStyle/>
        <a:p>
          <a:endParaRPr lang="pt-BR" b="1"/>
        </a:p>
      </dgm:t>
    </dgm:pt>
    <dgm:pt modelId="{84778619-B56E-40B9-A00B-D02A035ABA0F}" type="sibTrans" cxnId="{6AAD82C9-73CB-4423-9ABE-3DE82D0B01EE}">
      <dgm:prSet/>
      <dgm:spPr/>
      <dgm:t>
        <a:bodyPr/>
        <a:lstStyle/>
        <a:p>
          <a:endParaRPr lang="pt-BR" b="1"/>
        </a:p>
      </dgm:t>
    </dgm:pt>
    <dgm:pt modelId="{AE9013FB-F520-4F2F-888B-AD78AA4CF699}">
      <dgm:prSet phldrT="[Texto]"/>
      <dgm:spPr/>
      <dgm:t>
        <a:bodyPr/>
        <a:lstStyle/>
        <a:p>
          <a:r>
            <a:rPr lang="pt-BR" b="1" dirty="0" smtClean="0"/>
            <a:t>RDM </a:t>
          </a:r>
          <a:endParaRPr lang="pt-BR" b="1" dirty="0"/>
        </a:p>
      </dgm:t>
    </dgm:pt>
    <dgm:pt modelId="{0D87890E-8AD4-4B7B-82BD-05B77AB30CC4}" type="parTrans" cxnId="{81590D6C-49B5-41AE-9D98-ADDA6B9F24F1}">
      <dgm:prSet/>
      <dgm:spPr/>
      <dgm:t>
        <a:bodyPr/>
        <a:lstStyle/>
        <a:p>
          <a:endParaRPr lang="pt-BR"/>
        </a:p>
      </dgm:t>
    </dgm:pt>
    <dgm:pt modelId="{7A2211ED-C0CF-4619-B888-47F4966FD7E9}" type="sibTrans" cxnId="{81590D6C-49B5-41AE-9D98-ADDA6B9F24F1}">
      <dgm:prSet/>
      <dgm:spPr/>
      <dgm:t>
        <a:bodyPr/>
        <a:lstStyle/>
        <a:p>
          <a:endParaRPr lang="pt-BR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5"/>
      <dgm:spPr/>
    </dgm:pt>
    <dgm:pt modelId="{6541552D-9688-4BEB-9DE2-05986F9C56D7}" type="pres">
      <dgm:prSet presAssocID="{3E8BC071-F6F7-41DF-93A1-DE47F3582837}" presName="Child1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170ABDF-4184-49DF-AC3A-824A8A021799}" type="pres">
      <dgm:prSet presAssocID="{0604A3BC-A31A-400F-B005-B2623C9EBB19}" presName="Accent2" presStyleCnt="0"/>
      <dgm:spPr/>
    </dgm:pt>
    <dgm:pt modelId="{4B0A8E18-7DD9-4D0E-82DA-6511DB68E724}" type="pres">
      <dgm:prSet presAssocID="{0604A3BC-A31A-400F-B005-B2623C9EBB19}" presName="Accent" presStyleLbl="bgShp" presStyleIdx="1" presStyleCnt="5"/>
      <dgm:spPr/>
    </dgm:pt>
    <dgm:pt modelId="{09294D71-BE31-42BA-A8E6-69D11826C73E}" type="pres">
      <dgm:prSet presAssocID="{0604A3BC-A31A-400F-B005-B2623C9EBB19}" presName="Child2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500C38F-F4BC-48B6-993C-9DBE79484765}" type="pres">
      <dgm:prSet presAssocID="{B2060A16-3B49-458A-8174-6290CA6C5929}" presName="Accent3" presStyleCnt="0"/>
      <dgm:spPr/>
    </dgm:pt>
    <dgm:pt modelId="{F74B9400-E9BC-4BC1-9A95-342282154C1B}" type="pres">
      <dgm:prSet presAssocID="{B2060A16-3B49-458A-8174-6290CA6C5929}" presName="Accent" presStyleLbl="bgShp" presStyleIdx="2" presStyleCnt="5"/>
      <dgm:spPr/>
    </dgm:pt>
    <dgm:pt modelId="{86CDDD98-D6A5-493C-9163-A5BE5EDF875F}" type="pres">
      <dgm:prSet presAssocID="{B2060A16-3B49-458A-8174-6290CA6C5929}" presName="Child3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01CA439-0649-4F5C-8FC9-6AEF7B203225}" type="pres">
      <dgm:prSet presAssocID="{8DA1439F-5936-476B-B722-39CB347148E9}" presName="Accent4" presStyleCnt="0"/>
      <dgm:spPr/>
    </dgm:pt>
    <dgm:pt modelId="{6A642892-F3B5-418A-BF81-219CBE8B1028}" type="pres">
      <dgm:prSet presAssocID="{8DA1439F-5936-476B-B722-39CB347148E9}" presName="Accent" presStyleLbl="bgShp" presStyleIdx="3" presStyleCnt="5"/>
      <dgm:spPr/>
    </dgm:pt>
    <dgm:pt modelId="{39F7B047-54E5-418D-8456-29644561F1BC}" type="pres">
      <dgm:prSet presAssocID="{8DA1439F-5936-476B-B722-39CB347148E9}" presName="Child4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AAC6F9B-E523-4A68-81BA-AC30030B53C1}" type="pres">
      <dgm:prSet presAssocID="{AE9013FB-F520-4F2F-888B-AD78AA4CF699}" presName="Accent5" presStyleCnt="0"/>
      <dgm:spPr/>
    </dgm:pt>
    <dgm:pt modelId="{D120B477-4A3B-4B6B-AC61-3D20C8D0F912}" type="pres">
      <dgm:prSet presAssocID="{AE9013FB-F520-4F2F-888B-AD78AA4CF699}" presName="Accent" presStyleLbl="bgShp" presStyleIdx="4" presStyleCnt="5"/>
      <dgm:spPr/>
    </dgm:pt>
    <dgm:pt modelId="{D2AD8D15-A29F-4A66-8796-8643E05A6382}" type="pres">
      <dgm:prSet presAssocID="{AE9013FB-F520-4F2F-888B-AD78AA4CF699}" presName="Child5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25385F4F-9FE1-4051-B049-EF3561062369}" type="presOf" srcId="{3E8BC071-F6F7-41DF-93A1-DE47F3582837}" destId="{6541552D-9688-4BEB-9DE2-05986F9C56D7}" srcOrd="0" destOrd="0" presId="urn:microsoft.com/office/officeart/2011/layout/HexagonRadial"/>
    <dgm:cxn modelId="{6AAD82C9-73CB-4423-9ABE-3DE82D0B01EE}" srcId="{2089E94D-CEB1-4163-88E6-6498A3164A1B}" destId="{8DA1439F-5936-476B-B722-39CB347148E9}" srcOrd="3" destOrd="0" parTransId="{73638747-BE21-4698-ADF2-FF2019178E0F}" sibTransId="{84778619-B56E-40B9-A00B-D02A035ABA0F}"/>
    <dgm:cxn modelId="{06C2576E-02DC-4C16-B0FC-FD60AECCBCAB}" type="presOf" srcId="{2089E94D-CEB1-4163-88E6-6498A3164A1B}" destId="{A0E836A5-4124-49B7-BFC5-85D8E6A175B4}" srcOrd="0" destOrd="0" presId="urn:microsoft.com/office/officeart/2011/layout/HexagonRadial"/>
    <dgm:cxn modelId="{ABB5833A-6F3F-48E9-AE26-0EABE3504202}" type="presOf" srcId="{AE9013FB-F520-4F2F-888B-AD78AA4CF699}" destId="{D2AD8D15-A29F-4A66-8796-8643E05A6382}" srcOrd="0" destOrd="0" presId="urn:microsoft.com/office/officeart/2011/layout/HexagonRadial"/>
    <dgm:cxn modelId="{81590D6C-49B5-41AE-9D98-ADDA6B9F24F1}" srcId="{2089E94D-CEB1-4163-88E6-6498A3164A1B}" destId="{AE9013FB-F520-4F2F-888B-AD78AA4CF699}" srcOrd="4" destOrd="0" parTransId="{0D87890E-8AD4-4B7B-82BD-05B77AB30CC4}" sibTransId="{7A2211ED-C0CF-4619-B888-47F4966FD7E9}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51989F4C-9A87-408B-9939-38184B98A08A}" srcId="{2089E94D-CEB1-4163-88E6-6498A3164A1B}" destId="{B2060A16-3B49-458A-8174-6290CA6C5929}" srcOrd="2" destOrd="0" parTransId="{41A4D49B-874E-45A7-A6D6-F20A44A5D64C}" sibTransId="{A668B206-EBDC-4FCC-AEA4-3C5CB20EC4D7}"/>
    <dgm:cxn modelId="{031122C3-9377-42FA-A72D-CF139DBD7C85}" srcId="{2089E94D-CEB1-4163-88E6-6498A3164A1B}" destId="{0604A3BC-A31A-400F-B005-B2623C9EBB19}" srcOrd="1" destOrd="0" parTransId="{E1F33D3F-F25B-4BAF-A34D-476F86336C1B}" sibTransId="{8C7EC6BF-111B-4725-A566-266F7E66B37E}"/>
    <dgm:cxn modelId="{01DB0C62-74D9-43D5-B736-6B5C7A3FD3E2}" type="presOf" srcId="{2A96F322-AC28-4A18-BBCC-31211FB881E8}" destId="{AF9E0726-52CE-4039-A41D-339724EBEC7C}" srcOrd="0" destOrd="0" presId="urn:microsoft.com/office/officeart/2011/layout/HexagonRadial"/>
    <dgm:cxn modelId="{6D17D3C6-7E96-4932-8844-12C0DC54BABD}" type="presOf" srcId="{8DA1439F-5936-476B-B722-39CB347148E9}" destId="{39F7B047-54E5-418D-8456-29644561F1BC}" srcOrd="0" destOrd="0" presId="urn:microsoft.com/office/officeart/2011/layout/HexagonRadial"/>
    <dgm:cxn modelId="{CAF53B96-68B9-41E2-BD8C-1815A80A2E3D}" type="presOf" srcId="{B2060A16-3B49-458A-8174-6290CA6C5929}" destId="{86CDDD98-D6A5-493C-9163-A5BE5EDF875F}" srcOrd="0" destOrd="0" presId="urn:microsoft.com/office/officeart/2011/layout/HexagonRadial"/>
    <dgm:cxn modelId="{C1C3552F-DAA3-470D-8158-73B37C2C3A20}" type="presOf" srcId="{0604A3BC-A31A-400F-B005-B2623C9EBB19}" destId="{09294D71-BE31-42BA-A8E6-69D11826C73E}" srcOrd="0" destOrd="0" presId="urn:microsoft.com/office/officeart/2011/layout/HexagonRadial"/>
    <dgm:cxn modelId="{2A5638BB-3684-41EC-851F-957080020A3B}" type="presParOf" srcId="{AF9E0726-52CE-4039-A41D-339724EBEC7C}" destId="{A0E836A5-4124-49B7-BFC5-85D8E6A175B4}" srcOrd="0" destOrd="0" presId="urn:microsoft.com/office/officeart/2011/layout/HexagonRadial"/>
    <dgm:cxn modelId="{403BE752-892F-437C-8DAA-C247BC107AED}" type="presParOf" srcId="{AF9E0726-52CE-4039-A41D-339724EBEC7C}" destId="{3ADDAF14-430F-4D29-ABD2-4357419F2A7C}" srcOrd="1" destOrd="0" presId="urn:microsoft.com/office/officeart/2011/layout/HexagonRadial"/>
    <dgm:cxn modelId="{935B0AEB-2E27-4E01-8E72-0459A9338730}" type="presParOf" srcId="{3ADDAF14-430F-4D29-ABD2-4357419F2A7C}" destId="{8CD26E80-7082-40C5-B812-B1F30F125042}" srcOrd="0" destOrd="0" presId="urn:microsoft.com/office/officeart/2011/layout/HexagonRadial"/>
    <dgm:cxn modelId="{0A5C31CA-7323-4B6F-BC2F-FD3D56D00EF1}" type="presParOf" srcId="{AF9E0726-52CE-4039-A41D-339724EBEC7C}" destId="{6541552D-9688-4BEB-9DE2-05986F9C56D7}" srcOrd="2" destOrd="0" presId="urn:microsoft.com/office/officeart/2011/layout/HexagonRadial"/>
    <dgm:cxn modelId="{56D344A0-B08F-4EE2-A6C0-8C43819B3BA1}" type="presParOf" srcId="{AF9E0726-52CE-4039-A41D-339724EBEC7C}" destId="{F170ABDF-4184-49DF-AC3A-824A8A021799}" srcOrd="3" destOrd="0" presId="urn:microsoft.com/office/officeart/2011/layout/HexagonRadial"/>
    <dgm:cxn modelId="{955616BA-D283-41AB-AA8B-455A67BFBB46}" type="presParOf" srcId="{F170ABDF-4184-49DF-AC3A-824A8A021799}" destId="{4B0A8E18-7DD9-4D0E-82DA-6511DB68E724}" srcOrd="0" destOrd="0" presId="urn:microsoft.com/office/officeart/2011/layout/HexagonRadial"/>
    <dgm:cxn modelId="{D3341828-9640-4184-A8D0-15CFACC0B54D}" type="presParOf" srcId="{AF9E0726-52CE-4039-A41D-339724EBEC7C}" destId="{09294D71-BE31-42BA-A8E6-69D11826C73E}" srcOrd="4" destOrd="0" presId="urn:microsoft.com/office/officeart/2011/layout/HexagonRadial"/>
    <dgm:cxn modelId="{CFBE7199-26A5-4916-B0AF-1B6795C174B9}" type="presParOf" srcId="{AF9E0726-52CE-4039-A41D-339724EBEC7C}" destId="{A500C38F-F4BC-48B6-993C-9DBE79484765}" srcOrd="5" destOrd="0" presId="urn:microsoft.com/office/officeart/2011/layout/HexagonRadial"/>
    <dgm:cxn modelId="{F79AD0D9-19A7-4B2D-969F-847FA521821C}" type="presParOf" srcId="{A500C38F-F4BC-48B6-993C-9DBE79484765}" destId="{F74B9400-E9BC-4BC1-9A95-342282154C1B}" srcOrd="0" destOrd="0" presId="urn:microsoft.com/office/officeart/2011/layout/HexagonRadial"/>
    <dgm:cxn modelId="{D6D6E686-6005-48EA-9A0B-3B3071256A91}" type="presParOf" srcId="{AF9E0726-52CE-4039-A41D-339724EBEC7C}" destId="{86CDDD98-D6A5-493C-9163-A5BE5EDF875F}" srcOrd="6" destOrd="0" presId="urn:microsoft.com/office/officeart/2011/layout/HexagonRadial"/>
    <dgm:cxn modelId="{24B4153F-22C2-4BF4-9944-12E06F2512A5}" type="presParOf" srcId="{AF9E0726-52CE-4039-A41D-339724EBEC7C}" destId="{101CA439-0649-4F5C-8FC9-6AEF7B203225}" srcOrd="7" destOrd="0" presId="urn:microsoft.com/office/officeart/2011/layout/HexagonRadial"/>
    <dgm:cxn modelId="{4BFFF6E9-5A79-460C-8AA2-5DDF43A456C6}" type="presParOf" srcId="{101CA439-0649-4F5C-8FC9-6AEF7B203225}" destId="{6A642892-F3B5-418A-BF81-219CBE8B1028}" srcOrd="0" destOrd="0" presId="urn:microsoft.com/office/officeart/2011/layout/HexagonRadial"/>
    <dgm:cxn modelId="{52F82780-941E-4EAD-97FA-DF9D36F2F17E}" type="presParOf" srcId="{AF9E0726-52CE-4039-A41D-339724EBEC7C}" destId="{39F7B047-54E5-418D-8456-29644561F1BC}" srcOrd="8" destOrd="0" presId="urn:microsoft.com/office/officeart/2011/layout/HexagonRadial"/>
    <dgm:cxn modelId="{C2F8C960-601C-4C6D-9830-359B24EBEFAE}" type="presParOf" srcId="{AF9E0726-52CE-4039-A41D-339724EBEC7C}" destId="{2AAC6F9B-E523-4A68-81BA-AC30030B53C1}" srcOrd="9" destOrd="0" presId="urn:microsoft.com/office/officeart/2011/layout/HexagonRadial"/>
    <dgm:cxn modelId="{11840ED5-ABE2-440B-99F1-1A6F2E6ED51C}" type="presParOf" srcId="{2AAC6F9B-E523-4A68-81BA-AC30030B53C1}" destId="{D120B477-4A3B-4B6B-AC61-3D20C8D0F912}" srcOrd="0" destOrd="0" presId="urn:microsoft.com/office/officeart/2011/layout/HexagonRadial"/>
    <dgm:cxn modelId="{1B293FD8-DFA0-4134-A14C-77FAD849BC9D}" type="presParOf" srcId="{AF9E0726-52CE-4039-A41D-339724EBEC7C}" destId="{D2AD8D15-A29F-4A66-8796-8643E05A6382}" srcOrd="10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sz="1100" b="0" dirty="0" smtClean="0"/>
            <a:t>NCC</a:t>
          </a:r>
        </a:p>
        <a:p>
          <a:r>
            <a:rPr lang="pt-BR" sz="1100" b="0" dirty="0" smtClean="0"/>
            <a:t>Central de Comando</a:t>
          </a:r>
          <a:endParaRPr lang="pt-BR" sz="1100" b="0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sz="1100" b="0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sz="1100" b="0"/>
        </a:p>
      </dgm:t>
    </dgm:pt>
    <dgm:pt modelId="{3E8BC071-F6F7-41DF-93A1-DE47F3582837}">
      <dgm:prSet phldrT="[Texto]" custT="1"/>
      <dgm:spPr/>
      <dgm:t>
        <a:bodyPr/>
        <a:lstStyle/>
        <a:p>
          <a:r>
            <a:rPr lang="pt-BR" sz="1100" b="0" dirty="0" smtClean="0"/>
            <a:t>GESTAO DE INCIDENTES  </a:t>
          </a:r>
          <a:endParaRPr lang="pt-BR" sz="1100" b="0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sz="1100" b="0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sz="1100" b="0"/>
        </a:p>
      </dgm:t>
    </dgm:pt>
    <dgm:pt modelId="{0604A3BC-A31A-400F-B005-B2623C9EBB19}">
      <dgm:prSet phldrT="[Texto]" custT="1"/>
      <dgm:spPr/>
      <dgm:t>
        <a:bodyPr/>
        <a:lstStyle/>
        <a:p>
          <a:r>
            <a:rPr lang="pt-BR" sz="1100" b="0" dirty="0" smtClean="0"/>
            <a:t>OPERAÇÃO BATCH SCHEDULE</a:t>
          </a:r>
          <a:endParaRPr lang="pt-BR" sz="1100" b="0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 sz="1100" b="0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 sz="1100" b="0"/>
        </a:p>
      </dgm:t>
    </dgm:pt>
    <dgm:pt modelId="{1CD4E1AF-6AA7-4F5F-8B14-18879C46AA1D}">
      <dgm:prSet phldrT="[Texto]" custT="1"/>
      <dgm:spPr/>
      <dgm:t>
        <a:bodyPr/>
        <a:lstStyle/>
        <a:p>
          <a:r>
            <a:rPr lang="pt-BR" sz="1100" b="0" dirty="0" smtClean="0"/>
            <a:t>MONITORAÇÃO</a:t>
          </a:r>
          <a:endParaRPr lang="pt-BR" sz="1100" b="0" dirty="0"/>
        </a:p>
      </dgm:t>
    </dgm:pt>
    <dgm:pt modelId="{422A0C8F-4BCE-4309-A4AC-AA1141993A58}" type="parTrans" cxnId="{8C215068-324C-4A96-8130-71E272F79AE0}">
      <dgm:prSet/>
      <dgm:spPr/>
      <dgm:t>
        <a:bodyPr/>
        <a:lstStyle/>
        <a:p>
          <a:endParaRPr lang="pt-BR" sz="1100" b="0"/>
        </a:p>
      </dgm:t>
    </dgm:pt>
    <dgm:pt modelId="{78BFD398-E0CF-4B05-AEF3-C4C2254F4D11}" type="sibTrans" cxnId="{8C215068-324C-4A96-8130-71E272F79AE0}">
      <dgm:prSet/>
      <dgm:spPr/>
      <dgm:t>
        <a:bodyPr/>
        <a:lstStyle/>
        <a:p>
          <a:endParaRPr lang="pt-BR" sz="1100" b="0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80929" custScaleY="68659" custLinFactNeighborY="7122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3"/>
      <dgm:spPr/>
    </dgm:pt>
    <dgm:pt modelId="{6541552D-9688-4BEB-9DE2-05986F9C56D7}" type="pres">
      <dgm:prSet presAssocID="{3E8BC071-F6F7-41DF-93A1-DE47F3582837}" presName="Child1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170ABDF-4184-49DF-AC3A-824A8A021799}" type="pres">
      <dgm:prSet presAssocID="{0604A3BC-A31A-400F-B005-B2623C9EBB19}" presName="Accent2" presStyleCnt="0"/>
      <dgm:spPr/>
    </dgm:pt>
    <dgm:pt modelId="{4B0A8E18-7DD9-4D0E-82DA-6511DB68E724}" type="pres">
      <dgm:prSet presAssocID="{0604A3BC-A31A-400F-B005-B2623C9EBB19}" presName="Accent" presStyleLbl="bgShp" presStyleIdx="1" presStyleCnt="3"/>
      <dgm:spPr/>
    </dgm:pt>
    <dgm:pt modelId="{09294D71-BE31-42BA-A8E6-69D11826C73E}" type="pres">
      <dgm:prSet presAssocID="{0604A3BC-A31A-400F-B005-B2623C9EBB19}" presName="Child2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4D04AF-7124-4276-9312-98BA83970793}" type="pres">
      <dgm:prSet presAssocID="{1CD4E1AF-6AA7-4F5F-8B14-18879C46AA1D}" presName="Accent3" presStyleCnt="0"/>
      <dgm:spPr/>
    </dgm:pt>
    <dgm:pt modelId="{7E69DCF4-93B4-4C2D-AFF0-9FE821C4C6A0}" type="pres">
      <dgm:prSet presAssocID="{1CD4E1AF-6AA7-4F5F-8B14-18879C46AA1D}" presName="Accent" presStyleLbl="bgShp" presStyleIdx="2" presStyleCnt="3"/>
      <dgm:spPr/>
    </dgm:pt>
    <dgm:pt modelId="{085075E1-7199-404A-BBA9-88F472FCAE39}" type="pres">
      <dgm:prSet presAssocID="{1CD4E1AF-6AA7-4F5F-8B14-18879C46AA1D}" presName="Child3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778E0F22-3E98-4FC1-8496-231829465D2F}" type="presOf" srcId="{0604A3BC-A31A-400F-B005-B2623C9EBB19}" destId="{09294D71-BE31-42BA-A8E6-69D11826C73E}" srcOrd="0" destOrd="0" presId="urn:microsoft.com/office/officeart/2011/layout/HexagonRadial"/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841407E9-B133-4604-A9F9-7B907CB96DC1}" type="presOf" srcId="{2A96F322-AC28-4A18-BBCC-31211FB881E8}" destId="{AF9E0726-52CE-4039-A41D-339724EBEC7C}" srcOrd="0" destOrd="0" presId="urn:microsoft.com/office/officeart/2011/layout/HexagonRadial"/>
    <dgm:cxn modelId="{469111E5-BE52-4DDF-9E9D-169767D00F04}" type="presOf" srcId="{1CD4E1AF-6AA7-4F5F-8B14-18879C46AA1D}" destId="{085075E1-7199-404A-BBA9-88F472FCAE39}" srcOrd="0" destOrd="0" presId="urn:microsoft.com/office/officeart/2011/layout/HexagonRadial"/>
    <dgm:cxn modelId="{031122C3-9377-42FA-A72D-CF139DBD7C85}" srcId="{2089E94D-CEB1-4163-88E6-6498A3164A1B}" destId="{0604A3BC-A31A-400F-B005-B2623C9EBB19}" srcOrd="1" destOrd="0" parTransId="{E1F33D3F-F25B-4BAF-A34D-476F86336C1B}" sibTransId="{8C7EC6BF-111B-4725-A566-266F7E66B37E}"/>
    <dgm:cxn modelId="{2A85BA06-A542-4BC1-A8FB-1A4EE69ABFA0}" type="presOf" srcId="{2089E94D-CEB1-4163-88E6-6498A3164A1B}" destId="{A0E836A5-4124-49B7-BFC5-85D8E6A175B4}" srcOrd="0" destOrd="0" presId="urn:microsoft.com/office/officeart/2011/layout/HexagonRadial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A91FE22A-1F6A-4D03-B43E-1F8946220B24}" type="presOf" srcId="{3E8BC071-F6F7-41DF-93A1-DE47F3582837}" destId="{6541552D-9688-4BEB-9DE2-05986F9C56D7}" srcOrd="0" destOrd="0" presId="urn:microsoft.com/office/officeart/2011/layout/HexagonRadial"/>
    <dgm:cxn modelId="{8C215068-324C-4A96-8130-71E272F79AE0}" srcId="{2089E94D-CEB1-4163-88E6-6498A3164A1B}" destId="{1CD4E1AF-6AA7-4F5F-8B14-18879C46AA1D}" srcOrd="2" destOrd="0" parTransId="{422A0C8F-4BCE-4309-A4AC-AA1141993A58}" sibTransId="{78BFD398-E0CF-4B05-AEF3-C4C2254F4D11}"/>
    <dgm:cxn modelId="{FC476B0B-7AF7-4E6D-8212-7694AC6DC75B}" type="presParOf" srcId="{AF9E0726-52CE-4039-A41D-339724EBEC7C}" destId="{A0E836A5-4124-49B7-BFC5-85D8E6A175B4}" srcOrd="0" destOrd="0" presId="urn:microsoft.com/office/officeart/2011/layout/HexagonRadial"/>
    <dgm:cxn modelId="{5219A181-EBA7-42D6-A9A5-93E9BD838E13}" type="presParOf" srcId="{AF9E0726-52CE-4039-A41D-339724EBEC7C}" destId="{3ADDAF14-430F-4D29-ABD2-4357419F2A7C}" srcOrd="1" destOrd="0" presId="urn:microsoft.com/office/officeart/2011/layout/HexagonRadial"/>
    <dgm:cxn modelId="{EEDE0737-9FD1-468B-AD43-FB7251BB2B44}" type="presParOf" srcId="{3ADDAF14-430F-4D29-ABD2-4357419F2A7C}" destId="{8CD26E80-7082-40C5-B812-B1F30F125042}" srcOrd="0" destOrd="0" presId="urn:microsoft.com/office/officeart/2011/layout/HexagonRadial"/>
    <dgm:cxn modelId="{27329BC8-687D-46E1-9161-5CAF50356F72}" type="presParOf" srcId="{AF9E0726-52CE-4039-A41D-339724EBEC7C}" destId="{6541552D-9688-4BEB-9DE2-05986F9C56D7}" srcOrd="2" destOrd="0" presId="urn:microsoft.com/office/officeart/2011/layout/HexagonRadial"/>
    <dgm:cxn modelId="{F7EBB181-CC9F-4956-AD3E-AC4EE8608A93}" type="presParOf" srcId="{AF9E0726-52CE-4039-A41D-339724EBEC7C}" destId="{F170ABDF-4184-49DF-AC3A-824A8A021799}" srcOrd="3" destOrd="0" presId="urn:microsoft.com/office/officeart/2011/layout/HexagonRadial"/>
    <dgm:cxn modelId="{C52029D8-43D9-4D85-81B9-7166C4935D13}" type="presParOf" srcId="{F170ABDF-4184-49DF-AC3A-824A8A021799}" destId="{4B0A8E18-7DD9-4D0E-82DA-6511DB68E724}" srcOrd="0" destOrd="0" presId="urn:microsoft.com/office/officeart/2011/layout/HexagonRadial"/>
    <dgm:cxn modelId="{6E399652-2E12-4100-B8C6-4117AEC7F606}" type="presParOf" srcId="{AF9E0726-52CE-4039-A41D-339724EBEC7C}" destId="{09294D71-BE31-42BA-A8E6-69D11826C73E}" srcOrd="4" destOrd="0" presId="urn:microsoft.com/office/officeart/2011/layout/HexagonRadial"/>
    <dgm:cxn modelId="{5355DE5B-4F3B-4DB7-B473-4C1A84F70DA0}" type="presParOf" srcId="{AF9E0726-52CE-4039-A41D-339724EBEC7C}" destId="{494D04AF-7124-4276-9312-98BA83970793}" srcOrd="5" destOrd="0" presId="urn:microsoft.com/office/officeart/2011/layout/HexagonRadial"/>
    <dgm:cxn modelId="{770624BF-C6AE-4ED3-A3EF-3BE254C30351}" type="presParOf" srcId="{494D04AF-7124-4276-9312-98BA83970793}" destId="{7E69DCF4-93B4-4C2D-AFF0-9FE821C4C6A0}" srcOrd="0" destOrd="0" presId="urn:microsoft.com/office/officeart/2011/layout/HexagonRadial"/>
    <dgm:cxn modelId="{11688E04-C910-45AD-90E7-8482E4417654}" type="presParOf" srcId="{AF9E0726-52CE-4039-A41D-339724EBEC7C}" destId="{085075E1-7199-404A-BBA9-88F472FCAE39}" srcOrd="6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Torres Técnicas</a:t>
          </a:r>
        </a:p>
        <a:p>
          <a:r>
            <a:rPr lang="pt-BR" dirty="0" smtClean="0"/>
            <a:t>FSR</a:t>
          </a:r>
          <a:endParaRPr lang="pt-BR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/>
        </a:p>
      </dgm:t>
    </dgm:pt>
    <dgm:pt modelId="{3E8BC071-F6F7-41DF-93A1-DE47F3582837}">
      <dgm:prSet phldrT="[Texto]"/>
      <dgm:spPr/>
      <dgm:t>
        <a:bodyPr/>
        <a:lstStyle/>
        <a:p>
          <a:r>
            <a:rPr lang="pt-BR" dirty="0" smtClean="0"/>
            <a:t>Sol. Incidentes</a:t>
          </a:r>
          <a:endParaRPr lang="pt-BR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/>
        </a:p>
      </dgm:t>
    </dgm:pt>
    <dgm:pt modelId="{0604A3BC-A31A-400F-B005-B2623C9EBB19}">
      <dgm:prSet phldrT="[Texto]"/>
      <dgm:spPr/>
      <dgm:t>
        <a:bodyPr/>
        <a:lstStyle/>
        <a:p>
          <a:r>
            <a:rPr lang="pt-BR" dirty="0" smtClean="0"/>
            <a:t>Requisições</a:t>
          </a:r>
          <a:endParaRPr lang="pt-BR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/>
        </a:p>
      </dgm:t>
    </dgm:pt>
    <dgm:pt modelId="{1CD4E1AF-6AA7-4F5F-8B14-18879C46AA1D}">
      <dgm:prSet phldrT="[Texto]"/>
      <dgm:spPr/>
      <dgm:t>
        <a:bodyPr/>
        <a:lstStyle/>
        <a:p>
          <a:r>
            <a:rPr lang="pt-BR" dirty="0" smtClean="0"/>
            <a:t>Mudanças</a:t>
          </a:r>
          <a:endParaRPr lang="pt-BR" dirty="0"/>
        </a:p>
      </dgm:t>
    </dgm:pt>
    <dgm:pt modelId="{422A0C8F-4BCE-4309-A4AC-AA1141993A58}" type="parTrans" cxnId="{8C215068-324C-4A96-8130-71E272F79AE0}">
      <dgm:prSet/>
      <dgm:spPr/>
      <dgm:t>
        <a:bodyPr/>
        <a:lstStyle/>
        <a:p>
          <a:endParaRPr lang="pt-BR"/>
        </a:p>
      </dgm:t>
    </dgm:pt>
    <dgm:pt modelId="{78BFD398-E0CF-4B05-AEF3-C4C2254F4D11}" type="sibTrans" cxnId="{8C215068-324C-4A96-8130-71E272F79AE0}">
      <dgm:prSet/>
      <dgm:spPr/>
      <dgm:t>
        <a:bodyPr/>
        <a:lstStyle/>
        <a:p>
          <a:endParaRPr lang="pt-BR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80929" custScaleY="68659" custLinFactNeighborY="7122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3"/>
      <dgm:spPr/>
    </dgm:pt>
    <dgm:pt modelId="{6541552D-9688-4BEB-9DE2-05986F9C56D7}" type="pres">
      <dgm:prSet presAssocID="{3E8BC071-F6F7-41DF-93A1-DE47F3582837}" presName="Child1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170ABDF-4184-49DF-AC3A-824A8A021799}" type="pres">
      <dgm:prSet presAssocID="{0604A3BC-A31A-400F-B005-B2623C9EBB19}" presName="Accent2" presStyleCnt="0"/>
      <dgm:spPr/>
    </dgm:pt>
    <dgm:pt modelId="{4B0A8E18-7DD9-4D0E-82DA-6511DB68E724}" type="pres">
      <dgm:prSet presAssocID="{0604A3BC-A31A-400F-B005-B2623C9EBB19}" presName="Accent" presStyleLbl="bgShp" presStyleIdx="1" presStyleCnt="3"/>
      <dgm:spPr/>
    </dgm:pt>
    <dgm:pt modelId="{09294D71-BE31-42BA-A8E6-69D11826C73E}" type="pres">
      <dgm:prSet presAssocID="{0604A3BC-A31A-400F-B005-B2623C9EBB19}" presName="Child2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4D04AF-7124-4276-9312-98BA83970793}" type="pres">
      <dgm:prSet presAssocID="{1CD4E1AF-6AA7-4F5F-8B14-18879C46AA1D}" presName="Accent3" presStyleCnt="0"/>
      <dgm:spPr/>
    </dgm:pt>
    <dgm:pt modelId="{7E69DCF4-93B4-4C2D-AFF0-9FE821C4C6A0}" type="pres">
      <dgm:prSet presAssocID="{1CD4E1AF-6AA7-4F5F-8B14-18879C46AA1D}" presName="Accent" presStyleLbl="bgShp" presStyleIdx="2" presStyleCnt="3"/>
      <dgm:spPr/>
    </dgm:pt>
    <dgm:pt modelId="{085075E1-7199-404A-BBA9-88F472FCAE39}" type="pres">
      <dgm:prSet presAssocID="{1CD4E1AF-6AA7-4F5F-8B14-18879C46AA1D}" presName="Child3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3A8DFCC7-66B6-4D27-8B4A-ABEBFD9A72D8}" type="presOf" srcId="{0604A3BC-A31A-400F-B005-B2623C9EBB19}" destId="{09294D71-BE31-42BA-A8E6-69D11826C73E}" srcOrd="0" destOrd="0" presId="urn:microsoft.com/office/officeart/2011/layout/HexagonRadial"/>
    <dgm:cxn modelId="{488472A0-9FD7-47AD-8A5D-792D5DDF4B2B}" type="presOf" srcId="{2A96F322-AC28-4A18-BBCC-31211FB881E8}" destId="{AF9E0726-52CE-4039-A41D-339724EBEC7C}" srcOrd="0" destOrd="0" presId="urn:microsoft.com/office/officeart/2011/layout/HexagonRadial"/>
    <dgm:cxn modelId="{9AFED4E6-3D67-4EE7-907F-C7E01AEF91AB}" type="presOf" srcId="{1CD4E1AF-6AA7-4F5F-8B14-18879C46AA1D}" destId="{085075E1-7199-404A-BBA9-88F472FCAE39}" srcOrd="0" destOrd="0" presId="urn:microsoft.com/office/officeart/2011/layout/HexagonRadial"/>
    <dgm:cxn modelId="{7E35CE18-1CC2-4CA3-8D56-E1655DE3727F}" type="presOf" srcId="{2089E94D-CEB1-4163-88E6-6498A3164A1B}" destId="{A0E836A5-4124-49B7-BFC5-85D8E6A175B4}" srcOrd="0" destOrd="0" presId="urn:microsoft.com/office/officeart/2011/layout/HexagonRadial"/>
    <dgm:cxn modelId="{7B6712A5-E9BB-444B-A97B-C6F88AF884B8}" type="presOf" srcId="{3E8BC071-F6F7-41DF-93A1-DE47F3582837}" destId="{6541552D-9688-4BEB-9DE2-05986F9C56D7}" srcOrd="0" destOrd="0" presId="urn:microsoft.com/office/officeart/2011/layout/HexagonRadial"/>
    <dgm:cxn modelId="{8C215068-324C-4A96-8130-71E272F79AE0}" srcId="{2089E94D-CEB1-4163-88E6-6498A3164A1B}" destId="{1CD4E1AF-6AA7-4F5F-8B14-18879C46AA1D}" srcOrd="2" destOrd="0" parTransId="{422A0C8F-4BCE-4309-A4AC-AA1141993A58}" sibTransId="{78BFD398-E0CF-4B05-AEF3-C4C2254F4D11}"/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031122C3-9377-42FA-A72D-CF139DBD7C85}" srcId="{2089E94D-CEB1-4163-88E6-6498A3164A1B}" destId="{0604A3BC-A31A-400F-B005-B2623C9EBB19}" srcOrd="1" destOrd="0" parTransId="{E1F33D3F-F25B-4BAF-A34D-476F86336C1B}" sibTransId="{8C7EC6BF-111B-4725-A566-266F7E66B37E}"/>
    <dgm:cxn modelId="{C4B3B21E-AC66-44AE-855E-F9E33D57C35D}" type="presParOf" srcId="{AF9E0726-52CE-4039-A41D-339724EBEC7C}" destId="{A0E836A5-4124-49B7-BFC5-85D8E6A175B4}" srcOrd="0" destOrd="0" presId="urn:microsoft.com/office/officeart/2011/layout/HexagonRadial"/>
    <dgm:cxn modelId="{95EC3B1F-67B3-4C20-982C-4C0D3DCCC838}" type="presParOf" srcId="{AF9E0726-52CE-4039-A41D-339724EBEC7C}" destId="{3ADDAF14-430F-4D29-ABD2-4357419F2A7C}" srcOrd="1" destOrd="0" presId="urn:microsoft.com/office/officeart/2011/layout/HexagonRadial"/>
    <dgm:cxn modelId="{D08CEC81-778B-47EA-82E4-B82DA93C8422}" type="presParOf" srcId="{3ADDAF14-430F-4D29-ABD2-4357419F2A7C}" destId="{8CD26E80-7082-40C5-B812-B1F30F125042}" srcOrd="0" destOrd="0" presId="urn:microsoft.com/office/officeart/2011/layout/HexagonRadial"/>
    <dgm:cxn modelId="{83AE0FF3-3BF9-49F2-88CD-697125EE4660}" type="presParOf" srcId="{AF9E0726-52CE-4039-A41D-339724EBEC7C}" destId="{6541552D-9688-4BEB-9DE2-05986F9C56D7}" srcOrd="2" destOrd="0" presId="urn:microsoft.com/office/officeart/2011/layout/HexagonRadial"/>
    <dgm:cxn modelId="{5678B89B-4853-4E5D-9C72-5CC82848D681}" type="presParOf" srcId="{AF9E0726-52CE-4039-A41D-339724EBEC7C}" destId="{F170ABDF-4184-49DF-AC3A-824A8A021799}" srcOrd="3" destOrd="0" presId="urn:microsoft.com/office/officeart/2011/layout/HexagonRadial"/>
    <dgm:cxn modelId="{19EB3530-7778-4A32-8AC5-76263352A2D0}" type="presParOf" srcId="{F170ABDF-4184-49DF-AC3A-824A8A021799}" destId="{4B0A8E18-7DD9-4D0E-82DA-6511DB68E724}" srcOrd="0" destOrd="0" presId="urn:microsoft.com/office/officeart/2011/layout/HexagonRadial"/>
    <dgm:cxn modelId="{E5287F3F-D019-4C3D-864D-297151E77FE4}" type="presParOf" srcId="{AF9E0726-52CE-4039-A41D-339724EBEC7C}" destId="{09294D71-BE31-42BA-A8E6-69D11826C73E}" srcOrd="4" destOrd="0" presId="urn:microsoft.com/office/officeart/2011/layout/HexagonRadial"/>
    <dgm:cxn modelId="{DDBFCD92-181C-451A-B055-CF4264E79943}" type="presParOf" srcId="{AF9E0726-52CE-4039-A41D-339724EBEC7C}" destId="{494D04AF-7124-4276-9312-98BA83970793}" srcOrd="5" destOrd="0" presId="urn:microsoft.com/office/officeart/2011/layout/HexagonRadial"/>
    <dgm:cxn modelId="{3A69A0CD-DD30-4800-93C1-7E57C359A703}" type="presParOf" srcId="{494D04AF-7124-4276-9312-98BA83970793}" destId="{7E69DCF4-93B4-4C2D-AFF0-9FE821C4C6A0}" srcOrd="0" destOrd="0" presId="urn:microsoft.com/office/officeart/2011/layout/HexagonRadial"/>
    <dgm:cxn modelId="{9CB7388E-E3A2-4658-A53F-99D0E550AC92}" type="presParOf" srcId="{AF9E0726-52CE-4039-A41D-339724EBEC7C}" destId="{085075E1-7199-404A-BBA9-88F472FCAE39}" srcOrd="6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sz="1400" dirty="0" smtClean="0"/>
            <a:t>Experiência CN</a:t>
          </a:r>
          <a:endParaRPr lang="pt-BR" sz="1400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sz="1400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sz="1400"/>
        </a:p>
      </dgm:t>
    </dgm:pt>
    <dgm:pt modelId="{3E8BC071-F6F7-41DF-93A1-DE47F3582837}">
      <dgm:prSet phldrT="[Texto]" custT="1"/>
      <dgm:spPr/>
      <dgm:t>
        <a:bodyPr/>
        <a:lstStyle/>
        <a:p>
          <a:r>
            <a:rPr lang="pt-BR" sz="1400" dirty="0" smtClean="0"/>
            <a:t>rede.natura.net</a:t>
          </a:r>
          <a:endParaRPr lang="pt-BR" sz="1400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sz="1400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sz="1400"/>
        </a:p>
      </dgm:t>
    </dgm:pt>
    <dgm:pt modelId="{0604A3BC-A31A-400F-B005-B2623C9EBB19}">
      <dgm:prSet phldrT="[Texto]" custT="1"/>
      <dgm:spPr/>
      <dgm:t>
        <a:bodyPr/>
        <a:lstStyle/>
        <a:p>
          <a:r>
            <a:rPr lang="pt-BR" sz="1400" dirty="0" smtClean="0"/>
            <a:t>Sites FV</a:t>
          </a:r>
          <a:endParaRPr lang="pt-BR" sz="1400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 sz="1400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 sz="1400"/>
        </a:p>
      </dgm:t>
    </dgm:pt>
    <dgm:pt modelId="{1CD4E1AF-6AA7-4F5F-8B14-18879C46AA1D}">
      <dgm:prSet phldrT="[Texto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ln>
          <a:noFill/>
        </a:ln>
      </dgm:spPr>
      <dgm:t>
        <a:bodyPr/>
        <a:lstStyle/>
        <a:p>
          <a:r>
            <a:rPr lang="pt-BR" sz="1400" dirty="0" smtClean="0"/>
            <a:t>Captação Pedidos Web</a:t>
          </a:r>
          <a:endParaRPr lang="pt-BR" sz="1400" dirty="0"/>
        </a:p>
      </dgm:t>
    </dgm:pt>
    <dgm:pt modelId="{422A0C8F-4BCE-4309-A4AC-AA1141993A58}" type="parTrans" cxnId="{8C215068-324C-4A96-8130-71E272F79AE0}">
      <dgm:prSet/>
      <dgm:spPr/>
      <dgm:t>
        <a:bodyPr/>
        <a:lstStyle/>
        <a:p>
          <a:endParaRPr lang="pt-BR" sz="1400"/>
        </a:p>
      </dgm:t>
    </dgm:pt>
    <dgm:pt modelId="{78BFD398-E0CF-4B05-AEF3-C4C2254F4D11}" type="sibTrans" cxnId="{8C215068-324C-4A96-8130-71E272F79AE0}">
      <dgm:prSet/>
      <dgm:spPr/>
      <dgm:t>
        <a:bodyPr/>
        <a:lstStyle/>
        <a:p>
          <a:endParaRPr lang="pt-BR" sz="1400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3"/>
      <dgm:spPr/>
    </dgm:pt>
    <dgm:pt modelId="{6541552D-9688-4BEB-9DE2-05986F9C56D7}" type="pres">
      <dgm:prSet presAssocID="{3E8BC071-F6F7-41DF-93A1-DE47F3582837}" presName="Child1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170ABDF-4184-49DF-AC3A-824A8A021799}" type="pres">
      <dgm:prSet presAssocID="{0604A3BC-A31A-400F-B005-B2623C9EBB19}" presName="Accent2" presStyleCnt="0"/>
      <dgm:spPr/>
    </dgm:pt>
    <dgm:pt modelId="{4B0A8E18-7DD9-4D0E-82DA-6511DB68E724}" type="pres">
      <dgm:prSet presAssocID="{0604A3BC-A31A-400F-B005-B2623C9EBB19}" presName="Accent" presStyleLbl="bgShp" presStyleIdx="1" presStyleCnt="3"/>
      <dgm:spPr/>
    </dgm:pt>
    <dgm:pt modelId="{09294D71-BE31-42BA-A8E6-69D11826C73E}" type="pres">
      <dgm:prSet presAssocID="{0604A3BC-A31A-400F-B005-B2623C9EBB19}" presName="Child2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4D04AF-7124-4276-9312-98BA83970793}" type="pres">
      <dgm:prSet presAssocID="{1CD4E1AF-6AA7-4F5F-8B14-18879C46AA1D}" presName="Accent3" presStyleCnt="0"/>
      <dgm:spPr/>
    </dgm:pt>
    <dgm:pt modelId="{7E69DCF4-93B4-4C2D-AFF0-9FE821C4C6A0}" type="pres">
      <dgm:prSet presAssocID="{1CD4E1AF-6AA7-4F5F-8B14-18879C46AA1D}" presName="Accent" presStyleLbl="bgShp" presStyleIdx="2" presStyleCnt="3"/>
      <dgm:spPr/>
    </dgm:pt>
    <dgm:pt modelId="{085075E1-7199-404A-BBA9-88F472FCAE39}" type="pres">
      <dgm:prSet presAssocID="{1CD4E1AF-6AA7-4F5F-8B14-18879C46AA1D}" presName="Child3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8AEC434-C25A-4E23-955F-E7D8BA9D6077}" type="presOf" srcId="{1CD4E1AF-6AA7-4F5F-8B14-18879C46AA1D}" destId="{085075E1-7199-404A-BBA9-88F472FCAE39}" srcOrd="0" destOrd="0" presId="urn:microsoft.com/office/officeart/2011/layout/HexagonRadial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E4EE84D8-332F-44BC-95F1-81A94A9F0656}" type="presOf" srcId="{2A96F322-AC28-4A18-BBCC-31211FB881E8}" destId="{AF9E0726-52CE-4039-A41D-339724EBEC7C}" srcOrd="0" destOrd="0" presId="urn:microsoft.com/office/officeart/2011/layout/HexagonRadial"/>
    <dgm:cxn modelId="{F860C4AD-2B8A-4DB4-9BBE-09E54D686C07}" type="presOf" srcId="{3E8BC071-F6F7-41DF-93A1-DE47F3582837}" destId="{6541552D-9688-4BEB-9DE2-05986F9C56D7}" srcOrd="0" destOrd="0" presId="urn:microsoft.com/office/officeart/2011/layout/HexagonRadial"/>
    <dgm:cxn modelId="{8C215068-324C-4A96-8130-71E272F79AE0}" srcId="{2089E94D-CEB1-4163-88E6-6498A3164A1B}" destId="{1CD4E1AF-6AA7-4F5F-8B14-18879C46AA1D}" srcOrd="2" destOrd="0" parTransId="{422A0C8F-4BCE-4309-A4AC-AA1141993A58}" sibTransId="{78BFD398-E0CF-4B05-AEF3-C4C2254F4D11}"/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FCA9A143-5EA9-4792-B62E-2264EA420F69}" type="presOf" srcId="{2089E94D-CEB1-4163-88E6-6498A3164A1B}" destId="{A0E836A5-4124-49B7-BFC5-85D8E6A175B4}" srcOrd="0" destOrd="0" presId="urn:microsoft.com/office/officeart/2011/layout/HexagonRadial"/>
    <dgm:cxn modelId="{F5953DEC-B0F1-4DBB-A447-F2208136959B}" type="presOf" srcId="{0604A3BC-A31A-400F-B005-B2623C9EBB19}" destId="{09294D71-BE31-42BA-A8E6-69D11826C73E}" srcOrd="0" destOrd="0" presId="urn:microsoft.com/office/officeart/2011/layout/HexagonRadial"/>
    <dgm:cxn modelId="{031122C3-9377-42FA-A72D-CF139DBD7C85}" srcId="{2089E94D-CEB1-4163-88E6-6498A3164A1B}" destId="{0604A3BC-A31A-400F-B005-B2623C9EBB19}" srcOrd="1" destOrd="0" parTransId="{E1F33D3F-F25B-4BAF-A34D-476F86336C1B}" sibTransId="{8C7EC6BF-111B-4725-A566-266F7E66B37E}"/>
    <dgm:cxn modelId="{62071345-8297-408D-A49A-94F9B620408F}" type="presParOf" srcId="{AF9E0726-52CE-4039-A41D-339724EBEC7C}" destId="{A0E836A5-4124-49B7-BFC5-85D8E6A175B4}" srcOrd="0" destOrd="0" presId="urn:microsoft.com/office/officeart/2011/layout/HexagonRadial"/>
    <dgm:cxn modelId="{2F6D5D71-FF40-4A7E-857B-0EC35105B7C4}" type="presParOf" srcId="{AF9E0726-52CE-4039-A41D-339724EBEC7C}" destId="{3ADDAF14-430F-4D29-ABD2-4357419F2A7C}" srcOrd="1" destOrd="0" presId="urn:microsoft.com/office/officeart/2011/layout/HexagonRadial"/>
    <dgm:cxn modelId="{6502D63A-A882-4F7C-8F6C-F979F49985D9}" type="presParOf" srcId="{3ADDAF14-430F-4D29-ABD2-4357419F2A7C}" destId="{8CD26E80-7082-40C5-B812-B1F30F125042}" srcOrd="0" destOrd="0" presId="urn:microsoft.com/office/officeart/2011/layout/HexagonRadial"/>
    <dgm:cxn modelId="{97BBE749-CFF4-4027-B04F-2D9AE7E53F33}" type="presParOf" srcId="{AF9E0726-52CE-4039-A41D-339724EBEC7C}" destId="{6541552D-9688-4BEB-9DE2-05986F9C56D7}" srcOrd="2" destOrd="0" presId="urn:microsoft.com/office/officeart/2011/layout/HexagonRadial"/>
    <dgm:cxn modelId="{AA706BDA-78DA-4486-80F4-291844B6F883}" type="presParOf" srcId="{AF9E0726-52CE-4039-A41D-339724EBEC7C}" destId="{F170ABDF-4184-49DF-AC3A-824A8A021799}" srcOrd="3" destOrd="0" presId="urn:microsoft.com/office/officeart/2011/layout/HexagonRadial"/>
    <dgm:cxn modelId="{AF68E1E6-81D3-4D71-9989-62AE75153C2B}" type="presParOf" srcId="{F170ABDF-4184-49DF-AC3A-824A8A021799}" destId="{4B0A8E18-7DD9-4D0E-82DA-6511DB68E724}" srcOrd="0" destOrd="0" presId="urn:microsoft.com/office/officeart/2011/layout/HexagonRadial"/>
    <dgm:cxn modelId="{FF46C694-2AB9-42A5-A3BA-087B36A24177}" type="presParOf" srcId="{AF9E0726-52CE-4039-A41D-339724EBEC7C}" destId="{09294D71-BE31-42BA-A8E6-69D11826C73E}" srcOrd="4" destOrd="0" presId="urn:microsoft.com/office/officeart/2011/layout/HexagonRadial"/>
    <dgm:cxn modelId="{5AE4052D-5696-4D60-A6A7-8609251DFC07}" type="presParOf" srcId="{AF9E0726-52CE-4039-A41D-339724EBEC7C}" destId="{494D04AF-7124-4276-9312-98BA83970793}" srcOrd="5" destOrd="0" presId="urn:microsoft.com/office/officeart/2011/layout/HexagonRadial"/>
    <dgm:cxn modelId="{7B61BA69-3DFC-41A8-9D0D-9B5166A3CE46}" type="presParOf" srcId="{494D04AF-7124-4276-9312-98BA83970793}" destId="{7E69DCF4-93B4-4C2D-AFF0-9FE821C4C6A0}" srcOrd="0" destOrd="0" presId="urn:microsoft.com/office/officeart/2011/layout/HexagonRadial"/>
    <dgm:cxn modelId="{94CD7A6B-F026-4A51-810B-D2D9C824EBD8}" type="presParOf" srcId="{AF9E0726-52CE-4039-A41D-339724EBEC7C}" destId="{085075E1-7199-404A-BBA9-88F472FCAE39}" srcOrd="6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Mobilidade</a:t>
          </a:r>
          <a:endParaRPr lang="pt-BR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/>
        </a:p>
      </dgm:t>
    </dgm:pt>
    <dgm:pt modelId="{3E8BC071-F6F7-41DF-93A1-DE47F3582837}">
      <dgm:prSet phldrT="[Texto]"/>
      <dgm:spPr/>
      <dgm:t>
        <a:bodyPr/>
        <a:lstStyle/>
        <a:p>
          <a:r>
            <a:rPr lang="pt-BR" dirty="0" smtClean="0"/>
            <a:t>Radio (Nextel)</a:t>
          </a:r>
          <a:endParaRPr lang="pt-BR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/>
        </a:p>
      </dgm:t>
    </dgm:pt>
    <dgm:pt modelId="{0604A3BC-A31A-400F-B005-B2623C9EBB19}">
      <dgm:prSet phldrT="[Texto]"/>
      <dgm:spPr/>
      <dgm:t>
        <a:bodyPr/>
        <a:lstStyle/>
        <a:p>
          <a:r>
            <a:rPr lang="pt-BR" dirty="0" smtClean="0"/>
            <a:t>Telefonia Fixa</a:t>
          </a:r>
          <a:endParaRPr lang="pt-BR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/>
        </a:p>
      </dgm:t>
    </dgm:pt>
    <dgm:pt modelId="{1CD4E1AF-6AA7-4F5F-8B14-18879C46AA1D}">
      <dgm:prSet phldrT="[Texto]"/>
      <dgm:spPr/>
      <dgm:t>
        <a:bodyPr/>
        <a:lstStyle/>
        <a:p>
          <a:r>
            <a:rPr lang="pt-BR" dirty="0" smtClean="0"/>
            <a:t>Telefonia Móvel</a:t>
          </a:r>
          <a:endParaRPr lang="pt-BR" dirty="0"/>
        </a:p>
      </dgm:t>
    </dgm:pt>
    <dgm:pt modelId="{422A0C8F-4BCE-4309-A4AC-AA1141993A58}" type="parTrans" cxnId="{8C215068-324C-4A96-8130-71E272F79AE0}">
      <dgm:prSet/>
      <dgm:spPr/>
      <dgm:t>
        <a:bodyPr/>
        <a:lstStyle/>
        <a:p>
          <a:endParaRPr lang="pt-BR"/>
        </a:p>
      </dgm:t>
    </dgm:pt>
    <dgm:pt modelId="{78BFD398-E0CF-4B05-AEF3-C4C2254F4D11}" type="sibTrans" cxnId="{8C215068-324C-4A96-8130-71E272F79AE0}">
      <dgm:prSet/>
      <dgm:spPr/>
      <dgm:t>
        <a:bodyPr/>
        <a:lstStyle/>
        <a:p>
          <a:endParaRPr lang="pt-BR"/>
        </a:p>
      </dgm:t>
    </dgm:pt>
    <dgm:pt modelId="{0529963D-EF4C-48C5-9157-1002134FC228}">
      <dgm:prSet phldrT="[Texto]"/>
      <dgm:spPr/>
      <dgm:t>
        <a:bodyPr/>
        <a:lstStyle/>
        <a:p>
          <a:r>
            <a:rPr lang="pt-BR" dirty="0" smtClean="0"/>
            <a:t>Mensageria</a:t>
          </a:r>
          <a:endParaRPr lang="pt-BR" dirty="0"/>
        </a:p>
      </dgm:t>
    </dgm:pt>
    <dgm:pt modelId="{F4C01648-4B64-4326-9DF1-F0C1276EBC5E}" type="parTrans" cxnId="{8E1EDF54-03B4-4518-AAE3-CB29E7F35448}">
      <dgm:prSet/>
      <dgm:spPr/>
      <dgm:t>
        <a:bodyPr/>
        <a:lstStyle/>
        <a:p>
          <a:endParaRPr lang="pt-BR"/>
        </a:p>
      </dgm:t>
    </dgm:pt>
    <dgm:pt modelId="{9D7E87D7-A42F-4C33-A0DF-24F6F5643547}" type="sibTrans" cxnId="{8E1EDF54-03B4-4518-AAE3-CB29E7F35448}">
      <dgm:prSet/>
      <dgm:spPr/>
      <dgm:t>
        <a:bodyPr/>
        <a:lstStyle/>
        <a:p>
          <a:endParaRPr lang="pt-BR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92201" custScaleY="84966" custLinFactNeighborX="683" custLinFactNeighborY="1072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4"/>
      <dgm:spPr/>
    </dgm:pt>
    <dgm:pt modelId="{6541552D-9688-4BEB-9DE2-05986F9C56D7}" type="pres">
      <dgm:prSet presAssocID="{3E8BC071-F6F7-41DF-93A1-DE47F3582837}" presName="Chil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170ABDF-4184-49DF-AC3A-824A8A021799}" type="pres">
      <dgm:prSet presAssocID="{0604A3BC-A31A-400F-B005-B2623C9EBB19}" presName="Accent2" presStyleCnt="0"/>
      <dgm:spPr/>
    </dgm:pt>
    <dgm:pt modelId="{4B0A8E18-7DD9-4D0E-82DA-6511DB68E724}" type="pres">
      <dgm:prSet presAssocID="{0604A3BC-A31A-400F-B005-B2623C9EBB19}" presName="Accent" presStyleLbl="bgShp" presStyleIdx="1" presStyleCnt="4"/>
      <dgm:spPr/>
    </dgm:pt>
    <dgm:pt modelId="{09294D71-BE31-42BA-A8E6-69D11826C73E}" type="pres">
      <dgm:prSet presAssocID="{0604A3BC-A31A-400F-B005-B2623C9EBB19}" presName="Chil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4D04AF-7124-4276-9312-98BA83970793}" type="pres">
      <dgm:prSet presAssocID="{1CD4E1AF-6AA7-4F5F-8B14-18879C46AA1D}" presName="Accent3" presStyleCnt="0"/>
      <dgm:spPr/>
    </dgm:pt>
    <dgm:pt modelId="{7E69DCF4-93B4-4C2D-AFF0-9FE821C4C6A0}" type="pres">
      <dgm:prSet presAssocID="{1CD4E1AF-6AA7-4F5F-8B14-18879C46AA1D}" presName="Accent" presStyleLbl="bgShp" presStyleIdx="2" presStyleCnt="4"/>
      <dgm:spPr/>
    </dgm:pt>
    <dgm:pt modelId="{085075E1-7199-404A-BBA9-88F472FCAE39}" type="pres">
      <dgm:prSet presAssocID="{1CD4E1AF-6AA7-4F5F-8B14-18879C46AA1D}" presName="Chil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4B5B36-CB7B-4FC6-B254-F831C8721049}" type="pres">
      <dgm:prSet presAssocID="{0529963D-EF4C-48C5-9157-1002134FC228}" presName="Accent4" presStyleCnt="0"/>
      <dgm:spPr/>
    </dgm:pt>
    <dgm:pt modelId="{6E380E0A-D4B9-4A37-9D54-F29A97B622DE}" type="pres">
      <dgm:prSet presAssocID="{0529963D-EF4C-48C5-9157-1002134FC228}" presName="Accent" presStyleLbl="bgShp" presStyleIdx="3" presStyleCnt="4"/>
      <dgm:spPr/>
    </dgm:pt>
    <dgm:pt modelId="{BFCE006F-0938-41DB-9B41-4480AA92DF70}" type="pres">
      <dgm:prSet presAssocID="{0529963D-EF4C-48C5-9157-1002134FC228}" presName="Chil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B6767217-12C9-4904-964C-8F82C735EAE5}" type="presOf" srcId="{0604A3BC-A31A-400F-B005-B2623C9EBB19}" destId="{09294D71-BE31-42BA-A8E6-69D11826C73E}" srcOrd="0" destOrd="0" presId="urn:microsoft.com/office/officeart/2011/layout/HexagonRadial"/>
    <dgm:cxn modelId="{5FA29835-4CB9-422E-89E7-CE1E20265054}" type="presOf" srcId="{1CD4E1AF-6AA7-4F5F-8B14-18879C46AA1D}" destId="{085075E1-7199-404A-BBA9-88F472FCAE39}" srcOrd="0" destOrd="0" presId="urn:microsoft.com/office/officeart/2011/layout/HexagonRadial"/>
    <dgm:cxn modelId="{30F91476-1C2D-48DA-A291-16DB641BD217}" type="presOf" srcId="{0529963D-EF4C-48C5-9157-1002134FC228}" destId="{BFCE006F-0938-41DB-9B41-4480AA92DF70}" srcOrd="0" destOrd="0" presId="urn:microsoft.com/office/officeart/2011/layout/HexagonRadial"/>
    <dgm:cxn modelId="{8C215068-324C-4A96-8130-71E272F79AE0}" srcId="{2089E94D-CEB1-4163-88E6-6498A3164A1B}" destId="{1CD4E1AF-6AA7-4F5F-8B14-18879C46AA1D}" srcOrd="2" destOrd="0" parTransId="{422A0C8F-4BCE-4309-A4AC-AA1141993A58}" sibTransId="{78BFD398-E0CF-4B05-AEF3-C4C2254F4D11}"/>
    <dgm:cxn modelId="{8E1EDF54-03B4-4518-AAE3-CB29E7F35448}" srcId="{2089E94D-CEB1-4163-88E6-6498A3164A1B}" destId="{0529963D-EF4C-48C5-9157-1002134FC228}" srcOrd="3" destOrd="0" parTransId="{F4C01648-4B64-4326-9DF1-F0C1276EBC5E}" sibTransId="{9D7E87D7-A42F-4C33-A0DF-24F6F5643547}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D1E958A8-291C-4A55-AC3E-C8AC2C38CEC0}" type="presOf" srcId="{2089E94D-CEB1-4163-88E6-6498A3164A1B}" destId="{A0E836A5-4124-49B7-BFC5-85D8E6A175B4}" srcOrd="0" destOrd="0" presId="urn:microsoft.com/office/officeart/2011/layout/HexagonRadial"/>
    <dgm:cxn modelId="{031122C3-9377-42FA-A72D-CF139DBD7C85}" srcId="{2089E94D-CEB1-4163-88E6-6498A3164A1B}" destId="{0604A3BC-A31A-400F-B005-B2623C9EBB19}" srcOrd="1" destOrd="0" parTransId="{E1F33D3F-F25B-4BAF-A34D-476F86336C1B}" sibTransId="{8C7EC6BF-111B-4725-A566-266F7E66B37E}"/>
    <dgm:cxn modelId="{0DDDF833-60D3-4130-946D-11C7F0FE1470}" type="presOf" srcId="{3E8BC071-F6F7-41DF-93A1-DE47F3582837}" destId="{6541552D-9688-4BEB-9DE2-05986F9C56D7}" srcOrd="0" destOrd="0" presId="urn:microsoft.com/office/officeart/2011/layout/HexagonRadial"/>
    <dgm:cxn modelId="{E20E0AF8-2C7F-49AC-B79D-4609CD81DD1C}" type="presOf" srcId="{2A96F322-AC28-4A18-BBCC-31211FB881E8}" destId="{AF9E0726-52CE-4039-A41D-339724EBEC7C}" srcOrd="0" destOrd="0" presId="urn:microsoft.com/office/officeart/2011/layout/HexagonRadial"/>
    <dgm:cxn modelId="{9FDFAA4C-0D83-4674-AE69-F9ADEF6BC13F}" type="presParOf" srcId="{AF9E0726-52CE-4039-A41D-339724EBEC7C}" destId="{A0E836A5-4124-49B7-BFC5-85D8E6A175B4}" srcOrd="0" destOrd="0" presId="urn:microsoft.com/office/officeart/2011/layout/HexagonRadial"/>
    <dgm:cxn modelId="{8EE04B70-B86F-41A6-ADF8-FAF7C564CA70}" type="presParOf" srcId="{AF9E0726-52CE-4039-A41D-339724EBEC7C}" destId="{3ADDAF14-430F-4D29-ABD2-4357419F2A7C}" srcOrd="1" destOrd="0" presId="urn:microsoft.com/office/officeart/2011/layout/HexagonRadial"/>
    <dgm:cxn modelId="{F2DDAA8D-C079-44B0-AB27-E9E5E653E8E7}" type="presParOf" srcId="{3ADDAF14-430F-4D29-ABD2-4357419F2A7C}" destId="{8CD26E80-7082-40C5-B812-B1F30F125042}" srcOrd="0" destOrd="0" presId="urn:microsoft.com/office/officeart/2011/layout/HexagonRadial"/>
    <dgm:cxn modelId="{CA47F721-1C83-4D0A-9FE7-27FBCC22296F}" type="presParOf" srcId="{AF9E0726-52CE-4039-A41D-339724EBEC7C}" destId="{6541552D-9688-4BEB-9DE2-05986F9C56D7}" srcOrd="2" destOrd="0" presId="urn:microsoft.com/office/officeart/2011/layout/HexagonRadial"/>
    <dgm:cxn modelId="{AB47BECC-EB65-4BD3-B0BE-CAAB1C65C652}" type="presParOf" srcId="{AF9E0726-52CE-4039-A41D-339724EBEC7C}" destId="{F170ABDF-4184-49DF-AC3A-824A8A021799}" srcOrd="3" destOrd="0" presId="urn:microsoft.com/office/officeart/2011/layout/HexagonRadial"/>
    <dgm:cxn modelId="{B0AFCECA-AC22-4C97-BE97-5A0BEBF69103}" type="presParOf" srcId="{F170ABDF-4184-49DF-AC3A-824A8A021799}" destId="{4B0A8E18-7DD9-4D0E-82DA-6511DB68E724}" srcOrd="0" destOrd="0" presId="urn:microsoft.com/office/officeart/2011/layout/HexagonRadial"/>
    <dgm:cxn modelId="{3BE0CCA3-4C84-469D-981B-C6CDEAEA676A}" type="presParOf" srcId="{AF9E0726-52CE-4039-A41D-339724EBEC7C}" destId="{09294D71-BE31-42BA-A8E6-69D11826C73E}" srcOrd="4" destOrd="0" presId="urn:microsoft.com/office/officeart/2011/layout/HexagonRadial"/>
    <dgm:cxn modelId="{E69782CC-B3CE-4BD9-B1F3-1B169C10DCE5}" type="presParOf" srcId="{AF9E0726-52CE-4039-A41D-339724EBEC7C}" destId="{494D04AF-7124-4276-9312-98BA83970793}" srcOrd="5" destOrd="0" presId="urn:microsoft.com/office/officeart/2011/layout/HexagonRadial"/>
    <dgm:cxn modelId="{635A46C8-21A2-4EC6-8924-97DC1F59608E}" type="presParOf" srcId="{494D04AF-7124-4276-9312-98BA83970793}" destId="{7E69DCF4-93B4-4C2D-AFF0-9FE821C4C6A0}" srcOrd="0" destOrd="0" presId="urn:microsoft.com/office/officeart/2011/layout/HexagonRadial"/>
    <dgm:cxn modelId="{92E3EAA8-239D-4374-B4A2-228B24381628}" type="presParOf" srcId="{AF9E0726-52CE-4039-A41D-339724EBEC7C}" destId="{085075E1-7199-404A-BBA9-88F472FCAE39}" srcOrd="6" destOrd="0" presId="urn:microsoft.com/office/officeart/2011/layout/HexagonRadial"/>
    <dgm:cxn modelId="{61BBBBE3-7E3A-4822-A62E-212DEB1A5F73}" type="presParOf" srcId="{AF9E0726-52CE-4039-A41D-339724EBEC7C}" destId="{AD4B5B36-CB7B-4FC6-B254-F831C8721049}" srcOrd="7" destOrd="0" presId="urn:microsoft.com/office/officeart/2011/layout/HexagonRadial"/>
    <dgm:cxn modelId="{849B155B-0FEF-4B5B-B438-718C9A279CE1}" type="presParOf" srcId="{AD4B5B36-CB7B-4FC6-B254-F831C8721049}" destId="{6E380E0A-D4B9-4A37-9D54-F29A97B622DE}" srcOrd="0" destOrd="0" presId="urn:microsoft.com/office/officeart/2011/layout/HexagonRadial"/>
    <dgm:cxn modelId="{4D30E30B-5993-4B78-9DA2-377816B5881F}" type="presParOf" srcId="{AF9E0726-52CE-4039-A41D-339724EBEC7C}" destId="{BFCE006F-0938-41DB-9B41-4480AA92DF70}" srcOrd="8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sz="1100" dirty="0" smtClean="0"/>
            <a:t>Microinformática</a:t>
          </a:r>
          <a:endParaRPr lang="pt-BR" sz="1100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sz="1100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sz="1100"/>
        </a:p>
      </dgm:t>
    </dgm:pt>
    <dgm:pt modelId="{3E8BC071-F6F7-41DF-93A1-DE47F3582837}">
      <dgm:prSet phldrT="[Texto]" custT="1"/>
      <dgm:spPr/>
      <dgm:t>
        <a:bodyPr/>
        <a:lstStyle/>
        <a:p>
          <a:r>
            <a:rPr lang="pt-BR" sz="1100" dirty="0" smtClean="0"/>
            <a:t>Gestão de Ativos</a:t>
          </a:r>
          <a:endParaRPr lang="pt-BR" sz="1100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sz="1100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sz="1100"/>
        </a:p>
      </dgm:t>
    </dgm:pt>
    <dgm:pt modelId="{0604A3BC-A31A-400F-B005-B2623C9EBB19}">
      <dgm:prSet phldrT="[Texto]" custT="1"/>
      <dgm:spPr/>
      <dgm:t>
        <a:bodyPr/>
        <a:lstStyle/>
        <a:p>
          <a:r>
            <a:rPr lang="pt-BR" sz="1100" dirty="0" smtClean="0"/>
            <a:t>Suporte VIP</a:t>
          </a:r>
          <a:endParaRPr lang="pt-BR" sz="1100" dirty="0"/>
        </a:p>
      </dgm:t>
    </dgm:pt>
    <dgm:pt modelId="{E1F33D3F-F25B-4BAF-A34D-476F86336C1B}" type="parTrans" cxnId="{031122C3-9377-42FA-A72D-CF139DBD7C85}">
      <dgm:prSet/>
      <dgm:spPr/>
      <dgm:t>
        <a:bodyPr/>
        <a:lstStyle/>
        <a:p>
          <a:endParaRPr lang="pt-BR" sz="1100"/>
        </a:p>
      </dgm:t>
    </dgm:pt>
    <dgm:pt modelId="{8C7EC6BF-111B-4725-A566-266F7E66B37E}" type="sibTrans" cxnId="{031122C3-9377-42FA-A72D-CF139DBD7C85}">
      <dgm:prSet/>
      <dgm:spPr/>
      <dgm:t>
        <a:bodyPr/>
        <a:lstStyle/>
        <a:p>
          <a:endParaRPr lang="pt-BR" sz="1100"/>
        </a:p>
      </dgm:t>
    </dgm:pt>
    <dgm:pt modelId="{1CD4E1AF-6AA7-4F5F-8B14-18879C46AA1D}">
      <dgm:prSet phldrT="[Texto]" custT="1"/>
      <dgm:spPr/>
      <dgm:t>
        <a:bodyPr/>
        <a:lstStyle/>
        <a:p>
          <a:r>
            <a:rPr lang="pt-BR" sz="1100" dirty="0" smtClean="0"/>
            <a:t>Outsourcing Impressão</a:t>
          </a:r>
          <a:endParaRPr lang="pt-BR" sz="1100" dirty="0"/>
        </a:p>
      </dgm:t>
    </dgm:pt>
    <dgm:pt modelId="{422A0C8F-4BCE-4309-A4AC-AA1141993A58}" type="parTrans" cxnId="{8C215068-324C-4A96-8130-71E272F79AE0}">
      <dgm:prSet/>
      <dgm:spPr/>
      <dgm:t>
        <a:bodyPr/>
        <a:lstStyle/>
        <a:p>
          <a:endParaRPr lang="pt-BR" sz="1100"/>
        </a:p>
      </dgm:t>
    </dgm:pt>
    <dgm:pt modelId="{78BFD398-E0CF-4B05-AEF3-C4C2254F4D11}" type="sibTrans" cxnId="{8C215068-324C-4A96-8130-71E272F79AE0}">
      <dgm:prSet/>
      <dgm:spPr/>
      <dgm:t>
        <a:bodyPr/>
        <a:lstStyle/>
        <a:p>
          <a:endParaRPr lang="pt-BR" sz="1100"/>
        </a:p>
      </dgm:t>
    </dgm:pt>
    <dgm:pt modelId="{3760EE85-443D-477D-BA86-1D245F16D27A}">
      <dgm:prSet phldrT="[Texto]" custT="1"/>
      <dgm:spPr/>
      <dgm:t>
        <a:bodyPr/>
        <a:lstStyle/>
        <a:p>
          <a:r>
            <a:rPr lang="pt-BR" sz="1100" dirty="0" smtClean="0"/>
            <a:t>Video conferência</a:t>
          </a:r>
          <a:endParaRPr lang="pt-BR" sz="1100" dirty="0"/>
        </a:p>
      </dgm:t>
    </dgm:pt>
    <dgm:pt modelId="{74FC8F6B-6131-4AFE-8BEB-29FBFBA57746}" type="parTrans" cxnId="{F3F99E75-C564-46F6-9CE9-B51CDEE99E81}">
      <dgm:prSet/>
      <dgm:spPr/>
      <dgm:t>
        <a:bodyPr/>
        <a:lstStyle/>
        <a:p>
          <a:endParaRPr lang="pt-BR" sz="1100"/>
        </a:p>
      </dgm:t>
    </dgm:pt>
    <dgm:pt modelId="{AC460569-C343-4AC9-855C-32A2A0F6DA3D}" type="sibTrans" cxnId="{F3F99E75-C564-46F6-9CE9-B51CDEE99E81}">
      <dgm:prSet/>
      <dgm:spPr/>
      <dgm:t>
        <a:bodyPr/>
        <a:lstStyle/>
        <a:p>
          <a:endParaRPr lang="pt-BR" sz="1100"/>
        </a:p>
      </dgm:t>
    </dgm:pt>
    <dgm:pt modelId="{FBC9AD19-471F-4428-AABB-0B040B434AE3}">
      <dgm:prSet phldrT="[Texto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pt-BR" sz="1100" dirty="0" smtClean="0"/>
            <a:t>Field Service</a:t>
          </a:r>
          <a:endParaRPr lang="pt-BR" sz="1100" dirty="0"/>
        </a:p>
      </dgm:t>
    </dgm:pt>
    <dgm:pt modelId="{8A6D0D44-484C-4FCA-8D84-5A191DACF6FC}" type="parTrans" cxnId="{A6B311F5-BF92-4326-B920-5BC1D54A2E01}">
      <dgm:prSet/>
      <dgm:spPr/>
      <dgm:t>
        <a:bodyPr/>
        <a:lstStyle/>
        <a:p>
          <a:endParaRPr lang="pt-BR" sz="1100"/>
        </a:p>
      </dgm:t>
    </dgm:pt>
    <dgm:pt modelId="{133DE324-6052-4AF1-8457-5E73D849DB44}" type="sibTrans" cxnId="{A6B311F5-BF92-4326-B920-5BC1D54A2E01}">
      <dgm:prSet/>
      <dgm:spPr/>
      <dgm:t>
        <a:bodyPr/>
        <a:lstStyle/>
        <a:p>
          <a:endParaRPr lang="pt-BR" sz="1100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95687" custScaleY="92357" custLinFactNeighborX="683" custLinFactNeighborY="-719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5F65D183-A519-4E4C-A75D-118C554DC28F}" type="pres">
      <dgm:prSet presAssocID="{FBC9AD19-471F-4428-AABB-0B040B434AE3}" presName="Accent1" presStyleCnt="0"/>
      <dgm:spPr/>
    </dgm:pt>
    <dgm:pt modelId="{C03E3D4B-B9DF-4B65-9DAD-AB6AA70A33C2}" type="pres">
      <dgm:prSet presAssocID="{FBC9AD19-471F-4428-AABB-0B040B434AE3}" presName="Accent" presStyleLbl="bgShp" presStyleIdx="0" presStyleCnt="5"/>
      <dgm:spPr/>
    </dgm:pt>
    <dgm:pt modelId="{E7C51072-3386-4C8D-BFB4-A147A0EE90FF}" type="pres">
      <dgm:prSet presAssocID="{FBC9AD19-471F-4428-AABB-0B040B434AE3}" presName="Child1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CD2968-E8A7-4392-B3B9-197F959CA27F}" type="pres">
      <dgm:prSet presAssocID="{3E8BC071-F6F7-41DF-93A1-DE47F3582837}" presName="Accent2" presStyleCnt="0"/>
      <dgm:spPr/>
    </dgm:pt>
    <dgm:pt modelId="{8CD26E80-7082-40C5-B812-B1F30F125042}" type="pres">
      <dgm:prSet presAssocID="{3E8BC071-F6F7-41DF-93A1-DE47F3582837}" presName="Accent" presStyleLbl="bgShp" presStyleIdx="1" presStyleCnt="5"/>
      <dgm:spPr/>
    </dgm:pt>
    <dgm:pt modelId="{82F82A14-129A-4000-8BA2-56DDD05A69A6}" type="pres">
      <dgm:prSet presAssocID="{3E8BC071-F6F7-41DF-93A1-DE47F3582837}" presName="Child2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B0FF67-42FF-488A-A452-58710FDA22E7}" type="pres">
      <dgm:prSet presAssocID="{0604A3BC-A31A-400F-B005-B2623C9EBB19}" presName="Accent3" presStyleCnt="0"/>
      <dgm:spPr/>
    </dgm:pt>
    <dgm:pt modelId="{4B0A8E18-7DD9-4D0E-82DA-6511DB68E724}" type="pres">
      <dgm:prSet presAssocID="{0604A3BC-A31A-400F-B005-B2623C9EBB19}" presName="Accent" presStyleLbl="bgShp" presStyleIdx="2" presStyleCnt="5"/>
      <dgm:spPr/>
    </dgm:pt>
    <dgm:pt modelId="{83D3FEF6-E920-4F39-A732-31516FEA7111}" type="pres">
      <dgm:prSet presAssocID="{0604A3BC-A31A-400F-B005-B2623C9EBB19}" presName="Child3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B2A3830-967D-44D9-B8D9-6D79F9F576FF}" type="pres">
      <dgm:prSet presAssocID="{1CD4E1AF-6AA7-4F5F-8B14-18879C46AA1D}" presName="Accent4" presStyleCnt="0"/>
      <dgm:spPr/>
    </dgm:pt>
    <dgm:pt modelId="{7E69DCF4-93B4-4C2D-AFF0-9FE821C4C6A0}" type="pres">
      <dgm:prSet presAssocID="{1CD4E1AF-6AA7-4F5F-8B14-18879C46AA1D}" presName="Accent" presStyleLbl="bgShp" presStyleIdx="3" presStyleCnt="5"/>
      <dgm:spPr/>
    </dgm:pt>
    <dgm:pt modelId="{9C80594C-1DA3-4316-BC60-ABB7EA8B1E12}" type="pres">
      <dgm:prSet presAssocID="{1CD4E1AF-6AA7-4F5F-8B14-18879C46AA1D}" presName="Child4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2B7E3AF-36F1-4A00-8A9D-21CAF8250BBD}" type="pres">
      <dgm:prSet presAssocID="{3760EE85-443D-477D-BA86-1D245F16D27A}" presName="Accent5" presStyleCnt="0"/>
      <dgm:spPr/>
    </dgm:pt>
    <dgm:pt modelId="{3B1D55D0-452F-45B0-B682-EE9E76EE280E}" type="pres">
      <dgm:prSet presAssocID="{3760EE85-443D-477D-BA86-1D245F16D27A}" presName="Accent" presStyleLbl="bgShp" presStyleIdx="4" presStyleCnt="5"/>
      <dgm:spPr/>
    </dgm:pt>
    <dgm:pt modelId="{EBE7D7D5-6F4F-49AC-A72E-BA2160C5D92B}" type="pres">
      <dgm:prSet presAssocID="{3760EE85-443D-477D-BA86-1D245F16D27A}" presName="Child5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756E700-71E1-4823-AB6F-77A34E66B4BA}" type="presOf" srcId="{2A96F322-AC28-4A18-BBCC-31211FB881E8}" destId="{AF9E0726-52CE-4039-A41D-339724EBEC7C}" srcOrd="0" destOrd="0" presId="urn:microsoft.com/office/officeart/2011/layout/HexagonRadial"/>
    <dgm:cxn modelId="{AEEA233C-BF82-4656-BC86-B04B33ECC0A0}" srcId="{2089E94D-CEB1-4163-88E6-6498A3164A1B}" destId="{3E8BC071-F6F7-41DF-93A1-DE47F3582837}" srcOrd="1" destOrd="0" parTransId="{AADBC2E2-2BEE-4E88-957C-E9DC341DD494}" sibTransId="{165E2DD1-9846-42D0-B782-BE5199A0DB02}"/>
    <dgm:cxn modelId="{F3F99E75-C564-46F6-9CE9-B51CDEE99E81}" srcId="{2089E94D-CEB1-4163-88E6-6498A3164A1B}" destId="{3760EE85-443D-477D-BA86-1D245F16D27A}" srcOrd="4" destOrd="0" parTransId="{74FC8F6B-6131-4AFE-8BEB-29FBFBA57746}" sibTransId="{AC460569-C343-4AC9-855C-32A2A0F6DA3D}"/>
    <dgm:cxn modelId="{A641CC7C-E6A1-4B2C-8A7B-170240E91847}" type="presOf" srcId="{FBC9AD19-471F-4428-AABB-0B040B434AE3}" destId="{E7C51072-3386-4C8D-BFB4-A147A0EE90FF}" srcOrd="0" destOrd="0" presId="urn:microsoft.com/office/officeart/2011/layout/HexagonRadial"/>
    <dgm:cxn modelId="{A6B311F5-BF92-4326-B920-5BC1D54A2E01}" srcId="{2089E94D-CEB1-4163-88E6-6498A3164A1B}" destId="{FBC9AD19-471F-4428-AABB-0B040B434AE3}" srcOrd="0" destOrd="0" parTransId="{8A6D0D44-484C-4FCA-8D84-5A191DACF6FC}" sibTransId="{133DE324-6052-4AF1-8457-5E73D849DB44}"/>
    <dgm:cxn modelId="{8C215068-324C-4A96-8130-71E272F79AE0}" srcId="{2089E94D-CEB1-4163-88E6-6498A3164A1B}" destId="{1CD4E1AF-6AA7-4F5F-8B14-18879C46AA1D}" srcOrd="3" destOrd="0" parTransId="{422A0C8F-4BCE-4309-A4AC-AA1141993A58}" sibTransId="{78BFD398-E0CF-4B05-AEF3-C4C2254F4D11}"/>
    <dgm:cxn modelId="{43B0C250-9820-4DD4-AF66-D4087DDC0549}" type="presOf" srcId="{3760EE85-443D-477D-BA86-1D245F16D27A}" destId="{EBE7D7D5-6F4F-49AC-A72E-BA2160C5D92B}" srcOrd="0" destOrd="0" presId="urn:microsoft.com/office/officeart/2011/layout/HexagonRadial"/>
    <dgm:cxn modelId="{7872EE9B-575E-468C-9ED2-CBF34E0FBB6E}" type="presOf" srcId="{3E8BC071-F6F7-41DF-93A1-DE47F3582837}" destId="{82F82A14-129A-4000-8BA2-56DDD05A69A6}" srcOrd="0" destOrd="0" presId="urn:microsoft.com/office/officeart/2011/layout/HexagonRadial"/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445FD977-33D2-400C-9BB1-1A7BE2FA43D8}" type="presOf" srcId="{2089E94D-CEB1-4163-88E6-6498A3164A1B}" destId="{A0E836A5-4124-49B7-BFC5-85D8E6A175B4}" srcOrd="0" destOrd="0" presId="urn:microsoft.com/office/officeart/2011/layout/HexagonRadial"/>
    <dgm:cxn modelId="{4BF66778-074C-4ACC-AA07-893EBA5773F0}" type="presOf" srcId="{1CD4E1AF-6AA7-4F5F-8B14-18879C46AA1D}" destId="{9C80594C-1DA3-4316-BC60-ABB7EA8B1E12}" srcOrd="0" destOrd="0" presId="urn:microsoft.com/office/officeart/2011/layout/HexagonRadial"/>
    <dgm:cxn modelId="{DDEDE3EF-335A-458D-B87B-9BE42E90971E}" type="presOf" srcId="{0604A3BC-A31A-400F-B005-B2623C9EBB19}" destId="{83D3FEF6-E920-4F39-A732-31516FEA7111}" srcOrd="0" destOrd="0" presId="urn:microsoft.com/office/officeart/2011/layout/HexagonRadial"/>
    <dgm:cxn modelId="{031122C3-9377-42FA-A72D-CF139DBD7C85}" srcId="{2089E94D-CEB1-4163-88E6-6498A3164A1B}" destId="{0604A3BC-A31A-400F-B005-B2623C9EBB19}" srcOrd="2" destOrd="0" parTransId="{E1F33D3F-F25B-4BAF-A34D-476F86336C1B}" sibTransId="{8C7EC6BF-111B-4725-A566-266F7E66B37E}"/>
    <dgm:cxn modelId="{22C62BE0-F2E5-425F-9922-B2DC83BC5345}" type="presParOf" srcId="{AF9E0726-52CE-4039-A41D-339724EBEC7C}" destId="{A0E836A5-4124-49B7-BFC5-85D8E6A175B4}" srcOrd="0" destOrd="0" presId="urn:microsoft.com/office/officeart/2011/layout/HexagonRadial"/>
    <dgm:cxn modelId="{A7CFECE1-A179-4586-BCFB-912260164B9F}" type="presParOf" srcId="{AF9E0726-52CE-4039-A41D-339724EBEC7C}" destId="{5F65D183-A519-4E4C-A75D-118C554DC28F}" srcOrd="1" destOrd="0" presId="urn:microsoft.com/office/officeart/2011/layout/HexagonRadial"/>
    <dgm:cxn modelId="{60E43377-F3D3-4632-AAF9-94247ECC85F0}" type="presParOf" srcId="{5F65D183-A519-4E4C-A75D-118C554DC28F}" destId="{C03E3D4B-B9DF-4B65-9DAD-AB6AA70A33C2}" srcOrd="0" destOrd="0" presId="urn:microsoft.com/office/officeart/2011/layout/HexagonRadial"/>
    <dgm:cxn modelId="{020D604D-CB92-4272-90A0-8D3C87751C62}" type="presParOf" srcId="{AF9E0726-52CE-4039-A41D-339724EBEC7C}" destId="{E7C51072-3386-4C8D-BFB4-A147A0EE90FF}" srcOrd="2" destOrd="0" presId="urn:microsoft.com/office/officeart/2011/layout/HexagonRadial"/>
    <dgm:cxn modelId="{9FF1B441-BE75-4D34-B1FA-033419133FF6}" type="presParOf" srcId="{AF9E0726-52CE-4039-A41D-339724EBEC7C}" destId="{ADCD2968-E8A7-4392-B3B9-197F959CA27F}" srcOrd="3" destOrd="0" presId="urn:microsoft.com/office/officeart/2011/layout/HexagonRadial"/>
    <dgm:cxn modelId="{FB3400EA-5EE0-4E14-BCE2-BDA3EFEE3AE1}" type="presParOf" srcId="{ADCD2968-E8A7-4392-B3B9-197F959CA27F}" destId="{8CD26E80-7082-40C5-B812-B1F30F125042}" srcOrd="0" destOrd="0" presId="urn:microsoft.com/office/officeart/2011/layout/HexagonRadial"/>
    <dgm:cxn modelId="{22353B42-C4BF-4E82-B860-8C353D788FFE}" type="presParOf" srcId="{AF9E0726-52CE-4039-A41D-339724EBEC7C}" destId="{82F82A14-129A-4000-8BA2-56DDD05A69A6}" srcOrd="4" destOrd="0" presId="urn:microsoft.com/office/officeart/2011/layout/HexagonRadial"/>
    <dgm:cxn modelId="{6FDF8477-30B8-4FF0-A677-B26CD1C16C0C}" type="presParOf" srcId="{AF9E0726-52CE-4039-A41D-339724EBEC7C}" destId="{DEB0FF67-42FF-488A-A452-58710FDA22E7}" srcOrd="5" destOrd="0" presId="urn:microsoft.com/office/officeart/2011/layout/HexagonRadial"/>
    <dgm:cxn modelId="{57012F1A-23F9-40A7-B153-8D08C258607F}" type="presParOf" srcId="{DEB0FF67-42FF-488A-A452-58710FDA22E7}" destId="{4B0A8E18-7DD9-4D0E-82DA-6511DB68E724}" srcOrd="0" destOrd="0" presId="urn:microsoft.com/office/officeart/2011/layout/HexagonRadial"/>
    <dgm:cxn modelId="{3CB06DE0-AB75-4D12-9E82-79CB1BE92E49}" type="presParOf" srcId="{AF9E0726-52CE-4039-A41D-339724EBEC7C}" destId="{83D3FEF6-E920-4F39-A732-31516FEA7111}" srcOrd="6" destOrd="0" presId="urn:microsoft.com/office/officeart/2011/layout/HexagonRadial"/>
    <dgm:cxn modelId="{A979C1A2-9062-410E-886C-520D84A765C4}" type="presParOf" srcId="{AF9E0726-52CE-4039-A41D-339724EBEC7C}" destId="{7B2A3830-967D-44D9-B8D9-6D79F9F576FF}" srcOrd="7" destOrd="0" presId="urn:microsoft.com/office/officeart/2011/layout/HexagonRadial"/>
    <dgm:cxn modelId="{C7FCB823-0E5E-40D2-A03A-39F11DD67B10}" type="presParOf" srcId="{7B2A3830-967D-44D9-B8D9-6D79F9F576FF}" destId="{7E69DCF4-93B4-4C2D-AFF0-9FE821C4C6A0}" srcOrd="0" destOrd="0" presId="urn:microsoft.com/office/officeart/2011/layout/HexagonRadial"/>
    <dgm:cxn modelId="{A3C76311-68EB-43FD-A931-94085807CE24}" type="presParOf" srcId="{AF9E0726-52CE-4039-A41D-339724EBEC7C}" destId="{9C80594C-1DA3-4316-BC60-ABB7EA8B1E12}" srcOrd="8" destOrd="0" presId="urn:microsoft.com/office/officeart/2011/layout/HexagonRadial"/>
    <dgm:cxn modelId="{F32DE7EE-0C4E-4A3D-BD34-D36C4D92AE1E}" type="presParOf" srcId="{AF9E0726-52CE-4039-A41D-339724EBEC7C}" destId="{82B7E3AF-36F1-4A00-8A9D-21CAF8250BBD}" srcOrd="9" destOrd="0" presId="urn:microsoft.com/office/officeart/2011/layout/HexagonRadial"/>
    <dgm:cxn modelId="{15741A98-BBE9-4A24-8766-1B40022860BF}" type="presParOf" srcId="{82B7E3AF-36F1-4A00-8A9D-21CAF8250BBD}" destId="{3B1D55D0-452F-45B0-B682-EE9E76EE280E}" srcOrd="0" destOrd="0" presId="urn:microsoft.com/office/officeart/2011/layout/HexagonRadial"/>
    <dgm:cxn modelId="{3036A29F-949F-47F6-BF7B-99337B26666F}" type="presParOf" srcId="{AF9E0726-52CE-4039-A41D-339724EBEC7C}" destId="{EBE7D7D5-6F4F-49AC-A72E-BA2160C5D92B}" srcOrd="10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200" dirty="0" smtClean="0"/>
            <a:t>GAC</a:t>
          </a:r>
          <a:endParaRPr lang="pt-BR" sz="1200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sz="1200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sz="1200"/>
        </a:p>
      </dgm:t>
    </dgm:pt>
    <dgm:pt modelId="{3E8BC071-F6F7-41DF-93A1-DE47F3582837}">
      <dgm:prSet phldrT="[Texto]" custT="1"/>
      <dgm:spPr/>
      <dgm:t>
        <a:bodyPr/>
        <a:lstStyle/>
        <a:p>
          <a:r>
            <a:rPr lang="pt-BR" sz="1200" b="1" dirty="0" smtClean="0"/>
            <a:t>SAP</a:t>
          </a:r>
          <a:endParaRPr lang="pt-BR" sz="1200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sz="1200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sz="1200"/>
        </a:p>
      </dgm:t>
    </dgm:pt>
    <dgm:pt modelId="{7F68BCC1-9347-440B-A316-246B13DDE441}">
      <dgm:prSet phldrT="[Texto]" custT="1"/>
      <dgm:spPr/>
      <dgm:t>
        <a:bodyPr/>
        <a:lstStyle/>
        <a:p>
          <a:r>
            <a:rPr lang="pt-BR" sz="1200" b="1" dirty="0" smtClean="0"/>
            <a:t>ISAM</a:t>
          </a:r>
          <a:endParaRPr lang="pt-BR" sz="1200" dirty="0"/>
        </a:p>
      </dgm:t>
    </dgm:pt>
    <dgm:pt modelId="{02B20588-D942-4AC0-9840-4FA50F2FF7FE}" type="parTrans" cxnId="{E2A0E302-ED68-4A6C-AFA3-11785E6936F6}">
      <dgm:prSet/>
      <dgm:spPr/>
      <dgm:t>
        <a:bodyPr/>
        <a:lstStyle/>
        <a:p>
          <a:endParaRPr lang="pt-BR" sz="1200"/>
        </a:p>
      </dgm:t>
    </dgm:pt>
    <dgm:pt modelId="{A8E71A7A-7B62-4A37-85E5-A653BB088327}" type="sibTrans" cxnId="{E2A0E302-ED68-4A6C-AFA3-11785E6936F6}">
      <dgm:prSet/>
      <dgm:spPr/>
      <dgm:t>
        <a:bodyPr/>
        <a:lstStyle/>
        <a:p>
          <a:endParaRPr lang="pt-BR" sz="1200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80929" custScaleY="68659" custLinFactNeighborY="7122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2"/>
      <dgm:spPr/>
    </dgm:pt>
    <dgm:pt modelId="{6541552D-9688-4BEB-9DE2-05986F9C56D7}" type="pres">
      <dgm:prSet presAssocID="{3E8BC071-F6F7-41DF-93A1-DE47F3582837}" presName="Child1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E5465C5-4803-4399-A267-81713061AC37}" type="pres">
      <dgm:prSet presAssocID="{7F68BCC1-9347-440B-A316-246B13DDE441}" presName="Accent2" presStyleCnt="0"/>
      <dgm:spPr/>
    </dgm:pt>
    <dgm:pt modelId="{00FF6156-4D10-4C02-9C7E-4149DDBE7460}" type="pres">
      <dgm:prSet presAssocID="{7F68BCC1-9347-440B-A316-246B13DDE441}" presName="Accent" presStyleLbl="bgShp" presStyleIdx="1" presStyleCnt="2"/>
      <dgm:spPr/>
    </dgm:pt>
    <dgm:pt modelId="{91046567-03F6-4F83-83DD-B9C5A8107782}" type="pres">
      <dgm:prSet presAssocID="{7F68BCC1-9347-440B-A316-246B13DDE441}" presName="Child2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DEA453CB-0340-4C3D-A1FE-B69901800EAA}" type="presOf" srcId="{3E8BC071-F6F7-41DF-93A1-DE47F3582837}" destId="{6541552D-9688-4BEB-9DE2-05986F9C56D7}" srcOrd="0" destOrd="0" presId="urn:microsoft.com/office/officeart/2011/layout/HexagonRadial"/>
    <dgm:cxn modelId="{2F932CA5-B8F2-4A3D-8D21-710D0218EF39}" type="presOf" srcId="{2089E94D-CEB1-4163-88E6-6498A3164A1B}" destId="{A0E836A5-4124-49B7-BFC5-85D8E6A175B4}" srcOrd="0" destOrd="0" presId="urn:microsoft.com/office/officeart/2011/layout/HexagonRadial"/>
    <dgm:cxn modelId="{E2A0E302-ED68-4A6C-AFA3-11785E6936F6}" srcId="{2089E94D-CEB1-4163-88E6-6498A3164A1B}" destId="{7F68BCC1-9347-440B-A316-246B13DDE441}" srcOrd="1" destOrd="0" parTransId="{02B20588-D942-4AC0-9840-4FA50F2FF7FE}" sibTransId="{A8E71A7A-7B62-4A37-85E5-A653BB088327}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E7942377-75AF-4DED-ADC3-958E9B151228}" type="presOf" srcId="{2A96F322-AC28-4A18-BBCC-31211FB881E8}" destId="{AF9E0726-52CE-4039-A41D-339724EBEC7C}" srcOrd="0" destOrd="0" presId="urn:microsoft.com/office/officeart/2011/layout/HexagonRadial"/>
    <dgm:cxn modelId="{68B36DE0-7147-4043-933C-349854D5C121}" type="presOf" srcId="{7F68BCC1-9347-440B-A316-246B13DDE441}" destId="{91046567-03F6-4F83-83DD-B9C5A8107782}" srcOrd="0" destOrd="0" presId="urn:microsoft.com/office/officeart/2011/layout/HexagonRadial"/>
    <dgm:cxn modelId="{A342FC21-A00D-4F7C-BAB8-6E49F1D30A19}" type="presParOf" srcId="{AF9E0726-52CE-4039-A41D-339724EBEC7C}" destId="{A0E836A5-4124-49B7-BFC5-85D8E6A175B4}" srcOrd="0" destOrd="0" presId="urn:microsoft.com/office/officeart/2011/layout/HexagonRadial"/>
    <dgm:cxn modelId="{FFAE21FB-598A-4F55-B8D1-360D9C035055}" type="presParOf" srcId="{AF9E0726-52CE-4039-A41D-339724EBEC7C}" destId="{3ADDAF14-430F-4D29-ABD2-4357419F2A7C}" srcOrd="1" destOrd="0" presId="urn:microsoft.com/office/officeart/2011/layout/HexagonRadial"/>
    <dgm:cxn modelId="{70D026A0-DAEE-40E5-925D-FB22372E1144}" type="presParOf" srcId="{3ADDAF14-430F-4D29-ABD2-4357419F2A7C}" destId="{8CD26E80-7082-40C5-B812-B1F30F125042}" srcOrd="0" destOrd="0" presId="urn:microsoft.com/office/officeart/2011/layout/HexagonRadial"/>
    <dgm:cxn modelId="{785A1617-D790-489E-AE95-30ACE9482740}" type="presParOf" srcId="{AF9E0726-52CE-4039-A41D-339724EBEC7C}" destId="{6541552D-9688-4BEB-9DE2-05986F9C56D7}" srcOrd="2" destOrd="0" presId="urn:microsoft.com/office/officeart/2011/layout/HexagonRadial"/>
    <dgm:cxn modelId="{3714CC8F-D4FF-4545-8CA2-96356B58DF4E}" type="presParOf" srcId="{AF9E0726-52CE-4039-A41D-339724EBEC7C}" destId="{8E5465C5-4803-4399-A267-81713061AC37}" srcOrd="3" destOrd="0" presId="urn:microsoft.com/office/officeart/2011/layout/HexagonRadial"/>
    <dgm:cxn modelId="{E7656357-71FC-47F4-A9D3-FA7CA459D853}" type="presParOf" srcId="{8E5465C5-4803-4399-A267-81713061AC37}" destId="{00FF6156-4D10-4C02-9C7E-4149DDBE7460}" srcOrd="0" destOrd="0" presId="urn:microsoft.com/office/officeart/2011/layout/HexagonRadial"/>
    <dgm:cxn modelId="{1053F918-EDC9-4563-B874-5C2C62579BC5}" type="presParOf" srcId="{AF9E0726-52CE-4039-A41D-339724EBEC7C}" destId="{91046567-03F6-4F83-83DD-B9C5A8107782}" srcOrd="4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96F322-AC28-4A18-BBCC-31211FB881E8}" type="doc">
      <dgm:prSet loTypeId="urn:microsoft.com/office/officeart/2011/layout/HexagonRadial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089E94D-CEB1-4163-88E6-6498A3164A1B}">
      <dgm:prSet phldrT="[Texto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sz="1200" dirty="0" err="1" smtClean="0"/>
            <a:t>OIs</a:t>
          </a:r>
          <a:r>
            <a:rPr lang="pt-BR" sz="1200" dirty="0" smtClean="0"/>
            <a:t> Infra</a:t>
          </a:r>
          <a:endParaRPr lang="pt-BR" sz="1200" dirty="0"/>
        </a:p>
      </dgm:t>
    </dgm:pt>
    <dgm:pt modelId="{CCFAAFA8-1450-4EE2-8F5E-9BA9F123BC75}" type="parTrans" cxnId="{5BF59552-5B34-4AF0-8CA2-0D511191308A}">
      <dgm:prSet/>
      <dgm:spPr/>
      <dgm:t>
        <a:bodyPr/>
        <a:lstStyle/>
        <a:p>
          <a:endParaRPr lang="pt-BR" sz="1200"/>
        </a:p>
      </dgm:t>
    </dgm:pt>
    <dgm:pt modelId="{86A37864-4AC5-4228-92EA-181114E08B87}" type="sibTrans" cxnId="{5BF59552-5B34-4AF0-8CA2-0D511191308A}">
      <dgm:prSet/>
      <dgm:spPr/>
      <dgm:t>
        <a:bodyPr/>
        <a:lstStyle/>
        <a:p>
          <a:endParaRPr lang="pt-BR" sz="1200"/>
        </a:p>
      </dgm:t>
    </dgm:pt>
    <dgm:pt modelId="{3E8BC071-F6F7-41DF-93A1-DE47F3582837}">
      <dgm:prSet phldrT="[Texto]" custT="1"/>
      <dgm:spPr/>
      <dgm:t>
        <a:bodyPr/>
        <a:lstStyle/>
        <a:p>
          <a:r>
            <a:rPr lang="pt-BR" sz="1200" dirty="0" smtClean="0"/>
            <a:t>Projetos</a:t>
          </a:r>
          <a:endParaRPr lang="pt-BR" sz="1200" dirty="0"/>
        </a:p>
      </dgm:t>
    </dgm:pt>
    <dgm:pt modelId="{AADBC2E2-2BEE-4E88-957C-E9DC341DD494}" type="parTrans" cxnId="{AEEA233C-BF82-4656-BC86-B04B33ECC0A0}">
      <dgm:prSet/>
      <dgm:spPr/>
      <dgm:t>
        <a:bodyPr/>
        <a:lstStyle/>
        <a:p>
          <a:endParaRPr lang="pt-BR" sz="1200"/>
        </a:p>
      </dgm:t>
    </dgm:pt>
    <dgm:pt modelId="{165E2DD1-9846-42D0-B782-BE5199A0DB02}" type="sibTrans" cxnId="{AEEA233C-BF82-4656-BC86-B04B33ECC0A0}">
      <dgm:prSet/>
      <dgm:spPr/>
      <dgm:t>
        <a:bodyPr/>
        <a:lstStyle/>
        <a:p>
          <a:endParaRPr lang="pt-BR" sz="1200"/>
        </a:p>
      </dgm:t>
    </dgm:pt>
    <dgm:pt modelId="{7F68BCC1-9347-440B-A316-246B13DDE441}">
      <dgm:prSet phldrT="[Texto]" custT="1"/>
      <dgm:spPr/>
      <dgm:t>
        <a:bodyPr/>
        <a:lstStyle/>
        <a:p>
          <a:r>
            <a:rPr lang="pt-BR" sz="1200" b="1" dirty="0" smtClean="0"/>
            <a:t>Coord. Infra Local</a:t>
          </a:r>
          <a:endParaRPr lang="pt-BR" sz="1200" dirty="0"/>
        </a:p>
      </dgm:t>
    </dgm:pt>
    <dgm:pt modelId="{02B20588-D942-4AC0-9840-4FA50F2FF7FE}" type="parTrans" cxnId="{E2A0E302-ED68-4A6C-AFA3-11785E6936F6}">
      <dgm:prSet/>
      <dgm:spPr/>
      <dgm:t>
        <a:bodyPr/>
        <a:lstStyle/>
        <a:p>
          <a:endParaRPr lang="pt-BR" sz="1200"/>
        </a:p>
      </dgm:t>
    </dgm:pt>
    <dgm:pt modelId="{A8E71A7A-7B62-4A37-85E5-A653BB088327}" type="sibTrans" cxnId="{E2A0E302-ED68-4A6C-AFA3-11785E6936F6}">
      <dgm:prSet/>
      <dgm:spPr/>
      <dgm:t>
        <a:bodyPr/>
        <a:lstStyle/>
        <a:p>
          <a:endParaRPr lang="pt-BR" sz="1200"/>
        </a:p>
      </dgm:t>
    </dgm:pt>
    <dgm:pt modelId="{AF9E0726-52CE-4039-A41D-339724EBEC7C}" type="pres">
      <dgm:prSet presAssocID="{2A96F322-AC28-4A18-BBCC-31211FB881E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A0E836A5-4124-49B7-BFC5-85D8E6A175B4}" type="pres">
      <dgm:prSet presAssocID="{2089E94D-CEB1-4163-88E6-6498A3164A1B}" presName="Parent" presStyleLbl="node0" presStyleIdx="0" presStyleCnt="1" custScaleX="80929" custScaleY="68659" custLinFactNeighborY="7122">
        <dgm:presLayoutVars>
          <dgm:chMax val="6"/>
          <dgm:chPref val="6"/>
        </dgm:presLayoutVars>
      </dgm:prSet>
      <dgm:spPr/>
      <dgm:t>
        <a:bodyPr/>
        <a:lstStyle/>
        <a:p>
          <a:endParaRPr lang="pt-BR"/>
        </a:p>
      </dgm:t>
    </dgm:pt>
    <dgm:pt modelId="{3ADDAF14-430F-4D29-ABD2-4357419F2A7C}" type="pres">
      <dgm:prSet presAssocID="{3E8BC071-F6F7-41DF-93A1-DE47F3582837}" presName="Accent1" presStyleCnt="0"/>
      <dgm:spPr/>
    </dgm:pt>
    <dgm:pt modelId="{8CD26E80-7082-40C5-B812-B1F30F125042}" type="pres">
      <dgm:prSet presAssocID="{3E8BC071-F6F7-41DF-93A1-DE47F3582837}" presName="Accent" presStyleLbl="bgShp" presStyleIdx="0" presStyleCnt="2"/>
      <dgm:spPr/>
    </dgm:pt>
    <dgm:pt modelId="{6541552D-9688-4BEB-9DE2-05986F9C56D7}" type="pres">
      <dgm:prSet presAssocID="{3E8BC071-F6F7-41DF-93A1-DE47F3582837}" presName="Child1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E5465C5-4803-4399-A267-81713061AC37}" type="pres">
      <dgm:prSet presAssocID="{7F68BCC1-9347-440B-A316-246B13DDE441}" presName="Accent2" presStyleCnt="0"/>
      <dgm:spPr/>
    </dgm:pt>
    <dgm:pt modelId="{00FF6156-4D10-4C02-9C7E-4149DDBE7460}" type="pres">
      <dgm:prSet presAssocID="{7F68BCC1-9347-440B-A316-246B13DDE441}" presName="Accent" presStyleLbl="bgShp" presStyleIdx="1" presStyleCnt="2"/>
      <dgm:spPr/>
    </dgm:pt>
    <dgm:pt modelId="{91046567-03F6-4F83-83DD-B9C5A8107782}" type="pres">
      <dgm:prSet presAssocID="{7F68BCC1-9347-440B-A316-246B13DDE441}" presName="Child2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1DB4606-6784-4114-84D0-6C640B2A98A2}" type="presOf" srcId="{7F68BCC1-9347-440B-A316-246B13DDE441}" destId="{91046567-03F6-4F83-83DD-B9C5A8107782}" srcOrd="0" destOrd="0" presId="urn:microsoft.com/office/officeart/2011/layout/HexagonRadial"/>
    <dgm:cxn modelId="{5BF59552-5B34-4AF0-8CA2-0D511191308A}" srcId="{2A96F322-AC28-4A18-BBCC-31211FB881E8}" destId="{2089E94D-CEB1-4163-88E6-6498A3164A1B}" srcOrd="0" destOrd="0" parTransId="{CCFAAFA8-1450-4EE2-8F5E-9BA9F123BC75}" sibTransId="{86A37864-4AC5-4228-92EA-181114E08B87}"/>
    <dgm:cxn modelId="{65E14200-ADEC-4461-9AD0-8600B90AA816}" type="presOf" srcId="{2A96F322-AC28-4A18-BBCC-31211FB881E8}" destId="{AF9E0726-52CE-4039-A41D-339724EBEC7C}" srcOrd="0" destOrd="0" presId="urn:microsoft.com/office/officeart/2011/layout/HexagonRadial"/>
    <dgm:cxn modelId="{03279F27-E9F1-4B8D-92A3-AFF9D6A4B54E}" type="presOf" srcId="{2089E94D-CEB1-4163-88E6-6498A3164A1B}" destId="{A0E836A5-4124-49B7-BFC5-85D8E6A175B4}" srcOrd="0" destOrd="0" presId="urn:microsoft.com/office/officeart/2011/layout/HexagonRadial"/>
    <dgm:cxn modelId="{E2A0E302-ED68-4A6C-AFA3-11785E6936F6}" srcId="{2089E94D-CEB1-4163-88E6-6498A3164A1B}" destId="{7F68BCC1-9347-440B-A316-246B13DDE441}" srcOrd="1" destOrd="0" parTransId="{02B20588-D942-4AC0-9840-4FA50F2FF7FE}" sibTransId="{A8E71A7A-7B62-4A37-85E5-A653BB088327}"/>
    <dgm:cxn modelId="{AEEA233C-BF82-4656-BC86-B04B33ECC0A0}" srcId="{2089E94D-CEB1-4163-88E6-6498A3164A1B}" destId="{3E8BC071-F6F7-41DF-93A1-DE47F3582837}" srcOrd="0" destOrd="0" parTransId="{AADBC2E2-2BEE-4E88-957C-E9DC341DD494}" sibTransId="{165E2DD1-9846-42D0-B782-BE5199A0DB02}"/>
    <dgm:cxn modelId="{C4844F66-2E66-42C6-9831-3F2EBDE85395}" type="presOf" srcId="{3E8BC071-F6F7-41DF-93A1-DE47F3582837}" destId="{6541552D-9688-4BEB-9DE2-05986F9C56D7}" srcOrd="0" destOrd="0" presId="urn:microsoft.com/office/officeart/2011/layout/HexagonRadial"/>
    <dgm:cxn modelId="{6AF2537C-F408-4216-8FAA-167EAD6DEE0D}" type="presParOf" srcId="{AF9E0726-52CE-4039-A41D-339724EBEC7C}" destId="{A0E836A5-4124-49B7-BFC5-85D8E6A175B4}" srcOrd="0" destOrd="0" presId="urn:microsoft.com/office/officeart/2011/layout/HexagonRadial"/>
    <dgm:cxn modelId="{A0F3FC63-C571-4E09-850C-E732E57DEB12}" type="presParOf" srcId="{AF9E0726-52CE-4039-A41D-339724EBEC7C}" destId="{3ADDAF14-430F-4D29-ABD2-4357419F2A7C}" srcOrd="1" destOrd="0" presId="urn:microsoft.com/office/officeart/2011/layout/HexagonRadial"/>
    <dgm:cxn modelId="{1143A398-7A62-4659-8165-780B3068B3F2}" type="presParOf" srcId="{3ADDAF14-430F-4D29-ABD2-4357419F2A7C}" destId="{8CD26E80-7082-40C5-B812-B1F30F125042}" srcOrd="0" destOrd="0" presId="urn:microsoft.com/office/officeart/2011/layout/HexagonRadial"/>
    <dgm:cxn modelId="{3DEA293F-4D6F-4C96-AEDB-4C575863F865}" type="presParOf" srcId="{AF9E0726-52CE-4039-A41D-339724EBEC7C}" destId="{6541552D-9688-4BEB-9DE2-05986F9C56D7}" srcOrd="2" destOrd="0" presId="urn:microsoft.com/office/officeart/2011/layout/HexagonRadial"/>
    <dgm:cxn modelId="{7170B634-9E71-40CF-BD0D-2D500E5F9102}" type="presParOf" srcId="{AF9E0726-52CE-4039-A41D-339724EBEC7C}" destId="{8E5465C5-4803-4399-A267-81713061AC37}" srcOrd="3" destOrd="0" presId="urn:microsoft.com/office/officeart/2011/layout/HexagonRadial"/>
    <dgm:cxn modelId="{971D9A30-7F1B-4A3C-AE73-BD6352CE7F71}" type="presParOf" srcId="{8E5465C5-4803-4399-A267-81713061AC37}" destId="{00FF6156-4D10-4C02-9C7E-4149DDBE7460}" srcOrd="0" destOrd="0" presId="urn:microsoft.com/office/officeart/2011/layout/HexagonRadial"/>
    <dgm:cxn modelId="{7043BF5A-3671-4F18-8F34-C12B420EDEB2}" type="presParOf" srcId="{AF9E0726-52CE-4039-A41D-339724EBEC7C}" destId="{91046567-03F6-4F83-83DD-B9C5A8107782}" srcOrd="4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FB903FC-0210-4C45-AD82-4FC8BD25153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BA483BD-7BC5-41DA-80D3-1A453BBCE9D6}">
      <dgm:prSet phldrT="[Texto]" custT="1"/>
      <dgm:spPr>
        <a:solidFill>
          <a:schemeClr val="accent2"/>
        </a:solidFill>
        <a:ln>
          <a:solidFill>
            <a:srgbClr val="C00000"/>
          </a:solidFill>
        </a:ln>
      </dgm:spPr>
      <dgm:t>
        <a:bodyPr/>
        <a:lstStyle/>
        <a:p>
          <a:r>
            <a:rPr lang="pt-BR" sz="2800" dirty="0" smtClean="0"/>
            <a:t>Projetos</a:t>
          </a:r>
          <a:endParaRPr lang="pt-BR" sz="2800" dirty="0"/>
        </a:p>
      </dgm:t>
    </dgm:pt>
    <dgm:pt modelId="{2BD52A08-E544-478F-B2E1-AF71C582E3E5}" type="parTrans" cxnId="{7837F237-DFEA-48A2-BA8A-1E52D6DAF346}">
      <dgm:prSet/>
      <dgm:spPr/>
      <dgm:t>
        <a:bodyPr/>
        <a:lstStyle/>
        <a:p>
          <a:endParaRPr lang="pt-BR"/>
        </a:p>
      </dgm:t>
    </dgm:pt>
    <dgm:pt modelId="{AB364F1D-5882-470D-98B6-C7BFC46EEFAF}" type="sibTrans" cxnId="{7837F237-DFEA-48A2-BA8A-1E52D6DAF346}">
      <dgm:prSet/>
      <dgm:spPr/>
      <dgm:t>
        <a:bodyPr/>
        <a:lstStyle/>
        <a:p>
          <a:endParaRPr lang="pt-BR"/>
        </a:p>
      </dgm:t>
    </dgm:pt>
    <dgm:pt modelId="{7541A373-E33B-4B7B-A3DF-93F5216F3F8A}">
      <dgm:prSet phldrT="[Texto]" custT="1"/>
      <dgm:spPr>
        <a:ln>
          <a:solidFill>
            <a:srgbClr val="0080B3"/>
          </a:solidFill>
        </a:ln>
      </dgm:spPr>
      <dgm:t>
        <a:bodyPr/>
        <a:lstStyle/>
        <a:p>
          <a:r>
            <a:rPr lang="pt-BR" sz="1800" dirty="0" smtClean="0"/>
            <a:t>Mobilidade</a:t>
          </a:r>
          <a:endParaRPr lang="pt-BR" sz="1800" dirty="0"/>
        </a:p>
      </dgm:t>
    </dgm:pt>
    <dgm:pt modelId="{DE0AE62E-9B1D-428B-ABC3-EC0352A2E4D7}" type="parTrans" cxnId="{4D09FFC6-6960-45CB-B79F-97E4A429D44E}">
      <dgm:prSet/>
      <dgm:spPr/>
      <dgm:t>
        <a:bodyPr/>
        <a:lstStyle/>
        <a:p>
          <a:endParaRPr lang="pt-BR"/>
        </a:p>
      </dgm:t>
    </dgm:pt>
    <dgm:pt modelId="{2CFE5C42-CCA5-4430-8938-0C24D2073000}" type="sibTrans" cxnId="{4D09FFC6-6960-45CB-B79F-97E4A429D44E}">
      <dgm:prSet/>
      <dgm:spPr/>
      <dgm:t>
        <a:bodyPr/>
        <a:lstStyle/>
        <a:p>
          <a:endParaRPr lang="pt-BR"/>
        </a:p>
      </dgm:t>
    </dgm:pt>
    <dgm:pt modelId="{AB4095C1-2D58-4090-808B-1F0C8535546C}">
      <dgm:prSet phldrT="[Texto]" custT="1"/>
      <dgm:spPr>
        <a:ln>
          <a:solidFill>
            <a:srgbClr val="0080B3"/>
          </a:solidFill>
        </a:ln>
      </dgm:spPr>
      <dgm:t>
        <a:bodyPr/>
        <a:lstStyle/>
        <a:p>
          <a:r>
            <a:rPr lang="pt-BR" sz="1800" dirty="0" smtClean="0"/>
            <a:t>Microinformática</a:t>
          </a:r>
          <a:endParaRPr lang="pt-BR" sz="1800" dirty="0"/>
        </a:p>
      </dgm:t>
    </dgm:pt>
    <dgm:pt modelId="{56D07CCE-24CD-4A87-88F8-96120095C3BE}" type="parTrans" cxnId="{109BD868-547B-4B9C-9395-32AA42424F7B}">
      <dgm:prSet/>
      <dgm:spPr/>
      <dgm:t>
        <a:bodyPr/>
        <a:lstStyle/>
        <a:p>
          <a:endParaRPr lang="pt-BR"/>
        </a:p>
      </dgm:t>
    </dgm:pt>
    <dgm:pt modelId="{69A2A1DA-714C-468D-BD92-30B4CD47F437}" type="sibTrans" cxnId="{109BD868-547B-4B9C-9395-32AA42424F7B}">
      <dgm:prSet/>
      <dgm:spPr/>
      <dgm:t>
        <a:bodyPr/>
        <a:lstStyle/>
        <a:p>
          <a:endParaRPr lang="pt-BR"/>
        </a:p>
      </dgm:t>
    </dgm:pt>
    <dgm:pt modelId="{91C80937-056B-478A-80E8-BE87D3DDAE8B}">
      <dgm:prSet phldrT="[Texto]" custT="1"/>
      <dgm:spPr>
        <a:ln>
          <a:solidFill>
            <a:srgbClr val="0080B3"/>
          </a:solidFill>
        </a:ln>
      </dgm:spPr>
      <dgm:t>
        <a:bodyPr/>
        <a:lstStyle/>
        <a:p>
          <a:r>
            <a:rPr lang="pt-BR" sz="1800" dirty="0" smtClean="0"/>
            <a:t>Infra- </a:t>
          </a:r>
          <a:r>
            <a:rPr lang="pt-BR" sz="1800" dirty="0" err="1" smtClean="0"/>
            <a:t>OI´s</a:t>
          </a:r>
          <a:endParaRPr lang="pt-BR" sz="1800" dirty="0"/>
        </a:p>
      </dgm:t>
    </dgm:pt>
    <dgm:pt modelId="{15BF3414-50DA-4344-A157-C7ABBFF2F5BF}" type="parTrans" cxnId="{BEC79266-2D8A-4F0F-AF73-1CDA0E1DC7D7}">
      <dgm:prSet/>
      <dgm:spPr/>
      <dgm:t>
        <a:bodyPr/>
        <a:lstStyle/>
        <a:p>
          <a:endParaRPr lang="pt-BR"/>
        </a:p>
      </dgm:t>
    </dgm:pt>
    <dgm:pt modelId="{ACA2F6E9-53BB-45D4-BF00-C7C12E62F7B3}" type="sibTrans" cxnId="{BEC79266-2D8A-4F0F-AF73-1CDA0E1DC7D7}">
      <dgm:prSet/>
      <dgm:spPr/>
      <dgm:t>
        <a:bodyPr/>
        <a:lstStyle/>
        <a:p>
          <a:endParaRPr lang="pt-BR"/>
        </a:p>
      </dgm:t>
    </dgm:pt>
    <dgm:pt modelId="{F4AFFA1B-0B28-45DB-9011-5D32F764C8DA}" type="pres">
      <dgm:prSet presAssocID="{5FB903FC-0210-4C45-AD82-4FC8BD25153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2C0AAA29-D72A-4908-8143-04148274EE59}" type="pres">
      <dgm:prSet presAssocID="{0BA483BD-7BC5-41DA-80D3-1A453BBCE9D6}" presName="root1" presStyleCnt="0"/>
      <dgm:spPr/>
    </dgm:pt>
    <dgm:pt modelId="{C0386E0C-7C41-46BF-A99A-033CAB96B258}" type="pres">
      <dgm:prSet presAssocID="{0BA483BD-7BC5-41DA-80D3-1A453BBCE9D6}" presName="LevelOneTextNode" presStyleLbl="node0" presStyleIdx="0" presStyleCnt="1" custScaleX="250305" custScaleY="110000" custLinFactNeighborX="-2721" custLinFactNeighborY="631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6752ADF-5F2D-4C5E-AD15-C3780801D1E9}" type="pres">
      <dgm:prSet presAssocID="{0BA483BD-7BC5-41DA-80D3-1A453BBCE9D6}" presName="level2hierChild" presStyleCnt="0"/>
      <dgm:spPr/>
    </dgm:pt>
    <dgm:pt modelId="{14DC7CF3-3B3C-48DE-9D52-8C0B37A69064}" type="pres">
      <dgm:prSet presAssocID="{DE0AE62E-9B1D-428B-ABC3-EC0352A2E4D7}" presName="conn2-1" presStyleLbl="parChTrans1D2" presStyleIdx="0" presStyleCnt="3"/>
      <dgm:spPr/>
      <dgm:t>
        <a:bodyPr/>
        <a:lstStyle/>
        <a:p>
          <a:endParaRPr lang="pt-BR"/>
        </a:p>
      </dgm:t>
    </dgm:pt>
    <dgm:pt modelId="{BAD88F2F-8BA4-4453-BE6C-75B3FF8741D8}" type="pres">
      <dgm:prSet presAssocID="{DE0AE62E-9B1D-428B-ABC3-EC0352A2E4D7}" presName="connTx" presStyleLbl="parChTrans1D2" presStyleIdx="0" presStyleCnt="3"/>
      <dgm:spPr/>
      <dgm:t>
        <a:bodyPr/>
        <a:lstStyle/>
        <a:p>
          <a:endParaRPr lang="pt-BR"/>
        </a:p>
      </dgm:t>
    </dgm:pt>
    <dgm:pt modelId="{C68A7C39-A3A0-4FF7-B03E-420F584132D6}" type="pres">
      <dgm:prSet presAssocID="{7541A373-E33B-4B7B-A3DF-93F5216F3F8A}" presName="root2" presStyleCnt="0"/>
      <dgm:spPr/>
    </dgm:pt>
    <dgm:pt modelId="{1C1F790C-8F55-4255-9522-96319BB6D41F}" type="pres">
      <dgm:prSet presAssocID="{7541A373-E33B-4B7B-A3DF-93F5216F3F8A}" presName="LevelTwoTextNode" presStyleLbl="node2" presStyleIdx="0" presStyleCnt="3" custScaleX="88758" custScaleY="110000" custLinFactNeighborX="-2219" custLinFactNeighborY="-9377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0CF33A1-4EA4-4B1A-AD80-5BBED978B3AD}" type="pres">
      <dgm:prSet presAssocID="{7541A373-E33B-4B7B-A3DF-93F5216F3F8A}" presName="level3hierChild" presStyleCnt="0"/>
      <dgm:spPr/>
    </dgm:pt>
    <dgm:pt modelId="{C71F1E6C-BA92-48D7-9614-3D0B2CF34E26}" type="pres">
      <dgm:prSet presAssocID="{56D07CCE-24CD-4A87-88F8-96120095C3BE}" presName="conn2-1" presStyleLbl="parChTrans1D2" presStyleIdx="1" presStyleCnt="3"/>
      <dgm:spPr/>
      <dgm:t>
        <a:bodyPr/>
        <a:lstStyle/>
        <a:p>
          <a:endParaRPr lang="pt-BR"/>
        </a:p>
      </dgm:t>
    </dgm:pt>
    <dgm:pt modelId="{7A5D4A43-91D9-4C4E-8F5F-F53CC4C182EF}" type="pres">
      <dgm:prSet presAssocID="{56D07CCE-24CD-4A87-88F8-96120095C3BE}" presName="connTx" presStyleLbl="parChTrans1D2" presStyleIdx="1" presStyleCnt="3"/>
      <dgm:spPr/>
      <dgm:t>
        <a:bodyPr/>
        <a:lstStyle/>
        <a:p>
          <a:endParaRPr lang="pt-BR"/>
        </a:p>
      </dgm:t>
    </dgm:pt>
    <dgm:pt modelId="{A8BBC809-08D5-430F-BBF5-F86C49CC3FA1}" type="pres">
      <dgm:prSet presAssocID="{AB4095C1-2D58-4090-808B-1F0C8535546C}" presName="root2" presStyleCnt="0"/>
      <dgm:spPr/>
    </dgm:pt>
    <dgm:pt modelId="{E21A7D5C-0434-44F6-A323-04E13ED3A34A}" type="pres">
      <dgm:prSet presAssocID="{AB4095C1-2D58-4090-808B-1F0C8535546C}" presName="LevelTwoTextNode" presStyleLbl="node2" presStyleIdx="1" presStyleCnt="3" custScaleX="86869" custScaleY="110000" custLinFactNeighborX="-2006" custLinFactNeighborY="501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1AB4CF5-935D-46A0-BB2F-4A92A1FE131B}" type="pres">
      <dgm:prSet presAssocID="{AB4095C1-2D58-4090-808B-1F0C8535546C}" presName="level3hierChild" presStyleCnt="0"/>
      <dgm:spPr/>
    </dgm:pt>
    <dgm:pt modelId="{D0146FC1-E55F-474B-A8C6-EE03FEFA39D3}" type="pres">
      <dgm:prSet presAssocID="{15BF3414-50DA-4344-A157-C7ABBFF2F5BF}" presName="conn2-1" presStyleLbl="parChTrans1D2" presStyleIdx="2" presStyleCnt="3"/>
      <dgm:spPr/>
      <dgm:t>
        <a:bodyPr/>
        <a:lstStyle/>
        <a:p>
          <a:endParaRPr lang="pt-BR"/>
        </a:p>
      </dgm:t>
    </dgm:pt>
    <dgm:pt modelId="{FEDE2114-EE5C-43BF-9C07-2E5D5D7BDB9E}" type="pres">
      <dgm:prSet presAssocID="{15BF3414-50DA-4344-A157-C7ABBFF2F5BF}" presName="connTx" presStyleLbl="parChTrans1D2" presStyleIdx="2" presStyleCnt="3"/>
      <dgm:spPr/>
      <dgm:t>
        <a:bodyPr/>
        <a:lstStyle/>
        <a:p>
          <a:endParaRPr lang="pt-BR"/>
        </a:p>
      </dgm:t>
    </dgm:pt>
    <dgm:pt modelId="{CBDEC553-AFCD-4F3D-86BD-AFDE673FD285}" type="pres">
      <dgm:prSet presAssocID="{91C80937-056B-478A-80E8-BE87D3DDAE8B}" presName="root2" presStyleCnt="0"/>
      <dgm:spPr/>
    </dgm:pt>
    <dgm:pt modelId="{AB5AABE6-A578-41FE-A4F8-0FF7123E3470}" type="pres">
      <dgm:prSet presAssocID="{91C80937-056B-478A-80E8-BE87D3DDAE8B}" presName="LevelTwoTextNode" presStyleLbl="node2" presStyleIdx="2" presStyleCnt="3" custScaleX="88758" custScaleY="79276" custLinFactY="87546" custLinFactNeighborX="-2219" custLinFactNeighborY="1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A1E2F79-79B6-49E9-86CB-92AE88670192}" type="pres">
      <dgm:prSet presAssocID="{91C80937-056B-478A-80E8-BE87D3DDAE8B}" presName="level3hierChild" presStyleCnt="0"/>
      <dgm:spPr/>
    </dgm:pt>
  </dgm:ptLst>
  <dgm:cxnLst>
    <dgm:cxn modelId="{36EB33C4-CD7A-4DE8-9E0D-A582644E3FDB}" type="presOf" srcId="{15BF3414-50DA-4344-A157-C7ABBFF2F5BF}" destId="{D0146FC1-E55F-474B-A8C6-EE03FEFA39D3}" srcOrd="0" destOrd="0" presId="urn:microsoft.com/office/officeart/2008/layout/HorizontalMultiLevelHierarchy"/>
    <dgm:cxn modelId="{500204B1-7277-499D-988A-5B225CB46D2D}" type="presOf" srcId="{0BA483BD-7BC5-41DA-80D3-1A453BBCE9D6}" destId="{C0386E0C-7C41-46BF-A99A-033CAB96B258}" srcOrd="0" destOrd="0" presId="urn:microsoft.com/office/officeart/2008/layout/HorizontalMultiLevelHierarchy"/>
    <dgm:cxn modelId="{4D09FFC6-6960-45CB-B79F-97E4A429D44E}" srcId="{0BA483BD-7BC5-41DA-80D3-1A453BBCE9D6}" destId="{7541A373-E33B-4B7B-A3DF-93F5216F3F8A}" srcOrd="0" destOrd="0" parTransId="{DE0AE62E-9B1D-428B-ABC3-EC0352A2E4D7}" sibTransId="{2CFE5C42-CCA5-4430-8938-0C24D2073000}"/>
    <dgm:cxn modelId="{F18DD2CE-BE28-4FCE-8ADA-6C4808D3C186}" type="presOf" srcId="{5FB903FC-0210-4C45-AD82-4FC8BD25153E}" destId="{F4AFFA1B-0B28-45DB-9011-5D32F764C8DA}" srcOrd="0" destOrd="0" presId="urn:microsoft.com/office/officeart/2008/layout/HorizontalMultiLevelHierarchy"/>
    <dgm:cxn modelId="{3726483B-26A1-462A-AC93-97EBA76A2C04}" type="presOf" srcId="{DE0AE62E-9B1D-428B-ABC3-EC0352A2E4D7}" destId="{14DC7CF3-3B3C-48DE-9D52-8C0B37A69064}" srcOrd="0" destOrd="0" presId="urn:microsoft.com/office/officeart/2008/layout/HorizontalMultiLevelHierarchy"/>
    <dgm:cxn modelId="{7214A6EF-005B-4E66-94D3-0B78DABE5BEB}" type="presOf" srcId="{AB4095C1-2D58-4090-808B-1F0C8535546C}" destId="{E21A7D5C-0434-44F6-A323-04E13ED3A34A}" srcOrd="0" destOrd="0" presId="urn:microsoft.com/office/officeart/2008/layout/HorizontalMultiLevelHierarchy"/>
    <dgm:cxn modelId="{8356D19C-4072-4AC1-9DE8-25ABA31CEE54}" type="presOf" srcId="{15BF3414-50DA-4344-A157-C7ABBFF2F5BF}" destId="{FEDE2114-EE5C-43BF-9C07-2E5D5D7BDB9E}" srcOrd="1" destOrd="0" presId="urn:microsoft.com/office/officeart/2008/layout/HorizontalMultiLevelHierarchy"/>
    <dgm:cxn modelId="{22F6B3C0-5081-4DCC-A5C7-5967311E360C}" type="presOf" srcId="{56D07CCE-24CD-4A87-88F8-96120095C3BE}" destId="{C71F1E6C-BA92-48D7-9614-3D0B2CF34E26}" srcOrd="0" destOrd="0" presId="urn:microsoft.com/office/officeart/2008/layout/HorizontalMultiLevelHierarchy"/>
    <dgm:cxn modelId="{BEC79266-2D8A-4F0F-AF73-1CDA0E1DC7D7}" srcId="{0BA483BD-7BC5-41DA-80D3-1A453BBCE9D6}" destId="{91C80937-056B-478A-80E8-BE87D3DDAE8B}" srcOrd="2" destOrd="0" parTransId="{15BF3414-50DA-4344-A157-C7ABBFF2F5BF}" sibTransId="{ACA2F6E9-53BB-45D4-BF00-C7C12E62F7B3}"/>
    <dgm:cxn modelId="{109BD868-547B-4B9C-9395-32AA42424F7B}" srcId="{0BA483BD-7BC5-41DA-80D3-1A453BBCE9D6}" destId="{AB4095C1-2D58-4090-808B-1F0C8535546C}" srcOrd="1" destOrd="0" parTransId="{56D07CCE-24CD-4A87-88F8-96120095C3BE}" sibTransId="{69A2A1DA-714C-468D-BD92-30B4CD47F437}"/>
    <dgm:cxn modelId="{7837F237-DFEA-48A2-BA8A-1E52D6DAF346}" srcId="{5FB903FC-0210-4C45-AD82-4FC8BD25153E}" destId="{0BA483BD-7BC5-41DA-80D3-1A453BBCE9D6}" srcOrd="0" destOrd="0" parTransId="{2BD52A08-E544-478F-B2E1-AF71C582E3E5}" sibTransId="{AB364F1D-5882-470D-98B6-C7BFC46EEFAF}"/>
    <dgm:cxn modelId="{D4E7582A-16EA-4BCF-9938-BA25185769C6}" type="presOf" srcId="{91C80937-056B-478A-80E8-BE87D3DDAE8B}" destId="{AB5AABE6-A578-41FE-A4F8-0FF7123E3470}" srcOrd="0" destOrd="0" presId="urn:microsoft.com/office/officeart/2008/layout/HorizontalMultiLevelHierarchy"/>
    <dgm:cxn modelId="{6FFE0992-0B92-4802-BF6B-CF79EA0FF66B}" type="presOf" srcId="{DE0AE62E-9B1D-428B-ABC3-EC0352A2E4D7}" destId="{BAD88F2F-8BA4-4453-BE6C-75B3FF8741D8}" srcOrd="1" destOrd="0" presId="urn:microsoft.com/office/officeart/2008/layout/HorizontalMultiLevelHierarchy"/>
    <dgm:cxn modelId="{AC8F1648-409A-4960-B4F0-918B0E9A6683}" type="presOf" srcId="{56D07CCE-24CD-4A87-88F8-96120095C3BE}" destId="{7A5D4A43-91D9-4C4E-8F5F-F53CC4C182EF}" srcOrd="1" destOrd="0" presId="urn:microsoft.com/office/officeart/2008/layout/HorizontalMultiLevelHierarchy"/>
    <dgm:cxn modelId="{072620B6-8993-4201-B3D3-4CA652AFDD1D}" type="presOf" srcId="{7541A373-E33B-4B7B-A3DF-93F5216F3F8A}" destId="{1C1F790C-8F55-4255-9522-96319BB6D41F}" srcOrd="0" destOrd="0" presId="urn:microsoft.com/office/officeart/2008/layout/HorizontalMultiLevelHierarchy"/>
    <dgm:cxn modelId="{CA3B238E-AD47-408B-A533-3A8D657C7C12}" type="presParOf" srcId="{F4AFFA1B-0B28-45DB-9011-5D32F764C8DA}" destId="{2C0AAA29-D72A-4908-8143-04148274EE59}" srcOrd="0" destOrd="0" presId="urn:microsoft.com/office/officeart/2008/layout/HorizontalMultiLevelHierarchy"/>
    <dgm:cxn modelId="{E985C131-6AEA-42DF-952A-4C99981B0D85}" type="presParOf" srcId="{2C0AAA29-D72A-4908-8143-04148274EE59}" destId="{C0386E0C-7C41-46BF-A99A-033CAB96B258}" srcOrd="0" destOrd="0" presId="urn:microsoft.com/office/officeart/2008/layout/HorizontalMultiLevelHierarchy"/>
    <dgm:cxn modelId="{65D0DD4D-C816-424F-A0DE-9A24C3B6F073}" type="presParOf" srcId="{2C0AAA29-D72A-4908-8143-04148274EE59}" destId="{46752ADF-5F2D-4C5E-AD15-C3780801D1E9}" srcOrd="1" destOrd="0" presId="urn:microsoft.com/office/officeart/2008/layout/HorizontalMultiLevelHierarchy"/>
    <dgm:cxn modelId="{8D2CBA07-18E9-4D8D-AA11-44CD8D348410}" type="presParOf" srcId="{46752ADF-5F2D-4C5E-AD15-C3780801D1E9}" destId="{14DC7CF3-3B3C-48DE-9D52-8C0B37A69064}" srcOrd="0" destOrd="0" presId="urn:microsoft.com/office/officeart/2008/layout/HorizontalMultiLevelHierarchy"/>
    <dgm:cxn modelId="{2A2A6781-FB4D-4729-BC3D-EE704D8757F5}" type="presParOf" srcId="{14DC7CF3-3B3C-48DE-9D52-8C0B37A69064}" destId="{BAD88F2F-8BA4-4453-BE6C-75B3FF8741D8}" srcOrd="0" destOrd="0" presId="urn:microsoft.com/office/officeart/2008/layout/HorizontalMultiLevelHierarchy"/>
    <dgm:cxn modelId="{A291AB7C-86C8-44FD-BF11-23E7C8046F03}" type="presParOf" srcId="{46752ADF-5F2D-4C5E-AD15-C3780801D1E9}" destId="{C68A7C39-A3A0-4FF7-B03E-420F584132D6}" srcOrd="1" destOrd="0" presId="urn:microsoft.com/office/officeart/2008/layout/HorizontalMultiLevelHierarchy"/>
    <dgm:cxn modelId="{EC5BE187-213A-4B25-9B65-285D44A1D438}" type="presParOf" srcId="{C68A7C39-A3A0-4FF7-B03E-420F584132D6}" destId="{1C1F790C-8F55-4255-9522-96319BB6D41F}" srcOrd="0" destOrd="0" presId="urn:microsoft.com/office/officeart/2008/layout/HorizontalMultiLevelHierarchy"/>
    <dgm:cxn modelId="{90345421-C93B-4327-851F-5804C4D85285}" type="presParOf" srcId="{C68A7C39-A3A0-4FF7-B03E-420F584132D6}" destId="{30CF33A1-4EA4-4B1A-AD80-5BBED978B3AD}" srcOrd="1" destOrd="0" presId="urn:microsoft.com/office/officeart/2008/layout/HorizontalMultiLevelHierarchy"/>
    <dgm:cxn modelId="{BDAEB4DE-17D3-4027-A89C-00D7ADC8F674}" type="presParOf" srcId="{46752ADF-5F2D-4C5E-AD15-C3780801D1E9}" destId="{C71F1E6C-BA92-48D7-9614-3D0B2CF34E26}" srcOrd="2" destOrd="0" presId="urn:microsoft.com/office/officeart/2008/layout/HorizontalMultiLevelHierarchy"/>
    <dgm:cxn modelId="{5625AB5B-8136-441F-A1CD-200C3743658B}" type="presParOf" srcId="{C71F1E6C-BA92-48D7-9614-3D0B2CF34E26}" destId="{7A5D4A43-91D9-4C4E-8F5F-F53CC4C182EF}" srcOrd="0" destOrd="0" presId="urn:microsoft.com/office/officeart/2008/layout/HorizontalMultiLevelHierarchy"/>
    <dgm:cxn modelId="{37591DB1-FF94-4E3D-B62D-56FF33F6FD14}" type="presParOf" srcId="{46752ADF-5F2D-4C5E-AD15-C3780801D1E9}" destId="{A8BBC809-08D5-430F-BBF5-F86C49CC3FA1}" srcOrd="3" destOrd="0" presId="urn:microsoft.com/office/officeart/2008/layout/HorizontalMultiLevelHierarchy"/>
    <dgm:cxn modelId="{7EE7ED55-BA71-419F-963E-AEFB32BC83EB}" type="presParOf" srcId="{A8BBC809-08D5-430F-BBF5-F86C49CC3FA1}" destId="{E21A7D5C-0434-44F6-A323-04E13ED3A34A}" srcOrd="0" destOrd="0" presId="urn:microsoft.com/office/officeart/2008/layout/HorizontalMultiLevelHierarchy"/>
    <dgm:cxn modelId="{4DFE4125-B314-4329-8189-363EB80E9B09}" type="presParOf" srcId="{A8BBC809-08D5-430F-BBF5-F86C49CC3FA1}" destId="{F1AB4CF5-935D-46A0-BB2F-4A92A1FE131B}" srcOrd="1" destOrd="0" presId="urn:microsoft.com/office/officeart/2008/layout/HorizontalMultiLevelHierarchy"/>
    <dgm:cxn modelId="{ABB305C0-7FBC-41E1-B292-051A5C9ABA9E}" type="presParOf" srcId="{46752ADF-5F2D-4C5E-AD15-C3780801D1E9}" destId="{D0146FC1-E55F-474B-A8C6-EE03FEFA39D3}" srcOrd="4" destOrd="0" presId="urn:microsoft.com/office/officeart/2008/layout/HorizontalMultiLevelHierarchy"/>
    <dgm:cxn modelId="{1AC0B7E0-CA63-407C-B297-3B519176500E}" type="presParOf" srcId="{D0146FC1-E55F-474B-A8C6-EE03FEFA39D3}" destId="{FEDE2114-EE5C-43BF-9C07-2E5D5D7BDB9E}" srcOrd="0" destOrd="0" presId="urn:microsoft.com/office/officeart/2008/layout/HorizontalMultiLevelHierarchy"/>
    <dgm:cxn modelId="{D6751F00-CF4F-4EF8-A2B0-598E9E4CD399}" type="presParOf" srcId="{46752ADF-5F2D-4C5E-AD15-C3780801D1E9}" destId="{CBDEC553-AFCD-4F3D-86BD-AFDE673FD285}" srcOrd="5" destOrd="0" presId="urn:microsoft.com/office/officeart/2008/layout/HorizontalMultiLevelHierarchy"/>
    <dgm:cxn modelId="{E1632532-9827-416E-8A21-8929D078BB9A}" type="presParOf" srcId="{CBDEC553-AFCD-4F3D-86BD-AFDE673FD285}" destId="{AB5AABE6-A578-41FE-A4F8-0FF7123E3470}" srcOrd="0" destOrd="0" presId="urn:microsoft.com/office/officeart/2008/layout/HorizontalMultiLevelHierarchy"/>
    <dgm:cxn modelId="{89CE48D5-E120-402D-9BC8-A9DB104C0511}" type="presParOf" srcId="{CBDEC553-AFCD-4F3D-86BD-AFDE673FD285}" destId="{DA1E2F79-79B6-49E9-86CB-92AE8867019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925677" y="1183816"/>
          <a:ext cx="1396311" cy="1207865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Service Desk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#</a:t>
          </a:r>
          <a:r>
            <a:rPr lang="pt-BR" sz="1000" b="1" kern="1200" dirty="0" err="1" smtClean="0"/>
            <a:t>atendimentoTD</a:t>
          </a:r>
          <a:endParaRPr lang="pt-BR" sz="1000" b="1" kern="1200" dirty="0"/>
        </a:p>
      </dsp:txBody>
      <dsp:txXfrm>
        <a:off x="1157065" y="1383976"/>
        <a:ext cx="933535" cy="807545"/>
      </dsp:txXfrm>
    </dsp:sp>
    <dsp:sp modelId="{4B0A8E18-7DD9-4D0E-82DA-6511DB68E724}">
      <dsp:nvSpPr>
        <dsp:cNvPr id="0" name=""/>
        <dsp:cNvSpPr/>
      </dsp:nvSpPr>
      <dsp:spPr>
        <a:xfrm>
          <a:off x="1800036" y="605934"/>
          <a:ext cx="526824" cy="45392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054297" y="85261"/>
          <a:ext cx="1144267" cy="98992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err="1" smtClean="0"/>
            <a:t>Follow</a:t>
          </a:r>
          <a:r>
            <a:rPr lang="pt-BR" sz="1000" b="1" kern="1200" dirty="0" smtClean="0"/>
            <a:t> </a:t>
          </a:r>
          <a:r>
            <a:rPr lang="pt-BR" sz="1000" b="1" kern="1200" dirty="0" err="1" smtClean="0"/>
            <a:t>up</a:t>
          </a:r>
          <a:r>
            <a:rPr lang="pt-BR" sz="1000" b="1" kern="1200" dirty="0" smtClean="0"/>
            <a:t> SD</a:t>
          </a:r>
          <a:endParaRPr lang="pt-BR" sz="1000" b="1" kern="1200" dirty="0"/>
        </a:p>
      </dsp:txBody>
      <dsp:txXfrm>
        <a:off x="1243926" y="249313"/>
        <a:ext cx="765009" cy="661821"/>
      </dsp:txXfrm>
    </dsp:sp>
    <dsp:sp modelId="{F74B9400-E9BC-4BC1-9A95-342282154C1B}">
      <dsp:nvSpPr>
        <dsp:cNvPr id="0" name=""/>
        <dsp:cNvSpPr/>
      </dsp:nvSpPr>
      <dsp:spPr>
        <a:xfrm>
          <a:off x="2414881" y="1454539"/>
          <a:ext cx="526824" cy="45392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94D71-BE31-42BA-A8E6-69D11826C73E}">
      <dsp:nvSpPr>
        <dsp:cNvPr id="0" name=""/>
        <dsp:cNvSpPr/>
      </dsp:nvSpPr>
      <dsp:spPr>
        <a:xfrm>
          <a:off x="2103723" y="694131"/>
          <a:ext cx="1144267" cy="98992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QA SD</a:t>
          </a:r>
          <a:endParaRPr lang="pt-BR" sz="1000" b="1" kern="1200" dirty="0"/>
        </a:p>
      </dsp:txBody>
      <dsp:txXfrm>
        <a:off x="2293352" y="858183"/>
        <a:ext cx="765009" cy="661821"/>
      </dsp:txXfrm>
    </dsp:sp>
    <dsp:sp modelId="{6A642892-F3B5-418A-BF81-219CBE8B1028}">
      <dsp:nvSpPr>
        <dsp:cNvPr id="0" name=""/>
        <dsp:cNvSpPr/>
      </dsp:nvSpPr>
      <dsp:spPr>
        <a:xfrm>
          <a:off x="1987770" y="2412454"/>
          <a:ext cx="526824" cy="45392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DDD98-D6A5-493C-9163-A5BE5EDF875F}">
      <dsp:nvSpPr>
        <dsp:cNvPr id="0" name=""/>
        <dsp:cNvSpPr/>
      </dsp:nvSpPr>
      <dsp:spPr>
        <a:xfrm>
          <a:off x="2103723" y="1891100"/>
          <a:ext cx="1144267" cy="98992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Celula de atendimento FCR</a:t>
          </a:r>
          <a:endParaRPr lang="pt-BR" sz="1000" b="1" kern="1200" dirty="0"/>
        </a:p>
      </dsp:txBody>
      <dsp:txXfrm>
        <a:off x="2293352" y="2055152"/>
        <a:ext cx="765009" cy="661821"/>
      </dsp:txXfrm>
    </dsp:sp>
    <dsp:sp modelId="{D120B477-4A3B-4B6B-AC61-3D20C8D0F912}">
      <dsp:nvSpPr>
        <dsp:cNvPr id="0" name=""/>
        <dsp:cNvSpPr/>
      </dsp:nvSpPr>
      <dsp:spPr>
        <a:xfrm>
          <a:off x="928275" y="2511889"/>
          <a:ext cx="526824" cy="45392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7B047-54E5-418D-8456-29644561F1BC}">
      <dsp:nvSpPr>
        <dsp:cNvPr id="0" name=""/>
        <dsp:cNvSpPr/>
      </dsp:nvSpPr>
      <dsp:spPr>
        <a:xfrm>
          <a:off x="1054297" y="2500652"/>
          <a:ext cx="1144267" cy="98992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Celula atendimento Mobile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ADM / FV</a:t>
          </a:r>
          <a:endParaRPr lang="pt-BR" sz="1000" b="1" kern="1200" dirty="0"/>
        </a:p>
      </dsp:txBody>
      <dsp:txXfrm>
        <a:off x="1243926" y="2664704"/>
        <a:ext cx="765009" cy="661821"/>
      </dsp:txXfrm>
    </dsp:sp>
    <dsp:sp modelId="{D2AD8D15-A29F-4A66-8796-8643E05A6382}">
      <dsp:nvSpPr>
        <dsp:cNvPr id="0" name=""/>
        <dsp:cNvSpPr/>
      </dsp:nvSpPr>
      <dsp:spPr>
        <a:xfrm>
          <a:off x="0" y="1891781"/>
          <a:ext cx="1144267" cy="989925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1" kern="1200" dirty="0" smtClean="0"/>
            <a:t>RDM </a:t>
          </a:r>
          <a:endParaRPr lang="pt-BR" sz="1000" b="1" kern="1200" dirty="0"/>
        </a:p>
      </dsp:txBody>
      <dsp:txXfrm>
        <a:off x="189629" y="2055833"/>
        <a:ext cx="765009" cy="6618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872745" y="941588"/>
          <a:ext cx="1391149" cy="1020750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kern="1200" dirty="0" smtClean="0"/>
            <a:t>NCC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kern="1200" dirty="0" smtClean="0"/>
            <a:t>Central de Comando</a:t>
          </a:r>
          <a:endParaRPr lang="pt-BR" sz="1100" b="0" kern="1200" dirty="0"/>
        </a:p>
      </dsp:txBody>
      <dsp:txXfrm>
        <a:off x="1085884" y="1097978"/>
        <a:ext cx="964871" cy="707970"/>
      </dsp:txXfrm>
    </dsp:sp>
    <dsp:sp modelId="{4B0A8E18-7DD9-4D0E-82DA-6511DB68E724}">
      <dsp:nvSpPr>
        <dsp:cNvPr id="0" name=""/>
        <dsp:cNvSpPr/>
      </dsp:nvSpPr>
      <dsp:spPr>
        <a:xfrm>
          <a:off x="2542158" y="935940"/>
          <a:ext cx="648653" cy="55867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2159084" y="0"/>
          <a:ext cx="1408513" cy="121854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kern="1200" dirty="0" smtClean="0"/>
            <a:t>GESTAO DE INCIDENTES  </a:t>
          </a:r>
          <a:endParaRPr lang="pt-BR" sz="1100" b="0" kern="1200" dirty="0"/>
        </a:p>
      </dsp:txBody>
      <dsp:txXfrm>
        <a:off x="2392506" y="201940"/>
        <a:ext cx="941669" cy="814666"/>
      </dsp:txXfrm>
    </dsp:sp>
    <dsp:sp modelId="{7E69DCF4-93B4-4C2D-AFF0-9FE821C4C6A0}">
      <dsp:nvSpPr>
        <dsp:cNvPr id="0" name=""/>
        <dsp:cNvSpPr/>
      </dsp:nvSpPr>
      <dsp:spPr>
        <a:xfrm>
          <a:off x="2016145" y="2115245"/>
          <a:ext cx="648653" cy="55867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94D71-BE31-42BA-A8E6-69D11826C73E}">
      <dsp:nvSpPr>
        <dsp:cNvPr id="0" name=""/>
        <dsp:cNvSpPr/>
      </dsp:nvSpPr>
      <dsp:spPr>
        <a:xfrm>
          <a:off x="2159084" y="1473271"/>
          <a:ext cx="1408513" cy="121854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kern="1200" dirty="0" smtClean="0"/>
            <a:t>OPERAÇÃO BATCH SCHEDULE</a:t>
          </a:r>
          <a:endParaRPr lang="pt-BR" sz="1100" b="0" kern="1200" dirty="0"/>
        </a:p>
      </dsp:txBody>
      <dsp:txXfrm>
        <a:off x="2392506" y="1675211"/>
        <a:ext cx="941669" cy="814666"/>
      </dsp:txXfrm>
    </dsp:sp>
    <dsp:sp modelId="{085075E1-7199-404A-BBA9-88F472FCAE39}">
      <dsp:nvSpPr>
        <dsp:cNvPr id="0" name=""/>
        <dsp:cNvSpPr/>
      </dsp:nvSpPr>
      <dsp:spPr>
        <a:xfrm>
          <a:off x="867208" y="2223675"/>
          <a:ext cx="1408513" cy="121854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kern="1200" dirty="0" smtClean="0"/>
            <a:t>MONITORAÇÃO</a:t>
          </a:r>
          <a:endParaRPr lang="pt-BR" sz="1100" b="0" kern="1200" dirty="0"/>
        </a:p>
      </dsp:txBody>
      <dsp:txXfrm>
        <a:off x="1100630" y="2425615"/>
        <a:ext cx="941669" cy="814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78303" y="1164985"/>
          <a:ext cx="1285701" cy="943378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Torres Técnicas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FSR</a:t>
          </a:r>
          <a:endParaRPr lang="pt-BR" sz="1300" kern="1200" dirty="0"/>
        </a:p>
      </dsp:txBody>
      <dsp:txXfrm>
        <a:off x="275286" y="1309520"/>
        <a:ext cx="891735" cy="654308"/>
      </dsp:txXfrm>
    </dsp:sp>
    <dsp:sp modelId="{4B0A8E18-7DD9-4D0E-82DA-6511DB68E724}">
      <dsp:nvSpPr>
        <dsp:cNvPr id="0" name=""/>
        <dsp:cNvSpPr/>
      </dsp:nvSpPr>
      <dsp:spPr>
        <a:xfrm>
          <a:off x="1621175" y="1159766"/>
          <a:ext cx="599486" cy="51632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267138" y="294769"/>
          <a:ext cx="1301749" cy="11261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Sol. Incidentes</a:t>
          </a:r>
          <a:endParaRPr lang="pt-BR" sz="1300" kern="1200" dirty="0"/>
        </a:p>
      </dsp:txBody>
      <dsp:txXfrm>
        <a:off x="1482867" y="481402"/>
        <a:ext cx="870291" cy="752915"/>
      </dsp:txXfrm>
    </dsp:sp>
    <dsp:sp modelId="{7E69DCF4-93B4-4C2D-AFF0-9FE821C4C6A0}">
      <dsp:nvSpPr>
        <dsp:cNvPr id="0" name=""/>
        <dsp:cNvSpPr/>
      </dsp:nvSpPr>
      <dsp:spPr>
        <a:xfrm>
          <a:off x="1135034" y="2249680"/>
          <a:ext cx="599486" cy="51632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94D71-BE31-42BA-A8E6-69D11826C73E}">
      <dsp:nvSpPr>
        <dsp:cNvPr id="0" name=""/>
        <dsp:cNvSpPr/>
      </dsp:nvSpPr>
      <dsp:spPr>
        <a:xfrm>
          <a:off x="1267138" y="1656367"/>
          <a:ext cx="1301749" cy="11261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Requisições</a:t>
          </a:r>
          <a:endParaRPr lang="pt-BR" sz="1300" kern="1200" dirty="0"/>
        </a:p>
      </dsp:txBody>
      <dsp:txXfrm>
        <a:off x="1482867" y="1843000"/>
        <a:ext cx="870291" cy="752915"/>
      </dsp:txXfrm>
    </dsp:sp>
    <dsp:sp modelId="{085075E1-7199-404A-BBA9-88F472FCAE39}">
      <dsp:nvSpPr>
        <dsp:cNvPr id="0" name=""/>
        <dsp:cNvSpPr/>
      </dsp:nvSpPr>
      <dsp:spPr>
        <a:xfrm>
          <a:off x="73185" y="2349891"/>
          <a:ext cx="1301749" cy="11261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Mudanças</a:t>
          </a:r>
          <a:endParaRPr lang="pt-BR" sz="1300" kern="1200" dirty="0"/>
        </a:p>
      </dsp:txBody>
      <dsp:txXfrm>
        <a:off x="288914" y="2536524"/>
        <a:ext cx="870291" cy="752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0" y="570047"/>
          <a:ext cx="1558742" cy="1348114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Experiência CN</a:t>
          </a:r>
          <a:endParaRPr lang="pt-BR" sz="1400" kern="1200" dirty="0"/>
        </a:p>
      </dsp:txBody>
      <dsp:txXfrm>
        <a:off x="258281" y="793427"/>
        <a:ext cx="1042180" cy="901354"/>
      </dsp:txXfrm>
    </dsp:sp>
    <dsp:sp modelId="{4B0A8E18-7DD9-4D0E-82DA-6511DB68E724}">
      <dsp:nvSpPr>
        <dsp:cNvPr id="0" name=""/>
        <dsp:cNvSpPr/>
      </dsp:nvSpPr>
      <dsp:spPr>
        <a:xfrm>
          <a:off x="1662434" y="872194"/>
          <a:ext cx="588190" cy="50659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315067" y="23497"/>
          <a:ext cx="1277220" cy="110496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rede.natura.net</a:t>
          </a:r>
          <a:endParaRPr lang="pt-BR" sz="1400" kern="1200" dirty="0"/>
        </a:p>
      </dsp:txBody>
      <dsp:txXfrm>
        <a:off x="1526731" y="206614"/>
        <a:ext cx="853892" cy="738726"/>
      </dsp:txXfrm>
    </dsp:sp>
    <dsp:sp modelId="{7E69DCF4-93B4-4C2D-AFF0-9FE821C4C6A0}">
      <dsp:nvSpPr>
        <dsp:cNvPr id="0" name=""/>
        <dsp:cNvSpPr/>
      </dsp:nvSpPr>
      <dsp:spPr>
        <a:xfrm>
          <a:off x="1185453" y="1941572"/>
          <a:ext cx="588190" cy="50659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94D71-BE31-42BA-A8E6-69D11826C73E}">
      <dsp:nvSpPr>
        <dsp:cNvPr id="0" name=""/>
        <dsp:cNvSpPr/>
      </dsp:nvSpPr>
      <dsp:spPr>
        <a:xfrm>
          <a:off x="1315067" y="1359438"/>
          <a:ext cx="1277220" cy="110496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Sites FV</a:t>
          </a:r>
          <a:endParaRPr lang="pt-BR" sz="1400" kern="1200" dirty="0"/>
        </a:p>
      </dsp:txBody>
      <dsp:txXfrm>
        <a:off x="1526731" y="1542555"/>
        <a:ext cx="853892" cy="738726"/>
      </dsp:txXfrm>
    </dsp:sp>
    <dsp:sp modelId="{085075E1-7199-404A-BBA9-88F472FCAE39}">
      <dsp:nvSpPr>
        <dsp:cNvPr id="0" name=""/>
        <dsp:cNvSpPr/>
      </dsp:nvSpPr>
      <dsp:spPr>
        <a:xfrm>
          <a:off x="143612" y="2039894"/>
          <a:ext cx="1277220" cy="1104960"/>
        </a:xfrm>
        <a:prstGeom prst="hexagon">
          <a:avLst>
            <a:gd name="adj" fmla="val 28570"/>
            <a:gd name="vf" fmla="val 115470"/>
          </a:avLst>
        </a:prstGeom>
        <a:solidFill>
          <a:schemeClr val="accent1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Captação Pedidos Web</a:t>
          </a:r>
          <a:endParaRPr lang="pt-BR" sz="1400" kern="1200" dirty="0"/>
        </a:p>
      </dsp:txBody>
      <dsp:txXfrm>
        <a:off x="355276" y="2223011"/>
        <a:ext cx="853892" cy="738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1232651" y="1100952"/>
          <a:ext cx="1179030" cy="939766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Mobilidade</a:t>
          </a:r>
          <a:endParaRPr lang="pt-BR" sz="1300" kern="1200" dirty="0"/>
        </a:p>
      </dsp:txBody>
      <dsp:txXfrm>
        <a:off x="1420401" y="1250601"/>
        <a:ext cx="803530" cy="640468"/>
      </dsp:txXfrm>
    </dsp:sp>
    <dsp:sp modelId="{4B0A8E18-7DD9-4D0E-82DA-6511DB68E724}">
      <dsp:nvSpPr>
        <dsp:cNvPr id="0" name=""/>
        <dsp:cNvSpPr/>
      </dsp:nvSpPr>
      <dsp:spPr>
        <a:xfrm>
          <a:off x="1974739" y="476783"/>
          <a:ext cx="482539" cy="41566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291868" y="0"/>
          <a:ext cx="1047805" cy="9064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Radio (Nextel)</a:t>
          </a:r>
          <a:endParaRPr lang="pt-BR" sz="1100" kern="1200" dirty="0"/>
        </a:p>
      </dsp:txBody>
      <dsp:txXfrm>
        <a:off x="1465512" y="150224"/>
        <a:ext cx="700517" cy="606033"/>
      </dsp:txXfrm>
    </dsp:sp>
    <dsp:sp modelId="{7E69DCF4-93B4-4C2D-AFF0-9FE821C4C6A0}">
      <dsp:nvSpPr>
        <dsp:cNvPr id="0" name=""/>
        <dsp:cNvSpPr/>
      </dsp:nvSpPr>
      <dsp:spPr>
        <a:xfrm>
          <a:off x="2537878" y="1253856"/>
          <a:ext cx="482539" cy="41566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94D71-BE31-42BA-A8E6-69D11826C73E}">
      <dsp:nvSpPr>
        <dsp:cNvPr id="0" name=""/>
        <dsp:cNvSpPr/>
      </dsp:nvSpPr>
      <dsp:spPr>
        <a:xfrm>
          <a:off x="2252906" y="557546"/>
          <a:ext cx="1047805" cy="9064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Telefonia Fixa</a:t>
          </a:r>
          <a:endParaRPr lang="pt-BR" sz="1100" kern="1200" dirty="0"/>
        </a:p>
      </dsp:txBody>
      <dsp:txXfrm>
        <a:off x="2426550" y="707770"/>
        <a:ext cx="700517" cy="606033"/>
      </dsp:txXfrm>
    </dsp:sp>
    <dsp:sp modelId="{6E380E0A-D4B9-4A37-9D54-F29A97B622DE}">
      <dsp:nvSpPr>
        <dsp:cNvPr id="0" name=""/>
        <dsp:cNvSpPr/>
      </dsp:nvSpPr>
      <dsp:spPr>
        <a:xfrm>
          <a:off x="2146573" y="2131025"/>
          <a:ext cx="482539" cy="415665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5075E1-7199-404A-BBA9-88F472FCAE39}">
      <dsp:nvSpPr>
        <dsp:cNvPr id="0" name=""/>
        <dsp:cNvSpPr/>
      </dsp:nvSpPr>
      <dsp:spPr>
        <a:xfrm>
          <a:off x="2252906" y="1653618"/>
          <a:ext cx="1047805" cy="9064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Telefonia Móvel</a:t>
          </a:r>
          <a:endParaRPr lang="pt-BR" sz="1100" kern="1200" dirty="0"/>
        </a:p>
      </dsp:txBody>
      <dsp:txXfrm>
        <a:off x="2426550" y="1803842"/>
        <a:ext cx="700517" cy="606033"/>
      </dsp:txXfrm>
    </dsp:sp>
    <dsp:sp modelId="{BFCE006F-0938-41DB-9B41-4480AA92DF70}">
      <dsp:nvSpPr>
        <dsp:cNvPr id="0" name=""/>
        <dsp:cNvSpPr/>
      </dsp:nvSpPr>
      <dsp:spPr>
        <a:xfrm>
          <a:off x="1291868" y="2211788"/>
          <a:ext cx="1047805" cy="90648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Mensageria</a:t>
          </a:r>
          <a:endParaRPr lang="pt-BR" sz="1100" kern="1200" dirty="0"/>
        </a:p>
      </dsp:txBody>
      <dsp:txXfrm>
        <a:off x="1465512" y="2362012"/>
        <a:ext cx="700517" cy="6060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1138555" y="1004207"/>
          <a:ext cx="1181052" cy="986103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Microinformática</a:t>
          </a:r>
          <a:endParaRPr lang="pt-BR" sz="1100" kern="1200" dirty="0"/>
        </a:p>
      </dsp:txBody>
      <dsp:txXfrm>
        <a:off x="1330886" y="1164791"/>
        <a:ext cx="796390" cy="664935"/>
      </dsp:txXfrm>
    </dsp:sp>
    <dsp:sp modelId="{8CD26E80-7082-40C5-B812-B1F30F125042}">
      <dsp:nvSpPr>
        <dsp:cNvPr id="0" name=""/>
        <dsp:cNvSpPr/>
      </dsp:nvSpPr>
      <dsp:spPr>
        <a:xfrm>
          <a:off x="1876409" y="460255"/>
          <a:ext cx="465693" cy="40125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51072-3386-4C8D-BFB4-A147A0EE90FF}">
      <dsp:nvSpPr>
        <dsp:cNvPr id="0" name=""/>
        <dsp:cNvSpPr/>
      </dsp:nvSpPr>
      <dsp:spPr>
        <a:xfrm>
          <a:off x="1217203" y="0"/>
          <a:ext cx="1011489" cy="875057"/>
        </a:xfrm>
        <a:prstGeom prst="hexagon">
          <a:avLst>
            <a:gd name="adj" fmla="val 28570"/>
            <a:gd name="vf" fmla="val 115470"/>
          </a:avLst>
        </a:prstGeom>
        <a:solidFill>
          <a:schemeClr val="accent1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Field Service</a:t>
          </a:r>
          <a:endParaRPr lang="pt-BR" sz="1100" kern="1200" dirty="0"/>
        </a:p>
      </dsp:txBody>
      <dsp:txXfrm>
        <a:off x="1384828" y="145016"/>
        <a:ext cx="676239" cy="585025"/>
      </dsp:txXfrm>
    </dsp:sp>
    <dsp:sp modelId="{4B0A8E18-7DD9-4D0E-82DA-6511DB68E724}">
      <dsp:nvSpPr>
        <dsp:cNvPr id="0" name=""/>
        <dsp:cNvSpPr/>
      </dsp:nvSpPr>
      <dsp:spPr>
        <a:xfrm>
          <a:off x="2419909" y="1210390"/>
          <a:ext cx="465693" cy="40125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82A14-129A-4000-8BA2-56DDD05A69A6}">
      <dsp:nvSpPr>
        <dsp:cNvPr id="0" name=""/>
        <dsp:cNvSpPr/>
      </dsp:nvSpPr>
      <dsp:spPr>
        <a:xfrm>
          <a:off x="2144857" y="538219"/>
          <a:ext cx="1011489" cy="875057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Gestão de Ativos</a:t>
          </a:r>
          <a:endParaRPr lang="pt-BR" sz="1100" kern="1200" dirty="0"/>
        </a:p>
      </dsp:txBody>
      <dsp:txXfrm>
        <a:off x="2312482" y="683235"/>
        <a:ext cx="676239" cy="585025"/>
      </dsp:txXfrm>
    </dsp:sp>
    <dsp:sp modelId="{7E69DCF4-93B4-4C2D-AFF0-9FE821C4C6A0}">
      <dsp:nvSpPr>
        <dsp:cNvPr id="0" name=""/>
        <dsp:cNvSpPr/>
      </dsp:nvSpPr>
      <dsp:spPr>
        <a:xfrm>
          <a:off x="2042359" y="2057152"/>
          <a:ext cx="465693" cy="40125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3FEF6-E920-4F39-A732-31516FEA7111}">
      <dsp:nvSpPr>
        <dsp:cNvPr id="0" name=""/>
        <dsp:cNvSpPr/>
      </dsp:nvSpPr>
      <dsp:spPr>
        <a:xfrm>
          <a:off x="2144857" y="1596295"/>
          <a:ext cx="1011489" cy="875057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Suporte VIP</a:t>
          </a:r>
          <a:endParaRPr lang="pt-BR" sz="1100" kern="1200" dirty="0"/>
        </a:p>
      </dsp:txBody>
      <dsp:txXfrm>
        <a:off x="2312482" y="1741311"/>
        <a:ext cx="676239" cy="585025"/>
      </dsp:txXfrm>
    </dsp:sp>
    <dsp:sp modelId="{3B1D55D0-452F-45B0-B682-EE9E76EE280E}">
      <dsp:nvSpPr>
        <dsp:cNvPr id="0" name=""/>
        <dsp:cNvSpPr/>
      </dsp:nvSpPr>
      <dsp:spPr>
        <a:xfrm>
          <a:off x="1105805" y="2145049"/>
          <a:ext cx="465693" cy="40125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0594C-1DA3-4316-BC60-ABB7EA8B1E12}">
      <dsp:nvSpPr>
        <dsp:cNvPr id="0" name=""/>
        <dsp:cNvSpPr/>
      </dsp:nvSpPr>
      <dsp:spPr>
        <a:xfrm>
          <a:off x="1217203" y="2135116"/>
          <a:ext cx="1011489" cy="875057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Outsourcing Impressão</a:t>
          </a:r>
          <a:endParaRPr lang="pt-BR" sz="1100" kern="1200" dirty="0"/>
        </a:p>
      </dsp:txBody>
      <dsp:txXfrm>
        <a:off x="1384828" y="2280132"/>
        <a:ext cx="676239" cy="585025"/>
      </dsp:txXfrm>
    </dsp:sp>
    <dsp:sp modelId="{EBE7D7D5-6F4F-49AC-A72E-BA2160C5D92B}">
      <dsp:nvSpPr>
        <dsp:cNvPr id="0" name=""/>
        <dsp:cNvSpPr/>
      </dsp:nvSpPr>
      <dsp:spPr>
        <a:xfrm>
          <a:off x="285243" y="1596897"/>
          <a:ext cx="1011489" cy="875057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/>
            <a:t>Video conferência</a:t>
          </a:r>
          <a:endParaRPr lang="pt-BR" sz="1100" kern="1200" dirty="0"/>
        </a:p>
      </dsp:txBody>
      <dsp:txXfrm>
        <a:off x="452868" y="1741913"/>
        <a:ext cx="676239" cy="585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82574" y="1289820"/>
          <a:ext cx="1401638" cy="1028560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GAC</a:t>
          </a:r>
          <a:endParaRPr lang="pt-BR" sz="1200" kern="1200" dirty="0"/>
        </a:p>
      </dsp:txBody>
      <dsp:txXfrm>
        <a:off x="297330" y="1447414"/>
        <a:ext cx="972126" cy="713372"/>
      </dsp:txXfrm>
    </dsp:sp>
    <dsp:sp modelId="{00FF6156-4D10-4C02-9C7E-4149DDBE7460}">
      <dsp:nvSpPr>
        <dsp:cNvPr id="0" name=""/>
        <dsp:cNvSpPr/>
      </dsp:nvSpPr>
      <dsp:spPr>
        <a:xfrm>
          <a:off x="1764574" y="1284170"/>
          <a:ext cx="653544" cy="56309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378611" y="341061"/>
          <a:ext cx="1419133" cy="122791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SAP</a:t>
          </a:r>
          <a:endParaRPr lang="pt-BR" sz="1200" kern="1200" dirty="0"/>
        </a:p>
      </dsp:txBody>
      <dsp:txXfrm>
        <a:off x="1613810" y="544569"/>
        <a:ext cx="948735" cy="820897"/>
      </dsp:txXfrm>
    </dsp:sp>
    <dsp:sp modelId="{91046567-03F6-4F83-83DD-B9C5A8107782}">
      <dsp:nvSpPr>
        <dsp:cNvPr id="0" name=""/>
        <dsp:cNvSpPr/>
      </dsp:nvSpPr>
      <dsp:spPr>
        <a:xfrm>
          <a:off x="1378611" y="1825569"/>
          <a:ext cx="1419133" cy="122791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ISAM</a:t>
          </a:r>
          <a:endParaRPr lang="pt-BR" sz="1200" kern="1200" dirty="0"/>
        </a:p>
      </dsp:txBody>
      <dsp:txXfrm>
        <a:off x="1613810" y="2029077"/>
        <a:ext cx="948735" cy="8208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36A5-4124-49B7-BFC5-85D8E6A175B4}">
      <dsp:nvSpPr>
        <dsp:cNvPr id="0" name=""/>
        <dsp:cNvSpPr/>
      </dsp:nvSpPr>
      <dsp:spPr>
        <a:xfrm>
          <a:off x="82574" y="1289820"/>
          <a:ext cx="1401638" cy="1028560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err="1" smtClean="0"/>
            <a:t>OIs</a:t>
          </a:r>
          <a:r>
            <a:rPr lang="pt-BR" sz="1200" kern="1200" dirty="0" smtClean="0"/>
            <a:t> Infra</a:t>
          </a:r>
          <a:endParaRPr lang="pt-BR" sz="1200" kern="1200" dirty="0"/>
        </a:p>
      </dsp:txBody>
      <dsp:txXfrm>
        <a:off x="297330" y="1447414"/>
        <a:ext cx="972126" cy="713372"/>
      </dsp:txXfrm>
    </dsp:sp>
    <dsp:sp modelId="{00FF6156-4D10-4C02-9C7E-4149DDBE7460}">
      <dsp:nvSpPr>
        <dsp:cNvPr id="0" name=""/>
        <dsp:cNvSpPr/>
      </dsp:nvSpPr>
      <dsp:spPr>
        <a:xfrm>
          <a:off x="1764574" y="1284170"/>
          <a:ext cx="653544" cy="563098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1552D-9688-4BEB-9DE2-05986F9C56D7}">
      <dsp:nvSpPr>
        <dsp:cNvPr id="0" name=""/>
        <dsp:cNvSpPr/>
      </dsp:nvSpPr>
      <dsp:spPr>
        <a:xfrm>
          <a:off x="1378611" y="341061"/>
          <a:ext cx="1419133" cy="122791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Projetos</a:t>
          </a:r>
          <a:endParaRPr lang="pt-BR" sz="1200" kern="1200" dirty="0"/>
        </a:p>
      </dsp:txBody>
      <dsp:txXfrm>
        <a:off x="1613810" y="544569"/>
        <a:ext cx="948735" cy="820897"/>
      </dsp:txXfrm>
    </dsp:sp>
    <dsp:sp modelId="{91046567-03F6-4F83-83DD-B9C5A8107782}">
      <dsp:nvSpPr>
        <dsp:cNvPr id="0" name=""/>
        <dsp:cNvSpPr/>
      </dsp:nvSpPr>
      <dsp:spPr>
        <a:xfrm>
          <a:off x="1378611" y="1825569"/>
          <a:ext cx="1419133" cy="122791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Coord. Infra Local</a:t>
          </a:r>
          <a:endParaRPr lang="pt-BR" sz="1200" kern="1200" dirty="0"/>
        </a:p>
      </dsp:txBody>
      <dsp:txXfrm>
        <a:off x="1613810" y="2029077"/>
        <a:ext cx="948735" cy="8208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46FC1-E55F-474B-A8C6-EE03FEFA39D3}">
      <dsp:nvSpPr>
        <dsp:cNvPr id="0" name=""/>
        <dsp:cNvSpPr/>
      </dsp:nvSpPr>
      <dsp:spPr>
        <a:xfrm>
          <a:off x="2569742" y="1797235"/>
          <a:ext cx="378252" cy="1548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126" y="0"/>
              </a:lnTo>
              <a:lnTo>
                <a:pt x="189126" y="1548111"/>
              </a:lnTo>
              <a:lnTo>
                <a:pt x="378252" y="154811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19027" y="2531449"/>
        <a:ext cx="79682" cy="79682"/>
      </dsp:txXfrm>
    </dsp:sp>
    <dsp:sp modelId="{C71F1E6C-BA92-48D7-9614-3D0B2CF34E26}">
      <dsp:nvSpPr>
        <dsp:cNvPr id="0" name=""/>
        <dsp:cNvSpPr/>
      </dsp:nvSpPr>
      <dsp:spPr>
        <a:xfrm>
          <a:off x="2569742" y="1797235"/>
          <a:ext cx="382581" cy="1245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290" y="0"/>
              </a:lnTo>
              <a:lnTo>
                <a:pt x="191290" y="124506"/>
              </a:lnTo>
              <a:lnTo>
                <a:pt x="382581" y="12450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50975" y="1849430"/>
        <a:ext cx="20116" cy="20116"/>
      </dsp:txXfrm>
    </dsp:sp>
    <dsp:sp modelId="{14DC7CF3-3B3C-48DE-9D52-8C0B37A69064}">
      <dsp:nvSpPr>
        <dsp:cNvPr id="0" name=""/>
        <dsp:cNvSpPr/>
      </dsp:nvSpPr>
      <dsp:spPr>
        <a:xfrm>
          <a:off x="2569742" y="473095"/>
          <a:ext cx="378252" cy="1324139"/>
        </a:xfrm>
        <a:custGeom>
          <a:avLst/>
          <a:gdLst/>
          <a:ahLst/>
          <a:cxnLst/>
          <a:rect l="0" t="0" r="0" b="0"/>
          <a:pathLst>
            <a:path>
              <a:moveTo>
                <a:pt x="0" y="1324139"/>
              </a:moveTo>
              <a:lnTo>
                <a:pt x="189126" y="1324139"/>
              </a:lnTo>
              <a:lnTo>
                <a:pt x="189126" y="0"/>
              </a:lnTo>
              <a:lnTo>
                <a:pt x="37825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24441" y="1100737"/>
        <a:ext cx="68855" cy="68855"/>
      </dsp:txXfrm>
    </dsp:sp>
    <dsp:sp modelId="{C0386E0C-7C41-46BF-A99A-033CAB96B258}">
      <dsp:nvSpPr>
        <dsp:cNvPr id="0" name=""/>
        <dsp:cNvSpPr/>
      </dsp:nvSpPr>
      <dsp:spPr>
        <a:xfrm rot="16200000">
          <a:off x="504" y="1021725"/>
          <a:ext cx="3587457" cy="1551019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800" kern="1200" dirty="0" smtClean="0"/>
            <a:t>Projetos</a:t>
          </a:r>
          <a:endParaRPr lang="pt-BR" sz="2800" kern="1200" dirty="0"/>
        </a:p>
      </dsp:txBody>
      <dsp:txXfrm>
        <a:off x="504" y="1021725"/>
        <a:ext cx="3587457" cy="1551019"/>
      </dsp:txXfrm>
    </dsp:sp>
    <dsp:sp modelId="{1C1F790C-8F55-4255-9522-96319BB6D41F}">
      <dsp:nvSpPr>
        <dsp:cNvPr id="0" name=""/>
        <dsp:cNvSpPr/>
      </dsp:nvSpPr>
      <dsp:spPr>
        <a:xfrm>
          <a:off x="2947994" y="132287"/>
          <a:ext cx="1803968" cy="681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80B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Mobilidade</a:t>
          </a:r>
          <a:endParaRPr lang="pt-BR" sz="1800" kern="1200" dirty="0"/>
        </a:p>
      </dsp:txBody>
      <dsp:txXfrm>
        <a:off x="2947994" y="132287"/>
        <a:ext cx="1803968" cy="681616"/>
      </dsp:txXfrm>
    </dsp:sp>
    <dsp:sp modelId="{E21A7D5C-0434-44F6-A323-04E13ED3A34A}">
      <dsp:nvSpPr>
        <dsp:cNvPr id="0" name=""/>
        <dsp:cNvSpPr/>
      </dsp:nvSpPr>
      <dsp:spPr>
        <a:xfrm>
          <a:off x="2952323" y="1580933"/>
          <a:ext cx="1765575" cy="681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80B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Microinformática</a:t>
          </a:r>
          <a:endParaRPr lang="pt-BR" sz="1800" kern="1200" dirty="0"/>
        </a:p>
      </dsp:txBody>
      <dsp:txXfrm>
        <a:off x="2952323" y="1580933"/>
        <a:ext cx="1765575" cy="681616"/>
      </dsp:txXfrm>
    </dsp:sp>
    <dsp:sp modelId="{AB5AABE6-A578-41FE-A4F8-0FF7123E3470}">
      <dsp:nvSpPr>
        <dsp:cNvPr id="0" name=""/>
        <dsp:cNvSpPr/>
      </dsp:nvSpPr>
      <dsp:spPr>
        <a:xfrm>
          <a:off x="2947994" y="3099728"/>
          <a:ext cx="1803968" cy="491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80B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Infra- </a:t>
          </a:r>
          <a:r>
            <a:rPr lang="pt-BR" sz="1800" kern="1200" dirty="0" err="1" smtClean="0"/>
            <a:t>OI´s</a:t>
          </a:r>
          <a:endParaRPr lang="pt-BR" sz="1800" kern="1200" dirty="0"/>
        </a:p>
      </dsp:txBody>
      <dsp:txXfrm>
        <a:off x="2947994" y="3099728"/>
        <a:ext cx="1803968" cy="491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Radial Hexagonal"/>
  <dgm:desc val="Use para mostrar um processo sequencial que se relaciona com uma ideia ou tema central. Limitado a seis formas de Nível 2. Funciona melhor com pequenas quantidades de texto. O texto não utilizado não aparece, mas permanecerá disponível se você alternar os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35271-3A07-4704-8BFA-4155130747F9}" type="datetimeFigureOut">
              <a:rPr lang="pt-BR" smtClean="0"/>
              <a:t>26/05/2015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345B2-DCA9-43EC-B83C-C037F76C9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smtClean="0"/>
          </a:p>
        </p:txBody>
      </p:sp>
      <p:sp>
        <p:nvSpPr>
          <p:cNvPr id="717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188B17B6-9790-4153-A746-1588BB303D13}" type="slidenum">
              <a:rPr lang="pt-BR" smtClean="0"/>
              <a:pPr eaLnBrk="1" hangingPunct="1"/>
              <a:t>15</a:t>
            </a:fld>
            <a:endParaRPr 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31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3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31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51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26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20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26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8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0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23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1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9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52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426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9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6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289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645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621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339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64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301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23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1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076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15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19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8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30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3289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190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038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154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9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984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7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802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12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00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374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833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7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5129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051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8"/>
            <a:ext cx="7772400" cy="11251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8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6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0265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67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67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045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80" indent="0">
              <a:buNone/>
              <a:defRPr sz="2000" b="1"/>
            </a:lvl2pPr>
            <a:lvl3pPr marL="913760" indent="0">
              <a:buNone/>
              <a:defRPr sz="1800" b="1"/>
            </a:lvl3pPr>
            <a:lvl4pPr marL="1370640" indent="0">
              <a:buNone/>
              <a:defRPr sz="1600" b="1"/>
            </a:lvl4pPr>
            <a:lvl5pPr marL="1827521" indent="0">
              <a:buNone/>
              <a:defRPr sz="1600" b="1"/>
            </a:lvl5pPr>
            <a:lvl6pPr marL="2284400" indent="0">
              <a:buNone/>
              <a:defRPr sz="1600" b="1"/>
            </a:lvl6pPr>
            <a:lvl7pPr marL="2741280" indent="0">
              <a:buNone/>
              <a:defRPr sz="1600" b="1"/>
            </a:lvl7pPr>
            <a:lvl8pPr marL="3198161" indent="0">
              <a:buNone/>
              <a:defRPr sz="1600" b="1"/>
            </a:lvl8pPr>
            <a:lvl9pPr marL="365504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61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80" indent="0">
              <a:buNone/>
              <a:defRPr sz="2000" b="1"/>
            </a:lvl2pPr>
            <a:lvl3pPr marL="913760" indent="0">
              <a:buNone/>
              <a:defRPr sz="1800" b="1"/>
            </a:lvl3pPr>
            <a:lvl4pPr marL="1370640" indent="0">
              <a:buNone/>
              <a:defRPr sz="1600" b="1"/>
            </a:lvl4pPr>
            <a:lvl5pPr marL="1827521" indent="0">
              <a:buNone/>
              <a:defRPr sz="1600" b="1"/>
            </a:lvl5pPr>
            <a:lvl6pPr marL="2284400" indent="0">
              <a:buNone/>
              <a:defRPr sz="1600" b="1"/>
            </a:lvl6pPr>
            <a:lvl7pPr marL="2741280" indent="0">
              <a:buNone/>
              <a:defRPr sz="1600" b="1"/>
            </a:lvl7pPr>
            <a:lvl8pPr marL="3198161" indent="0">
              <a:buNone/>
              <a:defRPr sz="1600" b="1"/>
            </a:lvl8pPr>
            <a:lvl9pPr marL="365504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61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350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8234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1469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4" y="20479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4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6880" indent="0">
              <a:buNone/>
              <a:defRPr sz="1200"/>
            </a:lvl2pPr>
            <a:lvl3pPr marL="913760" indent="0">
              <a:buNone/>
              <a:defRPr sz="1000"/>
            </a:lvl3pPr>
            <a:lvl4pPr marL="1370640" indent="0">
              <a:buNone/>
              <a:defRPr sz="900"/>
            </a:lvl4pPr>
            <a:lvl5pPr marL="1827521" indent="0">
              <a:buNone/>
              <a:defRPr sz="900"/>
            </a:lvl5pPr>
            <a:lvl6pPr marL="2284400" indent="0">
              <a:buNone/>
              <a:defRPr sz="900"/>
            </a:lvl6pPr>
            <a:lvl7pPr marL="2741280" indent="0">
              <a:buNone/>
              <a:defRPr sz="900"/>
            </a:lvl7pPr>
            <a:lvl8pPr marL="3198161" indent="0">
              <a:buNone/>
              <a:defRPr sz="900"/>
            </a:lvl8pPr>
            <a:lvl9pPr marL="365504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904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3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7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880" indent="0">
              <a:buNone/>
              <a:defRPr sz="2800"/>
            </a:lvl2pPr>
            <a:lvl3pPr marL="913760" indent="0">
              <a:buNone/>
              <a:defRPr sz="2400"/>
            </a:lvl3pPr>
            <a:lvl4pPr marL="1370640" indent="0">
              <a:buNone/>
              <a:defRPr sz="2000"/>
            </a:lvl4pPr>
            <a:lvl5pPr marL="1827521" indent="0">
              <a:buNone/>
              <a:defRPr sz="2000"/>
            </a:lvl5pPr>
            <a:lvl6pPr marL="2284400" indent="0">
              <a:buNone/>
              <a:defRPr sz="2000"/>
            </a:lvl6pPr>
            <a:lvl7pPr marL="2741280" indent="0">
              <a:buNone/>
              <a:defRPr sz="2000"/>
            </a:lvl7pPr>
            <a:lvl8pPr marL="3198161" indent="0">
              <a:buNone/>
              <a:defRPr sz="2000"/>
            </a:lvl8pPr>
            <a:lvl9pPr marL="365504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880" indent="0">
              <a:buNone/>
              <a:defRPr sz="1200"/>
            </a:lvl2pPr>
            <a:lvl3pPr marL="913760" indent="0">
              <a:buNone/>
              <a:defRPr sz="1000"/>
            </a:lvl3pPr>
            <a:lvl4pPr marL="1370640" indent="0">
              <a:buNone/>
              <a:defRPr sz="900"/>
            </a:lvl4pPr>
            <a:lvl5pPr marL="1827521" indent="0">
              <a:buNone/>
              <a:defRPr sz="900"/>
            </a:lvl5pPr>
            <a:lvl6pPr marL="2284400" indent="0">
              <a:buNone/>
              <a:defRPr sz="900"/>
            </a:lvl6pPr>
            <a:lvl7pPr marL="2741280" indent="0">
              <a:buNone/>
              <a:defRPr sz="900"/>
            </a:lvl7pPr>
            <a:lvl8pPr marL="3198161" indent="0">
              <a:buNone/>
              <a:defRPr sz="900"/>
            </a:lvl8pPr>
            <a:lvl9pPr marL="365504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764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534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6"/>
            <a:ext cx="2057400" cy="32920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6"/>
            <a:ext cx="6019800" cy="329207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91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795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5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81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  <a:prstGeom prst="rect">
            <a:avLst/>
          </a:prstGeom>
        </p:spPr>
        <p:txBody>
          <a:bodyPr vert="horz" lIns="91376" tIns="45688" rIns="91376" bIns="45688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376" tIns="45688" rIns="91376" bIns="45688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0"/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760"/>
              <a:t>26/05/2015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0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0"/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760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87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376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660" indent="-342660" algn="l" defTabSz="91376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430" indent="-285550" algn="l" defTabSz="91376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1" indent="-228440" algn="l" defTabSz="9137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1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1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3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5.jp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 hidden="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974191" y="1806678"/>
            <a:ext cx="14398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400" dirty="0" smtClean="0">
                <a:solidFill>
                  <a:prstClr val="white"/>
                </a:solidFill>
                <a:latin typeface="Gill Sans Std ExtraBold" pitchFamily="34" charset="0"/>
              </a:rPr>
              <a:t>GSO</a:t>
            </a:r>
            <a:endParaRPr lang="pt-BR" sz="4400" dirty="0">
              <a:solidFill>
                <a:prstClr val="white"/>
              </a:solidFill>
              <a:latin typeface="Gill Sans Std ExtraBold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6645" y="2571763"/>
            <a:ext cx="41873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400" dirty="0" smtClean="0">
                <a:solidFill>
                  <a:prstClr val="white"/>
                </a:solidFill>
                <a:latin typeface="Gill Sans Std Light" pitchFamily="34" charset="0"/>
              </a:rPr>
              <a:t>Apresentação </a:t>
            </a:r>
            <a:r>
              <a:rPr lang="pt-BR" sz="4400" dirty="0" err="1" smtClean="0">
                <a:solidFill>
                  <a:prstClr val="white"/>
                </a:solidFill>
                <a:latin typeface="Gill Sans Std Light" pitchFamily="34" charset="0"/>
              </a:rPr>
              <a:t>OIs</a:t>
            </a:r>
            <a:endParaRPr lang="pt-BR" sz="4400" dirty="0">
              <a:solidFill>
                <a:prstClr val="white"/>
              </a:solidFill>
              <a:latin typeface="Gill Sans Std Light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80" y="676275"/>
            <a:ext cx="514350" cy="3790950"/>
          </a:xfrm>
          <a:prstGeom prst="rect">
            <a:avLst/>
          </a:prstGeom>
        </p:spPr>
      </p:pic>
      <p:grpSp>
        <p:nvGrpSpPr>
          <p:cNvPr id="41" name="Grupo 40"/>
          <p:cNvGrpSpPr/>
          <p:nvPr/>
        </p:nvGrpSpPr>
        <p:grpSpPr>
          <a:xfrm>
            <a:off x="7444045" y="3922933"/>
            <a:ext cx="933450" cy="854075"/>
            <a:chOff x="6775450" y="676275"/>
            <a:chExt cx="933450" cy="854075"/>
          </a:xfrm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677545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4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8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8 w 40"/>
                <a:gd name="T45" fmla="*/ 60 h 68"/>
                <a:gd name="T46" fmla="*/ 18 w 40"/>
                <a:gd name="T47" fmla="*/ 60 h 68"/>
                <a:gd name="T48" fmla="*/ 22 w 40"/>
                <a:gd name="T49" fmla="*/ 58 h 68"/>
                <a:gd name="T50" fmla="*/ 28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8 w 40"/>
                <a:gd name="T61" fmla="*/ 34 h 68"/>
                <a:gd name="T62" fmla="*/ 24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4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4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8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58"/>
                  </a:lnTo>
                  <a:lnTo>
                    <a:pt x="28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8" y="3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/>
          </p:nvSpPr>
          <p:spPr bwMode="auto">
            <a:xfrm>
              <a:off x="6851650" y="1457325"/>
              <a:ext cx="63500" cy="73025"/>
            </a:xfrm>
            <a:custGeom>
              <a:avLst/>
              <a:gdLst>
                <a:gd name="T0" fmla="*/ 38 w 40"/>
                <a:gd name="T1" fmla="*/ 40 h 46"/>
                <a:gd name="T2" fmla="*/ 38 w 40"/>
                <a:gd name="T3" fmla="*/ 40 h 46"/>
                <a:gd name="T4" fmla="*/ 30 w 40"/>
                <a:gd name="T5" fmla="*/ 44 h 46"/>
                <a:gd name="T6" fmla="*/ 20 w 40"/>
                <a:gd name="T7" fmla="*/ 46 h 46"/>
                <a:gd name="T8" fmla="*/ 20 w 40"/>
                <a:gd name="T9" fmla="*/ 46 h 46"/>
                <a:gd name="T10" fmla="*/ 12 w 40"/>
                <a:gd name="T11" fmla="*/ 44 h 46"/>
                <a:gd name="T12" fmla="*/ 4 w 40"/>
                <a:gd name="T13" fmla="*/ 38 h 46"/>
                <a:gd name="T14" fmla="*/ 0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0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0 w 40"/>
                <a:gd name="T27" fmla="*/ 0 h 46"/>
                <a:gd name="T28" fmla="*/ 20 w 40"/>
                <a:gd name="T29" fmla="*/ 0 h 46"/>
                <a:gd name="T30" fmla="*/ 28 w 40"/>
                <a:gd name="T31" fmla="*/ 2 h 46"/>
                <a:gd name="T32" fmla="*/ 34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8 w 40"/>
                <a:gd name="T39" fmla="*/ 24 h 46"/>
                <a:gd name="T40" fmla="*/ 8 w 40"/>
                <a:gd name="T41" fmla="*/ 24 h 46"/>
                <a:gd name="T42" fmla="*/ 10 w 40"/>
                <a:gd name="T43" fmla="*/ 30 h 46"/>
                <a:gd name="T44" fmla="*/ 12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0 w 40"/>
                <a:gd name="T53" fmla="*/ 36 h 46"/>
                <a:gd name="T54" fmla="*/ 38 w 40"/>
                <a:gd name="T55" fmla="*/ 32 h 46"/>
                <a:gd name="T56" fmla="*/ 38 w 40"/>
                <a:gd name="T57" fmla="*/ 40 h 46"/>
                <a:gd name="T58" fmla="*/ 30 w 40"/>
                <a:gd name="T59" fmla="*/ 18 h 46"/>
                <a:gd name="T60" fmla="*/ 30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4 w 40"/>
                <a:gd name="T67" fmla="*/ 8 h 46"/>
                <a:gd name="T68" fmla="*/ 20 w 40"/>
                <a:gd name="T69" fmla="*/ 8 h 46"/>
                <a:gd name="T70" fmla="*/ 20 w 40"/>
                <a:gd name="T71" fmla="*/ 8 h 46"/>
                <a:gd name="T72" fmla="*/ 16 w 40"/>
                <a:gd name="T73" fmla="*/ 8 h 46"/>
                <a:gd name="T74" fmla="*/ 12 w 40"/>
                <a:gd name="T75" fmla="*/ 10 h 46"/>
                <a:gd name="T76" fmla="*/ 10 w 40"/>
                <a:gd name="T77" fmla="*/ 14 h 46"/>
                <a:gd name="T78" fmla="*/ 8 w 40"/>
                <a:gd name="T79" fmla="*/ 18 h 46"/>
                <a:gd name="T80" fmla="*/ 30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38" y="40"/>
                  </a:moveTo>
                  <a:lnTo>
                    <a:pt x="38" y="40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0" y="36"/>
                  </a:lnTo>
                  <a:lnTo>
                    <a:pt x="38" y="32"/>
                  </a:lnTo>
                  <a:lnTo>
                    <a:pt x="38" y="40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6927850" y="1457325"/>
              <a:ext cx="101600" cy="69850"/>
            </a:xfrm>
            <a:custGeom>
              <a:avLst/>
              <a:gdLst>
                <a:gd name="T0" fmla="*/ 10 w 64"/>
                <a:gd name="T1" fmla="*/ 0 h 44"/>
                <a:gd name="T2" fmla="*/ 10 w 64"/>
                <a:gd name="T3" fmla="*/ 6 h 44"/>
                <a:gd name="T4" fmla="*/ 10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6 w 64"/>
                <a:gd name="T15" fmla="*/ 8 h 44"/>
                <a:gd name="T16" fmla="*/ 36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6 w 64"/>
                <a:gd name="T43" fmla="*/ 14 h 44"/>
                <a:gd name="T44" fmla="*/ 54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8 w 64"/>
                <a:gd name="T55" fmla="*/ 12 h 44"/>
                <a:gd name="T56" fmla="*/ 38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8 w 64"/>
                <a:gd name="T65" fmla="*/ 12 h 44"/>
                <a:gd name="T66" fmla="*/ 26 w 64"/>
                <a:gd name="T67" fmla="*/ 10 h 44"/>
                <a:gd name="T68" fmla="*/ 24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10 w 64"/>
                <a:gd name="T77" fmla="*/ 12 h 44"/>
                <a:gd name="T78" fmla="*/ 10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10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10" y="0"/>
                  </a:moveTo>
                  <a:lnTo>
                    <a:pt x="10" y="6"/>
                  </a:lnTo>
                  <a:lnTo>
                    <a:pt x="10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4"/>
                  </a:lnTo>
                  <a:lnTo>
                    <a:pt x="54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8" y="12"/>
                  </a:lnTo>
                  <a:lnTo>
                    <a:pt x="38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0" y="12"/>
                  </a:lnTo>
                  <a:lnTo>
                    <a:pt x="10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708977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2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28 w 40"/>
                <a:gd name="T31" fmla="*/ 2 h 46"/>
                <a:gd name="T32" fmla="*/ 36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0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6 w 40"/>
                <a:gd name="T73" fmla="*/ 8 h 46"/>
                <a:gd name="T74" fmla="*/ 14 w 40"/>
                <a:gd name="T75" fmla="*/ 10 h 46"/>
                <a:gd name="T76" fmla="*/ 10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7165975" y="1457325"/>
              <a:ext cx="47625" cy="73025"/>
            </a:xfrm>
            <a:custGeom>
              <a:avLst/>
              <a:gdLst>
                <a:gd name="T0" fmla="*/ 28 w 30"/>
                <a:gd name="T1" fmla="*/ 12 h 46"/>
                <a:gd name="T2" fmla="*/ 28 w 30"/>
                <a:gd name="T3" fmla="*/ 12 h 46"/>
                <a:gd name="T4" fmla="*/ 20 w 30"/>
                <a:gd name="T5" fmla="*/ 8 h 46"/>
                <a:gd name="T6" fmla="*/ 14 w 30"/>
                <a:gd name="T7" fmla="*/ 8 h 46"/>
                <a:gd name="T8" fmla="*/ 14 w 30"/>
                <a:gd name="T9" fmla="*/ 8 h 46"/>
                <a:gd name="T10" fmla="*/ 10 w 30"/>
                <a:gd name="T11" fmla="*/ 8 h 46"/>
                <a:gd name="T12" fmla="*/ 8 w 30"/>
                <a:gd name="T13" fmla="*/ 12 h 46"/>
                <a:gd name="T14" fmla="*/ 8 w 30"/>
                <a:gd name="T15" fmla="*/ 12 h 46"/>
                <a:gd name="T16" fmla="*/ 12 w 30"/>
                <a:gd name="T17" fmla="*/ 14 h 46"/>
                <a:gd name="T18" fmla="*/ 20 w 30"/>
                <a:gd name="T19" fmla="*/ 20 h 46"/>
                <a:gd name="T20" fmla="*/ 20 w 30"/>
                <a:gd name="T21" fmla="*/ 20 h 46"/>
                <a:gd name="T22" fmla="*/ 28 w 30"/>
                <a:gd name="T23" fmla="*/ 26 h 46"/>
                <a:gd name="T24" fmla="*/ 30 w 30"/>
                <a:gd name="T25" fmla="*/ 30 h 46"/>
                <a:gd name="T26" fmla="*/ 30 w 30"/>
                <a:gd name="T27" fmla="*/ 32 h 46"/>
                <a:gd name="T28" fmla="*/ 30 w 30"/>
                <a:gd name="T29" fmla="*/ 32 h 46"/>
                <a:gd name="T30" fmla="*/ 28 w 30"/>
                <a:gd name="T31" fmla="*/ 38 h 46"/>
                <a:gd name="T32" fmla="*/ 26 w 30"/>
                <a:gd name="T33" fmla="*/ 42 h 46"/>
                <a:gd name="T34" fmla="*/ 20 w 30"/>
                <a:gd name="T35" fmla="*/ 44 h 46"/>
                <a:gd name="T36" fmla="*/ 16 w 30"/>
                <a:gd name="T37" fmla="*/ 46 h 46"/>
                <a:gd name="T38" fmla="*/ 16 w 30"/>
                <a:gd name="T39" fmla="*/ 46 h 46"/>
                <a:gd name="T40" fmla="*/ 8 w 30"/>
                <a:gd name="T41" fmla="*/ 44 h 46"/>
                <a:gd name="T42" fmla="*/ 0 w 30"/>
                <a:gd name="T43" fmla="*/ 42 h 46"/>
                <a:gd name="T44" fmla="*/ 0 w 30"/>
                <a:gd name="T45" fmla="*/ 32 h 46"/>
                <a:gd name="T46" fmla="*/ 0 w 30"/>
                <a:gd name="T47" fmla="*/ 32 h 46"/>
                <a:gd name="T48" fmla="*/ 8 w 30"/>
                <a:gd name="T49" fmla="*/ 36 h 46"/>
                <a:gd name="T50" fmla="*/ 14 w 30"/>
                <a:gd name="T51" fmla="*/ 38 h 46"/>
                <a:gd name="T52" fmla="*/ 14 w 30"/>
                <a:gd name="T53" fmla="*/ 38 h 46"/>
                <a:gd name="T54" fmla="*/ 18 w 30"/>
                <a:gd name="T55" fmla="*/ 36 h 46"/>
                <a:gd name="T56" fmla="*/ 20 w 30"/>
                <a:gd name="T57" fmla="*/ 34 h 46"/>
                <a:gd name="T58" fmla="*/ 20 w 30"/>
                <a:gd name="T59" fmla="*/ 34 h 46"/>
                <a:gd name="T60" fmla="*/ 20 w 30"/>
                <a:gd name="T61" fmla="*/ 30 h 46"/>
                <a:gd name="T62" fmla="*/ 18 w 30"/>
                <a:gd name="T63" fmla="*/ 28 h 46"/>
                <a:gd name="T64" fmla="*/ 10 w 30"/>
                <a:gd name="T65" fmla="*/ 24 h 46"/>
                <a:gd name="T66" fmla="*/ 4 w 30"/>
                <a:gd name="T67" fmla="*/ 20 h 46"/>
                <a:gd name="T68" fmla="*/ 0 w 30"/>
                <a:gd name="T69" fmla="*/ 16 h 46"/>
                <a:gd name="T70" fmla="*/ 0 w 30"/>
                <a:gd name="T71" fmla="*/ 12 h 46"/>
                <a:gd name="T72" fmla="*/ 0 w 30"/>
                <a:gd name="T73" fmla="*/ 12 h 46"/>
                <a:gd name="T74" fmla="*/ 0 w 30"/>
                <a:gd name="T75" fmla="*/ 6 h 46"/>
                <a:gd name="T76" fmla="*/ 4 w 30"/>
                <a:gd name="T77" fmla="*/ 2 h 46"/>
                <a:gd name="T78" fmla="*/ 8 w 30"/>
                <a:gd name="T79" fmla="*/ 0 h 46"/>
                <a:gd name="T80" fmla="*/ 14 w 30"/>
                <a:gd name="T81" fmla="*/ 0 h 46"/>
                <a:gd name="T82" fmla="*/ 14 w 30"/>
                <a:gd name="T83" fmla="*/ 0 h 46"/>
                <a:gd name="T84" fmla="*/ 20 w 30"/>
                <a:gd name="T85" fmla="*/ 0 h 46"/>
                <a:gd name="T86" fmla="*/ 28 w 30"/>
                <a:gd name="T87" fmla="*/ 4 h 46"/>
                <a:gd name="T88" fmla="*/ 28 w 30"/>
                <a:gd name="T89" fmla="*/ 1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" h="46">
                  <a:moveTo>
                    <a:pt x="28" y="12"/>
                  </a:moveTo>
                  <a:lnTo>
                    <a:pt x="28" y="12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0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8" y="26"/>
                  </a:lnTo>
                  <a:lnTo>
                    <a:pt x="30" y="30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8"/>
                  </a:lnTo>
                  <a:lnTo>
                    <a:pt x="26" y="42"/>
                  </a:lnTo>
                  <a:lnTo>
                    <a:pt x="20" y="44"/>
                  </a:lnTo>
                  <a:lnTo>
                    <a:pt x="16" y="46"/>
                  </a:lnTo>
                  <a:lnTo>
                    <a:pt x="16" y="46"/>
                  </a:lnTo>
                  <a:lnTo>
                    <a:pt x="8" y="44"/>
                  </a:lnTo>
                  <a:lnTo>
                    <a:pt x="0" y="4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8" y="36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8" y="36"/>
                  </a:lnTo>
                  <a:lnTo>
                    <a:pt x="20" y="34"/>
                  </a:lnTo>
                  <a:lnTo>
                    <a:pt x="20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0" y="24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8" y="4"/>
                  </a:lnTo>
                  <a:lnTo>
                    <a:pt x="2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7219950" y="1444625"/>
              <a:ext cx="50800" cy="85725"/>
            </a:xfrm>
            <a:custGeom>
              <a:avLst/>
              <a:gdLst>
                <a:gd name="T0" fmla="*/ 16 w 32"/>
                <a:gd name="T1" fmla="*/ 8 h 54"/>
                <a:gd name="T2" fmla="*/ 30 w 32"/>
                <a:gd name="T3" fmla="*/ 8 h 54"/>
                <a:gd name="T4" fmla="*/ 30 w 32"/>
                <a:gd name="T5" fmla="*/ 16 h 54"/>
                <a:gd name="T6" fmla="*/ 16 w 32"/>
                <a:gd name="T7" fmla="*/ 16 h 54"/>
                <a:gd name="T8" fmla="*/ 16 w 32"/>
                <a:gd name="T9" fmla="*/ 40 h 54"/>
                <a:gd name="T10" fmla="*/ 16 w 32"/>
                <a:gd name="T11" fmla="*/ 40 h 54"/>
                <a:gd name="T12" fmla="*/ 16 w 32"/>
                <a:gd name="T13" fmla="*/ 42 h 54"/>
                <a:gd name="T14" fmla="*/ 18 w 32"/>
                <a:gd name="T15" fmla="*/ 44 h 54"/>
                <a:gd name="T16" fmla="*/ 22 w 32"/>
                <a:gd name="T17" fmla="*/ 46 h 54"/>
                <a:gd name="T18" fmla="*/ 22 w 32"/>
                <a:gd name="T19" fmla="*/ 46 h 54"/>
                <a:gd name="T20" fmla="*/ 28 w 32"/>
                <a:gd name="T21" fmla="*/ 46 h 54"/>
                <a:gd name="T22" fmla="*/ 32 w 32"/>
                <a:gd name="T23" fmla="*/ 42 h 54"/>
                <a:gd name="T24" fmla="*/ 32 w 32"/>
                <a:gd name="T25" fmla="*/ 50 h 54"/>
                <a:gd name="T26" fmla="*/ 32 w 32"/>
                <a:gd name="T27" fmla="*/ 50 h 54"/>
                <a:gd name="T28" fmla="*/ 22 w 32"/>
                <a:gd name="T29" fmla="*/ 54 h 54"/>
                <a:gd name="T30" fmla="*/ 22 w 32"/>
                <a:gd name="T31" fmla="*/ 54 h 54"/>
                <a:gd name="T32" fmla="*/ 16 w 32"/>
                <a:gd name="T33" fmla="*/ 52 h 54"/>
                <a:gd name="T34" fmla="*/ 10 w 32"/>
                <a:gd name="T35" fmla="*/ 50 h 54"/>
                <a:gd name="T36" fmla="*/ 8 w 32"/>
                <a:gd name="T37" fmla="*/ 46 h 54"/>
                <a:gd name="T38" fmla="*/ 8 w 32"/>
                <a:gd name="T39" fmla="*/ 40 h 54"/>
                <a:gd name="T40" fmla="*/ 8 w 32"/>
                <a:gd name="T41" fmla="*/ 16 h 54"/>
                <a:gd name="T42" fmla="*/ 0 w 32"/>
                <a:gd name="T43" fmla="*/ 16 h 54"/>
                <a:gd name="T44" fmla="*/ 0 w 32"/>
                <a:gd name="T45" fmla="*/ 16 h 54"/>
                <a:gd name="T46" fmla="*/ 16 w 32"/>
                <a:gd name="T47" fmla="*/ 0 h 54"/>
                <a:gd name="T48" fmla="*/ 16 w 32"/>
                <a:gd name="T4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54">
                  <a:moveTo>
                    <a:pt x="16" y="8"/>
                  </a:moveTo>
                  <a:lnTo>
                    <a:pt x="30" y="8"/>
                  </a:lnTo>
                  <a:lnTo>
                    <a:pt x="30" y="16"/>
                  </a:lnTo>
                  <a:lnTo>
                    <a:pt x="16" y="1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8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8" y="46"/>
                  </a:lnTo>
                  <a:lnTo>
                    <a:pt x="32" y="4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7277100" y="1457325"/>
              <a:ext cx="60325" cy="73025"/>
            </a:xfrm>
            <a:custGeom>
              <a:avLst/>
              <a:gdLst>
                <a:gd name="T0" fmla="*/ 38 w 38"/>
                <a:gd name="T1" fmla="*/ 42 h 46"/>
                <a:gd name="T2" fmla="*/ 38 w 38"/>
                <a:gd name="T3" fmla="*/ 42 h 46"/>
                <a:gd name="T4" fmla="*/ 32 w 38"/>
                <a:gd name="T5" fmla="*/ 46 h 46"/>
                <a:gd name="T6" fmla="*/ 28 w 38"/>
                <a:gd name="T7" fmla="*/ 46 h 46"/>
                <a:gd name="T8" fmla="*/ 28 w 38"/>
                <a:gd name="T9" fmla="*/ 46 h 46"/>
                <a:gd name="T10" fmla="*/ 24 w 38"/>
                <a:gd name="T11" fmla="*/ 44 h 46"/>
                <a:gd name="T12" fmla="*/ 22 w 38"/>
                <a:gd name="T13" fmla="*/ 42 h 46"/>
                <a:gd name="T14" fmla="*/ 22 w 38"/>
                <a:gd name="T15" fmla="*/ 42 h 46"/>
                <a:gd name="T16" fmla="*/ 16 w 38"/>
                <a:gd name="T17" fmla="*/ 44 h 46"/>
                <a:gd name="T18" fmla="*/ 10 w 38"/>
                <a:gd name="T19" fmla="*/ 46 h 46"/>
                <a:gd name="T20" fmla="*/ 10 w 38"/>
                <a:gd name="T21" fmla="*/ 46 h 46"/>
                <a:gd name="T22" fmla="*/ 6 w 38"/>
                <a:gd name="T23" fmla="*/ 44 h 46"/>
                <a:gd name="T24" fmla="*/ 2 w 38"/>
                <a:gd name="T25" fmla="*/ 42 h 46"/>
                <a:gd name="T26" fmla="*/ 0 w 38"/>
                <a:gd name="T27" fmla="*/ 40 h 46"/>
                <a:gd name="T28" fmla="*/ 0 w 38"/>
                <a:gd name="T29" fmla="*/ 36 h 46"/>
                <a:gd name="T30" fmla="*/ 0 w 38"/>
                <a:gd name="T31" fmla="*/ 36 h 46"/>
                <a:gd name="T32" fmla="*/ 0 w 38"/>
                <a:gd name="T33" fmla="*/ 30 h 46"/>
                <a:gd name="T34" fmla="*/ 4 w 38"/>
                <a:gd name="T35" fmla="*/ 26 h 46"/>
                <a:gd name="T36" fmla="*/ 14 w 38"/>
                <a:gd name="T37" fmla="*/ 20 h 46"/>
                <a:gd name="T38" fmla="*/ 22 w 38"/>
                <a:gd name="T39" fmla="*/ 18 h 46"/>
                <a:gd name="T40" fmla="*/ 22 w 38"/>
                <a:gd name="T41" fmla="*/ 16 h 46"/>
                <a:gd name="T42" fmla="*/ 22 w 38"/>
                <a:gd name="T43" fmla="*/ 16 h 46"/>
                <a:gd name="T44" fmla="*/ 22 w 38"/>
                <a:gd name="T45" fmla="*/ 12 h 46"/>
                <a:gd name="T46" fmla="*/ 20 w 38"/>
                <a:gd name="T47" fmla="*/ 10 h 46"/>
                <a:gd name="T48" fmla="*/ 18 w 38"/>
                <a:gd name="T49" fmla="*/ 8 h 46"/>
                <a:gd name="T50" fmla="*/ 14 w 38"/>
                <a:gd name="T51" fmla="*/ 8 h 46"/>
                <a:gd name="T52" fmla="*/ 14 w 38"/>
                <a:gd name="T53" fmla="*/ 8 h 46"/>
                <a:gd name="T54" fmla="*/ 6 w 38"/>
                <a:gd name="T55" fmla="*/ 10 h 46"/>
                <a:gd name="T56" fmla="*/ 0 w 38"/>
                <a:gd name="T57" fmla="*/ 16 h 46"/>
                <a:gd name="T58" fmla="*/ 0 w 38"/>
                <a:gd name="T59" fmla="*/ 6 h 46"/>
                <a:gd name="T60" fmla="*/ 0 w 38"/>
                <a:gd name="T61" fmla="*/ 6 h 46"/>
                <a:gd name="T62" fmla="*/ 6 w 38"/>
                <a:gd name="T63" fmla="*/ 2 h 46"/>
                <a:gd name="T64" fmla="*/ 14 w 38"/>
                <a:gd name="T65" fmla="*/ 0 h 46"/>
                <a:gd name="T66" fmla="*/ 14 w 38"/>
                <a:gd name="T67" fmla="*/ 0 h 46"/>
                <a:gd name="T68" fmla="*/ 20 w 38"/>
                <a:gd name="T69" fmla="*/ 0 h 46"/>
                <a:gd name="T70" fmla="*/ 26 w 38"/>
                <a:gd name="T71" fmla="*/ 4 h 46"/>
                <a:gd name="T72" fmla="*/ 30 w 38"/>
                <a:gd name="T73" fmla="*/ 8 h 46"/>
                <a:gd name="T74" fmla="*/ 30 w 38"/>
                <a:gd name="T75" fmla="*/ 14 h 46"/>
                <a:gd name="T76" fmla="*/ 30 w 38"/>
                <a:gd name="T77" fmla="*/ 38 h 46"/>
                <a:gd name="T78" fmla="*/ 30 w 38"/>
                <a:gd name="T79" fmla="*/ 38 h 46"/>
                <a:gd name="T80" fmla="*/ 32 w 38"/>
                <a:gd name="T81" fmla="*/ 38 h 46"/>
                <a:gd name="T82" fmla="*/ 32 w 38"/>
                <a:gd name="T83" fmla="*/ 40 h 46"/>
                <a:gd name="T84" fmla="*/ 32 w 38"/>
                <a:gd name="T85" fmla="*/ 40 h 46"/>
                <a:gd name="T86" fmla="*/ 38 w 38"/>
                <a:gd name="T87" fmla="*/ 38 h 46"/>
                <a:gd name="T88" fmla="*/ 38 w 38"/>
                <a:gd name="T89" fmla="*/ 42 h 46"/>
                <a:gd name="T90" fmla="*/ 22 w 38"/>
                <a:gd name="T91" fmla="*/ 24 h 46"/>
                <a:gd name="T92" fmla="*/ 22 w 38"/>
                <a:gd name="T93" fmla="*/ 24 h 46"/>
                <a:gd name="T94" fmla="*/ 12 w 38"/>
                <a:gd name="T95" fmla="*/ 28 h 46"/>
                <a:gd name="T96" fmla="*/ 10 w 38"/>
                <a:gd name="T97" fmla="*/ 30 h 46"/>
                <a:gd name="T98" fmla="*/ 8 w 38"/>
                <a:gd name="T99" fmla="*/ 34 h 46"/>
                <a:gd name="T100" fmla="*/ 8 w 38"/>
                <a:gd name="T101" fmla="*/ 34 h 46"/>
                <a:gd name="T102" fmla="*/ 10 w 38"/>
                <a:gd name="T103" fmla="*/ 38 h 46"/>
                <a:gd name="T104" fmla="*/ 14 w 38"/>
                <a:gd name="T105" fmla="*/ 40 h 46"/>
                <a:gd name="T106" fmla="*/ 14 w 38"/>
                <a:gd name="T107" fmla="*/ 40 h 46"/>
                <a:gd name="T108" fmla="*/ 18 w 38"/>
                <a:gd name="T109" fmla="*/ 38 h 46"/>
                <a:gd name="T110" fmla="*/ 22 w 38"/>
                <a:gd name="T111" fmla="*/ 36 h 46"/>
                <a:gd name="T112" fmla="*/ 22 w 38"/>
                <a:gd name="T113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" h="46">
                  <a:moveTo>
                    <a:pt x="38" y="42"/>
                  </a:moveTo>
                  <a:lnTo>
                    <a:pt x="38" y="42"/>
                  </a:lnTo>
                  <a:lnTo>
                    <a:pt x="32" y="46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4" y="44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6" y="44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6" y="44"/>
                  </a:lnTo>
                  <a:lnTo>
                    <a:pt x="2" y="42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4" y="26"/>
                  </a:lnTo>
                  <a:lnTo>
                    <a:pt x="14" y="20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2" y="38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38" y="38"/>
                  </a:lnTo>
                  <a:lnTo>
                    <a:pt x="38" y="42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10" y="38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18" y="38"/>
                  </a:lnTo>
                  <a:lnTo>
                    <a:pt x="22" y="36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7350125" y="1457325"/>
              <a:ext cx="50800" cy="69850"/>
            </a:xfrm>
            <a:custGeom>
              <a:avLst/>
              <a:gdLst>
                <a:gd name="T0" fmla="*/ 8 w 32"/>
                <a:gd name="T1" fmla="*/ 0 h 44"/>
                <a:gd name="T2" fmla="*/ 8 w 32"/>
                <a:gd name="T3" fmla="*/ 10 h 44"/>
                <a:gd name="T4" fmla="*/ 8 w 32"/>
                <a:gd name="T5" fmla="*/ 10 h 44"/>
                <a:gd name="T6" fmla="*/ 8 w 32"/>
                <a:gd name="T7" fmla="*/ 10 h 44"/>
                <a:gd name="T8" fmla="*/ 14 w 32"/>
                <a:gd name="T9" fmla="*/ 2 h 44"/>
                <a:gd name="T10" fmla="*/ 18 w 32"/>
                <a:gd name="T11" fmla="*/ 0 h 44"/>
                <a:gd name="T12" fmla="*/ 22 w 32"/>
                <a:gd name="T13" fmla="*/ 0 h 44"/>
                <a:gd name="T14" fmla="*/ 22 w 32"/>
                <a:gd name="T15" fmla="*/ 0 h 44"/>
                <a:gd name="T16" fmla="*/ 26 w 32"/>
                <a:gd name="T17" fmla="*/ 2 h 44"/>
                <a:gd name="T18" fmla="*/ 32 w 32"/>
                <a:gd name="T19" fmla="*/ 4 h 44"/>
                <a:gd name="T20" fmla="*/ 28 w 32"/>
                <a:gd name="T21" fmla="*/ 12 h 44"/>
                <a:gd name="T22" fmla="*/ 28 w 32"/>
                <a:gd name="T23" fmla="*/ 12 h 44"/>
                <a:gd name="T24" fmla="*/ 22 w 32"/>
                <a:gd name="T25" fmla="*/ 10 h 44"/>
                <a:gd name="T26" fmla="*/ 20 w 32"/>
                <a:gd name="T27" fmla="*/ 8 h 44"/>
                <a:gd name="T28" fmla="*/ 20 w 32"/>
                <a:gd name="T29" fmla="*/ 8 h 44"/>
                <a:gd name="T30" fmla="*/ 14 w 32"/>
                <a:gd name="T31" fmla="*/ 10 h 44"/>
                <a:gd name="T32" fmla="*/ 12 w 32"/>
                <a:gd name="T33" fmla="*/ 12 h 44"/>
                <a:gd name="T34" fmla="*/ 10 w 32"/>
                <a:gd name="T35" fmla="*/ 16 h 44"/>
                <a:gd name="T36" fmla="*/ 8 w 32"/>
                <a:gd name="T37" fmla="*/ 22 h 44"/>
                <a:gd name="T38" fmla="*/ 8 w 32"/>
                <a:gd name="T39" fmla="*/ 44 h 44"/>
                <a:gd name="T40" fmla="*/ 0 w 32"/>
                <a:gd name="T41" fmla="*/ 44 h 44"/>
                <a:gd name="T42" fmla="*/ 0 w 32"/>
                <a:gd name="T43" fmla="*/ 0 h 44"/>
                <a:gd name="T44" fmla="*/ 8 w 32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44">
                  <a:moveTo>
                    <a:pt x="8" y="0"/>
                  </a:move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2" y="4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2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/>
          </p:nvSpPr>
          <p:spPr bwMode="auto">
            <a:xfrm>
              <a:off x="745490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2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6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6 w 40"/>
                <a:gd name="T45" fmla="*/ 60 h 68"/>
                <a:gd name="T46" fmla="*/ 16 w 40"/>
                <a:gd name="T47" fmla="*/ 60 h 68"/>
                <a:gd name="T48" fmla="*/ 22 w 40"/>
                <a:gd name="T49" fmla="*/ 58 h 68"/>
                <a:gd name="T50" fmla="*/ 26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6 w 40"/>
                <a:gd name="T61" fmla="*/ 34 h 68"/>
                <a:gd name="T62" fmla="*/ 22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2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2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6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22" y="58"/>
                  </a:lnTo>
                  <a:lnTo>
                    <a:pt x="26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6" y="34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752792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4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4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30 w 40"/>
                <a:gd name="T31" fmla="*/ 2 h 46"/>
                <a:gd name="T32" fmla="*/ 36 w 40"/>
                <a:gd name="T33" fmla="*/ 6 h 46"/>
                <a:gd name="T34" fmla="*/ 40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2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2 w 40"/>
                <a:gd name="T63" fmla="*/ 14 h 46"/>
                <a:gd name="T64" fmla="*/ 30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8 w 40"/>
                <a:gd name="T73" fmla="*/ 8 h 46"/>
                <a:gd name="T74" fmla="*/ 14 w 40"/>
                <a:gd name="T75" fmla="*/ 10 h 46"/>
                <a:gd name="T76" fmla="*/ 12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4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40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2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2" y="14"/>
                  </a:lnTo>
                  <a:lnTo>
                    <a:pt x="30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8" y="8"/>
                  </a:lnTo>
                  <a:lnTo>
                    <a:pt x="14" y="10"/>
                  </a:lnTo>
                  <a:lnTo>
                    <a:pt x="12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3" name="Freeform 15"/>
            <p:cNvSpPr>
              <a:spLocks/>
            </p:cNvSpPr>
            <p:nvPr/>
          </p:nvSpPr>
          <p:spPr bwMode="auto">
            <a:xfrm>
              <a:off x="7607300" y="1457325"/>
              <a:ext cx="101600" cy="69850"/>
            </a:xfrm>
            <a:custGeom>
              <a:avLst/>
              <a:gdLst>
                <a:gd name="T0" fmla="*/ 8 w 64"/>
                <a:gd name="T1" fmla="*/ 0 h 44"/>
                <a:gd name="T2" fmla="*/ 8 w 64"/>
                <a:gd name="T3" fmla="*/ 6 h 44"/>
                <a:gd name="T4" fmla="*/ 8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4 w 64"/>
                <a:gd name="T15" fmla="*/ 8 h 44"/>
                <a:gd name="T16" fmla="*/ 34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4 w 64"/>
                <a:gd name="T43" fmla="*/ 14 h 44"/>
                <a:gd name="T44" fmla="*/ 52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6 w 64"/>
                <a:gd name="T55" fmla="*/ 12 h 44"/>
                <a:gd name="T56" fmla="*/ 36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6 w 64"/>
                <a:gd name="T65" fmla="*/ 12 h 44"/>
                <a:gd name="T66" fmla="*/ 26 w 64"/>
                <a:gd name="T67" fmla="*/ 10 h 44"/>
                <a:gd name="T68" fmla="*/ 22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8 w 64"/>
                <a:gd name="T77" fmla="*/ 12 h 44"/>
                <a:gd name="T78" fmla="*/ 8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8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8" y="0"/>
                  </a:moveTo>
                  <a:lnTo>
                    <a:pt x="8" y="6"/>
                  </a:lnTo>
                  <a:lnTo>
                    <a:pt x="8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4" y="14"/>
                  </a:lnTo>
                  <a:lnTo>
                    <a:pt x="52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8" y="1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4" name="Freeform 16"/>
            <p:cNvSpPr>
              <a:spLocks/>
            </p:cNvSpPr>
            <p:nvPr/>
          </p:nvSpPr>
          <p:spPr bwMode="auto">
            <a:xfrm>
              <a:off x="6775450" y="1209675"/>
              <a:ext cx="165100" cy="142875"/>
            </a:xfrm>
            <a:custGeom>
              <a:avLst/>
              <a:gdLst>
                <a:gd name="T0" fmla="*/ 52 w 104"/>
                <a:gd name="T1" fmla="*/ 0 h 90"/>
                <a:gd name="T2" fmla="*/ 52 w 104"/>
                <a:gd name="T3" fmla="*/ 0 h 90"/>
                <a:gd name="T4" fmla="*/ 42 w 104"/>
                <a:gd name="T5" fmla="*/ 0 h 90"/>
                <a:gd name="T6" fmla="*/ 32 w 104"/>
                <a:gd name="T7" fmla="*/ 2 h 90"/>
                <a:gd name="T8" fmla="*/ 24 w 104"/>
                <a:gd name="T9" fmla="*/ 6 h 90"/>
                <a:gd name="T10" fmla="*/ 16 w 104"/>
                <a:gd name="T11" fmla="*/ 10 h 90"/>
                <a:gd name="T12" fmla="*/ 10 w 104"/>
                <a:gd name="T13" fmla="*/ 16 h 90"/>
                <a:gd name="T14" fmla="*/ 4 w 104"/>
                <a:gd name="T15" fmla="*/ 24 h 90"/>
                <a:gd name="T16" fmla="*/ 2 w 104"/>
                <a:gd name="T17" fmla="*/ 32 h 90"/>
                <a:gd name="T18" fmla="*/ 0 w 104"/>
                <a:gd name="T19" fmla="*/ 40 h 90"/>
                <a:gd name="T20" fmla="*/ 0 w 104"/>
                <a:gd name="T21" fmla="*/ 90 h 90"/>
                <a:gd name="T22" fmla="*/ 22 w 104"/>
                <a:gd name="T23" fmla="*/ 90 h 90"/>
                <a:gd name="T24" fmla="*/ 22 w 104"/>
                <a:gd name="T25" fmla="*/ 38 h 90"/>
                <a:gd name="T26" fmla="*/ 22 w 104"/>
                <a:gd name="T27" fmla="*/ 38 h 90"/>
                <a:gd name="T28" fmla="*/ 26 w 104"/>
                <a:gd name="T29" fmla="*/ 26 h 90"/>
                <a:gd name="T30" fmla="*/ 32 w 104"/>
                <a:gd name="T31" fmla="*/ 16 h 90"/>
                <a:gd name="T32" fmla="*/ 40 w 104"/>
                <a:gd name="T33" fmla="*/ 10 h 90"/>
                <a:gd name="T34" fmla="*/ 52 w 104"/>
                <a:gd name="T35" fmla="*/ 8 h 90"/>
                <a:gd name="T36" fmla="*/ 52 w 104"/>
                <a:gd name="T37" fmla="*/ 8 h 90"/>
                <a:gd name="T38" fmla="*/ 64 w 104"/>
                <a:gd name="T39" fmla="*/ 10 h 90"/>
                <a:gd name="T40" fmla="*/ 72 w 104"/>
                <a:gd name="T41" fmla="*/ 16 h 90"/>
                <a:gd name="T42" fmla="*/ 78 w 104"/>
                <a:gd name="T43" fmla="*/ 26 h 90"/>
                <a:gd name="T44" fmla="*/ 80 w 104"/>
                <a:gd name="T45" fmla="*/ 38 h 90"/>
                <a:gd name="T46" fmla="*/ 80 w 104"/>
                <a:gd name="T47" fmla="*/ 90 h 90"/>
                <a:gd name="T48" fmla="*/ 104 w 104"/>
                <a:gd name="T49" fmla="*/ 90 h 90"/>
                <a:gd name="T50" fmla="*/ 104 w 104"/>
                <a:gd name="T51" fmla="*/ 40 h 90"/>
                <a:gd name="T52" fmla="*/ 104 w 104"/>
                <a:gd name="T53" fmla="*/ 40 h 90"/>
                <a:gd name="T54" fmla="*/ 102 w 104"/>
                <a:gd name="T55" fmla="*/ 32 h 90"/>
                <a:gd name="T56" fmla="*/ 100 w 104"/>
                <a:gd name="T57" fmla="*/ 24 h 90"/>
                <a:gd name="T58" fmla="*/ 94 w 104"/>
                <a:gd name="T59" fmla="*/ 16 h 90"/>
                <a:gd name="T60" fmla="*/ 88 w 104"/>
                <a:gd name="T61" fmla="*/ 10 h 90"/>
                <a:gd name="T62" fmla="*/ 80 w 104"/>
                <a:gd name="T63" fmla="*/ 6 h 90"/>
                <a:gd name="T64" fmla="*/ 72 w 104"/>
                <a:gd name="T65" fmla="*/ 2 h 90"/>
                <a:gd name="T66" fmla="*/ 62 w 104"/>
                <a:gd name="T67" fmla="*/ 0 h 90"/>
                <a:gd name="T68" fmla="*/ 52 w 104"/>
                <a:gd name="T69" fmla="*/ 0 h 90"/>
                <a:gd name="T70" fmla="*/ 52 w 104"/>
                <a:gd name="T7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90">
                  <a:moveTo>
                    <a:pt x="52" y="0"/>
                  </a:moveTo>
                  <a:lnTo>
                    <a:pt x="5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4" y="6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4" y="24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0" y="90"/>
                  </a:lnTo>
                  <a:lnTo>
                    <a:pt x="22" y="90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6" y="26"/>
                  </a:lnTo>
                  <a:lnTo>
                    <a:pt x="32" y="16"/>
                  </a:lnTo>
                  <a:lnTo>
                    <a:pt x="40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4" y="10"/>
                  </a:lnTo>
                  <a:lnTo>
                    <a:pt x="72" y="16"/>
                  </a:lnTo>
                  <a:lnTo>
                    <a:pt x="78" y="26"/>
                  </a:lnTo>
                  <a:lnTo>
                    <a:pt x="80" y="38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2" y="32"/>
                  </a:lnTo>
                  <a:lnTo>
                    <a:pt x="100" y="24"/>
                  </a:lnTo>
                  <a:lnTo>
                    <a:pt x="94" y="16"/>
                  </a:lnTo>
                  <a:lnTo>
                    <a:pt x="88" y="10"/>
                  </a:lnTo>
                  <a:lnTo>
                    <a:pt x="80" y="6"/>
                  </a:lnTo>
                  <a:lnTo>
                    <a:pt x="72" y="2"/>
                  </a:lnTo>
                  <a:lnTo>
                    <a:pt x="6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5" name="Freeform 17"/>
            <p:cNvSpPr>
              <a:spLocks/>
            </p:cNvSpPr>
            <p:nvPr/>
          </p:nvSpPr>
          <p:spPr bwMode="auto">
            <a:xfrm>
              <a:off x="7264400" y="1209675"/>
              <a:ext cx="161925" cy="146050"/>
            </a:xfrm>
            <a:custGeom>
              <a:avLst/>
              <a:gdLst>
                <a:gd name="T0" fmla="*/ 50 w 102"/>
                <a:gd name="T1" fmla="*/ 92 h 92"/>
                <a:gd name="T2" fmla="*/ 50 w 102"/>
                <a:gd name="T3" fmla="*/ 92 h 92"/>
                <a:gd name="T4" fmla="*/ 62 w 102"/>
                <a:gd name="T5" fmla="*/ 92 h 92"/>
                <a:gd name="T6" fmla="*/ 70 w 102"/>
                <a:gd name="T7" fmla="*/ 88 h 92"/>
                <a:gd name="T8" fmla="*/ 80 w 102"/>
                <a:gd name="T9" fmla="*/ 86 h 92"/>
                <a:gd name="T10" fmla="*/ 88 w 102"/>
                <a:gd name="T11" fmla="*/ 80 h 92"/>
                <a:gd name="T12" fmla="*/ 94 w 102"/>
                <a:gd name="T13" fmla="*/ 74 h 92"/>
                <a:gd name="T14" fmla="*/ 98 w 102"/>
                <a:gd name="T15" fmla="*/ 68 h 92"/>
                <a:gd name="T16" fmla="*/ 102 w 102"/>
                <a:gd name="T17" fmla="*/ 60 h 92"/>
                <a:gd name="T18" fmla="*/ 102 w 102"/>
                <a:gd name="T19" fmla="*/ 52 h 92"/>
                <a:gd name="T20" fmla="*/ 102 w 102"/>
                <a:gd name="T21" fmla="*/ 0 h 92"/>
                <a:gd name="T22" fmla="*/ 80 w 102"/>
                <a:gd name="T23" fmla="*/ 0 h 92"/>
                <a:gd name="T24" fmla="*/ 80 w 102"/>
                <a:gd name="T25" fmla="*/ 54 h 92"/>
                <a:gd name="T26" fmla="*/ 80 w 102"/>
                <a:gd name="T27" fmla="*/ 54 h 92"/>
                <a:gd name="T28" fmla="*/ 78 w 102"/>
                <a:gd name="T29" fmla="*/ 66 h 92"/>
                <a:gd name="T30" fmla="*/ 72 w 102"/>
                <a:gd name="T31" fmla="*/ 74 h 92"/>
                <a:gd name="T32" fmla="*/ 62 w 102"/>
                <a:gd name="T33" fmla="*/ 80 h 92"/>
                <a:gd name="T34" fmla="*/ 50 w 102"/>
                <a:gd name="T35" fmla="*/ 84 h 92"/>
                <a:gd name="T36" fmla="*/ 50 w 102"/>
                <a:gd name="T37" fmla="*/ 84 h 92"/>
                <a:gd name="T38" fmla="*/ 40 w 102"/>
                <a:gd name="T39" fmla="*/ 80 h 92"/>
                <a:gd name="T40" fmla="*/ 30 w 102"/>
                <a:gd name="T41" fmla="*/ 74 h 92"/>
                <a:gd name="T42" fmla="*/ 24 w 102"/>
                <a:gd name="T43" fmla="*/ 66 h 92"/>
                <a:gd name="T44" fmla="*/ 22 w 102"/>
                <a:gd name="T45" fmla="*/ 54 h 92"/>
                <a:gd name="T46" fmla="*/ 22 w 102"/>
                <a:gd name="T47" fmla="*/ 0 h 92"/>
                <a:gd name="T48" fmla="*/ 0 w 102"/>
                <a:gd name="T49" fmla="*/ 0 h 92"/>
                <a:gd name="T50" fmla="*/ 0 w 102"/>
                <a:gd name="T51" fmla="*/ 52 h 92"/>
                <a:gd name="T52" fmla="*/ 0 w 102"/>
                <a:gd name="T53" fmla="*/ 52 h 92"/>
                <a:gd name="T54" fmla="*/ 0 w 102"/>
                <a:gd name="T55" fmla="*/ 60 h 92"/>
                <a:gd name="T56" fmla="*/ 4 w 102"/>
                <a:gd name="T57" fmla="*/ 68 h 92"/>
                <a:gd name="T58" fmla="*/ 8 w 102"/>
                <a:gd name="T59" fmla="*/ 74 h 92"/>
                <a:gd name="T60" fmla="*/ 14 w 102"/>
                <a:gd name="T61" fmla="*/ 80 h 92"/>
                <a:gd name="T62" fmla="*/ 22 w 102"/>
                <a:gd name="T63" fmla="*/ 86 h 92"/>
                <a:gd name="T64" fmla="*/ 30 w 102"/>
                <a:gd name="T65" fmla="*/ 88 h 92"/>
                <a:gd name="T66" fmla="*/ 40 w 102"/>
                <a:gd name="T67" fmla="*/ 92 h 92"/>
                <a:gd name="T68" fmla="*/ 50 w 102"/>
                <a:gd name="T69" fmla="*/ 92 h 92"/>
                <a:gd name="T70" fmla="*/ 50 w 102"/>
                <a:gd name="T7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92">
                  <a:moveTo>
                    <a:pt x="50" y="92"/>
                  </a:moveTo>
                  <a:lnTo>
                    <a:pt x="50" y="92"/>
                  </a:lnTo>
                  <a:lnTo>
                    <a:pt x="62" y="92"/>
                  </a:lnTo>
                  <a:lnTo>
                    <a:pt x="70" y="88"/>
                  </a:lnTo>
                  <a:lnTo>
                    <a:pt x="80" y="86"/>
                  </a:lnTo>
                  <a:lnTo>
                    <a:pt x="88" y="80"/>
                  </a:lnTo>
                  <a:lnTo>
                    <a:pt x="94" y="74"/>
                  </a:lnTo>
                  <a:lnTo>
                    <a:pt x="98" y="68"/>
                  </a:lnTo>
                  <a:lnTo>
                    <a:pt x="102" y="60"/>
                  </a:lnTo>
                  <a:lnTo>
                    <a:pt x="102" y="52"/>
                  </a:lnTo>
                  <a:lnTo>
                    <a:pt x="102" y="0"/>
                  </a:lnTo>
                  <a:lnTo>
                    <a:pt x="80" y="0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66"/>
                  </a:lnTo>
                  <a:lnTo>
                    <a:pt x="72" y="74"/>
                  </a:lnTo>
                  <a:lnTo>
                    <a:pt x="62" y="80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0" y="80"/>
                  </a:lnTo>
                  <a:lnTo>
                    <a:pt x="30" y="74"/>
                  </a:lnTo>
                  <a:lnTo>
                    <a:pt x="24" y="66"/>
                  </a:lnTo>
                  <a:lnTo>
                    <a:pt x="22" y="5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4" y="68"/>
                  </a:lnTo>
                  <a:lnTo>
                    <a:pt x="8" y="74"/>
                  </a:lnTo>
                  <a:lnTo>
                    <a:pt x="14" y="80"/>
                  </a:lnTo>
                  <a:lnTo>
                    <a:pt x="22" y="86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6" name="Freeform 18"/>
            <p:cNvSpPr>
              <a:spLocks/>
            </p:cNvSpPr>
            <p:nvPr/>
          </p:nvSpPr>
          <p:spPr bwMode="auto">
            <a:xfrm>
              <a:off x="696595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2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4 w 104"/>
                <a:gd name="T31" fmla="*/ 76 h 92"/>
                <a:gd name="T32" fmla="*/ 70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2 w 104"/>
                <a:gd name="T57" fmla="*/ 52 h 92"/>
                <a:gd name="T58" fmla="*/ 82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2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2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6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2" y="84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4" y="84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0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30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4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8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2" y="80"/>
                  </a:lnTo>
                  <a:lnTo>
                    <a:pt x="82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7" name="Freeform 19"/>
            <p:cNvSpPr>
              <a:spLocks/>
            </p:cNvSpPr>
            <p:nvPr/>
          </p:nvSpPr>
          <p:spPr bwMode="auto">
            <a:xfrm>
              <a:off x="754380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0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2 w 104"/>
                <a:gd name="T31" fmla="*/ 76 h 92"/>
                <a:gd name="T32" fmla="*/ 68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0 w 104"/>
                <a:gd name="T57" fmla="*/ 52 h 92"/>
                <a:gd name="T58" fmla="*/ 80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0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0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0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0" y="84"/>
                  </a:lnTo>
                  <a:lnTo>
                    <a:pt x="30" y="88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2" y="84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68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28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2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6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80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8" name="Freeform 20"/>
            <p:cNvSpPr>
              <a:spLocks/>
            </p:cNvSpPr>
            <p:nvPr/>
          </p:nvSpPr>
          <p:spPr bwMode="auto">
            <a:xfrm>
              <a:off x="7165975" y="1146175"/>
              <a:ext cx="73025" cy="228600"/>
            </a:xfrm>
            <a:custGeom>
              <a:avLst/>
              <a:gdLst>
                <a:gd name="T0" fmla="*/ 22 w 46"/>
                <a:gd name="T1" fmla="*/ 110 h 144"/>
                <a:gd name="T2" fmla="*/ 22 w 46"/>
                <a:gd name="T3" fmla="*/ 110 h 144"/>
                <a:gd name="T4" fmla="*/ 22 w 46"/>
                <a:gd name="T5" fmla="*/ 54 h 144"/>
                <a:gd name="T6" fmla="*/ 42 w 46"/>
                <a:gd name="T7" fmla="*/ 54 h 144"/>
                <a:gd name="T8" fmla="*/ 42 w 46"/>
                <a:gd name="T9" fmla="*/ 40 h 144"/>
                <a:gd name="T10" fmla="*/ 22 w 46"/>
                <a:gd name="T11" fmla="*/ 40 h 144"/>
                <a:gd name="T12" fmla="*/ 22 w 46"/>
                <a:gd name="T13" fmla="*/ 40 h 144"/>
                <a:gd name="T14" fmla="*/ 22 w 46"/>
                <a:gd name="T15" fmla="*/ 0 h 144"/>
                <a:gd name="T16" fmla="*/ 0 w 46"/>
                <a:gd name="T17" fmla="*/ 0 h 144"/>
                <a:gd name="T18" fmla="*/ 0 w 46"/>
                <a:gd name="T19" fmla="*/ 0 h 144"/>
                <a:gd name="T20" fmla="*/ 0 w 46"/>
                <a:gd name="T21" fmla="*/ 110 h 144"/>
                <a:gd name="T22" fmla="*/ 0 w 46"/>
                <a:gd name="T23" fmla="*/ 110 h 144"/>
                <a:gd name="T24" fmla="*/ 2 w 46"/>
                <a:gd name="T25" fmla="*/ 124 h 144"/>
                <a:gd name="T26" fmla="*/ 6 w 46"/>
                <a:gd name="T27" fmla="*/ 134 h 144"/>
                <a:gd name="T28" fmla="*/ 14 w 46"/>
                <a:gd name="T29" fmla="*/ 140 h 144"/>
                <a:gd name="T30" fmla="*/ 24 w 46"/>
                <a:gd name="T31" fmla="*/ 144 h 144"/>
                <a:gd name="T32" fmla="*/ 32 w 46"/>
                <a:gd name="T33" fmla="*/ 144 h 144"/>
                <a:gd name="T34" fmla="*/ 40 w 46"/>
                <a:gd name="T35" fmla="*/ 144 h 144"/>
                <a:gd name="T36" fmla="*/ 46 w 46"/>
                <a:gd name="T37" fmla="*/ 144 h 144"/>
                <a:gd name="T38" fmla="*/ 46 w 46"/>
                <a:gd name="T39" fmla="*/ 136 h 144"/>
                <a:gd name="T40" fmla="*/ 46 w 46"/>
                <a:gd name="T41" fmla="*/ 136 h 144"/>
                <a:gd name="T42" fmla="*/ 42 w 46"/>
                <a:gd name="T43" fmla="*/ 138 h 144"/>
                <a:gd name="T44" fmla="*/ 34 w 46"/>
                <a:gd name="T45" fmla="*/ 136 h 144"/>
                <a:gd name="T46" fmla="*/ 30 w 46"/>
                <a:gd name="T47" fmla="*/ 134 h 144"/>
                <a:gd name="T48" fmla="*/ 26 w 46"/>
                <a:gd name="T49" fmla="*/ 128 h 144"/>
                <a:gd name="T50" fmla="*/ 24 w 46"/>
                <a:gd name="T51" fmla="*/ 120 h 144"/>
                <a:gd name="T52" fmla="*/ 22 w 46"/>
                <a:gd name="T53" fmla="*/ 110 h 144"/>
                <a:gd name="T54" fmla="*/ 22 w 46"/>
                <a:gd name="T55" fmla="*/ 1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144">
                  <a:moveTo>
                    <a:pt x="22" y="110"/>
                  </a:moveTo>
                  <a:lnTo>
                    <a:pt x="22" y="110"/>
                  </a:lnTo>
                  <a:lnTo>
                    <a:pt x="22" y="54"/>
                  </a:lnTo>
                  <a:lnTo>
                    <a:pt x="42" y="54"/>
                  </a:lnTo>
                  <a:lnTo>
                    <a:pt x="4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24"/>
                  </a:lnTo>
                  <a:lnTo>
                    <a:pt x="6" y="134"/>
                  </a:lnTo>
                  <a:lnTo>
                    <a:pt x="14" y="140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44"/>
                  </a:lnTo>
                  <a:lnTo>
                    <a:pt x="46" y="144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2" y="138"/>
                  </a:lnTo>
                  <a:lnTo>
                    <a:pt x="34" y="136"/>
                  </a:lnTo>
                  <a:lnTo>
                    <a:pt x="30" y="134"/>
                  </a:lnTo>
                  <a:lnTo>
                    <a:pt x="26" y="128"/>
                  </a:lnTo>
                  <a:lnTo>
                    <a:pt x="24" y="120"/>
                  </a:lnTo>
                  <a:lnTo>
                    <a:pt x="22" y="110"/>
                  </a:lnTo>
                  <a:lnTo>
                    <a:pt x="2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9" name="Freeform 21"/>
            <p:cNvSpPr>
              <a:spLocks/>
            </p:cNvSpPr>
            <p:nvPr/>
          </p:nvSpPr>
          <p:spPr bwMode="auto">
            <a:xfrm>
              <a:off x="7461250" y="1209675"/>
              <a:ext cx="79375" cy="142875"/>
            </a:xfrm>
            <a:custGeom>
              <a:avLst/>
              <a:gdLst>
                <a:gd name="T0" fmla="*/ 22 w 50"/>
                <a:gd name="T1" fmla="*/ 36 h 90"/>
                <a:gd name="T2" fmla="*/ 22 w 50"/>
                <a:gd name="T3" fmla="*/ 36 h 90"/>
                <a:gd name="T4" fmla="*/ 22 w 50"/>
                <a:gd name="T5" fmla="*/ 90 h 90"/>
                <a:gd name="T6" fmla="*/ 0 w 50"/>
                <a:gd name="T7" fmla="*/ 90 h 90"/>
                <a:gd name="T8" fmla="*/ 0 w 50"/>
                <a:gd name="T9" fmla="*/ 90 h 90"/>
                <a:gd name="T10" fmla="*/ 0 w 50"/>
                <a:gd name="T11" fmla="*/ 36 h 90"/>
                <a:gd name="T12" fmla="*/ 0 w 50"/>
                <a:gd name="T13" fmla="*/ 36 h 90"/>
                <a:gd name="T14" fmla="*/ 0 w 50"/>
                <a:gd name="T15" fmla="*/ 28 h 90"/>
                <a:gd name="T16" fmla="*/ 2 w 50"/>
                <a:gd name="T17" fmla="*/ 22 h 90"/>
                <a:gd name="T18" fmla="*/ 4 w 50"/>
                <a:gd name="T19" fmla="*/ 16 h 90"/>
                <a:gd name="T20" fmla="*/ 8 w 50"/>
                <a:gd name="T21" fmla="*/ 12 h 90"/>
                <a:gd name="T22" fmla="*/ 16 w 50"/>
                <a:gd name="T23" fmla="*/ 6 h 90"/>
                <a:gd name="T24" fmla="*/ 24 w 50"/>
                <a:gd name="T25" fmla="*/ 2 h 90"/>
                <a:gd name="T26" fmla="*/ 34 w 50"/>
                <a:gd name="T27" fmla="*/ 0 h 90"/>
                <a:gd name="T28" fmla="*/ 42 w 50"/>
                <a:gd name="T29" fmla="*/ 0 h 90"/>
                <a:gd name="T30" fmla="*/ 50 w 50"/>
                <a:gd name="T31" fmla="*/ 2 h 90"/>
                <a:gd name="T32" fmla="*/ 50 w 50"/>
                <a:gd name="T33" fmla="*/ 10 h 90"/>
                <a:gd name="T34" fmla="*/ 50 w 50"/>
                <a:gd name="T35" fmla="*/ 10 h 90"/>
                <a:gd name="T36" fmla="*/ 46 w 50"/>
                <a:gd name="T37" fmla="*/ 8 h 90"/>
                <a:gd name="T38" fmla="*/ 36 w 50"/>
                <a:gd name="T39" fmla="*/ 10 h 90"/>
                <a:gd name="T40" fmla="*/ 32 w 50"/>
                <a:gd name="T41" fmla="*/ 12 h 90"/>
                <a:gd name="T42" fmla="*/ 26 w 50"/>
                <a:gd name="T43" fmla="*/ 16 h 90"/>
                <a:gd name="T44" fmla="*/ 24 w 50"/>
                <a:gd name="T45" fmla="*/ 24 h 90"/>
                <a:gd name="T46" fmla="*/ 22 w 50"/>
                <a:gd name="T47" fmla="*/ 36 h 90"/>
                <a:gd name="T48" fmla="*/ 22 w 50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0" h="90">
                  <a:moveTo>
                    <a:pt x="22" y="36"/>
                  </a:moveTo>
                  <a:lnTo>
                    <a:pt x="22" y="36"/>
                  </a:lnTo>
                  <a:lnTo>
                    <a:pt x="2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6" y="6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8"/>
                  </a:lnTo>
                  <a:lnTo>
                    <a:pt x="36" y="10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4" y="24"/>
                  </a:lnTo>
                  <a:lnTo>
                    <a:pt x="22" y="36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40" name="Freeform 22"/>
            <p:cNvSpPr>
              <a:spLocks noEditPoints="1"/>
            </p:cNvSpPr>
            <p:nvPr/>
          </p:nvSpPr>
          <p:spPr bwMode="auto">
            <a:xfrm>
              <a:off x="6937375" y="676275"/>
              <a:ext cx="603250" cy="425450"/>
            </a:xfrm>
            <a:custGeom>
              <a:avLst/>
              <a:gdLst>
                <a:gd name="T0" fmla="*/ 368 w 380"/>
                <a:gd name="T1" fmla="*/ 100 h 268"/>
                <a:gd name="T2" fmla="*/ 328 w 380"/>
                <a:gd name="T3" fmla="*/ 104 h 268"/>
                <a:gd name="T4" fmla="*/ 296 w 380"/>
                <a:gd name="T5" fmla="*/ 104 h 268"/>
                <a:gd name="T6" fmla="*/ 300 w 380"/>
                <a:gd name="T7" fmla="*/ 42 h 268"/>
                <a:gd name="T8" fmla="*/ 272 w 380"/>
                <a:gd name="T9" fmla="*/ 8 h 268"/>
                <a:gd name="T10" fmla="*/ 230 w 380"/>
                <a:gd name="T11" fmla="*/ 0 h 268"/>
                <a:gd name="T12" fmla="*/ 194 w 380"/>
                <a:gd name="T13" fmla="*/ 20 h 268"/>
                <a:gd name="T14" fmla="*/ 164 w 380"/>
                <a:gd name="T15" fmla="*/ 78 h 268"/>
                <a:gd name="T16" fmla="*/ 140 w 380"/>
                <a:gd name="T17" fmla="*/ 66 h 268"/>
                <a:gd name="T18" fmla="*/ 88 w 380"/>
                <a:gd name="T19" fmla="*/ 28 h 268"/>
                <a:gd name="T20" fmla="*/ 46 w 380"/>
                <a:gd name="T21" fmla="*/ 34 h 268"/>
                <a:gd name="T22" fmla="*/ 26 w 380"/>
                <a:gd name="T23" fmla="*/ 60 h 268"/>
                <a:gd name="T24" fmla="*/ 32 w 380"/>
                <a:gd name="T25" fmla="*/ 108 h 268"/>
                <a:gd name="T26" fmla="*/ 62 w 380"/>
                <a:gd name="T27" fmla="*/ 154 h 268"/>
                <a:gd name="T28" fmla="*/ 10 w 380"/>
                <a:gd name="T29" fmla="*/ 146 h 268"/>
                <a:gd name="T30" fmla="*/ 0 w 380"/>
                <a:gd name="T31" fmla="*/ 158 h 268"/>
                <a:gd name="T32" fmla="*/ 20 w 380"/>
                <a:gd name="T33" fmla="*/ 194 h 268"/>
                <a:gd name="T34" fmla="*/ 80 w 380"/>
                <a:gd name="T35" fmla="*/ 230 h 268"/>
                <a:gd name="T36" fmla="*/ 94 w 380"/>
                <a:gd name="T37" fmla="*/ 242 h 268"/>
                <a:gd name="T38" fmla="*/ 124 w 380"/>
                <a:gd name="T39" fmla="*/ 264 h 268"/>
                <a:gd name="T40" fmla="*/ 182 w 380"/>
                <a:gd name="T41" fmla="*/ 268 h 268"/>
                <a:gd name="T42" fmla="*/ 208 w 380"/>
                <a:gd name="T43" fmla="*/ 260 h 268"/>
                <a:gd name="T44" fmla="*/ 230 w 380"/>
                <a:gd name="T45" fmla="*/ 260 h 268"/>
                <a:gd name="T46" fmla="*/ 272 w 380"/>
                <a:gd name="T47" fmla="*/ 254 h 268"/>
                <a:gd name="T48" fmla="*/ 326 w 380"/>
                <a:gd name="T49" fmla="*/ 222 h 268"/>
                <a:gd name="T50" fmla="*/ 322 w 380"/>
                <a:gd name="T51" fmla="*/ 212 h 268"/>
                <a:gd name="T52" fmla="*/ 304 w 380"/>
                <a:gd name="T53" fmla="*/ 206 h 268"/>
                <a:gd name="T54" fmla="*/ 350 w 380"/>
                <a:gd name="T55" fmla="*/ 178 h 268"/>
                <a:gd name="T56" fmla="*/ 380 w 380"/>
                <a:gd name="T57" fmla="*/ 130 h 268"/>
                <a:gd name="T58" fmla="*/ 376 w 380"/>
                <a:gd name="T59" fmla="*/ 106 h 268"/>
                <a:gd name="T60" fmla="*/ 272 w 380"/>
                <a:gd name="T61" fmla="*/ 220 h 268"/>
                <a:gd name="T62" fmla="*/ 302 w 380"/>
                <a:gd name="T63" fmla="*/ 228 h 268"/>
                <a:gd name="T64" fmla="*/ 282 w 380"/>
                <a:gd name="T65" fmla="*/ 242 h 268"/>
                <a:gd name="T66" fmla="*/ 224 w 380"/>
                <a:gd name="T67" fmla="*/ 250 h 268"/>
                <a:gd name="T68" fmla="*/ 200 w 380"/>
                <a:gd name="T69" fmla="*/ 246 h 268"/>
                <a:gd name="T70" fmla="*/ 188 w 380"/>
                <a:gd name="T71" fmla="*/ 254 h 268"/>
                <a:gd name="T72" fmla="*/ 152 w 380"/>
                <a:gd name="T73" fmla="*/ 260 h 268"/>
                <a:gd name="T74" fmla="*/ 118 w 380"/>
                <a:gd name="T75" fmla="*/ 250 h 268"/>
                <a:gd name="T76" fmla="*/ 124 w 380"/>
                <a:gd name="T77" fmla="*/ 230 h 268"/>
                <a:gd name="T78" fmla="*/ 72 w 380"/>
                <a:gd name="T79" fmla="*/ 216 h 268"/>
                <a:gd name="T80" fmla="*/ 30 w 380"/>
                <a:gd name="T81" fmla="*/ 188 h 268"/>
                <a:gd name="T82" fmla="*/ 26 w 380"/>
                <a:gd name="T83" fmla="*/ 170 h 268"/>
                <a:gd name="T84" fmla="*/ 60 w 380"/>
                <a:gd name="T85" fmla="*/ 172 h 268"/>
                <a:gd name="T86" fmla="*/ 102 w 380"/>
                <a:gd name="T87" fmla="*/ 174 h 268"/>
                <a:gd name="T88" fmla="*/ 92 w 380"/>
                <a:gd name="T89" fmla="*/ 156 h 268"/>
                <a:gd name="T90" fmla="*/ 52 w 380"/>
                <a:gd name="T91" fmla="*/ 96 h 268"/>
                <a:gd name="T92" fmla="*/ 66 w 380"/>
                <a:gd name="T93" fmla="*/ 68 h 268"/>
                <a:gd name="T94" fmla="*/ 88 w 380"/>
                <a:gd name="T95" fmla="*/ 64 h 268"/>
                <a:gd name="T96" fmla="*/ 124 w 380"/>
                <a:gd name="T97" fmla="*/ 92 h 268"/>
                <a:gd name="T98" fmla="*/ 168 w 380"/>
                <a:gd name="T99" fmla="*/ 134 h 268"/>
                <a:gd name="T100" fmla="*/ 184 w 380"/>
                <a:gd name="T101" fmla="*/ 116 h 268"/>
                <a:gd name="T102" fmla="*/ 210 w 380"/>
                <a:gd name="T103" fmla="*/ 50 h 268"/>
                <a:gd name="T104" fmla="*/ 242 w 380"/>
                <a:gd name="T105" fmla="*/ 40 h 268"/>
                <a:gd name="T106" fmla="*/ 268 w 380"/>
                <a:gd name="T107" fmla="*/ 54 h 268"/>
                <a:gd name="T108" fmla="*/ 270 w 380"/>
                <a:gd name="T109" fmla="*/ 96 h 268"/>
                <a:gd name="T110" fmla="*/ 252 w 380"/>
                <a:gd name="T111" fmla="*/ 152 h 268"/>
                <a:gd name="T112" fmla="*/ 260 w 380"/>
                <a:gd name="T113" fmla="*/ 158 h 268"/>
                <a:gd name="T114" fmla="*/ 322 w 380"/>
                <a:gd name="T115" fmla="*/ 132 h 268"/>
                <a:gd name="T116" fmla="*/ 352 w 380"/>
                <a:gd name="T117" fmla="*/ 132 h 268"/>
                <a:gd name="T118" fmla="*/ 354 w 380"/>
                <a:gd name="T119" fmla="*/ 154 h 268"/>
                <a:gd name="T120" fmla="*/ 314 w 380"/>
                <a:gd name="T121" fmla="*/ 188 h 268"/>
                <a:gd name="T122" fmla="*/ 266 w 380"/>
                <a:gd name="T123" fmla="*/ 21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80" h="268">
                  <a:moveTo>
                    <a:pt x="376" y="106"/>
                  </a:moveTo>
                  <a:lnTo>
                    <a:pt x="376" y="106"/>
                  </a:lnTo>
                  <a:lnTo>
                    <a:pt x="372" y="102"/>
                  </a:lnTo>
                  <a:lnTo>
                    <a:pt x="368" y="100"/>
                  </a:lnTo>
                  <a:lnTo>
                    <a:pt x="362" y="98"/>
                  </a:lnTo>
                  <a:lnTo>
                    <a:pt x="356" y="98"/>
                  </a:lnTo>
                  <a:lnTo>
                    <a:pt x="342" y="100"/>
                  </a:lnTo>
                  <a:lnTo>
                    <a:pt x="328" y="104"/>
                  </a:lnTo>
                  <a:lnTo>
                    <a:pt x="302" y="116"/>
                  </a:lnTo>
                  <a:lnTo>
                    <a:pt x="290" y="120"/>
                  </a:lnTo>
                  <a:lnTo>
                    <a:pt x="290" y="120"/>
                  </a:lnTo>
                  <a:lnTo>
                    <a:pt x="296" y="104"/>
                  </a:lnTo>
                  <a:lnTo>
                    <a:pt x="300" y="86"/>
                  </a:lnTo>
                  <a:lnTo>
                    <a:pt x="302" y="64"/>
                  </a:lnTo>
                  <a:lnTo>
                    <a:pt x="302" y="52"/>
                  </a:lnTo>
                  <a:lnTo>
                    <a:pt x="300" y="42"/>
                  </a:lnTo>
                  <a:lnTo>
                    <a:pt x="296" y="32"/>
                  </a:lnTo>
                  <a:lnTo>
                    <a:pt x="290" y="22"/>
                  </a:lnTo>
                  <a:lnTo>
                    <a:pt x="282" y="14"/>
                  </a:lnTo>
                  <a:lnTo>
                    <a:pt x="272" y="8"/>
                  </a:lnTo>
                  <a:lnTo>
                    <a:pt x="260" y="4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30" y="0"/>
                  </a:lnTo>
                  <a:lnTo>
                    <a:pt x="220" y="2"/>
                  </a:lnTo>
                  <a:lnTo>
                    <a:pt x="210" y="6"/>
                  </a:lnTo>
                  <a:lnTo>
                    <a:pt x="202" y="12"/>
                  </a:lnTo>
                  <a:lnTo>
                    <a:pt x="194" y="20"/>
                  </a:lnTo>
                  <a:lnTo>
                    <a:pt x="186" y="28"/>
                  </a:lnTo>
                  <a:lnTo>
                    <a:pt x="176" y="44"/>
                  </a:lnTo>
                  <a:lnTo>
                    <a:pt x="168" y="62"/>
                  </a:lnTo>
                  <a:lnTo>
                    <a:pt x="164" y="78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0" y="80"/>
                  </a:lnTo>
                  <a:lnTo>
                    <a:pt x="140" y="66"/>
                  </a:lnTo>
                  <a:lnTo>
                    <a:pt x="124" y="50"/>
                  </a:lnTo>
                  <a:lnTo>
                    <a:pt x="108" y="38"/>
                  </a:lnTo>
                  <a:lnTo>
                    <a:pt x="98" y="32"/>
                  </a:lnTo>
                  <a:lnTo>
                    <a:pt x="88" y="28"/>
                  </a:lnTo>
                  <a:lnTo>
                    <a:pt x="78" y="26"/>
                  </a:lnTo>
                  <a:lnTo>
                    <a:pt x="68" y="26"/>
                  </a:lnTo>
                  <a:lnTo>
                    <a:pt x="58" y="30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36" y="42"/>
                  </a:lnTo>
                  <a:lnTo>
                    <a:pt x="30" y="50"/>
                  </a:lnTo>
                  <a:lnTo>
                    <a:pt x="26" y="60"/>
                  </a:lnTo>
                  <a:lnTo>
                    <a:pt x="24" y="70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108"/>
                  </a:lnTo>
                  <a:lnTo>
                    <a:pt x="42" y="126"/>
                  </a:lnTo>
                  <a:lnTo>
                    <a:pt x="52" y="140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52" y="150"/>
                  </a:lnTo>
                  <a:lnTo>
                    <a:pt x="30" y="146"/>
                  </a:lnTo>
                  <a:lnTo>
                    <a:pt x="20" y="144"/>
                  </a:lnTo>
                  <a:lnTo>
                    <a:pt x="10" y="146"/>
                  </a:lnTo>
                  <a:lnTo>
                    <a:pt x="6" y="148"/>
                  </a:lnTo>
                  <a:lnTo>
                    <a:pt x="2" y="150"/>
                  </a:lnTo>
                  <a:lnTo>
                    <a:pt x="0" y="152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70"/>
                  </a:lnTo>
                  <a:lnTo>
                    <a:pt x="10" y="182"/>
                  </a:lnTo>
                  <a:lnTo>
                    <a:pt x="20" y="194"/>
                  </a:lnTo>
                  <a:lnTo>
                    <a:pt x="32" y="206"/>
                  </a:lnTo>
                  <a:lnTo>
                    <a:pt x="48" y="214"/>
                  </a:lnTo>
                  <a:lnTo>
                    <a:pt x="64" y="222"/>
                  </a:lnTo>
                  <a:lnTo>
                    <a:pt x="80" y="230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4" y="238"/>
                  </a:lnTo>
                  <a:lnTo>
                    <a:pt x="94" y="242"/>
                  </a:lnTo>
                  <a:lnTo>
                    <a:pt x="96" y="248"/>
                  </a:lnTo>
                  <a:lnTo>
                    <a:pt x="100" y="254"/>
                  </a:lnTo>
                  <a:lnTo>
                    <a:pt x="110" y="258"/>
                  </a:lnTo>
                  <a:lnTo>
                    <a:pt x="124" y="264"/>
                  </a:lnTo>
                  <a:lnTo>
                    <a:pt x="146" y="266"/>
                  </a:lnTo>
                  <a:lnTo>
                    <a:pt x="146" y="266"/>
                  </a:lnTo>
                  <a:lnTo>
                    <a:pt x="166" y="268"/>
                  </a:lnTo>
                  <a:lnTo>
                    <a:pt x="182" y="268"/>
                  </a:lnTo>
                  <a:lnTo>
                    <a:pt x="192" y="266"/>
                  </a:lnTo>
                  <a:lnTo>
                    <a:pt x="200" y="264"/>
                  </a:lnTo>
                  <a:lnTo>
                    <a:pt x="206" y="262"/>
                  </a:lnTo>
                  <a:lnTo>
                    <a:pt x="208" y="260"/>
                  </a:lnTo>
                  <a:lnTo>
                    <a:pt x="210" y="256"/>
                  </a:lnTo>
                  <a:lnTo>
                    <a:pt x="210" y="256"/>
                  </a:lnTo>
                  <a:lnTo>
                    <a:pt x="214" y="258"/>
                  </a:lnTo>
                  <a:lnTo>
                    <a:pt x="230" y="260"/>
                  </a:lnTo>
                  <a:lnTo>
                    <a:pt x="250" y="260"/>
                  </a:lnTo>
                  <a:lnTo>
                    <a:pt x="260" y="25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88" y="248"/>
                  </a:lnTo>
                  <a:lnTo>
                    <a:pt x="306" y="238"/>
                  </a:lnTo>
                  <a:lnTo>
                    <a:pt x="322" y="226"/>
                  </a:lnTo>
                  <a:lnTo>
                    <a:pt x="326" y="222"/>
                  </a:lnTo>
                  <a:lnTo>
                    <a:pt x="326" y="216"/>
                  </a:lnTo>
                  <a:lnTo>
                    <a:pt x="326" y="216"/>
                  </a:lnTo>
                  <a:lnTo>
                    <a:pt x="324" y="214"/>
                  </a:lnTo>
                  <a:lnTo>
                    <a:pt x="322" y="212"/>
                  </a:lnTo>
                  <a:lnTo>
                    <a:pt x="312" y="210"/>
                  </a:lnTo>
                  <a:lnTo>
                    <a:pt x="304" y="210"/>
                  </a:lnTo>
                  <a:lnTo>
                    <a:pt x="302" y="208"/>
                  </a:lnTo>
                  <a:lnTo>
                    <a:pt x="304" y="206"/>
                  </a:lnTo>
                  <a:lnTo>
                    <a:pt x="304" y="206"/>
                  </a:lnTo>
                  <a:lnTo>
                    <a:pt x="320" y="200"/>
                  </a:lnTo>
                  <a:lnTo>
                    <a:pt x="334" y="190"/>
                  </a:lnTo>
                  <a:lnTo>
                    <a:pt x="350" y="178"/>
                  </a:lnTo>
                  <a:lnTo>
                    <a:pt x="362" y="166"/>
                  </a:lnTo>
                  <a:lnTo>
                    <a:pt x="372" y="152"/>
                  </a:lnTo>
                  <a:lnTo>
                    <a:pt x="380" y="136"/>
                  </a:lnTo>
                  <a:lnTo>
                    <a:pt x="380" y="130"/>
                  </a:lnTo>
                  <a:lnTo>
                    <a:pt x="380" y="122"/>
                  </a:lnTo>
                  <a:lnTo>
                    <a:pt x="378" y="114"/>
                  </a:lnTo>
                  <a:lnTo>
                    <a:pt x="376" y="106"/>
                  </a:lnTo>
                  <a:lnTo>
                    <a:pt x="376" y="106"/>
                  </a:lnTo>
                  <a:close/>
                  <a:moveTo>
                    <a:pt x="266" y="214"/>
                  </a:moveTo>
                  <a:lnTo>
                    <a:pt x="266" y="214"/>
                  </a:lnTo>
                  <a:lnTo>
                    <a:pt x="268" y="218"/>
                  </a:lnTo>
                  <a:lnTo>
                    <a:pt x="272" y="220"/>
                  </a:lnTo>
                  <a:lnTo>
                    <a:pt x="284" y="224"/>
                  </a:lnTo>
                  <a:lnTo>
                    <a:pt x="296" y="224"/>
                  </a:lnTo>
                  <a:lnTo>
                    <a:pt x="300" y="226"/>
                  </a:lnTo>
                  <a:lnTo>
                    <a:pt x="302" y="228"/>
                  </a:lnTo>
                  <a:lnTo>
                    <a:pt x="302" y="228"/>
                  </a:lnTo>
                  <a:lnTo>
                    <a:pt x="298" y="232"/>
                  </a:lnTo>
                  <a:lnTo>
                    <a:pt x="292" y="238"/>
                  </a:lnTo>
                  <a:lnTo>
                    <a:pt x="282" y="242"/>
                  </a:lnTo>
                  <a:lnTo>
                    <a:pt x="268" y="246"/>
                  </a:lnTo>
                  <a:lnTo>
                    <a:pt x="254" y="250"/>
                  </a:lnTo>
                  <a:lnTo>
                    <a:pt x="240" y="250"/>
                  </a:lnTo>
                  <a:lnTo>
                    <a:pt x="224" y="250"/>
                  </a:lnTo>
                  <a:lnTo>
                    <a:pt x="212" y="248"/>
                  </a:lnTo>
                  <a:lnTo>
                    <a:pt x="212" y="248"/>
                  </a:lnTo>
                  <a:lnTo>
                    <a:pt x="206" y="246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198" y="246"/>
                  </a:lnTo>
                  <a:lnTo>
                    <a:pt x="194" y="248"/>
                  </a:lnTo>
                  <a:lnTo>
                    <a:pt x="188" y="254"/>
                  </a:lnTo>
                  <a:lnTo>
                    <a:pt x="184" y="258"/>
                  </a:lnTo>
                  <a:lnTo>
                    <a:pt x="176" y="260"/>
                  </a:lnTo>
                  <a:lnTo>
                    <a:pt x="166" y="262"/>
                  </a:lnTo>
                  <a:lnTo>
                    <a:pt x="152" y="260"/>
                  </a:lnTo>
                  <a:lnTo>
                    <a:pt x="152" y="260"/>
                  </a:lnTo>
                  <a:lnTo>
                    <a:pt x="134" y="258"/>
                  </a:lnTo>
                  <a:lnTo>
                    <a:pt x="122" y="254"/>
                  </a:lnTo>
                  <a:lnTo>
                    <a:pt x="118" y="250"/>
                  </a:lnTo>
                  <a:lnTo>
                    <a:pt x="118" y="246"/>
                  </a:lnTo>
                  <a:lnTo>
                    <a:pt x="124" y="240"/>
                  </a:lnTo>
                  <a:lnTo>
                    <a:pt x="126" y="236"/>
                  </a:lnTo>
                  <a:lnTo>
                    <a:pt x="124" y="230"/>
                  </a:lnTo>
                  <a:lnTo>
                    <a:pt x="124" y="230"/>
                  </a:lnTo>
                  <a:lnTo>
                    <a:pt x="118" y="228"/>
                  </a:lnTo>
                  <a:lnTo>
                    <a:pt x="106" y="224"/>
                  </a:lnTo>
                  <a:lnTo>
                    <a:pt x="72" y="216"/>
                  </a:lnTo>
                  <a:lnTo>
                    <a:pt x="56" y="208"/>
                  </a:lnTo>
                  <a:lnTo>
                    <a:pt x="40" y="200"/>
                  </a:lnTo>
                  <a:lnTo>
                    <a:pt x="34" y="194"/>
                  </a:lnTo>
                  <a:lnTo>
                    <a:pt x="30" y="188"/>
                  </a:lnTo>
                  <a:lnTo>
                    <a:pt x="26" y="182"/>
                  </a:lnTo>
                  <a:lnTo>
                    <a:pt x="24" y="174"/>
                  </a:lnTo>
                  <a:lnTo>
                    <a:pt x="24" y="174"/>
                  </a:lnTo>
                  <a:lnTo>
                    <a:pt x="26" y="170"/>
                  </a:lnTo>
                  <a:lnTo>
                    <a:pt x="28" y="168"/>
                  </a:lnTo>
                  <a:lnTo>
                    <a:pt x="36" y="168"/>
                  </a:lnTo>
                  <a:lnTo>
                    <a:pt x="46" y="170"/>
                  </a:lnTo>
                  <a:lnTo>
                    <a:pt x="60" y="172"/>
                  </a:lnTo>
                  <a:lnTo>
                    <a:pt x="86" y="178"/>
                  </a:lnTo>
                  <a:lnTo>
                    <a:pt x="96" y="178"/>
                  </a:lnTo>
                  <a:lnTo>
                    <a:pt x="100" y="176"/>
                  </a:lnTo>
                  <a:lnTo>
                    <a:pt x="102" y="174"/>
                  </a:lnTo>
                  <a:lnTo>
                    <a:pt x="102" y="174"/>
                  </a:lnTo>
                  <a:lnTo>
                    <a:pt x="102" y="172"/>
                  </a:lnTo>
                  <a:lnTo>
                    <a:pt x="100" y="168"/>
                  </a:lnTo>
                  <a:lnTo>
                    <a:pt x="92" y="156"/>
                  </a:lnTo>
                  <a:lnTo>
                    <a:pt x="68" y="128"/>
                  </a:lnTo>
                  <a:lnTo>
                    <a:pt x="58" y="112"/>
                  </a:lnTo>
                  <a:lnTo>
                    <a:pt x="54" y="104"/>
                  </a:lnTo>
                  <a:lnTo>
                    <a:pt x="52" y="96"/>
                  </a:lnTo>
                  <a:lnTo>
                    <a:pt x="52" y="88"/>
                  </a:lnTo>
                  <a:lnTo>
                    <a:pt x="54" y="82"/>
                  </a:lnTo>
                  <a:lnTo>
                    <a:pt x="58" y="74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74" y="64"/>
                  </a:lnTo>
                  <a:lnTo>
                    <a:pt x="82" y="62"/>
                  </a:lnTo>
                  <a:lnTo>
                    <a:pt x="88" y="64"/>
                  </a:lnTo>
                  <a:lnTo>
                    <a:pt x="96" y="66"/>
                  </a:lnTo>
                  <a:lnTo>
                    <a:pt x="104" y="70"/>
                  </a:lnTo>
                  <a:lnTo>
                    <a:pt x="110" y="76"/>
                  </a:lnTo>
                  <a:lnTo>
                    <a:pt x="124" y="92"/>
                  </a:lnTo>
                  <a:lnTo>
                    <a:pt x="148" y="122"/>
                  </a:lnTo>
                  <a:lnTo>
                    <a:pt x="158" y="132"/>
                  </a:lnTo>
                  <a:lnTo>
                    <a:pt x="164" y="134"/>
                  </a:lnTo>
                  <a:lnTo>
                    <a:pt x="168" y="134"/>
                  </a:lnTo>
                  <a:lnTo>
                    <a:pt x="168" y="134"/>
                  </a:lnTo>
                  <a:lnTo>
                    <a:pt x="172" y="132"/>
                  </a:lnTo>
                  <a:lnTo>
                    <a:pt x="176" y="128"/>
                  </a:lnTo>
                  <a:lnTo>
                    <a:pt x="184" y="116"/>
                  </a:lnTo>
                  <a:lnTo>
                    <a:pt x="194" y="82"/>
                  </a:lnTo>
                  <a:lnTo>
                    <a:pt x="200" y="64"/>
                  </a:lnTo>
                  <a:lnTo>
                    <a:pt x="204" y="56"/>
                  </a:lnTo>
                  <a:lnTo>
                    <a:pt x="210" y="50"/>
                  </a:lnTo>
                  <a:lnTo>
                    <a:pt x="216" y="44"/>
                  </a:lnTo>
                  <a:lnTo>
                    <a:pt x="222" y="40"/>
                  </a:lnTo>
                  <a:lnTo>
                    <a:pt x="23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54" y="44"/>
                  </a:lnTo>
                  <a:lnTo>
                    <a:pt x="262" y="48"/>
                  </a:lnTo>
                  <a:lnTo>
                    <a:pt x="268" y="54"/>
                  </a:lnTo>
                  <a:lnTo>
                    <a:pt x="272" y="60"/>
                  </a:lnTo>
                  <a:lnTo>
                    <a:pt x="274" y="68"/>
                  </a:lnTo>
                  <a:lnTo>
                    <a:pt x="274" y="78"/>
                  </a:lnTo>
                  <a:lnTo>
                    <a:pt x="270" y="96"/>
                  </a:lnTo>
                  <a:lnTo>
                    <a:pt x="264" y="114"/>
                  </a:lnTo>
                  <a:lnTo>
                    <a:pt x="256" y="132"/>
                  </a:lnTo>
                  <a:lnTo>
                    <a:pt x="252" y="146"/>
                  </a:lnTo>
                  <a:lnTo>
                    <a:pt x="252" y="152"/>
                  </a:lnTo>
                  <a:lnTo>
                    <a:pt x="254" y="156"/>
                  </a:lnTo>
                  <a:lnTo>
                    <a:pt x="254" y="156"/>
                  </a:lnTo>
                  <a:lnTo>
                    <a:pt x="256" y="158"/>
                  </a:lnTo>
                  <a:lnTo>
                    <a:pt x="260" y="158"/>
                  </a:lnTo>
                  <a:lnTo>
                    <a:pt x="274" y="156"/>
                  </a:lnTo>
                  <a:lnTo>
                    <a:pt x="288" y="148"/>
                  </a:lnTo>
                  <a:lnTo>
                    <a:pt x="306" y="140"/>
                  </a:lnTo>
                  <a:lnTo>
                    <a:pt x="322" y="132"/>
                  </a:lnTo>
                  <a:lnTo>
                    <a:pt x="338" y="128"/>
                  </a:lnTo>
                  <a:lnTo>
                    <a:pt x="344" y="128"/>
                  </a:lnTo>
                  <a:lnTo>
                    <a:pt x="348" y="128"/>
                  </a:lnTo>
                  <a:lnTo>
                    <a:pt x="352" y="132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4" y="146"/>
                  </a:lnTo>
                  <a:lnTo>
                    <a:pt x="354" y="154"/>
                  </a:lnTo>
                  <a:lnTo>
                    <a:pt x="350" y="160"/>
                  </a:lnTo>
                  <a:lnTo>
                    <a:pt x="344" y="166"/>
                  </a:lnTo>
                  <a:lnTo>
                    <a:pt x="330" y="178"/>
                  </a:lnTo>
                  <a:lnTo>
                    <a:pt x="314" y="188"/>
                  </a:lnTo>
                  <a:lnTo>
                    <a:pt x="282" y="202"/>
                  </a:lnTo>
                  <a:lnTo>
                    <a:pt x="270" y="208"/>
                  </a:lnTo>
                  <a:lnTo>
                    <a:pt x="268" y="210"/>
                  </a:lnTo>
                  <a:lnTo>
                    <a:pt x="266" y="214"/>
                  </a:lnTo>
                  <a:lnTo>
                    <a:pt x="266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86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GSO – Gerência de Suporte e Operação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811282" y="1616489"/>
            <a:ext cx="7577142" cy="1027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Missão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: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Estabelecer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relações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de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confiança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com nossos clientes, buscando a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melhor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relação de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qualidade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esforço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na prestação dos serviços e, tendo como base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processos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robustos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de gestão e uma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assertiva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rápida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atuação dos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incidentes críticos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de negócio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270" y="2642106"/>
            <a:ext cx="3597594" cy="244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1691680" y="2715766"/>
            <a:ext cx="4768830" cy="1996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A equipe está estruturada em 5 áreas:</a:t>
            </a:r>
          </a:p>
          <a:p>
            <a:pPr lvl="1"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Gerência de Suporte e monitoração</a:t>
            </a:r>
          </a:p>
          <a:p>
            <a:pPr lvl="1"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Gestão de Acessos</a:t>
            </a:r>
          </a:p>
          <a:p>
            <a:pPr lvl="1"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Mobilidade</a:t>
            </a:r>
          </a:p>
          <a:p>
            <a:pPr lvl="1"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Microinformática</a:t>
            </a:r>
          </a:p>
          <a:p>
            <a:pPr lvl="1">
              <a:lnSpc>
                <a:spcPct val="150000"/>
              </a:lnSpc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Infra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187624" y="1052748"/>
            <a:ext cx="1643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Wagner Gebrin</a:t>
            </a:r>
            <a:endParaRPr lang="pt-BR" dirty="0"/>
          </a:p>
        </p:txBody>
      </p:sp>
      <p:sp>
        <p:nvSpPr>
          <p:cNvPr id="11" name="Elipse 10"/>
          <p:cNvSpPr/>
          <p:nvPr/>
        </p:nvSpPr>
        <p:spPr>
          <a:xfrm>
            <a:off x="458596" y="822580"/>
            <a:ext cx="720000" cy="75600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000" b="-9000"/>
            </a:stretch>
          </a:blipFill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43631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334730"/>
            <a:ext cx="5040560" cy="37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GSM – Gerência de Suporte e Monitoração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11944" y="1707654"/>
            <a:ext cx="7676480" cy="176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A </a:t>
            </a:r>
            <a:r>
              <a:rPr lang="pt-BR" dirty="0">
                <a:solidFill>
                  <a:srgbClr val="5F5F5F"/>
                </a:solidFill>
                <a:latin typeface="Gill Sans Std" pitchFamily="34" charset="0"/>
              </a:rPr>
              <a:t>GSM é a equipe de 1º Nível 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composta </a:t>
            </a:r>
            <a:r>
              <a:rPr lang="pt-BR" dirty="0">
                <a:solidFill>
                  <a:srgbClr val="5F5F5F"/>
                </a:solidFill>
                <a:latin typeface="Gill Sans Std" pitchFamily="34" charset="0"/>
              </a:rPr>
              <a:t>por: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Service Desk (#</a:t>
            </a:r>
            <a:r>
              <a:rPr lang="pt-BR" sz="1400" dirty="0" err="1">
                <a:solidFill>
                  <a:srgbClr val="5F5F5F"/>
                </a:solidFill>
                <a:latin typeface="Gill Sans Std" pitchFamily="34" charset="0"/>
              </a:rPr>
              <a:t>atendimentoTD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Central de Comando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Torres Técnicas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Experiência 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CN</a:t>
            </a:r>
          </a:p>
        </p:txBody>
      </p:sp>
      <p:sp>
        <p:nvSpPr>
          <p:cNvPr id="6" name="Elipse 5"/>
          <p:cNvSpPr/>
          <p:nvPr/>
        </p:nvSpPr>
        <p:spPr>
          <a:xfrm>
            <a:off x="383857" y="875070"/>
            <a:ext cx="720080" cy="724689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87624" y="1052748"/>
            <a:ext cx="1222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Hugo Melo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990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Diagrama 19"/>
          <p:cNvGraphicFramePr/>
          <p:nvPr>
            <p:extLst>
              <p:ext uri="{D42A27DB-BD31-4B8C-83A1-F6EECF244321}">
                <p14:modId xmlns:p14="http://schemas.microsoft.com/office/powerpoint/2010/main" val="1260050429"/>
              </p:ext>
            </p:extLst>
          </p:nvPr>
        </p:nvGraphicFramePr>
        <p:xfrm>
          <a:off x="63661" y="1516191"/>
          <a:ext cx="3247991" cy="3575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GSM – Gerência de Suporte e Monitoração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347864" y="1131590"/>
            <a:ext cx="5544616" cy="3962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Time responsável por 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realizar a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interface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entre o usuário e a TD (agentes de solução). Tendo como principais atividades o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Follow-up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dos chamados (acompanhamento fim-a-fim),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feedback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aos usuários e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análise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de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qualidade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dos chamados.</a:t>
            </a:r>
          </a:p>
          <a:p>
            <a:endParaRPr lang="pt-BR" sz="14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O novo modelo está focado em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FCR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(maior solução de chamados com o usuário em linha) ou em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FSR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(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First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Step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Resolution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) solução em 1º nível via célula de apoio remoto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RDM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(Remote Desktop Management).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Forte orientação para autoatendimento (instruções em portal e menu de serviços via URA).</a:t>
            </a:r>
          </a:p>
          <a:p>
            <a:endParaRPr lang="pt-BR" sz="15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500" b="1" dirty="0" smtClean="0">
                <a:solidFill>
                  <a:srgbClr val="5F5F5F"/>
                </a:solidFill>
                <a:latin typeface="Gill Sans Std" pitchFamily="34" charset="0"/>
              </a:rPr>
              <a:t>Próximos passos para </a:t>
            </a:r>
            <a:r>
              <a:rPr lang="pt-BR" sz="1500" b="1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500" b="1" dirty="0" smtClean="0">
                <a:solidFill>
                  <a:srgbClr val="5F5F5F"/>
                </a:solidFill>
                <a:latin typeface="Gill Sans Std" pitchFamily="34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>
                <a:solidFill>
                  <a:srgbClr val="5F5F5F"/>
                </a:solidFill>
                <a:latin typeface="Gill Sans Std" pitchFamily="34" charset="0"/>
              </a:rPr>
              <a:t>implementação de serviço URA para OI (Reset e Desbloqueio de senha Rede e SAP)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>
                <a:solidFill>
                  <a:srgbClr val="5F5F5F"/>
                </a:solidFill>
                <a:latin typeface="Gill Sans Std" pitchFamily="34" charset="0"/>
              </a:rPr>
              <a:t>m</a:t>
            </a:r>
            <a:r>
              <a:rPr lang="pt-BR" sz="1500" dirty="0" smtClean="0">
                <a:solidFill>
                  <a:srgbClr val="5F5F5F"/>
                </a:solidFill>
                <a:latin typeface="Gill Sans Std" pitchFamily="34" charset="0"/>
              </a:rPr>
              <a:t>elhoria no portal de #</a:t>
            </a:r>
            <a:r>
              <a:rPr lang="pt-BR" sz="1500" dirty="0" err="1" smtClean="0">
                <a:solidFill>
                  <a:srgbClr val="5F5F5F"/>
                </a:solidFill>
                <a:latin typeface="Gill Sans Std" pitchFamily="34" charset="0"/>
              </a:rPr>
              <a:t>atendimentoTD</a:t>
            </a:r>
            <a:endParaRPr lang="pt-BR" sz="150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383857" y="875070"/>
            <a:ext cx="720080" cy="724689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187624" y="1052748"/>
            <a:ext cx="2043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Rosimeire Carvalho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53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98" y="267494"/>
            <a:ext cx="2523793" cy="13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CaixaDeTexto 2"/>
          <p:cNvSpPr txBox="1"/>
          <p:nvPr/>
        </p:nvSpPr>
        <p:spPr>
          <a:xfrm>
            <a:off x="3184126" y="352416"/>
            <a:ext cx="5904656" cy="4493538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50" b="1" dirty="0">
                <a:solidFill>
                  <a:srgbClr val="5F5F5F"/>
                </a:solidFill>
                <a:latin typeface="Gill Sans Std" pitchFamily="34" charset="0"/>
              </a:rPr>
              <a:t>Inovações com o novo Service Desk:</a:t>
            </a:r>
          </a:p>
          <a:p>
            <a:endParaRPr lang="pt-BR" sz="125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Colaborador pode abrir o seu chamado diretamente na ferramenta;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Chat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disponível 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para atendimento dos colaboradores sem necessidade contato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telefônico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Atendimento de telefonia efetuado pela equipe  do Service Desk, agilizando o atendimento dos colaboradores;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Auxilio das equipes dos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coordenadores 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das </a:t>
            </a:r>
            <a:r>
              <a:rPr lang="pt-BR" sz="1250" dirty="0" err="1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 para entrevista dos analistas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que 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efetuam atendimento Latam;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Aumento do atendimento pelo Service Desk;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Implantação da equipe de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Follow-up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, para acompanhamento e escalonamento dos chamados;</a:t>
            </a:r>
          </a:p>
          <a:p>
            <a:endParaRPr lang="pt-BR" sz="125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250" b="1" dirty="0">
                <a:solidFill>
                  <a:srgbClr val="5F5F5F"/>
                </a:solidFill>
                <a:latin typeface="Gill Sans Std" pitchFamily="34" charset="0"/>
              </a:rPr>
              <a:t>Ações de Melhoria:</a:t>
            </a:r>
          </a:p>
          <a:p>
            <a:endParaRPr lang="pt-BR" sz="125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Revisão do Catalogo de Serviço, para adequar e deixar a utilização da ferramenta mais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amigável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Correção do cadastro dos colaboradores Latam, revisando o perfil de acesso;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Implantação do reset e desbloqueio de senhas de rede e </a:t>
            </a:r>
            <a:r>
              <a:rPr lang="pt-BR" sz="1250" dirty="0" smtClean="0">
                <a:solidFill>
                  <a:srgbClr val="5F5F5F"/>
                </a:solidFill>
                <a:latin typeface="Gill Sans Std" pitchFamily="34" charset="0"/>
              </a:rPr>
              <a:t>SAP </a:t>
            </a:r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para os colaboradores OIS;</a:t>
            </a:r>
          </a:p>
          <a:p>
            <a:r>
              <a:rPr lang="pt-BR" sz="1250" dirty="0">
                <a:solidFill>
                  <a:srgbClr val="5F5F5F"/>
                </a:solidFill>
                <a:latin typeface="Gill Sans Std" pitchFamily="34" charset="0"/>
              </a:rPr>
              <a:t>- Aumento do escopo de serviço atendido pelo Service Desk para os colaboradores OIS;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14" y="3500240"/>
            <a:ext cx="2446591" cy="126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14778"/>
            <a:ext cx="2500558" cy="14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Fluxograma: Processo alternativo 15"/>
          <p:cNvSpPr/>
          <p:nvPr/>
        </p:nvSpPr>
        <p:spPr>
          <a:xfrm>
            <a:off x="2930075" y="267494"/>
            <a:ext cx="6086699" cy="4495126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2" name="CaixaDeTexto 1"/>
          <p:cNvSpPr txBox="1"/>
          <p:nvPr/>
        </p:nvSpPr>
        <p:spPr>
          <a:xfrm rot="19261950">
            <a:off x="699784" y="1723003"/>
            <a:ext cx="720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rgbClr val="00B050"/>
                </a:solidFill>
                <a:latin typeface="Gill Sans Std" pitchFamily="34" charset="0"/>
              </a:rPr>
              <a:t>Novo!</a:t>
            </a:r>
          </a:p>
        </p:txBody>
      </p:sp>
      <p:sp>
        <p:nvSpPr>
          <p:cNvPr id="21" name="CaixaDeTexto 3"/>
          <p:cNvSpPr txBox="1"/>
          <p:nvPr/>
        </p:nvSpPr>
        <p:spPr>
          <a:xfrm>
            <a:off x="1295172" y="452554"/>
            <a:ext cx="480324" cy="24765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700" b="1" dirty="0">
                <a:solidFill>
                  <a:sysClr val="windowText" lastClr="000000"/>
                </a:solidFill>
              </a:rPr>
              <a:t>96%</a:t>
            </a:r>
          </a:p>
        </p:txBody>
      </p:sp>
    </p:spTree>
    <p:extLst>
      <p:ext uri="{BB962C8B-B14F-4D97-AF65-F5344CB8AC3E}">
        <p14:creationId xmlns:p14="http://schemas.microsoft.com/office/powerpoint/2010/main" val="323499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3059832" y="1105172"/>
            <a:ext cx="59130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Equipe localizada na Natura (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Ebpark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 que tem como objetivo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monitoração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dos componentes de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Infraestrutura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 das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aplicações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na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visão do negócio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Realiza 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gestão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comunicação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de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Incidentes Críticos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(fim-a-fim) bem como monitoração das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mudanças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em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ambientes críticos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Ganhos: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proximidade com a TD e Negócio, ampla visão do ambiente, agilidade e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proatividade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em identificação de problemas adversos no ambiente.</a:t>
            </a: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546464920"/>
              </p:ext>
            </p:extLst>
          </p:nvPr>
        </p:nvGraphicFramePr>
        <p:xfrm>
          <a:off x="-540568" y="1649808"/>
          <a:ext cx="4434806" cy="344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GSM – Gerência de Suporte e Monitoração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5" name="Elipse 4"/>
          <p:cNvSpPr/>
          <p:nvPr/>
        </p:nvSpPr>
        <p:spPr>
          <a:xfrm>
            <a:off x="251520" y="915566"/>
            <a:ext cx="730800" cy="73080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Retângulo 6"/>
          <p:cNvSpPr/>
          <p:nvPr/>
        </p:nvSpPr>
        <p:spPr>
          <a:xfrm>
            <a:off x="1043608" y="1052748"/>
            <a:ext cx="16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Luciana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Kaneko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25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091521073"/>
              </p:ext>
            </p:extLst>
          </p:nvPr>
        </p:nvGraphicFramePr>
        <p:xfrm>
          <a:off x="201735" y="1393195"/>
          <a:ext cx="2642073" cy="377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3059832" y="1105163"/>
            <a:ext cx="59130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Equipe localizada na Natura (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Ebpark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 que tem como foco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solução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de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incidentes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requisições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em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FSR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(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First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Step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Resolution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). O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time é técnico 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 orientado 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procedimentos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processos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Executa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mudanças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com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baixa e média complexidade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, também orientado a procedimentos e processos.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Plataformas de Suporte: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WebApp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,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Wintel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, Redes (LAN\WAN), Banco de Dados, Backup\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Restore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, Sistemas Operacionais etc.</a:t>
            </a:r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GSM – Gerência de Suporte e Monitoração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383857" y="875070"/>
            <a:ext cx="720080" cy="724689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064628" y="1052748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Debora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Borghi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791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642453848"/>
              </p:ext>
            </p:extLst>
          </p:nvPr>
        </p:nvGraphicFramePr>
        <p:xfrm>
          <a:off x="283050" y="1707653"/>
          <a:ext cx="2592288" cy="3168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GSM – Gerência de Suporte e Monitoração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491880" y="1059582"/>
            <a:ext cx="53285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Célula de suporte à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Força de Vendas 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(GR e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CNs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), tem como foco identificar problemas de captação (falhas) e acesso a sites de maneira proativa utilizando as ferramentas de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monitoração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. Responsável pelo suporte ao consumidor final que utiliza o rede.natura.net, inicialmente com grande volume no auxílio em conclusão dos cadastros (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CNDs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Além do suporte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proativo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, recebe solicitações de auxílio via e-mail (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reativo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).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Esta célula possui uma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grande taxa de conversão 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de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pedidos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cadastros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que seriam perdidos sem o devido suporte.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24" y="981230"/>
            <a:ext cx="730800" cy="730800"/>
          </a:xfrm>
          <a:prstGeom prst="ellips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7" name="Retângulo 6"/>
          <p:cNvSpPr/>
          <p:nvPr/>
        </p:nvSpPr>
        <p:spPr>
          <a:xfrm>
            <a:off x="1269724" y="1131590"/>
            <a:ext cx="1541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Renata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Gelape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44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3059832" y="1105163"/>
            <a:ext cx="59130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Principal objetivo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Suporte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a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comunicação (Telefonia fixa, móvel, mensageria e Rádio Nextel)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Realiza o controle das contas e custos referentes ao escopo de comunicação (Telecom), </a:t>
            </a:r>
            <a:r>
              <a:rPr lang="pt-BR" b="1" dirty="0" smtClean="0">
                <a:solidFill>
                  <a:srgbClr val="5F5F5F"/>
                </a:solidFill>
                <a:latin typeface="Gill Sans Std" pitchFamily="34" charset="0"/>
              </a:rPr>
              <a:t>interação com as operadoras, Controle do parque dos aparelhos, inventários e contestações.</a:t>
            </a:r>
          </a:p>
          <a:p>
            <a:endParaRPr lang="pt-BR" b="1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Mobilidade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007636785"/>
              </p:ext>
            </p:extLst>
          </p:nvPr>
        </p:nvGraphicFramePr>
        <p:xfrm>
          <a:off x="-468560" y="1779662"/>
          <a:ext cx="4524629" cy="3118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tângulo 5"/>
          <p:cNvSpPr/>
          <p:nvPr/>
        </p:nvSpPr>
        <p:spPr>
          <a:xfrm>
            <a:off x="1269724" y="1131590"/>
            <a:ext cx="1636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Adriano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Busato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391605" y="908720"/>
            <a:ext cx="720000" cy="756000"/>
          </a:xfrm>
          <a:prstGeom prst="ellipse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35495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3059832" y="1105163"/>
            <a:ext cx="591302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Time responsável pelo suporte aos usuários, sendo:</a:t>
            </a:r>
          </a:p>
          <a:p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Field Services  (Notebook e Desktop)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Gestão de Ativos - gerenciamento e controle de Hardware e Software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Suporte aos usuários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VIP´s</a:t>
            </a: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 : Presidência, Vice Presidência Diretoria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Outsourcing Impressão para escritórios do Brasil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Serviço de videoconferência : BR e </a:t>
            </a:r>
            <a:r>
              <a:rPr lang="pt-BR" dirty="0" err="1" smtClean="0">
                <a:solidFill>
                  <a:srgbClr val="5F5F5F"/>
                </a:solidFill>
                <a:latin typeface="Gill Sans Std" pitchFamily="34" charset="0"/>
              </a:rPr>
              <a:t>OI´s</a:t>
            </a:r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Microinformática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2640566826"/>
              </p:ext>
            </p:extLst>
          </p:nvPr>
        </p:nvGraphicFramePr>
        <p:xfrm>
          <a:off x="122297" y="1779662"/>
          <a:ext cx="3441591" cy="3010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lipse 4"/>
          <p:cNvSpPr/>
          <p:nvPr/>
        </p:nvSpPr>
        <p:spPr>
          <a:xfrm>
            <a:off x="395536" y="915566"/>
            <a:ext cx="720000" cy="756000"/>
          </a:xfrm>
          <a:prstGeom prst="ellipse">
            <a:avLst/>
          </a:prstGeom>
          <a:blipFill>
            <a:blip r:embed="rId7"/>
            <a:stretch>
              <a:fillRect t="-9000" b="-9000"/>
            </a:stretch>
          </a:blipFill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Retângulo 5"/>
          <p:cNvSpPr/>
          <p:nvPr/>
        </p:nvSpPr>
        <p:spPr>
          <a:xfrm>
            <a:off x="1269724" y="1131590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Evaldo Souza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172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/>
          <p:cNvSpPr/>
          <p:nvPr/>
        </p:nvSpPr>
        <p:spPr>
          <a:xfrm>
            <a:off x="397098" y="925920"/>
            <a:ext cx="720000" cy="75600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CaixaDeTexto 7"/>
          <p:cNvSpPr txBox="1"/>
          <p:nvPr/>
        </p:nvSpPr>
        <p:spPr>
          <a:xfrm>
            <a:off x="3033813" y="601489"/>
            <a:ext cx="59130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Time responsável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pela gestão 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concessão de acessos 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aos sistemas da empresa, sendo guardiã das solicitações e aprovações, baseando-se nas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premissas SOX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. </a:t>
            </a:r>
          </a:p>
          <a:p>
            <a:endParaRPr lang="pt-BR" sz="14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SAP e 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ISAM - </a:t>
            </a:r>
            <a:r>
              <a:rPr lang="pt-BR" sz="1400" b="1" dirty="0" err="1">
                <a:solidFill>
                  <a:srgbClr val="5F5F5F"/>
                </a:solidFill>
                <a:latin typeface="Gill Sans Std" pitchFamily="34" charset="0"/>
              </a:rPr>
              <a:t>Information</a:t>
            </a:r>
            <a:r>
              <a:rPr lang="pt-BR" sz="1400" b="1" dirty="0">
                <a:solidFill>
                  <a:srgbClr val="5F5F5F"/>
                </a:solidFill>
                <a:latin typeface="Gill Sans Std" pitchFamily="34" charset="0"/>
              </a:rPr>
              <a:t> Security Access Management</a:t>
            </a:r>
          </a:p>
          <a:p>
            <a:endParaRPr lang="pt-BR" sz="14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Criar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, bloquear, reativar e desbloquear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logins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, listas e 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mailbox</a:t>
            </a: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Gestão do AD</a:t>
            </a:r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Criar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, excluir, associar e realizar manutenção em perfis simples e compostos</a:t>
            </a:r>
          </a:p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Atuação em incidentes e releases</a:t>
            </a:r>
          </a:p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Interação junto a equipe de Projetos para minimizar impactos no momento da transição</a:t>
            </a:r>
          </a:p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Participação ativa na coleta/ entrega de evidências para auditoria</a:t>
            </a:r>
          </a:p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Realizações de Trace</a:t>
            </a:r>
          </a:p>
          <a:p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Criação e associação de </a:t>
            </a:r>
            <a:r>
              <a:rPr lang="pt-BR" sz="1400" dirty="0" err="1">
                <a:solidFill>
                  <a:srgbClr val="5F5F5F"/>
                </a:solidFill>
                <a:latin typeface="Gill Sans Std" pitchFamily="34" charset="0"/>
              </a:rPr>
              <a:t>Fire</a:t>
            </a:r>
            <a:r>
              <a:rPr lang="pt-BR" sz="1400" dirty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Figther</a:t>
            </a:r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Próximos Passos para </a:t>
            </a:r>
            <a:r>
              <a:rPr lang="pt-BR" sz="1400" b="1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Padronização de criação e revogação de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login</a:t>
            </a:r>
            <a:endParaRPr lang="pt-BR" sz="14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Processo de Expatriados</a:t>
            </a:r>
          </a:p>
          <a:p>
            <a:pPr marL="171450" indent="-171450">
              <a:buFont typeface="Arial" pitchFamily="34" charset="0"/>
              <a:buChar char="•"/>
            </a:pPr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Gestão de Acesso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1900635453"/>
              </p:ext>
            </p:extLst>
          </p:nvPr>
        </p:nvGraphicFramePr>
        <p:xfrm>
          <a:off x="35497" y="1316256"/>
          <a:ext cx="2880320" cy="3394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tângulo 6"/>
          <p:cNvSpPr/>
          <p:nvPr/>
        </p:nvSpPr>
        <p:spPr>
          <a:xfrm>
            <a:off x="1269724" y="1131590"/>
            <a:ext cx="1373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Daniel Claro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297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ixaDeTexto 22"/>
          <p:cNvSpPr txBox="1"/>
          <p:nvPr/>
        </p:nvSpPr>
        <p:spPr>
          <a:xfrm>
            <a:off x="11746" y="369899"/>
            <a:ext cx="9132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 smtClean="0">
                <a:solidFill>
                  <a:srgbClr val="004F71"/>
                </a:solidFill>
                <a:latin typeface="Gill Sans Std ExtraBold" pitchFamily="34" charset="0"/>
              </a:rPr>
              <a:t>OIs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 Infra</a:t>
            </a:r>
            <a:endParaRPr lang="pt-BR" sz="24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5" name="Elipse 4"/>
          <p:cNvSpPr/>
          <p:nvPr/>
        </p:nvSpPr>
        <p:spPr>
          <a:xfrm>
            <a:off x="397098" y="925920"/>
            <a:ext cx="720000" cy="756000"/>
          </a:xfrm>
          <a:prstGeom prst="ellipse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CaixaDeTexto 7"/>
          <p:cNvSpPr txBox="1"/>
          <p:nvPr/>
        </p:nvSpPr>
        <p:spPr>
          <a:xfrm>
            <a:off x="3165514" y="504538"/>
            <a:ext cx="59130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Responsável pelo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relacionamento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entre a OI com TD Brasil,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projetos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suporte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da equipe de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coordenadores de infraestrutura local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Auxilio no alinhamento de processos da TD para com as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, treinamento das ferramentas.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Divulgação e alinhamento das iniciativas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x Brasil \ Brasil x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Auxílio no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controle de orçamento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400" b="1" dirty="0" smtClean="0">
                <a:solidFill>
                  <a:srgbClr val="5F5F5F"/>
                </a:solidFill>
                <a:latin typeface="Gill Sans Std" pitchFamily="34" charset="0"/>
              </a:rPr>
              <a:t>auditoria de Processos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Interface entre fornecedores Brasil para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OIs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(Infraestrutura) e Datacenter Local.</a:t>
            </a: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642147062"/>
              </p:ext>
            </p:extLst>
          </p:nvPr>
        </p:nvGraphicFramePr>
        <p:xfrm>
          <a:off x="35497" y="1316256"/>
          <a:ext cx="2880320" cy="3394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tângulo 6"/>
          <p:cNvSpPr/>
          <p:nvPr/>
        </p:nvSpPr>
        <p:spPr>
          <a:xfrm>
            <a:off x="1269724" y="1131590"/>
            <a:ext cx="1930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Claudinei Cardoso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397098" y="925920"/>
            <a:ext cx="720000" cy="756000"/>
          </a:xfrm>
          <a:prstGeom prst="ellipse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  <a:ln w="0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713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 hidden="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99225" y="1806678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400" dirty="0" smtClean="0">
                <a:solidFill>
                  <a:prstClr val="white"/>
                </a:solidFill>
                <a:latin typeface="Gill Sans Std ExtraBold" pitchFamily="34" charset="0"/>
              </a:rPr>
              <a:t>BES</a:t>
            </a:r>
            <a:endParaRPr lang="pt-BR" sz="4400" dirty="0">
              <a:solidFill>
                <a:prstClr val="white"/>
              </a:solidFill>
              <a:latin typeface="Gill Sans Std ExtraBold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80" y="676275"/>
            <a:ext cx="514350" cy="3790950"/>
          </a:xfrm>
          <a:prstGeom prst="rect">
            <a:avLst/>
          </a:prstGeom>
        </p:spPr>
      </p:pic>
      <p:grpSp>
        <p:nvGrpSpPr>
          <p:cNvPr id="41" name="Grupo 40"/>
          <p:cNvGrpSpPr/>
          <p:nvPr/>
        </p:nvGrpSpPr>
        <p:grpSpPr>
          <a:xfrm>
            <a:off x="7444045" y="3922933"/>
            <a:ext cx="933450" cy="854075"/>
            <a:chOff x="6775450" y="676275"/>
            <a:chExt cx="933450" cy="854075"/>
          </a:xfrm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677545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4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8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8 w 40"/>
                <a:gd name="T45" fmla="*/ 60 h 68"/>
                <a:gd name="T46" fmla="*/ 18 w 40"/>
                <a:gd name="T47" fmla="*/ 60 h 68"/>
                <a:gd name="T48" fmla="*/ 22 w 40"/>
                <a:gd name="T49" fmla="*/ 58 h 68"/>
                <a:gd name="T50" fmla="*/ 28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8 w 40"/>
                <a:gd name="T61" fmla="*/ 34 h 68"/>
                <a:gd name="T62" fmla="*/ 24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4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4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8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58"/>
                  </a:lnTo>
                  <a:lnTo>
                    <a:pt x="28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8" y="3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/>
          </p:nvSpPr>
          <p:spPr bwMode="auto">
            <a:xfrm>
              <a:off x="6851650" y="1457325"/>
              <a:ext cx="63500" cy="73025"/>
            </a:xfrm>
            <a:custGeom>
              <a:avLst/>
              <a:gdLst>
                <a:gd name="T0" fmla="*/ 38 w 40"/>
                <a:gd name="T1" fmla="*/ 40 h 46"/>
                <a:gd name="T2" fmla="*/ 38 w 40"/>
                <a:gd name="T3" fmla="*/ 40 h 46"/>
                <a:gd name="T4" fmla="*/ 30 w 40"/>
                <a:gd name="T5" fmla="*/ 44 h 46"/>
                <a:gd name="T6" fmla="*/ 20 w 40"/>
                <a:gd name="T7" fmla="*/ 46 h 46"/>
                <a:gd name="T8" fmla="*/ 20 w 40"/>
                <a:gd name="T9" fmla="*/ 46 h 46"/>
                <a:gd name="T10" fmla="*/ 12 w 40"/>
                <a:gd name="T11" fmla="*/ 44 h 46"/>
                <a:gd name="T12" fmla="*/ 4 w 40"/>
                <a:gd name="T13" fmla="*/ 38 h 46"/>
                <a:gd name="T14" fmla="*/ 0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0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0 w 40"/>
                <a:gd name="T27" fmla="*/ 0 h 46"/>
                <a:gd name="T28" fmla="*/ 20 w 40"/>
                <a:gd name="T29" fmla="*/ 0 h 46"/>
                <a:gd name="T30" fmla="*/ 28 w 40"/>
                <a:gd name="T31" fmla="*/ 2 h 46"/>
                <a:gd name="T32" fmla="*/ 34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8 w 40"/>
                <a:gd name="T39" fmla="*/ 24 h 46"/>
                <a:gd name="T40" fmla="*/ 8 w 40"/>
                <a:gd name="T41" fmla="*/ 24 h 46"/>
                <a:gd name="T42" fmla="*/ 10 w 40"/>
                <a:gd name="T43" fmla="*/ 30 h 46"/>
                <a:gd name="T44" fmla="*/ 12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0 w 40"/>
                <a:gd name="T53" fmla="*/ 36 h 46"/>
                <a:gd name="T54" fmla="*/ 38 w 40"/>
                <a:gd name="T55" fmla="*/ 32 h 46"/>
                <a:gd name="T56" fmla="*/ 38 w 40"/>
                <a:gd name="T57" fmla="*/ 40 h 46"/>
                <a:gd name="T58" fmla="*/ 30 w 40"/>
                <a:gd name="T59" fmla="*/ 18 h 46"/>
                <a:gd name="T60" fmla="*/ 30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4 w 40"/>
                <a:gd name="T67" fmla="*/ 8 h 46"/>
                <a:gd name="T68" fmla="*/ 20 w 40"/>
                <a:gd name="T69" fmla="*/ 8 h 46"/>
                <a:gd name="T70" fmla="*/ 20 w 40"/>
                <a:gd name="T71" fmla="*/ 8 h 46"/>
                <a:gd name="T72" fmla="*/ 16 w 40"/>
                <a:gd name="T73" fmla="*/ 8 h 46"/>
                <a:gd name="T74" fmla="*/ 12 w 40"/>
                <a:gd name="T75" fmla="*/ 10 h 46"/>
                <a:gd name="T76" fmla="*/ 10 w 40"/>
                <a:gd name="T77" fmla="*/ 14 h 46"/>
                <a:gd name="T78" fmla="*/ 8 w 40"/>
                <a:gd name="T79" fmla="*/ 18 h 46"/>
                <a:gd name="T80" fmla="*/ 30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38" y="40"/>
                  </a:moveTo>
                  <a:lnTo>
                    <a:pt x="38" y="40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0" y="36"/>
                  </a:lnTo>
                  <a:lnTo>
                    <a:pt x="38" y="32"/>
                  </a:lnTo>
                  <a:lnTo>
                    <a:pt x="38" y="40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6927850" y="1457325"/>
              <a:ext cx="101600" cy="69850"/>
            </a:xfrm>
            <a:custGeom>
              <a:avLst/>
              <a:gdLst>
                <a:gd name="T0" fmla="*/ 10 w 64"/>
                <a:gd name="T1" fmla="*/ 0 h 44"/>
                <a:gd name="T2" fmla="*/ 10 w 64"/>
                <a:gd name="T3" fmla="*/ 6 h 44"/>
                <a:gd name="T4" fmla="*/ 10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6 w 64"/>
                <a:gd name="T15" fmla="*/ 8 h 44"/>
                <a:gd name="T16" fmla="*/ 36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6 w 64"/>
                <a:gd name="T43" fmla="*/ 14 h 44"/>
                <a:gd name="T44" fmla="*/ 54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8 w 64"/>
                <a:gd name="T55" fmla="*/ 12 h 44"/>
                <a:gd name="T56" fmla="*/ 38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8 w 64"/>
                <a:gd name="T65" fmla="*/ 12 h 44"/>
                <a:gd name="T66" fmla="*/ 26 w 64"/>
                <a:gd name="T67" fmla="*/ 10 h 44"/>
                <a:gd name="T68" fmla="*/ 24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10 w 64"/>
                <a:gd name="T77" fmla="*/ 12 h 44"/>
                <a:gd name="T78" fmla="*/ 10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10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10" y="0"/>
                  </a:moveTo>
                  <a:lnTo>
                    <a:pt x="10" y="6"/>
                  </a:lnTo>
                  <a:lnTo>
                    <a:pt x="10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4"/>
                  </a:lnTo>
                  <a:lnTo>
                    <a:pt x="54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8" y="12"/>
                  </a:lnTo>
                  <a:lnTo>
                    <a:pt x="38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0" y="12"/>
                  </a:lnTo>
                  <a:lnTo>
                    <a:pt x="10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708977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2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28 w 40"/>
                <a:gd name="T31" fmla="*/ 2 h 46"/>
                <a:gd name="T32" fmla="*/ 36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0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6 w 40"/>
                <a:gd name="T73" fmla="*/ 8 h 46"/>
                <a:gd name="T74" fmla="*/ 14 w 40"/>
                <a:gd name="T75" fmla="*/ 10 h 46"/>
                <a:gd name="T76" fmla="*/ 10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7165975" y="1457325"/>
              <a:ext cx="47625" cy="73025"/>
            </a:xfrm>
            <a:custGeom>
              <a:avLst/>
              <a:gdLst>
                <a:gd name="T0" fmla="*/ 28 w 30"/>
                <a:gd name="T1" fmla="*/ 12 h 46"/>
                <a:gd name="T2" fmla="*/ 28 w 30"/>
                <a:gd name="T3" fmla="*/ 12 h 46"/>
                <a:gd name="T4" fmla="*/ 20 w 30"/>
                <a:gd name="T5" fmla="*/ 8 h 46"/>
                <a:gd name="T6" fmla="*/ 14 w 30"/>
                <a:gd name="T7" fmla="*/ 8 h 46"/>
                <a:gd name="T8" fmla="*/ 14 w 30"/>
                <a:gd name="T9" fmla="*/ 8 h 46"/>
                <a:gd name="T10" fmla="*/ 10 w 30"/>
                <a:gd name="T11" fmla="*/ 8 h 46"/>
                <a:gd name="T12" fmla="*/ 8 w 30"/>
                <a:gd name="T13" fmla="*/ 12 h 46"/>
                <a:gd name="T14" fmla="*/ 8 w 30"/>
                <a:gd name="T15" fmla="*/ 12 h 46"/>
                <a:gd name="T16" fmla="*/ 12 w 30"/>
                <a:gd name="T17" fmla="*/ 14 h 46"/>
                <a:gd name="T18" fmla="*/ 20 w 30"/>
                <a:gd name="T19" fmla="*/ 20 h 46"/>
                <a:gd name="T20" fmla="*/ 20 w 30"/>
                <a:gd name="T21" fmla="*/ 20 h 46"/>
                <a:gd name="T22" fmla="*/ 28 w 30"/>
                <a:gd name="T23" fmla="*/ 26 h 46"/>
                <a:gd name="T24" fmla="*/ 30 w 30"/>
                <a:gd name="T25" fmla="*/ 30 h 46"/>
                <a:gd name="T26" fmla="*/ 30 w 30"/>
                <a:gd name="T27" fmla="*/ 32 h 46"/>
                <a:gd name="T28" fmla="*/ 30 w 30"/>
                <a:gd name="T29" fmla="*/ 32 h 46"/>
                <a:gd name="T30" fmla="*/ 28 w 30"/>
                <a:gd name="T31" fmla="*/ 38 h 46"/>
                <a:gd name="T32" fmla="*/ 26 w 30"/>
                <a:gd name="T33" fmla="*/ 42 h 46"/>
                <a:gd name="T34" fmla="*/ 20 w 30"/>
                <a:gd name="T35" fmla="*/ 44 h 46"/>
                <a:gd name="T36" fmla="*/ 16 w 30"/>
                <a:gd name="T37" fmla="*/ 46 h 46"/>
                <a:gd name="T38" fmla="*/ 16 w 30"/>
                <a:gd name="T39" fmla="*/ 46 h 46"/>
                <a:gd name="T40" fmla="*/ 8 w 30"/>
                <a:gd name="T41" fmla="*/ 44 h 46"/>
                <a:gd name="T42" fmla="*/ 0 w 30"/>
                <a:gd name="T43" fmla="*/ 42 h 46"/>
                <a:gd name="T44" fmla="*/ 0 w 30"/>
                <a:gd name="T45" fmla="*/ 32 h 46"/>
                <a:gd name="T46" fmla="*/ 0 w 30"/>
                <a:gd name="T47" fmla="*/ 32 h 46"/>
                <a:gd name="T48" fmla="*/ 8 w 30"/>
                <a:gd name="T49" fmla="*/ 36 h 46"/>
                <a:gd name="T50" fmla="*/ 14 w 30"/>
                <a:gd name="T51" fmla="*/ 38 h 46"/>
                <a:gd name="T52" fmla="*/ 14 w 30"/>
                <a:gd name="T53" fmla="*/ 38 h 46"/>
                <a:gd name="T54" fmla="*/ 18 w 30"/>
                <a:gd name="T55" fmla="*/ 36 h 46"/>
                <a:gd name="T56" fmla="*/ 20 w 30"/>
                <a:gd name="T57" fmla="*/ 34 h 46"/>
                <a:gd name="T58" fmla="*/ 20 w 30"/>
                <a:gd name="T59" fmla="*/ 34 h 46"/>
                <a:gd name="T60" fmla="*/ 20 w 30"/>
                <a:gd name="T61" fmla="*/ 30 h 46"/>
                <a:gd name="T62" fmla="*/ 18 w 30"/>
                <a:gd name="T63" fmla="*/ 28 h 46"/>
                <a:gd name="T64" fmla="*/ 10 w 30"/>
                <a:gd name="T65" fmla="*/ 24 h 46"/>
                <a:gd name="T66" fmla="*/ 4 w 30"/>
                <a:gd name="T67" fmla="*/ 20 h 46"/>
                <a:gd name="T68" fmla="*/ 0 w 30"/>
                <a:gd name="T69" fmla="*/ 16 h 46"/>
                <a:gd name="T70" fmla="*/ 0 w 30"/>
                <a:gd name="T71" fmla="*/ 12 h 46"/>
                <a:gd name="T72" fmla="*/ 0 w 30"/>
                <a:gd name="T73" fmla="*/ 12 h 46"/>
                <a:gd name="T74" fmla="*/ 0 w 30"/>
                <a:gd name="T75" fmla="*/ 6 h 46"/>
                <a:gd name="T76" fmla="*/ 4 w 30"/>
                <a:gd name="T77" fmla="*/ 2 h 46"/>
                <a:gd name="T78" fmla="*/ 8 w 30"/>
                <a:gd name="T79" fmla="*/ 0 h 46"/>
                <a:gd name="T80" fmla="*/ 14 w 30"/>
                <a:gd name="T81" fmla="*/ 0 h 46"/>
                <a:gd name="T82" fmla="*/ 14 w 30"/>
                <a:gd name="T83" fmla="*/ 0 h 46"/>
                <a:gd name="T84" fmla="*/ 20 w 30"/>
                <a:gd name="T85" fmla="*/ 0 h 46"/>
                <a:gd name="T86" fmla="*/ 28 w 30"/>
                <a:gd name="T87" fmla="*/ 4 h 46"/>
                <a:gd name="T88" fmla="*/ 28 w 30"/>
                <a:gd name="T89" fmla="*/ 1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" h="46">
                  <a:moveTo>
                    <a:pt x="28" y="12"/>
                  </a:moveTo>
                  <a:lnTo>
                    <a:pt x="28" y="12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0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8" y="26"/>
                  </a:lnTo>
                  <a:lnTo>
                    <a:pt x="30" y="30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8"/>
                  </a:lnTo>
                  <a:lnTo>
                    <a:pt x="26" y="42"/>
                  </a:lnTo>
                  <a:lnTo>
                    <a:pt x="20" y="44"/>
                  </a:lnTo>
                  <a:lnTo>
                    <a:pt x="16" y="46"/>
                  </a:lnTo>
                  <a:lnTo>
                    <a:pt x="16" y="46"/>
                  </a:lnTo>
                  <a:lnTo>
                    <a:pt x="8" y="44"/>
                  </a:lnTo>
                  <a:lnTo>
                    <a:pt x="0" y="4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8" y="36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8" y="36"/>
                  </a:lnTo>
                  <a:lnTo>
                    <a:pt x="20" y="34"/>
                  </a:lnTo>
                  <a:lnTo>
                    <a:pt x="20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0" y="24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8" y="4"/>
                  </a:lnTo>
                  <a:lnTo>
                    <a:pt x="2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7219950" y="1444625"/>
              <a:ext cx="50800" cy="85725"/>
            </a:xfrm>
            <a:custGeom>
              <a:avLst/>
              <a:gdLst>
                <a:gd name="T0" fmla="*/ 16 w 32"/>
                <a:gd name="T1" fmla="*/ 8 h 54"/>
                <a:gd name="T2" fmla="*/ 30 w 32"/>
                <a:gd name="T3" fmla="*/ 8 h 54"/>
                <a:gd name="T4" fmla="*/ 30 w 32"/>
                <a:gd name="T5" fmla="*/ 16 h 54"/>
                <a:gd name="T6" fmla="*/ 16 w 32"/>
                <a:gd name="T7" fmla="*/ 16 h 54"/>
                <a:gd name="T8" fmla="*/ 16 w 32"/>
                <a:gd name="T9" fmla="*/ 40 h 54"/>
                <a:gd name="T10" fmla="*/ 16 w 32"/>
                <a:gd name="T11" fmla="*/ 40 h 54"/>
                <a:gd name="T12" fmla="*/ 16 w 32"/>
                <a:gd name="T13" fmla="*/ 42 h 54"/>
                <a:gd name="T14" fmla="*/ 18 w 32"/>
                <a:gd name="T15" fmla="*/ 44 h 54"/>
                <a:gd name="T16" fmla="*/ 22 w 32"/>
                <a:gd name="T17" fmla="*/ 46 h 54"/>
                <a:gd name="T18" fmla="*/ 22 w 32"/>
                <a:gd name="T19" fmla="*/ 46 h 54"/>
                <a:gd name="T20" fmla="*/ 28 w 32"/>
                <a:gd name="T21" fmla="*/ 46 h 54"/>
                <a:gd name="T22" fmla="*/ 32 w 32"/>
                <a:gd name="T23" fmla="*/ 42 h 54"/>
                <a:gd name="T24" fmla="*/ 32 w 32"/>
                <a:gd name="T25" fmla="*/ 50 h 54"/>
                <a:gd name="T26" fmla="*/ 32 w 32"/>
                <a:gd name="T27" fmla="*/ 50 h 54"/>
                <a:gd name="T28" fmla="*/ 22 w 32"/>
                <a:gd name="T29" fmla="*/ 54 h 54"/>
                <a:gd name="T30" fmla="*/ 22 w 32"/>
                <a:gd name="T31" fmla="*/ 54 h 54"/>
                <a:gd name="T32" fmla="*/ 16 w 32"/>
                <a:gd name="T33" fmla="*/ 52 h 54"/>
                <a:gd name="T34" fmla="*/ 10 w 32"/>
                <a:gd name="T35" fmla="*/ 50 h 54"/>
                <a:gd name="T36" fmla="*/ 8 w 32"/>
                <a:gd name="T37" fmla="*/ 46 h 54"/>
                <a:gd name="T38" fmla="*/ 8 w 32"/>
                <a:gd name="T39" fmla="*/ 40 h 54"/>
                <a:gd name="T40" fmla="*/ 8 w 32"/>
                <a:gd name="T41" fmla="*/ 16 h 54"/>
                <a:gd name="T42" fmla="*/ 0 w 32"/>
                <a:gd name="T43" fmla="*/ 16 h 54"/>
                <a:gd name="T44" fmla="*/ 0 w 32"/>
                <a:gd name="T45" fmla="*/ 16 h 54"/>
                <a:gd name="T46" fmla="*/ 16 w 32"/>
                <a:gd name="T47" fmla="*/ 0 h 54"/>
                <a:gd name="T48" fmla="*/ 16 w 32"/>
                <a:gd name="T4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54">
                  <a:moveTo>
                    <a:pt x="16" y="8"/>
                  </a:moveTo>
                  <a:lnTo>
                    <a:pt x="30" y="8"/>
                  </a:lnTo>
                  <a:lnTo>
                    <a:pt x="30" y="16"/>
                  </a:lnTo>
                  <a:lnTo>
                    <a:pt x="16" y="1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8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8" y="46"/>
                  </a:lnTo>
                  <a:lnTo>
                    <a:pt x="32" y="4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7277100" y="1457325"/>
              <a:ext cx="60325" cy="73025"/>
            </a:xfrm>
            <a:custGeom>
              <a:avLst/>
              <a:gdLst>
                <a:gd name="T0" fmla="*/ 38 w 38"/>
                <a:gd name="T1" fmla="*/ 42 h 46"/>
                <a:gd name="T2" fmla="*/ 38 w 38"/>
                <a:gd name="T3" fmla="*/ 42 h 46"/>
                <a:gd name="T4" fmla="*/ 32 w 38"/>
                <a:gd name="T5" fmla="*/ 46 h 46"/>
                <a:gd name="T6" fmla="*/ 28 w 38"/>
                <a:gd name="T7" fmla="*/ 46 h 46"/>
                <a:gd name="T8" fmla="*/ 28 w 38"/>
                <a:gd name="T9" fmla="*/ 46 h 46"/>
                <a:gd name="T10" fmla="*/ 24 w 38"/>
                <a:gd name="T11" fmla="*/ 44 h 46"/>
                <a:gd name="T12" fmla="*/ 22 w 38"/>
                <a:gd name="T13" fmla="*/ 42 h 46"/>
                <a:gd name="T14" fmla="*/ 22 w 38"/>
                <a:gd name="T15" fmla="*/ 42 h 46"/>
                <a:gd name="T16" fmla="*/ 16 w 38"/>
                <a:gd name="T17" fmla="*/ 44 h 46"/>
                <a:gd name="T18" fmla="*/ 10 w 38"/>
                <a:gd name="T19" fmla="*/ 46 h 46"/>
                <a:gd name="T20" fmla="*/ 10 w 38"/>
                <a:gd name="T21" fmla="*/ 46 h 46"/>
                <a:gd name="T22" fmla="*/ 6 w 38"/>
                <a:gd name="T23" fmla="*/ 44 h 46"/>
                <a:gd name="T24" fmla="*/ 2 w 38"/>
                <a:gd name="T25" fmla="*/ 42 h 46"/>
                <a:gd name="T26" fmla="*/ 0 w 38"/>
                <a:gd name="T27" fmla="*/ 40 h 46"/>
                <a:gd name="T28" fmla="*/ 0 w 38"/>
                <a:gd name="T29" fmla="*/ 36 h 46"/>
                <a:gd name="T30" fmla="*/ 0 w 38"/>
                <a:gd name="T31" fmla="*/ 36 h 46"/>
                <a:gd name="T32" fmla="*/ 0 w 38"/>
                <a:gd name="T33" fmla="*/ 30 h 46"/>
                <a:gd name="T34" fmla="*/ 4 w 38"/>
                <a:gd name="T35" fmla="*/ 26 h 46"/>
                <a:gd name="T36" fmla="*/ 14 w 38"/>
                <a:gd name="T37" fmla="*/ 20 h 46"/>
                <a:gd name="T38" fmla="*/ 22 w 38"/>
                <a:gd name="T39" fmla="*/ 18 h 46"/>
                <a:gd name="T40" fmla="*/ 22 w 38"/>
                <a:gd name="T41" fmla="*/ 16 h 46"/>
                <a:gd name="T42" fmla="*/ 22 w 38"/>
                <a:gd name="T43" fmla="*/ 16 h 46"/>
                <a:gd name="T44" fmla="*/ 22 w 38"/>
                <a:gd name="T45" fmla="*/ 12 h 46"/>
                <a:gd name="T46" fmla="*/ 20 w 38"/>
                <a:gd name="T47" fmla="*/ 10 h 46"/>
                <a:gd name="T48" fmla="*/ 18 w 38"/>
                <a:gd name="T49" fmla="*/ 8 h 46"/>
                <a:gd name="T50" fmla="*/ 14 w 38"/>
                <a:gd name="T51" fmla="*/ 8 h 46"/>
                <a:gd name="T52" fmla="*/ 14 w 38"/>
                <a:gd name="T53" fmla="*/ 8 h 46"/>
                <a:gd name="T54" fmla="*/ 6 w 38"/>
                <a:gd name="T55" fmla="*/ 10 h 46"/>
                <a:gd name="T56" fmla="*/ 0 w 38"/>
                <a:gd name="T57" fmla="*/ 16 h 46"/>
                <a:gd name="T58" fmla="*/ 0 w 38"/>
                <a:gd name="T59" fmla="*/ 6 h 46"/>
                <a:gd name="T60" fmla="*/ 0 w 38"/>
                <a:gd name="T61" fmla="*/ 6 h 46"/>
                <a:gd name="T62" fmla="*/ 6 w 38"/>
                <a:gd name="T63" fmla="*/ 2 h 46"/>
                <a:gd name="T64" fmla="*/ 14 w 38"/>
                <a:gd name="T65" fmla="*/ 0 h 46"/>
                <a:gd name="T66" fmla="*/ 14 w 38"/>
                <a:gd name="T67" fmla="*/ 0 h 46"/>
                <a:gd name="T68" fmla="*/ 20 w 38"/>
                <a:gd name="T69" fmla="*/ 0 h 46"/>
                <a:gd name="T70" fmla="*/ 26 w 38"/>
                <a:gd name="T71" fmla="*/ 4 h 46"/>
                <a:gd name="T72" fmla="*/ 30 w 38"/>
                <a:gd name="T73" fmla="*/ 8 h 46"/>
                <a:gd name="T74" fmla="*/ 30 w 38"/>
                <a:gd name="T75" fmla="*/ 14 h 46"/>
                <a:gd name="T76" fmla="*/ 30 w 38"/>
                <a:gd name="T77" fmla="*/ 38 h 46"/>
                <a:gd name="T78" fmla="*/ 30 w 38"/>
                <a:gd name="T79" fmla="*/ 38 h 46"/>
                <a:gd name="T80" fmla="*/ 32 w 38"/>
                <a:gd name="T81" fmla="*/ 38 h 46"/>
                <a:gd name="T82" fmla="*/ 32 w 38"/>
                <a:gd name="T83" fmla="*/ 40 h 46"/>
                <a:gd name="T84" fmla="*/ 32 w 38"/>
                <a:gd name="T85" fmla="*/ 40 h 46"/>
                <a:gd name="T86" fmla="*/ 38 w 38"/>
                <a:gd name="T87" fmla="*/ 38 h 46"/>
                <a:gd name="T88" fmla="*/ 38 w 38"/>
                <a:gd name="T89" fmla="*/ 42 h 46"/>
                <a:gd name="T90" fmla="*/ 22 w 38"/>
                <a:gd name="T91" fmla="*/ 24 h 46"/>
                <a:gd name="T92" fmla="*/ 22 w 38"/>
                <a:gd name="T93" fmla="*/ 24 h 46"/>
                <a:gd name="T94" fmla="*/ 12 w 38"/>
                <a:gd name="T95" fmla="*/ 28 h 46"/>
                <a:gd name="T96" fmla="*/ 10 w 38"/>
                <a:gd name="T97" fmla="*/ 30 h 46"/>
                <a:gd name="T98" fmla="*/ 8 w 38"/>
                <a:gd name="T99" fmla="*/ 34 h 46"/>
                <a:gd name="T100" fmla="*/ 8 w 38"/>
                <a:gd name="T101" fmla="*/ 34 h 46"/>
                <a:gd name="T102" fmla="*/ 10 w 38"/>
                <a:gd name="T103" fmla="*/ 38 h 46"/>
                <a:gd name="T104" fmla="*/ 14 w 38"/>
                <a:gd name="T105" fmla="*/ 40 h 46"/>
                <a:gd name="T106" fmla="*/ 14 w 38"/>
                <a:gd name="T107" fmla="*/ 40 h 46"/>
                <a:gd name="T108" fmla="*/ 18 w 38"/>
                <a:gd name="T109" fmla="*/ 38 h 46"/>
                <a:gd name="T110" fmla="*/ 22 w 38"/>
                <a:gd name="T111" fmla="*/ 36 h 46"/>
                <a:gd name="T112" fmla="*/ 22 w 38"/>
                <a:gd name="T113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" h="46">
                  <a:moveTo>
                    <a:pt x="38" y="42"/>
                  </a:moveTo>
                  <a:lnTo>
                    <a:pt x="38" y="42"/>
                  </a:lnTo>
                  <a:lnTo>
                    <a:pt x="32" y="46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4" y="44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6" y="44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6" y="44"/>
                  </a:lnTo>
                  <a:lnTo>
                    <a:pt x="2" y="42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4" y="26"/>
                  </a:lnTo>
                  <a:lnTo>
                    <a:pt x="14" y="20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2" y="38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38" y="38"/>
                  </a:lnTo>
                  <a:lnTo>
                    <a:pt x="38" y="42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10" y="38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18" y="38"/>
                  </a:lnTo>
                  <a:lnTo>
                    <a:pt x="22" y="36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7350125" y="1457325"/>
              <a:ext cx="50800" cy="69850"/>
            </a:xfrm>
            <a:custGeom>
              <a:avLst/>
              <a:gdLst>
                <a:gd name="T0" fmla="*/ 8 w 32"/>
                <a:gd name="T1" fmla="*/ 0 h 44"/>
                <a:gd name="T2" fmla="*/ 8 w 32"/>
                <a:gd name="T3" fmla="*/ 10 h 44"/>
                <a:gd name="T4" fmla="*/ 8 w 32"/>
                <a:gd name="T5" fmla="*/ 10 h 44"/>
                <a:gd name="T6" fmla="*/ 8 w 32"/>
                <a:gd name="T7" fmla="*/ 10 h 44"/>
                <a:gd name="T8" fmla="*/ 14 w 32"/>
                <a:gd name="T9" fmla="*/ 2 h 44"/>
                <a:gd name="T10" fmla="*/ 18 w 32"/>
                <a:gd name="T11" fmla="*/ 0 h 44"/>
                <a:gd name="T12" fmla="*/ 22 w 32"/>
                <a:gd name="T13" fmla="*/ 0 h 44"/>
                <a:gd name="T14" fmla="*/ 22 w 32"/>
                <a:gd name="T15" fmla="*/ 0 h 44"/>
                <a:gd name="T16" fmla="*/ 26 w 32"/>
                <a:gd name="T17" fmla="*/ 2 h 44"/>
                <a:gd name="T18" fmla="*/ 32 w 32"/>
                <a:gd name="T19" fmla="*/ 4 h 44"/>
                <a:gd name="T20" fmla="*/ 28 w 32"/>
                <a:gd name="T21" fmla="*/ 12 h 44"/>
                <a:gd name="T22" fmla="*/ 28 w 32"/>
                <a:gd name="T23" fmla="*/ 12 h 44"/>
                <a:gd name="T24" fmla="*/ 22 w 32"/>
                <a:gd name="T25" fmla="*/ 10 h 44"/>
                <a:gd name="T26" fmla="*/ 20 w 32"/>
                <a:gd name="T27" fmla="*/ 8 h 44"/>
                <a:gd name="T28" fmla="*/ 20 w 32"/>
                <a:gd name="T29" fmla="*/ 8 h 44"/>
                <a:gd name="T30" fmla="*/ 14 w 32"/>
                <a:gd name="T31" fmla="*/ 10 h 44"/>
                <a:gd name="T32" fmla="*/ 12 w 32"/>
                <a:gd name="T33" fmla="*/ 12 h 44"/>
                <a:gd name="T34" fmla="*/ 10 w 32"/>
                <a:gd name="T35" fmla="*/ 16 h 44"/>
                <a:gd name="T36" fmla="*/ 8 w 32"/>
                <a:gd name="T37" fmla="*/ 22 h 44"/>
                <a:gd name="T38" fmla="*/ 8 w 32"/>
                <a:gd name="T39" fmla="*/ 44 h 44"/>
                <a:gd name="T40" fmla="*/ 0 w 32"/>
                <a:gd name="T41" fmla="*/ 44 h 44"/>
                <a:gd name="T42" fmla="*/ 0 w 32"/>
                <a:gd name="T43" fmla="*/ 0 h 44"/>
                <a:gd name="T44" fmla="*/ 8 w 32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44">
                  <a:moveTo>
                    <a:pt x="8" y="0"/>
                  </a:move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2" y="4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2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/>
          </p:nvSpPr>
          <p:spPr bwMode="auto">
            <a:xfrm>
              <a:off x="745490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2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6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6 w 40"/>
                <a:gd name="T45" fmla="*/ 60 h 68"/>
                <a:gd name="T46" fmla="*/ 16 w 40"/>
                <a:gd name="T47" fmla="*/ 60 h 68"/>
                <a:gd name="T48" fmla="*/ 22 w 40"/>
                <a:gd name="T49" fmla="*/ 58 h 68"/>
                <a:gd name="T50" fmla="*/ 26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6 w 40"/>
                <a:gd name="T61" fmla="*/ 34 h 68"/>
                <a:gd name="T62" fmla="*/ 22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2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2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6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22" y="58"/>
                  </a:lnTo>
                  <a:lnTo>
                    <a:pt x="26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6" y="34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752792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4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4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30 w 40"/>
                <a:gd name="T31" fmla="*/ 2 h 46"/>
                <a:gd name="T32" fmla="*/ 36 w 40"/>
                <a:gd name="T33" fmla="*/ 6 h 46"/>
                <a:gd name="T34" fmla="*/ 40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2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2 w 40"/>
                <a:gd name="T63" fmla="*/ 14 h 46"/>
                <a:gd name="T64" fmla="*/ 30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8 w 40"/>
                <a:gd name="T73" fmla="*/ 8 h 46"/>
                <a:gd name="T74" fmla="*/ 14 w 40"/>
                <a:gd name="T75" fmla="*/ 10 h 46"/>
                <a:gd name="T76" fmla="*/ 12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4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40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2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2" y="14"/>
                  </a:lnTo>
                  <a:lnTo>
                    <a:pt x="30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8" y="8"/>
                  </a:lnTo>
                  <a:lnTo>
                    <a:pt x="14" y="10"/>
                  </a:lnTo>
                  <a:lnTo>
                    <a:pt x="12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3" name="Freeform 15"/>
            <p:cNvSpPr>
              <a:spLocks/>
            </p:cNvSpPr>
            <p:nvPr/>
          </p:nvSpPr>
          <p:spPr bwMode="auto">
            <a:xfrm>
              <a:off x="7607300" y="1457325"/>
              <a:ext cx="101600" cy="69850"/>
            </a:xfrm>
            <a:custGeom>
              <a:avLst/>
              <a:gdLst>
                <a:gd name="T0" fmla="*/ 8 w 64"/>
                <a:gd name="T1" fmla="*/ 0 h 44"/>
                <a:gd name="T2" fmla="*/ 8 w 64"/>
                <a:gd name="T3" fmla="*/ 6 h 44"/>
                <a:gd name="T4" fmla="*/ 8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4 w 64"/>
                <a:gd name="T15" fmla="*/ 8 h 44"/>
                <a:gd name="T16" fmla="*/ 34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4 w 64"/>
                <a:gd name="T43" fmla="*/ 14 h 44"/>
                <a:gd name="T44" fmla="*/ 52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6 w 64"/>
                <a:gd name="T55" fmla="*/ 12 h 44"/>
                <a:gd name="T56" fmla="*/ 36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6 w 64"/>
                <a:gd name="T65" fmla="*/ 12 h 44"/>
                <a:gd name="T66" fmla="*/ 26 w 64"/>
                <a:gd name="T67" fmla="*/ 10 h 44"/>
                <a:gd name="T68" fmla="*/ 22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8 w 64"/>
                <a:gd name="T77" fmla="*/ 12 h 44"/>
                <a:gd name="T78" fmla="*/ 8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8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8" y="0"/>
                  </a:moveTo>
                  <a:lnTo>
                    <a:pt x="8" y="6"/>
                  </a:lnTo>
                  <a:lnTo>
                    <a:pt x="8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4" y="14"/>
                  </a:lnTo>
                  <a:lnTo>
                    <a:pt x="52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8" y="1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4" name="Freeform 16"/>
            <p:cNvSpPr>
              <a:spLocks/>
            </p:cNvSpPr>
            <p:nvPr/>
          </p:nvSpPr>
          <p:spPr bwMode="auto">
            <a:xfrm>
              <a:off x="6775450" y="1209675"/>
              <a:ext cx="165100" cy="142875"/>
            </a:xfrm>
            <a:custGeom>
              <a:avLst/>
              <a:gdLst>
                <a:gd name="T0" fmla="*/ 52 w 104"/>
                <a:gd name="T1" fmla="*/ 0 h 90"/>
                <a:gd name="T2" fmla="*/ 52 w 104"/>
                <a:gd name="T3" fmla="*/ 0 h 90"/>
                <a:gd name="T4" fmla="*/ 42 w 104"/>
                <a:gd name="T5" fmla="*/ 0 h 90"/>
                <a:gd name="T6" fmla="*/ 32 w 104"/>
                <a:gd name="T7" fmla="*/ 2 h 90"/>
                <a:gd name="T8" fmla="*/ 24 w 104"/>
                <a:gd name="T9" fmla="*/ 6 h 90"/>
                <a:gd name="T10" fmla="*/ 16 w 104"/>
                <a:gd name="T11" fmla="*/ 10 h 90"/>
                <a:gd name="T12" fmla="*/ 10 w 104"/>
                <a:gd name="T13" fmla="*/ 16 h 90"/>
                <a:gd name="T14" fmla="*/ 4 w 104"/>
                <a:gd name="T15" fmla="*/ 24 h 90"/>
                <a:gd name="T16" fmla="*/ 2 w 104"/>
                <a:gd name="T17" fmla="*/ 32 h 90"/>
                <a:gd name="T18" fmla="*/ 0 w 104"/>
                <a:gd name="T19" fmla="*/ 40 h 90"/>
                <a:gd name="T20" fmla="*/ 0 w 104"/>
                <a:gd name="T21" fmla="*/ 90 h 90"/>
                <a:gd name="T22" fmla="*/ 22 w 104"/>
                <a:gd name="T23" fmla="*/ 90 h 90"/>
                <a:gd name="T24" fmla="*/ 22 w 104"/>
                <a:gd name="T25" fmla="*/ 38 h 90"/>
                <a:gd name="T26" fmla="*/ 22 w 104"/>
                <a:gd name="T27" fmla="*/ 38 h 90"/>
                <a:gd name="T28" fmla="*/ 26 w 104"/>
                <a:gd name="T29" fmla="*/ 26 h 90"/>
                <a:gd name="T30" fmla="*/ 32 w 104"/>
                <a:gd name="T31" fmla="*/ 16 h 90"/>
                <a:gd name="T32" fmla="*/ 40 w 104"/>
                <a:gd name="T33" fmla="*/ 10 h 90"/>
                <a:gd name="T34" fmla="*/ 52 w 104"/>
                <a:gd name="T35" fmla="*/ 8 h 90"/>
                <a:gd name="T36" fmla="*/ 52 w 104"/>
                <a:gd name="T37" fmla="*/ 8 h 90"/>
                <a:gd name="T38" fmla="*/ 64 w 104"/>
                <a:gd name="T39" fmla="*/ 10 h 90"/>
                <a:gd name="T40" fmla="*/ 72 w 104"/>
                <a:gd name="T41" fmla="*/ 16 h 90"/>
                <a:gd name="T42" fmla="*/ 78 w 104"/>
                <a:gd name="T43" fmla="*/ 26 h 90"/>
                <a:gd name="T44" fmla="*/ 80 w 104"/>
                <a:gd name="T45" fmla="*/ 38 h 90"/>
                <a:gd name="T46" fmla="*/ 80 w 104"/>
                <a:gd name="T47" fmla="*/ 90 h 90"/>
                <a:gd name="T48" fmla="*/ 104 w 104"/>
                <a:gd name="T49" fmla="*/ 90 h 90"/>
                <a:gd name="T50" fmla="*/ 104 w 104"/>
                <a:gd name="T51" fmla="*/ 40 h 90"/>
                <a:gd name="T52" fmla="*/ 104 w 104"/>
                <a:gd name="T53" fmla="*/ 40 h 90"/>
                <a:gd name="T54" fmla="*/ 102 w 104"/>
                <a:gd name="T55" fmla="*/ 32 h 90"/>
                <a:gd name="T56" fmla="*/ 100 w 104"/>
                <a:gd name="T57" fmla="*/ 24 h 90"/>
                <a:gd name="T58" fmla="*/ 94 w 104"/>
                <a:gd name="T59" fmla="*/ 16 h 90"/>
                <a:gd name="T60" fmla="*/ 88 w 104"/>
                <a:gd name="T61" fmla="*/ 10 h 90"/>
                <a:gd name="T62" fmla="*/ 80 w 104"/>
                <a:gd name="T63" fmla="*/ 6 h 90"/>
                <a:gd name="T64" fmla="*/ 72 w 104"/>
                <a:gd name="T65" fmla="*/ 2 h 90"/>
                <a:gd name="T66" fmla="*/ 62 w 104"/>
                <a:gd name="T67" fmla="*/ 0 h 90"/>
                <a:gd name="T68" fmla="*/ 52 w 104"/>
                <a:gd name="T69" fmla="*/ 0 h 90"/>
                <a:gd name="T70" fmla="*/ 52 w 104"/>
                <a:gd name="T7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90">
                  <a:moveTo>
                    <a:pt x="52" y="0"/>
                  </a:moveTo>
                  <a:lnTo>
                    <a:pt x="5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4" y="6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4" y="24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0" y="90"/>
                  </a:lnTo>
                  <a:lnTo>
                    <a:pt x="22" y="90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6" y="26"/>
                  </a:lnTo>
                  <a:lnTo>
                    <a:pt x="32" y="16"/>
                  </a:lnTo>
                  <a:lnTo>
                    <a:pt x="40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4" y="10"/>
                  </a:lnTo>
                  <a:lnTo>
                    <a:pt x="72" y="16"/>
                  </a:lnTo>
                  <a:lnTo>
                    <a:pt x="78" y="26"/>
                  </a:lnTo>
                  <a:lnTo>
                    <a:pt x="80" y="38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2" y="32"/>
                  </a:lnTo>
                  <a:lnTo>
                    <a:pt x="100" y="24"/>
                  </a:lnTo>
                  <a:lnTo>
                    <a:pt x="94" y="16"/>
                  </a:lnTo>
                  <a:lnTo>
                    <a:pt x="88" y="10"/>
                  </a:lnTo>
                  <a:lnTo>
                    <a:pt x="80" y="6"/>
                  </a:lnTo>
                  <a:lnTo>
                    <a:pt x="72" y="2"/>
                  </a:lnTo>
                  <a:lnTo>
                    <a:pt x="6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5" name="Freeform 17"/>
            <p:cNvSpPr>
              <a:spLocks/>
            </p:cNvSpPr>
            <p:nvPr/>
          </p:nvSpPr>
          <p:spPr bwMode="auto">
            <a:xfrm>
              <a:off x="7264400" y="1209675"/>
              <a:ext cx="161925" cy="146050"/>
            </a:xfrm>
            <a:custGeom>
              <a:avLst/>
              <a:gdLst>
                <a:gd name="T0" fmla="*/ 50 w 102"/>
                <a:gd name="T1" fmla="*/ 92 h 92"/>
                <a:gd name="T2" fmla="*/ 50 w 102"/>
                <a:gd name="T3" fmla="*/ 92 h 92"/>
                <a:gd name="T4" fmla="*/ 62 w 102"/>
                <a:gd name="T5" fmla="*/ 92 h 92"/>
                <a:gd name="T6" fmla="*/ 70 w 102"/>
                <a:gd name="T7" fmla="*/ 88 h 92"/>
                <a:gd name="T8" fmla="*/ 80 w 102"/>
                <a:gd name="T9" fmla="*/ 86 h 92"/>
                <a:gd name="T10" fmla="*/ 88 w 102"/>
                <a:gd name="T11" fmla="*/ 80 h 92"/>
                <a:gd name="T12" fmla="*/ 94 w 102"/>
                <a:gd name="T13" fmla="*/ 74 h 92"/>
                <a:gd name="T14" fmla="*/ 98 w 102"/>
                <a:gd name="T15" fmla="*/ 68 h 92"/>
                <a:gd name="T16" fmla="*/ 102 w 102"/>
                <a:gd name="T17" fmla="*/ 60 h 92"/>
                <a:gd name="T18" fmla="*/ 102 w 102"/>
                <a:gd name="T19" fmla="*/ 52 h 92"/>
                <a:gd name="T20" fmla="*/ 102 w 102"/>
                <a:gd name="T21" fmla="*/ 0 h 92"/>
                <a:gd name="T22" fmla="*/ 80 w 102"/>
                <a:gd name="T23" fmla="*/ 0 h 92"/>
                <a:gd name="T24" fmla="*/ 80 w 102"/>
                <a:gd name="T25" fmla="*/ 54 h 92"/>
                <a:gd name="T26" fmla="*/ 80 w 102"/>
                <a:gd name="T27" fmla="*/ 54 h 92"/>
                <a:gd name="T28" fmla="*/ 78 w 102"/>
                <a:gd name="T29" fmla="*/ 66 h 92"/>
                <a:gd name="T30" fmla="*/ 72 w 102"/>
                <a:gd name="T31" fmla="*/ 74 h 92"/>
                <a:gd name="T32" fmla="*/ 62 w 102"/>
                <a:gd name="T33" fmla="*/ 80 h 92"/>
                <a:gd name="T34" fmla="*/ 50 w 102"/>
                <a:gd name="T35" fmla="*/ 84 h 92"/>
                <a:gd name="T36" fmla="*/ 50 w 102"/>
                <a:gd name="T37" fmla="*/ 84 h 92"/>
                <a:gd name="T38" fmla="*/ 40 w 102"/>
                <a:gd name="T39" fmla="*/ 80 h 92"/>
                <a:gd name="T40" fmla="*/ 30 w 102"/>
                <a:gd name="T41" fmla="*/ 74 h 92"/>
                <a:gd name="T42" fmla="*/ 24 w 102"/>
                <a:gd name="T43" fmla="*/ 66 h 92"/>
                <a:gd name="T44" fmla="*/ 22 w 102"/>
                <a:gd name="T45" fmla="*/ 54 h 92"/>
                <a:gd name="T46" fmla="*/ 22 w 102"/>
                <a:gd name="T47" fmla="*/ 0 h 92"/>
                <a:gd name="T48" fmla="*/ 0 w 102"/>
                <a:gd name="T49" fmla="*/ 0 h 92"/>
                <a:gd name="T50" fmla="*/ 0 w 102"/>
                <a:gd name="T51" fmla="*/ 52 h 92"/>
                <a:gd name="T52" fmla="*/ 0 w 102"/>
                <a:gd name="T53" fmla="*/ 52 h 92"/>
                <a:gd name="T54" fmla="*/ 0 w 102"/>
                <a:gd name="T55" fmla="*/ 60 h 92"/>
                <a:gd name="T56" fmla="*/ 4 w 102"/>
                <a:gd name="T57" fmla="*/ 68 h 92"/>
                <a:gd name="T58" fmla="*/ 8 w 102"/>
                <a:gd name="T59" fmla="*/ 74 h 92"/>
                <a:gd name="T60" fmla="*/ 14 w 102"/>
                <a:gd name="T61" fmla="*/ 80 h 92"/>
                <a:gd name="T62" fmla="*/ 22 w 102"/>
                <a:gd name="T63" fmla="*/ 86 h 92"/>
                <a:gd name="T64" fmla="*/ 30 w 102"/>
                <a:gd name="T65" fmla="*/ 88 h 92"/>
                <a:gd name="T66" fmla="*/ 40 w 102"/>
                <a:gd name="T67" fmla="*/ 92 h 92"/>
                <a:gd name="T68" fmla="*/ 50 w 102"/>
                <a:gd name="T69" fmla="*/ 92 h 92"/>
                <a:gd name="T70" fmla="*/ 50 w 102"/>
                <a:gd name="T7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92">
                  <a:moveTo>
                    <a:pt x="50" y="92"/>
                  </a:moveTo>
                  <a:lnTo>
                    <a:pt x="50" y="92"/>
                  </a:lnTo>
                  <a:lnTo>
                    <a:pt x="62" y="92"/>
                  </a:lnTo>
                  <a:lnTo>
                    <a:pt x="70" y="88"/>
                  </a:lnTo>
                  <a:lnTo>
                    <a:pt x="80" y="86"/>
                  </a:lnTo>
                  <a:lnTo>
                    <a:pt x="88" y="80"/>
                  </a:lnTo>
                  <a:lnTo>
                    <a:pt x="94" y="74"/>
                  </a:lnTo>
                  <a:lnTo>
                    <a:pt x="98" y="68"/>
                  </a:lnTo>
                  <a:lnTo>
                    <a:pt x="102" y="60"/>
                  </a:lnTo>
                  <a:lnTo>
                    <a:pt x="102" y="52"/>
                  </a:lnTo>
                  <a:lnTo>
                    <a:pt x="102" y="0"/>
                  </a:lnTo>
                  <a:lnTo>
                    <a:pt x="80" y="0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66"/>
                  </a:lnTo>
                  <a:lnTo>
                    <a:pt x="72" y="74"/>
                  </a:lnTo>
                  <a:lnTo>
                    <a:pt x="62" y="80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0" y="80"/>
                  </a:lnTo>
                  <a:lnTo>
                    <a:pt x="30" y="74"/>
                  </a:lnTo>
                  <a:lnTo>
                    <a:pt x="24" y="66"/>
                  </a:lnTo>
                  <a:lnTo>
                    <a:pt x="22" y="5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4" y="68"/>
                  </a:lnTo>
                  <a:lnTo>
                    <a:pt x="8" y="74"/>
                  </a:lnTo>
                  <a:lnTo>
                    <a:pt x="14" y="80"/>
                  </a:lnTo>
                  <a:lnTo>
                    <a:pt x="22" y="86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6" name="Freeform 18"/>
            <p:cNvSpPr>
              <a:spLocks/>
            </p:cNvSpPr>
            <p:nvPr/>
          </p:nvSpPr>
          <p:spPr bwMode="auto">
            <a:xfrm>
              <a:off x="696595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2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4 w 104"/>
                <a:gd name="T31" fmla="*/ 76 h 92"/>
                <a:gd name="T32" fmla="*/ 70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2 w 104"/>
                <a:gd name="T57" fmla="*/ 52 h 92"/>
                <a:gd name="T58" fmla="*/ 82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2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2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6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2" y="84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4" y="84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0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30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4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8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2" y="80"/>
                  </a:lnTo>
                  <a:lnTo>
                    <a:pt x="82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7" name="Freeform 19"/>
            <p:cNvSpPr>
              <a:spLocks/>
            </p:cNvSpPr>
            <p:nvPr/>
          </p:nvSpPr>
          <p:spPr bwMode="auto">
            <a:xfrm>
              <a:off x="754380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0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2 w 104"/>
                <a:gd name="T31" fmla="*/ 76 h 92"/>
                <a:gd name="T32" fmla="*/ 68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0 w 104"/>
                <a:gd name="T57" fmla="*/ 52 h 92"/>
                <a:gd name="T58" fmla="*/ 80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0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0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0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0" y="84"/>
                  </a:lnTo>
                  <a:lnTo>
                    <a:pt x="30" y="88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2" y="84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68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28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2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6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80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8" name="Freeform 20"/>
            <p:cNvSpPr>
              <a:spLocks/>
            </p:cNvSpPr>
            <p:nvPr/>
          </p:nvSpPr>
          <p:spPr bwMode="auto">
            <a:xfrm>
              <a:off x="7165975" y="1146175"/>
              <a:ext cx="73025" cy="228600"/>
            </a:xfrm>
            <a:custGeom>
              <a:avLst/>
              <a:gdLst>
                <a:gd name="T0" fmla="*/ 22 w 46"/>
                <a:gd name="T1" fmla="*/ 110 h 144"/>
                <a:gd name="T2" fmla="*/ 22 w 46"/>
                <a:gd name="T3" fmla="*/ 110 h 144"/>
                <a:gd name="T4" fmla="*/ 22 w 46"/>
                <a:gd name="T5" fmla="*/ 54 h 144"/>
                <a:gd name="T6" fmla="*/ 42 w 46"/>
                <a:gd name="T7" fmla="*/ 54 h 144"/>
                <a:gd name="T8" fmla="*/ 42 w 46"/>
                <a:gd name="T9" fmla="*/ 40 h 144"/>
                <a:gd name="T10" fmla="*/ 22 w 46"/>
                <a:gd name="T11" fmla="*/ 40 h 144"/>
                <a:gd name="T12" fmla="*/ 22 w 46"/>
                <a:gd name="T13" fmla="*/ 40 h 144"/>
                <a:gd name="T14" fmla="*/ 22 w 46"/>
                <a:gd name="T15" fmla="*/ 0 h 144"/>
                <a:gd name="T16" fmla="*/ 0 w 46"/>
                <a:gd name="T17" fmla="*/ 0 h 144"/>
                <a:gd name="T18" fmla="*/ 0 w 46"/>
                <a:gd name="T19" fmla="*/ 0 h 144"/>
                <a:gd name="T20" fmla="*/ 0 w 46"/>
                <a:gd name="T21" fmla="*/ 110 h 144"/>
                <a:gd name="T22" fmla="*/ 0 w 46"/>
                <a:gd name="T23" fmla="*/ 110 h 144"/>
                <a:gd name="T24" fmla="*/ 2 w 46"/>
                <a:gd name="T25" fmla="*/ 124 h 144"/>
                <a:gd name="T26" fmla="*/ 6 w 46"/>
                <a:gd name="T27" fmla="*/ 134 h 144"/>
                <a:gd name="T28" fmla="*/ 14 w 46"/>
                <a:gd name="T29" fmla="*/ 140 h 144"/>
                <a:gd name="T30" fmla="*/ 24 w 46"/>
                <a:gd name="T31" fmla="*/ 144 h 144"/>
                <a:gd name="T32" fmla="*/ 32 w 46"/>
                <a:gd name="T33" fmla="*/ 144 h 144"/>
                <a:gd name="T34" fmla="*/ 40 w 46"/>
                <a:gd name="T35" fmla="*/ 144 h 144"/>
                <a:gd name="T36" fmla="*/ 46 w 46"/>
                <a:gd name="T37" fmla="*/ 144 h 144"/>
                <a:gd name="T38" fmla="*/ 46 w 46"/>
                <a:gd name="T39" fmla="*/ 136 h 144"/>
                <a:gd name="T40" fmla="*/ 46 w 46"/>
                <a:gd name="T41" fmla="*/ 136 h 144"/>
                <a:gd name="T42" fmla="*/ 42 w 46"/>
                <a:gd name="T43" fmla="*/ 138 h 144"/>
                <a:gd name="T44" fmla="*/ 34 w 46"/>
                <a:gd name="T45" fmla="*/ 136 h 144"/>
                <a:gd name="T46" fmla="*/ 30 w 46"/>
                <a:gd name="T47" fmla="*/ 134 h 144"/>
                <a:gd name="T48" fmla="*/ 26 w 46"/>
                <a:gd name="T49" fmla="*/ 128 h 144"/>
                <a:gd name="T50" fmla="*/ 24 w 46"/>
                <a:gd name="T51" fmla="*/ 120 h 144"/>
                <a:gd name="T52" fmla="*/ 22 w 46"/>
                <a:gd name="T53" fmla="*/ 110 h 144"/>
                <a:gd name="T54" fmla="*/ 22 w 46"/>
                <a:gd name="T55" fmla="*/ 1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144">
                  <a:moveTo>
                    <a:pt x="22" y="110"/>
                  </a:moveTo>
                  <a:lnTo>
                    <a:pt x="22" y="110"/>
                  </a:lnTo>
                  <a:lnTo>
                    <a:pt x="22" y="54"/>
                  </a:lnTo>
                  <a:lnTo>
                    <a:pt x="42" y="54"/>
                  </a:lnTo>
                  <a:lnTo>
                    <a:pt x="4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24"/>
                  </a:lnTo>
                  <a:lnTo>
                    <a:pt x="6" y="134"/>
                  </a:lnTo>
                  <a:lnTo>
                    <a:pt x="14" y="140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44"/>
                  </a:lnTo>
                  <a:lnTo>
                    <a:pt x="46" y="144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2" y="138"/>
                  </a:lnTo>
                  <a:lnTo>
                    <a:pt x="34" y="136"/>
                  </a:lnTo>
                  <a:lnTo>
                    <a:pt x="30" y="134"/>
                  </a:lnTo>
                  <a:lnTo>
                    <a:pt x="26" y="128"/>
                  </a:lnTo>
                  <a:lnTo>
                    <a:pt x="24" y="120"/>
                  </a:lnTo>
                  <a:lnTo>
                    <a:pt x="22" y="110"/>
                  </a:lnTo>
                  <a:lnTo>
                    <a:pt x="2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39" name="Freeform 21"/>
            <p:cNvSpPr>
              <a:spLocks/>
            </p:cNvSpPr>
            <p:nvPr/>
          </p:nvSpPr>
          <p:spPr bwMode="auto">
            <a:xfrm>
              <a:off x="7461250" y="1209675"/>
              <a:ext cx="79375" cy="142875"/>
            </a:xfrm>
            <a:custGeom>
              <a:avLst/>
              <a:gdLst>
                <a:gd name="T0" fmla="*/ 22 w 50"/>
                <a:gd name="T1" fmla="*/ 36 h 90"/>
                <a:gd name="T2" fmla="*/ 22 w 50"/>
                <a:gd name="T3" fmla="*/ 36 h 90"/>
                <a:gd name="T4" fmla="*/ 22 w 50"/>
                <a:gd name="T5" fmla="*/ 90 h 90"/>
                <a:gd name="T6" fmla="*/ 0 w 50"/>
                <a:gd name="T7" fmla="*/ 90 h 90"/>
                <a:gd name="T8" fmla="*/ 0 w 50"/>
                <a:gd name="T9" fmla="*/ 90 h 90"/>
                <a:gd name="T10" fmla="*/ 0 w 50"/>
                <a:gd name="T11" fmla="*/ 36 h 90"/>
                <a:gd name="T12" fmla="*/ 0 w 50"/>
                <a:gd name="T13" fmla="*/ 36 h 90"/>
                <a:gd name="T14" fmla="*/ 0 w 50"/>
                <a:gd name="T15" fmla="*/ 28 h 90"/>
                <a:gd name="T16" fmla="*/ 2 w 50"/>
                <a:gd name="T17" fmla="*/ 22 h 90"/>
                <a:gd name="T18" fmla="*/ 4 w 50"/>
                <a:gd name="T19" fmla="*/ 16 h 90"/>
                <a:gd name="T20" fmla="*/ 8 w 50"/>
                <a:gd name="T21" fmla="*/ 12 h 90"/>
                <a:gd name="T22" fmla="*/ 16 w 50"/>
                <a:gd name="T23" fmla="*/ 6 h 90"/>
                <a:gd name="T24" fmla="*/ 24 w 50"/>
                <a:gd name="T25" fmla="*/ 2 h 90"/>
                <a:gd name="T26" fmla="*/ 34 w 50"/>
                <a:gd name="T27" fmla="*/ 0 h 90"/>
                <a:gd name="T28" fmla="*/ 42 w 50"/>
                <a:gd name="T29" fmla="*/ 0 h 90"/>
                <a:gd name="T30" fmla="*/ 50 w 50"/>
                <a:gd name="T31" fmla="*/ 2 h 90"/>
                <a:gd name="T32" fmla="*/ 50 w 50"/>
                <a:gd name="T33" fmla="*/ 10 h 90"/>
                <a:gd name="T34" fmla="*/ 50 w 50"/>
                <a:gd name="T35" fmla="*/ 10 h 90"/>
                <a:gd name="T36" fmla="*/ 46 w 50"/>
                <a:gd name="T37" fmla="*/ 8 h 90"/>
                <a:gd name="T38" fmla="*/ 36 w 50"/>
                <a:gd name="T39" fmla="*/ 10 h 90"/>
                <a:gd name="T40" fmla="*/ 32 w 50"/>
                <a:gd name="T41" fmla="*/ 12 h 90"/>
                <a:gd name="T42" fmla="*/ 26 w 50"/>
                <a:gd name="T43" fmla="*/ 16 h 90"/>
                <a:gd name="T44" fmla="*/ 24 w 50"/>
                <a:gd name="T45" fmla="*/ 24 h 90"/>
                <a:gd name="T46" fmla="*/ 22 w 50"/>
                <a:gd name="T47" fmla="*/ 36 h 90"/>
                <a:gd name="T48" fmla="*/ 22 w 50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0" h="90">
                  <a:moveTo>
                    <a:pt x="22" y="36"/>
                  </a:moveTo>
                  <a:lnTo>
                    <a:pt x="22" y="36"/>
                  </a:lnTo>
                  <a:lnTo>
                    <a:pt x="2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6" y="6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8"/>
                  </a:lnTo>
                  <a:lnTo>
                    <a:pt x="36" y="10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4" y="24"/>
                  </a:lnTo>
                  <a:lnTo>
                    <a:pt x="22" y="36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  <p:sp>
          <p:nvSpPr>
            <p:cNvPr id="40" name="Freeform 22"/>
            <p:cNvSpPr>
              <a:spLocks noEditPoints="1"/>
            </p:cNvSpPr>
            <p:nvPr/>
          </p:nvSpPr>
          <p:spPr bwMode="auto">
            <a:xfrm>
              <a:off x="6937375" y="676275"/>
              <a:ext cx="603250" cy="425450"/>
            </a:xfrm>
            <a:custGeom>
              <a:avLst/>
              <a:gdLst>
                <a:gd name="T0" fmla="*/ 368 w 380"/>
                <a:gd name="T1" fmla="*/ 100 h 268"/>
                <a:gd name="T2" fmla="*/ 328 w 380"/>
                <a:gd name="T3" fmla="*/ 104 h 268"/>
                <a:gd name="T4" fmla="*/ 296 w 380"/>
                <a:gd name="T5" fmla="*/ 104 h 268"/>
                <a:gd name="T6" fmla="*/ 300 w 380"/>
                <a:gd name="T7" fmla="*/ 42 h 268"/>
                <a:gd name="T8" fmla="*/ 272 w 380"/>
                <a:gd name="T9" fmla="*/ 8 h 268"/>
                <a:gd name="T10" fmla="*/ 230 w 380"/>
                <a:gd name="T11" fmla="*/ 0 h 268"/>
                <a:gd name="T12" fmla="*/ 194 w 380"/>
                <a:gd name="T13" fmla="*/ 20 h 268"/>
                <a:gd name="T14" fmla="*/ 164 w 380"/>
                <a:gd name="T15" fmla="*/ 78 h 268"/>
                <a:gd name="T16" fmla="*/ 140 w 380"/>
                <a:gd name="T17" fmla="*/ 66 h 268"/>
                <a:gd name="T18" fmla="*/ 88 w 380"/>
                <a:gd name="T19" fmla="*/ 28 h 268"/>
                <a:gd name="T20" fmla="*/ 46 w 380"/>
                <a:gd name="T21" fmla="*/ 34 h 268"/>
                <a:gd name="T22" fmla="*/ 26 w 380"/>
                <a:gd name="T23" fmla="*/ 60 h 268"/>
                <a:gd name="T24" fmla="*/ 32 w 380"/>
                <a:gd name="T25" fmla="*/ 108 h 268"/>
                <a:gd name="T26" fmla="*/ 62 w 380"/>
                <a:gd name="T27" fmla="*/ 154 h 268"/>
                <a:gd name="T28" fmla="*/ 10 w 380"/>
                <a:gd name="T29" fmla="*/ 146 h 268"/>
                <a:gd name="T30" fmla="*/ 0 w 380"/>
                <a:gd name="T31" fmla="*/ 158 h 268"/>
                <a:gd name="T32" fmla="*/ 20 w 380"/>
                <a:gd name="T33" fmla="*/ 194 h 268"/>
                <a:gd name="T34" fmla="*/ 80 w 380"/>
                <a:gd name="T35" fmla="*/ 230 h 268"/>
                <a:gd name="T36" fmla="*/ 94 w 380"/>
                <a:gd name="T37" fmla="*/ 242 h 268"/>
                <a:gd name="T38" fmla="*/ 124 w 380"/>
                <a:gd name="T39" fmla="*/ 264 h 268"/>
                <a:gd name="T40" fmla="*/ 182 w 380"/>
                <a:gd name="T41" fmla="*/ 268 h 268"/>
                <a:gd name="T42" fmla="*/ 208 w 380"/>
                <a:gd name="T43" fmla="*/ 260 h 268"/>
                <a:gd name="T44" fmla="*/ 230 w 380"/>
                <a:gd name="T45" fmla="*/ 260 h 268"/>
                <a:gd name="T46" fmla="*/ 272 w 380"/>
                <a:gd name="T47" fmla="*/ 254 h 268"/>
                <a:gd name="T48" fmla="*/ 326 w 380"/>
                <a:gd name="T49" fmla="*/ 222 h 268"/>
                <a:gd name="T50" fmla="*/ 322 w 380"/>
                <a:gd name="T51" fmla="*/ 212 h 268"/>
                <a:gd name="T52" fmla="*/ 304 w 380"/>
                <a:gd name="T53" fmla="*/ 206 h 268"/>
                <a:gd name="T54" fmla="*/ 350 w 380"/>
                <a:gd name="T55" fmla="*/ 178 h 268"/>
                <a:gd name="T56" fmla="*/ 380 w 380"/>
                <a:gd name="T57" fmla="*/ 130 h 268"/>
                <a:gd name="T58" fmla="*/ 376 w 380"/>
                <a:gd name="T59" fmla="*/ 106 h 268"/>
                <a:gd name="T60" fmla="*/ 272 w 380"/>
                <a:gd name="T61" fmla="*/ 220 h 268"/>
                <a:gd name="T62" fmla="*/ 302 w 380"/>
                <a:gd name="T63" fmla="*/ 228 h 268"/>
                <a:gd name="T64" fmla="*/ 282 w 380"/>
                <a:gd name="T65" fmla="*/ 242 h 268"/>
                <a:gd name="T66" fmla="*/ 224 w 380"/>
                <a:gd name="T67" fmla="*/ 250 h 268"/>
                <a:gd name="T68" fmla="*/ 200 w 380"/>
                <a:gd name="T69" fmla="*/ 246 h 268"/>
                <a:gd name="T70" fmla="*/ 188 w 380"/>
                <a:gd name="T71" fmla="*/ 254 h 268"/>
                <a:gd name="T72" fmla="*/ 152 w 380"/>
                <a:gd name="T73" fmla="*/ 260 h 268"/>
                <a:gd name="T74" fmla="*/ 118 w 380"/>
                <a:gd name="T75" fmla="*/ 250 h 268"/>
                <a:gd name="T76" fmla="*/ 124 w 380"/>
                <a:gd name="T77" fmla="*/ 230 h 268"/>
                <a:gd name="T78" fmla="*/ 72 w 380"/>
                <a:gd name="T79" fmla="*/ 216 h 268"/>
                <a:gd name="T80" fmla="*/ 30 w 380"/>
                <a:gd name="T81" fmla="*/ 188 h 268"/>
                <a:gd name="T82" fmla="*/ 26 w 380"/>
                <a:gd name="T83" fmla="*/ 170 h 268"/>
                <a:gd name="T84" fmla="*/ 60 w 380"/>
                <a:gd name="T85" fmla="*/ 172 h 268"/>
                <a:gd name="T86" fmla="*/ 102 w 380"/>
                <a:gd name="T87" fmla="*/ 174 h 268"/>
                <a:gd name="T88" fmla="*/ 92 w 380"/>
                <a:gd name="T89" fmla="*/ 156 h 268"/>
                <a:gd name="T90" fmla="*/ 52 w 380"/>
                <a:gd name="T91" fmla="*/ 96 h 268"/>
                <a:gd name="T92" fmla="*/ 66 w 380"/>
                <a:gd name="T93" fmla="*/ 68 h 268"/>
                <a:gd name="T94" fmla="*/ 88 w 380"/>
                <a:gd name="T95" fmla="*/ 64 h 268"/>
                <a:gd name="T96" fmla="*/ 124 w 380"/>
                <a:gd name="T97" fmla="*/ 92 h 268"/>
                <a:gd name="T98" fmla="*/ 168 w 380"/>
                <a:gd name="T99" fmla="*/ 134 h 268"/>
                <a:gd name="T100" fmla="*/ 184 w 380"/>
                <a:gd name="T101" fmla="*/ 116 h 268"/>
                <a:gd name="T102" fmla="*/ 210 w 380"/>
                <a:gd name="T103" fmla="*/ 50 h 268"/>
                <a:gd name="T104" fmla="*/ 242 w 380"/>
                <a:gd name="T105" fmla="*/ 40 h 268"/>
                <a:gd name="T106" fmla="*/ 268 w 380"/>
                <a:gd name="T107" fmla="*/ 54 h 268"/>
                <a:gd name="T108" fmla="*/ 270 w 380"/>
                <a:gd name="T109" fmla="*/ 96 h 268"/>
                <a:gd name="T110" fmla="*/ 252 w 380"/>
                <a:gd name="T111" fmla="*/ 152 h 268"/>
                <a:gd name="T112" fmla="*/ 260 w 380"/>
                <a:gd name="T113" fmla="*/ 158 h 268"/>
                <a:gd name="T114" fmla="*/ 322 w 380"/>
                <a:gd name="T115" fmla="*/ 132 h 268"/>
                <a:gd name="T116" fmla="*/ 352 w 380"/>
                <a:gd name="T117" fmla="*/ 132 h 268"/>
                <a:gd name="T118" fmla="*/ 354 w 380"/>
                <a:gd name="T119" fmla="*/ 154 h 268"/>
                <a:gd name="T120" fmla="*/ 314 w 380"/>
                <a:gd name="T121" fmla="*/ 188 h 268"/>
                <a:gd name="T122" fmla="*/ 266 w 380"/>
                <a:gd name="T123" fmla="*/ 21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80" h="268">
                  <a:moveTo>
                    <a:pt x="376" y="106"/>
                  </a:moveTo>
                  <a:lnTo>
                    <a:pt x="376" y="106"/>
                  </a:lnTo>
                  <a:lnTo>
                    <a:pt x="372" y="102"/>
                  </a:lnTo>
                  <a:lnTo>
                    <a:pt x="368" y="100"/>
                  </a:lnTo>
                  <a:lnTo>
                    <a:pt x="362" y="98"/>
                  </a:lnTo>
                  <a:lnTo>
                    <a:pt x="356" y="98"/>
                  </a:lnTo>
                  <a:lnTo>
                    <a:pt x="342" y="100"/>
                  </a:lnTo>
                  <a:lnTo>
                    <a:pt x="328" y="104"/>
                  </a:lnTo>
                  <a:lnTo>
                    <a:pt x="302" y="116"/>
                  </a:lnTo>
                  <a:lnTo>
                    <a:pt x="290" y="120"/>
                  </a:lnTo>
                  <a:lnTo>
                    <a:pt x="290" y="120"/>
                  </a:lnTo>
                  <a:lnTo>
                    <a:pt x="296" y="104"/>
                  </a:lnTo>
                  <a:lnTo>
                    <a:pt x="300" y="86"/>
                  </a:lnTo>
                  <a:lnTo>
                    <a:pt x="302" y="64"/>
                  </a:lnTo>
                  <a:lnTo>
                    <a:pt x="302" y="52"/>
                  </a:lnTo>
                  <a:lnTo>
                    <a:pt x="300" y="42"/>
                  </a:lnTo>
                  <a:lnTo>
                    <a:pt x="296" y="32"/>
                  </a:lnTo>
                  <a:lnTo>
                    <a:pt x="290" y="22"/>
                  </a:lnTo>
                  <a:lnTo>
                    <a:pt x="282" y="14"/>
                  </a:lnTo>
                  <a:lnTo>
                    <a:pt x="272" y="8"/>
                  </a:lnTo>
                  <a:lnTo>
                    <a:pt x="260" y="4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30" y="0"/>
                  </a:lnTo>
                  <a:lnTo>
                    <a:pt x="220" y="2"/>
                  </a:lnTo>
                  <a:lnTo>
                    <a:pt x="210" y="6"/>
                  </a:lnTo>
                  <a:lnTo>
                    <a:pt x="202" y="12"/>
                  </a:lnTo>
                  <a:lnTo>
                    <a:pt x="194" y="20"/>
                  </a:lnTo>
                  <a:lnTo>
                    <a:pt x="186" y="28"/>
                  </a:lnTo>
                  <a:lnTo>
                    <a:pt x="176" y="44"/>
                  </a:lnTo>
                  <a:lnTo>
                    <a:pt x="168" y="62"/>
                  </a:lnTo>
                  <a:lnTo>
                    <a:pt x="164" y="78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0" y="80"/>
                  </a:lnTo>
                  <a:lnTo>
                    <a:pt x="140" y="66"/>
                  </a:lnTo>
                  <a:lnTo>
                    <a:pt x="124" y="50"/>
                  </a:lnTo>
                  <a:lnTo>
                    <a:pt x="108" y="38"/>
                  </a:lnTo>
                  <a:lnTo>
                    <a:pt x="98" y="32"/>
                  </a:lnTo>
                  <a:lnTo>
                    <a:pt x="88" y="28"/>
                  </a:lnTo>
                  <a:lnTo>
                    <a:pt x="78" y="26"/>
                  </a:lnTo>
                  <a:lnTo>
                    <a:pt x="68" y="26"/>
                  </a:lnTo>
                  <a:lnTo>
                    <a:pt x="58" y="30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36" y="42"/>
                  </a:lnTo>
                  <a:lnTo>
                    <a:pt x="30" y="50"/>
                  </a:lnTo>
                  <a:lnTo>
                    <a:pt x="26" y="60"/>
                  </a:lnTo>
                  <a:lnTo>
                    <a:pt x="24" y="70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108"/>
                  </a:lnTo>
                  <a:lnTo>
                    <a:pt x="42" y="126"/>
                  </a:lnTo>
                  <a:lnTo>
                    <a:pt x="52" y="140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52" y="150"/>
                  </a:lnTo>
                  <a:lnTo>
                    <a:pt x="30" y="146"/>
                  </a:lnTo>
                  <a:lnTo>
                    <a:pt x="20" y="144"/>
                  </a:lnTo>
                  <a:lnTo>
                    <a:pt x="10" y="146"/>
                  </a:lnTo>
                  <a:lnTo>
                    <a:pt x="6" y="148"/>
                  </a:lnTo>
                  <a:lnTo>
                    <a:pt x="2" y="150"/>
                  </a:lnTo>
                  <a:lnTo>
                    <a:pt x="0" y="152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70"/>
                  </a:lnTo>
                  <a:lnTo>
                    <a:pt x="10" y="182"/>
                  </a:lnTo>
                  <a:lnTo>
                    <a:pt x="20" y="194"/>
                  </a:lnTo>
                  <a:lnTo>
                    <a:pt x="32" y="206"/>
                  </a:lnTo>
                  <a:lnTo>
                    <a:pt x="48" y="214"/>
                  </a:lnTo>
                  <a:lnTo>
                    <a:pt x="64" y="222"/>
                  </a:lnTo>
                  <a:lnTo>
                    <a:pt x="80" y="230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4" y="238"/>
                  </a:lnTo>
                  <a:lnTo>
                    <a:pt x="94" y="242"/>
                  </a:lnTo>
                  <a:lnTo>
                    <a:pt x="96" y="248"/>
                  </a:lnTo>
                  <a:lnTo>
                    <a:pt x="100" y="254"/>
                  </a:lnTo>
                  <a:lnTo>
                    <a:pt x="110" y="258"/>
                  </a:lnTo>
                  <a:lnTo>
                    <a:pt x="124" y="264"/>
                  </a:lnTo>
                  <a:lnTo>
                    <a:pt x="146" y="266"/>
                  </a:lnTo>
                  <a:lnTo>
                    <a:pt x="146" y="266"/>
                  </a:lnTo>
                  <a:lnTo>
                    <a:pt x="166" y="268"/>
                  </a:lnTo>
                  <a:lnTo>
                    <a:pt x="182" y="268"/>
                  </a:lnTo>
                  <a:lnTo>
                    <a:pt x="192" y="266"/>
                  </a:lnTo>
                  <a:lnTo>
                    <a:pt x="200" y="264"/>
                  </a:lnTo>
                  <a:lnTo>
                    <a:pt x="206" y="262"/>
                  </a:lnTo>
                  <a:lnTo>
                    <a:pt x="208" y="260"/>
                  </a:lnTo>
                  <a:lnTo>
                    <a:pt x="210" y="256"/>
                  </a:lnTo>
                  <a:lnTo>
                    <a:pt x="210" y="256"/>
                  </a:lnTo>
                  <a:lnTo>
                    <a:pt x="214" y="258"/>
                  </a:lnTo>
                  <a:lnTo>
                    <a:pt x="230" y="260"/>
                  </a:lnTo>
                  <a:lnTo>
                    <a:pt x="250" y="260"/>
                  </a:lnTo>
                  <a:lnTo>
                    <a:pt x="260" y="25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88" y="248"/>
                  </a:lnTo>
                  <a:lnTo>
                    <a:pt x="306" y="238"/>
                  </a:lnTo>
                  <a:lnTo>
                    <a:pt x="322" y="226"/>
                  </a:lnTo>
                  <a:lnTo>
                    <a:pt x="326" y="222"/>
                  </a:lnTo>
                  <a:lnTo>
                    <a:pt x="326" y="216"/>
                  </a:lnTo>
                  <a:lnTo>
                    <a:pt x="326" y="216"/>
                  </a:lnTo>
                  <a:lnTo>
                    <a:pt x="324" y="214"/>
                  </a:lnTo>
                  <a:lnTo>
                    <a:pt x="322" y="212"/>
                  </a:lnTo>
                  <a:lnTo>
                    <a:pt x="312" y="210"/>
                  </a:lnTo>
                  <a:lnTo>
                    <a:pt x="304" y="210"/>
                  </a:lnTo>
                  <a:lnTo>
                    <a:pt x="302" y="208"/>
                  </a:lnTo>
                  <a:lnTo>
                    <a:pt x="304" y="206"/>
                  </a:lnTo>
                  <a:lnTo>
                    <a:pt x="304" y="206"/>
                  </a:lnTo>
                  <a:lnTo>
                    <a:pt x="320" y="200"/>
                  </a:lnTo>
                  <a:lnTo>
                    <a:pt x="334" y="190"/>
                  </a:lnTo>
                  <a:lnTo>
                    <a:pt x="350" y="178"/>
                  </a:lnTo>
                  <a:lnTo>
                    <a:pt x="362" y="166"/>
                  </a:lnTo>
                  <a:lnTo>
                    <a:pt x="372" y="152"/>
                  </a:lnTo>
                  <a:lnTo>
                    <a:pt x="380" y="136"/>
                  </a:lnTo>
                  <a:lnTo>
                    <a:pt x="380" y="130"/>
                  </a:lnTo>
                  <a:lnTo>
                    <a:pt x="380" y="122"/>
                  </a:lnTo>
                  <a:lnTo>
                    <a:pt x="378" y="114"/>
                  </a:lnTo>
                  <a:lnTo>
                    <a:pt x="376" y="106"/>
                  </a:lnTo>
                  <a:lnTo>
                    <a:pt x="376" y="106"/>
                  </a:lnTo>
                  <a:close/>
                  <a:moveTo>
                    <a:pt x="266" y="214"/>
                  </a:moveTo>
                  <a:lnTo>
                    <a:pt x="266" y="214"/>
                  </a:lnTo>
                  <a:lnTo>
                    <a:pt x="268" y="218"/>
                  </a:lnTo>
                  <a:lnTo>
                    <a:pt x="272" y="220"/>
                  </a:lnTo>
                  <a:lnTo>
                    <a:pt x="284" y="224"/>
                  </a:lnTo>
                  <a:lnTo>
                    <a:pt x="296" y="224"/>
                  </a:lnTo>
                  <a:lnTo>
                    <a:pt x="300" y="226"/>
                  </a:lnTo>
                  <a:lnTo>
                    <a:pt x="302" y="228"/>
                  </a:lnTo>
                  <a:lnTo>
                    <a:pt x="302" y="228"/>
                  </a:lnTo>
                  <a:lnTo>
                    <a:pt x="298" y="232"/>
                  </a:lnTo>
                  <a:lnTo>
                    <a:pt x="292" y="238"/>
                  </a:lnTo>
                  <a:lnTo>
                    <a:pt x="282" y="242"/>
                  </a:lnTo>
                  <a:lnTo>
                    <a:pt x="268" y="246"/>
                  </a:lnTo>
                  <a:lnTo>
                    <a:pt x="254" y="250"/>
                  </a:lnTo>
                  <a:lnTo>
                    <a:pt x="240" y="250"/>
                  </a:lnTo>
                  <a:lnTo>
                    <a:pt x="224" y="250"/>
                  </a:lnTo>
                  <a:lnTo>
                    <a:pt x="212" y="248"/>
                  </a:lnTo>
                  <a:lnTo>
                    <a:pt x="212" y="248"/>
                  </a:lnTo>
                  <a:lnTo>
                    <a:pt x="206" y="246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198" y="246"/>
                  </a:lnTo>
                  <a:lnTo>
                    <a:pt x="194" y="248"/>
                  </a:lnTo>
                  <a:lnTo>
                    <a:pt x="188" y="254"/>
                  </a:lnTo>
                  <a:lnTo>
                    <a:pt x="184" y="258"/>
                  </a:lnTo>
                  <a:lnTo>
                    <a:pt x="176" y="260"/>
                  </a:lnTo>
                  <a:lnTo>
                    <a:pt x="166" y="262"/>
                  </a:lnTo>
                  <a:lnTo>
                    <a:pt x="152" y="260"/>
                  </a:lnTo>
                  <a:lnTo>
                    <a:pt x="152" y="260"/>
                  </a:lnTo>
                  <a:lnTo>
                    <a:pt x="134" y="258"/>
                  </a:lnTo>
                  <a:lnTo>
                    <a:pt x="122" y="254"/>
                  </a:lnTo>
                  <a:lnTo>
                    <a:pt x="118" y="250"/>
                  </a:lnTo>
                  <a:lnTo>
                    <a:pt x="118" y="246"/>
                  </a:lnTo>
                  <a:lnTo>
                    <a:pt x="124" y="240"/>
                  </a:lnTo>
                  <a:lnTo>
                    <a:pt x="126" y="236"/>
                  </a:lnTo>
                  <a:lnTo>
                    <a:pt x="124" y="230"/>
                  </a:lnTo>
                  <a:lnTo>
                    <a:pt x="124" y="230"/>
                  </a:lnTo>
                  <a:lnTo>
                    <a:pt x="118" y="228"/>
                  </a:lnTo>
                  <a:lnTo>
                    <a:pt x="106" y="224"/>
                  </a:lnTo>
                  <a:lnTo>
                    <a:pt x="72" y="216"/>
                  </a:lnTo>
                  <a:lnTo>
                    <a:pt x="56" y="208"/>
                  </a:lnTo>
                  <a:lnTo>
                    <a:pt x="40" y="200"/>
                  </a:lnTo>
                  <a:lnTo>
                    <a:pt x="34" y="194"/>
                  </a:lnTo>
                  <a:lnTo>
                    <a:pt x="30" y="188"/>
                  </a:lnTo>
                  <a:lnTo>
                    <a:pt x="26" y="182"/>
                  </a:lnTo>
                  <a:lnTo>
                    <a:pt x="24" y="174"/>
                  </a:lnTo>
                  <a:lnTo>
                    <a:pt x="24" y="174"/>
                  </a:lnTo>
                  <a:lnTo>
                    <a:pt x="26" y="170"/>
                  </a:lnTo>
                  <a:lnTo>
                    <a:pt x="28" y="168"/>
                  </a:lnTo>
                  <a:lnTo>
                    <a:pt x="36" y="168"/>
                  </a:lnTo>
                  <a:lnTo>
                    <a:pt x="46" y="170"/>
                  </a:lnTo>
                  <a:lnTo>
                    <a:pt x="60" y="172"/>
                  </a:lnTo>
                  <a:lnTo>
                    <a:pt x="86" y="178"/>
                  </a:lnTo>
                  <a:lnTo>
                    <a:pt x="96" y="178"/>
                  </a:lnTo>
                  <a:lnTo>
                    <a:pt x="100" y="176"/>
                  </a:lnTo>
                  <a:lnTo>
                    <a:pt x="102" y="174"/>
                  </a:lnTo>
                  <a:lnTo>
                    <a:pt x="102" y="174"/>
                  </a:lnTo>
                  <a:lnTo>
                    <a:pt x="102" y="172"/>
                  </a:lnTo>
                  <a:lnTo>
                    <a:pt x="100" y="168"/>
                  </a:lnTo>
                  <a:lnTo>
                    <a:pt x="92" y="156"/>
                  </a:lnTo>
                  <a:lnTo>
                    <a:pt x="68" y="128"/>
                  </a:lnTo>
                  <a:lnTo>
                    <a:pt x="58" y="112"/>
                  </a:lnTo>
                  <a:lnTo>
                    <a:pt x="54" y="104"/>
                  </a:lnTo>
                  <a:lnTo>
                    <a:pt x="52" y="96"/>
                  </a:lnTo>
                  <a:lnTo>
                    <a:pt x="52" y="88"/>
                  </a:lnTo>
                  <a:lnTo>
                    <a:pt x="54" y="82"/>
                  </a:lnTo>
                  <a:lnTo>
                    <a:pt x="58" y="74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74" y="64"/>
                  </a:lnTo>
                  <a:lnTo>
                    <a:pt x="82" y="62"/>
                  </a:lnTo>
                  <a:lnTo>
                    <a:pt x="88" y="64"/>
                  </a:lnTo>
                  <a:lnTo>
                    <a:pt x="96" y="66"/>
                  </a:lnTo>
                  <a:lnTo>
                    <a:pt x="104" y="70"/>
                  </a:lnTo>
                  <a:lnTo>
                    <a:pt x="110" y="76"/>
                  </a:lnTo>
                  <a:lnTo>
                    <a:pt x="124" y="92"/>
                  </a:lnTo>
                  <a:lnTo>
                    <a:pt x="148" y="122"/>
                  </a:lnTo>
                  <a:lnTo>
                    <a:pt x="158" y="132"/>
                  </a:lnTo>
                  <a:lnTo>
                    <a:pt x="164" y="134"/>
                  </a:lnTo>
                  <a:lnTo>
                    <a:pt x="168" y="134"/>
                  </a:lnTo>
                  <a:lnTo>
                    <a:pt x="168" y="134"/>
                  </a:lnTo>
                  <a:lnTo>
                    <a:pt x="172" y="132"/>
                  </a:lnTo>
                  <a:lnTo>
                    <a:pt x="176" y="128"/>
                  </a:lnTo>
                  <a:lnTo>
                    <a:pt x="184" y="116"/>
                  </a:lnTo>
                  <a:lnTo>
                    <a:pt x="194" y="82"/>
                  </a:lnTo>
                  <a:lnTo>
                    <a:pt x="200" y="64"/>
                  </a:lnTo>
                  <a:lnTo>
                    <a:pt x="204" y="56"/>
                  </a:lnTo>
                  <a:lnTo>
                    <a:pt x="210" y="50"/>
                  </a:lnTo>
                  <a:lnTo>
                    <a:pt x="216" y="44"/>
                  </a:lnTo>
                  <a:lnTo>
                    <a:pt x="222" y="40"/>
                  </a:lnTo>
                  <a:lnTo>
                    <a:pt x="23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54" y="44"/>
                  </a:lnTo>
                  <a:lnTo>
                    <a:pt x="262" y="48"/>
                  </a:lnTo>
                  <a:lnTo>
                    <a:pt x="268" y="54"/>
                  </a:lnTo>
                  <a:lnTo>
                    <a:pt x="272" y="60"/>
                  </a:lnTo>
                  <a:lnTo>
                    <a:pt x="274" y="68"/>
                  </a:lnTo>
                  <a:lnTo>
                    <a:pt x="274" y="78"/>
                  </a:lnTo>
                  <a:lnTo>
                    <a:pt x="270" y="96"/>
                  </a:lnTo>
                  <a:lnTo>
                    <a:pt x="264" y="114"/>
                  </a:lnTo>
                  <a:lnTo>
                    <a:pt x="256" y="132"/>
                  </a:lnTo>
                  <a:lnTo>
                    <a:pt x="252" y="146"/>
                  </a:lnTo>
                  <a:lnTo>
                    <a:pt x="252" y="152"/>
                  </a:lnTo>
                  <a:lnTo>
                    <a:pt x="254" y="156"/>
                  </a:lnTo>
                  <a:lnTo>
                    <a:pt x="254" y="156"/>
                  </a:lnTo>
                  <a:lnTo>
                    <a:pt x="256" y="158"/>
                  </a:lnTo>
                  <a:lnTo>
                    <a:pt x="260" y="158"/>
                  </a:lnTo>
                  <a:lnTo>
                    <a:pt x="274" y="156"/>
                  </a:lnTo>
                  <a:lnTo>
                    <a:pt x="288" y="148"/>
                  </a:lnTo>
                  <a:lnTo>
                    <a:pt x="306" y="140"/>
                  </a:lnTo>
                  <a:lnTo>
                    <a:pt x="322" y="132"/>
                  </a:lnTo>
                  <a:lnTo>
                    <a:pt x="338" y="128"/>
                  </a:lnTo>
                  <a:lnTo>
                    <a:pt x="344" y="128"/>
                  </a:lnTo>
                  <a:lnTo>
                    <a:pt x="348" y="128"/>
                  </a:lnTo>
                  <a:lnTo>
                    <a:pt x="352" y="132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4" y="146"/>
                  </a:lnTo>
                  <a:lnTo>
                    <a:pt x="354" y="154"/>
                  </a:lnTo>
                  <a:lnTo>
                    <a:pt x="350" y="160"/>
                  </a:lnTo>
                  <a:lnTo>
                    <a:pt x="344" y="166"/>
                  </a:lnTo>
                  <a:lnTo>
                    <a:pt x="330" y="178"/>
                  </a:lnTo>
                  <a:lnTo>
                    <a:pt x="314" y="188"/>
                  </a:lnTo>
                  <a:lnTo>
                    <a:pt x="282" y="202"/>
                  </a:lnTo>
                  <a:lnTo>
                    <a:pt x="270" y="208"/>
                  </a:lnTo>
                  <a:lnTo>
                    <a:pt x="268" y="210"/>
                  </a:lnTo>
                  <a:lnTo>
                    <a:pt x="266" y="214"/>
                  </a:lnTo>
                  <a:lnTo>
                    <a:pt x="266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833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51524" y="417438"/>
            <a:ext cx="5364032" cy="369267"/>
          </a:xfrm>
          <a:prstGeom prst="rect">
            <a:avLst/>
          </a:prstGeom>
          <a:noFill/>
        </p:spPr>
        <p:txBody>
          <a:bodyPr wrap="none" lIns="91376" tIns="45688" rIns="91376" bIns="45688" rtlCol="0">
            <a:spAutoFit/>
          </a:bodyPr>
          <a:lstStyle/>
          <a:p>
            <a:pPr defTabSz="913760"/>
            <a:r>
              <a:rPr lang="pt-BR" dirty="0">
                <a:solidFill>
                  <a:srgbClr val="6E6259"/>
                </a:solidFill>
                <a:latin typeface="Gill Sans Std Light" pitchFamily="34" charset="0"/>
              </a:rPr>
              <a:t>INÍCIO DE OPERAÇÃO INFRAESTRUTURA </a:t>
            </a:r>
            <a:r>
              <a:rPr lang="pt-BR" dirty="0" err="1">
                <a:solidFill>
                  <a:srgbClr val="6E6259"/>
                </a:solidFill>
                <a:latin typeface="Gill Sans Std Light" pitchFamily="34" charset="0"/>
              </a:rPr>
              <a:t>eBP</a:t>
            </a:r>
            <a:r>
              <a:rPr lang="pt-BR" dirty="0">
                <a:solidFill>
                  <a:srgbClr val="6E6259"/>
                </a:solidFill>
                <a:latin typeface="Gill Sans Std Light" pitchFamily="34" charset="0"/>
              </a:rPr>
              <a:t> LAPA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6444208" y="4443958"/>
            <a:ext cx="1619672" cy="0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6" descr="E:\Users\BR92457\Desktop\Apresentação TD\Fotos\CINZA_MORNO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460432" y="4653343"/>
            <a:ext cx="441148" cy="47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251524" y="1204021"/>
            <a:ext cx="865005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31 dez ’14</a:t>
            </a:r>
          </a:p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Início da operação no </a:t>
            </a:r>
            <a:r>
              <a:rPr lang="pt-BR" sz="1600" b="1" dirty="0" smtClean="0">
                <a:solidFill>
                  <a:srgbClr val="6E6259"/>
                </a:solidFill>
                <a:latin typeface="Gill Sans Std Light" pitchFamily="34" charset="0"/>
              </a:rPr>
              <a:t>novo modelo</a:t>
            </a:r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 de </a:t>
            </a:r>
            <a:r>
              <a:rPr lang="pt-BR" sz="1600" dirty="0" err="1" smtClean="0">
                <a:solidFill>
                  <a:srgbClr val="6E6259"/>
                </a:solidFill>
                <a:latin typeface="Gill Sans Std Light" pitchFamily="34" charset="0"/>
              </a:rPr>
              <a:t>Sourcing</a:t>
            </a:r>
            <a:endParaRPr lang="pt-BR" sz="1600" dirty="0">
              <a:solidFill>
                <a:srgbClr val="6E6259"/>
              </a:solidFill>
              <a:latin typeface="Gill Sans Std Light" pitchFamily="34" charset="0"/>
            </a:endParaRPr>
          </a:p>
          <a:p>
            <a:pPr defTabSz="913760"/>
            <a:r>
              <a:rPr lang="pt-BR" sz="1600" dirty="0">
                <a:solidFill>
                  <a:srgbClr val="6E6259"/>
                </a:solidFill>
                <a:latin typeface="Gill Sans Std Light" pitchFamily="34" charset="0"/>
              </a:rPr>
              <a:t>	</a:t>
            </a:r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Service Desk</a:t>
            </a:r>
          </a:p>
          <a:p>
            <a:pPr defTabSz="913760"/>
            <a:r>
              <a:rPr lang="pt-BR" sz="1600" dirty="0">
                <a:solidFill>
                  <a:srgbClr val="6E6259"/>
                </a:solidFill>
                <a:latin typeface="Gill Sans Std Light" pitchFamily="34" charset="0"/>
              </a:rPr>
              <a:t>	</a:t>
            </a:r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Experiência CN</a:t>
            </a:r>
          </a:p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	Natura Central de Comando</a:t>
            </a:r>
          </a:p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	</a:t>
            </a:r>
            <a:r>
              <a:rPr lang="pt-BR" sz="1600" dirty="0">
                <a:solidFill>
                  <a:srgbClr val="6E6259"/>
                </a:solidFill>
                <a:latin typeface="Gill Sans Std Light" pitchFamily="34" charset="0"/>
              </a:rPr>
              <a:t>N1 e N2</a:t>
            </a:r>
          </a:p>
          <a:p>
            <a:pPr defTabSz="913760"/>
            <a:endParaRPr lang="pt-BR" sz="1600" dirty="0">
              <a:solidFill>
                <a:srgbClr val="6E6259"/>
              </a:solidFill>
              <a:latin typeface="Gill Sans Std Light" pitchFamily="34" charset="0"/>
            </a:endParaRPr>
          </a:p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31 Jan ‘15</a:t>
            </a:r>
          </a:p>
          <a:p>
            <a:pPr defTabSz="913760"/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Início da operação SOA no novo modelo de </a:t>
            </a:r>
            <a:r>
              <a:rPr lang="pt-BR" sz="1600" dirty="0" err="1" smtClean="0">
                <a:solidFill>
                  <a:srgbClr val="6E6259"/>
                </a:solidFill>
                <a:latin typeface="Gill Sans Std Light" pitchFamily="34" charset="0"/>
              </a:rPr>
              <a:t>Sourcing</a:t>
            </a:r>
            <a:r>
              <a:rPr lang="pt-BR" sz="1600" dirty="0" smtClean="0">
                <a:solidFill>
                  <a:srgbClr val="6E6259"/>
                </a:solidFill>
                <a:latin typeface="Gill Sans Std Light" pitchFamily="34" charset="0"/>
              </a:rPr>
              <a:t> (término contrato Oracle)</a:t>
            </a:r>
          </a:p>
          <a:p>
            <a:pPr defTabSz="913760"/>
            <a:endParaRPr lang="pt-BR" sz="16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defTabSz="913760"/>
            <a:r>
              <a:rPr lang="pt-BR" sz="1600" dirty="0">
                <a:solidFill>
                  <a:srgbClr val="6E6259"/>
                </a:solidFill>
                <a:latin typeface="Gill Sans Std Light" pitchFamily="34" charset="0"/>
              </a:rPr>
              <a:t>	</a:t>
            </a:r>
            <a:endParaRPr lang="pt-BR" sz="1600" dirty="0">
              <a:solidFill>
                <a:prstClr val="black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735858" y="3984836"/>
            <a:ext cx="1822500" cy="656558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60066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0" tIns="25715" rIns="51430" bIns="25715" rtlCol="0" anchor="ctr"/>
          <a:lstStyle/>
          <a:p>
            <a:pPr algn="ctr" defTabSz="514299"/>
            <a:r>
              <a:rPr lang="pt-BR" sz="1100" b="1" dirty="0" smtClean="0">
                <a:solidFill>
                  <a:prstClr val="black"/>
                </a:solidFill>
                <a:latin typeface="Gill Sans Std Light" pitchFamily="34" charset="0"/>
              </a:rPr>
              <a:t>URA </a:t>
            </a:r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– Redução de 1.300 chamados\mês</a:t>
            </a:r>
          </a:p>
          <a:p>
            <a:pPr algn="ctr" defTabSz="514299"/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(Reset e Desbloqueio senha)</a:t>
            </a:r>
            <a:endParaRPr lang="pt-BR" sz="1100" dirty="0">
              <a:solidFill>
                <a:prstClr val="black"/>
              </a:solidFill>
              <a:latin typeface="Gill Sans Std Light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621708" y="3984836"/>
            <a:ext cx="1822500" cy="656558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60066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0" tIns="25715" rIns="51430" bIns="25715" rtlCol="0" anchor="ctr"/>
          <a:lstStyle/>
          <a:p>
            <a:pPr algn="ctr" defTabSz="514299"/>
            <a:r>
              <a:rPr lang="pt-BR" sz="1100" b="1" dirty="0" smtClean="0">
                <a:solidFill>
                  <a:prstClr val="black"/>
                </a:solidFill>
                <a:latin typeface="Gill Sans Std Light" pitchFamily="34" charset="0"/>
              </a:rPr>
              <a:t>39% </a:t>
            </a:r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de redução de Incidentes</a:t>
            </a:r>
            <a:r>
              <a:rPr lang="pt-BR" sz="1100" dirty="0">
                <a:solidFill>
                  <a:prstClr val="black"/>
                </a:solidFill>
                <a:latin typeface="Gill Sans Std Light" pitchFamily="34" charset="0"/>
              </a:rPr>
              <a:t> </a:t>
            </a:r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de Infraestrutura comparado a 2014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42862" y="3981020"/>
            <a:ext cx="1822500" cy="660375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60066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0" tIns="25715" rIns="51430" bIns="25715" rtlCol="0" anchor="ctr"/>
          <a:lstStyle/>
          <a:p>
            <a:pPr algn="ctr" defTabSz="514299"/>
            <a:r>
              <a:rPr lang="pt-BR" sz="1100" b="1" dirty="0" smtClean="0">
                <a:solidFill>
                  <a:prstClr val="black"/>
                </a:solidFill>
                <a:latin typeface="Gill Sans Std Light" pitchFamily="34" charset="0"/>
              </a:rPr>
              <a:t>71 </a:t>
            </a:r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novos colaboradores</a:t>
            </a:r>
          </a:p>
          <a:p>
            <a:pPr algn="ctr" defTabSz="514299"/>
            <a:r>
              <a:rPr lang="pt-BR" sz="1100" dirty="0" smtClean="0">
                <a:solidFill>
                  <a:prstClr val="black"/>
                </a:solidFill>
                <a:latin typeface="Gill Sans Std Light" pitchFamily="34" charset="0"/>
              </a:rPr>
              <a:t>(Processos, N1 e N2)</a:t>
            </a:r>
            <a:endParaRPr lang="pt-BR" sz="1100" dirty="0">
              <a:solidFill>
                <a:prstClr val="black"/>
              </a:solidFill>
              <a:latin typeface="Gill Sans Std Light" pitchFamily="34" charset="0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292025" y="3579862"/>
            <a:ext cx="769586" cy="584722"/>
          </a:xfrm>
          <a:prstGeom prst="ellipse">
            <a:avLst/>
          </a:prstGeom>
          <a:solidFill>
            <a:srgbClr val="00B0F0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14299"/>
            <a:r>
              <a:rPr lang="pt-BR" sz="1000" b="1" dirty="0" smtClean="0">
                <a:solidFill>
                  <a:prstClr val="white"/>
                </a:solidFill>
                <a:latin typeface="Gill Sans Std Light" pitchFamily="34" charset="0"/>
              </a:rPr>
              <a:t>Destaque</a:t>
            </a:r>
            <a:endParaRPr lang="pt-BR" sz="1000" b="1" dirty="0">
              <a:solidFill>
                <a:prstClr val="white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6511674" y="3981019"/>
            <a:ext cx="2181858" cy="66037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60066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0" tIns="25715" rIns="51430" bIns="25715" rtlCol="0" anchor="ctr"/>
          <a:lstStyle/>
          <a:p>
            <a:pPr algn="ctr" defTabSz="514299"/>
            <a:r>
              <a:rPr lang="pt-BR" sz="900" b="1" dirty="0" err="1" smtClean="0">
                <a:solidFill>
                  <a:prstClr val="black"/>
                </a:solidFill>
                <a:latin typeface="Gill Sans Std Light" pitchFamily="34" charset="0"/>
              </a:rPr>
              <a:t>ExpCN</a:t>
            </a:r>
            <a:r>
              <a:rPr lang="pt-BR" sz="900" b="1" dirty="0" smtClean="0">
                <a:solidFill>
                  <a:prstClr val="black"/>
                </a:solidFill>
                <a:latin typeface="Gill Sans Std Light" pitchFamily="34" charset="0"/>
              </a:rPr>
              <a:t> </a:t>
            </a:r>
            <a:r>
              <a:rPr lang="pt-BR" sz="900" dirty="0" smtClean="0">
                <a:solidFill>
                  <a:prstClr val="black"/>
                </a:solidFill>
                <a:latin typeface="Gill Sans Std Light" pitchFamily="34" charset="0"/>
              </a:rPr>
              <a:t>– aumento no escopo e produtividade</a:t>
            </a:r>
          </a:p>
          <a:p>
            <a:pPr algn="ctr" defTabSz="514299"/>
            <a:r>
              <a:rPr lang="pt-BR" sz="900" dirty="0" smtClean="0">
                <a:solidFill>
                  <a:prstClr val="black"/>
                </a:solidFill>
                <a:latin typeface="Gill Sans Std Light" pitchFamily="34" charset="0"/>
              </a:rPr>
              <a:t>(Jan’15 - Rede - 519 cadastros  Finalizados e Capta - 671 pedidos convertidos)</a:t>
            </a:r>
            <a:endParaRPr lang="pt-BR" sz="900" dirty="0">
              <a:solidFill>
                <a:prstClr val="black"/>
              </a:solidFill>
              <a:latin typeface="Gill Sans Std Light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447" y="1347614"/>
            <a:ext cx="3734326" cy="16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7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660666566"/>
              </p:ext>
            </p:extLst>
          </p:nvPr>
        </p:nvGraphicFramePr>
        <p:xfrm>
          <a:off x="-540568" y="1068374"/>
          <a:ext cx="5832648" cy="3590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ta para a direita 3"/>
          <p:cNvSpPr/>
          <p:nvPr/>
        </p:nvSpPr>
        <p:spPr>
          <a:xfrm>
            <a:off x="4258966" y="1527956"/>
            <a:ext cx="647700" cy="1619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4932040" y="844091"/>
            <a:ext cx="4104456" cy="13677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Centralização das Operadoras e Politica única de celular	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Revisão das tarifas praticadas pelas operadoras para 	Concluído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Renovação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de contrato para ter uma única operadora.	Concluído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Decisão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de manter as operadoras atuais com redução de tarifa.	Concluído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Revisão da Política Atual de Mobilidade </a:t>
            </a:r>
            <a:r>
              <a:rPr lang="pt-BR" sz="700" b="1" dirty="0" err="1" smtClean="0">
                <a:solidFill>
                  <a:srgbClr val="FFFFFF"/>
                </a:solidFill>
                <a:ea typeface="MS PGothic" pitchFamily="34" charset="-128"/>
              </a:rPr>
              <a:t>Brasi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adequação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nas </a:t>
            </a:r>
            <a:r>
              <a:rPr lang="pt-BR" sz="700" b="1" dirty="0" err="1" smtClean="0">
                <a:solidFill>
                  <a:srgbClr val="FFFFFF"/>
                </a:solidFill>
                <a:ea typeface="MS PGothic" pitchFamily="34" charset="-128"/>
              </a:rPr>
              <a:t>Ois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.       Concluído</a:t>
            </a:r>
          </a:p>
          <a:p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   Reunião com o RH e Jurídico para implementação da Nova Politica.	Concluído</a:t>
            </a:r>
          </a:p>
          <a:p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   Aprovação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no comitê dos </a:t>
            </a:r>
            <a:r>
              <a:rPr lang="pt-BR" sz="700" b="1" dirty="0" err="1">
                <a:solidFill>
                  <a:srgbClr val="FFFFFF"/>
                </a:solidFill>
                <a:ea typeface="MS PGothic" pitchFamily="34" charset="-128"/>
              </a:rPr>
              <a:t>GG’s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para a Nova Politica.	Concluído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Adequação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da Politica atual de acordo com a Lei de cada País.	Concluído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Preparar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Comunicação e Treinamentos com as equipes de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Suporte     Concluído</a:t>
            </a:r>
          </a:p>
          <a:p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e  Coordenadores.	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 Implantação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da Nova Politica	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	Em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andamento</a:t>
            </a:r>
          </a:p>
        </p:txBody>
      </p:sp>
      <p:sp>
        <p:nvSpPr>
          <p:cNvPr id="8" name="Retângulo 7"/>
          <p:cNvSpPr/>
          <p:nvPr/>
        </p:nvSpPr>
        <p:spPr>
          <a:xfrm>
            <a:off x="4931589" y="2454718"/>
            <a:ext cx="4104456" cy="10708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Video Conferencia	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Analise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das novas tecnologias com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fornecedores	Em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andamento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Field Service	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Avaliação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dos serviços avaliação de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RFP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		Em andamento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Confecção da RFP	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		Parado</a:t>
            </a:r>
            <a:endParaRPr lang="pt-BR" sz="700" b="1" dirty="0">
              <a:solidFill>
                <a:srgbClr val="FFFFFF"/>
              </a:solidFill>
              <a:ea typeface="MS PGothic" pitchFamily="34" charset="-128"/>
            </a:endParaRP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Gestão de Ativos	</a:t>
            </a: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Processo de controle de licenças Microsoft, não Microsoft e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Server	Concluído</a:t>
            </a:r>
            <a:endParaRPr lang="pt-BR" sz="700" b="1" dirty="0">
              <a:solidFill>
                <a:srgbClr val="FFFFFF"/>
              </a:solidFill>
              <a:ea typeface="MS PGothic" pitchFamily="34" charset="-128"/>
            </a:endParaRPr>
          </a:p>
          <a:p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 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    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Saneamento de softwares não </a:t>
            </a:r>
            <a:r>
              <a:rPr lang="pt-BR" sz="700" b="1" dirty="0" smtClean="0">
                <a:solidFill>
                  <a:srgbClr val="FFFFFF"/>
                </a:solidFill>
                <a:ea typeface="MS PGothic" pitchFamily="34" charset="-128"/>
              </a:rPr>
              <a:t>licenciados		Em </a:t>
            </a:r>
            <a:r>
              <a:rPr lang="pt-BR" sz="700" b="1" dirty="0">
                <a:solidFill>
                  <a:srgbClr val="FFFFFF"/>
                </a:solidFill>
                <a:ea typeface="MS PGothic" pitchFamily="34" charset="-128"/>
              </a:rPr>
              <a:t>andamento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953293" y="3840416"/>
            <a:ext cx="4082752" cy="10920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pt-BR" sz="800" b="1" dirty="0" err="1">
                <a:solidFill>
                  <a:srgbClr val="FFFFFF"/>
                </a:solidFill>
                <a:ea typeface="MS PGothic" pitchFamily="34" charset="-128"/>
              </a:rPr>
              <a:t>Insourcing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</a:t>
            </a:r>
            <a:r>
              <a:rPr lang="pt-BR" sz="800" b="1" dirty="0" err="1">
                <a:solidFill>
                  <a:srgbClr val="FFFFFF"/>
                </a:solidFill>
                <a:ea typeface="MS PGothic" pitchFamily="34" charset="-128"/>
              </a:rPr>
              <a:t>Infraestructura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GERA	</a:t>
            </a: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Levantamento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das informações dos </a:t>
            </a:r>
            <a:r>
              <a:rPr lang="pt-BR" sz="800" b="1" dirty="0" err="1">
                <a:solidFill>
                  <a:srgbClr val="FFFFFF"/>
                </a:solidFill>
                <a:ea typeface="MS PGothic" pitchFamily="34" charset="-128"/>
              </a:rPr>
              <a:t>site´s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Gera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	Concluído</a:t>
            </a: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Confecção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do briefing do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projeto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	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	Concluído</a:t>
            </a:r>
            <a:endParaRPr lang="pt-BR" sz="800" b="1" dirty="0">
              <a:solidFill>
                <a:srgbClr val="FFFFFF"/>
              </a:solidFill>
              <a:ea typeface="MS PGothic" pitchFamily="34" charset="-128"/>
            </a:endParaRP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Aprovação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do Modelo de custo		Concluído</a:t>
            </a: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Aprovação do projeto no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PRE-CAD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	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	Concluído</a:t>
            </a:r>
            <a:endParaRPr lang="pt-BR" sz="800" b="1" dirty="0">
              <a:solidFill>
                <a:srgbClr val="FFFFFF"/>
              </a:solidFill>
              <a:ea typeface="MS PGothic" pitchFamily="34" charset="-128"/>
            </a:endParaRP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Aprovação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do projeto no CAD		Em andamento</a:t>
            </a:r>
          </a:p>
          <a:p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800" b="1" dirty="0" smtClean="0">
                <a:solidFill>
                  <a:srgbClr val="FFFFFF"/>
                </a:solidFill>
                <a:ea typeface="MS PGothic" pitchFamily="34" charset="-128"/>
              </a:rPr>
              <a:t>   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Detalhamento do projeto</a:t>
            </a:r>
            <a:r>
              <a:rPr lang="pt-BR" sz="600" b="1" dirty="0">
                <a:solidFill>
                  <a:srgbClr val="FFFFFF"/>
                </a:solidFill>
                <a:ea typeface="MS PGothic" pitchFamily="34" charset="-128"/>
              </a:rPr>
              <a:t>		</a:t>
            </a:r>
            <a:r>
              <a:rPr lang="pt-BR" sz="800" b="1" dirty="0">
                <a:solidFill>
                  <a:srgbClr val="FFFFFF"/>
                </a:solidFill>
                <a:ea typeface="MS PGothic" pitchFamily="34" charset="-128"/>
              </a:rPr>
              <a:t>Em andamento</a:t>
            </a:r>
            <a:endParaRPr lang="pt-BR" sz="600" b="1" dirty="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11" name="Seta para a direita 10"/>
          <p:cNvSpPr/>
          <p:nvPr/>
        </p:nvSpPr>
        <p:spPr>
          <a:xfrm>
            <a:off x="4266406" y="2828189"/>
            <a:ext cx="647700" cy="1619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Seta para a direita 12"/>
          <p:cNvSpPr/>
          <p:nvPr/>
        </p:nvSpPr>
        <p:spPr>
          <a:xfrm>
            <a:off x="4288515" y="4305485"/>
            <a:ext cx="647700" cy="1619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2051070" y="195263"/>
            <a:ext cx="5616575" cy="5941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b="1" dirty="0"/>
              <a:t>Gerencia de Suporte e Operação</a:t>
            </a:r>
          </a:p>
        </p:txBody>
      </p:sp>
    </p:spTree>
    <p:extLst>
      <p:ext uri="{BB962C8B-B14F-4D97-AF65-F5344CB8AC3E}">
        <p14:creationId xmlns:p14="http://schemas.microsoft.com/office/powerpoint/2010/main" val="213140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"/>
          <p:cNvSpPr>
            <a:spLocks noChangeArrowheads="1"/>
          </p:cNvSpPr>
          <p:nvPr/>
        </p:nvSpPr>
        <p:spPr bwMode="auto">
          <a:xfrm>
            <a:off x="3" y="2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343" tIns="25675" rIns="51343" bIns="25675"/>
          <a:lstStyle/>
          <a:p>
            <a:pPr algn="ctr"/>
            <a:endParaRPr lang="pt-BR"/>
          </a:p>
        </p:txBody>
      </p:sp>
      <p:sp>
        <p:nvSpPr>
          <p:cNvPr id="31747" name="Rectangle 3"/>
          <p:cNvSpPr>
            <a:spLocks/>
          </p:cNvSpPr>
          <p:nvPr/>
        </p:nvSpPr>
        <p:spPr bwMode="auto">
          <a:xfrm>
            <a:off x="535782" y="1580559"/>
            <a:ext cx="7822406" cy="19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80000"/>
              </a:lnSpc>
            </a:pPr>
            <a:r>
              <a:rPr lang="en-US" sz="8200" dirty="0" smtClean="0">
                <a:solidFill>
                  <a:srgbClr val="8F993E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  <a:endParaRPr lang="en-US" sz="8200" dirty="0">
              <a:solidFill>
                <a:srgbClr val="8F993E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31748" name="Rectangle 5"/>
          <p:cNvSpPr>
            <a:spLocks/>
          </p:cNvSpPr>
          <p:nvPr/>
        </p:nvSpPr>
        <p:spPr bwMode="auto">
          <a:xfrm>
            <a:off x="500067" y="4671353"/>
            <a:ext cx="973337" cy="7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817" bIns="0"/>
          <a:lstStyle/>
          <a:p>
            <a:pPr marL="22283"/>
            <a:r>
              <a:rPr lang="en-US" sz="60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31749" name="Picture 1" descr="NAT_marca_verde_gramado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1" y="4064001"/>
            <a:ext cx="828000" cy="75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73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6234</TotalTime>
  <Words>1134</Words>
  <Application>Microsoft Office PowerPoint</Application>
  <PresentationFormat>Apresentação na tela (16:9)</PresentationFormat>
  <Paragraphs>206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Tema do Office</vt:lpstr>
      <vt:lpstr>1_Tema do Office</vt:lpstr>
      <vt:lpstr>3_Tema do Office</vt:lpstr>
      <vt:lpstr>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br89699</dc:creator>
  <cp:lastModifiedBy>mvmarque</cp:lastModifiedBy>
  <cp:revision>121</cp:revision>
  <dcterms:created xsi:type="dcterms:W3CDTF">2014-06-26T12:55:32Z</dcterms:created>
  <dcterms:modified xsi:type="dcterms:W3CDTF">2015-05-26T11:03:01Z</dcterms:modified>
</cp:coreProperties>
</file>