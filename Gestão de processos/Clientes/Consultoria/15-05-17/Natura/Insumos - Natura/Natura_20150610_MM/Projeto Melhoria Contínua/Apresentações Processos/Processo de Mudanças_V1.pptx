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60" r:id="rId2"/>
    <p:sldId id="264" r:id="rId3"/>
    <p:sldId id="311" r:id="rId4"/>
    <p:sldId id="262" r:id="rId5"/>
    <p:sldId id="295" r:id="rId6"/>
    <p:sldId id="322" r:id="rId7"/>
    <p:sldId id="323" r:id="rId8"/>
    <p:sldId id="333" r:id="rId9"/>
    <p:sldId id="316" r:id="rId10"/>
    <p:sldId id="346" r:id="rId11"/>
    <p:sldId id="318" r:id="rId12"/>
    <p:sldId id="319" r:id="rId13"/>
    <p:sldId id="341" r:id="rId14"/>
    <p:sldId id="321" r:id="rId15"/>
    <p:sldId id="340" r:id="rId16"/>
    <p:sldId id="334" r:id="rId17"/>
    <p:sldId id="344" r:id="rId18"/>
    <p:sldId id="324" r:id="rId19"/>
    <p:sldId id="325" r:id="rId20"/>
    <p:sldId id="326" r:id="rId21"/>
    <p:sldId id="327" r:id="rId22"/>
    <p:sldId id="296" r:id="rId23"/>
    <p:sldId id="312" r:id="rId24"/>
    <p:sldId id="329" r:id="rId25"/>
    <p:sldId id="330" r:id="rId26"/>
    <p:sldId id="331" r:id="rId27"/>
    <p:sldId id="342" r:id="rId28"/>
    <p:sldId id="298" r:id="rId29"/>
    <p:sldId id="299" r:id="rId30"/>
    <p:sldId id="343" r:id="rId31"/>
    <p:sldId id="304" r:id="rId32"/>
    <p:sldId id="339" r:id="rId33"/>
    <p:sldId id="337" r:id="rId34"/>
    <p:sldId id="338" r:id="rId35"/>
    <p:sldId id="309" r:id="rId36"/>
    <p:sldId id="332" r:id="rId37"/>
    <p:sldId id="310" r:id="rId38"/>
    <p:sldId id="335" r:id="rId39"/>
    <p:sldId id="336" r:id="rId40"/>
    <p:sldId id="345" r:id="rId41"/>
    <p:sldId id="302" r:id="rId42"/>
    <p:sldId id="294" r:id="rId43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6E6259"/>
    <a:srgbClr val="FFFF66"/>
    <a:srgbClr val="009999"/>
    <a:srgbClr val="FFFFCC"/>
    <a:srgbClr val="00AEC7"/>
    <a:srgbClr val="D9D9D6"/>
    <a:srgbClr val="7C6992"/>
    <a:srgbClr val="888B8D"/>
    <a:srgbClr val="B9D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45" autoAdjust="0"/>
    <p:restoredTop sz="98046" autoAdjust="0"/>
  </p:normalViewPr>
  <p:slideViewPr>
    <p:cSldViewPr>
      <p:cViewPr>
        <p:scale>
          <a:sx n="110" d="100"/>
          <a:sy n="110" d="100"/>
        </p:scale>
        <p:origin x="-768" y="-252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D74556-6D6B-43B8-982A-2F869FB99A5B}" type="doc">
      <dgm:prSet loTypeId="urn:microsoft.com/office/officeart/2005/8/layout/lProcess1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764B768-4A55-4B0A-879E-C0D9C907423F}">
      <dgm:prSet phldrT="[Texto]" custT="1"/>
      <dgm:spPr/>
      <dgm:t>
        <a:bodyPr/>
        <a:lstStyle/>
        <a:p>
          <a:r>
            <a:rPr lang="pt-BR" sz="1200" b="1" dirty="0" smtClean="0">
              <a:latin typeface="Gill Sans Std Light" pitchFamily="34" charset="0"/>
            </a:rPr>
            <a:t>APROVADORES</a:t>
          </a:r>
          <a:endParaRPr lang="pt-BR" sz="1200" b="1" dirty="0">
            <a:latin typeface="Gill Sans Std Light" pitchFamily="34" charset="0"/>
          </a:endParaRPr>
        </a:p>
      </dgm:t>
    </dgm:pt>
    <dgm:pt modelId="{540EC1F9-5769-41A4-99E3-B04B5216877C}" type="parTrans" cxnId="{DB764841-0407-41BD-94DA-4F4876ACCD77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314434B7-4D8A-47B9-8E79-289E75257E28}" type="sibTrans" cxnId="{DB764841-0407-41BD-94DA-4F4876ACCD77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D58857F9-CCFC-47A0-90C3-2C941E47E052}">
      <dgm:prSet phldrT="[Texto]" custT="1"/>
      <dgm:spPr/>
      <dgm:t>
        <a:bodyPr/>
        <a:lstStyle/>
        <a:p>
          <a:r>
            <a:rPr lang="pt-BR" sz="1200" b="1" dirty="0" smtClean="0">
              <a:latin typeface="Gill Sans Std Light" pitchFamily="34" charset="0"/>
            </a:rPr>
            <a:t>N1 e N2</a:t>
          </a:r>
          <a:endParaRPr lang="pt-BR" sz="1200" b="1" dirty="0">
            <a:latin typeface="Gill Sans Std Light" pitchFamily="34" charset="0"/>
          </a:endParaRPr>
        </a:p>
      </dgm:t>
    </dgm:pt>
    <dgm:pt modelId="{811F79B4-C5A5-4E55-8577-6B7F4A22846B}" type="parTrans" cxnId="{1CC5F981-FEC8-47D4-944C-B38F8D62905B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B48FCED4-E357-4DA5-8B4F-884969A60371}" type="sibTrans" cxnId="{1CC5F981-FEC8-47D4-944C-B38F8D62905B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2E408E13-C953-459D-B7DE-DA0931B9C9F4}">
      <dgm:prSet phldrT="[Texto]" custT="1"/>
      <dgm:spPr/>
      <dgm:t>
        <a:bodyPr/>
        <a:lstStyle/>
        <a:p>
          <a:r>
            <a:rPr lang="pt-BR" sz="1200" b="1" dirty="0" smtClean="0">
              <a:latin typeface="Gill Sans Std Light" pitchFamily="34" charset="0"/>
            </a:rPr>
            <a:t>CAB / ECAB</a:t>
          </a:r>
          <a:endParaRPr lang="pt-BR" sz="1200" b="1" dirty="0">
            <a:latin typeface="Gill Sans Std Light" pitchFamily="34" charset="0"/>
          </a:endParaRPr>
        </a:p>
      </dgm:t>
    </dgm:pt>
    <dgm:pt modelId="{BAAFC21A-E1C7-4136-998D-F3CD0EAF94E7}" type="parTrans" cxnId="{AE2AD7D8-6252-49F2-A5D8-AA011F21C0E0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4A01236C-62B9-42B8-9494-7CCFE92F0ADF}" type="sibTrans" cxnId="{AE2AD7D8-6252-49F2-A5D8-AA011F21C0E0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95302B58-FE7E-4F7C-8839-867664E1257C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pt-BR" sz="1200" b="1" dirty="0" smtClean="0">
              <a:latin typeface="Gill Sans Std Light" pitchFamily="34" charset="0"/>
            </a:rPr>
            <a:t>CLASSIFICAÇÃO</a:t>
          </a:r>
          <a:endParaRPr lang="pt-BR" sz="1200" b="1" dirty="0">
            <a:latin typeface="Gill Sans Std Light" pitchFamily="34" charset="0"/>
          </a:endParaRPr>
        </a:p>
      </dgm:t>
    </dgm:pt>
    <dgm:pt modelId="{C8A3C85F-2B57-46D7-A007-5E4E19FE9D35}" type="parTrans" cxnId="{C15351D8-8A1D-42F2-A895-6063575EF580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398B04DC-97D5-4227-81FA-1FAB163BAB22}" type="sibTrans" cxnId="{C15351D8-8A1D-42F2-A895-6063575EF580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936AECF8-1B26-4D76-BE3E-667E8B4193B8}">
      <dgm:prSet phldrT="[Texto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pt-BR" sz="1200" dirty="0" smtClean="0">
              <a:latin typeface="Gill Sans Std Light" pitchFamily="34" charset="0"/>
            </a:rPr>
            <a:t>Minoritária e Significante</a:t>
          </a:r>
        </a:p>
      </dgm:t>
    </dgm:pt>
    <dgm:pt modelId="{0B38E3F5-128A-4519-971A-6DED084074EF}" type="parTrans" cxnId="{15B70631-ECB5-40BD-BE71-6B9B03698394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497CAE90-D4EE-4F0A-A29B-F8A3DE11223A}" type="sibTrans" cxnId="{15B70631-ECB5-40BD-BE71-6B9B03698394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7D92C95D-AA5E-4F6D-9878-6D9E9A99F49F}">
      <dgm:prSet phldrT="[Texto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pt-BR" sz="1200" dirty="0" smtClean="0">
              <a:latin typeface="Gill Sans Std Light" pitchFamily="34" charset="0"/>
            </a:rPr>
            <a:t>Minoritária, Significante, Majoritária</a:t>
          </a:r>
        </a:p>
      </dgm:t>
    </dgm:pt>
    <dgm:pt modelId="{C6A8B992-612D-4D50-8E37-0D67C8FF08B4}" type="parTrans" cxnId="{2C592795-1C38-4C6B-A6DC-F5E9FE0E8D40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4122F203-1A54-409C-B1C9-65820BB7C699}" type="sibTrans" cxnId="{2C592795-1C38-4C6B-A6DC-F5E9FE0E8D40}">
      <dgm:prSet/>
      <dgm:spPr/>
      <dgm:t>
        <a:bodyPr/>
        <a:lstStyle/>
        <a:p>
          <a:endParaRPr lang="pt-BR" sz="1200">
            <a:latin typeface="Gill Sans Std Light" pitchFamily="34" charset="0"/>
          </a:endParaRPr>
        </a:p>
      </dgm:t>
    </dgm:pt>
    <dgm:pt modelId="{54A70C02-7DDD-4581-B977-DC4AB0C18C6E}">
      <dgm:prSet phldrT="[Texto]" custT="1"/>
      <dgm:spPr/>
      <dgm:t>
        <a:bodyPr/>
        <a:lstStyle/>
        <a:p>
          <a:r>
            <a:rPr lang="pt-BR" sz="1200" b="1" dirty="0" smtClean="0">
              <a:latin typeface="Gill Sans Std Light" pitchFamily="34" charset="0"/>
            </a:rPr>
            <a:t>N1, N2 e GERÊNCIA DA OPERAÇÃO</a:t>
          </a:r>
          <a:endParaRPr lang="pt-BR" sz="1200" b="1" dirty="0">
            <a:latin typeface="Gill Sans Std Light" pitchFamily="34" charset="0"/>
          </a:endParaRPr>
        </a:p>
      </dgm:t>
    </dgm:pt>
    <dgm:pt modelId="{9089A6D1-A921-443D-A5E4-2236D2F621D2}" type="parTrans" cxnId="{FC9169F8-9C4D-472F-84BB-6983252A2A63}">
      <dgm:prSet/>
      <dgm:spPr/>
      <dgm:t>
        <a:bodyPr/>
        <a:lstStyle/>
        <a:p>
          <a:endParaRPr lang="pt-BR">
            <a:latin typeface="Gill Sans Std Light" pitchFamily="34" charset="0"/>
          </a:endParaRPr>
        </a:p>
      </dgm:t>
    </dgm:pt>
    <dgm:pt modelId="{198B2E1F-AB04-47F6-84A6-68F78D161CC9}" type="sibTrans" cxnId="{FC9169F8-9C4D-472F-84BB-6983252A2A63}">
      <dgm:prSet/>
      <dgm:spPr/>
      <dgm:t>
        <a:bodyPr/>
        <a:lstStyle/>
        <a:p>
          <a:endParaRPr lang="pt-BR">
            <a:latin typeface="Gill Sans Std Light" pitchFamily="34" charset="0"/>
          </a:endParaRPr>
        </a:p>
      </dgm:t>
    </dgm:pt>
    <dgm:pt modelId="{6C01A52B-7158-4941-8D16-1D8A05D46D3A}">
      <dgm:prSet phldrT="[Texto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pt-BR" sz="1200" dirty="0" smtClean="0">
              <a:latin typeface="Gill Sans Std Light" pitchFamily="34" charset="0"/>
            </a:rPr>
            <a:t>Significante, Majoritária</a:t>
          </a:r>
          <a:endParaRPr lang="pt-BR" sz="1200" dirty="0">
            <a:latin typeface="Gill Sans Std Light" pitchFamily="34" charset="0"/>
          </a:endParaRPr>
        </a:p>
      </dgm:t>
    </dgm:pt>
    <dgm:pt modelId="{6494F7D3-0A97-4DC9-B774-DA94340317FA}" type="parTrans" cxnId="{13241363-EF2D-41B2-B8F4-3DD904AD21D1}">
      <dgm:prSet/>
      <dgm:spPr/>
      <dgm:t>
        <a:bodyPr/>
        <a:lstStyle/>
        <a:p>
          <a:endParaRPr lang="pt-BR">
            <a:latin typeface="Gill Sans Std Light" pitchFamily="34" charset="0"/>
          </a:endParaRPr>
        </a:p>
      </dgm:t>
    </dgm:pt>
    <dgm:pt modelId="{CC029C98-7542-475C-96C8-68E9028C038E}" type="sibTrans" cxnId="{13241363-EF2D-41B2-B8F4-3DD904AD21D1}">
      <dgm:prSet/>
      <dgm:spPr/>
      <dgm:t>
        <a:bodyPr/>
        <a:lstStyle/>
        <a:p>
          <a:endParaRPr lang="pt-BR">
            <a:latin typeface="Gill Sans Std Light" pitchFamily="34" charset="0"/>
          </a:endParaRPr>
        </a:p>
      </dgm:t>
    </dgm:pt>
    <dgm:pt modelId="{F58E8BA2-F968-428D-8D1D-4F3EAA76F489}">
      <dgm:prSet phldrT="[Texto]" custT="1"/>
      <dgm:spPr/>
      <dgm:t>
        <a:bodyPr/>
        <a:lstStyle/>
        <a:p>
          <a:r>
            <a:rPr lang="pt-BR" sz="1200" b="1" dirty="0" smtClean="0">
              <a:latin typeface="Gill Sans Std Light" pitchFamily="34" charset="0"/>
            </a:rPr>
            <a:t>N1, N2, GERÊNCIA SÊNIOR / DIRETORIA</a:t>
          </a:r>
          <a:endParaRPr lang="pt-BR" sz="1200" b="1" dirty="0">
            <a:latin typeface="Gill Sans Std Light" pitchFamily="34" charset="0"/>
          </a:endParaRPr>
        </a:p>
      </dgm:t>
    </dgm:pt>
    <dgm:pt modelId="{97E15257-9DD4-4AB7-A29C-3327DCDCFC69}" type="parTrans" cxnId="{55B60683-1402-4EA4-BE4E-96B04977192D}">
      <dgm:prSet/>
      <dgm:spPr/>
      <dgm:t>
        <a:bodyPr/>
        <a:lstStyle/>
        <a:p>
          <a:endParaRPr lang="pt-BR"/>
        </a:p>
      </dgm:t>
    </dgm:pt>
    <dgm:pt modelId="{A8A55F93-D55F-4CFE-B124-FDD0195299E3}" type="sibTrans" cxnId="{55B60683-1402-4EA4-BE4E-96B04977192D}">
      <dgm:prSet/>
      <dgm:spPr/>
      <dgm:t>
        <a:bodyPr/>
        <a:lstStyle/>
        <a:p>
          <a:endParaRPr lang="pt-BR"/>
        </a:p>
      </dgm:t>
    </dgm:pt>
    <dgm:pt modelId="{E9D64C63-A1B8-44CD-A1F8-83F1275C90FF}">
      <dgm:prSet phldrT="[Texto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pt-BR" sz="1200" dirty="0" smtClean="0">
              <a:latin typeface="Gill Sans Std Light" pitchFamily="34" charset="0"/>
            </a:rPr>
            <a:t>Majoritária (alto impacto e alto risco)</a:t>
          </a:r>
          <a:endParaRPr lang="pt-BR" sz="1200" dirty="0">
            <a:latin typeface="Gill Sans Std Light" pitchFamily="34" charset="0"/>
          </a:endParaRPr>
        </a:p>
      </dgm:t>
    </dgm:pt>
    <dgm:pt modelId="{FDEEB75E-3B72-4B6E-A02A-A9FB7D002349}" type="parTrans" cxnId="{4378C0FF-A31B-446B-8E8B-A9E7345A992C}">
      <dgm:prSet/>
      <dgm:spPr/>
      <dgm:t>
        <a:bodyPr/>
        <a:lstStyle/>
        <a:p>
          <a:endParaRPr lang="pt-BR"/>
        </a:p>
      </dgm:t>
    </dgm:pt>
    <dgm:pt modelId="{FC928B9E-80F0-44ED-AF3A-FDFE545255C6}" type="sibTrans" cxnId="{4378C0FF-A31B-446B-8E8B-A9E7345A992C}">
      <dgm:prSet/>
      <dgm:spPr/>
      <dgm:t>
        <a:bodyPr/>
        <a:lstStyle/>
        <a:p>
          <a:endParaRPr lang="pt-BR"/>
        </a:p>
      </dgm:t>
    </dgm:pt>
    <dgm:pt modelId="{779E564E-2A4F-4A13-9C31-D16BC5E53949}" type="pres">
      <dgm:prSet presAssocID="{D2D74556-6D6B-43B8-982A-2F869FB99A5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456D19F9-9FD3-452C-ACF7-1BCE2CB6B2F1}" type="pres">
      <dgm:prSet presAssocID="{E764B768-4A55-4B0A-879E-C0D9C907423F}" presName="vertFlow" presStyleCnt="0"/>
      <dgm:spPr/>
    </dgm:pt>
    <dgm:pt modelId="{2864F3BA-7A8F-4BDC-AA0E-964A3AFFC9C3}" type="pres">
      <dgm:prSet presAssocID="{E764B768-4A55-4B0A-879E-C0D9C907423F}" presName="header" presStyleLbl="node1" presStyleIdx="0" presStyleCnt="2"/>
      <dgm:spPr/>
      <dgm:t>
        <a:bodyPr/>
        <a:lstStyle/>
        <a:p>
          <a:endParaRPr lang="pt-BR"/>
        </a:p>
      </dgm:t>
    </dgm:pt>
    <dgm:pt modelId="{C978D894-70BB-4CBC-ABDA-5F81256FEC57}" type="pres">
      <dgm:prSet presAssocID="{811F79B4-C5A5-4E55-8577-6B7F4A22846B}" presName="parTrans" presStyleLbl="sibTrans2D1" presStyleIdx="0" presStyleCnt="8"/>
      <dgm:spPr/>
      <dgm:t>
        <a:bodyPr/>
        <a:lstStyle/>
        <a:p>
          <a:endParaRPr lang="pt-BR"/>
        </a:p>
      </dgm:t>
    </dgm:pt>
    <dgm:pt modelId="{6AD1D4EC-3F5B-42D4-9918-2BB11B41916F}" type="pres">
      <dgm:prSet presAssocID="{D58857F9-CCFC-47A0-90C3-2C941E47E052}" presName="child" presStyleLbl="alignAccFollow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2967F69-0164-4389-81F7-9119DA31FCD4}" type="pres">
      <dgm:prSet presAssocID="{B48FCED4-E357-4DA5-8B4F-884969A60371}" presName="sibTrans" presStyleLbl="sibTrans2D1" presStyleIdx="1" presStyleCnt="8"/>
      <dgm:spPr/>
      <dgm:t>
        <a:bodyPr/>
        <a:lstStyle/>
        <a:p>
          <a:endParaRPr lang="pt-BR"/>
        </a:p>
      </dgm:t>
    </dgm:pt>
    <dgm:pt modelId="{FFD9BEE2-1829-45D7-96CE-E82E82DF7327}" type="pres">
      <dgm:prSet presAssocID="{2E408E13-C953-459D-B7DE-DA0931B9C9F4}" presName="child" presStyleLbl="alignAccFollow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7F28D6D-1606-497D-8A7F-ACEA0B268011}" type="pres">
      <dgm:prSet presAssocID="{4A01236C-62B9-42B8-9494-7CCFE92F0ADF}" presName="sibTrans" presStyleLbl="sibTrans2D1" presStyleIdx="2" presStyleCnt="8"/>
      <dgm:spPr/>
      <dgm:t>
        <a:bodyPr/>
        <a:lstStyle/>
        <a:p>
          <a:endParaRPr lang="pt-BR"/>
        </a:p>
      </dgm:t>
    </dgm:pt>
    <dgm:pt modelId="{5220199B-48A3-4CBE-9984-F8DE1F45B74C}" type="pres">
      <dgm:prSet presAssocID="{54A70C02-7DDD-4581-B977-DC4AB0C18C6E}" presName="child" presStyleLbl="alignAccFollow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6B07992-958F-465B-83D7-397FF0B57EF6}" type="pres">
      <dgm:prSet presAssocID="{198B2E1F-AB04-47F6-84A6-68F78D161CC9}" presName="sibTrans" presStyleLbl="sibTrans2D1" presStyleIdx="3" presStyleCnt="8"/>
      <dgm:spPr/>
      <dgm:t>
        <a:bodyPr/>
        <a:lstStyle/>
        <a:p>
          <a:endParaRPr lang="pt-BR"/>
        </a:p>
      </dgm:t>
    </dgm:pt>
    <dgm:pt modelId="{08911991-7AA8-4B87-B04C-8AEECFF45586}" type="pres">
      <dgm:prSet presAssocID="{F58E8BA2-F968-428D-8D1D-4F3EAA76F489}" presName="child" presStyleLbl="alignAccFollow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5CD9BF2-E1BA-4B11-9E62-66B4758C7899}" type="pres">
      <dgm:prSet presAssocID="{E764B768-4A55-4B0A-879E-C0D9C907423F}" presName="hSp" presStyleCnt="0"/>
      <dgm:spPr/>
    </dgm:pt>
    <dgm:pt modelId="{6B202EAD-4275-4B5D-94B4-7E83CE446D5A}" type="pres">
      <dgm:prSet presAssocID="{95302B58-FE7E-4F7C-8839-867664E1257C}" presName="vertFlow" presStyleCnt="0"/>
      <dgm:spPr/>
    </dgm:pt>
    <dgm:pt modelId="{F6ED4EEB-09E6-4BB9-BB72-6739B432601E}" type="pres">
      <dgm:prSet presAssocID="{95302B58-FE7E-4F7C-8839-867664E1257C}" presName="header" presStyleLbl="node1" presStyleIdx="1" presStyleCnt="2" custScaleX="118014" custLinFactNeighborX="0"/>
      <dgm:spPr/>
      <dgm:t>
        <a:bodyPr/>
        <a:lstStyle/>
        <a:p>
          <a:endParaRPr lang="pt-BR"/>
        </a:p>
      </dgm:t>
    </dgm:pt>
    <dgm:pt modelId="{8F4B566E-0326-4388-AC39-E3A5AD2F878E}" type="pres">
      <dgm:prSet presAssocID="{0B38E3F5-128A-4519-971A-6DED084074EF}" presName="parTrans" presStyleLbl="sibTrans2D1" presStyleIdx="4" presStyleCnt="8"/>
      <dgm:spPr/>
      <dgm:t>
        <a:bodyPr/>
        <a:lstStyle/>
        <a:p>
          <a:endParaRPr lang="pt-BR"/>
        </a:p>
      </dgm:t>
    </dgm:pt>
    <dgm:pt modelId="{F8FD075D-EB55-4219-80C0-02614D4637C9}" type="pres">
      <dgm:prSet presAssocID="{936AECF8-1B26-4D76-BE3E-667E8B4193B8}" presName="child" presStyleLbl="alignAccFollowNode1" presStyleIdx="4" presStyleCnt="8" custScaleX="110610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1FF798C-4088-41D7-8991-E50519D6F739}" type="pres">
      <dgm:prSet presAssocID="{497CAE90-D4EE-4F0A-A29B-F8A3DE11223A}" presName="sibTrans" presStyleLbl="sibTrans2D1" presStyleIdx="5" presStyleCnt="8"/>
      <dgm:spPr/>
      <dgm:t>
        <a:bodyPr/>
        <a:lstStyle/>
        <a:p>
          <a:endParaRPr lang="pt-BR"/>
        </a:p>
      </dgm:t>
    </dgm:pt>
    <dgm:pt modelId="{4A64988A-97F3-4137-92AA-4700B70A1DD0}" type="pres">
      <dgm:prSet presAssocID="{7D92C95D-AA5E-4F6D-9878-6D9E9A99F49F}" presName="child" presStyleLbl="alignAccFollowNode1" presStyleIdx="5" presStyleCnt="8" custScaleX="110610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8542533-5F09-4163-BEC8-5302C71DE010}" type="pres">
      <dgm:prSet presAssocID="{4122F203-1A54-409C-B1C9-65820BB7C699}" presName="sibTrans" presStyleLbl="sibTrans2D1" presStyleIdx="6" presStyleCnt="8"/>
      <dgm:spPr/>
      <dgm:t>
        <a:bodyPr/>
        <a:lstStyle/>
        <a:p>
          <a:endParaRPr lang="pt-BR"/>
        </a:p>
      </dgm:t>
    </dgm:pt>
    <dgm:pt modelId="{85D14794-28C5-4C08-BD07-F8F1085BCC78}" type="pres">
      <dgm:prSet presAssocID="{6C01A52B-7158-4941-8D16-1D8A05D46D3A}" presName="child" presStyleLbl="alignAccFollowNode1" presStyleIdx="6" presStyleCnt="8" custScaleX="110610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0C13C0B-A185-4039-8689-FF37DE2ECAF1}" type="pres">
      <dgm:prSet presAssocID="{CC029C98-7542-475C-96C8-68E9028C038E}" presName="sibTrans" presStyleLbl="sibTrans2D1" presStyleIdx="7" presStyleCnt="8"/>
      <dgm:spPr/>
      <dgm:t>
        <a:bodyPr/>
        <a:lstStyle/>
        <a:p>
          <a:endParaRPr lang="pt-BR"/>
        </a:p>
      </dgm:t>
    </dgm:pt>
    <dgm:pt modelId="{04E639E5-6D3A-40DC-BB2A-B36CB33135DE}" type="pres">
      <dgm:prSet presAssocID="{E9D64C63-A1B8-44CD-A1F8-83F1275C90FF}" presName="child" presStyleLbl="alignAccFollowNode1" presStyleIdx="7" presStyleCnt="8" custScaleX="110610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1FC79E8-A06C-4E17-8EFA-2A3EB24D41D1}" type="presOf" srcId="{2E408E13-C953-459D-B7DE-DA0931B9C9F4}" destId="{FFD9BEE2-1829-45D7-96CE-E82E82DF7327}" srcOrd="0" destOrd="0" presId="urn:microsoft.com/office/officeart/2005/8/layout/lProcess1"/>
    <dgm:cxn modelId="{FC9169F8-9C4D-472F-84BB-6983252A2A63}" srcId="{E764B768-4A55-4B0A-879E-C0D9C907423F}" destId="{54A70C02-7DDD-4581-B977-DC4AB0C18C6E}" srcOrd="2" destOrd="0" parTransId="{9089A6D1-A921-443D-A5E4-2236D2F621D2}" sibTransId="{198B2E1F-AB04-47F6-84A6-68F78D161CC9}"/>
    <dgm:cxn modelId="{41260AEC-0379-4EEC-87F3-D5C742DD4AEE}" type="presOf" srcId="{54A70C02-7DDD-4581-B977-DC4AB0C18C6E}" destId="{5220199B-48A3-4CBE-9984-F8DE1F45B74C}" srcOrd="0" destOrd="0" presId="urn:microsoft.com/office/officeart/2005/8/layout/lProcess1"/>
    <dgm:cxn modelId="{766536C6-964A-4F42-BB7C-A55DB673BBD0}" type="presOf" srcId="{E764B768-4A55-4B0A-879E-C0D9C907423F}" destId="{2864F3BA-7A8F-4BDC-AA0E-964A3AFFC9C3}" srcOrd="0" destOrd="0" presId="urn:microsoft.com/office/officeart/2005/8/layout/lProcess1"/>
    <dgm:cxn modelId="{AE2AD7D8-6252-49F2-A5D8-AA011F21C0E0}" srcId="{E764B768-4A55-4B0A-879E-C0D9C907423F}" destId="{2E408E13-C953-459D-B7DE-DA0931B9C9F4}" srcOrd="1" destOrd="0" parTransId="{BAAFC21A-E1C7-4136-998D-F3CD0EAF94E7}" sibTransId="{4A01236C-62B9-42B8-9494-7CCFE92F0ADF}"/>
    <dgm:cxn modelId="{C1FC8298-326C-42EC-9B1F-EAEE5C794AB2}" type="presOf" srcId="{D58857F9-CCFC-47A0-90C3-2C941E47E052}" destId="{6AD1D4EC-3F5B-42D4-9918-2BB11B41916F}" srcOrd="0" destOrd="0" presId="urn:microsoft.com/office/officeart/2005/8/layout/lProcess1"/>
    <dgm:cxn modelId="{15B70631-ECB5-40BD-BE71-6B9B03698394}" srcId="{95302B58-FE7E-4F7C-8839-867664E1257C}" destId="{936AECF8-1B26-4D76-BE3E-667E8B4193B8}" srcOrd="0" destOrd="0" parTransId="{0B38E3F5-128A-4519-971A-6DED084074EF}" sibTransId="{497CAE90-D4EE-4F0A-A29B-F8A3DE11223A}"/>
    <dgm:cxn modelId="{06785D8B-C204-4AC1-99D6-86CD51637902}" type="presOf" srcId="{F58E8BA2-F968-428D-8D1D-4F3EAA76F489}" destId="{08911991-7AA8-4B87-B04C-8AEECFF45586}" srcOrd="0" destOrd="0" presId="urn:microsoft.com/office/officeart/2005/8/layout/lProcess1"/>
    <dgm:cxn modelId="{C15351D8-8A1D-42F2-A895-6063575EF580}" srcId="{D2D74556-6D6B-43B8-982A-2F869FB99A5B}" destId="{95302B58-FE7E-4F7C-8839-867664E1257C}" srcOrd="1" destOrd="0" parTransId="{C8A3C85F-2B57-46D7-A007-5E4E19FE9D35}" sibTransId="{398B04DC-97D5-4227-81FA-1FAB163BAB22}"/>
    <dgm:cxn modelId="{2098EFD9-44D9-4D3E-8534-2C7C54649E23}" type="presOf" srcId="{0B38E3F5-128A-4519-971A-6DED084074EF}" destId="{8F4B566E-0326-4388-AC39-E3A5AD2F878E}" srcOrd="0" destOrd="0" presId="urn:microsoft.com/office/officeart/2005/8/layout/lProcess1"/>
    <dgm:cxn modelId="{DB764841-0407-41BD-94DA-4F4876ACCD77}" srcId="{D2D74556-6D6B-43B8-982A-2F869FB99A5B}" destId="{E764B768-4A55-4B0A-879E-C0D9C907423F}" srcOrd="0" destOrd="0" parTransId="{540EC1F9-5769-41A4-99E3-B04B5216877C}" sibTransId="{314434B7-4D8A-47B9-8E79-289E75257E28}"/>
    <dgm:cxn modelId="{A7EDEBBD-2B35-4629-A442-32C468A92DDE}" type="presOf" srcId="{4122F203-1A54-409C-B1C9-65820BB7C699}" destId="{88542533-5F09-4163-BEC8-5302C71DE010}" srcOrd="0" destOrd="0" presId="urn:microsoft.com/office/officeart/2005/8/layout/lProcess1"/>
    <dgm:cxn modelId="{2C592795-1C38-4C6B-A6DC-F5E9FE0E8D40}" srcId="{95302B58-FE7E-4F7C-8839-867664E1257C}" destId="{7D92C95D-AA5E-4F6D-9878-6D9E9A99F49F}" srcOrd="1" destOrd="0" parTransId="{C6A8B992-612D-4D50-8E37-0D67C8FF08B4}" sibTransId="{4122F203-1A54-409C-B1C9-65820BB7C699}"/>
    <dgm:cxn modelId="{52F0F851-CF0B-4947-AA42-103971147F16}" type="presOf" srcId="{497CAE90-D4EE-4F0A-A29B-F8A3DE11223A}" destId="{21FF798C-4088-41D7-8991-E50519D6F739}" srcOrd="0" destOrd="0" presId="urn:microsoft.com/office/officeart/2005/8/layout/lProcess1"/>
    <dgm:cxn modelId="{55B60683-1402-4EA4-BE4E-96B04977192D}" srcId="{E764B768-4A55-4B0A-879E-C0D9C907423F}" destId="{F58E8BA2-F968-428D-8D1D-4F3EAA76F489}" srcOrd="3" destOrd="0" parTransId="{97E15257-9DD4-4AB7-A29C-3327DCDCFC69}" sibTransId="{A8A55F93-D55F-4CFE-B124-FDD0195299E3}"/>
    <dgm:cxn modelId="{30E04B25-F1E4-4438-82B6-9CD64ADA4EBB}" type="presOf" srcId="{811F79B4-C5A5-4E55-8577-6B7F4A22846B}" destId="{C978D894-70BB-4CBC-ABDA-5F81256FEC57}" srcOrd="0" destOrd="0" presId="urn:microsoft.com/office/officeart/2005/8/layout/lProcess1"/>
    <dgm:cxn modelId="{DCD0A3F2-BCF4-4B6B-BA84-3D85C4E04124}" type="presOf" srcId="{CC029C98-7542-475C-96C8-68E9028C038E}" destId="{00C13C0B-A185-4039-8689-FF37DE2ECAF1}" srcOrd="0" destOrd="0" presId="urn:microsoft.com/office/officeart/2005/8/layout/lProcess1"/>
    <dgm:cxn modelId="{B42BFB7F-FAF9-4A64-9D48-6EFB53229042}" type="presOf" srcId="{B48FCED4-E357-4DA5-8B4F-884969A60371}" destId="{A2967F69-0164-4389-81F7-9119DA31FCD4}" srcOrd="0" destOrd="0" presId="urn:microsoft.com/office/officeart/2005/8/layout/lProcess1"/>
    <dgm:cxn modelId="{4378C0FF-A31B-446B-8E8B-A9E7345A992C}" srcId="{95302B58-FE7E-4F7C-8839-867664E1257C}" destId="{E9D64C63-A1B8-44CD-A1F8-83F1275C90FF}" srcOrd="3" destOrd="0" parTransId="{FDEEB75E-3B72-4B6E-A02A-A9FB7D002349}" sibTransId="{FC928B9E-80F0-44ED-AF3A-FDFE545255C6}"/>
    <dgm:cxn modelId="{A35ED909-3209-4667-83B2-7DCB7101E4C7}" type="presOf" srcId="{95302B58-FE7E-4F7C-8839-867664E1257C}" destId="{F6ED4EEB-09E6-4BB9-BB72-6739B432601E}" srcOrd="0" destOrd="0" presId="urn:microsoft.com/office/officeart/2005/8/layout/lProcess1"/>
    <dgm:cxn modelId="{B04E1043-BDF6-4FD8-B5A7-38B0864CF6C6}" type="presOf" srcId="{E9D64C63-A1B8-44CD-A1F8-83F1275C90FF}" destId="{04E639E5-6D3A-40DC-BB2A-B36CB33135DE}" srcOrd="0" destOrd="0" presId="urn:microsoft.com/office/officeart/2005/8/layout/lProcess1"/>
    <dgm:cxn modelId="{18AD1815-B323-42C9-B9D1-9DA122E81B86}" type="presOf" srcId="{D2D74556-6D6B-43B8-982A-2F869FB99A5B}" destId="{779E564E-2A4F-4A13-9C31-D16BC5E53949}" srcOrd="0" destOrd="0" presId="urn:microsoft.com/office/officeart/2005/8/layout/lProcess1"/>
    <dgm:cxn modelId="{2F6148BF-6539-4D42-BF40-559411360FCE}" type="presOf" srcId="{4A01236C-62B9-42B8-9494-7CCFE92F0ADF}" destId="{F7F28D6D-1606-497D-8A7F-ACEA0B268011}" srcOrd="0" destOrd="0" presId="urn:microsoft.com/office/officeart/2005/8/layout/lProcess1"/>
    <dgm:cxn modelId="{0D909DD6-3023-4495-81D4-6B3037B3BE7E}" type="presOf" srcId="{936AECF8-1B26-4D76-BE3E-667E8B4193B8}" destId="{F8FD075D-EB55-4219-80C0-02614D4637C9}" srcOrd="0" destOrd="0" presId="urn:microsoft.com/office/officeart/2005/8/layout/lProcess1"/>
    <dgm:cxn modelId="{1CC5F981-FEC8-47D4-944C-B38F8D62905B}" srcId="{E764B768-4A55-4B0A-879E-C0D9C907423F}" destId="{D58857F9-CCFC-47A0-90C3-2C941E47E052}" srcOrd="0" destOrd="0" parTransId="{811F79B4-C5A5-4E55-8577-6B7F4A22846B}" sibTransId="{B48FCED4-E357-4DA5-8B4F-884969A60371}"/>
    <dgm:cxn modelId="{3B3FCC67-08FE-404C-97DE-8CE300999F79}" type="presOf" srcId="{198B2E1F-AB04-47F6-84A6-68F78D161CC9}" destId="{36B07992-958F-465B-83D7-397FF0B57EF6}" srcOrd="0" destOrd="0" presId="urn:microsoft.com/office/officeart/2005/8/layout/lProcess1"/>
    <dgm:cxn modelId="{90059AC7-8CB0-4084-92BB-B0BE2AE1626F}" type="presOf" srcId="{7D92C95D-AA5E-4F6D-9878-6D9E9A99F49F}" destId="{4A64988A-97F3-4137-92AA-4700B70A1DD0}" srcOrd="0" destOrd="0" presId="urn:microsoft.com/office/officeart/2005/8/layout/lProcess1"/>
    <dgm:cxn modelId="{13241363-EF2D-41B2-B8F4-3DD904AD21D1}" srcId="{95302B58-FE7E-4F7C-8839-867664E1257C}" destId="{6C01A52B-7158-4941-8D16-1D8A05D46D3A}" srcOrd="2" destOrd="0" parTransId="{6494F7D3-0A97-4DC9-B774-DA94340317FA}" sibTransId="{CC029C98-7542-475C-96C8-68E9028C038E}"/>
    <dgm:cxn modelId="{FC0F7CA7-BE90-451F-BAFF-01A5D289015A}" type="presOf" srcId="{6C01A52B-7158-4941-8D16-1D8A05D46D3A}" destId="{85D14794-28C5-4C08-BD07-F8F1085BCC78}" srcOrd="0" destOrd="0" presId="urn:microsoft.com/office/officeart/2005/8/layout/lProcess1"/>
    <dgm:cxn modelId="{412AD10A-7AD1-4263-B3CC-1E16A156565A}" type="presParOf" srcId="{779E564E-2A4F-4A13-9C31-D16BC5E53949}" destId="{456D19F9-9FD3-452C-ACF7-1BCE2CB6B2F1}" srcOrd="0" destOrd="0" presId="urn:microsoft.com/office/officeart/2005/8/layout/lProcess1"/>
    <dgm:cxn modelId="{F4EE8C29-BF5F-4145-9056-A94BE57ED590}" type="presParOf" srcId="{456D19F9-9FD3-452C-ACF7-1BCE2CB6B2F1}" destId="{2864F3BA-7A8F-4BDC-AA0E-964A3AFFC9C3}" srcOrd="0" destOrd="0" presId="urn:microsoft.com/office/officeart/2005/8/layout/lProcess1"/>
    <dgm:cxn modelId="{41EC54C2-212E-4239-8BFB-4A916A4D0A9B}" type="presParOf" srcId="{456D19F9-9FD3-452C-ACF7-1BCE2CB6B2F1}" destId="{C978D894-70BB-4CBC-ABDA-5F81256FEC57}" srcOrd="1" destOrd="0" presId="urn:microsoft.com/office/officeart/2005/8/layout/lProcess1"/>
    <dgm:cxn modelId="{2506F06A-C1A0-462B-88F1-682CCF77003A}" type="presParOf" srcId="{456D19F9-9FD3-452C-ACF7-1BCE2CB6B2F1}" destId="{6AD1D4EC-3F5B-42D4-9918-2BB11B41916F}" srcOrd="2" destOrd="0" presId="urn:microsoft.com/office/officeart/2005/8/layout/lProcess1"/>
    <dgm:cxn modelId="{37CC128F-1D4C-4664-A54C-21E78C951D5E}" type="presParOf" srcId="{456D19F9-9FD3-452C-ACF7-1BCE2CB6B2F1}" destId="{A2967F69-0164-4389-81F7-9119DA31FCD4}" srcOrd="3" destOrd="0" presId="urn:microsoft.com/office/officeart/2005/8/layout/lProcess1"/>
    <dgm:cxn modelId="{11B00444-F1A5-49CC-B292-D46F801A8C0F}" type="presParOf" srcId="{456D19F9-9FD3-452C-ACF7-1BCE2CB6B2F1}" destId="{FFD9BEE2-1829-45D7-96CE-E82E82DF7327}" srcOrd="4" destOrd="0" presId="urn:microsoft.com/office/officeart/2005/8/layout/lProcess1"/>
    <dgm:cxn modelId="{8CC2BE30-BB23-4D5D-958A-BEF5DBE9B920}" type="presParOf" srcId="{456D19F9-9FD3-452C-ACF7-1BCE2CB6B2F1}" destId="{F7F28D6D-1606-497D-8A7F-ACEA0B268011}" srcOrd="5" destOrd="0" presId="urn:microsoft.com/office/officeart/2005/8/layout/lProcess1"/>
    <dgm:cxn modelId="{56ED01FD-FCE7-4B37-BDEF-C30F6D418499}" type="presParOf" srcId="{456D19F9-9FD3-452C-ACF7-1BCE2CB6B2F1}" destId="{5220199B-48A3-4CBE-9984-F8DE1F45B74C}" srcOrd="6" destOrd="0" presId="urn:microsoft.com/office/officeart/2005/8/layout/lProcess1"/>
    <dgm:cxn modelId="{AE09CFF5-526B-4A4F-9655-1B73778EEA67}" type="presParOf" srcId="{456D19F9-9FD3-452C-ACF7-1BCE2CB6B2F1}" destId="{36B07992-958F-465B-83D7-397FF0B57EF6}" srcOrd="7" destOrd="0" presId="urn:microsoft.com/office/officeart/2005/8/layout/lProcess1"/>
    <dgm:cxn modelId="{5654D4D3-610E-4348-9579-B23137DF0E55}" type="presParOf" srcId="{456D19F9-9FD3-452C-ACF7-1BCE2CB6B2F1}" destId="{08911991-7AA8-4B87-B04C-8AEECFF45586}" srcOrd="8" destOrd="0" presId="urn:microsoft.com/office/officeart/2005/8/layout/lProcess1"/>
    <dgm:cxn modelId="{B68E44EE-8239-48F8-86D9-596DFD87E0BA}" type="presParOf" srcId="{779E564E-2A4F-4A13-9C31-D16BC5E53949}" destId="{05CD9BF2-E1BA-4B11-9E62-66B4758C7899}" srcOrd="1" destOrd="0" presId="urn:microsoft.com/office/officeart/2005/8/layout/lProcess1"/>
    <dgm:cxn modelId="{606F0975-9A4E-4C48-BBF3-87EE26452A08}" type="presParOf" srcId="{779E564E-2A4F-4A13-9C31-D16BC5E53949}" destId="{6B202EAD-4275-4B5D-94B4-7E83CE446D5A}" srcOrd="2" destOrd="0" presId="urn:microsoft.com/office/officeart/2005/8/layout/lProcess1"/>
    <dgm:cxn modelId="{511184CC-A7BF-4C98-B003-A4F2195753CD}" type="presParOf" srcId="{6B202EAD-4275-4B5D-94B4-7E83CE446D5A}" destId="{F6ED4EEB-09E6-4BB9-BB72-6739B432601E}" srcOrd="0" destOrd="0" presId="urn:microsoft.com/office/officeart/2005/8/layout/lProcess1"/>
    <dgm:cxn modelId="{A8415E0D-3466-4F65-B40C-315A04E066BA}" type="presParOf" srcId="{6B202EAD-4275-4B5D-94B4-7E83CE446D5A}" destId="{8F4B566E-0326-4388-AC39-E3A5AD2F878E}" srcOrd="1" destOrd="0" presId="urn:microsoft.com/office/officeart/2005/8/layout/lProcess1"/>
    <dgm:cxn modelId="{8B48F68D-4BCC-480B-9A2F-86966372FE6E}" type="presParOf" srcId="{6B202EAD-4275-4B5D-94B4-7E83CE446D5A}" destId="{F8FD075D-EB55-4219-80C0-02614D4637C9}" srcOrd="2" destOrd="0" presId="urn:microsoft.com/office/officeart/2005/8/layout/lProcess1"/>
    <dgm:cxn modelId="{F7E25119-8844-47D9-AD55-03E9E9D5424B}" type="presParOf" srcId="{6B202EAD-4275-4B5D-94B4-7E83CE446D5A}" destId="{21FF798C-4088-41D7-8991-E50519D6F739}" srcOrd="3" destOrd="0" presId="urn:microsoft.com/office/officeart/2005/8/layout/lProcess1"/>
    <dgm:cxn modelId="{5FF3872A-E75B-4D82-AD6B-2E425BE0BB01}" type="presParOf" srcId="{6B202EAD-4275-4B5D-94B4-7E83CE446D5A}" destId="{4A64988A-97F3-4137-92AA-4700B70A1DD0}" srcOrd="4" destOrd="0" presId="urn:microsoft.com/office/officeart/2005/8/layout/lProcess1"/>
    <dgm:cxn modelId="{BE07B1C9-DA08-4F74-8884-3CE2392D5251}" type="presParOf" srcId="{6B202EAD-4275-4B5D-94B4-7E83CE446D5A}" destId="{88542533-5F09-4163-BEC8-5302C71DE010}" srcOrd="5" destOrd="0" presId="urn:microsoft.com/office/officeart/2005/8/layout/lProcess1"/>
    <dgm:cxn modelId="{78DCE127-ADF3-4878-A918-682A0783136E}" type="presParOf" srcId="{6B202EAD-4275-4B5D-94B4-7E83CE446D5A}" destId="{85D14794-28C5-4C08-BD07-F8F1085BCC78}" srcOrd="6" destOrd="0" presId="urn:microsoft.com/office/officeart/2005/8/layout/lProcess1"/>
    <dgm:cxn modelId="{90348068-9896-44B3-9100-51C2DB8E12E0}" type="presParOf" srcId="{6B202EAD-4275-4B5D-94B4-7E83CE446D5A}" destId="{00C13C0B-A185-4039-8689-FF37DE2ECAF1}" srcOrd="7" destOrd="0" presId="urn:microsoft.com/office/officeart/2005/8/layout/lProcess1"/>
    <dgm:cxn modelId="{A1AAB96B-43EA-4C5A-A50C-AB2476EAB40F}" type="presParOf" srcId="{6B202EAD-4275-4B5D-94B4-7E83CE446D5A}" destId="{04E639E5-6D3A-40DC-BB2A-B36CB33135DE}" srcOrd="8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62A33F-CB8B-40B9-A2DC-BC7C8BBE281C}" type="doc">
      <dgm:prSet loTypeId="urn:microsoft.com/office/officeart/2005/8/layout/chevron2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CB2436D8-94F8-47B5-B8A0-A81C19FE7CFF}">
      <dgm:prSet phldrT="[Texto]" custT="1"/>
      <dgm:spPr/>
      <dgm:t>
        <a:bodyPr/>
        <a:lstStyle/>
        <a:p>
          <a:r>
            <a:rPr lang="pt-BR" sz="900" dirty="0" smtClean="0"/>
            <a:t>Criar SM</a:t>
          </a:r>
          <a:endParaRPr lang="pt-BR" sz="900" dirty="0"/>
        </a:p>
      </dgm:t>
    </dgm:pt>
    <dgm:pt modelId="{27565CAC-7034-4C59-B4AF-08BBD7C67C12}" type="parTrans" cxnId="{8C05966C-2293-4AB5-8655-6148C2993C15}">
      <dgm:prSet/>
      <dgm:spPr/>
      <dgm:t>
        <a:bodyPr/>
        <a:lstStyle/>
        <a:p>
          <a:endParaRPr lang="pt-BR"/>
        </a:p>
      </dgm:t>
    </dgm:pt>
    <dgm:pt modelId="{380E7314-EF28-436F-9E8D-4C620B6741E3}" type="sibTrans" cxnId="{8C05966C-2293-4AB5-8655-6148C2993C15}">
      <dgm:prSet/>
      <dgm:spPr/>
      <dgm:t>
        <a:bodyPr/>
        <a:lstStyle/>
        <a:p>
          <a:endParaRPr lang="pt-BR"/>
        </a:p>
      </dgm:t>
    </dgm:pt>
    <dgm:pt modelId="{5AD8F70A-5930-452B-A1E4-7B4ABFDD4678}">
      <dgm:prSet phldrT="[Texto]" custT="1"/>
      <dgm:spPr/>
      <dgm:t>
        <a:bodyPr/>
        <a:lstStyle/>
        <a:p>
          <a:endParaRPr lang="pt-BR" sz="900" dirty="0" smtClean="0"/>
        </a:p>
        <a:p>
          <a:r>
            <a:rPr lang="pt-BR" sz="900" dirty="0" smtClean="0"/>
            <a:t>Revisar a SM</a:t>
          </a:r>
          <a:endParaRPr lang="pt-BR" sz="900" dirty="0"/>
        </a:p>
      </dgm:t>
    </dgm:pt>
    <dgm:pt modelId="{F2E7BD18-4C3C-4CF4-83B4-7FB8CA2FCE25}" type="parTrans" cxnId="{D53B5A7F-2866-42D2-AB5A-FB1F8278B0B9}">
      <dgm:prSet/>
      <dgm:spPr/>
      <dgm:t>
        <a:bodyPr/>
        <a:lstStyle/>
        <a:p>
          <a:endParaRPr lang="pt-BR"/>
        </a:p>
      </dgm:t>
    </dgm:pt>
    <dgm:pt modelId="{65D6B729-C7C8-4514-8C15-537E6AD3B975}" type="sibTrans" cxnId="{D53B5A7F-2866-42D2-AB5A-FB1F8278B0B9}">
      <dgm:prSet/>
      <dgm:spPr/>
      <dgm:t>
        <a:bodyPr/>
        <a:lstStyle/>
        <a:p>
          <a:endParaRPr lang="pt-BR"/>
        </a:p>
      </dgm:t>
    </dgm:pt>
    <dgm:pt modelId="{C22ECC7F-8CE1-4D85-993F-07330B77794B}">
      <dgm:prSet phldrT="[Texto]" custT="1"/>
      <dgm:spPr/>
      <dgm:t>
        <a:bodyPr/>
        <a:lstStyle/>
        <a:p>
          <a:r>
            <a:rPr lang="pt-BR" sz="900" dirty="0" smtClean="0"/>
            <a:t>Avaliar a SM</a:t>
          </a:r>
          <a:endParaRPr lang="pt-BR" sz="900" dirty="0"/>
        </a:p>
      </dgm:t>
    </dgm:pt>
    <dgm:pt modelId="{818807F2-1AF4-40DE-9E43-1065F1A27FB1}" type="parTrans" cxnId="{FD78F595-0BDE-4F36-BCB2-3138DD659C84}">
      <dgm:prSet/>
      <dgm:spPr/>
      <dgm:t>
        <a:bodyPr/>
        <a:lstStyle/>
        <a:p>
          <a:endParaRPr lang="pt-BR"/>
        </a:p>
      </dgm:t>
    </dgm:pt>
    <dgm:pt modelId="{150A35DE-1303-4531-A5E4-04A93BA7AA2B}" type="sibTrans" cxnId="{FD78F595-0BDE-4F36-BCB2-3138DD659C84}">
      <dgm:prSet/>
      <dgm:spPr/>
      <dgm:t>
        <a:bodyPr/>
        <a:lstStyle/>
        <a:p>
          <a:endParaRPr lang="pt-BR"/>
        </a:p>
      </dgm:t>
    </dgm:pt>
    <dgm:pt modelId="{648ACEFF-D81E-48F2-B9A5-817E1AA41FBC}">
      <dgm:prSet phldrT="[Texto]" custT="1"/>
      <dgm:spPr/>
      <dgm:t>
        <a:bodyPr/>
        <a:lstStyle/>
        <a:p>
          <a:r>
            <a:rPr lang="pt-BR" sz="800" baseline="0" dirty="0" smtClean="0">
              <a:latin typeface="Arial" pitchFamily="34" charset="0"/>
            </a:rPr>
            <a:t>Avaliação e aprovação técnica da mudança, para liberação para o CAB e/ou ECAB</a:t>
          </a:r>
          <a:endParaRPr lang="pt-BR" sz="800" baseline="0" dirty="0">
            <a:latin typeface="Arial" pitchFamily="34" charset="0"/>
          </a:endParaRPr>
        </a:p>
      </dgm:t>
    </dgm:pt>
    <dgm:pt modelId="{791FF47C-43A7-40B2-9809-2CE72D2535A1}" type="parTrans" cxnId="{BEC37BB2-2E0D-4D82-A20B-1903B940777B}">
      <dgm:prSet/>
      <dgm:spPr/>
      <dgm:t>
        <a:bodyPr/>
        <a:lstStyle/>
        <a:p>
          <a:endParaRPr lang="pt-BR"/>
        </a:p>
      </dgm:t>
    </dgm:pt>
    <dgm:pt modelId="{990E26B0-3FCF-4DFC-AE84-3A9490469793}" type="sibTrans" cxnId="{BEC37BB2-2E0D-4D82-A20B-1903B940777B}">
      <dgm:prSet/>
      <dgm:spPr/>
      <dgm:t>
        <a:bodyPr/>
        <a:lstStyle/>
        <a:p>
          <a:endParaRPr lang="pt-BR"/>
        </a:p>
      </dgm:t>
    </dgm:pt>
    <dgm:pt modelId="{5769F8C4-4B67-4854-BCD1-CEFBF0CEFDB3}">
      <dgm:prSet phldrT="[Texto]" custT="1"/>
      <dgm:spPr/>
      <dgm:t>
        <a:bodyPr/>
        <a:lstStyle/>
        <a:p>
          <a:r>
            <a:rPr lang="pt-BR" sz="900" dirty="0" smtClean="0"/>
            <a:t>Executar a SM</a:t>
          </a:r>
          <a:endParaRPr lang="pt-BR" sz="700" dirty="0"/>
        </a:p>
      </dgm:t>
    </dgm:pt>
    <dgm:pt modelId="{1B940AF7-EC46-4DBA-AD68-3C8817F07D51}" type="parTrans" cxnId="{666803D3-C1B7-46F9-98BF-DFC6EFB4C980}">
      <dgm:prSet/>
      <dgm:spPr/>
      <dgm:t>
        <a:bodyPr/>
        <a:lstStyle/>
        <a:p>
          <a:endParaRPr lang="pt-BR"/>
        </a:p>
      </dgm:t>
    </dgm:pt>
    <dgm:pt modelId="{F114F668-3CB2-467D-B509-17BCB4E08849}" type="sibTrans" cxnId="{666803D3-C1B7-46F9-98BF-DFC6EFB4C980}">
      <dgm:prSet/>
      <dgm:spPr/>
      <dgm:t>
        <a:bodyPr/>
        <a:lstStyle/>
        <a:p>
          <a:endParaRPr lang="pt-BR"/>
        </a:p>
      </dgm:t>
    </dgm:pt>
    <dgm:pt modelId="{EBF18921-EBA4-4A20-A85B-B01B40081116}">
      <dgm:prSet phldrT="[Texto]" custT="1"/>
      <dgm:spPr/>
      <dgm:t>
        <a:bodyPr/>
        <a:lstStyle/>
        <a:p>
          <a:r>
            <a:rPr lang="pt-BR" sz="900" dirty="0" smtClean="0"/>
            <a:t>Aprovar  e agendar</a:t>
          </a:r>
        </a:p>
      </dgm:t>
    </dgm:pt>
    <dgm:pt modelId="{FB0D7957-E4D7-4D5E-BF64-C36D7328179A}" type="parTrans" cxnId="{9F57A915-7493-48B5-98C9-00CC894D48DD}">
      <dgm:prSet/>
      <dgm:spPr/>
      <dgm:t>
        <a:bodyPr/>
        <a:lstStyle/>
        <a:p>
          <a:endParaRPr lang="pt-BR"/>
        </a:p>
      </dgm:t>
    </dgm:pt>
    <dgm:pt modelId="{3171CEDB-7F6C-4BD7-BB95-D3EA8CDE39BC}" type="sibTrans" cxnId="{9F57A915-7493-48B5-98C9-00CC894D48DD}">
      <dgm:prSet/>
      <dgm:spPr/>
      <dgm:t>
        <a:bodyPr/>
        <a:lstStyle/>
        <a:p>
          <a:endParaRPr lang="pt-BR"/>
        </a:p>
      </dgm:t>
    </dgm:pt>
    <dgm:pt modelId="{DEC5B573-0F9E-4303-9712-2BB79290C246}">
      <dgm:prSet phldrT="[Texto]" custT="1"/>
      <dgm:spPr/>
      <dgm:t>
        <a:bodyPr/>
        <a:lstStyle/>
        <a:p>
          <a:r>
            <a:rPr lang="pt-BR" sz="900" dirty="0" smtClean="0"/>
            <a:t>Revisar (PIR)</a:t>
          </a:r>
          <a:endParaRPr lang="pt-BR" sz="900" dirty="0"/>
        </a:p>
      </dgm:t>
    </dgm:pt>
    <dgm:pt modelId="{07981AA8-C308-4598-A5E0-D361555C6C46}" type="parTrans" cxnId="{E13460A6-46F5-47F6-A2E4-A131B7B09784}">
      <dgm:prSet/>
      <dgm:spPr/>
      <dgm:t>
        <a:bodyPr/>
        <a:lstStyle/>
        <a:p>
          <a:endParaRPr lang="pt-BR"/>
        </a:p>
      </dgm:t>
    </dgm:pt>
    <dgm:pt modelId="{16251D22-BB3F-4E7C-8FE4-C7EDBE6FA8B3}" type="sibTrans" cxnId="{E13460A6-46F5-47F6-A2E4-A131B7B09784}">
      <dgm:prSet/>
      <dgm:spPr/>
      <dgm:t>
        <a:bodyPr/>
        <a:lstStyle/>
        <a:p>
          <a:endParaRPr lang="pt-BR"/>
        </a:p>
      </dgm:t>
    </dgm:pt>
    <dgm:pt modelId="{7B0B7A25-A0C8-4F91-90E8-5E0A86CBDA8E}">
      <dgm:prSet phldrT="[Texto]" custT="1"/>
      <dgm:spPr/>
      <dgm:t>
        <a:bodyPr/>
        <a:lstStyle/>
        <a:p>
          <a:r>
            <a:rPr lang="pt-BR" sz="800" baseline="0" dirty="0" smtClean="0">
              <a:latin typeface="Arial" pitchFamily="34" charset="0"/>
            </a:rPr>
            <a:t>A equipe GMUD realiza a análise da qualidade da SM, assegurando que todos os requisitos do processo foram cumpridos.</a:t>
          </a:r>
          <a:endParaRPr lang="pt-BR" sz="800" baseline="0" dirty="0">
            <a:latin typeface="Arial" pitchFamily="34" charset="0"/>
          </a:endParaRPr>
        </a:p>
      </dgm:t>
    </dgm:pt>
    <dgm:pt modelId="{8CF471F5-A944-4A84-9EFE-5BDFAFC44013}" type="sibTrans" cxnId="{6BDC1680-5174-4F4E-BFA8-B46E11050462}">
      <dgm:prSet/>
      <dgm:spPr/>
      <dgm:t>
        <a:bodyPr/>
        <a:lstStyle/>
        <a:p>
          <a:endParaRPr lang="pt-BR"/>
        </a:p>
      </dgm:t>
    </dgm:pt>
    <dgm:pt modelId="{29559666-A617-4C56-82EC-60576873091D}" type="parTrans" cxnId="{6BDC1680-5174-4F4E-BFA8-B46E11050462}">
      <dgm:prSet/>
      <dgm:spPr/>
      <dgm:t>
        <a:bodyPr/>
        <a:lstStyle/>
        <a:p>
          <a:endParaRPr lang="pt-BR"/>
        </a:p>
      </dgm:t>
    </dgm:pt>
    <dgm:pt modelId="{6DF73D69-1CBA-4127-AFAF-FC9FE2D658D6}">
      <dgm:prSet phldrT="[Texto]" custT="1"/>
      <dgm:spPr/>
      <dgm:t>
        <a:bodyPr/>
        <a:lstStyle/>
        <a:p>
          <a:r>
            <a:rPr lang="pt-BR" sz="800" baseline="0" dirty="0" smtClean="0">
              <a:latin typeface="Arial" pitchFamily="34" charset="0"/>
            </a:rPr>
            <a:t>Processo inicial da gestão de mudanças para a elaboração e planejamento técnico da SM.</a:t>
          </a:r>
          <a:endParaRPr lang="pt-BR" sz="800" baseline="0" dirty="0">
            <a:latin typeface="Arial" pitchFamily="34" charset="0"/>
          </a:endParaRPr>
        </a:p>
      </dgm:t>
    </dgm:pt>
    <dgm:pt modelId="{15B0E249-1416-472C-9AC4-7FB1C6FF145A}" type="sibTrans" cxnId="{505789FE-402F-41F1-AAB6-6ABA7065EC6C}">
      <dgm:prSet/>
      <dgm:spPr/>
      <dgm:t>
        <a:bodyPr/>
        <a:lstStyle/>
        <a:p>
          <a:endParaRPr lang="pt-BR"/>
        </a:p>
      </dgm:t>
    </dgm:pt>
    <dgm:pt modelId="{62DF25CD-B90C-4157-92EE-9086D1FDD199}" type="parTrans" cxnId="{505789FE-402F-41F1-AAB6-6ABA7065EC6C}">
      <dgm:prSet/>
      <dgm:spPr/>
      <dgm:t>
        <a:bodyPr/>
        <a:lstStyle/>
        <a:p>
          <a:endParaRPr lang="pt-BR"/>
        </a:p>
      </dgm:t>
    </dgm:pt>
    <dgm:pt modelId="{30A1BA55-E3D7-4E51-B149-BE879DDBBEBC}">
      <dgm:prSet custT="1"/>
      <dgm:spPr/>
      <dgm:t>
        <a:bodyPr/>
        <a:lstStyle/>
        <a:p>
          <a:r>
            <a:rPr lang="pt-BR" sz="800" baseline="0" dirty="0" smtClean="0">
              <a:latin typeface="Arial" pitchFamily="34" charset="0"/>
            </a:rPr>
            <a:t>Uma vez aprovada, a SM está liberada para ser executada, dentro da janela acordada.</a:t>
          </a:r>
          <a:endParaRPr lang="pt-BR" sz="800" baseline="0" dirty="0">
            <a:latin typeface="Arial" pitchFamily="34" charset="0"/>
          </a:endParaRPr>
        </a:p>
      </dgm:t>
    </dgm:pt>
    <dgm:pt modelId="{D58A05D9-4AE4-4C4A-8E2C-B4BDC2D332E5}" type="parTrans" cxnId="{369B6A80-71C7-43C5-A8B4-FA425CF3499A}">
      <dgm:prSet/>
      <dgm:spPr/>
      <dgm:t>
        <a:bodyPr/>
        <a:lstStyle/>
        <a:p>
          <a:endParaRPr lang="pt-BR"/>
        </a:p>
      </dgm:t>
    </dgm:pt>
    <dgm:pt modelId="{3BA5A2A6-2600-4E8D-B22C-498E66E0A9C9}" type="sibTrans" cxnId="{369B6A80-71C7-43C5-A8B4-FA425CF3499A}">
      <dgm:prSet/>
      <dgm:spPr/>
      <dgm:t>
        <a:bodyPr/>
        <a:lstStyle/>
        <a:p>
          <a:endParaRPr lang="pt-BR"/>
        </a:p>
      </dgm:t>
    </dgm:pt>
    <dgm:pt modelId="{35801AD5-B08A-43F2-8A70-0544CDB4EEBD}">
      <dgm:prSet custT="1"/>
      <dgm:spPr/>
      <dgm:t>
        <a:bodyPr/>
        <a:lstStyle/>
        <a:p>
          <a:r>
            <a:rPr lang="pt-BR" sz="800" baseline="0" dirty="0" smtClean="0">
              <a:latin typeface="Arial" pitchFamily="34" charset="0"/>
            </a:rPr>
            <a:t>Após a execução da SM, é realizada a revisão pós implementação para certificar o sucesso ou não da mudança.</a:t>
          </a:r>
          <a:endParaRPr lang="pt-BR" sz="800" baseline="0" dirty="0">
            <a:latin typeface="Arial" pitchFamily="34" charset="0"/>
          </a:endParaRPr>
        </a:p>
      </dgm:t>
    </dgm:pt>
    <dgm:pt modelId="{AA7CC568-79E3-429A-87E5-BBE4D1279BE9}" type="parTrans" cxnId="{0667B011-1E1B-4847-9D0C-F82A7EFACFA9}">
      <dgm:prSet/>
      <dgm:spPr/>
      <dgm:t>
        <a:bodyPr/>
        <a:lstStyle/>
        <a:p>
          <a:endParaRPr lang="pt-BR"/>
        </a:p>
      </dgm:t>
    </dgm:pt>
    <dgm:pt modelId="{3EF29B53-1ED7-449E-802E-7049CEA139A9}" type="sibTrans" cxnId="{0667B011-1E1B-4847-9D0C-F82A7EFACFA9}">
      <dgm:prSet/>
      <dgm:spPr/>
      <dgm:t>
        <a:bodyPr/>
        <a:lstStyle/>
        <a:p>
          <a:endParaRPr lang="pt-BR"/>
        </a:p>
      </dgm:t>
    </dgm:pt>
    <dgm:pt modelId="{5E3D055F-5957-434B-B4B7-BDC05368F576}">
      <dgm:prSet custT="1"/>
      <dgm:spPr/>
      <dgm:t>
        <a:bodyPr/>
        <a:lstStyle/>
        <a:p>
          <a:r>
            <a:rPr lang="pt-BR" sz="800" baseline="0" dirty="0" smtClean="0">
              <a:latin typeface="Arial" pitchFamily="34" charset="0"/>
            </a:rPr>
            <a:t>CAB e/ou ECAB avalia, prioriza, aprova ou rejeita a SM.</a:t>
          </a:r>
          <a:endParaRPr lang="pt-BR" sz="800" baseline="0" dirty="0">
            <a:latin typeface="Arial" pitchFamily="34" charset="0"/>
          </a:endParaRPr>
        </a:p>
      </dgm:t>
    </dgm:pt>
    <dgm:pt modelId="{AAB8B6DC-607B-48AE-B80D-172C65071CA0}" type="parTrans" cxnId="{484FF5BB-EEAF-4D0B-912B-3171D8C7E10E}">
      <dgm:prSet/>
      <dgm:spPr/>
      <dgm:t>
        <a:bodyPr/>
        <a:lstStyle/>
        <a:p>
          <a:endParaRPr lang="pt-BR"/>
        </a:p>
      </dgm:t>
    </dgm:pt>
    <dgm:pt modelId="{88300EBF-C9AA-4726-996C-F27BAE4606C9}" type="sibTrans" cxnId="{484FF5BB-EEAF-4D0B-912B-3171D8C7E10E}">
      <dgm:prSet/>
      <dgm:spPr/>
      <dgm:t>
        <a:bodyPr/>
        <a:lstStyle/>
        <a:p>
          <a:endParaRPr lang="pt-BR"/>
        </a:p>
      </dgm:t>
    </dgm:pt>
    <dgm:pt modelId="{33632837-0E1E-448F-8E14-93DAF56B8FBB}" type="pres">
      <dgm:prSet presAssocID="{8762A33F-CB8B-40B9-A2DC-BC7C8BBE281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75F96B22-6977-4A6B-84E3-2DCD4E325ADE}" type="pres">
      <dgm:prSet presAssocID="{CB2436D8-94F8-47B5-B8A0-A81C19FE7CFF}" presName="composite" presStyleCnt="0"/>
      <dgm:spPr/>
    </dgm:pt>
    <dgm:pt modelId="{7D08D581-15A1-42D1-9828-27DC75524F5B}" type="pres">
      <dgm:prSet presAssocID="{CB2436D8-94F8-47B5-B8A0-A81C19FE7CFF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42D2D58-2C55-4554-8F85-03E02449ACDD}" type="pres">
      <dgm:prSet presAssocID="{CB2436D8-94F8-47B5-B8A0-A81C19FE7CFF}" presName="descendantText" presStyleLbl="alignAcc1" presStyleIdx="0" presStyleCnt="6" custScaleX="88254" custScaleY="100000" custLinFactNeighborX="-3997" custLinFactNeighborY="396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D345905-F33B-473D-B606-56BB585C12D9}" type="pres">
      <dgm:prSet presAssocID="{380E7314-EF28-436F-9E8D-4C620B6741E3}" presName="sp" presStyleCnt="0"/>
      <dgm:spPr/>
    </dgm:pt>
    <dgm:pt modelId="{CB4C1F2F-3D2C-4724-8B01-3128EAB50A84}" type="pres">
      <dgm:prSet presAssocID="{5AD8F70A-5930-452B-A1E4-7B4ABFDD4678}" presName="composite" presStyleCnt="0"/>
      <dgm:spPr/>
    </dgm:pt>
    <dgm:pt modelId="{F041F226-74F2-44AF-B813-905083E8EE4C}" type="pres">
      <dgm:prSet presAssocID="{5AD8F70A-5930-452B-A1E4-7B4ABFDD4678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CF4EEF8-59D9-4774-9C24-3BF37AACC103}" type="pres">
      <dgm:prSet presAssocID="{5AD8F70A-5930-452B-A1E4-7B4ABFDD4678}" presName="descendantText" presStyleLbl="alignAcc1" presStyleIdx="1" presStyleCnt="6" custScaleX="88539" custScaleY="98002" custLinFactNeighborX="-3854" custLinFactNeighborY="-165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10A15B4-973A-4300-8E07-90FDDA59D8AC}" type="pres">
      <dgm:prSet presAssocID="{65D6B729-C7C8-4514-8C15-537E6AD3B975}" presName="sp" presStyleCnt="0"/>
      <dgm:spPr/>
    </dgm:pt>
    <dgm:pt modelId="{B382F4A7-2A95-4DF0-B9BE-69085C886E34}" type="pres">
      <dgm:prSet presAssocID="{C22ECC7F-8CE1-4D85-993F-07330B77794B}" presName="composite" presStyleCnt="0"/>
      <dgm:spPr/>
    </dgm:pt>
    <dgm:pt modelId="{21F9FF5C-64B5-4D05-9400-DCCE5FE07E8E}" type="pres">
      <dgm:prSet presAssocID="{C22ECC7F-8CE1-4D85-993F-07330B77794B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DA9FA2A-CCFC-47AA-B81E-B832166FB0C0}" type="pres">
      <dgm:prSet presAssocID="{C22ECC7F-8CE1-4D85-993F-07330B77794B}" presName="descendantText" presStyleLbl="alignAcc1" presStyleIdx="2" presStyleCnt="6" custScaleX="89097" custLinFactNeighborX="-357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1AECB33-BB2F-4486-9FFB-64ED75220263}" type="pres">
      <dgm:prSet presAssocID="{150A35DE-1303-4531-A5E4-04A93BA7AA2B}" presName="sp" presStyleCnt="0"/>
      <dgm:spPr/>
    </dgm:pt>
    <dgm:pt modelId="{80852170-DB9D-46AA-9113-848201C3D7A3}" type="pres">
      <dgm:prSet presAssocID="{EBF18921-EBA4-4A20-A85B-B01B40081116}" presName="composite" presStyleCnt="0"/>
      <dgm:spPr/>
    </dgm:pt>
    <dgm:pt modelId="{5E0C8B21-6A24-4157-AD84-C29EB307098F}" type="pres">
      <dgm:prSet presAssocID="{EBF18921-EBA4-4A20-A85B-B01B40081116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8EF0C21-55FA-41C2-8B95-A8DE6FC1A1E9}" type="pres">
      <dgm:prSet presAssocID="{EBF18921-EBA4-4A20-A85B-B01B40081116}" presName="descendantText" presStyleLbl="alignAcc1" presStyleIdx="3" presStyleCnt="6" custScaleX="89097" custLinFactNeighborX="-357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FBAB468-46DE-4560-870F-13FB7D0E6C15}" type="pres">
      <dgm:prSet presAssocID="{3171CEDB-7F6C-4BD7-BB95-D3EA8CDE39BC}" presName="sp" presStyleCnt="0"/>
      <dgm:spPr/>
    </dgm:pt>
    <dgm:pt modelId="{E494FC51-8993-4974-ADED-944784436D83}" type="pres">
      <dgm:prSet presAssocID="{5769F8C4-4B67-4854-BCD1-CEFBF0CEFDB3}" presName="composite" presStyleCnt="0"/>
      <dgm:spPr/>
    </dgm:pt>
    <dgm:pt modelId="{1D18A88D-222E-4657-8EFB-1A4B6D8186F9}" type="pres">
      <dgm:prSet presAssocID="{5769F8C4-4B67-4854-BCD1-CEFBF0CEFDB3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66AD65D-5594-4FF6-9959-EB25AECEBA70}" type="pres">
      <dgm:prSet presAssocID="{5769F8C4-4B67-4854-BCD1-CEFBF0CEFDB3}" presName="descendantText" presStyleLbl="alignAcc1" presStyleIdx="4" presStyleCnt="6" custScaleX="89097" custLinFactNeighborX="-3575" custLinFactNeighborY="-170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D4AD8DA-61FB-4D1E-9D98-0CA1ED1EF5DC}" type="pres">
      <dgm:prSet presAssocID="{F114F668-3CB2-467D-B509-17BCB4E08849}" presName="sp" presStyleCnt="0"/>
      <dgm:spPr/>
    </dgm:pt>
    <dgm:pt modelId="{C8402BE1-5CD9-44A2-86CC-63DE1D80B999}" type="pres">
      <dgm:prSet presAssocID="{DEC5B573-0F9E-4303-9712-2BB79290C246}" presName="composite" presStyleCnt="0"/>
      <dgm:spPr/>
    </dgm:pt>
    <dgm:pt modelId="{F87CAB33-6D36-422C-AE35-360B05E87779}" type="pres">
      <dgm:prSet presAssocID="{DEC5B573-0F9E-4303-9712-2BB79290C246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D60350D-66B9-455E-8E34-C5D591D6CD2E}" type="pres">
      <dgm:prSet presAssocID="{DEC5B573-0F9E-4303-9712-2BB79290C246}" presName="descendantText" presStyleLbl="alignAcc1" presStyleIdx="5" presStyleCnt="6" custScaleX="89097" custLinFactNeighborX="-357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F3E6D79-2F6E-459E-ACFA-DFC68D3714A3}" type="presOf" srcId="{CB2436D8-94F8-47B5-B8A0-A81C19FE7CFF}" destId="{7D08D581-15A1-42D1-9828-27DC75524F5B}" srcOrd="0" destOrd="0" presId="urn:microsoft.com/office/officeart/2005/8/layout/chevron2"/>
    <dgm:cxn modelId="{86DE482D-3B3D-4B9C-AF15-E70E69700D4F}" type="presOf" srcId="{5E3D055F-5957-434B-B4B7-BDC05368F576}" destId="{F8EF0C21-55FA-41C2-8B95-A8DE6FC1A1E9}" srcOrd="0" destOrd="0" presId="urn:microsoft.com/office/officeart/2005/8/layout/chevron2"/>
    <dgm:cxn modelId="{0667B011-1E1B-4847-9D0C-F82A7EFACFA9}" srcId="{DEC5B573-0F9E-4303-9712-2BB79290C246}" destId="{35801AD5-B08A-43F2-8A70-0544CDB4EEBD}" srcOrd="0" destOrd="0" parTransId="{AA7CC568-79E3-429A-87E5-BBE4D1279BE9}" sibTransId="{3EF29B53-1ED7-449E-802E-7049CEA139A9}"/>
    <dgm:cxn modelId="{484FF5BB-EEAF-4D0B-912B-3171D8C7E10E}" srcId="{EBF18921-EBA4-4A20-A85B-B01B40081116}" destId="{5E3D055F-5957-434B-B4B7-BDC05368F576}" srcOrd="0" destOrd="0" parTransId="{AAB8B6DC-607B-48AE-B80D-172C65071CA0}" sibTransId="{88300EBF-C9AA-4726-996C-F27BAE4606C9}"/>
    <dgm:cxn modelId="{9F57A915-7493-48B5-98C9-00CC894D48DD}" srcId="{8762A33F-CB8B-40B9-A2DC-BC7C8BBE281C}" destId="{EBF18921-EBA4-4A20-A85B-B01B40081116}" srcOrd="3" destOrd="0" parTransId="{FB0D7957-E4D7-4D5E-BF64-C36D7328179A}" sibTransId="{3171CEDB-7F6C-4BD7-BB95-D3EA8CDE39BC}"/>
    <dgm:cxn modelId="{FD78F595-0BDE-4F36-BCB2-3138DD659C84}" srcId="{8762A33F-CB8B-40B9-A2DC-BC7C8BBE281C}" destId="{C22ECC7F-8CE1-4D85-993F-07330B77794B}" srcOrd="2" destOrd="0" parTransId="{818807F2-1AF4-40DE-9E43-1065F1A27FB1}" sibTransId="{150A35DE-1303-4531-A5E4-04A93BA7AA2B}"/>
    <dgm:cxn modelId="{E9F0ED5A-14FC-4248-97B4-96DFE89DCADD}" type="presOf" srcId="{7B0B7A25-A0C8-4F91-90E8-5E0A86CBDA8E}" destId="{ACF4EEF8-59D9-4774-9C24-3BF37AACC103}" srcOrd="0" destOrd="0" presId="urn:microsoft.com/office/officeart/2005/8/layout/chevron2"/>
    <dgm:cxn modelId="{C5272DAF-EE0E-4384-BA7D-69D6D15AD4F0}" type="presOf" srcId="{5769F8C4-4B67-4854-BCD1-CEFBF0CEFDB3}" destId="{1D18A88D-222E-4657-8EFB-1A4B6D8186F9}" srcOrd="0" destOrd="0" presId="urn:microsoft.com/office/officeart/2005/8/layout/chevron2"/>
    <dgm:cxn modelId="{2E634F3B-AD13-4CD0-809C-6F87FB898B7B}" type="presOf" srcId="{DEC5B573-0F9E-4303-9712-2BB79290C246}" destId="{F87CAB33-6D36-422C-AE35-360B05E87779}" srcOrd="0" destOrd="0" presId="urn:microsoft.com/office/officeart/2005/8/layout/chevron2"/>
    <dgm:cxn modelId="{BEC37BB2-2E0D-4D82-A20B-1903B940777B}" srcId="{C22ECC7F-8CE1-4D85-993F-07330B77794B}" destId="{648ACEFF-D81E-48F2-B9A5-817E1AA41FBC}" srcOrd="0" destOrd="0" parTransId="{791FF47C-43A7-40B2-9809-2CE72D2535A1}" sibTransId="{990E26B0-3FCF-4DFC-AE84-3A9490469793}"/>
    <dgm:cxn modelId="{E13460A6-46F5-47F6-A2E4-A131B7B09784}" srcId="{8762A33F-CB8B-40B9-A2DC-BC7C8BBE281C}" destId="{DEC5B573-0F9E-4303-9712-2BB79290C246}" srcOrd="5" destOrd="0" parTransId="{07981AA8-C308-4598-A5E0-D361555C6C46}" sibTransId="{16251D22-BB3F-4E7C-8FE4-C7EDBE6FA8B3}"/>
    <dgm:cxn modelId="{666803D3-C1B7-46F9-98BF-DFC6EFB4C980}" srcId="{8762A33F-CB8B-40B9-A2DC-BC7C8BBE281C}" destId="{5769F8C4-4B67-4854-BCD1-CEFBF0CEFDB3}" srcOrd="4" destOrd="0" parTransId="{1B940AF7-EC46-4DBA-AD68-3C8817F07D51}" sibTransId="{F114F668-3CB2-467D-B509-17BCB4E08849}"/>
    <dgm:cxn modelId="{148897D3-FA6A-46FF-B3EF-F6F23ABB063D}" type="presOf" srcId="{648ACEFF-D81E-48F2-B9A5-817E1AA41FBC}" destId="{5DA9FA2A-CCFC-47AA-B81E-B832166FB0C0}" srcOrd="0" destOrd="0" presId="urn:microsoft.com/office/officeart/2005/8/layout/chevron2"/>
    <dgm:cxn modelId="{30BC8C2B-533D-4960-8697-0A7E84464C67}" type="presOf" srcId="{6DF73D69-1CBA-4127-AFAF-FC9FE2D658D6}" destId="{D42D2D58-2C55-4554-8F85-03E02449ACDD}" srcOrd="0" destOrd="0" presId="urn:microsoft.com/office/officeart/2005/8/layout/chevron2"/>
    <dgm:cxn modelId="{505789FE-402F-41F1-AAB6-6ABA7065EC6C}" srcId="{CB2436D8-94F8-47B5-B8A0-A81C19FE7CFF}" destId="{6DF73D69-1CBA-4127-AFAF-FC9FE2D658D6}" srcOrd="0" destOrd="0" parTransId="{62DF25CD-B90C-4157-92EE-9086D1FDD199}" sibTransId="{15B0E249-1416-472C-9AC4-7FB1C6FF145A}"/>
    <dgm:cxn modelId="{7D04C6AB-DC0D-44A8-AAE6-EC347E54FEF3}" type="presOf" srcId="{35801AD5-B08A-43F2-8A70-0544CDB4EEBD}" destId="{0D60350D-66B9-455E-8E34-C5D591D6CD2E}" srcOrd="0" destOrd="0" presId="urn:microsoft.com/office/officeart/2005/8/layout/chevron2"/>
    <dgm:cxn modelId="{369B6A80-71C7-43C5-A8B4-FA425CF3499A}" srcId="{5769F8C4-4B67-4854-BCD1-CEFBF0CEFDB3}" destId="{30A1BA55-E3D7-4E51-B149-BE879DDBBEBC}" srcOrd="0" destOrd="0" parTransId="{D58A05D9-4AE4-4C4A-8E2C-B4BDC2D332E5}" sibTransId="{3BA5A2A6-2600-4E8D-B22C-498E66E0A9C9}"/>
    <dgm:cxn modelId="{B6539016-65C8-4882-BDB9-B8FCEEC1D4E6}" type="presOf" srcId="{C22ECC7F-8CE1-4D85-993F-07330B77794B}" destId="{21F9FF5C-64B5-4D05-9400-DCCE5FE07E8E}" srcOrd="0" destOrd="0" presId="urn:microsoft.com/office/officeart/2005/8/layout/chevron2"/>
    <dgm:cxn modelId="{7AD3C803-CE10-47A2-9E7F-CB42AD858D0E}" type="presOf" srcId="{30A1BA55-E3D7-4E51-B149-BE879DDBBEBC}" destId="{E66AD65D-5594-4FF6-9959-EB25AECEBA70}" srcOrd="0" destOrd="0" presId="urn:microsoft.com/office/officeart/2005/8/layout/chevron2"/>
    <dgm:cxn modelId="{D53B5A7F-2866-42D2-AB5A-FB1F8278B0B9}" srcId="{8762A33F-CB8B-40B9-A2DC-BC7C8BBE281C}" destId="{5AD8F70A-5930-452B-A1E4-7B4ABFDD4678}" srcOrd="1" destOrd="0" parTransId="{F2E7BD18-4C3C-4CF4-83B4-7FB8CA2FCE25}" sibTransId="{65D6B729-C7C8-4514-8C15-537E6AD3B975}"/>
    <dgm:cxn modelId="{6BDC1680-5174-4F4E-BFA8-B46E11050462}" srcId="{5AD8F70A-5930-452B-A1E4-7B4ABFDD4678}" destId="{7B0B7A25-A0C8-4F91-90E8-5E0A86CBDA8E}" srcOrd="0" destOrd="0" parTransId="{29559666-A617-4C56-82EC-60576873091D}" sibTransId="{8CF471F5-A944-4A84-9EFE-5BDFAFC44013}"/>
    <dgm:cxn modelId="{C142B085-0941-47F5-8EF7-4D1C50223D1C}" type="presOf" srcId="{EBF18921-EBA4-4A20-A85B-B01B40081116}" destId="{5E0C8B21-6A24-4157-AD84-C29EB307098F}" srcOrd="0" destOrd="0" presId="urn:microsoft.com/office/officeart/2005/8/layout/chevron2"/>
    <dgm:cxn modelId="{80F8275B-5F12-4DC6-AD87-B72DA19D05F9}" type="presOf" srcId="{5AD8F70A-5930-452B-A1E4-7B4ABFDD4678}" destId="{F041F226-74F2-44AF-B813-905083E8EE4C}" srcOrd="0" destOrd="0" presId="urn:microsoft.com/office/officeart/2005/8/layout/chevron2"/>
    <dgm:cxn modelId="{8C05966C-2293-4AB5-8655-6148C2993C15}" srcId="{8762A33F-CB8B-40B9-A2DC-BC7C8BBE281C}" destId="{CB2436D8-94F8-47B5-B8A0-A81C19FE7CFF}" srcOrd="0" destOrd="0" parTransId="{27565CAC-7034-4C59-B4AF-08BBD7C67C12}" sibTransId="{380E7314-EF28-436F-9E8D-4C620B6741E3}"/>
    <dgm:cxn modelId="{19EBAC20-10F4-40CA-B803-3A26930DCB67}" type="presOf" srcId="{8762A33F-CB8B-40B9-A2DC-BC7C8BBE281C}" destId="{33632837-0E1E-448F-8E14-93DAF56B8FBB}" srcOrd="0" destOrd="0" presId="urn:microsoft.com/office/officeart/2005/8/layout/chevron2"/>
    <dgm:cxn modelId="{6B29D1DF-3397-4659-856E-4D6F2B61ECE1}" type="presParOf" srcId="{33632837-0E1E-448F-8E14-93DAF56B8FBB}" destId="{75F96B22-6977-4A6B-84E3-2DCD4E325ADE}" srcOrd="0" destOrd="0" presId="urn:microsoft.com/office/officeart/2005/8/layout/chevron2"/>
    <dgm:cxn modelId="{74273B4D-28C6-4134-89E4-4F547A633505}" type="presParOf" srcId="{75F96B22-6977-4A6B-84E3-2DCD4E325ADE}" destId="{7D08D581-15A1-42D1-9828-27DC75524F5B}" srcOrd="0" destOrd="0" presId="urn:microsoft.com/office/officeart/2005/8/layout/chevron2"/>
    <dgm:cxn modelId="{ACA992B6-6F27-46F1-AF67-81D9F2CD1383}" type="presParOf" srcId="{75F96B22-6977-4A6B-84E3-2DCD4E325ADE}" destId="{D42D2D58-2C55-4554-8F85-03E02449ACDD}" srcOrd="1" destOrd="0" presId="urn:microsoft.com/office/officeart/2005/8/layout/chevron2"/>
    <dgm:cxn modelId="{28F22A18-879F-4D05-9361-7920FB9D0E3A}" type="presParOf" srcId="{33632837-0E1E-448F-8E14-93DAF56B8FBB}" destId="{FD345905-F33B-473D-B606-56BB585C12D9}" srcOrd="1" destOrd="0" presId="urn:microsoft.com/office/officeart/2005/8/layout/chevron2"/>
    <dgm:cxn modelId="{7A8B340D-31C9-4A3D-B64F-33B5FC27C815}" type="presParOf" srcId="{33632837-0E1E-448F-8E14-93DAF56B8FBB}" destId="{CB4C1F2F-3D2C-4724-8B01-3128EAB50A84}" srcOrd="2" destOrd="0" presId="urn:microsoft.com/office/officeart/2005/8/layout/chevron2"/>
    <dgm:cxn modelId="{86513DEA-5241-42AF-A110-F625B7D94B3E}" type="presParOf" srcId="{CB4C1F2F-3D2C-4724-8B01-3128EAB50A84}" destId="{F041F226-74F2-44AF-B813-905083E8EE4C}" srcOrd="0" destOrd="0" presId="urn:microsoft.com/office/officeart/2005/8/layout/chevron2"/>
    <dgm:cxn modelId="{CE42EBFB-DC48-43D0-8B87-41B5816BF293}" type="presParOf" srcId="{CB4C1F2F-3D2C-4724-8B01-3128EAB50A84}" destId="{ACF4EEF8-59D9-4774-9C24-3BF37AACC103}" srcOrd="1" destOrd="0" presId="urn:microsoft.com/office/officeart/2005/8/layout/chevron2"/>
    <dgm:cxn modelId="{72B67BF3-639F-48FE-806E-A8AE41BB07EB}" type="presParOf" srcId="{33632837-0E1E-448F-8E14-93DAF56B8FBB}" destId="{610A15B4-973A-4300-8E07-90FDDA59D8AC}" srcOrd="3" destOrd="0" presId="urn:microsoft.com/office/officeart/2005/8/layout/chevron2"/>
    <dgm:cxn modelId="{7793D6BF-85DE-4B0B-A8C9-682518D8B84E}" type="presParOf" srcId="{33632837-0E1E-448F-8E14-93DAF56B8FBB}" destId="{B382F4A7-2A95-4DF0-B9BE-69085C886E34}" srcOrd="4" destOrd="0" presId="urn:microsoft.com/office/officeart/2005/8/layout/chevron2"/>
    <dgm:cxn modelId="{671A82ED-72CC-4045-917E-EF893CB226A9}" type="presParOf" srcId="{B382F4A7-2A95-4DF0-B9BE-69085C886E34}" destId="{21F9FF5C-64B5-4D05-9400-DCCE5FE07E8E}" srcOrd="0" destOrd="0" presId="urn:microsoft.com/office/officeart/2005/8/layout/chevron2"/>
    <dgm:cxn modelId="{AEF7DDC5-1CEB-4B9F-92DB-D00573E74070}" type="presParOf" srcId="{B382F4A7-2A95-4DF0-B9BE-69085C886E34}" destId="{5DA9FA2A-CCFC-47AA-B81E-B832166FB0C0}" srcOrd="1" destOrd="0" presId="urn:microsoft.com/office/officeart/2005/8/layout/chevron2"/>
    <dgm:cxn modelId="{B177345B-3C39-4BC1-A0B9-52A3A0EA1081}" type="presParOf" srcId="{33632837-0E1E-448F-8E14-93DAF56B8FBB}" destId="{D1AECB33-BB2F-4486-9FFB-64ED75220263}" srcOrd="5" destOrd="0" presId="urn:microsoft.com/office/officeart/2005/8/layout/chevron2"/>
    <dgm:cxn modelId="{7E81A8D8-F6EF-408E-B079-2C05E68276E3}" type="presParOf" srcId="{33632837-0E1E-448F-8E14-93DAF56B8FBB}" destId="{80852170-DB9D-46AA-9113-848201C3D7A3}" srcOrd="6" destOrd="0" presId="urn:microsoft.com/office/officeart/2005/8/layout/chevron2"/>
    <dgm:cxn modelId="{4A8D4CE4-8220-4E39-806B-95A9F7432D3C}" type="presParOf" srcId="{80852170-DB9D-46AA-9113-848201C3D7A3}" destId="{5E0C8B21-6A24-4157-AD84-C29EB307098F}" srcOrd="0" destOrd="0" presId="urn:microsoft.com/office/officeart/2005/8/layout/chevron2"/>
    <dgm:cxn modelId="{73EB2C3A-5B8E-4116-8B58-983AFB516777}" type="presParOf" srcId="{80852170-DB9D-46AA-9113-848201C3D7A3}" destId="{F8EF0C21-55FA-41C2-8B95-A8DE6FC1A1E9}" srcOrd="1" destOrd="0" presId="urn:microsoft.com/office/officeart/2005/8/layout/chevron2"/>
    <dgm:cxn modelId="{681AE5AB-E699-4F55-8446-150D2ABB5184}" type="presParOf" srcId="{33632837-0E1E-448F-8E14-93DAF56B8FBB}" destId="{FFBAB468-46DE-4560-870F-13FB7D0E6C15}" srcOrd="7" destOrd="0" presId="urn:microsoft.com/office/officeart/2005/8/layout/chevron2"/>
    <dgm:cxn modelId="{943746DA-3CE2-4BE5-A1E0-CE061D9DFD35}" type="presParOf" srcId="{33632837-0E1E-448F-8E14-93DAF56B8FBB}" destId="{E494FC51-8993-4974-ADED-944784436D83}" srcOrd="8" destOrd="0" presId="urn:microsoft.com/office/officeart/2005/8/layout/chevron2"/>
    <dgm:cxn modelId="{A8011ADF-3C1A-4994-82CC-DBDC0F756C6C}" type="presParOf" srcId="{E494FC51-8993-4974-ADED-944784436D83}" destId="{1D18A88D-222E-4657-8EFB-1A4B6D8186F9}" srcOrd="0" destOrd="0" presId="urn:microsoft.com/office/officeart/2005/8/layout/chevron2"/>
    <dgm:cxn modelId="{EDBDF976-8527-43F8-8324-7369B037391D}" type="presParOf" srcId="{E494FC51-8993-4974-ADED-944784436D83}" destId="{E66AD65D-5594-4FF6-9959-EB25AECEBA70}" srcOrd="1" destOrd="0" presId="urn:microsoft.com/office/officeart/2005/8/layout/chevron2"/>
    <dgm:cxn modelId="{D6E91A8A-A22B-493F-A5A7-402825037B89}" type="presParOf" srcId="{33632837-0E1E-448F-8E14-93DAF56B8FBB}" destId="{ED4AD8DA-61FB-4D1E-9D98-0CA1ED1EF5DC}" srcOrd="9" destOrd="0" presId="urn:microsoft.com/office/officeart/2005/8/layout/chevron2"/>
    <dgm:cxn modelId="{05AEE69C-AC74-46AE-909D-799F161DB081}" type="presParOf" srcId="{33632837-0E1E-448F-8E14-93DAF56B8FBB}" destId="{C8402BE1-5CD9-44A2-86CC-63DE1D80B999}" srcOrd="10" destOrd="0" presId="urn:microsoft.com/office/officeart/2005/8/layout/chevron2"/>
    <dgm:cxn modelId="{85045138-EA14-4325-81EA-D1A6CA347248}" type="presParOf" srcId="{C8402BE1-5CD9-44A2-86CC-63DE1D80B999}" destId="{F87CAB33-6D36-422C-AE35-360B05E87779}" srcOrd="0" destOrd="0" presId="urn:microsoft.com/office/officeart/2005/8/layout/chevron2"/>
    <dgm:cxn modelId="{415E14B1-E388-4947-9174-30681E5E58EA}" type="presParOf" srcId="{C8402BE1-5CD9-44A2-86CC-63DE1D80B999}" destId="{0D60350D-66B9-455E-8E34-C5D591D6CD2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0FAEA1-A760-4193-97FF-8D8EA442423B}" type="doc">
      <dgm:prSet loTypeId="urn:microsoft.com/office/officeart/2005/8/layout/hProcess11" loCatId="process" qsTypeId="urn:microsoft.com/office/officeart/2005/8/quickstyle/3d2" qsCatId="3D" csTypeId="urn:microsoft.com/office/officeart/2005/8/colors/accent1_2" csCatId="accent1" phldr="1"/>
      <dgm:spPr/>
    </dgm:pt>
    <dgm:pt modelId="{2444000B-EB67-448A-BBD0-98E03AA389DB}">
      <dgm:prSet phldrT="[Texto]" custT="1"/>
      <dgm:spPr/>
      <dgm:t>
        <a:bodyPr/>
        <a:lstStyle/>
        <a:p>
          <a:r>
            <a:rPr lang="pt-BR" sz="900" b="1" dirty="0" smtClean="0">
              <a:solidFill>
                <a:schemeClr val="accent1">
                  <a:lumMod val="75000"/>
                </a:schemeClr>
              </a:solidFill>
              <a:latin typeface="+mj-lt"/>
              <a:cs typeface="Arial" pitchFamily="34" charset="0"/>
            </a:rPr>
            <a:t>Segunda-feira</a:t>
          </a:r>
          <a:endParaRPr lang="pt-BR" sz="900" b="1" dirty="0">
            <a:solidFill>
              <a:schemeClr val="accent1">
                <a:lumMod val="75000"/>
              </a:schemeClr>
            </a:solidFill>
            <a:latin typeface="+mj-lt"/>
            <a:cs typeface="Arial" pitchFamily="34" charset="0"/>
          </a:endParaRPr>
        </a:p>
      </dgm:t>
    </dgm:pt>
    <dgm:pt modelId="{E9D1A61C-84D5-45C0-ACC4-DB2A8C1D9F72}" type="parTrans" cxnId="{9BE81A73-F0AE-4D22-AE71-67B5365192F4}">
      <dgm:prSet/>
      <dgm:spPr/>
      <dgm:t>
        <a:bodyPr/>
        <a:lstStyle/>
        <a:p>
          <a:endParaRPr lang="pt-BR"/>
        </a:p>
      </dgm:t>
    </dgm:pt>
    <dgm:pt modelId="{BFA66820-83B0-4BA4-A263-9F6E4BDEDF50}" type="sibTrans" cxnId="{9BE81A73-F0AE-4D22-AE71-67B5365192F4}">
      <dgm:prSet/>
      <dgm:spPr/>
      <dgm:t>
        <a:bodyPr/>
        <a:lstStyle/>
        <a:p>
          <a:endParaRPr lang="pt-BR"/>
        </a:p>
      </dgm:t>
    </dgm:pt>
    <dgm:pt modelId="{1B5EE5FC-1937-400B-AAFB-B3B146B8EF34}">
      <dgm:prSet phldrT="[Texto]" custT="1"/>
      <dgm:spPr/>
      <dgm:t>
        <a:bodyPr/>
        <a:lstStyle/>
        <a:p>
          <a:endParaRPr lang="pt-BR" sz="1050" b="1" dirty="0" smtClean="0">
            <a:solidFill>
              <a:schemeClr val="tx1"/>
            </a:solidFill>
            <a:latin typeface="+mj-lt"/>
            <a:cs typeface="Arial" pitchFamily="34" charset="0"/>
          </a:endParaRPr>
        </a:p>
        <a:p>
          <a:r>
            <a:rPr lang="pt-BR" sz="1050" b="1" dirty="0" smtClean="0">
              <a:solidFill>
                <a:schemeClr val="tx1"/>
              </a:solidFill>
              <a:latin typeface="+mj-lt"/>
              <a:cs typeface="Arial" pitchFamily="34" charset="0"/>
            </a:rPr>
            <a:t>Terça-feira</a:t>
          </a:r>
        </a:p>
        <a:p>
          <a:r>
            <a:rPr lang="pt-BR" sz="1050" b="1" dirty="0" smtClean="0">
              <a:solidFill>
                <a:srgbClr val="00B0F0"/>
              </a:solidFill>
              <a:latin typeface="+mj-lt"/>
              <a:cs typeface="Arial" pitchFamily="34" charset="0"/>
            </a:rPr>
            <a:t>1º CAB – 15h00</a:t>
          </a:r>
          <a:endParaRPr lang="pt-BR" sz="1050" b="1" dirty="0">
            <a:solidFill>
              <a:srgbClr val="00B0F0"/>
            </a:solidFill>
            <a:latin typeface="+mj-lt"/>
            <a:cs typeface="Arial" pitchFamily="34" charset="0"/>
          </a:endParaRPr>
        </a:p>
      </dgm:t>
    </dgm:pt>
    <dgm:pt modelId="{4B897B4A-DA03-4B4D-8BE7-46A19DB4C827}" type="parTrans" cxnId="{96855785-FE83-4D51-9F4A-36AD26C5E9D6}">
      <dgm:prSet/>
      <dgm:spPr/>
      <dgm:t>
        <a:bodyPr/>
        <a:lstStyle/>
        <a:p>
          <a:endParaRPr lang="pt-BR"/>
        </a:p>
      </dgm:t>
    </dgm:pt>
    <dgm:pt modelId="{8966845F-9972-49A3-B073-CA025A839220}" type="sibTrans" cxnId="{96855785-FE83-4D51-9F4A-36AD26C5E9D6}">
      <dgm:prSet/>
      <dgm:spPr/>
      <dgm:t>
        <a:bodyPr/>
        <a:lstStyle/>
        <a:p>
          <a:endParaRPr lang="pt-BR"/>
        </a:p>
      </dgm:t>
    </dgm:pt>
    <dgm:pt modelId="{DC546510-2B90-4EEE-A53B-4A877F435CD1}">
      <dgm:prSet phldrT="[Texto]" custT="1"/>
      <dgm:spPr/>
      <dgm:t>
        <a:bodyPr/>
        <a:lstStyle/>
        <a:p>
          <a:r>
            <a:rPr lang="pt-BR" sz="900" b="1" dirty="0" smtClean="0">
              <a:solidFill>
                <a:schemeClr val="accent1">
                  <a:lumMod val="75000"/>
                </a:schemeClr>
              </a:solidFill>
              <a:latin typeface="+mj-lt"/>
            </a:rPr>
            <a:t>Quinta-feira</a:t>
          </a:r>
          <a:endParaRPr lang="pt-BR" sz="900" b="1" dirty="0">
            <a:solidFill>
              <a:schemeClr val="accent1">
                <a:lumMod val="75000"/>
              </a:schemeClr>
            </a:solidFill>
            <a:latin typeface="+mj-lt"/>
          </a:endParaRPr>
        </a:p>
      </dgm:t>
    </dgm:pt>
    <dgm:pt modelId="{93CD4A7F-432E-4F00-B4C2-A9B3FC85D7BA}" type="parTrans" cxnId="{4C66F422-0FBD-4B3D-B91E-ECCE43DB3BA2}">
      <dgm:prSet/>
      <dgm:spPr/>
      <dgm:t>
        <a:bodyPr/>
        <a:lstStyle/>
        <a:p>
          <a:endParaRPr lang="pt-BR"/>
        </a:p>
      </dgm:t>
    </dgm:pt>
    <dgm:pt modelId="{2E809A3B-B26F-4281-ACE7-D4D35C9CDF4B}" type="sibTrans" cxnId="{4C66F422-0FBD-4B3D-B91E-ECCE43DB3BA2}">
      <dgm:prSet/>
      <dgm:spPr/>
      <dgm:t>
        <a:bodyPr/>
        <a:lstStyle/>
        <a:p>
          <a:endParaRPr lang="pt-BR"/>
        </a:p>
      </dgm:t>
    </dgm:pt>
    <dgm:pt modelId="{6A51B169-0703-4F41-9D96-C542896A466D}">
      <dgm:prSet phldrT="[Texto]" custT="1"/>
      <dgm:spPr/>
      <dgm:t>
        <a:bodyPr/>
        <a:lstStyle/>
        <a:p>
          <a:r>
            <a:rPr lang="pt-BR" sz="1050" b="1" dirty="0" smtClean="0">
              <a:solidFill>
                <a:srgbClr val="FF0000"/>
              </a:solidFill>
              <a:latin typeface="+mj-lt"/>
              <a:cs typeface="Arial" pitchFamily="34" charset="0"/>
            </a:rPr>
            <a:t>2º CAB – 15h00</a:t>
          </a:r>
        </a:p>
        <a:p>
          <a:r>
            <a:rPr lang="pt-BR" sz="1050" b="1" dirty="0" smtClean="0">
              <a:solidFill>
                <a:schemeClr val="tx1"/>
              </a:solidFill>
              <a:latin typeface="+mj-lt"/>
            </a:rPr>
            <a:t>Sexta-feira</a:t>
          </a:r>
        </a:p>
        <a:p>
          <a:endParaRPr lang="pt-BR" sz="1050" b="1" dirty="0">
            <a:solidFill>
              <a:schemeClr val="tx1"/>
            </a:solidFill>
            <a:latin typeface="+mj-lt"/>
          </a:endParaRPr>
        </a:p>
      </dgm:t>
    </dgm:pt>
    <dgm:pt modelId="{6C7E6789-DA1C-4D5D-B96E-CF874A6EA3AE}" type="parTrans" cxnId="{3C57E2D0-29D8-4E12-9B50-06216EEF8553}">
      <dgm:prSet/>
      <dgm:spPr/>
      <dgm:t>
        <a:bodyPr/>
        <a:lstStyle/>
        <a:p>
          <a:endParaRPr lang="pt-BR"/>
        </a:p>
      </dgm:t>
    </dgm:pt>
    <dgm:pt modelId="{524DCFF0-CF74-4D69-BAD1-0DAE074DAA88}" type="sibTrans" cxnId="{3C57E2D0-29D8-4E12-9B50-06216EEF8553}">
      <dgm:prSet/>
      <dgm:spPr/>
      <dgm:t>
        <a:bodyPr/>
        <a:lstStyle/>
        <a:p>
          <a:endParaRPr lang="pt-BR"/>
        </a:p>
      </dgm:t>
    </dgm:pt>
    <dgm:pt modelId="{767A759E-09BF-439A-B9FF-A33443C13579}">
      <dgm:prSet phldrT="[Texto]" custT="1"/>
      <dgm:spPr/>
      <dgm:t>
        <a:bodyPr/>
        <a:lstStyle/>
        <a:p>
          <a:r>
            <a:rPr lang="pt-BR" sz="900" b="1" dirty="0" smtClean="0">
              <a:solidFill>
                <a:schemeClr val="accent1">
                  <a:lumMod val="75000"/>
                </a:schemeClr>
              </a:solidFill>
              <a:latin typeface="+mj-lt"/>
            </a:rPr>
            <a:t>Sábado</a:t>
          </a:r>
          <a:endParaRPr lang="pt-BR" sz="900" b="1" dirty="0">
            <a:solidFill>
              <a:schemeClr val="accent1">
                <a:lumMod val="75000"/>
              </a:schemeClr>
            </a:solidFill>
            <a:latin typeface="+mj-lt"/>
          </a:endParaRPr>
        </a:p>
      </dgm:t>
    </dgm:pt>
    <dgm:pt modelId="{071F6177-D558-429F-BB0F-9DCF312853CA}" type="parTrans" cxnId="{915363F8-DB5B-4B03-BD4A-D1C72EF7B8EA}">
      <dgm:prSet/>
      <dgm:spPr/>
      <dgm:t>
        <a:bodyPr/>
        <a:lstStyle/>
        <a:p>
          <a:endParaRPr lang="pt-BR"/>
        </a:p>
      </dgm:t>
    </dgm:pt>
    <dgm:pt modelId="{3A7F880B-236B-4D96-BE02-CF96DCA293C4}" type="sibTrans" cxnId="{915363F8-DB5B-4B03-BD4A-D1C72EF7B8EA}">
      <dgm:prSet/>
      <dgm:spPr/>
      <dgm:t>
        <a:bodyPr/>
        <a:lstStyle/>
        <a:p>
          <a:endParaRPr lang="pt-BR"/>
        </a:p>
      </dgm:t>
    </dgm:pt>
    <dgm:pt modelId="{5CAC6D20-05A2-4847-A20F-91FE6C97E275}">
      <dgm:prSet phldrT="[Texto]" custT="1"/>
      <dgm:spPr/>
      <dgm:t>
        <a:bodyPr/>
        <a:lstStyle/>
        <a:p>
          <a:r>
            <a:rPr lang="pt-BR" sz="900" b="1" dirty="0" smtClean="0">
              <a:solidFill>
                <a:schemeClr val="accent1">
                  <a:lumMod val="75000"/>
                </a:schemeClr>
              </a:solidFill>
              <a:latin typeface="+mj-lt"/>
            </a:rPr>
            <a:t>Domingo</a:t>
          </a:r>
          <a:endParaRPr lang="pt-BR" sz="900" b="1" dirty="0">
            <a:solidFill>
              <a:schemeClr val="accent1">
                <a:lumMod val="75000"/>
              </a:schemeClr>
            </a:solidFill>
            <a:latin typeface="+mj-lt"/>
          </a:endParaRPr>
        </a:p>
      </dgm:t>
    </dgm:pt>
    <dgm:pt modelId="{11AE5987-CC79-45A6-A82F-FC46E425B1E8}" type="parTrans" cxnId="{FE486AAF-E1E7-462C-9D6B-5B3A9A9A4BB6}">
      <dgm:prSet/>
      <dgm:spPr/>
      <dgm:t>
        <a:bodyPr/>
        <a:lstStyle/>
        <a:p>
          <a:endParaRPr lang="pt-BR"/>
        </a:p>
      </dgm:t>
    </dgm:pt>
    <dgm:pt modelId="{72929B10-97F5-4FFC-874C-E1864A274CBA}" type="sibTrans" cxnId="{FE486AAF-E1E7-462C-9D6B-5B3A9A9A4BB6}">
      <dgm:prSet/>
      <dgm:spPr/>
      <dgm:t>
        <a:bodyPr/>
        <a:lstStyle/>
        <a:p>
          <a:endParaRPr lang="pt-BR"/>
        </a:p>
      </dgm:t>
    </dgm:pt>
    <dgm:pt modelId="{AF362587-3CBA-4885-AA36-CC03F948227A}">
      <dgm:prSet phldrT="[Texto]" custT="1"/>
      <dgm:spPr/>
      <dgm:t>
        <a:bodyPr/>
        <a:lstStyle/>
        <a:p>
          <a:r>
            <a:rPr lang="pt-BR" sz="900" b="1" dirty="0" smtClean="0">
              <a:solidFill>
                <a:schemeClr val="accent1">
                  <a:lumMod val="75000"/>
                </a:schemeClr>
              </a:solidFill>
              <a:latin typeface="+mj-lt"/>
              <a:cs typeface="Arial" pitchFamily="34" charset="0"/>
            </a:rPr>
            <a:t>Quarta-feira</a:t>
          </a:r>
          <a:endParaRPr lang="pt-BR" sz="900" b="1" dirty="0">
            <a:solidFill>
              <a:schemeClr val="accent1">
                <a:lumMod val="75000"/>
              </a:schemeClr>
            </a:solidFill>
            <a:latin typeface="+mj-lt"/>
            <a:cs typeface="Arial" pitchFamily="34" charset="0"/>
          </a:endParaRPr>
        </a:p>
      </dgm:t>
    </dgm:pt>
    <dgm:pt modelId="{802FEE27-EBE5-42C6-9A48-702E2C9E7ED6}" type="parTrans" cxnId="{B1880032-0552-4790-9F21-948F32C2BBDA}">
      <dgm:prSet/>
      <dgm:spPr/>
      <dgm:t>
        <a:bodyPr/>
        <a:lstStyle/>
        <a:p>
          <a:endParaRPr lang="pt-BR"/>
        </a:p>
      </dgm:t>
    </dgm:pt>
    <dgm:pt modelId="{61C80319-A951-45B3-A17E-D29DDC3B5F05}" type="sibTrans" cxnId="{B1880032-0552-4790-9F21-948F32C2BBDA}">
      <dgm:prSet/>
      <dgm:spPr/>
      <dgm:t>
        <a:bodyPr/>
        <a:lstStyle/>
        <a:p>
          <a:endParaRPr lang="pt-BR"/>
        </a:p>
      </dgm:t>
    </dgm:pt>
    <dgm:pt modelId="{D95FF390-8657-4D02-A549-4F456866AE95}" type="pres">
      <dgm:prSet presAssocID="{B20FAEA1-A760-4193-97FF-8D8EA442423B}" presName="Name0" presStyleCnt="0">
        <dgm:presLayoutVars>
          <dgm:dir/>
          <dgm:resizeHandles val="exact"/>
        </dgm:presLayoutVars>
      </dgm:prSet>
      <dgm:spPr/>
    </dgm:pt>
    <dgm:pt modelId="{21EAAB69-2A3F-46E4-926A-8E86EB2C74C2}" type="pres">
      <dgm:prSet presAssocID="{B20FAEA1-A760-4193-97FF-8D8EA442423B}" presName="arrow" presStyleLbl="bgShp" presStyleIdx="0" presStyleCnt="1"/>
      <dgm:spPr/>
    </dgm:pt>
    <dgm:pt modelId="{40952BCA-5BFE-4132-9457-FA51FBA14827}" type="pres">
      <dgm:prSet presAssocID="{B20FAEA1-A760-4193-97FF-8D8EA442423B}" presName="points" presStyleCnt="0"/>
      <dgm:spPr/>
    </dgm:pt>
    <dgm:pt modelId="{E8E3A1C4-0E26-4B78-A468-263C9A32FC30}" type="pres">
      <dgm:prSet presAssocID="{2444000B-EB67-448A-BBD0-98E03AA389DB}" presName="compositeA" presStyleCnt="0"/>
      <dgm:spPr/>
    </dgm:pt>
    <dgm:pt modelId="{F3178F5B-A01C-49B8-82C4-64C54C11F987}" type="pres">
      <dgm:prSet presAssocID="{2444000B-EB67-448A-BBD0-98E03AA389DB}" presName="textA" presStyleLbl="revTx" presStyleIdx="0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AE3A4A9-76EE-49AA-971B-0D301ADD60F3}" type="pres">
      <dgm:prSet presAssocID="{2444000B-EB67-448A-BBD0-98E03AA389DB}" presName="circleA" presStyleLbl="node1" presStyleIdx="0" presStyleCnt="7"/>
      <dgm:spPr/>
    </dgm:pt>
    <dgm:pt modelId="{5629D83F-B5E1-4EA9-B6D6-7257822F9C98}" type="pres">
      <dgm:prSet presAssocID="{2444000B-EB67-448A-BBD0-98E03AA389DB}" presName="spaceA" presStyleCnt="0"/>
      <dgm:spPr/>
    </dgm:pt>
    <dgm:pt modelId="{12D5BED1-0E2B-4FB4-B0DF-8D4148CEC6AA}" type="pres">
      <dgm:prSet presAssocID="{BFA66820-83B0-4BA4-A263-9F6E4BDEDF50}" presName="space" presStyleCnt="0"/>
      <dgm:spPr/>
    </dgm:pt>
    <dgm:pt modelId="{CE1F5109-6931-4805-92FA-BE461BE76B98}" type="pres">
      <dgm:prSet presAssocID="{1B5EE5FC-1937-400B-AAFB-B3B146B8EF34}" presName="compositeB" presStyleCnt="0"/>
      <dgm:spPr/>
    </dgm:pt>
    <dgm:pt modelId="{0CF29B17-7C66-473A-AAB9-37E6559EE41A}" type="pres">
      <dgm:prSet presAssocID="{1B5EE5FC-1937-400B-AAFB-B3B146B8EF34}" presName="textB" presStyleLbl="revTx" presStyleIdx="1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DCA913E-51E0-42DF-A53A-8BEB34B65142}" type="pres">
      <dgm:prSet presAssocID="{1B5EE5FC-1937-400B-AAFB-B3B146B8EF34}" presName="circleB" presStyleLbl="node1" presStyleIdx="1" presStyleCnt="7"/>
      <dgm:spPr/>
    </dgm:pt>
    <dgm:pt modelId="{C77CD123-B4AD-439E-B403-D0166CC94A51}" type="pres">
      <dgm:prSet presAssocID="{1B5EE5FC-1937-400B-AAFB-B3B146B8EF34}" presName="spaceB" presStyleCnt="0"/>
      <dgm:spPr/>
    </dgm:pt>
    <dgm:pt modelId="{DCF95703-7DD8-4460-BB48-535888589ADC}" type="pres">
      <dgm:prSet presAssocID="{8966845F-9972-49A3-B073-CA025A839220}" presName="space" presStyleCnt="0"/>
      <dgm:spPr/>
    </dgm:pt>
    <dgm:pt modelId="{F65F4171-7156-4D50-BA03-4969AE55AC5F}" type="pres">
      <dgm:prSet presAssocID="{AF362587-3CBA-4885-AA36-CC03F948227A}" presName="compositeA" presStyleCnt="0"/>
      <dgm:spPr/>
    </dgm:pt>
    <dgm:pt modelId="{C7B3A468-2B65-4CDD-831A-574EDF09C126}" type="pres">
      <dgm:prSet presAssocID="{AF362587-3CBA-4885-AA36-CC03F948227A}" presName="textA" presStyleLbl="revTx" presStyleIdx="2" presStyleCnt="7" custScaleX="11785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CCA84A8-3EF4-458F-A32B-C031A01DDD4C}" type="pres">
      <dgm:prSet presAssocID="{AF362587-3CBA-4885-AA36-CC03F948227A}" presName="circleA" presStyleLbl="node1" presStyleIdx="2" presStyleCnt="7"/>
      <dgm:spPr/>
    </dgm:pt>
    <dgm:pt modelId="{5FFBBE38-78D9-46C8-B160-BADD1F9A8313}" type="pres">
      <dgm:prSet presAssocID="{AF362587-3CBA-4885-AA36-CC03F948227A}" presName="spaceA" presStyleCnt="0"/>
      <dgm:spPr/>
    </dgm:pt>
    <dgm:pt modelId="{28B02564-6A3F-496C-B505-07E1894B9E35}" type="pres">
      <dgm:prSet presAssocID="{61C80319-A951-45B3-A17E-D29DDC3B5F05}" presName="space" presStyleCnt="0"/>
      <dgm:spPr/>
    </dgm:pt>
    <dgm:pt modelId="{AC5A64AB-533A-41D6-B6F5-0BDCE3F84E8D}" type="pres">
      <dgm:prSet presAssocID="{DC546510-2B90-4EEE-A53B-4A877F435CD1}" presName="compositeB" presStyleCnt="0"/>
      <dgm:spPr/>
    </dgm:pt>
    <dgm:pt modelId="{A1F619FC-8AC6-4756-BF7D-57AC0BDC788D}" type="pres">
      <dgm:prSet presAssocID="{DC546510-2B90-4EEE-A53B-4A877F435CD1}" presName="textB" presStyleLbl="revTx" presStyleIdx="3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59B080D-3918-4562-ADA4-3F0141176007}" type="pres">
      <dgm:prSet presAssocID="{DC546510-2B90-4EEE-A53B-4A877F435CD1}" presName="circleB" presStyleLbl="node1" presStyleIdx="3" presStyleCnt="7"/>
      <dgm:spPr/>
    </dgm:pt>
    <dgm:pt modelId="{840C37E1-649E-46C9-B769-C500EEFAA4EC}" type="pres">
      <dgm:prSet presAssocID="{DC546510-2B90-4EEE-A53B-4A877F435CD1}" presName="spaceB" presStyleCnt="0"/>
      <dgm:spPr/>
    </dgm:pt>
    <dgm:pt modelId="{C4B62A53-76A2-4A0C-8D58-227ED33F2DB1}" type="pres">
      <dgm:prSet presAssocID="{2E809A3B-B26F-4281-ACE7-D4D35C9CDF4B}" presName="space" presStyleCnt="0"/>
      <dgm:spPr/>
    </dgm:pt>
    <dgm:pt modelId="{EF949EC4-38BA-42B5-8ABE-97D0503B3E37}" type="pres">
      <dgm:prSet presAssocID="{6A51B169-0703-4F41-9D96-C542896A466D}" presName="compositeA" presStyleCnt="0"/>
      <dgm:spPr/>
    </dgm:pt>
    <dgm:pt modelId="{AEB36632-E8B4-4602-B29D-3CE19F27029F}" type="pres">
      <dgm:prSet presAssocID="{6A51B169-0703-4F41-9D96-C542896A466D}" presName="textA" presStyleLbl="revTx" presStyleIdx="4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E2384AF-E639-4FA7-A29A-60AFD31E6612}" type="pres">
      <dgm:prSet presAssocID="{6A51B169-0703-4F41-9D96-C542896A466D}" presName="circleA" presStyleLbl="node1" presStyleIdx="4" presStyleCnt="7"/>
      <dgm:spPr/>
    </dgm:pt>
    <dgm:pt modelId="{974D8D90-24F1-4859-BB6E-CC982D6D5975}" type="pres">
      <dgm:prSet presAssocID="{6A51B169-0703-4F41-9D96-C542896A466D}" presName="spaceA" presStyleCnt="0"/>
      <dgm:spPr/>
    </dgm:pt>
    <dgm:pt modelId="{86CAA4F1-610E-48D4-8FB1-A97072C8DCA1}" type="pres">
      <dgm:prSet presAssocID="{524DCFF0-CF74-4D69-BAD1-0DAE074DAA88}" presName="space" presStyleCnt="0"/>
      <dgm:spPr/>
    </dgm:pt>
    <dgm:pt modelId="{3B8FF418-CAF8-40E1-AFB8-B4414891B1A2}" type="pres">
      <dgm:prSet presAssocID="{767A759E-09BF-439A-B9FF-A33443C13579}" presName="compositeB" presStyleCnt="0"/>
      <dgm:spPr/>
    </dgm:pt>
    <dgm:pt modelId="{10AF6750-2A5E-4B65-80AF-A10323717183}" type="pres">
      <dgm:prSet presAssocID="{767A759E-09BF-439A-B9FF-A33443C13579}" presName="textB" presStyleLbl="revTx" presStyleIdx="5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0A9592E-477E-48CC-BDBB-14196F3BCF5D}" type="pres">
      <dgm:prSet presAssocID="{767A759E-09BF-439A-B9FF-A33443C13579}" presName="circleB" presStyleLbl="node1" presStyleIdx="5" presStyleCnt="7"/>
      <dgm:spPr/>
    </dgm:pt>
    <dgm:pt modelId="{95B1A21D-55AC-4C63-A6AF-A0C91C06FFBD}" type="pres">
      <dgm:prSet presAssocID="{767A759E-09BF-439A-B9FF-A33443C13579}" presName="spaceB" presStyleCnt="0"/>
      <dgm:spPr/>
    </dgm:pt>
    <dgm:pt modelId="{1510AC66-2EC9-4C2E-9628-D32EA1DDBD25}" type="pres">
      <dgm:prSet presAssocID="{3A7F880B-236B-4D96-BE02-CF96DCA293C4}" presName="space" presStyleCnt="0"/>
      <dgm:spPr/>
    </dgm:pt>
    <dgm:pt modelId="{CC68968F-77EA-4836-BDFB-7A459C36AC4C}" type="pres">
      <dgm:prSet presAssocID="{5CAC6D20-05A2-4847-A20F-91FE6C97E275}" presName="compositeA" presStyleCnt="0"/>
      <dgm:spPr/>
    </dgm:pt>
    <dgm:pt modelId="{6B9CEDC6-57AE-4784-9C0D-D2AABAF385FB}" type="pres">
      <dgm:prSet presAssocID="{5CAC6D20-05A2-4847-A20F-91FE6C97E275}" presName="textA" presStyleLbl="revTx" presStyleIdx="6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04569B9-6F83-4A3C-A998-06AE87F0632D}" type="pres">
      <dgm:prSet presAssocID="{5CAC6D20-05A2-4847-A20F-91FE6C97E275}" presName="circleA" presStyleLbl="node1" presStyleIdx="6" presStyleCnt="7"/>
      <dgm:spPr/>
    </dgm:pt>
    <dgm:pt modelId="{111C2A9D-3A78-43A1-B4F6-23122C9EF37A}" type="pres">
      <dgm:prSet presAssocID="{5CAC6D20-05A2-4847-A20F-91FE6C97E275}" presName="spaceA" presStyleCnt="0"/>
      <dgm:spPr/>
    </dgm:pt>
  </dgm:ptLst>
  <dgm:cxnLst>
    <dgm:cxn modelId="{B1880032-0552-4790-9F21-948F32C2BBDA}" srcId="{B20FAEA1-A760-4193-97FF-8D8EA442423B}" destId="{AF362587-3CBA-4885-AA36-CC03F948227A}" srcOrd="2" destOrd="0" parTransId="{802FEE27-EBE5-42C6-9A48-702E2C9E7ED6}" sibTransId="{61C80319-A951-45B3-A17E-D29DDC3B5F05}"/>
    <dgm:cxn modelId="{065D7C55-54F7-4C32-A88B-FE78FA40D519}" type="presOf" srcId="{6A51B169-0703-4F41-9D96-C542896A466D}" destId="{AEB36632-E8B4-4602-B29D-3CE19F27029F}" srcOrd="0" destOrd="0" presId="urn:microsoft.com/office/officeart/2005/8/layout/hProcess11"/>
    <dgm:cxn modelId="{D03B461B-DC64-4B42-9103-93AA728B3242}" type="presOf" srcId="{DC546510-2B90-4EEE-A53B-4A877F435CD1}" destId="{A1F619FC-8AC6-4756-BF7D-57AC0BDC788D}" srcOrd="0" destOrd="0" presId="urn:microsoft.com/office/officeart/2005/8/layout/hProcess11"/>
    <dgm:cxn modelId="{FE486AAF-E1E7-462C-9D6B-5B3A9A9A4BB6}" srcId="{B20FAEA1-A760-4193-97FF-8D8EA442423B}" destId="{5CAC6D20-05A2-4847-A20F-91FE6C97E275}" srcOrd="6" destOrd="0" parTransId="{11AE5987-CC79-45A6-A82F-FC46E425B1E8}" sibTransId="{72929B10-97F5-4FFC-874C-E1864A274CBA}"/>
    <dgm:cxn modelId="{39B2B577-1181-4FA3-8F8C-EC1A3AF395B5}" type="presOf" srcId="{767A759E-09BF-439A-B9FF-A33443C13579}" destId="{10AF6750-2A5E-4B65-80AF-A10323717183}" srcOrd="0" destOrd="0" presId="urn:microsoft.com/office/officeart/2005/8/layout/hProcess11"/>
    <dgm:cxn modelId="{19855422-FED7-4DD9-846C-375FC52F9777}" type="presOf" srcId="{5CAC6D20-05A2-4847-A20F-91FE6C97E275}" destId="{6B9CEDC6-57AE-4784-9C0D-D2AABAF385FB}" srcOrd="0" destOrd="0" presId="urn:microsoft.com/office/officeart/2005/8/layout/hProcess11"/>
    <dgm:cxn modelId="{915363F8-DB5B-4B03-BD4A-D1C72EF7B8EA}" srcId="{B20FAEA1-A760-4193-97FF-8D8EA442423B}" destId="{767A759E-09BF-439A-B9FF-A33443C13579}" srcOrd="5" destOrd="0" parTransId="{071F6177-D558-429F-BB0F-9DCF312853CA}" sibTransId="{3A7F880B-236B-4D96-BE02-CF96DCA293C4}"/>
    <dgm:cxn modelId="{F4B2C1C0-6C33-4F32-B642-9E54F187A842}" type="presOf" srcId="{2444000B-EB67-448A-BBD0-98E03AA389DB}" destId="{F3178F5B-A01C-49B8-82C4-64C54C11F987}" srcOrd="0" destOrd="0" presId="urn:microsoft.com/office/officeart/2005/8/layout/hProcess11"/>
    <dgm:cxn modelId="{3C57E2D0-29D8-4E12-9B50-06216EEF8553}" srcId="{B20FAEA1-A760-4193-97FF-8D8EA442423B}" destId="{6A51B169-0703-4F41-9D96-C542896A466D}" srcOrd="4" destOrd="0" parTransId="{6C7E6789-DA1C-4D5D-B96E-CF874A6EA3AE}" sibTransId="{524DCFF0-CF74-4D69-BAD1-0DAE074DAA88}"/>
    <dgm:cxn modelId="{CED86542-62AD-4F33-AF8E-CEB9168808CA}" type="presOf" srcId="{1B5EE5FC-1937-400B-AAFB-B3B146B8EF34}" destId="{0CF29B17-7C66-473A-AAB9-37E6559EE41A}" srcOrd="0" destOrd="0" presId="urn:microsoft.com/office/officeart/2005/8/layout/hProcess11"/>
    <dgm:cxn modelId="{A4B0C1EB-2437-4DAA-AC94-78777E5D5594}" type="presOf" srcId="{AF362587-3CBA-4885-AA36-CC03F948227A}" destId="{C7B3A468-2B65-4CDD-831A-574EDF09C126}" srcOrd="0" destOrd="0" presId="urn:microsoft.com/office/officeart/2005/8/layout/hProcess11"/>
    <dgm:cxn modelId="{4C66F422-0FBD-4B3D-B91E-ECCE43DB3BA2}" srcId="{B20FAEA1-A760-4193-97FF-8D8EA442423B}" destId="{DC546510-2B90-4EEE-A53B-4A877F435CD1}" srcOrd="3" destOrd="0" parTransId="{93CD4A7F-432E-4F00-B4C2-A9B3FC85D7BA}" sibTransId="{2E809A3B-B26F-4281-ACE7-D4D35C9CDF4B}"/>
    <dgm:cxn modelId="{96855785-FE83-4D51-9F4A-36AD26C5E9D6}" srcId="{B20FAEA1-A760-4193-97FF-8D8EA442423B}" destId="{1B5EE5FC-1937-400B-AAFB-B3B146B8EF34}" srcOrd="1" destOrd="0" parTransId="{4B897B4A-DA03-4B4D-8BE7-46A19DB4C827}" sibTransId="{8966845F-9972-49A3-B073-CA025A839220}"/>
    <dgm:cxn modelId="{9BE81A73-F0AE-4D22-AE71-67B5365192F4}" srcId="{B20FAEA1-A760-4193-97FF-8D8EA442423B}" destId="{2444000B-EB67-448A-BBD0-98E03AA389DB}" srcOrd="0" destOrd="0" parTransId="{E9D1A61C-84D5-45C0-ACC4-DB2A8C1D9F72}" sibTransId="{BFA66820-83B0-4BA4-A263-9F6E4BDEDF50}"/>
    <dgm:cxn modelId="{BAA3405A-D972-4632-B6CB-B941A6C775E5}" type="presOf" srcId="{B20FAEA1-A760-4193-97FF-8D8EA442423B}" destId="{D95FF390-8657-4D02-A549-4F456866AE95}" srcOrd="0" destOrd="0" presId="urn:microsoft.com/office/officeart/2005/8/layout/hProcess11"/>
    <dgm:cxn modelId="{5C91CA56-03BE-4F4A-B6C3-351573DD07C0}" type="presParOf" srcId="{D95FF390-8657-4D02-A549-4F456866AE95}" destId="{21EAAB69-2A3F-46E4-926A-8E86EB2C74C2}" srcOrd="0" destOrd="0" presId="urn:microsoft.com/office/officeart/2005/8/layout/hProcess11"/>
    <dgm:cxn modelId="{48950363-20E1-4716-B76B-981AE01110FD}" type="presParOf" srcId="{D95FF390-8657-4D02-A549-4F456866AE95}" destId="{40952BCA-5BFE-4132-9457-FA51FBA14827}" srcOrd="1" destOrd="0" presId="urn:microsoft.com/office/officeart/2005/8/layout/hProcess11"/>
    <dgm:cxn modelId="{CAF2DC31-2F12-4041-9567-6619D1C7384A}" type="presParOf" srcId="{40952BCA-5BFE-4132-9457-FA51FBA14827}" destId="{E8E3A1C4-0E26-4B78-A468-263C9A32FC30}" srcOrd="0" destOrd="0" presId="urn:microsoft.com/office/officeart/2005/8/layout/hProcess11"/>
    <dgm:cxn modelId="{94154C80-FF0D-48B1-AA74-0DEF5B174481}" type="presParOf" srcId="{E8E3A1C4-0E26-4B78-A468-263C9A32FC30}" destId="{F3178F5B-A01C-49B8-82C4-64C54C11F987}" srcOrd="0" destOrd="0" presId="urn:microsoft.com/office/officeart/2005/8/layout/hProcess11"/>
    <dgm:cxn modelId="{AC5B423C-899B-4451-8533-2B75C7FA1064}" type="presParOf" srcId="{E8E3A1C4-0E26-4B78-A468-263C9A32FC30}" destId="{FAE3A4A9-76EE-49AA-971B-0D301ADD60F3}" srcOrd="1" destOrd="0" presId="urn:microsoft.com/office/officeart/2005/8/layout/hProcess11"/>
    <dgm:cxn modelId="{59F55242-3BD3-41EA-98B5-2F37D1092DB9}" type="presParOf" srcId="{E8E3A1C4-0E26-4B78-A468-263C9A32FC30}" destId="{5629D83F-B5E1-4EA9-B6D6-7257822F9C98}" srcOrd="2" destOrd="0" presId="urn:microsoft.com/office/officeart/2005/8/layout/hProcess11"/>
    <dgm:cxn modelId="{CDE98D8B-F92F-49F1-8F7C-D0C6A3196206}" type="presParOf" srcId="{40952BCA-5BFE-4132-9457-FA51FBA14827}" destId="{12D5BED1-0E2B-4FB4-B0DF-8D4148CEC6AA}" srcOrd="1" destOrd="0" presId="urn:microsoft.com/office/officeart/2005/8/layout/hProcess11"/>
    <dgm:cxn modelId="{D98C53F6-A0BC-4321-A474-FA1D6F1B49F6}" type="presParOf" srcId="{40952BCA-5BFE-4132-9457-FA51FBA14827}" destId="{CE1F5109-6931-4805-92FA-BE461BE76B98}" srcOrd="2" destOrd="0" presId="urn:microsoft.com/office/officeart/2005/8/layout/hProcess11"/>
    <dgm:cxn modelId="{A5485C8A-02F6-41C8-A6C4-DE51CDA78298}" type="presParOf" srcId="{CE1F5109-6931-4805-92FA-BE461BE76B98}" destId="{0CF29B17-7C66-473A-AAB9-37E6559EE41A}" srcOrd="0" destOrd="0" presId="urn:microsoft.com/office/officeart/2005/8/layout/hProcess11"/>
    <dgm:cxn modelId="{A345F7C6-AA4A-4B7D-8F20-86A21BAE7794}" type="presParOf" srcId="{CE1F5109-6931-4805-92FA-BE461BE76B98}" destId="{BDCA913E-51E0-42DF-A53A-8BEB34B65142}" srcOrd="1" destOrd="0" presId="urn:microsoft.com/office/officeart/2005/8/layout/hProcess11"/>
    <dgm:cxn modelId="{401AAB6B-28EC-4F7E-8719-03AEBFA73940}" type="presParOf" srcId="{CE1F5109-6931-4805-92FA-BE461BE76B98}" destId="{C77CD123-B4AD-439E-B403-D0166CC94A51}" srcOrd="2" destOrd="0" presId="urn:microsoft.com/office/officeart/2005/8/layout/hProcess11"/>
    <dgm:cxn modelId="{289CFFBE-3C55-4180-92FA-0C820A7E2355}" type="presParOf" srcId="{40952BCA-5BFE-4132-9457-FA51FBA14827}" destId="{DCF95703-7DD8-4460-BB48-535888589ADC}" srcOrd="3" destOrd="0" presId="urn:microsoft.com/office/officeart/2005/8/layout/hProcess11"/>
    <dgm:cxn modelId="{EF8A0F56-D96F-4CF3-A59D-6B214E6F2901}" type="presParOf" srcId="{40952BCA-5BFE-4132-9457-FA51FBA14827}" destId="{F65F4171-7156-4D50-BA03-4969AE55AC5F}" srcOrd="4" destOrd="0" presId="urn:microsoft.com/office/officeart/2005/8/layout/hProcess11"/>
    <dgm:cxn modelId="{BE19C1CF-0FEA-4702-9580-3B0A16358BF3}" type="presParOf" srcId="{F65F4171-7156-4D50-BA03-4969AE55AC5F}" destId="{C7B3A468-2B65-4CDD-831A-574EDF09C126}" srcOrd="0" destOrd="0" presId="urn:microsoft.com/office/officeart/2005/8/layout/hProcess11"/>
    <dgm:cxn modelId="{71F472A9-7880-4764-9B86-BF6CA1E372B5}" type="presParOf" srcId="{F65F4171-7156-4D50-BA03-4969AE55AC5F}" destId="{9CCA84A8-3EF4-458F-A32B-C031A01DDD4C}" srcOrd="1" destOrd="0" presId="urn:microsoft.com/office/officeart/2005/8/layout/hProcess11"/>
    <dgm:cxn modelId="{0351D95C-CE6A-4E50-AD71-141D472F3BF5}" type="presParOf" srcId="{F65F4171-7156-4D50-BA03-4969AE55AC5F}" destId="{5FFBBE38-78D9-46C8-B160-BADD1F9A8313}" srcOrd="2" destOrd="0" presId="urn:microsoft.com/office/officeart/2005/8/layout/hProcess11"/>
    <dgm:cxn modelId="{D095C41D-9008-49F6-B167-133AF84D5C62}" type="presParOf" srcId="{40952BCA-5BFE-4132-9457-FA51FBA14827}" destId="{28B02564-6A3F-496C-B505-07E1894B9E35}" srcOrd="5" destOrd="0" presId="urn:microsoft.com/office/officeart/2005/8/layout/hProcess11"/>
    <dgm:cxn modelId="{D5947C84-8D76-4864-B4B6-8ABF36399CC5}" type="presParOf" srcId="{40952BCA-5BFE-4132-9457-FA51FBA14827}" destId="{AC5A64AB-533A-41D6-B6F5-0BDCE3F84E8D}" srcOrd="6" destOrd="0" presId="urn:microsoft.com/office/officeart/2005/8/layout/hProcess11"/>
    <dgm:cxn modelId="{6A3CAADB-A157-42F8-97E1-93166D995DA8}" type="presParOf" srcId="{AC5A64AB-533A-41D6-B6F5-0BDCE3F84E8D}" destId="{A1F619FC-8AC6-4756-BF7D-57AC0BDC788D}" srcOrd="0" destOrd="0" presId="urn:microsoft.com/office/officeart/2005/8/layout/hProcess11"/>
    <dgm:cxn modelId="{C09808F9-18A5-4C0F-98FF-0F1F6753361F}" type="presParOf" srcId="{AC5A64AB-533A-41D6-B6F5-0BDCE3F84E8D}" destId="{A59B080D-3918-4562-ADA4-3F0141176007}" srcOrd="1" destOrd="0" presId="urn:microsoft.com/office/officeart/2005/8/layout/hProcess11"/>
    <dgm:cxn modelId="{141A6520-6A50-45CE-BBA6-D30D772BAE2E}" type="presParOf" srcId="{AC5A64AB-533A-41D6-B6F5-0BDCE3F84E8D}" destId="{840C37E1-649E-46C9-B769-C500EEFAA4EC}" srcOrd="2" destOrd="0" presId="urn:microsoft.com/office/officeart/2005/8/layout/hProcess11"/>
    <dgm:cxn modelId="{EA667FDD-3525-42AB-B6BB-2E54B911A9CC}" type="presParOf" srcId="{40952BCA-5BFE-4132-9457-FA51FBA14827}" destId="{C4B62A53-76A2-4A0C-8D58-227ED33F2DB1}" srcOrd="7" destOrd="0" presId="urn:microsoft.com/office/officeart/2005/8/layout/hProcess11"/>
    <dgm:cxn modelId="{97D5A1C5-BED1-46F5-8E77-412E3D15B91A}" type="presParOf" srcId="{40952BCA-5BFE-4132-9457-FA51FBA14827}" destId="{EF949EC4-38BA-42B5-8ABE-97D0503B3E37}" srcOrd="8" destOrd="0" presId="urn:microsoft.com/office/officeart/2005/8/layout/hProcess11"/>
    <dgm:cxn modelId="{1DA16FB0-8EC2-4468-9FB5-AD0E4508AC4D}" type="presParOf" srcId="{EF949EC4-38BA-42B5-8ABE-97D0503B3E37}" destId="{AEB36632-E8B4-4602-B29D-3CE19F27029F}" srcOrd="0" destOrd="0" presId="urn:microsoft.com/office/officeart/2005/8/layout/hProcess11"/>
    <dgm:cxn modelId="{95B7EAA1-D9AA-404B-8BE9-E8534B081E6E}" type="presParOf" srcId="{EF949EC4-38BA-42B5-8ABE-97D0503B3E37}" destId="{8E2384AF-E639-4FA7-A29A-60AFD31E6612}" srcOrd="1" destOrd="0" presId="urn:microsoft.com/office/officeart/2005/8/layout/hProcess11"/>
    <dgm:cxn modelId="{8D872C67-DF5B-4857-A64A-EB95D755605A}" type="presParOf" srcId="{EF949EC4-38BA-42B5-8ABE-97D0503B3E37}" destId="{974D8D90-24F1-4859-BB6E-CC982D6D5975}" srcOrd="2" destOrd="0" presId="urn:microsoft.com/office/officeart/2005/8/layout/hProcess11"/>
    <dgm:cxn modelId="{DB57BD39-4D4D-431C-974A-9E2A1C962D6E}" type="presParOf" srcId="{40952BCA-5BFE-4132-9457-FA51FBA14827}" destId="{86CAA4F1-610E-48D4-8FB1-A97072C8DCA1}" srcOrd="9" destOrd="0" presId="urn:microsoft.com/office/officeart/2005/8/layout/hProcess11"/>
    <dgm:cxn modelId="{0401791B-9F2D-4ACF-8F81-272CBE8F9758}" type="presParOf" srcId="{40952BCA-5BFE-4132-9457-FA51FBA14827}" destId="{3B8FF418-CAF8-40E1-AFB8-B4414891B1A2}" srcOrd="10" destOrd="0" presId="urn:microsoft.com/office/officeart/2005/8/layout/hProcess11"/>
    <dgm:cxn modelId="{6B2523E8-3D67-4C24-9247-6651BB8FE8B7}" type="presParOf" srcId="{3B8FF418-CAF8-40E1-AFB8-B4414891B1A2}" destId="{10AF6750-2A5E-4B65-80AF-A10323717183}" srcOrd="0" destOrd="0" presId="urn:microsoft.com/office/officeart/2005/8/layout/hProcess11"/>
    <dgm:cxn modelId="{E0509769-824F-4DDF-813E-9B55E2D7C3A6}" type="presParOf" srcId="{3B8FF418-CAF8-40E1-AFB8-B4414891B1A2}" destId="{B0A9592E-477E-48CC-BDBB-14196F3BCF5D}" srcOrd="1" destOrd="0" presId="urn:microsoft.com/office/officeart/2005/8/layout/hProcess11"/>
    <dgm:cxn modelId="{C5B6786E-F91F-427B-AAEF-C2F80A202982}" type="presParOf" srcId="{3B8FF418-CAF8-40E1-AFB8-B4414891B1A2}" destId="{95B1A21D-55AC-4C63-A6AF-A0C91C06FFBD}" srcOrd="2" destOrd="0" presId="urn:microsoft.com/office/officeart/2005/8/layout/hProcess11"/>
    <dgm:cxn modelId="{B4CD7579-6FF4-4F17-BB45-B989C0C6DAAC}" type="presParOf" srcId="{40952BCA-5BFE-4132-9457-FA51FBA14827}" destId="{1510AC66-2EC9-4C2E-9628-D32EA1DDBD25}" srcOrd="11" destOrd="0" presId="urn:microsoft.com/office/officeart/2005/8/layout/hProcess11"/>
    <dgm:cxn modelId="{0AABA83F-68D5-4ADF-8840-2B7AAF6331F6}" type="presParOf" srcId="{40952BCA-5BFE-4132-9457-FA51FBA14827}" destId="{CC68968F-77EA-4836-BDFB-7A459C36AC4C}" srcOrd="12" destOrd="0" presId="urn:microsoft.com/office/officeart/2005/8/layout/hProcess11"/>
    <dgm:cxn modelId="{73C11BF2-0066-4C9F-9CD5-25AA89DB709B}" type="presParOf" srcId="{CC68968F-77EA-4836-BDFB-7A459C36AC4C}" destId="{6B9CEDC6-57AE-4784-9C0D-D2AABAF385FB}" srcOrd="0" destOrd="0" presId="urn:microsoft.com/office/officeart/2005/8/layout/hProcess11"/>
    <dgm:cxn modelId="{53FC52BC-9213-4688-B4B1-4156DC7B5D3D}" type="presParOf" srcId="{CC68968F-77EA-4836-BDFB-7A459C36AC4C}" destId="{C04569B9-6F83-4A3C-A998-06AE87F0632D}" srcOrd="1" destOrd="0" presId="urn:microsoft.com/office/officeart/2005/8/layout/hProcess11"/>
    <dgm:cxn modelId="{3C82DB2A-F4BB-4FE8-894B-B32A40AA0BDD}" type="presParOf" srcId="{CC68968F-77EA-4836-BDFB-7A459C36AC4C}" destId="{111C2A9D-3A78-43A1-B4F6-23122C9EF37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F2CE86-AC91-4AE6-9AE2-0C31E0017F2A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145710C7-D3D0-4389-BB90-125C7C29DA8B}">
      <dgm:prSet phldrT="[Texto]"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pt-BR" sz="1100" dirty="0" smtClean="0">
              <a:latin typeface="Gill Sans Std" pitchFamily="34" charset="0"/>
            </a:rPr>
            <a:t>Responsável pela SM</a:t>
          </a:r>
          <a:endParaRPr lang="pt-BR" sz="1100" dirty="0">
            <a:latin typeface="Gill Sans Std" pitchFamily="34" charset="0"/>
          </a:endParaRPr>
        </a:p>
      </dgm:t>
    </dgm:pt>
    <dgm:pt modelId="{7B692372-24FE-4371-84F6-3BF6F35E3139}" type="parTrans" cxnId="{AE231271-80DC-4266-92C6-CC00C4948EFF}">
      <dgm:prSet/>
      <dgm:spPr/>
      <dgm:t>
        <a:bodyPr/>
        <a:lstStyle/>
        <a:p>
          <a:endParaRPr lang="pt-BR"/>
        </a:p>
      </dgm:t>
    </dgm:pt>
    <dgm:pt modelId="{767DAE60-FCDD-437D-B243-D546114BDD03}" type="sibTrans" cxnId="{AE231271-80DC-4266-92C6-CC00C4948EFF}">
      <dgm:prSet/>
      <dgm:spPr/>
      <dgm:t>
        <a:bodyPr/>
        <a:lstStyle/>
        <a:p>
          <a:endParaRPr lang="pt-BR"/>
        </a:p>
      </dgm:t>
    </dgm:pt>
    <dgm:pt modelId="{7FDF9C75-4CCB-4643-BA41-F09D8067A549}">
      <dgm:prSet phldrT="[Texto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pt-BR" sz="1100" dirty="0" smtClean="0">
              <a:latin typeface="Gill Sans Std" pitchFamily="34" charset="0"/>
            </a:rPr>
            <a:t>Gerente imediato</a:t>
          </a:r>
          <a:endParaRPr lang="pt-BR" sz="1100" dirty="0">
            <a:latin typeface="Gill Sans Std" pitchFamily="34" charset="0"/>
          </a:endParaRPr>
        </a:p>
      </dgm:t>
    </dgm:pt>
    <dgm:pt modelId="{A2252E3B-C980-4ECA-A655-361D76430E7D}" type="parTrans" cxnId="{40038A7E-CEB5-42D9-B956-10930B900B04}">
      <dgm:prSet/>
      <dgm:spPr/>
      <dgm:t>
        <a:bodyPr/>
        <a:lstStyle/>
        <a:p>
          <a:endParaRPr lang="pt-BR"/>
        </a:p>
      </dgm:t>
    </dgm:pt>
    <dgm:pt modelId="{6D4E4416-D70C-4A3B-A39B-3A02EF3EF9AB}" type="sibTrans" cxnId="{40038A7E-CEB5-42D9-B956-10930B900B04}">
      <dgm:prSet/>
      <dgm:spPr/>
      <dgm:t>
        <a:bodyPr/>
        <a:lstStyle/>
        <a:p>
          <a:endParaRPr lang="pt-BR"/>
        </a:p>
      </dgm:t>
    </dgm:pt>
    <dgm:pt modelId="{BF667488-7A7B-4076-A1DB-E79E2619D38F}">
      <dgm:prSet phldrT="[Texto]" custT="1"/>
      <dgm:spPr>
        <a:solidFill>
          <a:schemeClr val="accent3">
            <a:lumMod val="50000"/>
          </a:schemeClr>
        </a:solidFill>
      </dgm:spPr>
      <dgm:t>
        <a:bodyPr/>
        <a:lstStyle/>
        <a:p>
          <a:endParaRPr lang="pt-BR" sz="800" dirty="0">
            <a:latin typeface="Gill Sans Std" pitchFamily="34" charset="0"/>
          </a:endParaRPr>
        </a:p>
      </dgm:t>
    </dgm:pt>
    <dgm:pt modelId="{95121914-5B6E-4332-B2A9-D25451D86C3B}" type="parTrans" cxnId="{2DB31A4B-10FC-4F35-BB6A-1754A1A4B997}">
      <dgm:prSet/>
      <dgm:spPr/>
      <dgm:t>
        <a:bodyPr/>
        <a:lstStyle/>
        <a:p>
          <a:endParaRPr lang="pt-BR"/>
        </a:p>
      </dgm:t>
    </dgm:pt>
    <dgm:pt modelId="{73E8A223-1272-42DA-8266-D135A0EC1BE4}" type="sibTrans" cxnId="{2DB31A4B-10FC-4F35-BB6A-1754A1A4B997}">
      <dgm:prSet/>
      <dgm:spPr/>
      <dgm:t>
        <a:bodyPr/>
        <a:lstStyle/>
        <a:p>
          <a:endParaRPr lang="pt-BR"/>
        </a:p>
      </dgm:t>
    </dgm:pt>
    <dgm:pt modelId="{B9F6A1EF-7320-4E10-B868-92AC2F3B4F1C}">
      <dgm:prSet phldrT="[Texto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pt-BR" sz="1100" dirty="0" smtClean="0">
              <a:latin typeface="Gill Sans Std" pitchFamily="34" charset="0"/>
            </a:rPr>
            <a:t>Gerente da área</a:t>
          </a:r>
          <a:endParaRPr lang="pt-BR" sz="1100" dirty="0">
            <a:latin typeface="Gill Sans Std" pitchFamily="34" charset="0"/>
          </a:endParaRPr>
        </a:p>
      </dgm:t>
    </dgm:pt>
    <dgm:pt modelId="{2A4FDDC5-A49E-41BB-888B-648BDCEF9F25}" type="parTrans" cxnId="{87B95051-480B-4602-B161-D7756150DCE3}">
      <dgm:prSet/>
      <dgm:spPr/>
      <dgm:t>
        <a:bodyPr/>
        <a:lstStyle/>
        <a:p>
          <a:endParaRPr lang="pt-BR"/>
        </a:p>
      </dgm:t>
    </dgm:pt>
    <dgm:pt modelId="{BCADE5E8-D81C-4762-885A-758A98D0B8D9}" type="sibTrans" cxnId="{87B95051-480B-4602-B161-D7756150DCE3}">
      <dgm:prSet/>
      <dgm:spPr/>
      <dgm:t>
        <a:bodyPr/>
        <a:lstStyle/>
        <a:p>
          <a:endParaRPr lang="pt-BR"/>
        </a:p>
      </dgm:t>
    </dgm:pt>
    <dgm:pt modelId="{3401F9C2-6F8B-4617-9725-B4A40742C76F}" type="pres">
      <dgm:prSet presAssocID="{1BF2CE86-AC91-4AE6-9AE2-0C31E0017F2A}" presName="Name0" presStyleCnt="0">
        <dgm:presLayoutVars>
          <dgm:dir/>
          <dgm:animLvl val="lvl"/>
          <dgm:resizeHandles val="exact"/>
        </dgm:presLayoutVars>
      </dgm:prSet>
      <dgm:spPr/>
    </dgm:pt>
    <dgm:pt modelId="{0932349E-98EF-48BF-AF48-04632D2730BA}" type="pres">
      <dgm:prSet presAssocID="{145710C7-D3D0-4389-BB90-125C7C29DA8B}" presName="Name8" presStyleCnt="0"/>
      <dgm:spPr/>
    </dgm:pt>
    <dgm:pt modelId="{B88DB766-29B4-4BFB-83DB-F98B08BE9AF9}" type="pres">
      <dgm:prSet presAssocID="{145710C7-D3D0-4389-BB90-125C7C29DA8B}" presName="level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8965401-BBD6-4286-B42B-0509F999CFBD}" type="pres">
      <dgm:prSet presAssocID="{145710C7-D3D0-4389-BB90-125C7C29DA8B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6173649-75B4-472D-A501-DFD766C173A5}" type="pres">
      <dgm:prSet presAssocID="{7FDF9C75-4CCB-4643-BA41-F09D8067A549}" presName="Name8" presStyleCnt="0"/>
      <dgm:spPr/>
    </dgm:pt>
    <dgm:pt modelId="{3117E6AA-C576-4008-92FA-6D7F0786B370}" type="pres">
      <dgm:prSet presAssocID="{7FDF9C75-4CCB-4643-BA41-F09D8067A549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8361A4B-8407-447F-92B8-361D92E03E00}" type="pres">
      <dgm:prSet presAssocID="{7FDF9C75-4CCB-4643-BA41-F09D8067A54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061C6AC-225D-460C-B619-9FB45181AEB0}" type="pres">
      <dgm:prSet presAssocID="{B9F6A1EF-7320-4E10-B868-92AC2F3B4F1C}" presName="Name8" presStyleCnt="0"/>
      <dgm:spPr/>
    </dgm:pt>
    <dgm:pt modelId="{D2C5D5EF-2C27-4F13-A0F8-F6EC75C36C94}" type="pres">
      <dgm:prSet presAssocID="{B9F6A1EF-7320-4E10-B868-92AC2F3B4F1C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0FF11F8-139E-4664-9AE5-AA3DDE244BB9}" type="pres">
      <dgm:prSet presAssocID="{B9F6A1EF-7320-4E10-B868-92AC2F3B4F1C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63649A1-6223-4937-931E-6DDE1D8D355C}" type="pres">
      <dgm:prSet presAssocID="{BF667488-7A7B-4076-A1DB-E79E2619D38F}" presName="Name8" presStyleCnt="0"/>
      <dgm:spPr/>
    </dgm:pt>
    <dgm:pt modelId="{BCEA9496-7120-49E3-BAA2-9BE7C286B75B}" type="pres">
      <dgm:prSet presAssocID="{BF667488-7A7B-4076-A1DB-E79E2619D38F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EB63DF-9891-457C-9C94-EC964B9A9D34}" type="pres">
      <dgm:prSet presAssocID="{BF667488-7A7B-4076-A1DB-E79E2619D38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0760961-B59C-4659-BAB9-AD2CC7B6101D}" type="presOf" srcId="{145710C7-D3D0-4389-BB90-125C7C29DA8B}" destId="{B88DB766-29B4-4BFB-83DB-F98B08BE9AF9}" srcOrd="0" destOrd="0" presId="urn:microsoft.com/office/officeart/2005/8/layout/pyramid3"/>
    <dgm:cxn modelId="{95002214-8A35-48CE-859E-D81E1D6311F2}" type="presOf" srcId="{BF667488-7A7B-4076-A1DB-E79E2619D38F}" destId="{BCEA9496-7120-49E3-BAA2-9BE7C286B75B}" srcOrd="0" destOrd="0" presId="urn:microsoft.com/office/officeart/2005/8/layout/pyramid3"/>
    <dgm:cxn modelId="{87B95051-480B-4602-B161-D7756150DCE3}" srcId="{1BF2CE86-AC91-4AE6-9AE2-0C31E0017F2A}" destId="{B9F6A1EF-7320-4E10-B868-92AC2F3B4F1C}" srcOrd="2" destOrd="0" parTransId="{2A4FDDC5-A49E-41BB-888B-648BDCEF9F25}" sibTransId="{BCADE5E8-D81C-4762-885A-758A98D0B8D9}"/>
    <dgm:cxn modelId="{64CD05B1-8A6C-460F-9E8F-93B21171D878}" type="presOf" srcId="{1BF2CE86-AC91-4AE6-9AE2-0C31E0017F2A}" destId="{3401F9C2-6F8B-4617-9725-B4A40742C76F}" srcOrd="0" destOrd="0" presId="urn:microsoft.com/office/officeart/2005/8/layout/pyramid3"/>
    <dgm:cxn modelId="{797ACB02-BEAE-4610-9EC4-D5D0EDA198F9}" type="presOf" srcId="{B9F6A1EF-7320-4E10-B868-92AC2F3B4F1C}" destId="{10FF11F8-139E-4664-9AE5-AA3DDE244BB9}" srcOrd="1" destOrd="0" presId="urn:microsoft.com/office/officeart/2005/8/layout/pyramid3"/>
    <dgm:cxn modelId="{3DE00D72-9051-43DB-B34A-475C849E2D24}" type="presOf" srcId="{7FDF9C75-4CCB-4643-BA41-F09D8067A549}" destId="{3117E6AA-C576-4008-92FA-6D7F0786B370}" srcOrd="0" destOrd="0" presId="urn:microsoft.com/office/officeart/2005/8/layout/pyramid3"/>
    <dgm:cxn modelId="{46F47A43-3125-4D50-86D0-5E55EC7095F7}" type="presOf" srcId="{BF667488-7A7B-4076-A1DB-E79E2619D38F}" destId="{32EB63DF-9891-457C-9C94-EC964B9A9D34}" srcOrd="1" destOrd="0" presId="urn:microsoft.com/office/officeart/2005/8/layout/pyramid3"/>
    <dgm:cxn modelId="{1100C8B0-9B5F-496E-8EE0-B3E4069890B1}" type="presOf" srcId="{7FDF9C75-4CCB-4643-BA41-F09D8067A549}" destId="{C8361A4B-8407-447F-92B8-361D92E03E00}" srcOrd="1" destOrd="0" presId="urn:microsoft.com/office/officeart/2005/8/layout/pyramid3"/>
    <dgm:cxn modelId="{AE231271-80DC-4266-92C6-CC00C4948EFF}" srcId="{1BF2CE86-AC91-4AE6-9AE2-0C31E0017F2A}" destId="{145710C7-D3D0-4389-BB90-125C7C29DA8B}" srcOrd="0" destOrd="0" parTransId="{7B692372-24FE-4371-84F6-3BF6F35E3139}" sibTransId="{767DAE60-FCDD-437D-B243-D546114BDD03}"/>
    <dgm:cxn modelId="{B6499C2E-1A33-46B5-8C53-757C89F81C22}" type="presOf" srcId="{B9F6A1EF-7320-4E10-B868-92AC2F3B4F1C}" destId="{D2C5D5EF-2C27-4F13-A0F8-F6EC75C36C94}" srcOrd="0" destOrd="0" presId="urn:microsoft.com/office/officeart/2005/8/layout/pyramid3"/>
    <dgm:cxn modelId="{2DB31A4B-10FC-4F35-BB6A-1754A1A4B997}" srcId="{1BF2CE86-AC91-4AE6-9AE2-0C31E0017F2A}" destId="{BF667488-7A7B-4076-A1DB-E79E2619D38F}" srcOrd="3" destOrd="0" parTransId="{95121914-5B6E-4332-B2A9-D25451D86C3B}" sibTransId="{73E8A223-1272-42DA-8266-D135A0EC1BE4}"/>
    <dgm:cxn modelId="{40038A7E-CEB5-42D9-B956-10930B900B04}" srcId="{1BF2CE86-AC91-4AE6-9AE2-0C31E0017F2A}" destId="{7FDF9C75-4CCB-4643-BA41-F09D8067A549}" srcOrd="1" destOrd="0" parTransId="{A2252E3B-C980-4ECA-A655-361D76430E7D}" sibTransId="{6D4E4416-D70C-4A3B-A39B-3A02EF3EF9AB}"/>
    <dgm:cxn modelId="{AE1366E3-3CF2-4274-8E81-539C2E876AFA}" type="presOf" srcId="{145710C7-D3D0-4389-BB90-125C7C29DA8B}" destId="{C8965401-BBD6-4286-B42B-0509F999CFBD}" srcOrd="1" destOrd="0" presId="urn:microsoft.com/office/officeart/2005/8/layout/pyramid3"/>
    <dgm:cxn modelId="{D5AA7E87-2298-444D-8014-263D8B241DBC}" type="presParOf" srcId="{3401F9C2-6F8B-4617-9725-B4A40742C76F}" destId="{0932349E-98EF-48BF-AF48-04632D2730BA}" srcOrd="0" destOrd="0" presId="urn:microsoft.com/office/officeart/2005/8/layout/pyramid3"/>
    <dgm:cxn modelId="{2A23A2AA-93E6-493E-B6F7-7127B7BBB112}" type="presParOf" srcId="{0932349E-98EF-48BF-AF48-04632D2730BA}" destId="{B88DB766-29B4-4BFB-83DB-F98B08BE9AF9}" srcOrd="0" destOrd="0" presId="urn:microsoft.com/office/officeart/2005/8/layout/pyramid3"/>
    <dgm:cxn modelId="{5409D2C1-E6C4-47DB-9061-7427AB206CC8}" type="presParOf" srcId="{0932349E-98EF-48BF-AF48-04632D2730BA}" destId="{C8965401-BBD6-4286-B42B-0509F999CFBD}" srcOrd="1" destOrd="0" presId="urn:microsoft.com/office/officeart/2005/8/layout/pyramid3"/>
    <dgm:cxn modelId="{75CFC405-40FE-4C90-83BF-8EBCF20BA089}" type="presParOf" srcId="{3401F9C2-6F8B-4617-9725-B4A40742C76F}" destId="{36173649-75B4-472D-A501-DFD766C173A5}" srcOrd="1" destOrd="0" presId="urn:microsoft.com/office/officeart/2005/8/layout/pyramid3"/>
    <dgm:cxn modelId="{53B1AA96-F42A-4684-9DBE-9DE805FC045D}" type="presParOf" srcId="{36173649-75B4-472D-A501-DFD766C173A5}" destId="{3117E6AA-C576-4008-92FA-6D7F0786B370}" srcOrd="0" destOrd="0" presId="urn:microsoft.com/office/officeart/2005/8/layout/pyramid3"/>
    <dgm:cxn modelId="{EDA4CE94-5C1C-4207-A44F-BF76F304B7F4}" type="presParOf" srcId="{36173649-75B4-472D-A501-DFD766C173A5}" destId="{C8361A4B-8407-447F-92B8-361D92E03E00}" srcOrd="1" destOrd="0" presId="urn:microsoft.com/office/officeart/2005/8/layout/pyramid3"/>
    <dgm:cxn modelId="{7FC48012-96B5-4AA1-AC87-8CE1A9D3A0C7}" type="presParOf" srcId="{3401F9C2-6F8B-4617-9725-B4A40742C76F}" destId="{6061C6AC-225D-460C-B619-9FB45181AEB0}" srcOrd="2" destOrd="0" presId="urn:microsoft.com/office/officeart/2005/8/layout/pyramid3"/>
    <dgm:cxn modelId="{26DFE58A-501E-473A-A3B7-4B41461A4076}" type="presParOf" srcId="{6061C6AC-225D-460C-B619-9FB45181AEB0}" destId="{D2C5D5EF-2C27-4F13-A0F8-F6EC75C36C94}" srcOrd="0" destOrd="0" presId="urn:microsoft.com/office/officeart/2005/8/layout/pyramid3"/>
    <dgm:cxn modelId="{B62F35A5-8C15-407E-9AC1-03383B056482}" type="presParOf" srcId="{6061C6AC-225D-460C-B619-9FB45181AEB0}" destId="{10FF11F8-139E-4664-9AE5-AA3DDE244BB9}" srcOrd="1" destOrd="0" presId="urn:microsoft.com/office/officeart/2005/8/layout/pyramid3"/>
    <dgm:cxn modelId="{ADCFF2E0-1808-44D5-9569-4E0865579E33}" type="presParOf" srcId="{3401F9C2-6F8B-4617-9725-B4A40742C76F}" destId="{F63649A1-6223-4937-931E-6DDE1D8D355C}" srcOrd="3" destOrd="0" presId="urn:microsoft.com/office/officeart/2005/8/layout/pyramid3"/>
    <dgm:cxn modelId="{CBCF482A-89CC-4C0C-BC12-10755C86358B}" type="presParOf" srcId="{F63649A1-6223-4937-931E-6DDE1D8D355C}" destId="{BCEA9496-7120-49E3-BAA2-9BE7C286B75B}" srcOrd="0" destOrd="0" presId="urn:microsoft.com/office/officeart/2005/8/layout/pyramid3"/>
    <dgm:cxn modelId="{80F8F978-BF93-4E5D-9189-2A33C71074BE}" type="presParOf" srcId="{F63649A1-6223-4937-931E-6DDE1D8D355C}" destId="{32EB63DF-9891-457C-9C94-EC964B9A9D34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4F3BA-7A8F-4BDC-AA0E-964A3AFFC9C3}">
      <dsp:nvSpPr>
        <dsp:cNvPr id="0" name=""/>
        <dsp:cNvSpPr/>
      </dsp:nvSpPr>
      <dsp:spPr>
        <a:xfrm>
          <a:off x="78227" y="0"/>
          <a:ext cx="1945075" cy="4862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latin typeface="Gill Sans Std Light" pitchFamily="34" charset="0"/>
            </a:rPr>
            <a:t>APROVADORES</a:t>
          </a:r>
          <a:endParaRPr lang="pt-BR" sz="1200" b="1" kern="1200" dirty="0">
            <a:latin typeface="Gill Sans Std Light" pitchFamily="34" charset="0"/>
          </a:endParaRPr>
        </a:p>
      </dsp:txBody>
      <dsp:txXfrm>
        <a:off x="92469" y="14242"/>
        <a:ext cx="1916591" cy="457784"/>
      </dsp:txXfrm>
    </dsp:sp>
    <dsp:sp modelId="{C978D894-70BB-4CBC-ABDA-5F81256FEC57}">
      <dsp:nvSpPr>
        <dsp:cNvPr id="0" name=""/>
        <dsp:cNvSpPr/>
      </dsp:nvSpPr>
      <dsp:spPr>
        <a:xfrm rot="5400000">
          <a:off x="1008216" y="528817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AD1D4EC-3F5B-42D4-9918-2BB11B41916F}">
      <dsp:nvSpPr>
        <dsp:cNvPr id="0" name=""/>
        <dsp:cNvSpPr/>
      </dsp:nvSpPr>
      <dsp:spPr>
        <a:xfrm>
          <a:off x="78227" y="656462"/>
          <a:ext cx="1945075" cy="48626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latin typeface="Gill Sans Std Light" pitchFamily="34" charset="0"/>
            </a:rPr>
            <a:t>N1 e N2</a:t>
          </a:r>
          <a:endParaRPr lang="pt-BR" sz="1200" b="1" kern="1200" dirty="0">
            <a:latin typeface="Gill Sans Std Light" pitchFamily="34" charset="0"/>
          </a:endParaRPr>
        </a:p>
      </dsp:txBody>
      <dsp:txXfrm>
        <a:off x="92469" y="670704"/>
        <a:ext cx="1916591" cy="457784"/>
      </dsp:txXfrm>
    </dsp:sp>
    <dsp:sp modelId="{A2967F69-0164-4389-81F7-9119DA31FCD4}">
      <dsp:nvSpPr>
        <dsp:cNvPr id="0" name=""/>
        <dsp:cNvSpPr/>
      </dsp:nvSpPr>
      <dsp:spPr>
        <a:xfrm rot="5400000">
          <a:off x="1008216" y="1185280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D9BEE2-1829-45D7-96CE-E82E82DF7327}">
      <dsp:nvSpPr>
        <dsp:cNvPr id="0" name=""/>
        <dsp:cNvSpPr/>
      </dsp:nvSpPr>
      <dsp:spPr>
        <a:xfrm>
          <a:off x="78227" y="1312925"/>
          <a:ext cx="1945075" cy="48626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latin typeface="Gill Sans Std Light" pitchFamily="34" charset="0"/>
            </a:rPr>
            <a:t>CAB / ECAB</a:t>
          </a:r>
          <a:endParaRPr lang="pt-BR" sz="1200" b="1" kern="1200" dirty="0">
            <a:latin typeface="Gill Sans Std Light" pitchFamily="34" charset="0"/>
          </a:endParaRPr>
        </a:p>
      </dsp:txBody>
      <dsp:txXfrm>
        <a:off x="92469" y="1327167"/>
        <a:ext cx="1916591" cy="457784"/>
      </dsp:txXfrm>
    </dsp:sp>
    <dsp:sp modelId="{F7F28D6D-1606-497D-8A7F-ACEA0B268011}">
      <dsp:nvSpPr>
        <dsp:cNvPr id="0" name=""/>
        <dsp:cNvSpPr/>
      </dsp:nvSpPr>
      <dsp:spPr>
        <a:xfrm rot="5400000">
          <a:off x="1008216" y="1841742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220199B-48A3-4CBE-9984-F8DE1F45B74C}">
      <dsp:nvSpPr>
        <dsp:cNvPr id="0" name=""/>
        <dsp:cNvSpPr/>
      </dsp:nvSpPr>
      <dsp:spPr>
        <a:xfrm>
          <a:off x="78227" y="1969388"/>
          <a:ext cx="1945075" cy="48626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latin typeface="Gill Sans Std Light" pitchFamily="34" charset="0"/>
            </a:rPr>
            <a:t>N1, N2 e GERÊNCIA DA OPERAÇÃO</a:t>
          </a:r>
          <a:endParaRPr lang="pt-BR" sz="1200" b="1" kern="1200" dirty="0">
            <a:latin typeface="Gill Sans Std Light" pitchFamily="34" charset="0"/>
          </a:endParaRPr>
        </a:p>
      </dsp:txBody>
      <dsp:txXfrm>
        <a:off x="92469" y="1983630"/>
        <a:ext cx="1916591" cy="457784"/>
      </dsp:txXfrm>
    </dsp:sp>
    <dsp:sp modelId="{36B07992-958F-465B-83D7-397FF0B57EF6}">
      <dsp:nvSpPr>
        <dsp:cNvPr id="0" name=""/>
        <dsp:cNvSpPr/>
      </dsp:nvSpPr>
      <dsp:spPr>
        <a:xfrm rot="5400000">
          <a:off x="1008216" y="2498205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8911991-7AA8-4B87-B04C-8AEECFF45586}">
      <dsp:nvSpPr>
        <dsp:cNvPr id="0" name=""/>
        <dsp:cNvSpPr/>
      </dsp:nvSpPr>
      <dsp:spPr>
        <a:xfrm>
          <a:off x="78227" y="2625851"/>
          <a:ext cx="1945075" cy="48626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latin typeface="Gill Sans Std Light" pitchFamily="34" charset="0"/>
            </a:rPr>
            <a:t>N1, N2, GERÊNCIA SÊNIOR / DIRETORIA</a:t>
          </a:r>
          <a:endParaRPr lang="pt-BR" sz="1200" b="1" kern="1200" dirty="0">
            <a:latin typeface="Gill Sans Std Light" pitchFamily="34" charset="0"/>
          </a:endParaRPr>
        </a:p>
      </dsp:txBody>
      <dsp:txXfrm>
        <a:off x="92469" y="2640093"/>
        <a:ext cx="1916591" cy="457784"/>
      </dsp:txXfrm>
    </dsp:sp>
    <dsp:sp modelId="{F6ED4EEB-09E6-4BB9-BB72-6739B432601E}">
      <dsp:nvSpPr>
        <dsp:cNvPr id="0" name=""/>
        <dsp:cNvSpPr/>
      </dsp:nvSpPr>
      <dsp:spPr>
        <a:xfrm>
          <a:off x="2295613" y="0"/>
          <a:ext cx="2295460" cy="486268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>
              <a:latin typeface="Gill Sans Std Light" pitchFamily="34" charset="0"/>
            </a:rPr>
            <a:t>CLASSIFICAÇÃO</a:t>
          </a:r>
          <a:endParaRPr lang="pt-BR" sz="1200" b="1" kern="1200" dirty="0">
            <a:latin typeface="Gill Sans Std Light" pitchFamily="34" charset="0"/>
          </a:endParaRPr>
        </a:p>
      </dsp:txBody>
      <dsp:txXfrm>
        <a:off x="2309855" y="14242"/>
        <a:ext cx="2266976" cy="457784"/>
      </dsp:txXfrm>
    </dsp:sp>
    <dsp:sp modelId="{8F4B566E-0326-4388-AC39-E3A5AD2F878E}">
      <dsp:nvSpPr>
        <dsp:cNvPr id="0" name=""/>
        <dsp:cNvSpPr/>
      </dsp:nvSpPr>
      <dsp:spPr>
        <a:xfrm rot="5400000">
          <a:off x="3400795" y="528817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8FD075D-EB55-4219-80C0-02614D4637C9}">
      <dsp:nvSpPr>
        <dsp:cNvPr id="0" name=""/>
        <dsp:cNvSpPr/>
      </dsp:nvSpPr>
      <dsp:spPr>
        <a:xfrm>
          <a:off x="2367620" y="656462"/>
          <a:ext cx="2151447" cy="48626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Std Light" pitchFamily="34" charset="0"/>
            </a:rPr>
            <a:t>Minoritária e Significante</a:t>
          </a:r>
        </a:p>
      </dsp:txBody>
      <dsp:txXfrm>
        <a:off x="2381862" y="670704"/>
        <a:ext cx="2122963" cy="457784"/>
      </dsp:txXfrm>
    </dsp:sp>
    <dsp:sp modelId="{21FF798C-4088-41D7-8991-E50519D6F739}">
      <dsp:nvSpPr>
        <dsp:cNvPr id="0" name=""/>
        <dsp:cNvSpPr/>
      </dsp:nvSpPr>
      <dsp:spPr>
        <a:xfrm rot="5400000">
          <a:off x="3400795" y="1185280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A64988A-97F3-4137-92AA-4700B70A1DD0}">
      <dsp:nvSpPr>
        <dsp:cNvPr id="0" name=""/>
        <dsp:cNvSpPr/>
      </dsp:nvSpPr>
      <dsp:spPr>
        <a:xfrm>
          <a:off x="2367620" y="1312925"/>
          <a:ext cx="2151447" cy="48626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Std Light" pitchFamily="34" charset="0"/>
            </a:rPr>
            <a:t>Minoritária, Significante, Majoritária</a:t>
          </a:r>
        </a:p>
      </dsp:txBody>
      <dsp:txXfrm>
        <a:off x="2381862" y="1327167"/>
        <a:ext cx="2122963" cy="457784"/>
      </dsp:txXfrm>
    </dsp:sp>
    <dsp:sp modelId="{88542533-5F09-4163-BEC8-5302C71DE010}">
      <dsp:nvSpPr>
        <dsp:cNvPr id="0" name=""/>
        <dsp:cNvSpPr/>
      </dsp:nvSpPr>
      <dsp:spPr>
        <a:xfrm rot="5400000">
          <a:off x="3400795" y="1841742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5D14794-28C5-4C08-BD07-F8F1085BCC78}">
      <dsp:nvSpPr>
        <dsp:cNvPr id="0" name=""/>
        <dsp:cNvSpPr/>
      </dsp:nvSpPr>
      <dsp:spPr>
        <a:xfrm>
          <a:off x="2367620" y="1969388"/>
          <a:ext cx="2151447" cy="48626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Std Light" pitchFamily="34" charset="0"/>
            </a:rPr>
            <a:t>Significante, Majoritária</a:t>
          </a:r>
          <a:endParaRPr lang="pt-BR" sz="1200" kern="1200" dirty="0">
            <a:latin typeface="Gill Sans Std Light" pitchFamily="34" charset="0"/>
          </a:endParaRPr>
        </a:p>
      </dsp:txBody>
      <dsp:txXfrm>
        <a:off x="2381862" y="1983630"/>
        <a:ext cx="2122963" cy="457784"/>
      </dsp:txXfrm>
    </dsp:sp>
    <dsp:sp modelId="{00C13C0B-A185-4039-8689-FF37DE2ECAF1}">
      <dsp:nvSpPr>
        <dsp:cNvPr id="0" name=""/>
        <dsp:cNvSpPr/>
      </dsp:nvSpPr>
      <dsp:spPr>
        <a:xfrm rot="5400000">
          <a:off x="3400795" y="2498205"/>
          <a:ext cx="85097" cy="8509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4E639E5-6D3A-40DC-BB2A-B36CB33135DE}">
      <dsp:nvSpPr>
        <dsp:cNvPr id="0" name=""/>
        <dsp:cNvSpPr/>
      </dsp:nvSpPr>
      <dsp:spPr>
        <a:xfrm>
          <a:off x="2367620" y="2625851"/>
          <a:ext cx="2151447" cy="48626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>
              <a:latin typeface="Gill Sans Std Light" pitchFamily="34" charset="0"/>
            </a:rPr>
            <a:t>Majoritária (alto impacto e alto risco)</a:t>
          </a:r>
          <a:endParaRPr lang="pt-BR" sz="1200" kern="1200" dirty="0">
            <a:latin typeface="Gill Sans Std Light" pitchFamily="34" charset="0"/>
          </a:endParaRPr>
        </a:p>
      </dsp:txBody>
      <dsp:txXfrm>
        <a:off x="2381862" y="2640093"/>
        <a:ext cx="2122963" cy="457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8D581-15A1-42D1-9828-27DC75524F5B}">
      <dsp:nvSpPr>
        <dsp:cNvPr id="0" name=""/>
        <dsp:cNvSpPr/>
      </dsp:nvSpPr>
      <dsp:spPr>
        <a:xfrm rot="5400000">
          <a:off x="-35951" y="113870"/>
          <a:ext cx="735007" cy="514505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Criar SM</a:t>
          </a:r>
          <a:endParaRPr lang="pt-BR" sz="900" kern="1200" dirty="0"/>
        </a:p>
      </dsp:txBody>
      <dsp:txXfrm rot="-5400000">
        <a:off x="74301" y="260872"/>
        <a:ext cx="514505" cy="220502"/>
      </dsp:txXfrm>
    </dsp:sp>
    <dsp:sp modelId="{D42D2D58-2C55-4554-8F85-03E02449ACDD}">
      <dsp:nvSpPr>
        <dsp:cNvPr id="0" name=""/>
        <dsp:cNvSpPr/>
      </dsp:nvSpPr>
      <dsp:spPr>
        <a:xfrm rot="5400000">
          <a:off x="1603902" y="-941397"/>
          <a:ext cx="477755" cy="24056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800" kern="1200" baseline="0" dirty="0" smtClean="0">
              <a:latin typeface="Arial" pitchFamily="34" charset="0"/>
            </a:rPr>
            <a:t>Processo inicial da gestão de mudanças para a elaboração e planejamento técnico da SM.</a:t>
          </a:r>
          <a:endParaRPr lang="pt-BR" sz="800" kern="1200" baseline="0" dirty="0">
            <a:latin typeface="Arial" pitchFamily="34" charset="0"/>
          </a:endParaRPr>
        </a:p>
      </dsp:txBody>
      <dsp:txXfrm rot="-5400000">
        <a:off x="639942" y="45885"/>
        <a:ext cx="2382353" cy="431111"/>
      </dsp:txXfrm>
    </dsp:sp>
    <dsp:sp modelId="{F041F226-74F2-44AF-B813-905083E8EE4C}">
      <dsp:nvSpPr>
        <dsp:cNvPr id="0" name=""/>
        <dsp:cNvSpPr/>
      </dsp:nvSpPr>
      <dsp:spPr>
        <a:xfrm rot="5400000">
          <a:off x="-35951" y="747621"/>
          <a:ext cx="735007" cy="514505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900" kern="1200" dirty="0" smtClean="0"/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Revisar a SM</a:t>
          </a:r>
          <a:endParaRPr lang="pt-BR" sz="900" kern="1200" dirty="0"/>
        </a:p>
      </dsp:txBody>
      <dsp:txXfrm rot="-5400000">
        <a:off x="74301" y="894623"/>
        <a:ext cx="514505" cy="220502"/>
      </dsp:txXfrm>
    </dsp:sp>
    <dsp:sp modelId="{ACF4EEF8-59D9-4774-9C24-3BF37AACC103}">
      <dsp:nvSpPr>
        <dsp:cNvPr id="0" name=""/>
        <dsp:cNvSpPr/>
      </dsp:nvSpPr>
      <dsp:spPr>
        <a:xfrm rot="5400000">
          <a:off x="1612450" y="-338259"/>
          <a:ext cx="468455" cy="24134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800" kern="1200" baseline="0" dirty="0" smtClean="0">
              <a:latin typeface="Arial" pitchFamily="34" charset="0"/>
            </a:rPr>
            <a:t>A equipe GMUD realiza a análise da qualidade da SM, assegurando que todos os requisitos do processo foram cumpridos.</a:t>
          </a:r>
          <a:endParaRPr lang="pt-BR" sz="800" kern="1200" baseline="0" dirty="0">
            <a:latin typeface="Arial" pitchFamily="34" charset="0"/>
          </a:endParaRPr>
        </a:p>
      </dsp:txBody>
      <dsp:txXfrm rot="-5400000">
        <a:off x="639956" y="657103"/>
        <a:ext cx="2390576" cy="422719"/>
      </dsp:txXfrm>
    </dsp:sp>
    <dsp:sp modelId="{21F9FF5C-64B5-4D05-9400-DCCE5FE07E8E}">
      <dsp:nvSpPr>
        <dsp:cNvPr id="0" name=""/>
        <dsp:cNvSpPr/>
      </dsp:nvSpPr>
      <dsp:spPr>
        <a:xfrm rot="5400000">
          <a:off x="-35951" y="1381373"/>
          <a:ext cx="735007" cy="514505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Avaliar a SM</a:t>
          </a:r>
          <a:endParaRPr lang="pt-BR" sz="900" kern="1200" dirty="0"/>
        </a:p>
      </dsp:txBody>
      <dsp:txXfrm rot="-5400000">
        <a:off x="74301" y="1528375"/>
        <a:ext cx="514505" cy="220502"/>
      </dsp:txXfrm>
    </dsp:sp>
    <dsp:sp modelId="{5DA9FA2A-CCFC-47AA-B81E-B832166FB0C0}">
      <dsp:nvSpPr>
        <dsp:cNvPr id="0" name=""/>
        <dsp:cNvSpPr/>
      </dsp:nvSpPr>
      <dsp:spPr>
        <a:xfrm rot="5400000">
          <a:off x="1615405" y="295672"/>
          <a:ext cx="477755" cy="24286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800" kern="1200" baseline="0" dirty="0" smtClean="0">
              <a:latin typeface="Arial" pitchFamily="34" charset="0"/>
            </a:rPr>
            <a:t>Avaliação e aprovação técnica da mudança, para liberação para o CAB e/ou ECAB</a:t>
          </a:r>
          <a:endParaRPr lang="pt-BR" sz="800" kern="1200" baseline="0" dirty="0">
            <a:latin typeface="Arial" pitchFamily="34" charset="0"/>
          </a:endParaRPr>
        </a:p>
      </dsp:txBody>
      <dsp:txXfrm rot="-5400000">
        <a:off x="639956" y="1294443"/>
        <a:ext cx="2405332" cy="431111"/>
      </dsp:txXfrm>
    </dsp:sp>
    <dsp:sp modelId="{5E0C8B21-6A24-4157-AD84-C29EB307098F}">
      <dsp:nvSpPr>
        <dsp:cNvPr id="0" name=""/>
        <dsp:cNvSpPr/>
      </dsp:nvSpPr>
      <dsp:spPr>
        <a:xfrm rot="5400000">
          <a:off x="-35951" y="2015124"/>
          <a:ext cx="735007" cy="514505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Aprovar  e agendar</a:t>
          </a:r>
        </a:p>
      </dsp:txBody>
      <dsp:txXfrm rot="-5400000">
        <a:off x="74301" y="2162126"/>
        <a:ext cx="514505" cy="220502"/>
      </dsp:txXfrm>
    </dsp:sp>
    <dsp:sp modelId="{F8EF0C21-55FA-41C2-8B95-A8DE6FC1A1E9}">
      <dsp:nvSpPr>
        <dsp:cNvPr id="0" name=""/>
        <dsp:cNvSpPr/>
      </dsp:nvSpPr>
      <dsp:spPr>
        <a:xfrm rot="5400000">
          <a:off x="1615405" y="929423"/>
          <a:ext cx="477755" cy="24286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800" kern="1200" baseline="0" dirty="0" smtClean="0">
              <a:latin typeface="Arial" pitchFamily="34" charset="0"/>
            </a:rPr>
            <a:t>CAB e/ou ECAB avalia, prioriza, aprova ou rejeita a SM.</a:t>
          </a:r>
          <a:endParaRPr lang="pt-BR" sz="800" kern="1200" baseline="0" dirty="0">
            <a:latin typeface="Arial" pitchFamily="34" charset="0"/>
          </a:endParaRPr>
        </a:p>
      </dsp:txBody>
      <dsp:txXfrm rot="-5400000">
        <a:off x="639956" y="1928194"/>
        <a:ext cx="2405332" cy="431111"/>
      </dsp:txXfrm>
    </dsp:sp>
    <dsp:sp modelId="{1D18A88D-222E-4657-8EFB-1A4B6D8186F9}">
      <dsp:nvSpPr>
        <dsp:cNvPr id="0" name=""/>
        <dsp:cNvSpPr/>
      </dsp:nvSpPr>
      <dsp:spPr>
        <a:xfrm rot="5400000">
          <a:off x="-35951" y="2648875"/>
          <a:ext cx="735007" cy="514505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Executar a SM</a:t>
          </a:r>
          <a:endParaRPr lang="pt-BR" sz="700" kern="1200" dirty="0"/>
        </a:p>
      </dsp:txBody>
      <dsp:txXfrm rot="-5400000">
        <a:off x="74301" y="2795877"/>
        <a:ext cx="514505" cy="220502"/>
      </dsp:txXfrm>
    </dsp:sp>
    <dsp:sp modelId="{E66AD65D-5594-4FF6-9959-EB25AECEBA70}">
      <dsp:nvSpPr>
        <dsp:cNvPr id="0" name=""/>
        <dsp:cNvSpPr/>
      </dsp:nvSpPr>
      <dsp:spPr>
        <a:xfrm rot="5400000">
          <a:off x="1615405" y="1555024"/>
          <a:ext cx="477755" cy="24286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800" kern="1200" baseline="0" dirty="0" smtClean="0">
              <a:latin typeface="Arial" pitchFamily="34" charset="0"/>
            </a:rPr>
            <a:t>Uma vez aprovada, a SM está liberada para ser executada, dentro da janela acordada.</a:t>
          </a:r>
          <a:endParaRPr lang="pt-BR" sz="800" kern="1200" baseline="0" dirty="0">
            <a:latin typeface="Arial" pitchFamily="34" charset="0"/>
          </a:endParaRPr>
        </a:p>
      </dsp:txBody>
      <dsp:txXfrm rot="-5400000">
        <a:off x="639956" y="2553795"/>
        <a:ext cx="2405332" cy="431111"/>
      </dsp:txXfrm>
    </dsp:sp>
    <dsp:sp modelId="{F87CAB33-6D36-422C-AE35-360B05E87779}">
      <dsp:nvSpPr>
        <dsp:cNvPr id="0" name=""/>
        <dsp:cNvSpPr/>
      </dsp:nvSpPr>
      <dsp:spPr>
        <a:xfrm rot="5400000">
          <a:off x="-35951" y="3282627"/>
          <a:ext cx="735007" cy="514505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Revisar (PIR)</a:t>
          </a:r>
          <a:endParaRPr lang="pt-BR" sz="900" kern="1200" dirty="0"/>
        </a:p>
      </dsp:txBody>
      <dsp:txXfrm rot="-5400000">
        <a:off x="74301" y="3429629"/>
        <a:ext cx="514505" cy="220502"/>
      </dsp:txXfrm>
    </dsp:sp>
    <dsp:sp modelId="{0D60350D-66B9-455E-8E34-C5D591D6CD2E}">
      <dsp:nvSpPr>
        <dsp:cNvPr id="0" name=""/>
        <dsp:cNvSpPr/>
      </dsp:nvSpPr>
      <dsp:spPr>
        <a:xfrm rot="5400000">
          <a:off x="1615405" y="2196926"/>
          <a:ext cx="477755" cy="24286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800" kern="1200" baseline="0" dirty="0" smtClean="0">
              <a:latin typeface="Arial" pitchFamily="34" charset="0"/>
            </a:rPr>
            <a:t>Após a execução da SM, é realizada a revisão pós implementação para certificar o sucesso ou não da mudança.</a:t>
          </a:r>
          <a:endParaRPr lang="pt-BR" sz="800" kern="1200" baseline="0" dirty="0">
            <a:latin typeface="Arial" pitchFamily="34" charset="0"/>
          </a:endParaRPr>
        </a:p>
      </dsp:txBody>
      <dsp:txXfrm rot="-5400000">
        <a:off x="639956" y="3195697"/>
        <a:ext cx="2405332" cy="4311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AAB69-2A3F-46E4-926A-8E86EB2C74C2}">
      <dsp:nvSpPr>
        <dsp:cNvPr id="0" name=""/>
        <dsp:cNvSpPr/>
      </dsp:nvSpPr>
      <dsp:spPr>
        <a:xfrm>
          <a:off x="0" y="582478"/>
          <a:ext cx="8921475" cy="776637"/>
        </a:xfrm>
        <a:prstGeom prst="notched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3178F5B-A01C-49B8-82C4-64C54C11F987}">
      <dsp:nvSpPr>
        <dsp:cNvPr id="0" name=""/>
        <dsp:cNvSpPr/>
      </dsp:nvSpPr>
      <dsp:spPr>
        <a:xfrm>
          <a:off x="5150" y="0"/>
          <a:ext cx="1072275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b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>
              <a:solidFill>
                <a:schemeClr val="accent1">
                  <a:lumMod val="75000"/>
                </a:schemeClr>
              </a:solidFill>
              <a:latin typeface="+mj-lt"/>
              <a:cs typeface="Arial" pitchFamily="34" charset="0"/>
            </a:rPr>
            <a:t>Segunda-feira</a:t>
          </a:r>
          <a:endParaRPr lang="pt-BR" sz="900" b="1" kern="1200" dirty="0">
            <a:solidFill>
              <a:schemeClr val="accent1">
                <a:lumMod val="75000"/>
              </a:schemeClr>
            </a:solidFill>
            <a:latin typeface="+mj-lt"/>
            <a:cs typeface="Arial" pitchFamily="34" charset="0"/>
          </a:endParaRPr>
        </a:p>
      </dsp:txBody>
      <dsp:txXfrm>
        <a:off x="5150" y="0"/>
        <a:ext cx="1072275" cy="776637"/>
      </dsp:txXfrm>
    </dsp:sp>
    <dsp:sp modelId="{FAE3A4A9-76EE-49AA-971B-0D301ADD60F3}">
      <dsp:nvSpPr>
        <dsp:cNvPr id="0" name=""/>
        <dsp:cNvSpPr/>
      </dsp:nvSpPr>
      <dsp:spPr>
        <a:xfrm>
          <a:off x="444208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F29B17-7C66-473A-AAB9-37E6559EE41A}">
      <dsp:nvSpPr>
        <dsp:cNvPr id="0" name=""/>
        <dsp:cNvSpPr/>
      </dsp:nvSpPr>
      <dsp:spPr>
        <a:xfrm>
          <a:off x="1131040" y="1164956"/>
          <a:ext cx="1072275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050" b="1" kern="1200" dirty="0" smtClean="0">
            <a:solidFill>
              <a:schemeClr val="tx1"/>
            </a:solidFill>
            <a:latin typeface="+mj-lt"/>
            <a:cs typeface="Arial" pitchFamily="34" charset="0"/>
          </a:endParaRP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50" b="1" kern="1200" dirty="0" smtClean="0">
              <a:solidFill>
                <a:schemeClr val="tx1"/>
              </a:solidFill>
              <a:latin typeface="+mj-lt"/>
              <a:cs typeface="Arial" pitchFamily="34" charset="0"/>
            </a:rPr>
            <a:t>Terça-feira</a:t>
          </a: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50" b="1" kern="1200" dirty="0" smtClean="0">
              <a:solidFill>
                <a:srgbClr val="00B0F0"/>
              </a:solidFill>
              <a:latin typeface="+mj-lt"/>
              <a:cs typeface="Arial" pitchFamily="34" charset="0"/>
            </a:rPr>
            <a:t>1º CAB – 15h00</a:t>
          </a:r>
          <a:endParaRPr lang="pt-BR" sz="1050" b="1" kern="1200" dirty="0">
            <a:solidFill>
              <a:srgbClr val="00B0F0"/>
            </a:solidFill>
            <a:latin typeface="+mj-lt"/>
            <a:cs typeface="Arial" pitchFamily="34" charset="0"/>
          </a:endParaRPr>
        </a:p>
      </dsp:txBody>
      <dsp:txXfrm>
        <a:off x="1131040" y="1164956"/>
        <a:ext cx="1072275" cy="776637"/>
      </dsp:txXfrm>
    </dsp:sp>
    <dsp:sp modelId="{BDCA913E-51E0-42DF-A53A-8BEB34B65142}">
      <dsp:nvSpPr>
        <dsp:cNvPr id="0" name=""/>
        <dsp:cNvSpPr/>
      </dsp:nvSpPr>
      <dsp:spPr>
        <a:xfrm>
          <a:off x="1570098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B3A468-2B65-4CDD-831A-574EDF09C126}">
      <dsp:nvSpPr>
        <dsp:cNvPr id="0" name=""/>
        <dsp:cNvSpPr/>
      </dsp:nvSpPr>
      <dsp:spPr>
        <a:xfrm>
          <a:off x="2256930" y="0"/>
          <a:ext cx="1263687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b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>
              <a:solidFill>
                <a:schemeClr val="accent1">
                  <a:lumMod val="75000"/>
                </a:schemeClr>
              </a:solidFill>
              <a:latin typeface="+mj-lt"/>
              <a:cs typeface="Arial" pitchFamily="34" charset="0"/>
            </a:rPr>
            <a:t>Quarta-feira</a:t>
          </a:r>
          <a:endParaRPr lang="pt-BR" sz="900" b="1" kern="1200" dirty="0">
            <a:solidFill>
              <a:schemeClr val="accent1">
                <a:lumMod val="75000"/>
              </a:schemeClr>
            </a:solidFill>
            <a:latin typeface="+mj-lt"/>
            <a:cs typeface="Arial" pitchFamily="34" charset="0"/>
          </a:endParaRPr>
        </a:p>
      </dsp:txBody>
      <dsp:txXfrm>
        <a:off x="2256930" y="0"/>
        <a:ext cx="1263687" cy="776637"/>
      </dsp:txXfrm>
    </dsp:sp>
    <dsp:sp modelId="{9CCA84A8-3EF4-458F-A32B-C031A01DDD4C}">
      <dsp:nvSpPr>
        <dsp:cNvPr id="0" name=""/>
        <dsp:cNvSpPr/>
      </dsp:nvSpPr>
      <dsp:spPr>
        <a:xfrm>
          <a:off x="2791694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F619FC-8AC6-4756-BF7D-57AC0BDC788D}">
      <dsp:nvSpPr>
        <dsp:cNvPr id="0" name=""/>
        <dsp:cNvSpPr/>
      </dsp:nvSpPr>
      <dsp:spPr>
        <a:xfrm>
          <a:off x="3574231" y="1164956"/>
          <a:ext cx="1072275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>
              <a:solidFill>
                <a:schemeClr val="accent1">
                  <a:lumMod val="75000"/>
                </a:schemeClr>
              </a:solidFill>
              <a:latin typeface="+mj-lt"/>
            </a:rPr>
            <a:t>Quinta-feira</a:t>
          </a:r>
          <a:endParaRPr lang="pt-BR" sz="900" b="1" kern="1200" dirty="0">
            <a:solidFill>
              <a:schemeClr val="accent1">
                <a:lumMod val="75000"/>
              </a:schemeClr>
            </a:solidFill>
            <a:latin typeface="+mj-lt"/>
          </a:endParaRPr>
        </a:p>
      </dsp:txBody>
      <dsp:txXfrm>
        <a:off x="3574231" y="1164956"/>
        <a:ext cx="1072275" cy="776637"/>
      </dsp:txXfrm>
    </dsp:sp>
    <dsp:sp modelId="{A59B080D-3918-4562-ADA4-3F0141176007}">
      <dsp:nvSpPr>
        <dsp:cNvPr id="0" name=""/>
        <dsp:cNvSpPr/>
      </dsp:nvSpPr>
      <dsp:spPr>
        <a:xfrm>
          <a:off x="4013290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B36632-E8B4-4602-B29D-3CE19F27029F}">
      <dsp:nvSpPr>
        <dsp:cNvPr id="0" name=""/>
        <dsp:cNvSpPr/>
      </dsp:nvSpPr>
      <dsp:spPr>
        <a:xfrm>
          <a:off x="4700121" y="0"/>
          <a:ext cx="1072275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50" b="1" kern="1200" dirty="0" smtClean="0">
              <a:solidFill>
                <a:srgbClr val="FF0000"/>
              </a:solidFill>
              <a:latin typeface="+mj-lt"/>
              <a:cs typeface="Arial" pitchFamily="34" charset="0"/>
            </a:rPr>
            <a:t>2º CAB – 15h00</a:t>
          </a: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50" b="1" kern="1200" dirty="0" smtClean="0">
              <a:solidFill>
                <a:schemeClr val="tx1"/>
              </a:solidFill>
              <a:latin typeface="+mj-lt"/>
            </a:rPr>
            <a:t>Sexta-feira</a:t>
          </a: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050" b="1" kern="1200" dirty="0">
            <a:solidFill>
              <a:schemeClr val="tx1"/>
            </a:solidFill>
            <a:latin typeface="+mj-lt"/>
          </a:endParaRPr>
        </a:p>
      </dsp:txBody>
      <dsp:txXfrm>
        <a:off x="4700121" y="0"/>
        <a:ext cx="1072275" cy="776637"/>
      </dsp:txXfrm>
    </dsp:sp>
    <dsp:sp modelId="{8E2384AF-E639-4FA7-A29A-60AFD31E6612}">
      <dsp:nvSpPr>
        <dsp:cNvPr id="0" name=""/>
        <dsp:cNvSpPr/>
      </dsp:nvSpPr>
      <dsp:spPr>
        <a:xfrm>
          <a:off x="5139179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AF6750-2A5E-4B65-80AF-A10323717183}">
      <dsp:nvSpPr>
        <dsp:cNvPr id="0" name=""/>
        <dsp:cNvSpPr/>
      </dsp:nvSpPr>
      <dsp:spPr>
        <a:xfrm>
          <a:off x="5826011" y="1164956"/>
          <a:ext cx="1072275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t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>
              <a:solidFill>
                <a:schemeClr val="accent1">
                  <a:lumMod val="75000"/>
                </a:schemeClr>
              </a:solidFill>
              <a:latin typeface="+mj-lt"/>
            </a:rPr>
            <a:t>Sábado</a:t>
          </a:r>
          <a:endParaRPr lang="pt-BR" sz="900" b="1" kern="1200" dirty="0">
            <a:solidFill>
              <a:schemeClr val="accent1">
                <a:lumMod val="75000"/>
              </a:schemeClr>
            </a:solidFill>
            <a:latin typeface="+mj-lt"/>
          </a:endParaRPr>
        </a:p>
      </dsp:txBody>
      <dsp:txXfrm>
        <a:off x="5826011" y="1164956"/>
        <a:ext cx="1072275" cy="776637"/>
      </dsp:txXfrm>
    </dsp:sp>
    <dsp:sp modelId="{B0A9592E-477E-48CC-BDBB-14196F3BCF5D}">
      <dsp:nvSpPr>
        <dsp:cNvPr id="0" name=""/>
        <dsp:cNvSpPr/>
      </dsp:nvSpPr>
      <dsp:spPr>
        <a:xfrm>
          <a:off x="6265069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9CEDC6-57AE-4784-9C0D-D2AABAF385FB}">
      <dsp:nvSpPr>
        <dsp:cNvPr id="0" name=""/>
        <dsp:cNvSpPr/>
      </dsp:nvSpPr>
      <dsp:spPr>
        <a:xfrm>
          <a:off x="6951900" y="0"/>
          <a:ext cx="1072275" cy="77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b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b="1" kern="1200" dirty="0" smtClean="0">
              <a:solidFill>
                <a:schemeClr val="accent1">
                  <a:lumMod val="75000"/>
                </a:schemeClr>
              </a:solidFill>
              <a:latin typeface="+mj-lt"/>
            </a:rPr>
            <a:t>Domingo</a:t>
          </a:r>
          <a:endParaRPr lang="pt-BR" sz="900" b="1" kern="1200" dirty="0">
            <a:solidFill>
              <a:schemeClr val="accent1">
                <a:lumMod val="75000"/>
              </a:schemeClr>
            </a:solidFill>
            <a:latin typeface="+mj-lt"/>
          </a:endParaRPr>
        </a:p>
      </dsp:txBody>
      <dsp:txXfrm>
        <a:off x="6951900" y="0"/>
        <a:ext cx="1072275" cy="776637"/>
      </dsp:txXfrm>
    </dsp:sp>
    <dsp:sp modelId="{C04569B9-6F83-4A3C-A998-06AE87F0632D}">
      <dsp:nvSpPr>
        <dsp:cNvPr id="0" name=""/>
        <dsp:cNvSpPr/>
      </dsp:nvSpPr>
      <dsp:spPr>
        <a:xfrm>
          <a:off x="7390959" y="873717"/>
          <a:ext cx="194159" cy="1941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DB766-29B4-4BFB-83DB-F98B08BE9AF9}">
      <dsp:nvSpPr>
        <dsp:cNvPr id="0" name=""/>
        <dsp:cNvSpPr/>
      </dsp:nvSpPr>
      <dsp:spPr>
        <a:xfrm rot="10800000">
          <a:off x="0" y="0"/>
          <a:ext cx="2397748" cy="508000"/>
        </a:xfrm>
        <a:prstGeom prst="trapezoid">
          <a:avLst>
            <a:gd name="adj" fmla="val 5900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latin typeface="Gill Sans Std" pitchFamily="34" charset="0"/>
            </a:rPr>
            <a:t>Responsável pela SM</a:t>
          </a:r>
          <a:endParaRPr lang="pt-BR" sz="1100" kern="1200" dirty="0">
            <a:latin typeface="Gill Sans Std" pitchFamily="34" charset="0"/>
          </a:endParaRPr>
        </a:p>
      </dsp:txBody>
      <dsp:txXfrm rot="-10800000">
        <a:off x="419605" y="0"/>
        <a:ext cx="1558536" cy="508000"/>
      </dsp:txXfrm>
    </dsp:sp>
    <dsp:sp modelId="{3117E6AA-C576-4008-92FA-6D7F0786B370}">
      <dsp:nvSpPr>
        <dsp:cNvPr id="0" name=""/>
        <dsp:cNvSpPr/>
      </dsp:nvSpPr>
      <dsp:spPr>
        <a:xfrm rot="10800000">
          <a:off x="299718" y="508000"/>
          <a:ext cx="1798311" cy="508000"/>
        </a:xfrm>
        <a:prstGeom prst="trapezoid">
          <a:avLst>
            <a:gd name="adj" fmla="val 59000"/>
          </a:avLst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latin typeface="Gill Sans Std" pitchFamily="34" charset="0"/>
            </a:rPr>
            <a:t>Gerente imediato</a:t>
          </a:r>
          <a:endParaRPr lang="pt-BR" sz="1100" kern="1200" dirty="0">
            <a:latin typeface="Gill Sans Std" pitchFamily="34" charset="0"/>
          </a:endParaRPr>
        </a:p>
      </dsp:txBody>
      <dsp:txXfrm rot="-10800000">
        <a:off x="614422" y="508000"/>
        <a:ext cx="1168902" cy="508000"/>
      </dsp:txXfrm>
    </dsp:sp>
    <dsp:sp modelId="{D2C5D5EF-2C27-4F13-A0F8-F6EC75C36C94}">
      <dsp:nvSpPr>
        <dsp:cNvPr id="0" name=""/>
        <dsp:cNvSpPr/>
      </dsp:nvSpPr>
      <dsp:spPr>
        <a:xfrm rot="10800000">
          <a:off x="599437" y="1016000"/>
          <a:ext cx="1198874" cy="508000"/>
        </a:xfrm>
        <a:prstGeom prst="trapezoid">
          <a:avLst>
            <a:gd name="adj" fmla="val 59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kern="1200" dirty="0" smtClean="0">
              <a:latin typeface="Gill Sans Std" pitchFamily="34" charset="0"/>
            </a:rPr>
            <a:t>Gerente da área</a:t>
          </a:r>
          <a:endParaRPr lang="pt-BR" sz="1100" kern="1200" dirty="0">
            <a:latin typeface="Gill Sans Std" pitchFamily="34" charset="0"/>
          </a:endParaRPr>
        </a:p>
      </dsp:txBody>
      <dsp:txXfrm rot="-10800000">
        <a:off x="809239" y="1016000"/>
        <a:ext cx="779268" cy="508000"/>
      </dsp:txXfrm>
    </dsp:sp>
    <dsp:sp modelId="{BCEA9496-7120-49E3-BAA2-9BE7C286B75B}">
      <dsp:nvSpPr>
        <dsp:cNvPr id="0" name=""/>
        <dsp:cNvSpPr/>
      </dsp:nvSpPr>
      <dsp:spPr>
        <a:xfrm rot="10800000">
          <a:off x="899155" y="1523999"/>
          <a:ext cx="599437" cy="508000"/>
        </a:xfrm>
        <a:prstGeom prst="trapezoid">
          <a:avLst>
            <a:gd name="adj" fmla="val 59000"/>
          </a:avLst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800" kern="1200" dirty="0">
            <a:latin typeface="Gill Sans Std" pitchFamily="34" charset="0"/>
          </a:endParaRPr>
        </a:p>
      </dsp:txBody>
      <dsp:txXfrm rot="-10800000">
        <a:off x="899155" y="1523999"/>
        <a:ext cx="599437" cy="50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GMUD@natura.net" TargetMode="External"/><Relationship Id="rId7" Type="http://schemas.openxmlformats.org/officeDocument/2006/relationships/image" Target="../media/image3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henriquegherardi@natura.net" TargetMode="External"/><Relationship Id="rId5" Type="http://schemas.openxmlformats.org/officeDocument/2006/relationships/hyperlink" Target="mailto:marcusmarques@natura.net" TargetMode="External"/><Relationship Id="rId4" Type="http://schemas.openxmlformats.org/officeDocument/2006/relationships/hyperlink" Target="mailto:solangedias@natura.net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esktop\Apresentação TD\Fotos\P_PE_Ciclo15-14_0001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2000"/>
                    </a14:imgEffect>
                    <a14:imgEffect>
                      <a14:brightnessContrast bright="5000"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516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07504" y="124272"/>
            <a:ext cx="5184576" cy="861774"/>
          </a:xfrm>
          <a:prstGeom prst="rect">
            <a:avLst/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3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Gestão de Mudanças</a:t>
            </a:r>
          </a:p>
          <a:p>
            <a:r>
              <a:rPr lang="pt-BR" sz="20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Guia de conceitos </a:t>
            </a:r>
            <a:r>
              <a:rPr lang="pt-BR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básicos e </a:t>
            </a:r>
            <a:r>
              <a:rPr lang="pt-BR" sz="20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procedimentos</a:t>
            </a:r>
            <a:endParaRPr lang="pt-BR" sz="1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6" name="Picture 8" descr="NAT_marca_branca_natura-01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4281381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107504" y="4372744"/>
            <a:ext cx="3816424" cy="584775"/>
          </a:xfrm>
          <a:prstGeom prst="rect">
            <a:avLst/>
          </a:prstGeom>
          <a:solidFill>
            <a:schemeClr val="bg1">
              <a:lumMod val="75000"/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GPI -Gerência de Processos e Indicadores</a:t>
            </a:r>
            <a:endParaRPr lang="pt-B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  <a:p>
            <a:r>
              <a:rPr lang="pt-BR" sz="1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Março/ </a:t>
            </a:r>
            <a:r>
              <a:rPr lang="pt-B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94341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Users\BR92457\Desktop\Apresentação TD\Fotos\P_PE_Ciclo15-14_0005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19" t="37287" r="6670"/>
          <a:stretch/>
        </p:blipFill>
        <p:spPr bwMode="auto">
          <a:xfrm>
            <a:off x="821550" y="2718924"/>
            <a:ext cx="7638882" cy="242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51520" y="406612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SUMÁRIO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-36512" y="2415754"/>
            <a:ext cx="9612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1. Objetivo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683568" y="1503457"/>
            <a:ext cx="1440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2. Escopo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181078" y="2142237"/>
            <a:ext cx="13092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3. Benefícios da</a:t>
            </a:r>
          </a:p>
          <a:p>
            <a:pPr algn="ctr"/>
            <a:r>
              <a:rPr lang="pt-BR" sz="1200" b="1" dirty="0">
                <a:solidFill>
                  <a:srgbClr val="6E6259"/>
                </a:solidFill>
                <a:latin typeface="Gill Sans Std" pitchFamily="34" charset="0"/>
              </a:rPr>
              <a:t>G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estão de</a:t>
            </a:r>
          </a:p>
          <a:p>
            <a:pPr algn="ct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Mudanças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652061" y="1143417"/>
            <a:ext cx="144290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4. Terminologias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703333" y="1891372"/>
            <a:ext cx="9874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5. Definições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131840" y="1390799"/>
            <a:ext cx="15164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6. Etapas do Processo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467544" y="2740660"/>
            <a:ext cx="0" cy="1056020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 flipV="1">
            <a:off x="899592" y="1845199"/>
            <a:ext cx="0" cy="953938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1331640" y="2479319"/>
            <a:ext cx="0" cy="319818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V="1">
            <a:off x="2516020" y="1450033"/>
            <a:ext cx="0" cy="1759793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 flipV="1">
            <a:off x="3164092" y="2212505"/>
            <a:ext cx="0" cy="984011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V="1">
            <a:off x="3762660" y="1708448"/>
            <a:ext cx="0" cy="996062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tângulo 18"/>
          <p:cNvSpPr/>
          <p:nvPr/>
        </p:nvSpPr>
        <p:spPr>
          <a:xfrm>
            <a:off x="5038735" y="1564432"/>
            <a:ext cx="10801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6E6259"/>
                </a:solidFill>
                <a:latin typeface="Gill Sans Std" pitchFamily="34" charset="0"/>
              </a:rPr>
              <a:t>8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. Rituais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20" name="Conector reto 19"/>
          <p:cNvCxnSpPr/>
          <p:nvPr/>
        </p:nvCxnSpPr>
        <p:spPr>
          <a:xfrm flipV="1">
            <a:off x="6516216" y="1417244"/>
            <a:ext cx="0" cy="1515340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23"/>
          <p:cNvSpPr/>
          <p:nvPr/>
        </p:nvSpPr>
        <p:spPr>
          <a:xfrm>
            <a:off x="6876256" y="1492424"/>
            <a:ext cx="12530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11. Indicadores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25" name="Conector reto 24"/>
          <p:cNvCxnSpPr/>
          <p:nvPr/>
        </p:nvCxnSpPr>
        <p:spPr>
          <a:xfrm flipV="1">
            <a:off x="7020272" y="1843816"/>
            <a:ext cx="0" cy="872744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>
          <a:xfrm>
            <a:off x="3923928" y="1996480"/>
            <a:ext cx="13533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7. Fluxograma 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27" name="Conector reto 26"/>
          <p:cNvCxnSpPr/>
          <p:nvPr/>
        </p:nvCxnSpPr>
        <p:spPr>
          <a:xfrm flipV="1">
            <a:off x="4491366" y="2254896"/>
            <a:ext cx="0" cy="1013774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/>
          <p:nvPr/>
        </p:nvCxnSpPr>
        <p:spPr>
          <a:xfrm flipV="1">
            <a:off x="5167925" y="1846273"/>
            <a:ext cx="0" cy="1422397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5796136" y="916360"/>
            <a:ext cx="15164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10. </a:t>
            </a:r>
            <a:r>
              <a:rPr lang="pt-BR" sz="1200" b="1" dirty="0">
                <a:solidFill>
                  <a:srgbClr val="6E6259"/>
                </a:solidFill>
                <a:latin typeface="Gill Sans Std" pitchFamily="34" charset="0"/>
              </a:rPr>
              <a:t> 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Papéis e responsabilidades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4894719" y="2092442"/>
            <a:ext cx="151643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9. Prazos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35" name="Conector reto 34"/>
          <p:cNvCxnSpPr/>
          <p:nvPr/>
        </p:nvCxnSpPr>
        <p:spPr>
          <a:xfrm flipV="1">
            <a:off x="5830823" y="2374284"/>
            <a:ext cx="0" cy="1238559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7380312" y="1852464"/>
            <a:ext cx="11595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12.  Follow up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39" name="Conector reto 38"/>
          <p:cNvCxnSpPr/>
          <p:nvPr/>
        </p:nvCxnSpPr>
        <p:spPr>
          <a:xfrm flipV="1">
            <a:off x="7524328" y="2132863"/>
            <a:ext cx="0" cy="655705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/>
          <p:cNvSpPr/>
          <p:nvPr/>
        </p:nvSpPr>
        <p:spPr>
          <a:xfrm>
            <a:off x="7948956" y="2212504"/>
            <a:ext cx="10861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13.  Situação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41" name="Conector reto 40"/>
          <p:cNvCxnSpPr/>
          <p:nvPr/>
        </p:nvCxnSpPr>
        <p:spPr>
          <a:xfrm flipV="1">
            <a:off x="8092972" y="2492903"/>
            <a:ext cx="0" cy="655705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 35"/>
          <p:cNvSpPr/>
          <p:nvPr/>
        </p:nvSpPr>
        <p:spPr>
          <a:xfrm>
            <a:off x="8100392" y="3292624"/>
            <a:ext cx="10508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14.  </a:t>
            </a:r>
            <a:r>
              <a:rPr lang="pt-BR" sz="1200" b="1" dirty="0">
                <a:solidFill>
                  <a:srgbClr val="6E6259"/>
                </a:solidFill>
                <a:latin typeface="Gill Sans Std" pitchFamily="34" charset="0"/>
              </a:rPr>
              <a:t>S</a:t>
            </a:r>
            <a:r>
              <a:rPr lang="pt-BR" sz="1200" b="1" dirty="0" smtClean="0">
                <a:solidFill>
                  <a:srgbClr val="6E6259"/>
                </a:solidFill>
                <a:latin typeface="Gill Sans Std" pitchFamily="34" charset="0"/>
              </a:rPr>
              <a:t>uporte</a:t>
            </a:r>
            <a:endParaRPr lang="pt-BR" sz="1200" b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cxnSp>
        <p:nvCxnSpPr>
          <p:cNvPr id="37" name="Conector reto 36"/>
          <p:cNvCxnSpPr/>
          <p:nvPr/>
        </p:nvCxnSpPr>
        <p:spPr>
          <a:xfrm flipV="1">
            <a:off x="8244408" y="3573023"/>
            <a:ext cx="0" cy="655705"/>
          </a:xfrm>
          <a:prstGeom prst="line">
            <a:avLst/>
          </a:prstGeom>
          <a:ln w="6350">
            <a:solidFill>
              <a:srgbClr val="6E6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4444752"/>
            <a:ext cx="51845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i="1" dirty="0" smtClean="0">
                <a:solidFill>
                  <a:srgbClr val="6E6259"/>
                </a:solidFill>
                <a:latin typeface="Gill Sans Std" pitchFamily="34" charset="0"/>
              </a:rPr>
              <a:t>#tamojunto,  #foconoresultado, #semmelindre</a:t>
            </a:r>
            <a:endParaRPr lang="pt-BR" sz="1600" b="1" i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51520" y="268288"/>
            <a:ext cx="170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1. OBJETIVO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6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51519" y="916360"/>
            <a:ext cx="796186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0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Gerenciamento de Mudanças tem como propósito controlar o ciclo de vida de todas as mudanças com o mínimo de interrupção para os serviços de TD. Os principais objetivos são: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Responder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aos requisitos de negócio,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 maximizando valor, 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reduzindo incidentes, interrupções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retrabalho (reduzir riscos para o negócio)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 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Garantir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que as mudanças sejam registradas, avaliadas, autorizadas, priorizadas, planejadas, testadas, implementadas, documentadas e analisadas criticamente de forma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controlada</a:t>
            </a:r>
          </a:p>
          <a:p>
            <a:pPr lvl="0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 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Garantir que todas as mudanças aplicadas aos itens de configuração sejam registradas no Sistema de Gerenciamento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Configuração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Atender aos aspectos de origem legal da Natura (SOX)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 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Otimizar o risco para 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negócio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292624"/>
            <a:ext cx="26289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4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51520" y="268288"/>
            <a:ext cx="1476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2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ESCOPO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6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51519" y="916360"/>
            <a:ext cx="796186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Fazem parte do escopo do processo de Gerenciamento de Mudanças, todas as alterações operacionais aos Itens de Configuração, como mudanças nos serviços de TD em arquiteturas, processos, ferramentas, métricas e documentação.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Todas as mudanças devem ser registradas e gerenciadas de uma forma controlada.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099" y="2246759"/>
            <a:ext cx="18383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5524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3. BENEFÍCIOS DA GESTÃO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processo provê serviços que agregam valor ao negócio e asseguram a confiabilidade e continuidade do negócio, que são essenciais para o sucesso da Natura.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Os benefícios são:</a:t>
            </a: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Alinhamento das mudanças dos serviços de TD com os requisitos de negócio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Priorização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para atender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às requisições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propostas</a:t>
            </a:r>
            <a:endParaRPr lang="en-US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Redução de mudanças com falhas, interrupção de serviços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retrabalho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Maior produtividade, devido a diminuição da interrupção de serviços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Entregar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as mudanças prontamente atendendo os prazos de negócios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acordados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Gerenciar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todo o ciclo de vida da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 dos Itens de Configuração</a:t>
            </a:r>
            <a:endParaRPr lang="en-US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Avaliar criteriosamente os riscos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associados</a:t>
            </a:r>
            <a:endParaRPr lang="en-US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Melhor entendimento, priorização e coordenação das mudanças</a:t>
            </a:r>
            <a:endParaRPr lang="en-US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Identificar oportunidades de melhorias no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processo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Maior visibilidade e comunicação de todas as mudanças</a:t>
            </a:r>
            <a:endParaRPr lang="en-US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908820"/>
            <a:ext cx="2028825" cy="22479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7341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61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4.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TERMINOLOGIAS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8424936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Mudança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É a adição, remoção ou modificação de um item de configuração (IC) da infraestrutura de TD de forma planejada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acordada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SM (Solicitação de Mudança)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É a requisição formalizada da SM que deve ser registrada na ferramenta CA SDM (#atendimentoTD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)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CAB (Change Advisory Board)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Comitê avaliador de mudanças que auxilia o processo de Gestão de Mudanças na avaliação, priorização e aprovação 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SMs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ECAB (CAB Emergencial)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Comitê diferenciado que auxilia na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avaliação, priorização e aprovação 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SMs Emergenciais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Informativas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FSC (Forward Schedule of Changes)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Trata-se da agenda das SMs aprovadas para execução, que tem como objetivo comunicar  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todos sobre 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agendamento 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mudanças, garantindo maior visibilidade das atividades a serem realizadas. Apoia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NCC,  facilitando 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identificação da origem de um eventual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incidente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3724672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61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4.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TERMINOLOGIAS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8424936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CMDB (Configuration Management Database)</a:t>
            </a:r>
          </a:p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É a base de dados do Gerenciamento de Configuração que contém as informações relevantes de todos </a:t>
            </a:r>
          </a:p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os componentes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(IC’s) da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infraestrutura de TD, com interdependência e relacionamento entre eles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. Fonte crucial de informações para TD, que apoia todo o ciclo de vida do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serviço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IC (Item de Configuração)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É um ativo, componente de serviço que está sob o controle do Gerenciamento de Configuração. Trata-se dos componentes de infraestrutura de TD, tais como: software, hardware, documentação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pessoas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PIR (Post Implementation Review)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Trata-se da revisão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após a implementação da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SM. Tem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como objetivo garantir que 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 fora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implementada conforme seu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planejamento, obtendo sucesso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ou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não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16" y="3652664"/>
            <a:ext cx="1353856" cy="13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5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1331640" y="2860576"/>
            <a:ext cx="5976664" cy="1944216"/>
            <a:chOff x="1331640" y="2572544"/>
            <a:chExt cx="5976664" cy="1944216"/>
          </a:xfrm>
        </p:grpSpPr>
        <p:sp>
          <p:nvSpPr>
            <p:cNvPr id="6" name="Arredondar Retângulo em um Canto Diagonal 5"/>
            <p:cNvSpPr/>
            <p:nvPr/>
          </p:nvSpPr>
          <p:spPr>
            <a:xfrm>
              <a:off x="1331640" y="2572544"/>
              <a:ext cx="1793497" cy="864096"/>
            </a:xfrm>
            <a:prstGeom prst="round2DiagRect">
              <a:avLst/>
            </a:prstGeom>
            <a:solidFill>
              <a:srgbClr val="92D05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latin typeface="Gill Sans Std Light" pitchFamily="34" charset="0"/>
                </a:rPr>
                <a:t>NORMAL</a:t>
              </a:r>
              <a:endParaRPr lang="pt-BR" sz="1400" b="1" dirty="0">
                <a:latin typeface="Gill Sans Std Light" pitchFamily="34" charset="0"/>
              </a:endParaRPr>
            </a:p>
          </p:txBody>
        </p:sp>
        <p:sp>
          <p:nvSpPr>
            <p:cNvPr id="7" name="Arredondar Retângulo em um Canto Diagonal 6"/>
            <p:cNvSpPr/>
            <p:nvPr/>
          </p:nvSpPr>
          <p:spPr>
            <a:xfrm>
              <a:off x="3426575" y="2572544"/>
              <a:ext cx="1793497" cy="864096"/>
            </a:xfrm>
            <a:prstGeom prst="round2DiagRect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latin typeface="Gill Sans Std Light" pitchFamily="34" charset="0"/>
                </a:rPr>
                <a:t>EMERGENCIAL</a:t>
              </a:r>
              <a:endParaRPr lang="pt-BR" sz="1400" b="1" dirty="0">
                <a:latin typeface="Gill Sans Std Light" pitchFamily="34" charset="0"/>
              </a:endParaRPr>
            </a:p>
          </p:txBody>
        </p:sp>
        <p:sp>
          <p:nvSpPr>
            <p:cNvPr id="8" name="Arredondar Retângulo em um Canto Diagonal 7"/>
            <p:cNvSpPr/>
            <p:nvPr/>
          </p:nvSpPr>
          <p:spPr>
            <a:xfrm>
              <a:off x="3426575" y="3652664"/>
              <a:ext cx="1793497" cy="864096"/>
            </a:xfrm>
            <a:prstGeom prst="round2DiagRect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latin typeface="Gill Sans Std Light" pitchFamily="34" charset="0"/>
                </a:rPr>
                <a:t>Informativa</a:t>
              </a:r>
              <a:endParaRPr lang="pt-BR" sz="1400" b="1" dirty="0">
                <a:latin typeface="Gill Sans Std Light" pitchFamily="34" charset="0"/>
              </a:endParaRPr>
            </a:p>
          </p:txBody>
        </p:sp>
        <p:sp>
          <p:nvSpPr>
            <p:cNvPr id="3" name="Seta para baixo 2"/>
            <p:cNvSpPr/>
            <p:nvPr/>
          </p:nvSpPr>
          <p:spPr>
            <a:xfrm>
              <a:off x="4252020" y="3436640"/>
              <a:ext cx="168557" cy="216024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Arredondar Retângulo em um Canto Diagonal 9"/>
            <p:cNvSpPr/>
            <p:nvPr/>
          </p:nvSpPr>
          <p:spPr>
            <a:xfrm>
              <a:off x="5514807" y="2572544"/>
              <a:ext cx="1793497" cy="864096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latin typeface="Gill Sans Std Light" pitchFamily="34" charset="0"/>
                </a:rPr>
                <a:t>PADRÃO</a:t>
              </a:r>
              <a:endParaRPr lang="pt-BR" sz="1400" b="1" dirty="0">
                <a:latin typeface="Gill Sans Std Light" pitchFamily="34" charset="0"/>
              </a:endParaRPr>
            </a:p>
          </p:txBody>
        </p:sp>
      </p:grpSp>
      <p:sp>
        <p:nvSpPr>
          <p:cNvPr id="5" name="CaixaDeTexto 4"/>
          <p:cNvSpPr txBox="1"/>
          <p:nvPr/>
        </p:nvSpPr>
        <p:spPr>
          <a:xfrm>
            <a:off x="539552" y="844352"/>
            <a:ext cx="73448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Respeitando </a:t>
            </a:r>
            <a:r>
              <a:rPr lang="pt-BR" sz="1400" dirty="0">
                <a:latin typeface="Gill Sans Std Light" pitchFamily="34" charset="0"/>
              </a:rPr>
              <a:t>as boas práticas exercidas no </a:t>
            </a:r>
            <a:r>
              <a:rPr lang="pt-BR" sz="1400" dirty="0" smtClean="0">
                <a:latin typeface="Gill Sans Std Light" pitchFamily="34" charset="0"/>
              </a:rPr>
              <a:t>mercado, foram estabelecidos três tipos de Mudanças: </a:t>
            </a:r>
          </a:p>
          <a:p>
            <a:endParaRPr lang="pt-BR" sz="1400" dirty="0">
              <a:latin typeface="Gill Sans Std Light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Normal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Emergencial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Padrão</a:t>
            </a:r>
          </a:p>
          <a:p>
            <a:endParaRPr lang="pt-BR" sz="1400" dirty="0" smtClean="0">
              <a:latin typeface="Gill Sans Std Light" pitchFamily="34" charset="0"/>
            </a:endParaRPr>
          </a:p>
          <a:p>
            <a:r>
              <a:rPr lang="pt-BR" sz="1400" dirty="0" smtClean="0">
                <a:latin typeface="Gill Sans Std Light" pitchFamily="34" charset="0"/>
              </a:rPr>
              <a:t>Nos slides seguintes, seguem as informações detalhadas para cada tipo de mudança.</a:t>
            </a:r>
          </a:p>
        </p:txBody>
      </p:sp>
    </p:spTree>
    <p:extLst>
      <p:ext uri="{BB962C8B-B14F-4D97-AF65-F5344CB8AC3E}">
        <p14:creationId xmlns:p14="http://schemas.microsoft.com/office/powerpoint/2010/main" val="196362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51520" y="988368"/>
            <a:ext cx="1793497" cy="864096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NORMAL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267744" y="916360"/>
            <a:ext cx="583264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Refere-se a toda e qualquer adição, modificação ou remoção de um serviço, componente de serviço ou </a:t>
            </a:r>
            <a:r>
              <a:rPr lang="pt-BR" sz="1400" dirty="0" smtClean="0">
                <a:latin typeface="Gill Sans Std Light" pitchFamily="34" charset="0"/>
              </a:rPr>
              <a:t>Item </a:t>
            </a:r>
            <a:r>
              <a:rPr lang="pt-BR" sz="1400" dirty="0">
                <a:latin typeface="Gill Sans Std Light" pitchFamily="34" charset="0"/>
              </a:rPr>
              <a:t>de Configuração no ambiente de TD de forma planejada e aprovada.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Toda mudança </a:t>
            </a:r>
            <a:r>
              <a:rPr lang="pt-BR" sz="1400" dirty="0" smtClean="0">
                <a:latin typeface="Gill Sans Std Light" pitchFamily="34" charset="0"/>
              </a:rPr>
              <a:t>Normal deve </a:t>
            </a:r>
            <a:r>
              <a:rPr lang="pt-BR" sz="1400" dirty="0">
                <a:latin typeface="Gill Sans Std Light" pitchFamily="34" charset="0"/>
              </a:rPr>
              <a:t>ser submetida com antecedência para as devidas aprovações em </a:t>
            </a:r>
            <a:r>
              <a:rPr lang="pt-BR" sz="1400" b="1" dirty="0" smtClean="0">
                <a:latin typeface="Gill Sans Std Light" pitchFamily="34" charset="0"/>
              </a:rPr>
              <a:t>CAB</a:t>
            </a:r>
            <a:r>
              <a:rPr lang="pt-BR" sz="1400" dirty="0" smtClean="0">
                <a:latin typeface="Gill Sans Std Light" pitchFamily="34" charset="0"/>
              </a:rPr>
              <a:t>, respeitando os prazos estipulados no processo.</a:t>
            </a: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Deve ser analisada e autorizada pelos diferentes níveis de aprovadores e aprovada nos comitês formados nos </a:t>
            </a:r>
            <a:r>
              <a:rPr lang="pt-BR" sz="1400" dirty="0" smtClean="0">
                <a:latin typeface="Gill Sans Std Light" pitchFamily="34" charset="0"/>
              </a:rPr>
              <a:t>CAB’s </a:t>
            </a:r>
            <a:r>
              <a:rPr lang="pt-BR" sz="1400" dirty="0">
                <a:latin typeface="Gill Sans Std Light" pitchFamily="34" charset="0"/>
              </a:rPr>
              <a:t>semanais</a:t>
            </a:r>
            <a:r>
              <a:rPr lang="pt-BR" sz="1400" dirty="0" smtClean="0">
                <a:latin typeface="Gill Sans Std Light" pitchFamily="34" charset="0"/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A</a:t>
            </a:r>
            <a:r>
              <a:rPr lang="pt-BR" sz="1400" dirty="0" smtClean="0">
                <a:latin typeface="Gill Sans Std Light" pitchFamily="34" charset="0"/>
              </a:rPr>
              <a:t>tendem </a:t>
            </a:r>
            <a:r>
              <a:rPr lang="pt-BR" sz="1400" dirty="0">
                <a:latin typeface="Gill Sans Std Light" pitchFamily="34" charset="0"/>
              </a:rPr>
              <a:t>correções de </a:t>
            </a:r>
            <a:r>
              <a:rPr lang="pt-BR" sz="1400" dirty="0" smtClean="0">
                <a:latin typeface="Gill Sans Std Light" pitchFamily="34" charset="0"/>
              </a:rPr>
              <a:t>problemas</a:t>
            </a:r>
            <a:r>
              <a:rPr lang="pt-BR" sz="1400" dirty="0">
                <a:latin typeface="Gill Sans Std Light" pitchFamily="34" charset="0"/>
              </a:rPr>
              <a:t>, manutenções preventivas, periódicas ou programadas, implantação de projetos, requisições de serviço, requerimentos legais, necessidades de capacidade, de continuidade, etc. Podem ser </a:t>
            </a:r>
            <a:r>
              <a:rPr lang="pt-BR" sz="1400" dirty="0" smtClean="0">
                <a:latin typeface="Gill Sans Std Light" pitchFamily="34" charset="0"/>
              </a:rPr>
              <a:t>executadas por </a:t>
            </a:r>
            <a:r>
              <a:rPr lang="pt-BR" sz="1400" dirty="0">
                <a:latin typeface="Gill Sans Std Light" pitchFamily="34" charset="0"/>
              </a:rPr>
              <a:t>uma ou mais equipes.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endParaRPr lang="pt-BR" sz="1400" dirty="0">
              <a:latin typeface="Gill Sans Std Light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9" y="28776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51520" y="988368"/>
            <a:ext cx="1793497" cy="864096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NORMAL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267744" y="916360"/>
            <a:ext cx="583264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 smtClean="0">
                <a:latin typeface="Gill Sans Std Light" pitchFamily="34" charset="0"/>
              </a:rPr>
              <a:t>BOAS PRÁTICAS PARA O PLANEJAMENTO DAS SM’s</a:t>
            </a:r>
          </a:p>
          <a:p>
            <a:pPr algn="just"/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SM’s que são devidamente planejadas e acordadas, mitigam os riscos de incidentes gerados por mudanças mal planejadas.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A boa comunicação e alinhamento entre as equipes técnicas envolvidas numa SM é de suma importância para o sucesso da implementação.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Os testes prévios devem ser executados e evidenciado o </a:t>
            </a:r>
            <a:r>
              <a:rPr lang="pt-BR" sz="1400" dirty="0" smtClean="0">
                <a:latin typeface="Gill Sans Std Light" pitchFamily="34" charset="0"/>
              </a:rPr>
              <a:t>seu sucesso </a:t>
            </a:r>
            <a:r>
              <a:rPr lang="pt-BR" sz="1400" dirty="0" smtClean="0">
                <a:latin typeface="Gill Sans Std Light" pitchFamily="34" charset="0"/>
              </a:rPr>
              <a:t>em ambientes de qualidade e homologação,  quando possível.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Os comitês avaliadores das mudanças, devem tomar decisões levando em consideração os riscos, impactos potenciais no serviço,  benefícios para o </a:t>
            </a:r>
            <a:r>
              <a:rPr lang="pt-BR" sz="1400" dirty="0" smtClean="0">
                <a:latin typeface="Gill Sans Std Light" pitchFamily="34" charset="0"/>
              </a:rPr>
              <a:t>negócio, viabilidade </a:t>
            </a:r>
            <a:r>
              <a:rPr lang="pt-BR" sz="1400" dirty="0" smtClean="0">
                <a:latin typeface="Gill Sans Std Light" pitchFamily="34" charset="0"/>
              </a:rPr>
              <a:t>técnica e impacto financeiro.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A remoção de um serviço deve ser classificada como uma mudança com potencial de impacto significativo para os serviços.</a:t>
            </a:r>
            <a:endParaRPr lang="pt-BR" sz="1400" dirty="0">
              <a:latin typeface="Gill Sans Std Light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9" y="28776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6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31751" y="916360"/>
            <a:ext cx="1793497" cy="864096"/>
          </a:xfrm>
          <a:prstGeom prst="round2DiagRect">
            <a:avLst/>
          </a:prstGeom>
          <a:solidFill>
            <a:srgbClr val="FF0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EMERGENCIAL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123728" y="772344"/>
            <a:ext cx="62646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São mudanças a serem executadas </a:t>
            </a:r>
            <a:r>
              <a:rPr lang="pt-BR" sz="1400" dirty="0" smtClean="0">
                <a:latin typeface="Gill Sans Std Light" pitchFamily="34" charset="0"/>
              </a:rPr>
              <a:t>para </a:t>
            </a:r>
            <a:r>
              <a:rPr lang="pt-BR" sz="1400" dirty="0">
                <a:latin typeface="Gill Sans Std Light" pitchFamily="34" charset="0"/>
              </a:rPr>
              <a:t>solucionar ou evitar que incidentes </a:t>
            </a:r>
            <a:r>
              <a:rPr lang="pt-BR" sz="1400" dirty="0" smtClean="0">
                <a:latin typeface="Gill Sans Std Light" pitchFamily="34" charset="0"/>
              </a:rPr>
              <a:t>críticos e de </a:t>
            </a:r>
            <a:r>
              <a:rPr lang="pt-BR" sz="1400" dirty="0">
                <a:latin typeface="Gill Sans Std Light" pitchFamily="34" charset="0"/>
              </a:rPr>
              <a:t>alta </a:t>
            </a:r>
            <a:r>
              <a:rPr lang="pt-BR" sz="1400" dirty="0" smtClean="0">
                <a:latin typeface="Gill Sans Std Light" pitchFamily="34" charset="0"/>
              </a:rPr>
              <a:t>severidade </a:t>
            </a:r>
            <a:r>
              <a:rPr lang="pt-BR" sz="1400" dirty="0">
                <a:latin typeface="Gill Sans Std Light" pitchFamily="34" charset="0"/>
              </a:rPr>
              <a:t>ocorram em ambientes operativos.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É </a:t>
            </a:r>
            <a:r>
              <a:rPr lang="pt-BR" sz="1400" dirty="0">
                <a:latin typeface="Gill Sans Std Light" pitchFamily="34" charset="0"/>
              </a:rPr>
              <a:t>originada de uma falha, evento ou potencial vulnerabilidade, com alto impacto para </a:t>
            </a:r>
            <a:r>
              <a:rPr lang="pt-BR" sz="1400" dirty="0" smtClean="0">
                <a:latin typeface="Gill Sans Std Light" pitchFamily="34" charset="0"/>
              </a:rPr>
              <a:t>sistema/serviço/negócio, </a:t>
            </a:r>
            <a:r>
              <a:rPr lang="pt-BR" sz="1400" dirty="0">
                <a:latin typeface="Gill Sans Std Light" pitchFamily="34" charset="0"/>
              </a:rPr>
              <a:t>necessitando de implementação </a:t>
            </a:r>
            <a:r>
              <a:rPr lang="pt-BR" sz="1400" dirty="0" smtClean="0">
                <a:latin typeface="Gill Sans Std Light" pitchFamily="34" charset="0"/>
              </a:rPr>
              <a:t>imediata para </a:t>
            </a:r>
            <a:r>
              <a:rPr lang="pt-BR" sz="1400" dirty="0">
                <a:latin typeface="Gill Sans Std Light" pitchFamily="34" charset="0"/>
              </a:rPr>
              <a:t>solucionar uma situação de risco à operação e ao negócio. </a:t>
            </a: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Pode </a:t>
            </a:r>
            <a:r>
              <a:rPr lang="pt-BR" sz="1400" dirty="0">
                <a:latin typeface="Gill Sans Std Light" pitchFamily="34" charset="0"/>
              </a:rPr>
              <a:t>ser um evento em iminência de </a:t>
            </a:r>
            <a:r>
              <a:rPr lang="pt-BR" sz="1400" dirty="0" smtClean="0">
                <a:latin typeface="Gill Sans Std Light" pitchFamily="34" charset="0"/>
              </a:rPr>
              <a:t>indisponibilizar </a:t>
            </a:r>
            <a:r>
              <a:rPr lang="pt-BR" sz="1400" dirty="0">
                <a:latin typeface="Gill Sans Std Light" pitchFamily="34" charset="0"/>
              </a:rPr>
              <a:t>uma aplicação ou a infraestrutura do ambiente de produção (situação proativa). </a:t>
            </a: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O número do </a:t>
            </a:r>
            <a:r>
              <a:rPr lang="pt-BR" sz="1400" b="1" dirty="0" smtClean="0">
                <a:latin typeface="Gill Sans Std Light" pitchFamily="34" charset="0"/>
              </a:rPr>
              <a:t>incidente crítico </a:t>
            </a:r>
            <a:r>
              <a:rPr lang="pt-BR" sz="1400" dirty="0" smtClean="0">
                <a:latin typeface="Gill Sans Std Light" pitchFamily="34" charset="0"/>
              </a:rPr>
              <a:t>deve </a:t>
            </a:r>
            <a:r>
              <a:rPr lang="pt-BR" sz="1400" dirty="0">
                <a:latin typeface="Gill Sans Std Light" pitchFamily="34" charset="0"/>
              </a:rPr>
              <a:t>estar associado às mudanças emergenciais.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Não existe prazo para este tipo de SM, uma vez que </a:t>
            </a:r>
            <a:r>
              <a:rPr lang="pt-BR" sz="1400" dirty="0" smtClean="0">
                <a:latin typeface="Gill Sans Std Light" pitchFamily="34" charset="0"/>
              </a:rPr>
              <a:t>depende </a:t>
            </a:r>
            <a:r>
              <a:rPr lang="pt-BR" sz="1400" dirty="0">
                <a:latin typeface="Gill Sans Std Light" pitchFamily="34" charset="0"/>
              </a:rPr>
              <a:t>somente de aprovação dos responsáveis </a:t>
            </a:r>
            <a:r>
              <a:rPr lang="pt-BR" sz="1400" dirty="0" smtClean="0">
                <a:latin typeface="Gill Sans Std Light" pitchFamily="34" charset="0"/>
              </a:rPr>
              <a:t>durante o ECAB para </a:t>
            </a:r>
            <a:r>
              <a:rPr lang="pt-BR" sz="1400" dirty="0">
                <a:latin typeface="Gill Sans Std Light" pitchFamily="34" charset="0"/>
              </a:rPr>
              <a:t>ser executada.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As origens permitidas </a:t>
            </a:r>
            <a:r>
              <a:rPr lang="pt-BR" sz="1400" dirty="0" smtClean="0">
                <a:latin typeface="Gill Sans Std Light" pitchFamily="34" charset="0"/>
              </a:rPr>
              <a:t>são </a:t>
            </a:r>
            <a:r>
              <a:rPr lang="pt-BR" sz="1400" b="1" dirty="0">
                <a:latin typeface="Gill Sans Std Light" pitchFamily="34" charset="0"/>
              </a:rPr>
              <a:t>Informativa</a:t>
            </a:r>
            <a:r>
              <a:rPr lang="pt-BR" sz="1400" dirty="0">
                <a:latin typeface="Gill Sans Std Light" pitchFamily="34" charset="0"/>
              </a:rPr>
              <a:t> e </a:t>
            </a:r>
            <a:r>
              <a:rPr lang="pt-BR" sz="1400" b="1" dirty="0">
                <a:latin typeface="Gill Sans Std Light" pitchFamily="34" charset="0"/>
              </a:rPr>
              <a:t>Incidente </a:t>
            </a:r>
            <a:r>
              <a:rPr lang="pt-BR" sz="1400" b="1" dirty="0" smtClean="0">
                <a:latin typeface="Gill Sans Std Light" pitchFamily="34" charset="0"/>
              </a:rPr>
              <a:t>Crítico.</a:t>
            </a:r>
            <a:endParaRPr lang="pt-BR" sz="1400" b="1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Devem ser avaliadas e aprovadas em </a:t>
            </a:r>
            <a:r>
              <a:rPr lang="pt-BR" sz="1400" b="1" dirty="0" smtClean="0">
                <a:latin typeface="Gill Sans Std Light" pitchFamily="34" charset="0"/>
              </a:rPr>
              <a:t>ECAB.</a:t>
            </a:r>
            <a:endParaRPr lang="pt-BR" sz="1400" dirty="0">
              <a:latin typeface="Gill Sans Std Light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3024"/>
            <a:ext cx="20669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7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31751" y="916360"/>
            <a:ext cx="1793497" cy="864096"/>
          </a:xfrm>
          <a:prstGeom prst="round2Diag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EMERGENCIAL</a:t>
            </a:r>
          </a:p>
          <a:p>
            <a:pPr algn="ctr"/>
            <a:r>
              <a:rPr lang="pt-BR" sz="1400" b="1" dirty="0" smtClean="0">
                <a:latin typeface="Gill Sans Std Light" pitchFamily="34" charset="0"/>
              </a:rPr>
              <a:t>Informativa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267744" y="833314"/>
            <a:ext cx="58326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Trata-se </a:t>
            </a:r>
            <a:r>
              <a:rPr lang="pt-BR" sz="1400" dirty="0">
                <a:latin typeface="Gill Sans Std Light" pitchFamily="34" charset="0"/>
              </a:rPr>
              <a:t>da formalização retroativa de uma mudança urgente para restabelecimento imediato do ambiente afetado por um incidente </a:t>
            </a:r>
            <a:r>
              <a:rPr lang="pt-BR" sz="1400" dirty="0" smtClean="0">
                <a:latin typeface="Gill Sans Std Light" pitchFamily="34" charset="0"/>
              </a:rPr>
              <a:t>crítico </a:t>
            </a:r>
            <a:r>
              <a:rPr lang="pt-BR" sz="1400" dirty="0" smtClean="0">
                <a:latin typeface="Gill Sans Std Light" pitchFamily="34" charset="0"/>
              </a:rPr>
              <a:t>(</a:t>
            </a:r>
            <a:r>
              <a:rPr lang="pt-BR" sz="1400" dirty="0" smtClean="0">
                <a:latin typeface="Gill Sans Std Light" pitchFamily="34" charset="0"/>
              </a:rPr>
              <a:t>Sev 0, 1 e 2), </a:t>
            </a:r>
            <a:r>
              <a:rPr lang="pt-BR" sz="1400" dirty="0">
                <a:latin typeface="Gill Sans Std Light" pitchFamily="34" charset="0"/>
              </a:rPr>
              <a:t>que não pôde esperar </a:t>
            </a:r>
            <a:r>
              <a:rPr lang="pt-BR" sz="1400" dirty="0" smtClean="0">
                <a:latin typeface="Gill Sans Std Light" pitchFamily="34" charset="0"/>
              </a:rPr>
              <a:t>as </a:t>
            </a:r>
            <a:r>
              <a:rPr lang="pt-BR" sz="1400" dirty="0">
                <a:latin typeface="Gill Sans Std Light" pitchFamily="34" charset="0"/>
              </a:rPr>
              <a:t>devidas </a:t>
            </a:r>
            <a:r>
              <a:rPr lang="pt-BR" sz="1400" dirty="0" smtClean="0">
                <a:latin typeface="Gill Sans Std Light" pitchFamily="34" charset="0"/>
              </a:rPr>
              <a:t>aprovações ou para atividades corretivas, a fim de garantir a conformidade com as auditorias (ex.: SM de transporte de request).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A equipe GPI deve ser informada desta ação para dar </a:t>
            </a:r>
            <a:r>
              <a:rPr lang="pt-BR" sz="1400" dirty="0" smtClean="0">
                <a:latin typeface="Gill Sans Std Light" pitchFamily="34" charset="0"/>
              </a:rPr>
              <a:t>sequência ao </a:t>
            </a:r>
            <a:r>
              <a:rPr lang="pt-BR" sz="1400" dirty="0">
                <a:latin typeface="Gill Sans Std Light" pitchFamily="34" charset="0"/>
              </a:rPr>
              <a:t>ciclo de vida do registro da SM. </a:t>
            </a: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 </a:t>
            </a:r>
            <a:r>
              <a:rPr lang="pt-BR" sz="1400" dirty="0">
                <a:latin typeface="Gill Sans Std Light" pitchFamily="34" charset="0"/>
              </a:rPr>
              <a:t>número do </a:t>
            </a:r>
            <a:r>
              <a:rPr lang="pt-BR" sz="1400" dirty="0" smtClean="0">
                <a:latin typeface="Gill Sans Std Light" pitchFamily="34" charset="0"/>
              </a:rPr>
              <a:t>incidente </a:t>
            </a:r>
            <a:r>
              <a:rPr lang="pt-BR" sz="1400" dirty="0" smtClean="0">
                <a:latin typeface="Gill Sans Std Light" pitchFamily="34" charset="0"/>
              </a:rPr>
              <a:t>crítico, as ações </a:t>
            </a:r>
            <a:r>
              <a:rPr lang="pt-BR" sz="1400" dirty="0">
                <a:latin typeface="Gill Sans Std Light" pitchFamily="34" charset="0"/>
              </a:rPr>
              <a:t>realizadas, aprovação do gerente da área e todas as evidências de execução devem estar devidamente registrados na SM.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Para executar </a:t>
            </a:r>
            <a:r>
              <a:rPr lang="pt-BR" sz="1400" dirty="0">
                <a:latin typeface="Gill Sans Std Light" pitchFamily="34" charset="0"/>
              </a:rPr>
              <a:t>este tipo de mudança, </a:t>
            </a:r>
            <a:r>
              <a:rPr lang="pt-BR" sz="1400" dirty="0" smtClean="0">
                <a:latin typeface="Gill Sans Std Light" pitchFamily="34" charset="0"/>
              </a:rPr>
              <a:t>é necessária a realização do </a:t>
            </a:r>
            <a:r>
              <a:rPr lang="pt-BR" sz="1400" b="1" dirty="0" smtClean="0">
                <a:latin typeface="Gill Sans Std Light" pitchFamily="34" charset="0"/>
              </a:rPr>
              <a:t>ECAB</a:t>
            </a:r>
            <a:r>
              <a:rPr lang="pt-BR" sz="1400" dirty="0" smtClean="0">
                <a:latin typeface="Gill Sans Std Light" pitchFamily="34" charset="0"/>
              </a:rPr>
              <a:t> para formalizar a aprovação da execução.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algn="just"/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 smtClean="0">
              <a:latin typeface="Gill Sans Std Light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3024"/>
            <a:ext cx="20669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1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31750" y="1067519"/>
            <a:ext cx="1793497" cy="864096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PADRÃO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267744" y="1048757"/>
            <a:ext cx="58326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É uma mudança pré-aprovada, de baixo risco, que contém uma solução conhecida, é executada seguindo um mesmo script (mesma sequência de atividades) e que já foi executada diversas vezes sem nenhum impacto negativo para o ambiente de TD.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Não necessita passar por avaliação </a:t>
            </a:r>
            <a:r>
              <a:rPr lang="pt-BR" sz="1400" dirty="0" smtClean="0">
                <a:latin typeface="Gill Sans Std Light" pitchFamily="34" charset="0"/>
              </a:rPr>
              <a:t>da reunião do CAB</a:t>
            </a:r>
            <a:r>
              <a:rPr lang="pt-BR" sz="1400" dirty="0">
                <a:latin typeface="Gill Sans Std Light" pitchFamily="34" charset="0"/>
              </a:rPr>
              <a:t>. </a:t>
            </a:r>
          </a:p>
          <a:p>
            <a:pPr algn="just"/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Poucos níveis de aprovação são exigidos para este tipo de SM, conforme acordado com as áreas responsáveis.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Todas as mudanças Padrão deverão constar no Catálogo de Mudanças Padrão.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Para que uma SM seja classificada como Padrão,  alguns critérios devem ser atendidos</a:t>
            </a:r>
            <a:r>
              <a:rPr lang="pt-BR" sz="1400" dirty="0" smtClean="0">
                <a:latin typeface="Gill Sans Std Light" pitchFamily="34" charset="0"/>
              </a:rPr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70" y="3292624"/>
            <a:ext cx="1403362" cy="16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2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31750" y="1067519"/>
            <a:ext cx="1793497" cy="864096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PADRÃO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267744" y="1048757"/>
            <a:ext cx="5832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Os critérios abaixo devem ser atendidos na ordem apresentada, para classificar uma SM como Padrão: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pt-BR" sz="1400" dirty="0" smtClean="0">
                <a:latin typeface="Gill Sans Std Light" pitchFamily="34" charset="0"/>
              </a:rPr>
              <a:t>Evidência de cinco execuções </a:t>
            </a:r>
            <a:r>
              <a:rPr lang="pt-BR" sz="1400" dirty="0">
                <a:latin typeface="Gill Sans Std Light" pitchFamily="34" charset="0"/>
              </a:rPr>
              <a:t>com sucesso </a:t>
            </a:r>
            <a:r>
              <a:rPr lang="pt-BR" sz="1400" dirty="0" smtClean="0">
                <a:latin typeface="Gill Sans Std Light" pitchFamily="34" charset="0"/>
              </a:rPr>
              <a:t>da SM contendo exatamente o mesmo planejamento.</a:t>
            </a:r>
          </a:p>
          <a:p>
            <a:pPr marL="800100" lvl="1" indent="-342900" algn="just">
              <a:buFont typeface="+mj-lt"/>
              <a:buAutoNum type="arabicPeriod"/>
            </a:pPr>
            <a:endParaRPr lang="pt-BR" sz="1400" dirty="0">
              <a:latin typeface="Gill Sans Std Light" pitchFamily="34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pt-BR" sz="1400" dirty="0" smtClean="0">
                <a:latin typeface="Gill Sans Std Light" pitchFamily="34" charset="0"/>
              </a:rPr>
              <a:t>Solicitar </a:t>
            </a:r>
            <a:r>
              <a:rPr lang="pt-BR" sz="1400" dirty="0">
                <a:latin typeface="Gill Sans Std Light" pitchFamily="34" charset="0"/>
              </a:rPr>
              <a:t>a </a:t>
            </a:r>
            <a:r>
              <a:rPr lang="pt-BR" sz="1400" dirty="0" smtClean="0">
                <a:latin typeface="Gill Sans Std Light" pitchFamily="34" charset="0"/>
              </a:rPr>
              <a:t>aprovação formal das áreas envolvidas, acordando: as janelas de manutenção com ou sem indisponibilidade, periodicidade, descrever as atividades, informar os IC’s envolvidos e relação de aprovadores.</a:t>
            </a:r>
          </a:p>
          <a:p>
            <a:pPr marL="800100" lvl="1" indent="-342900" algn="just">
              <a:buFont typeface="+mj-lt"/>
              <a:buAutoNum type="arabicPeriod"/>
            </a:pPr>
            <a:endParaRPr lang="pt-BR" sz="1400" dirty="0">
              <a:latin typeface="Gill Sans Std Light" pitchFamily="34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pt-BR" sz="1400" dirty="0">
                <a:latin typeface="Gill Sans Std Light" pitchFamily="34" charset="0"/>
              </a:rPr>
              <a:t>Submeter à aprovação do CAB a proposta da promoção </a:t>
            </a:r>
            <a:r>
              <a:rPr lang="pt-BR" sz="1400" dirty="0" smtClean="0">
                <a:latin typeface="Gill Sans Std Light" pitchFamily="34" charset="0"/>
              </a:rPr>
              <a:t>para Padrão.</a:t>
            </a:r>
          </a:p>
          <a:p>
            <a:pPr algn="just"/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70" y="3292624"/>
            <a:ext cx="1403362" cy="16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7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edondar Retângulo em um Canto Diagonal 5"/>
          <p:cNvSpPr/>
          <p:nvPr/>
        </p:nvSpPr>
        <p:spPr>
          <a:xfrm>
            <a:off x="231750" y="1067519"/>
            <a:ext cx="1793497" cy="864096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PADRÃO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267744" y="1048757"/>
            <a:ext cx="64807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chemeClr val="accent1"/>
                </a:solidFill>
                <a:latin typeface="Gill Sans Std Light" pitchFamily="34" charset="0"/>
              </a:rPr>
              <a:t>EXEMPLO </a:t>
            </a:r>
            <a:r>
              <a:rPr lang="pt-BR" sz="1400" b="1" dirty="0">
                <a:solidFill>
                  <a:schemeClr val="accent1"/>
                </a:solidFill>
                <a:latin typeface="Gill Sans Std Light" pitchFamily="34" charset="0"/>
              </a:rPr>
              <a:t>DE </a:t>
            </a:r>
            <a:r>
              <a:rPr lang="pt-BR" sz="1400" b="1" dirty="0" smtClean="0">
                <a:solidFill>
                  <a:schemeClr val="accent1"/>
                </a:solidFill>
                <a:latin typeface="Gill Sans Std Light" pitchFamily="34" charset="0"/>
              </a:rPr>
              <a:t>SM </a:t>
            </a:r>
            <a:r>
              <a:rPr lang="pt-BR" sz="1400" b="1" dirty="0">
                <a:solidFill>
                  <a:schemeClr val="accent1"/>
                </a:solidFill>
                <a:latin typeface="Gill Sans Std Light" pitchFamily="34" charset="0"/>
              </a:rPr>
              <a:t>PADRÃO</a:t>
            </a:r>
          </a:p>
          <a:p>
            <a:endParaRPr lang="pt-BR" sz="1400" dirty="0">
              <a:latin typeface="Gill Sans Std Light" pitchFamily="34" charset="0"/>
            </a:endParaRPr>
          </a:p>
          <a:p>
            <a:r>
              <a:rPr lang="pt-BR" sz="1400" dirty="0" smtClean="0">
                <a:latin typeface="Gill Sans Std Light" pitchFamily="34" charset="0"/>
              </a:rPr>
              <a:t>A atividade </a:t>
            </a:r>
            <a:r>
              <a:rPr lang="pt-BR" sz="1400" dirty="0">
                <a:latin typeface="Gill Sans Std Light" pitchFamily="34" charset="0"/>
              </a:rPr>
              <a:t>abaixo </a:t>
            </a:r>
            <a:r>
              <a:rPr lang="pt-BR" sz="1400" dirty="0" smtClean="0">
                <a:latin typeface="Gill Sans Std Light" pitchFamily="34" charset="0"/>
              </a:rPr>
              <a:t>é pré-aprovada:</a:t>
            </a:r>
            <a:endParaRPr lang="pt-BR" sz="1400" dirty="0">
              <a:latin typeface="Gill Sans Std Light" pitchFamily="34" charset="0"/>
            </a:endParaRPr>
          </a:p>
          <a:p>
            <a:endParaRPr lang="pt-BR" sz="1400" dirty="0">
              <a:latin typeface="Gill Sans Std Light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400" b="1" dirty="0">
                <a:latin typeface="Gill Sans Std Light" pitchFamily="34" charset="0"/>
              </a:rPr>
              <a:t>Atualização de conteúdo Hot Site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Atualização de Conteúdo Roteiro Encontro C05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Inclusão das metas da campanha de Atividade 2015 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Publicação do material de reunião de estratégia - ciclo 201504</a:t>
            </a:r>
          </a:p>
          <a:p>
            <a:pPr algn="just"/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70" y="3292624"/>
            <a:ext cx="1403362" cy="166886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1092546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8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6" name="Arredondar Retângulo em um Canto Diagonal 5"/>
          <p:cNvSpPr/>
          <p:nvPr/>
        </p:nvSpPr>
        <p:spPr>
          <a:xfrm>
            <a:off x="323528" y="1492424"/>
            <a:ext cx="1793497" cy="864096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NORMAL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7" name="Arredondar Retângulo em um Canto Diagonal 6"/>
          <p:cNvSpPr/>
          <p:nvPr/>
        </p:nvSpPr>
        <p:spPr>
          <a:xfrm>
            <a:off x="338219" y="2500536"/>
            <a:ext cx="1793497" cy="864096"/>
          </a:xfrm>
          <a:prstGeom prst="round2DiagRect">
            <a:avLst/>
          </a:prstGeom>
          <a:solidFill>
            <a:srgbClr val="FF0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EMERGENCIAL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8" name="Arredondar Retângulo em um Canto Diagonal 7"/>
          <p:cNvSpPr/>
          <p:nvPr/>
        </p:nvSpPr>
        <p:spPr>
          <a:xfrm>
            <a:off x="5756071" y="2435303"/>
            <a:ext cx="3136409" cy="1001337"/>
          </a:xfrm>
          <a:prstGeom prst="round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smtClean="0">
                <a:latin typeface="Gill Sans Std Light" pitchFamily="34" charset="0"/>
              </a:rPr>
              <a:t>Informativa: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dirty="0" smtClean="0">
                <a:latin typeface="Gill Sans Std Light" pitchFamily="34" charset="0"/>
              </a:rPr>
              <a:t>SM retroativa </a:t>
            </a:r>
            <a:r>
              <a:rPr lang="pt-BR" sz="1000" dirty="0">
                <a:latin typeface="Gill Sans Std Light" pitchFamily="34" charset="0"/>
              </a:rPr>
              <a:t>de uma </a:t>
            </a:r>
            <a:r>
              <a:rPr lang="pt-BR" sz="1000" dirty="0" smtClean="0">
                <a:latin typeface="Gill Sans Std Light" pitchFamily="34" charset="0"/>
              </a:rPr>
              <a:t>atividade urgente </a:t>
            </a:r>
            <a:r>
              <a:rPr lang="pt-BR" sz="1000" dirty="0">
                <a:latin typeface="Gill Sans Std Light" pitchFamily="34" charset="0"/>
              </a:rPr>
              <a:t>para restabelecimento imediato do ambiente afetado por um incidente </a:t>
            </a:r>
            <a:r>
              <a:rPr lang="pt-BR" sz="1000" dirty="0" smtClean="0">
                <a:latin typeface="Gill Sans Std Light" pitchFamily="34" charset="0"/>
              </a:rPr>
              <a:t>crítico escalonado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dirty="0" smtClean="0">
                <a:latin typeface="Gill Sans Std Light" pitchFamily="34" charset="0"/>
              </a:rPr>
              <a:t>Atividades </a:t>
            </a:r>
            <a:r>
              <a:rPr lang="pt-BR" sz="1000" dirty="0">
                <a:latin typeface="Gill Sans Std Light" pitchFamily="34" charset="0"/>
              </a:rPr>
              <a:t>corretivas para garantir a conformidade com as </a:t>
            </a:r>
            <a:r>
              <a:rPr lang="pt-BR" sz="1000" dirty="0" smtClean="0">
                <a:latin typeface="Gill Sans Std Light" pitchFamily="34" charset="0"/>
              </a:rPr>
              <a:t>auditorias</a:t>
            </a:r>
            <a:endParaRPr lang="pt-BR" sz="1100" b="1" dirty="0">
              <a:latin typeface="Gill Sans Std Light" pitchFamily="34" charset="0"/>
            </a:endParaRPr>
          </a:p>
        </p:txBody>
      </p:sp>
      <p:sp>
        <p:nvSpPr>
          <p:cNvPr id="10" name="Arredondar Retângulo em um Canto Diagonal 9"/>
          <p:cNvSpPr/>
          <p:nvPr/>
        </p:nvSpPr>
        <p:spPr>
          <a:xfrm>
            <a:off x="338219" y="3580656"/>
            <a:ext cx="1793497" cy="864096"/>
          </a:xfrm>
          <a:prstGeom prst="round2Diag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latin typeface="Gill Sans Std Light" pitchFamily="34" charset="0"/>
              </a:rPr>
              <a:t>PADRÃO</a:t>
            </a:r>
            <a:endParaRPr lang="pt-BR" sz="1400" b="1" dirty="0">
              <a:latin typeface="Gill Sans Std Light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23528" y="844352"/>
            <a:ext cx="734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latin typeface="Gill Sans Std Light" pitchFamily="34" charset="0"/>
              </a:rPr>
              <a:t>Resumo</a:t>
            </a:r>
            <a:r>
              <a:rPr lang="pt-BR" sz="1400" dirty="0" smtClean="0">
                <a:latin typeface="Gill Sans Std Light" pitchFamily="34" charset="0"/>
              </a:rPr>
              <a:t>:</a:t>
            </a:r>
          </a:p>
        </p:txBody>
      </p:sp>
      <p:sp>
        <p:nvSpPr>
          <p:cNvPr id="12" name="Arredondar Retângulo em um Canto Diagonal 11"/>
          <p:cNvSpPr/>
          <p:nvPr/>
        </p:nvSpPr>
        <p:spPr>
          <a:xfrm>
            <a:off x="2509008" y="1499199"/>
            <a:ext cx="2880320" cy="864096"/>
          </a:xfrm>
          <a:prstGeom prst="round2Diag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Requer aprovação do CAB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Deve respeitar a matriz de aprovação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Segue o fluxo normal de avaliação e aprovação</a:t>
            </a:r>
          </a:p>
        </p:txBody>
      </p:sp>
      <p:sp>
        <p:nvSpPr>
          <p:cNvPr id="2" name="Seta para a direita 1"/>
          <p:cNvSpPr/>
          <p:nvPr/>
        </p:nvSpPr>
        <p:spPr>
          <a:xfrm>
            <a:off x="2117025" y="1744704"/>
            <a:ext cx="366743" cy="287528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edondar Retângulo em um Canto Diagonal 12"/>
          <p:cNvSpPr/>
          <p:nvPr/>
        </p:nvSpPr>
        <p:spPr>
          <a:xfrm>
            <a:off x="2518272" y="2500536"/>
            <a:ext cx="2905560" cy="864096"/>
          </a:xfrm>
          <a:prstGeom prst="round2Diag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Requer aprovação do ECAB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Somente para solucionar ou prevenir incidentes de alta severidade (0,1 e 2)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Incidente associado à SM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Origens: Informativa ou Incidente Crítico</a:t>
            </a:r>
            <a:endParaRPr lang="pt-BR" sz="1000" b="1" dirty="0">
              <a:latin typeface="Gill Sans Std Light" pitchFamily="34" charset="0"/>
            </a:endParaRPr>
          </a:p>
        </p:txBody>
      </p:sp>
      <p:sp>
        <p:nvSpPr>
          <p:cNvPr id="14" name="Seta para a direita 13"/>
          <p:cNvSpPr/>
          <p:nvPr/>
        </p:nvSpPr>
        <p:spPr>
          <a:xfrm>
            <a:off x="2102838" y="2789072"/>
            <a:ext cx="366743" cy="287528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direita 14"/>
          <p:cNvSpPr/>
          <p:nvPr/>
        </p:nvSpPr>
        <p:spPr>
          <a:xfrm>
            <a:off x="5389328" y="2788568"/>
            <a:ext cx="366743" cy="28752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edondar Retângulo em um Canto Diagonal 16"/>
          <p:cNvSpPr/>
          <p:nvPr/>
        </p:nvSpPr>
        <p:spPr>
          <a:xfrm>
            <a:off x="2545227" y="3580656"/>
            <a:ext cx="2861353" cy="864096"/>
          </a:xfrm>
          <a:prstGeom prst="round2Diag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SM’s pré-aprovadas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Não requer aprovação do CAB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Diferentes níveis de aprovação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b="1" dirty="0" smtClean="0">
                <a:latin typeface="Gill Sans Std Light" pitchFamily="34" charset="0"/>
              </a:rPr>
              <a:t>Segue critérios para tal classificação</a:t>
            </a:r>
            <a:endParaRPr lang="pt-BR" sz="1000" b="1" dirty="0">
              <a:latin typeface="Gill Sans Std Light" pitchFamily="34" charset="0"/>
            </a:endParaRPr>
          </a:p>
        </p:txBody>
      </p:sp>
      <p:sp>
        <p:nvSpPr>
          <p:cNvPr id="18" name="Seta para a direita 17"/>
          <p:cNvSpPr/>
          <p:nvPr/>
        </p:nvSpPr>
        <p:spPr>
          <a:xfrm>
            <a:off x="2123728" y="3869192"/>
            <a:ext cx="366743" cy="28752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885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/>
          <p:cNvSpPr txBox="1"/>
          <p:nvPr/>
        </p:nvSpPr>
        <p:spPr>
          <a:xfrm>
            <a:off x="251520" y="268288"/>
            <a:ext cx="487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TIPO DE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844352"/>
            <a:ext cx="1135292" cy="1135292"/>
          </a:xfrm>
          <a:prstGeom prst="rect">
            <a:avLst/>
          </a:prstGeom>
        </p:spPr>
      </p:pic>
      <p:sp>
        <p:nvSpPr>
          <p:cNvPr id="22" name="Arredondar Retângulo em um Canto Diagonal 21"/>
          <p:cNvSpPr/>
          <p:nvPr/>
        </p:nvSpPr>
        <p:spPr>
          <a:xfrm>
            <a:off x="1187624" y="1005204"/>
            <a:ext cx="7272808" cy="3799588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BR" sz="1400" b="1" dirty="0" smtClean="0">
                <a:latin typeface="Gill Sans Std Light" pitchFamily="34" charset="0"/>
                <a:cs typeface="Arial" pitchFamily="34" charset="0"/>
              </a:rPr>
              <a:t>DESVIOS DURANTE A EXECUÇÃO DA SM:</a:t>
            </a:r>
          </a:p>
          <a:p>
            <a:endParaRPr lang="pt-BR" sz="1200" dirty="0" smtClean="0">
              <a:latin typeface="Gill Sans Std Light" pitchFamily="34" charset="0"/>
              <a:cs typeface="Arial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200" b="1" dirty="0" smtClean="0">
                <a:latin typeface="Gill Sans Std Light" pitchFamily="34" charset="0"/>
                <a:cs typeface="Arial" pitchFamily="34" charset="0"/>
              </a:rPr>
              <a:t>Se durante a execução da SM for identificada uma necessidade que não estava contemplada, posso executar a atividade extra e depois registrar uma SM Informativa?</a:t>
            </a:r>
          </a:p>
          <a:p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r>
              <a:rPr lang="pt-BR" sz="1200" b="1" dirty="0" smtClean="0">
                <a:latin typeface="Gill Sans Std Light" pitchFamily="34" charset="0"/>
                <a:cs typeface="Arial" pitchFamily="34" charset="0"/>
              </a:rPr>
              <a:t>R: </a:t>
            </a:r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Não. Se houver </a:t>
            </a:r>
            <a:r>
              <a:rPr lang="pt-BR" sz="1200" dirty="0">
                <a:latin typeface="Gill Sans Std Light" pitchFamily="34" charset="0"/>
                <a:cs typeface="Arial" pitchFamily="34" charset="0"/>
              </a:rPr>
              <a:t>qualquer desvio </a:t>
            </a:r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(alteração de escopo,) que </a:t>
            </a:r>
            <a:r>
              <a:rPr lang="pt-BR" sz="1200" dirty="0">
                <a:latin typeface="Gill Sans Std Light" pitchFamily="34" charset="0"/>
                <a:cs typeface="Arial" pitchFamily="34" charset="0"/>
              </a:rPr>
              <a:t>impeça a continuidade das atividades, o analista </a:t>
            </a:r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deverá escalar o ECAB para analisar o caso. Em seguida, deverá finalizar a SM com Sucesso Parcial (Com Aviso) e gerar uma nova SM Normal, associando-a como filha daquela que não atingiu seu objetivo. </a:t>
            </a:r>
          </a:p>
          <a:p>
            <a:pPr lvl="1"/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Esta ação é para mitigar eventuais  riscos ou impactos  para os ambientes envolvidos devido a alteração de escopo da janela de manutenção.</a:t>
            </a:r>
          </a:p>
          <a:p>
            <a:pPr lvl="1"/>
            <a:endParaRPr lang="pt-BR" sz="1200" dirty="0" smtClean="0">
              <a:latin typeface="Gill Sans Std Light" pitchFamily="34" charset="0"/>
              <a:cs typeface="Arial" pitchFamily="34" charset="0"/>
            </a:endParaRPr>
          </a:p>
          <a:p>
            <a:pPr lvl="1"/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O planejamento das SM’s deve ser cumprido rigorosamente, assim como o seu plano de retorno, caso necessário. </a:t>
            </a:r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endParaRPr lang="pt-BR" sz="1200" dirty="0" smtClean="0">
              <a:latin typeface="Gill Sans Std Light" pitchFamily="34" charset="0"/>
              <a:cs typeface="Arial" pitchFamily="34" charset="0"/>
            </a:endParaRPr>
          </a:p>
          <a:p>
            <a:pPr lvl="1"/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r>
              <a:rPr lang="pt-BR" sz="1200" b="1" dirty="0">
                <a:latin typeface="Gill Sans Std Light" pitchFamily="34" charset="0"/>
                <a:cs typeface="Arial" pitchFamily="34" charset="0"/>
              </a:rPr>
              <a:t>DEMAIS EXCEÇÕES SERÃO AVALIADAS E TRATADAS À PARTE</a:t>
            </a:r>
          </a:p>
          <a:p>
            <a:pPr lvl="1"/>
            <a:endParaRPr lang="pt-BR" sz="1200" dirty="0" smtClean="0">
              <a:latin typeface="Gill Sans Std Light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41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251520" y="268288"/>
            <a:ext cx="670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CATEGORIZAÇÃO DAS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5536" y="755501"/>
            <a:ext cx="8136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As mudanças Normais, Emergenciais e Padrão, serão categorizadas conforme os critérios estabelecidos na matriz abaixo, para seguirem diferentes processos de avaliação, priorização e aprovação.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87921" y="4079277"/>
            <a:ext cx="807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SMs Padrão serão categorizadas como Minoritárias e não passarão no CAB. São atividades pré-aprovadas.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SMs Normais passarão obrigatoriamente pela avaliação do CAB.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SMs Emergenciais e Informativas oriundas de incidentes críticos  escalonados passarão pelo ECAB. </a:t>
            </a:r>
          </a:p>
          <a:p>
            <a:endParaRPr lang="pt-BR" sz="1400" dirty="0">
              <a:latin typeface="Gill Sans Std Light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48" y="1414994"/>
            <a:ext cx="8244408" cy="2525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35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251520" y="268288"/>
            <a:ext cx="629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PRIORIZAÇÃO DAS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5536" y="904161"/>
            <a:ext cx="799288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 smtClean="0">
                <a:latin typeface="Gill Sans Std Light" pitchFamily="34" charset="0"/>
              </a:rPr>
              <a:t>Para estabelecer a ordem de implementação das mudanças, é necessário determinar a sua Prioridade a partir do seu impacto e urgência, onde:</a:t>
            </a:r>
          </a:p>
          <a:p>
            <a:endParaRPr lang="pt-BR" sz="1400" b="1" dirty="0" smtClean="0">
              <a:latin typeface="Gill Sans Std Light" pitchFamily="34" charset="0"/>
            </a:endParaRPr>
          </a:p>
          <a:p>
            <a:endParaRPr lang="pt-BR" sz="1400" b="1" dirty="0">
              <a:latin typeface="Gill Sans Std Light" pitchFamily="34" charset="0"/>
            </a:endParaRPr>
          </a:p>
          <a:p>
            <a:endParaRPr lang="pt-BR" sz="1400" b="1" dirty="0" smtClean="0">
              <a:latin typeface="Gill Sans Std Light" pitchFamily="34" charset="0"/>
            </a:endParaRPr>
          </a:p>
          <a:p>
            <a:endParaRPr lang="pt-BR" sz="1400" b="1" dirty="0">
              <a:latin typeface="Gill Sans Std Light" pitchFamily="34" charset="0"/>
            </a:endParaRPr>
          </a:p>
          <a:p>
            <a:endParaRPr lang="pt-BR" sz="1400" b="1" dirty="0" smtClean="0">
              <a:latin typeface="Gill Sans Std Light" pitchFamily="34" charset="0"/>
            </a:endParaRPr>
          </a:p>
          <a:p>
            <a:endParaRPr lang="pt-BR" sz="1400" b="1" dirty="0">
              <a:latin typeface="Gill Sans Std Light" pitchFamily="34" charset="0"/>
            </a:endParaRPr>
          </a:p>
          <a:p>
            <a:endParaRPr lang="pt-BR" sz="1400" b="1" dirty="0" smtClean="0">
              <a:latin typeface="Gill Sans Std Light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 smtClean="0">
                <a:latin typeface="Gill Sans Std Light" pitchFamily="34" charset="0"/>
              </a:rPr>
              <a:t>IMPACTO - </a:t>
            </a:r>
            <a:r>
              <a:rPr lang="pt-BR" sz="1400" dirty="0" smtClean="0">
                <a:latin typeface="Gill Sans Std Light" pitchFamily="34" charset="0"/>
                <a:sym typeface="Wingdings" pitchFamily="2" charset="2"/>
              </a:rPr>
              <a:t>I</a:t>
            </a:r>
            <a:r>
              <a:rPr lang="pt-BR" sz="1400" dirty="0" smtClean="0">
                <a:latin typeface="Gill Sans Std Light" pitchFamily="34" charset="0"/>
              </a:rPr>
              <a:t>ndica os benefícios </a:t>
            </a:r>
            <a:r>
              <a:rPr lang="pt-BR" sz="1400" dirty="0">
                <a:latin typeface="Gill Sans Std Light" pitchFamily="34" charset="0"/>
              </a:rPr>
              <a:t>que a SM fornecerá ao negócio e </a:t>
            </a:r>
            <a:r>
              <a:rPr lang="pt-BR" sz="1400" dirty="0" smtClean="0">
                <a:latin typeface="Gill Sans Std Light" pitchFamily="34" charset="0"/>
              </a:rPr>
              <a:t>também resultados </a:t>
            </a:r>
            <a:r>
              <a:rPr lang="pt-BR" sz="1400" dirty="0">
                <a:latin typeface="Gill Sans Std Light" pitchFamily="34" charset="0"/>
              </a:rPr>
              <a:t>negativos provenientes de custos, caso a SM apresente </a:t>
            </a:r>
            <a:r>
              <a:rPr lang="pt-BR" sz="1400" dirty="0" smtClean="0">
                <a:latin typeface="Gill Sans Std Light" pitchFamily="34" charset="0"/>
              </a:rPr>
              <a:t>falhas.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 smtClean="0">
                <a:latin typeface="Gill Sans Std Light" pitchFamily="34" charset="0"/>
              </a:rPr>
              <a:t>URGÊNCIA - </a:t>
            </a:r>
            <a:r>
              <a:rPr lang="pt-BR" sz="1400" dirty="0" smtClean="0">
                <a:latin typeface="Gill Sans Std Light" pitchFamily="34" charset="0"/>
              </a:rPr>
              <a:t>Indica o prazo para execução da SM, seja por necessidade das áreas de negócio, para satisfazer aspectos legais ou para correções no ambiente de TD.</a:t>
            </a:r>
          </a:p>
          <a:p>
            <a:endParaRPr lang="pt-BR" sz="1400" dirty="0">
              <a:latin typeface="Gill Sans Std Light" pitchFamily="34" charset="0"/>
            </a:endParaRPr>
          </a:p>
          <a:p>
            <a:endParaRPr lang="pt-BR" sz="1400" dirty="0">
              <a:latin typeface="Gill Sans Std Light" pitchFamily="34" charset="0"/>
            </a:endParaRPr>
          </a:p>
          <a:p>
            <a:endParaRPr lang="pt-BR" sz="1400" dirty="0" smtClean="0">
              <a:latin typeface="Gill Sans Std Light" pitchFamily="34" charset="0"/>
            </a:endParaRPr>
          </a:p>
        </p:txBody>
      </p:sp>
      <p:sp>
        <p:nvSpPr>
          <p:cNvPr id="11" name="Fluxograma: Processo 10"/>
          <p:cNvSpPr/>
          <p:nvPr/>
        </p:nvSpPr>
        <p:spPr>
          <a:xfrm>
            <a:off x="2555776" y="1874598"/>
            <a:ext cx="3816424" cy="481922"/>
          </a:xfrm>
          <a:prstGeom prst="flowChart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latin typeface="Gill Sans Std Light" pitchFamily="34" charset="0"/>
              </a:rPr>
              <a:t>PRIORIDADE = IMPACTO X URGÊNCIA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3890587"/>
            <a:ext cx="1338783" cy="121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4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251520" y="268288"/>
            <a:ext cx="629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PRIORIZAÇÃO DAS MUDANÇAS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23528" y="752599"/>
            <a:ext cx="79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Para facilitar a classificação da SM, uma Matriz de Impacto x Risco foi elaborada, conforme segue: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4096519" y="2818073"/>
            <a:ext cx="576064" cy="50405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79476"/>
            <a:ext cx="364807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479426"/>
            <a:ext cx="4000500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000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251520" y="268288"/>
            <a:ext cx="5237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DEFINIÇÕES – NÍVEIS DE APROVAÇÃO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23528" y="752599"/>
            <a:ext cx="7992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Todas as SMs necessitam de aprovação formal antes de serem implementadas,  portanto, dependendo da criticidade  (risco e impacto) da mudança, diferentes níveis de aprovação serão seguidos:</a:t>
            </a:r>
          </a:p>
          <a:p>
            <a:endParaRPr lang="pt-BR" sz="1400" dirty="0">
              <a:latin typeface="Gill Sans Std Light" pitchFamily="34" charset="0"/>
            </a:endParaRPr>
          </a:p>
          <a:p>
            <a:endParaRPr lang="pt-BR" sz="1400" dirty="0" smtClean="0">
              <a:latin typeface="Gill Sans Std Light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701956276"/>
              </p:ext>
            </p:extLst>
          </p:nvPr>
        </p:nvGraphicFramePr>
        <p:xfrm>
          <a:off x="2020405" y="1420416"/>
          <a:ext cx="4669302" cy="311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Conector de seta reta 5"/>
          <p:cNvCxnSpPr/>
          <p:nvPr/>
        </p:nvCxnSpPr>
        <p:spPr>
          <a:xfrm>
            <a:off x="1426900" y="2053862"/>
            <a:ext cx="0" cy="2352502"/>
          </a:xfrm>
          <a:prstGeom prst="straightConnector1">
            <a:avLst/>
          </a:prstGeom>
          <a:ln w="349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827584" y="1462807"/>
            <a:ext cx="1206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latin typeface="Gill Sans Std Light" pitchFamily="34" charset="0"/>
              </a:rPr>
              <a:t>Níveis de aprovação</a:t>
            </a:r>
            <a:endParaRPr lang="pt-BR" sz="1200" b="1" dirty="0">
              <a:latin typeface="Gill Sans Std Light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7236296" y="2186082"/>
            <a:ext cx="18546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0000"/>
                </a:solidFill>
                <a:latin typeface="Gill Sans Std Light" pitchFamily="34" charset="0"/>
              </a:rPr>
              <a:t>!</a:t>
            </a:r>
            <a:r>
              <a:rPr lang="pt-BR" dirty="0" smtClean="0"/>
              <a:t> </a:t>
            </a:r>
            <a:r>
              <a:rPr lang="pt-BR" sz="1400" dirty="0" smtClean="0">
                <a:latin typeface="Gill Sans Std Light" pitchFamily="34" charset="0"/>
              </a:rPr>
              <a:t>Será criada uma Matriz de aprovação x classificação da SM.</a:t>
            </a:r>
            <a:endParaRPr lang="pt-BR" sz="1400" dirty="0"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60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330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6. ETAPAS DO PROCESSO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Divisa 15"/>
          <p:cNvSpPr/>
          <p:nvPr/>
        </p:nvSpPr>
        <p:spPr>
          <a:xfrm>
            <a:off x="1619672" y="3155734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Gestão de </a:t>
            </a:r>
            <a:r>
              <a:rPr lang="pt-BR" sz="1000" b="1" dirty="0" smtClean="0">
                <a:solidFill>
                  <a:schemeClr val="bg1"/>
                </a:solidFill>
              </a:rPr>
              <a:t>Incidentes e Requisições</a:t>
            </a:r>
            <a:endParaRPr lang="pt-BR" sz="1000" b="1" dirty="0">
              <a:solidFill>
                <a:schemeClr val="bg1"/>
              </a:solidFill>
            </a:endParaRPr>
          </a:p>
        </p:txBody>
      </p:sp>
      <p:sp>
        <p:nvSpPr>
          <p:cNvPr id="19" name="Divisa 18"/>
          <p:cNvSpPr/>
          <p:nvPr/>
        </p:nvSpPr>
        <p:spPr>
          <a:xfrm>
            <a:off x="6588224" y="2745135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Projetos e requisições de negócio cumpridos</a:t>
            </a:r>
            <a:endParaRPr lang="pt-BR" sz="1000" b="1" dirty="0">
              <a:solidFill>
                <a:schemeClr val="bg1"/>
              </a:solidFill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3275856" y="794478"/>
            <a:ext cx="3240360" cy="4298346"/>
            <a:chOff x="3131840" y="722470"/>
            <a:chExt cx="3240360" cy="4298346"/>
          </a:xfrm>
        </p:grpSpPr>
        <p:graphicFrame>
          <p:nvGraphicFramePr>
            <p:cNvPr id="6" name="Diagrama 5"/>
            <p:cNvGraphicFramePr/>
            <p:nvPr>
              <p:extLst>
                <p:ext uri="{D42A27DB-BD31-4B8C-83A1-F6EECF244321}">
                  <p14:modId xmlns:p14="http://schemas.microsoft.com/office/powerpoint/2010/main" val="2756933038"/>
                </p:ext>
              </p:extLst>
            </p:nvPr>
          </p:nvGraphicFramePr>
          <p:xfrm>
            <a:off x="3131840" y="1109813"/>
            <a:ext cx="3240360" cy="391100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8" name="Fluxograma: Processo 17"/>
            <p:cNvSpPr/>
            <p:nvPr/>
          </p:nvSpPr>
          <p:spPr>
            <a:xfrm>
              <a:off x="3203848" y="722470"/>
              <a:ext cx="2952328" cy="337906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 smtClean="0"/>
                <a:t>Gestão de Mudanças</a:t>
              </a:r>
              <a:endParaRPr lang="pt-BR" sz="1600" dirty="0"/>
            </a:p>
          </p:txBody>
        </p:sp>
      </p:grpSp>
      <p:sp>
        <p:nvSpPr>
          <p:cNvPr id="11" name="Divisa 10"/>
          <p:cNvSpPr/>
          <p:nvPr/>
        </p:nvSpPr>
        <p:spPr>
          <a:xfrm>
            <a:off x="1619672" y="2350520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Gestão de Problemas</a:t>
            </a:r>
            <a:endParaRPr lang="pt-BR" sz="1000" b="1" dirty="0">
              <a:solidFill>
                <a:schemeClr val="bg1"/>
              </a:solidFill>
            </a:endParaRPr>
          </a:p>
        </p:txBody>
      </p:sp>
      <p:sp>
        <p:nvSpPr>
          <p:cNvPr id="12" name="Divisa 11"/>
          <p:cNvSpPr/>
          <p:nvPr/>
        </p:nvSpPr>
        <p:spPr>
          <a:xfrm>
            <a:off x="1619672" y="3952322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Gestão da Operação</a:t>
            </a:r>
            <a:endParaRPr lang="pt-BR" sz="10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619672" y="794478"/>
            <a:ext cx="1512168" cy="369332"/>
          </a:xfrm>
          <a:prstGeom prst="rect">
            <a:avLst/>
          </a:prstGeom>
          <a:solidFill>
            <a:schemeClr val="accent4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</a:rPr>
              <a:t>Entradas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6516216" y="787435"/>
            <a:ext cx="1512168" cy="369332"/>
          </a:xfrm>
          <a:prstGeom prst="rect">
            <a:avLst/>
          </a:prstGeom>
          <a:solidFill>
            <a:schemeClr val="accent4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</a:rPr>
              <a:t>Saídas</a:t>
            </a:r>
            <a:endParaRPr lang="pt-BR" b="1" dirty="0">
              <a:solidFill>
                <a:schemeClr val="bg1"/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-36432" y="704482"/>
            <a:ext cx="1656104" cy="1219990"/>
            <a:chOff x="7380392" y="1713175"/>
            <a:chExt cx="1656104" cy="1219990"/>
          </a:xfrm>
        </p:grpSpPr>
        <p:sp>
          <p:nvSpPr>
            <p:cNvPr id="4" name="CaixaDeTexto 3"/>
            <p:cNvSpPr txBox="1"/>
            <p:nvPr/>
          </p:nvSpPr>
          <p:spPr>
            <a:xfrm>
              <a:off x="7380392" y="2194501"/>
              <a:ext cx="1656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 smtClean="0">
                  <a:solidFill>
                    <a:srgbClr val="6E6259"/>
                  </a:solidFill>
                  <a:latin typeface="Gill Sans Std Light" pitchFamily="34" charset="0"/>
                </a:rPr>
                <a:t>Visão </a:t>
              </a:r>
              <a:r>
                <a:rPr lang="pt-BR" sz="1400" dirty="0">
                  <a:solidFill>
                    <a:srgbClr val="6E6259"/>
                  </a:solidFill>
                  <a:latin typeface="Gill Sans Std Light" pitchFamily="34" charset="0"/>
                </a:rPr>
                <a:t>genérica do ciclo de vida de uma </a:t>
              </a:r>
              <a:r>
                <a:rPr lang="pt-BR" sz="1400" dirty="0" smtClean="0">
                  <a:solidFill>
                    <a:srgbClr val="6E6259"/>
                  </a:solidFill>
                  <a:latin typeface="Gill Sans Std Light" pitchFamily="34" charset="0"/>
                </a:rPr>
                <a:t>mudança.</a:t>
              </a:r>
              <a:endParaRPr lang="pt-BR" sz="1400" dirty="0">
                <a:solidFill>
                  <a:srgbClr val="6E6259"/>
                </a:solidFill>
                <a:latin typeface="Gill Sans Std Light" pitchFamily="34" charset="0"/>
              </a:endParaRPr>
            </a:p>
          </p:txBody>
        </p:sp>
        <p:pic>
          <p:nvPicPr>
            <p:cNvPr id="17" name="Picture 6" descr="E:\Users\mvmarque\AppData\Local\Microsoft\Windows\Temporary Internet Files\Content.IE5\PNGB27IB\attention_icon[1]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1176" y="1713175"/>
              <a:ext cx="489678" cy="4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Divisa 20"/>
          <p:cNvSpPr/>
          <p:nvPr/>
        </p:nvSpPr>
        <p:spPr>
          <a:xfrm>
            <a:off x="6588224" y="1852464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Incidentes  e Problemas resolvidos</a:t>
            </a:r>
            <a:endParaRPr lang="pt-BR" sz="1000" b="1" dirty="0">
              <a:solidFill>
                <a:schemeClr val="bg1"/>
              </a:solidFill>
            </a:endParaRPr>
          </a:p>
        </p:txBody>
      </p:sp>
      <p:sp>
        <p:nvSpPr>
          <p:cNvPr id="22" name="Divisa 21"/>
          <p:cNvSpPr/>
          <p:nvPr/>
        </p:nvSpPr>
        <p:spPr>
          <a:xfrm>
            <a:off x="6588224" y="3652664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Requisitos de auditoria atendidos</a:t>
            </a:r>
            <a:endParaRPr lang="pt-BR" sz="1000" b="1" dirty="0">
              <a:solidFill>
                <a:schemeClr val="bg1"/>
              </a:solidFill>
            </a:endParaRPr>
          </a:p>
        </p:txBody>
      </p:sp>
      <p:sp>
        <p:nvSpPr>
          <p:cNvPr id="23" name="Divisa 22"/>
          <p:cNvSpPr/>
          <p:nvPr/>
        </p:nvSpPr>
        <p:spPr>
          <a:xfrm>
            <a:off x="1642682" y="1552806"/>
            <a:ext cx="1512168" cy="648072"/>
          </a:xfrm>
          <a:prstGeom prst="chevron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</a:rPr>
              <a:t>Gestão de Projetos</a:t>
            </a:r>
            <a:endParaRPr lang="pt-BR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00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11" grpId="0" animBg="1"/>
      <p:bldP spid="12" grpId="0" animBg="1"/>
      <p:bldP spid="2" grpId="0" animBg="1"/>
      <p:bldP spid="14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35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7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FLUXOGRAMA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2544"/>
            <a:ext cx="1855093" cy="1855093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03188"/>
            <a:ext cx="7602239" cy="441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665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251520" y="268288"/>
            <a:ext cx="4768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8. RITUAIS DO PROCESSO - COMITÊS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19014" y="628328"/>
            <a:ext cx="842945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6E6259"/>
                </a:solidFill>
                <a:latin typeface="Gill Sans Std ExtraBold" pitchFamily="34" charset="0"/>
              </a:rPr>
              <a:t>CAB – Ritual GMUD</a:t>
            </a:r>
          </a:p>
          <a:p>
            <a:endParaRPr lang="pt-BR" sz="1400" b="1" dirty="0" smtClean="0">
              <a:solidFill>
                <a:srgbClr val="6E6259"/>
              </a:solidFill>
              <a:latin typeface="Gill Sans Std ExtraBol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Avaliar as SM’s Normais (Minoritária, Significante, Majoritária)  e Emergenciais (Minoritária)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Ocorre todas às terças e sextas-feiras às 15h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Os participantes mandatórios são: GST, GSA, GSM, STP, DA</a:t>
            </a:r>
            <a:r>
              <a:rPr lang="pt-BR" sz="1400" dirty="0">
                <a:latin typeface="Gill Sans Std Light" pitchFamily="34" charset="0"/>
              </a:rPr>
              <a:t>, Líder da </a:t>
            </a:r>
            <a:r>
              <a:rPr lang="pt-BR" sz="1400" dirty="0" smtClean="0">
                <a:latin typeface="Gill Sans Std Light" pitchFamily="34" charset="0"/>
              </a:rPr>
              <a:t>mudança, Gerente e o Coordenador de mudanças</a:t>
            </a:r>
          </a:p>
          <a:p>
            <a:endParaRPr lang="pt-BR" sz="1400" dirty="0" smtClean="0">
              <a:latin typeface="Gill Sans Std Light" pitchFamily="34" charset="0"/>
            </a:endParaRPr>
          </a:p>
          <a:p>
            <a:r>
              <a:rPr lang="pt-BR" sz="1400" b="1" dirty="0" smtClean="0">
                <a:solidFill>
                  <a:srgbClr val="6E6259"/>
                </a:solidFill>
                <a:latin typeface="Gill Sans Std ExtraBold" pitchFamily="34" charset="0"/>
              </a:rPr>
              <a:t>ECAB – CAB Emergencial</a:t>
            </a:r>
          </a:p>
          <a:p>
            <a:endParaRPr lang="pt-BR" sz="1400" b="1" dirty="0" smtClean="0">
              <a:solidFill>
                <a:srgbClr val="6E6259"/>
              </a:solidFill>
              <a:latin typeface="Gill Sans Std ExtraBol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Avaliar as SM’s Emergenciais e Informativas originadas por incidentes de severidades 0, 1 e 2.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Não tem prazo para acontecer.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Fórum com participantes mandatórios: GST, GSA</a:t>
            </a:r>
            <a:r>
              <a:rPr lang="pt-BR" sz="1400" dirty="0">
                <a:latin typeface="Gill Sans Std Light" pitchFamily="34" charset="0"/>
              </a:rPr>
              <a:t>, GSM, Líder da </a:t>
            </a:r>
            <a:r>
              <a:rPr lang="pt-BR" sz="1400" dirty="0" smtClean="0">
                <a:latin typeface="Gill Sans Std Light" pitchFamily="34" charset="0"/>
              </a:rPr>
              <a:t>mudança, Gerente </a:t>
            </a:r>
            <a:r>
              <a:rPr lang="pt-BR" sz="1400" dirty="0">
                <a:latin typeface="Gill Sans Std Light" pitchFamily="34" charset="0"/>
              </a:rPr>
              <a:t>e o Coordenador de </a:t>
            </a:r>
            <a:r>
              <a:rPr lang="pt-BR" sz="1400" dirty="0" smtClean="0">
                <a:latin typeface="Gill Sans Std Light" pitchFamily="34" charset="0"/>
              </a:rPr>
              <a:t>mudanças</a:t>
            </a:r>
            <a:endParaRPr lang="pt-BR" sz="1400" dirty="0">
              <a:latin typeface="Gill Sans Std Light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  <a:p>
            <a:r>
              <a:rPr lang="pt-BR" sz="1400" b="1" dirty="0">
                <a:solidFill>
                  <a:srgbClr val="6E6259"/>
                </a:solidFill>
                <a:latin typeface="Gill Sans Std ExtraBold" pitchFamily="34" charset="0"/>
              </a:rPr>
              <a:t>Parada </a:t>
            </a:r>
            <a:r>
              <a:rPr lang="pt-BR" sz="1400" b="1" dirty="0" smtClean="0">
                <a:solidFill>
                  <a:srgbClr val="6E6259"/>
                </a:solidFill>
                <a:latin typeface="Gill Sans Std ExtraBold" pitchFamily="34" charset="0"/>
              </a:rPr>
              <a:t>Programada</a:t>
            </a:r>
          </a:p>
          <a:p>
            <a:endParaRPr lang="pt-BR" sz="1400" b="1" dirty="0">
              <a:solidFill>
                <a:srgbClr val="6E6259"/>
              </a:solidFill>
              <a:latin typeface="Gill Sans Std ExtraBol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Comitê de avaliação das mudanças agendadas para as janelas das Paradas Programadas </a:t>
            </a:r>
          </a:p>
          <a:p>
            <a:r>
              <a:rPr lang="pt-BR" sz="1400" dirty="0" smtClean="0">
                <a:latin typeface="Gill Sans Std Light" pitchFamily="34" charset="0"/>
              </a:rPr>
              <a:t>      especificadas no Calendário Anual.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latin typeface="Gill Sans Std Light" pitchFamily="34" charset="0"/>
              </a:rPr>
              <a:t>Ocorre 15 dias antes da Parada Programada. 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latin typeface="Gill Sans Std Light" pitchFamily="34" charset="0"/>
              </a:rPr>
              <a:t>Os participantes mandatórios são: GST, </a:t>
            </a:r>
            <a:r>
              <a:rPr lang="pt-BR" sz="1400" dirty="0" smtClean="0">
                <a:latin typeface="Gill Sans Std Light" pitchFamily="34" charset="0"/>
              </a:rPr>
              <a:t>GSA</a:t>
            </a:r>
            <a:r>
              <a:rPr lang="pt-BR" sz="1400" dirty="0">
                <a:latin typeface="Gill Sans Std Light" pitchFamily="34" charset="0"/>
              </a:rPr>
              <a:t>, </a:t>
            </a:r>
            <a:r>
              <a:rPr lang="pt-BR" sz="1400" dirty="0" smtClean="0">
                <a:latin typeface="Gill Sans Std Light" pitchFamily="34" charset="0"/>
              </a:rPr>
              <a:t>Líder </a:t>
            </a:r>
            <a:r>
              <a:rPr lang="pt-BR" sz="1400" dirty="0">
                <a:latin typeface="Gill Sans Std Light" pitchFamily="34" charset="0"/>
              </a:rPr>
              <a:t>da mudança, Gerente e o Coordenador de </a:t>
            </a:r>
            <a:r>
              <a:rPr lang="pt-BR" sz="1400" dirty="0" smtClean="0">
                <a:latin typeface="Gill Sans Std Light" pitchFamily="34" charset="0"/>
              </a:rPr>
              <a:t>mudanças</a:t>
            </a:r>
            <a:endParaRPr lang="pt-BR" sz="1400" dirty="0">
              <a:latin typeface="Gill Sans Std Light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148608"/>
            <a:ext cx="1666917" cy="1552451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92834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84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9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PRAZOS PARA SUBMETER AS SM’s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266594" y="844352"/>
            <a:ext cx="812183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Para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avaliar as SM’s Normais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serão realizadas duas reuniões de CAB, semanais para atender todas as demandas.</a:t>
            </a:r>
          </a:p>
          <a:p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Seguem os prazos para liberação das SM’s:</a:t>
            </a:r>
          </a:p>
          <a:p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b="1" dirty="0" smtClean="0">
                <a:solidFill>
                  <a:srgbClr val="00B0F0"/>
                </a:solidFill>
                <a:latin typeface="Gill Sans Std ExtraBold" pitchFamily="34" charset="0"/>
              </a:rPr>
              <a:t>1º CAB – Terça-feira</a:t>
            </a:r>
          </a:p>
          <a:p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Liberar a SM para o QA GMUD até às 23h59 da sexta-feira</a:t>
            </a:r>
          </a:p>
          <a:p>
            <a:pPr marL="800100" lvl="1" indent="-342900">
              <a:buAutoNum type="arabicPeriod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Obter todas as aprovações até às 10h00 da terça-feira</a:t>
            </a:r>
          </a:p>
          <a:p>
            <a:pPr marL="800100" lvl="1" indent="-342900">
              <a:buAutoNum type="arabicPeriod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 forem necessários ajustes na SM, o prazo limite será até às 11h00 da terça-feira. Caso o prazo seja ultrapassado, a SM não será incluída na Pauta do CAB e será reagendada.</a:t>
            </a:r>
          </a:p>
          <a:p>
            <a:pPr marL="800100" lvl="1" indent="-342900">
              <a:buAutoNum type="arabicPeriod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reunião do 1º CAB será às 15h00. Nesta, serão discutidas as SM’s dentro da janela de execução:</a:t>
            </a:r>
          </a:p>
          <a:p>
            <a:pPr lvl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lvl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	a) terça-feira,  a partir 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18h00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até sexta-feira às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17h59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653" y="1708448"/>
            <a:ext cx="1279069" cy="12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3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84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9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PRAZOS PARA SUBMETER AS SM’s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tângulo 3074"/>
          <p:cNvSpPr/>
          <p:nvPr/>
        </p:nvSpPr>
        <p:spPr>
          <a:xfrm>
            <a:off x="251520" y="69104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b="1" dirty="0">
              <a:solidFill>
                <a:srgbClr val="FF0000"/>
              </a:solidFill>
              <a:latin typeface="Gill Sans Std ExtraBold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66594" y="844352"/>
            <a:ext cx="81218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  <a:latin typeface="Gill Sans Std ExtraBold" pitchFamily="34" charset="0"/>
              </a:rPr>
              <a:t>2º CAB – Sexta-feira</a:t>
            </a:r>
          </a:p>
          <a:p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Liberar a SM para o QA GMUD até às 23h59 da terça-feira</a:t>
            </a:r>
          </a:p>
          <a:p>
            <a:pPr marL="800100" lvl="1" indent="-342900">
              <a:buAutoNum type="arabicPeriod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Obter todas as aprovações até às 10h00 da sexta-feira</a:t>
            </a:r>
          </a:p>
          <a:p>
            <a:pPr marL="800100" lvl="1" indent="-342900">
              <a:buAutoNum type="arabicPeriod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 forem necessários ajustes na SM, o prazo limite será até às 11h00 da sexta-feira. Caso o prazo seja ultrapassado, a SM não será incluída na Pauta do CAB e será reagendada </a:t>
            </a:r>
          </a:p>
          <a:p>
            <a:pPr marL="800100" lvl="1" indent="-342900">
              <a:buAutoNum type="arabicPeriod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800100" lvl="1" indent="-342900">
              <a:buAutoNum type="arabicPeriod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reunião do 2º CAB será às 15h00. Nesta, serão discutidas as SM’s dentro da janela de execução:</a:t>
            </a:r>
          </a:p>
          <a:p>
            <a:pPr lvl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lvl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	a) sexta-feira,  a partir 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18h00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até terça-feira às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17h59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	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316" y="3571842"/>
            <a:ext cx="1279069" cy="12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1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84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9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PRAZOS PARA SUBMETER AS SM’s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tângulo 3074"/>
          <p:cNvSpPr/>
          <p:nvPr/>
        </p:nvSpPr>
        <p:spPr>
          <a:xfrm>
            <a:off x="251520" y="69104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b="1" dirty="0">
              <a:solidFill>
                <a:srgbClr val="FF0000"/>
              </a:solidFill>
              <a:latin typeface="Gill Sans Std ExtraBold" pitchFamily="34" charset="0"/>
            </a:endParaRPr>
          </a:p>
        </p:txBody>
      </p:sp>
      <p:sp>
        <p:nvSpPr>
          <p:cNvPr id="11" name="Arredondar Retângulo em um Canto Diagonal 10"/>
          <p:cNvSpPr/>
          <p:nvPr/>
        </p:nvSpPr>
        <p:spPr>
          <a:xfrm>
            <a:off x="1403648" y="1249688"/>
            <a:ext cx="6506480" cy="324036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r>
              <a:rPr lang="pt-BR" sz="1400" b="1" dirty="0" smtClean="0">
                <a:latin typeface="Gill Sans Std Light" pitchFamily="34" charset="0"/>
                <a:cs typeface="Arial" pitchFamily="34" charset="0"/>
              </a:rPr>
              <a:t>DEMANDAS FORA DO PROCESSO:</a:t>
            </a:r>
          </a:p>
          <a:p>
            <a:endParaRPr lang="pt-BR" sz="1200" dirty="0" smtClean="0">
              <a:latin typeface="Gill Sans Std Light" pitchFamily="34" charset="0"/>
              <a:cs typeface="Arial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200" b="1" dirty="0" smtClean="0">
                <a:latin typeface="Gill Sans Std Light" pitchFamily="34" charset="0"/>
                <a:cs typeface="Arial" pitchFamily="34" charset="0"/>
              </a:rPr>
              <a:t>Se no intervalo entre os dois CAB’s surgir a necessidade de executar uma SM que não passou pelos comitês, como será tratado o tema?</a:t>
            </a:r>
          </a:p>
          <a:p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r>
              <a:rPr lang="pt-BR" sz="1200" b="1" dirty="0" smtClean="0">
                <a:latin typeface="Gill Sans Std Light" pitchFamily="34" charset="0"/>
                <a:cs typeface="Arial" pitchFamily="34" charset="0"/>
              </a:rPr>
              <a:t>R: </a:t>
            </a:r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Se a SM for originada de um incidente</a:t>
            </a:r>
            <a:r>
              <a:rPr lang="pt-BR" sz="1200" dirty="0">
                <a:latin typeface="Gill Sans Std Light" pitchFamily="34" charset="0"/>
                <a:cs typeface="Arial" pitchFamily="34" charset="0"/>
              </a:rPr>
              <a:t> </a:t>
            </a:r>
            <a:r>
              <a:rPr lang="pt-BR" sz="1200" dirty="0" smtClean="0">
                <a:latin typeface="Gill Sans Std Light" pitchFamily="34" charset="0"/>
                <a:cs typeface="Arial" pitchFamily="34" charset="0"/>
              </a:rPr>
              <a:t>crítico (Sev 0, 1 e 2) será avaliada pelo ECAB. Caso contrário, a SM será avaliada pelo Gerente de Mudanças, para averiguar a Prioridade x Urgência, sendo discutida em ECAB, como uma SM Normal.</a:t>
            </a:r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endParaRPr lang="pt-BR" sz="1200" dirty="0">
              <a:latin typeface="Gill Sans Std Light" pitchFamily="34" charset="0"/>
              <a:cs typeface="Arial" pitchFamily="34" charset="0"/>
            </a:endParaRPr>
          </a:p>
          <a:p>
            <a:pPr lvl="1"/>
            <a:endParaRPr lang="pt-BR" sz="1200" dirty="0" smtClean="0">
              <a:latin typeface="Gill Sans Std Light" pitchFamily="34" charset="0"/>
              <a:cs typeface="Arial" pitchFamily="34" charset="0"/>
            </a:endParaRPr>
          </a:p>
          <a:p>
            <a:pPr lvl="1"/>
            <a:endParaRPr lang="pt-BR" sz="1200" b="1" dirty="0" smtClean="0">
              <a:latin typeface="Gill Sans Std Light" pitchFamily="34" charset="0"/>
              <a:cs typeface="Arial" pitchFamily="34" charset="0"/>
            </a:endParaRPr>
          </a:p>
          <a:p>
            <a:pPr lvl="1"/>
            <a:r>
              <a:rPr lang="pt-BR" sz="1200" b="1" dirty="0" smtClean="0">
                <a:latin typeface="Gill Sans Std Light" pitchFamily="34" charset="0"/>
                <a:cs typeface="Arial" pitchFamily="34" charset="0"/>
              </a:rPr>
              <a:t>DEMAIS EXCEÇÕES SERÃO AVALIADAS E TRATADAS À PARTE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620"/>
            <a:ext cx="1224136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1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196280"/>
            <a:ext cx="484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6E6259"/>
                </a:solidFill>
                <a:latin typeface="Gill Sans Std ExtraBold" pitchFamily="34" charset="0"/>
              </a:rPr>
              <a:t>9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. PRAZOS PARA SUBMETER AS SM’s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Diagrama 23"/>
          <p:cNvGraphicFramePr/>
          <p:nvPr>
            <p:extLst>
              <p:ext uri="{D42A27DB-BD31-4B8C-83A1-F6EECF244321}">
                <p14:modId xmlns:p14="http://schemas.microsoft.com/office/powerpoint/2010/main" val="683696829"/>
              </p:ext>
            </p:extLst>
          </p:nvPr>
        </p:nvGraphicFramePr>
        <p:xfrm>
          <a:off x="155749" y="1879212"/>
          <a:ext cx="8921475" cy="1941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Texto Explicativo 2 25"/>
          <p:cNvSpPr/>
          <p:nvPr/>
        </p:nvSpPr>
        <p:spPr>
          <a:xfrm>
            <a:off x="2483768" y="556320"/>
            <a:ext cx="1112272" cy="1813820"/>
          </a:xfrm>
          <a:prstGeom prst="borderCallout2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b="1" dirty="0" smtClean="0">
                <a:solidFill>
                  <a:schemeClr val="tx1"/>
                </a:solidFill>
              </a:rPr>
              <a:t>10h00</a:t>
            </a:r>
            <a:r>
              <a:rPr lang="pt-BR" sz="900" dirty="0" smtClean="0">
                <a:solidFill>
                  <a:schemeClr val="tx1"/>
                </a:solidFill>
              </a:rPr>
              <a:t> </a:t>
            </a:r>
            <a:r>
              <a:rPr lang="pt-BR" sz="900" dirty="0">
                <a:solidFill>
                  <a:schemeClr val="tx1"/>
                </a:solidFill>
              </a:rPr>
              <a:t>– limite para conseguir todas as aprovações</a:t>
            </a:r>
          </a:p>
          <a:p>
            <a:endParaRPr lang="pt-BR" sz="900" dirty="0" smtClean="0">
              <a:solidFill>
                <a:schemeClr val="tx1"/>
              </a:solidFill>
            </a:endParaRPr>
          </a:p>
          <a:p>
            <a:r>
              <a:rPr lang="pt-BR" sz="900" b="1" dirty="0" smtClean="0">
                <a:solidFill>
                  <a:schemeClr val="tx1"/>
                </a:solidFill>
              </a:rPr>
              <a:t>11h00 </a:t>
            </a:r>
            <a:r>
              <a:rPr lang="pt-BR" sz="900" dirty="0" smtClean="0">
                <a:solidFill>
                  <a:schemeClr val="tx1"/>
                </a:solidFill>
              </a:rPr>
              <a:t>– limite para adequações , caso necessário</a:t>
            </a:r>
          </a:p>
          <a:p>
            <a:endParaRPr lang="pt-BR" sz="900" dirty="0" smtClean="0">
              <a:solidFill>
                <a:schemeClr val="tx1"/>
              </a:solidFill>
            </a:endParaRPr>
          </a:p>
          <a:p>
            <a:r>
              <a:rPr lang="pt-BR" sz="900" b="1" dirty="0">
                <a:solidFill>
                  <a:schemeClr val="tx1"/>
                </a:solidFill>
              </a:rPr>
              <a:t>15h00</a:t>
            </a:r>
            <a:r>
              <a:rPr lang="pt-BR" sz="900" dirty="0">
                <a:solidFill>
                  <a:schemeClr val="tx1"/>
                </a:solidFill>
              </a:rPr>
              <a:t> – CAB</a:t>
            </a:r>
          </a:p>
          <a:p>
            <a:endParaRPr lang="pt-BR" sz="900" dirty="0" smtClean="0">
              <a:solidFill>
                <a:schemeClr val="tx1"/>
              </a:solidFill>
            </a:endParaRPr>
          </a:p>
          <a:p>
            <a:r>
              <a:rPr lang="pt-BR" sz="900" b="1" dirty="0">
                <a:solidFill>
                  <a:schemeClr val="tx1"/>
                </a:solidFill>
              </a:rPr>
              <a:t>17h00 </a:t>
            </a:r>
            <a:r>
              <a:rPr lang="pt-BR" sz="900" dirty="0">
                <a:solidFill>
                  <a:schemeClr val="tx1"/>
                </a:solidFill>
              </a:rPr>
              <a:t>– limite para adequações, caso </a:t>
            </a:r>
            <a:r>
              <a:rPr lang="pt-BR" sz="900" dirty="0" smtClean="0">
                <a:solidFill>
                  <a:schemeClr val="tx1"/>
                </a:solidFill>
              </a:rPr>
              <a:t>necessário</a:t>
            </a:r>
            <a:endParaRPr lang="pt-BR" sz="900" dirty="0">
              <a:solidFill>
                <a:schemeClr val="tx1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79512" y="3460766"/>
            <a:ext cx="1080120" cy="1372849"/>
            <a:chOff x="179512" y="3364632"/>
            <a:chExt cx="1080120" cy="1488042"/>
          </a:xfrm>
        </p:grpSpPr>
        <p:sp>
          <p:nvSpPr>
            <p:cNvPr id="29" name="Texto Explicativo 2 28"/>
            <p:cNvSpPr/>
            <p:nvPr/>
          </p:nvSpPr>
          <p:spPr>
            <a:xfrm flipH="1" flipV="1">
              <a:off x="179512" y="3364632"/>
              <a:ext cx="1080120" cy="1488042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82415"/>
                <a:gd name="adj6" fmla="val -37848"/>
              </a:avLst>
            </a:prstGeom>
            <a:solidFill>
              <a:srgbClr val="FFFFC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179512" y="3398653"/>
              <a:ext cx="1080120" cy="1451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 smtClean="0"/>
                <a:t>18h00 </a:t>
              </a:r>
              <a:r>
                <a:rPr lang="pt-BR" sz="900" dirty="0" smtClean="0"/>
                <a:t>– SM liberada para execução</a:t>
              </a:r>
            </a:p>
            <a:p>
              <a:endParaRPr lang="pt-BR" sz="900" dirty="0" smtClean="0"/>
            </a:p>
            <a:p>
              <a:r>
                <a:rPr lang="pt-BR" sz="900" b="1" dirty="0"/>
                <a:t>23h59 </a:t>
              </a:r>
              <a:r>
                <a:rPr lang="pt-BR" sz="900" dirty="0"/>
                <a:t>– liberar </a:t>
              </a:r>
              <a:r>
                <a:rPr lang="pt-BR" sz="900" dirty="0" smtClean="0"/>
                <a:t>novas  SM’s </a:t>
              </a:r>
              <a:r>
                <a:rPr lang="pt-BR" sz="900" dirty="0"/>
                <a:t>para o QA GMUD </a:t>
              </a:r>
              <a:r>
                <a:rPr lang="pt-BR" sz="900" dirty="0" smtClean="0"/>
                <a:t>para análise no </a:t>
              </a:r>
              <a:r>
                <a:rPr lang="pt-BR" sz="900" dirty="0"/>
                <a:t>2º CAB</a:t>
              </a:r>
            </a:p>
            <a:p>
              <a:endParaRPr lang="pt-BR" sz="900" dirty="0"/>
            </a:p>
          </p:txBody>
        </p:sp>
      </p:grpSp>
      <p:sp>
        <p:nvSpPr>
          <p:cNvPr id="3075" name="Retângulo 3074"/>
          <p:cNvSpPr/>
          <p:nvPr/>
        </p:nvSpPr>
        <p:spPr>
          <a:xfrm>
            <a:off x="251520" y="69104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b="1" dirty="0">
              <a:solidFill>
                <a:srgbClr val="FF0000"/>
              </a:solidFill>
              <a:latin typeface="Gill Sans Std ExtraBold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292080" y="3148608"/>
            <a:ext cx="146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rgbClr val="FF3300"/>
                </a:solidFill>
              </a:rPr>
              <a:t>18h00 </a:t>
            </a:r>
            <a:r>
              <a:rPr lang="pt-BR" sz="900" b="1" dirty="0" smtClean="0">
                <a:solidFill>
                  <a:srgbClr val="FF3300"/>
                </a:solidFill>
              </a:rPr>
              <a:t>- </a:t>
            </a:r>
            <a:r>
              <a:rPr lang="pt-BR" sz="900" dirty="0" smtClean="0">
                <a:solidFill>
                  <a:srgbClr val="FF3300"/>
                </a:solidFill>
              </a:rPr>
              <a:t>Início da janela  para execução das SM’s</a:t>
            </a:r>
            <a:endParaRPr lang="pt-BR" sz="900" dirty="0">
              <a:solidFill>
                <a:srgbClr val="FF3300"/>
              </a:solidFill>
            </a:endParaRPr>
          </a:p>
        </p:txBody>
      </p:sp>
      <p:grpSp>
        <p:nvGrpSpPr>
          <p:cNvPr id="25" name="Grupo 24"/>
          <p:cNvGrpSpPr/>
          <p:nvPr/>
        </p:nvGrpSpPr>
        <p:grpSpPr>
          <a:xfrm>
            <a:off x="5364088" y="2451441"/>
            <a:ext cx="3240360" cy="841183"/>
            <a:chOff x="5364088" y="2451441"/>
            <a:chExt cx="3240360" cy="841183"/>
          </a:xfrm>
        </p:grpSpPr>
        <p:cxnSp>
          <p:nvCxnSpPr>
            <p:cNvPr id="64" name="Conector reto 63"/>
            <p:cNvCxnSpPr/>
            <p:nvPr/>
          </p:nvCxnSpPr>
          <p:spPr>
            <a:xfrm>
              <a:off x="5364088" y="2554660"/>
              <a:ext cx="2016224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to 64"/>
            <p:cNvCxnSpPr/>
            <p:nvPr/>
          </p:nvCxnSpPr>
          <p:spPr>
            <a:xfrm>
              <a:off x="7910409" y="2548161"/>
              <a:ext cx="694039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>
              <a:off x="5364088" y="2451441"/>
              <a:ext cx="0" cy="218217"/>
            </a:xfrm>
            <a:prstGeom prst="line">
              <a:avLst/>
            </a:prstGeom>
            <a:ln w="1905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/>
            <p:cNvCxnSpPr/>
            <p:nvPr/>
          </p:nvCxnSpPr>
          <p:spPr>
            <a:xfrm>
              <a:off x="5364088" y="3074407"/>
              <a:ext cx="0" cy="218217"/>
            </a:xfrm>
            <a:prstGeom prst="line">
              <a:avLst/>
            </a:prstGeom>
            <a:ln w="1905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o 39"/>
          <p:cNvGrpSpPr/>
          <p:nvPr/>
        </p:nvGrpSpPr>
        <p:grpSpPr>
          <a:xfrm>
            <a:off x="145560" y="2394620"/>
            <a:ext cx="1690136" cy="264043"/>
            <a:chOff x="145560" y="2394620"/>
            <a:chExt cx="1690136" cy="264043"/>
          </a:xfrm>
        </p:grpSpPr>
        <p:cxnSp>
          <p:nvCxnSpPr>
            <p:cNvPr id="11" name="Conector reto 10"/>
            <p:cNvCxnSpPr/>
            <p:nvPr/>
          </p:nvCxnSpPr>
          <p:spPr>
            <a:xfrm>
              <a:off x="1117966" y="2553494"/>
              <a:ext cx="715381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to 66"/>
            <p:cNvCxnSpPr/>
            <p:nvPr/>
          </p:nvCxnSpPr>
          <p:spPr>
            <a:xfrm>
              <a:off x="1835696" y="2394620"/>
              <a:ext cx="0" cy="264043"/>
            </a:xfrm>
            <a:prstGeom prst="line">
              <a:avLst/>
            </a:prstGeom>
            <a:ln w="1905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to 67"/>
            <p:cNvCxnSpPr/>
            <p:nvPr/>
          </p:nvCxnSpPr>
          <p:spPr>
            <a:xfrm>
              <a:off x="145560" y="2553494"/>
              <a:ext cx="207221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CaixaDeTexto 68"/>
          <p:cNvSpPr txBox="1"/>
          <p:nvPr/>
        </p:nvSpPr>
        <p:spPr>
          <a:xfrm>
            <a:off x="971600" y="205919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rgbClr val="FF3300"/>
                </a:solidFill>
              </a:rPr>
              <a:t>17h59 </a:t>
            </a:r>
            <a:r>
              <a:rPr lang="pt-BR" sz="900" b="1" dirty="0" smtClean="0">
                <a:solidFill>
                  <a:srgbClr val="FF3300"/>
                </a:solidFill>
              </a:rPr>
              <a:t>– </a:t>
            </a:r>
            <a:r>
              <a:rPr lang="pt-BR" sz="900" dirty="0" smtClean="0">
                <a:solidFill>
                  <a:srgbClr val="FF3300"/>
                </a:solidFill>
              </a:rPr>
              <a:t>Término </a:t>
            </a:r>
          </a:p>
          <a:p>
            <a:r>
              <a:rPr lang="pt-BR" sz="900" dirty="0" smtClean="0">
                <a:solidFill>
                  <a:srgbClr val="FF3300"/>
                </a:solidFill>
              </a:rPr>
              <a:t>da janela  do 2º CAB</a:t>
            </a:r>
            <a:endParaRPr lang="pt-BR" sz="900" dirty="0">
              <a:solidFill>
                <a:srgbClr val="FF3300"/>
              </a:solidFill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1979712" y="3720897"/>
            <a:ext cx="1244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rgbClr val="00B0F0"/>
                </a:solidFill>
              </a:rPr>
              <a:t>18h00 </a:t>
            </a:r>
            <a:r>
              <a:rPr lang="pt-BR" sz="900" b="1" dirty="0" smtClean="0">
                <a:solidFill>
                  <a:srgbClr val="00B0F0"/>
                </a:solidFill>
              </a:rPr>
              <a:t>- </a:t>
            </a:r>
            <a:r>
              <a:rPr lang="pt-BR" sz="900" dirty="0" smtClean="0">
                <a:solidFill>
                  <a:srgbClr val="00B0F0"/>
                </a:solidFill>
              </a:rPr>
              <a:t>Início da janela  para execução das SM’s</a:t>
            </a:r>
            <a:endParaRPr lang="pt-BR" sz="900" dirty="0">
              <a:solidFill>
                <a:srgbClr val="00B0F0"/>
              </a:solidFill>
            </a:endParaRPr>
          </a:p>
        </p:txBody>
      </p:sp>
      <p:cxnSp>
        <p:nvCxnSpPr>
          <p:cNvPr id="70" name="Conector reto 69"/>
          <p:cNvCxnSpPr/>
          <p:nvPr/>
        </p:nvCxnSpPr>
        <p:spPr>
          <a:xfrm>
            <a:off x="1835696" y="3038106"/>
            <a:ext cx="0" cy="26404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>
            <a:off x="1835696" y="3148608"/>
            <a:ext cx="1204208" cy="0"/>
          </a:xfrm>
          <a:prstGeom prst="line">
            <a:avLst/>
          </a:prstGeom>
          <a:ln w="25400">
            <a:solidFill>
              <a:srgbClr val="00B0F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o Explicativo 2 73"/>
          <p:cNvSpPr/>
          <p:nvPr/>
        </p:nvSpPr>
        <p:spPr>
          <a:xfrm>
            <a:off x="6012160" y="556320"/>
            <a:ext cx="1112272" cy="18138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2065"/>
              <a:gd name="adj6" fmla="val -34678"/>
            </a:avLst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b="1" dirty="0" smtClean="0">
                <a:solidFill>
                  <a:schemeClr val="tx1"/>
                </a:solidFill>
              </a:rPr>
              <a:t>10h00</a:t>
            </a:r>
            <a:r>
              <a:rPr lang="pt-BR" sz="900" dirty="0" smtClean="0">
                <a:solidFill>
                  <a:schemeClr val="tx1"/>
                </a:solidFill>
              </a:rPr>
              <a:t> </a:t>
            </a:r>
            <a:r>
              <a:rPr lang="pt-BR" sz="900" dirty="0">
                <a:solidFill>
                  <a:schemeClr val="tx1"/>
                </a:solidFill>
              </a:rPr>
              <a:t>– limite para conseguir todas as aprovações</a:t>
            </a:r>
          </a:p>
          <a:p>
            <a:endParaRPr lang="pt-BR" sz="900" dirty="0" smtClean="0">
              <a:solidFill>
                <a:schemeClr val="tx1"/>
              </a:solidFill>
            </a:endParaRPr>
          </a:p>
          <a:p>
            <a:r>
              <a:rPr lang="pt-BR" sz="900" b="1" dirty="0" smtClean="0">
                <a:solidFill>
                  <a:schemeClr val="tx1"/>
                </a:solidFill>
              </a:rPr>
              <a:t>11h00 </a:t>
            </a:r>
            <a:r>
              <a:rPr lang="pt-BR" sz="900" dirty="0" smtClean="0">
                <a:solidFill>
                  <a:schemeClr val="tx1"/>
                </a:solidFill>
              </a:rPr>
              <a:t>– limite para adequações , caso necessário</a:t>
            </a:r>
          </a:p>
          <a:p>
            <a:endParaRPr lang="pt-BR" sz="900" dirty="0" smtClean="0">
              <a:solidFill>
                <a:schemeClr val="tx1"/>
              </a:solidFill>
            </a:endParaRPr>
          </a:p>
          <a:p>
            <a:r>
              <a:rPr lang="pt-BR" sz="900" b="1" dirty="0">
                <a:solidFill>
                  <a:schemeClr val="tx1"/>
                </a:solidFill>
              </a:rPr>
              <a:t>15h00</a:t>
            </a:r>
            <a:r>
              <a:rPr lang="pt-BR" sz="900" dirty="0">
                <a:solidFill>
                  <a:schemeClr val="tx1"/>
                </a:solidFill>
              </a:rPr>
              <a:t> – CAB</a:t>
            </a:r>
          </a:p>
          <a:p>
            <a:endParaRPr lang="pt-BR" sz="900" dirty="0" smtClean="0">
              <a:solidFill>
                <a:schemeClr val="tx1"/>
              </a:solidFill>
            </a:endParaRPr>
          </a:p>
          <a:p>
            <a:r>
              <a:rPr lang="pt-BR" sz="900" b="1" dirty="0">
                <a:solidFill>
                  <a:schemeClr val="tx1"/>
                </a:solidFill>
              </a:rPr>
              <a:t>17h00 </a:t>
            </a:r>
            <a:r>
              <a:rPr lang="pt-BR" sz="900" dirty="0">
                <a:solidFill>
                  <a:schemeClr val="tx1"/>
                </a:solidFill>
              </a:rPr>
              <a:t>– limite para adequações, caso </a:t>
            </a:r>
            <a:r>
              <a:rPr lang="pt-BR" sz="900" dirty="0" smtClean="0">
                <a:solidFill>
                  <a:schemeClr val="tx1"/>
                </a:solidFill>
              </a:rPr>
              <a:t>necessário</a:t>
            </a:r>
            <a:endParaRPr lang="pt-BR" sz="900" dirty="0">
              <a:solidFill>
                <a:schemeClr val="tx1"/>
              </a:solidFill>
            </a:endParaRPr>
          </a:p>
        </p:txBody>
      </p:sp>
      <p:grpSp>
        <p:nvGrpSpPr>
          <p:cNvPr id="75" name="Grupo 74"/>
          <p:cNvGrpSpPr/>
          <p:nvPr/>
        </p:nvGrpSpPr>
        <p:grpSpPr>
          <a:xfrm flipH="1">
            <a:off x="5868144" y="3575959"/>
            <a:ext cx="1080120" cy="1372849"/>
            <a:chOff x="179512" y="3364632"/>
            <a:chExt cx="1080120" cy="1488042"/>
          </a:xfrm>
        </p:grpSpPr>
        <p:sp>
          <p:nvSpPr>
            <p:cNvPr id="76" name="Texto Explicativo 2 75"/>
            <p:cNvSpPr/>
            <p:nvPr/>
          </p:nvSpPr>
          <p:spPr>
            <a:xfrm flipH="1" flipV="1">
              <a:off x="179512" y="3364632"/>
              <a:ext cx="1080120" cy="1488042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04617"/>
                <a:gd name="adj6" fmla="val -45785"/>
              </a:avLst>
            </a:prstGeom>
            <a:solidFill>
              <a:srgbClr val="FFFFC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>
                <a:solidFill>
                  <a:schemeClr val="tx1"/>
                </a:solidFill>
              </a:endParaRPr>
            </a:p>
          </p:txBody>
        </p:sp>
        <p:sp>
          <p:nvSpPr>
            <p:cNvPr id="77" name="CaixaDeTexto 76"/>
            <p:cNvSpPr txBox="1"/>
            <p:nvPr/>
          </p:nvSpPr>
          <p:spPr>
            <a:xfrm>
              <a:off x="179512" y="3398653"/>
              <a:ext cx="1080120" cy="1451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 smtClean="0"/>
                <a:t>18h00 </a:t>
              </a:r>
              <a:r>
                <a:rPr lang="pt-BR" sz="900" dirty="0" smtClean="0"/>
                <a:t>– SM liberada para execução</a:t>
              </a:r>
            </a:p>
            <a:p>
              <a:endParaRPr lang="pt-BR" sz="900" dirty="0" smtClean="0"/>
            </a:p>
            <a:p>
              <a:r>
                <a:rPr lang="pt-BR" sz="900" b="1" dirty="0"/>
                <a:t>23h59 </a:t>
              </a:r>
              <a:r>
                <a:rPr lang="pt-BR" sz="900" dirty="0"/>
                <a:t>– liberar </a:t>
              </a:r>
              <a:r>
                <a:rPr lang="pt-BR" sz="900" dirty="0" smtClean="0"/>
                <a:t>novas  SM’s </a:t>
              </a:r>
              <a:r>
                <a:rPr lang="pt-BR" sz="900" dirty="0"/>
                <a:t>para o QA GMUD </a:t>
              </a:r>
              <a:r>
                <a:rPr lang="pt-BR" sz="900" dirty="0" smtClean="0"/>
                <a:t>para análise no 1º </a:t>
              </a:r>
              <a:r>
                <a:rPr lang="pt-BR" sz="900" dirty="0"/>
                <a:t>CAB</a:t>
              </a:r>
            </a:p>
            <a:p>
              <a:endParaRPr lang="pt-BR" sz="900" dirty="0"/>
            </a:p>
          </p:txBody>
        </p:sp>
      </p:grpSp>
      <p:sp>
        <p:nvSpPr>
          <p:cNvPr id="79" name="CaixaDeTexto 78"/>
          <p:cNvSpPr txBox="1"/>
          <p:nvPr/>
        </p:nvSpPr>
        <p:spPr>
          <a:xfrm>
            <a:off x="4211960" y="3167658"/>
            <a:ext cx="124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rgbClr val="00B0F0"/>
                </a:solidFill>
              </a:rPr>
              <a:t>17h59 </a:t>
            </a:r>
            <a:r>
              <a:rPr lang="pt-BR" sz="900" b="1" dirty="0" smtClean="0">
                <a:solidFill>
                  <a:srgbClr val="00B0F0"/>
                </a:solidFill>
              </a:rPr>
              <a:t>- </a:t>
            </a:r>
            <a:r>
              <a:rPr lang="pt-BR" sz="900" dirty="0">
                <a:solidFill>
                  <a:srgbClr val="00B0F0"/>
                </a:solidFill>
              </a:rPr>
              <a:t>Término </a:t>
            </a:r>
          </a:p>
          <a:p>
            <a:r>
              <a:rPr lang="pt-BR" sz="900" dirty="0">
                <a:solidFill>
                  <a:srgbClr val="00B0F0"/>
                </a:solidFill>
              </a:rPr>
              <a:t>da janela  do </a:t>
            </a:r>
            <a:r>
              <a:rPr lang="pt-BR" sz="900" dirty="0" smtClean="0">
                <a:solidFill>
                  <a:srgbClr val="00B0F0"/>
                </a:solidFill>
              </a:rPr>
              <a:t>1º </a:t>
            </a:r>
            <a:r>
              <a:rPr lang="pt-BR" sz="900" dirty="0">
                <a:solidFill>
                  <a:srgbClr val="00B0F0"/>
                </a:solidFill>
              </a:rPr>
              <a:t>CAB</a:t>
            </a:r>
          </a:p>
        </p:txBody>
      </p:sp>
      <p:pic>
        <p:nvPicPr>
          <p:cNvPr id="78" name="Imagem 77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227" y="3624513"/>
            <a:ext cx="1944216" cy="1456285"/>
          </a:xfrm>
          <a:prstGeom prst="rect">
            <a:avLst/>
          </a:prstGeom>
        </p:spPr>
      </p:pic>
      <p:grpSp>
        <p:nvGrpSpPr>
          <p:cNvPr id="3" name="Grupo 2"/>
          <p:cNvGrpSpPr/>
          <p:nvPr/>
        </p:nvGrpSpPr>
        <p:grpSpPr>
          <a:xfrm>
            <a:off x="1691680" y="1378579"/>
            <a:ext cx="5477729" cy="2706133"/>
            <a:chOff x="1726273" y="1258946"/>
            <a:chExt cx="5477729" cy="2706133"/>
          </a:xfrm>
        </p:grpSpPr>
        <p:sp>
          <p:nvSpPr>
            <p:cNvPr id="32" name="Arredondar Retângulo em um Canto Diagonal 31"/>
            <p:cNvSpPr/>
            <p:nvPr/>
          </p:nvSpPr>
          <p:spPr>
            <a:xfrm>
              <a:off x="1726273" y="1258946"/>
              <a:ext cx="5477729" cy="2706133"/>
            </a:xfrm>
            <a:prstGeom prst="round2Diag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pt-BR" sz="1200" dirty="0">
                <a:latin typeface="Gill Sans Std Light" pitchFamily="34" charset="0"/>
                <a:cs typeface="Arial" pitchFamily="34" charset="0"/>
              </a:endParaRPr>
            </a:p>
            <a:p>
              <a:r>
                <a:rPr lang="pt-BR" sz="1400" b="1" dirty="0" smtClean="0">
                  <a:latin typeface="Gill Sans Std Light" pitchFamily="34" charset="0"/>
                  <a:cs typeface="Arial" pitchFamily="34" charset="0"/>
                </a:rPr>
                <a:t>JANELAS DE EXECUÇÃO DAS SM’s:</a:t>
              </a:r>
            </a:p>
            <a:p>
              <a:endParaRPr lang="pt-BR" sz="1400" b="1" dirty="0">
                <a:latin typeface="Gill Sans Std Light" pitchFamily="34" charset="0"/>
                <a:cs typeface="Arial" pitchFamily="34" charset="0"/>
              </a:endParaRPr>
            </a:p>
            <a:p>
              <a:pPr algn="just"/>
              <a:r>
                <a:rPr lang="pt-BR" sz="1400" b="1" dirty="0">
                  <a:solidFill>
                    <a:schemeClr val="bg1"/>
                  </a:solidFill>
                  <a:latin typeface="Gill Sans Std Light" pitchFamily="34" charset="0"/>
                </a:rPr>
                <a:t>Para o novo 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processo, 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as janelas 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de execução para as SMs do tipo Normal (independente da classificação) serão de </a:t>
              </a:r>
              <a:r>
                <a:rPr lang="pt-BR" sz="1400" b="1" u="sng" dirty="0" smtClean="0">
                  <a:solidFill>
                    <a:schemeClr val="bg1"/>
                  </a:solidFill>
                  <a:latin typeface="Gill Sans Std Light" pitchFamily="34" charset="0"/>
                </a:rPr>
                <a:t>Terça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 e </a:t>
              </a:r>
              <a:r>
                <a:rPr lang="pt-BR" sz="1400" b="1" u="sng" dirty="0" smtClean="0">
                  <a:solidFill>
                    <a:schemeClr val="bg1"/>
                  </a:solidFill>
                  <a:latin typeface="Gill Sans Std Light" pitchFamily="34" charset="0"/>
                </a:rPr>
                <a:t>Quinta-feira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. Mudanças aos Sábados, ocorrerão somente nas Paradas Programadas. Nos 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demais dias só poderão ser executadas SMs Emergenciais  oriundas de 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Incidentes Críticos (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Sev 0, 1 e 2</a:t>
              </a:r>
              <a:r>
                <a:rPr lang="pt-BR" sz="1400" b="1" dirty="0" smtClean="0">
                  <a:solidFill>
                    <a:schemeClr val="bg1"/>
                  </a:solidFill>
                  <a:latin typeface="Gill Sans Std Light" pitchFamily="34" charset="0"/>
                </a:rPr>
                <a:t>).</a:t>
              </a:r>
            </a:p>
            <a:p>
              <a:pPr algn="just"/>
              <a:endParaRPr lang="pt-BR" sz="1400" b="1" dirty="0" smtClean="0">
                <a:solidFill>
                  <a:schemeClr val="bg1"/>
                </a:solidFill>
                <a:latin typeface="Gill Sans Std Light" pitchFamily="34" charset="0"/>
              </a:endParaRPr>
            </a:p>
            <a:p>
              <a:pPr algn="just"/>
              <a:r>
                <a:rPr lang="pt-BR" sz="1400" b="1" i="1" dirty="0" smtClean="0">
                  <a:solidFill>
                    <a:schemeClr val="bg1"/>
                  </a:solidFill>
                  <a:latin typeface="Gill Sans Std Light" pitchFamily="34" charset="0"/>
                </a:rPr>
                <a:t>OBS: O horário de execução está em estudo, para viabilizar a sua implantação.</a:t>
              </a:r>
              <a:endParaRPr lang="pt-BR" sz="1400" b="1" i="1" dirty="0">
                <a:solidFill>
                  <a:schemeClr val="bg1"/>
                </a:solidFill>
                <a:latin typeface="Gill Sans Std Light" pitchFamily="34" charset="0"/>
              </a:endParaRPr>
            </a:p>
          </p:txBody>
        </p:sp>
        <p:pic>
          <p:nvPicPr>
            <p:cNvPr id="34" name="Picture 6" descr="E:\Users\mvmarque\AppData\Local\Microsoft\Windows\Temporary Internet Files\Content.IE5\PNGB27IB\attention_icon[1]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329" y="1447664"/>
              <a:ext cx="489678" cy="466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0470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  <p:bldP spid="26" grpId="0" animBg="1"/>
      <p:bldP spid="14" grpId="0"/>
      <p:bldP spid="69" grpId="0"/>
      <p:bldP spid="72" grpId="0"/>
      <p:bldP spid="74" grpId="0" animBg="1"/>
      <p:bldP spid="7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52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10. 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Solicitante / requisitante</a:t>
            </a: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Toda e qualquer pessoa envolvida com os processos de Gerenciamento de Serviços de TD que solicite uma SM.</a:t>
            </a: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esponsável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por solicitar uma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Pode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ser um analista, líder de serviço, coordenador de suporte, gestor de relacionamento, gerente de projeto ou provedor de serviços, desde que tenha permissão de acesso ao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sistema;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Prover todos os detalhes da necessidade da mudança para as equipes técnicas;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cordar a janela de execução com as áreas de negócio,</a:t>
            </a:r>
          </a:p>
          <a:p>
            <a:pPr marL="285750" lvl="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Responsável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pela mudança e seu acompanhamento em todo o seu ciclo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vida, para assegurar que o que foi solicitado foi de fato, entregue.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171" y="3868688"/>
            <a:ext cx="14573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3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52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10. 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Líder da mudança </a:t>
            </a:r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Em alguns casos, pode ser o próprio solicitante da mudança;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Pode ser um analista, líder de serviço, coordenador de suporte, gestor de relacionamento, gerente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projeto ou provedor de serviços,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desde que tenha permissão de acesso ao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sistema;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Preencher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corretamente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 solicitação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da mudança,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 acordo com os processos definidos, contemplando todos os aspectos da mudança de forma clara e objetiva;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Responsável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pelo acompanhamento da mudança em todo o seu ciclo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vida;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Realizar o alinhamento e conseguir o acordo das áreas de negócio que serão impactadas na SM;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Liderar o alinhamento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prévio das atividades da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 com as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demais equipes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envolvidas;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Responsável por conseguir as aprovações das equipes envolvidas na mudança, antes de submeter a SM ao CAB;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Participar das reuniões de CAB e ECAB;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Liderar toda a execução da SM, fazendo a integração e comunicação das atividades entre todas as equipes técnicas envolvidas no planejamento;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Garantir que as atividades sejam executadas dentro da janela acordada. Havendo quaisquer desvios,</a:t>
            </a: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      deve-se  seguir com as escalações cabíveis,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Garantir que as SM’s sejam devidamente atualizadas durante e após a sua execução.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171" y="3868688"/>
            <a:ext cx="14573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52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10. 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0" indent="-285750" algn="just" eaLnBrk="1" hangingPunct="1">
              <a:buFont typeface="Arial" pitchFamily="34" charset="0"/>
              <a:buChar char="•"/>
            </a:pPr>
            <a:endParaRPr lang="pt-BR" sz="1400" dirty="0"/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5536" y="825014"/>
            <a:ext cx="727280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</a:rPr>
              <a:t>Equipes técnicas (</a:t>
            </a:r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N1, N2 e Projetos)</a:t>
            </a:r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Criar e elaborar as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mudanças,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devido o conhecimento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técnico para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planejamento das atividades;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Executar os alinhamentos técnicos entre as equipes envolvidas;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Submeter a mudança para aprovação técnica e do CAB;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Realizar os ajustes necessários no registro da mudança, quando necessário;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Defender a mudança nas reuniões de CAB;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Executar as mudanças conforme foi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definido no plano de execução, respeitando os tempos, normas de comunicação, segurança, disponibilidade e sem interrupção dos níveis de serviços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atuais;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Durante a execução das atividades, manter a boa comunicação com as áreas envolvidas;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Atualizar o registro da SM na ferramenta, durante e após a execução das atividades;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Providenciar a evidência de execução e anexá-la à mudança;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Escalar a SM para o Líder da Mudança e para o seu gestor direto, em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caso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desvios, para orientação de como prosseguir (efetuar plano de retorno, </a:t>
            </a:r>
            <a:r>
              <a:rPr lang="pt-BR" sz="1400" dirty="0" err="1" smtClean="0">
                <a:solidFill>
                  <a:srgbClr val="6E6259"/>
                </a:solidFill>
                <a:latin typeface="Gill Sans Std Light" pitchFamily="34" charset="0"/>
              </a:rPr>
              <a:t>etc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);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Validar tecnicamente a SM após sua execução para garantir o sucesso da implantação,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Preencher a planilha GMUD_PIR e anexá-la à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3868688"/>
            <a:ext cx="14573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5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52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10. 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0" indent="-285750" algn="just" eaLnBrk="1" hangingPunct="1">
              <a:buFont typeface="Arial" pitchFamily="34" charset="0"/>
              <a:buChar char="•"/>
            </a:pPr>
            <a:endParaRPr lang="pt-BR" sz="1400" dirty="0"/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5536" y="825014"/>
            <a:ext cx="727280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</a:rPr>
              <a:t>Aprovador</a:t>
            </a:r>
          </a:p>
          <a:p>
            <a:pPr algn="just"/>
            <a:endParaRPr lang="pt-BR" sz="1400" dirty="0"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Avaliar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 impacto da mudança no ambiente que gerencia, certificando que o propósito e o planejamento da mudança estão condizentes com as necessidades de negócio da empresa e que o horário de execução é o mais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adequado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;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Analisar se há concorrência de janela com outras mudanças;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Verificar se haverá recurso suficiente para execução da mudança;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Aprovar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ou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rejeitar 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execução de uma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 durante a validação técnica;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Registrar a decisão da aprovação ou rejeição na ferramenta CA SDM;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Avaliar se a SM está cumprindo com os requisitos do processo de Gestão de Mudanças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Aprovar ou reprovar SM’s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nas reuniões do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CAB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e/ou ECAB em conjunto com os outros membros do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comitê;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Criticar as SM’s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 modo que os riscos sejam mitigados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levantar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possíveis impactos para as áreas sob sua responsabilidade;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Participar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integralmente das reuniões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CAB,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quando sua participação for mandatória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171" y="3877816"/>
            <a:ext cx="14573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5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52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10. 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0" indent="-285750" algn="just" eaLnBrk="1" hangingPunct="1">
              <a:buFont typeface="Arial" pitchFamily="34" charset="0"/>
              <a:buChar char="•"/>
            </a:pPr>
            <a:endParaRPr lang="pt-BR" sz="1400" dirty="0"/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5536" y="830992"/>
            <a:ext cx="727280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Gerente de Mudanças</a:t>
            </a:r>
          </a:p>
          <a:p>
            <a:pPr algn="just"/>
            <a:endParaRPr lang="pt-BR" sz="14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 algn="just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Responsável pelas atividades gerenciais do processo;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Realizar 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gerenciamento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diário do processo,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identificando as oportunidades de melhoria, auditando o processo, garantindo a eficiência e efetividade na gestão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mudanças, avaliando a qualidade das SM’s, validando conformidade com auditoria, rejeitando e/ou aprovando.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Analisar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criticamente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as mudanças;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Define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estratégia para o processo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Gestão de Mudanças e garante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sua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aderência;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Responsável por orientar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as boas práticas e padronização de processos de Gestão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em toda a Natura;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Garantir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 consistente aplicação fim-a-fim do processo de Gestão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em todos os países;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Participar das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reuniões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CAB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ECAB;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Tomar a decisão final sobre as aprovações/reprovações nas reuniões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CAB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ECAB para os casos onde ocorram dúvidas e/ou falta 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alinhamento,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lvl="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Aprovar e/ou reprovar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 juntamente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com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os comitês de CAB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e ECAB.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>
              <a:latin typeface="Gill Sans Std Light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3949824"/>
            <a:ext cx="14573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452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10. PAPÉIS E RESPONSABILIDADES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92084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lvl="0" indent="-285750" algn="just" eaLnBrk="1" hangingPunct="1">
              <a:buFont typeface="Arial" pitchFamily="34" charset="0"/>
              <a:buChar char="•"/>
            </a:pPr>
            <a:endParaRPr lang="pt-BR" sz="1400" dirty="0"/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5536" y="830992"/>
            <a:ext cx="72728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Coordenador de Mudanças</a:t>
            </a:r>
          </a:p>
          <a:p>
            <a:pPr algn="just"/>
            <a:endParaRPr lang="pt-BR" sz="14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Registrar as informações referentes às mudanças discutidas no CAB e ECAB;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Responsável pelas atividades operacionais do processo;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Controlar o ciclo de vida de todas as mudanças, produzindo relatórios de controle;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Aprovar e/ou reprovar mudanças juntamente com os comitês de CAB e ECAB;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Na ausência do Gerente de Mudanças, o Coordenador de Mudanças está apto para conduzir os comitês;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Ser informado da criação das mudanças.</a:t>
            </a:r>
          </a:p>
          <a:p>
            <a:pPr algn="just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Comitê </a:t>
            </a:r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</a:rPr>
              <a:t>de Mudanças (CAB)</a:t>
            </a:r>
          </a:p>
          <a:p>
            <a:pPr algn="just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Grupo responsável por avaliar 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;</a:t>
            </a: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Composto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pela equipe de mudanças, representantes 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áreas de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TD, parceiros 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fornecedores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Compreender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os processos, procedimentos e políticas da gestão de mudanças e com base nestes conhecimentos, aprovar ou reprovar as mudanças de acordo com a análise efetuada durante as reuniões semanais deste comitê.</a:t>
            </a:r>
            <a:endParaRPr lang="pt-BR" sz="1400" dirty="0">
              <a:latin typeface="Gill Sans Std Light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857" y="3796680"/>
            <a:ext cx="14573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6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445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11. INDICADORES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8064896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Para medir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 processo, são reportados periodicamente, indicadores quantitativos contendo as seguintes informações :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Quantidade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 executadas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Quantidade de mudanças por tipo x origem 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Status das Mudanças: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lvl="1" indent="0"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* Finalizada com sucesso</a:t>
            </a:r>
          </a:p>
          <a:p>
            <a:pPr lvl="1" indent="0"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* Finalizada sem sucesso</a:t>
            </a:r>
          </a:p>
          <a:p>
            <a:pPr lvl="1" indent="0"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* Finalizada com aviso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 que não atingiram seu objetivo</a:t>
            </a:r>
          </a:p>
          <a:p>
            <a:pPr lvl="1" indent="0"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* Finalizada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com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aviso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Mudanças que geraram incidentes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Os indicadores acima são reportados nos relatórios:</a:t>
            </a: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Relatório Semanal Indicadores de Aplicações Críticas</a:t>
            </a: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Relatório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Mensal Indicadores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de Aplicações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Críticas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276" y="2212504"/>
            <a:ext cx="3154472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2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445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11. INDICADORES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8064896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 também reportamos os seguintes indicadores, onde foram estabelecidas metas para medição do processo: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Com Meta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Percentual de Mudanças finalizadas com sucesso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Percentual de Mudanças finalizadas com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aviso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Percentual de Mudanças finalizadas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sem sucesso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Percentual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Emergenciais e Não Planejadas</a:t>
            </a:r>
          </a:p>
          <a:p>
            <a:pPr lvl="1"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Reportado no Cockpit e Relatório GSO</a:t>
            </a:r>
          </a:p>
          <a:p>
            <a:pPr algn="just" eaLnBrk="1" hangingPunct="1"/>
            <a:endParaRPr lang="pt-BR" sz="14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Volumetria</a:t>
            </a:r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Quantidade de Mudanças Planejadas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Quantidade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Não Planejadas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Quantidade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Emergenciais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Quantidade de Mudanças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Padrão</a:t>
            </a:r>
          </a:p>
          <a:p>
            <a:pPr marL="1028700" lvl="1" algn="just" eaLnBrk="1" hangingPunct="1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As 10 SM’s ofensoras classificadas pela categoria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Reportado no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Relatório GSO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416" y="1924472"/>
            <a:ext cx="2667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0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207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12. FOLLOW UP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828092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Follow up das pendências</a:t>
            </a: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</a:rPr>
              <a:t>Diariamente a equipe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GMUD analisa todas as mudanças em seus diferentes status, a fim de garantir que os registros estejam atualizados com as evidências e logs de execução. </a:t>
            </a: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Para backlog, relatórios pontuais para cada equipe, apontando os ofensores do backlog, solicitando assim a devida tratativa.</a:t>
            </a: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Não havendo retorno, a escalação abaixo será seguida: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algn="just" eaLnBrk="1" hangingPunct="1">
              <a:buFont typeface="Wingdings" pitchFamily="2" charset="2"/>
              <a:buChar char="§"/>
            </a:pPr>
            <a:endParaRPr lang="pt-BR" sz="1400" i="1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2" name="Seta para baixo 1"/>
          <p:cNvSpPr/>
          <p:nvPr/>
        </p:nvSpPr>
        <p:spPr>
          <a:xfrm>
            <a:off x="5580112" y="2931932"/>
            <a:ext cx="439726" cy="1702302"/>
          </a:xfrm>
          <a:prstGeom prst="downArrow">
            <a:avLst/>
          </a:prstGeom>
          <a:gradFill>
            <a:gsLst>
              <a:gs pos="18000">
                <a:srgbClr val="FF0000"/>
              </a:gs>
              <a:gs pos="74000">
                <a:srgbClr val="FFFF66"/>
              </a:gs>
              <a:gs pos="45000">
                <a:srgbClr val="FFFF00"/>
              </a:gs>
              <a:gs pos="98000">
                <a:schemeClr val="accent3">
                  <a:lumMod val="75000"/>
                </a:schemeClr>
              </a:gs>
            </a:gsLst>
            <a:lin ang="16200000" scaled="1"/>
          </a:gradFill>
          <a:ln w="19050">
            <a:solidFill>
              <a:srgbClr val="6E6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208273" y="2799650"/>
            <a:ext cx="20361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solidFill>
                  <a:srgbClr val="6E6259"/>
                </a:solidFill>
                <a:latin typeface="Gill Sans Std Light" pitchFamily="34" charset="0"/>
              </a:rPr>
              <a:t>#semmelindre</a:t>
            </a:r>
            <a:endParaRPr lang="pt-BR" sz="2400" b="1" dirty="0"/>
          </a:p>
        </p:txBody>
      </p:sp>
      <p:grpSp>
        <p:nvGrpSpPr>
          <p:cNvPr id="12" name="Grupo 11"/>
          <p:cNvGrpSpPr/>
          <p:nvPr/>
        </p:nvGrpSpPr>
        <p:grpSpPr>
          <a:xfrm>
            <a:off x="1403648" y="2916808"/>
            <a:ext cx="3744416" cy="2032000"/>
            <a:chOff x="1043608" y="2340744"/>
            <a:chExt cx="4085172" cy="2248024"/>
          </a:xfrm>
        </p:grpSpPr>
        <p:grpSp>
          <p:nvGrpSpPr>
            <p:cNvPr id="13" name="Grupo 12"/>
            <p:cNvGrpSpPr/>
            <p:nvPr/>
          </p:nvGrpSpPr>
          <p:grpSpPr>
            <a:xfrm>
              <a:off x="2512828" y="2340744"/>
              <a:ext cx="2615952" cy="2248024"/>
              <a:chOff x="1691680" y="2340744"/>
              <a:chExt cx="2615952" cy="2248024"/>
            </a:xfrm>
          </p:grpSpPr>
          <p:graphicFrame>
            <p:nvGraphicFramePr>
              <p:cNvPr id="22" name="Diagrama 21"/>
              <p:cNvGraphicFramePr/>
              <p:nvPr>
                <p:extLst>
                  <p:ext uri="{D42A27DB-BD31-4B8C-83A1-F6EECF244321}">
                    <p14:modId xmlns:p14="http://schemas.microsoft.com/office/powerpoint/2010/main" val="3217947229"/>
                  </p:ext>
                </p:extLst>
              </p:nvPr>
            </p:nvGraphicFramePr>
            <p:xfrm>
              <a:off x="1691680" y="2340744"/>
              <a:ext cx="2615952" cy="22480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23" name="CaixaDeTexto 4"/>
              <p:cNvSpPr txBox="1"/>
              <p:nvPr/>
            </p:nvSpPr>
            <p:spPr>
              <a:xfrm>
                <a:off x="2699792" y="4012704"/>
                <a:ext cx="93610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050" dirty="0" smtClean="0">
                    <a:latin typeface="Gill Sans Std" pitchFamily="34" charset="0"/>
                  </a:rPr>
                  <a:t>Diretor</a:t>
                </a:r>
                <a:endParaRPr lang="pt-BR" sz="1050" dirty="0">
                  <a:latin typeface="Gill Sans Std" pitchFamily="34" charset="0"/>
                </a:endParaRPr>
              </a:p>
            </p:txBody>
          </p:sp>
        </p:grpSp>
        <p:cxnSp>
          <p:nvCxnSpPr>
            <p:cNvPr id="14" name="Conector reto 13"/>
            <p:cNvCxnSpPr/>
            <p:nvPr/>
          </p:nvCxnSpPr>
          <p:spPr>
            <a:xfrm>
              <a:off x="1043608" y="3458681"/>
              <a:ext cx="2091112" cy="0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1043608" y="4012704"/>
              <a:ext cx="2415289" cy="0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/>
            <p:cNvGrpSpPr/>
            <p:nvPr/>
          </p:nvGrpSpPr>
          <p:grpSpPr>
            <a:xfrm>
              <a:off x="1072668" y="2500536"/>
              <a:ext cx="1728192" cy="408195"/>
              <a:chOff x="1072668" y="2500536"/>
              <a:chExt cx="1728192" cy="408195"/>
            </a:xfrm>
          </p:grpSpPr>
          <p:cxnSp>
            <p:nvCxnSpPr>
              <p:cNvPr id="20" name="Conector reto 19"/>
              <p:cNvCxnSpPr/>
              <p:nvPr/>
            </p:nvCxnSpPr>
            <p:spPr>
              <a:xfrm>
                <a:off x="1072668" y="2908731"/>
                <a:ext cx="1728192" cy="0"/>
              </a:xfrm>
              <a:prstGeom prst="line">
                <a:avLst/>
              </a:prstGeom>
              <a:ln w="12700">
                <a:solidFill>
                  <a:schemeClr val="accent3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CaixaDeTexto 16"/>
              <p:cNvSpPr txBox="1"/>
              <p:nvPr/>
            </p:nvSpPr>
            <p:spPr>
              <a:xfrm>
                <a:off x="1216684" y="2500536"/>
                <a:ext cx="129614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sz="1050" dirty="0" smtClean="0">
                    <a:latin typeface="Gill Sans Std" pitchFamily="34" charset="0"/>
                  </a:rPr>
                  <a:t>1ª Escalação</a:t>
                </a:r>
                <a:endParaRPr lang="pt-BR" sz="1050" dirty="0">
                  <a:latin typeface="Gill Sans Std" pitchFamily="34" charset="0"/>
                </a:endParaRPr>
              </a:p>
            </p:txBody>
          </p:sp>
        </p:grpSp>
        <p:sp>
          <p:nvSpPr>
            <p:cNvPr id="17" name="CaixaDeTexto 18"/>
            <p:cNvSpPr txBox="1"/>
            <p:nvPr/>
          </p:nvSpPr>
          <p:spPr>
            <a:xfrm>
              <a:off x="1216684" y="3044347"/>
              <a:ext cx="12961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50" dirty="0">
                  <a:latin typeface="Gill Sans Std" pitchFamily="34" charset="0"/>
                </a:rPr>
                <a:t>2</a:t>
              </a:r>
              <a:r>
                <a:rPr lang="pt-BR" sz="1050" dirty="0" smtClean="0">
                  <a:latin typeface="Gill Sans Std" pitchFamily="34" charset="0"/>
                </a:rPr>
                <a:t>ª Escalação</a:t>
              </a:r>
              <a:endParaRPr lang="pt-BR" sz="1050" dirty="0">
                <a:latin typeface="Gill Sans Std" pitchFamily="34" charset="0"/>
              </a:endParaRPr>
            </a:p>
          </p:txBody>
        </p:sp>
        <p:sp>
          <p:nvSpPr>
            <p:cNvPr id="18" name="CaixaDeTexto 19"/>
            <p:cNvSpPr txBox="1"/>
            <p:nvPr/>
          </p:nvSpPr>
          <p:spPr>
            <a:xfrm>
              <a:off x="1216684" y="3614772"/>
              <a:ext cx="12961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50" dirty="0" smtClean="0">
                  <a:latin typeface="Gill Sans Std" pitchFamily="34" charset="0"/>
                </a:rPr>
                <a:t>4ª Escalação</a:t>
              </a:r>
              <a:endParaRPr lang="pt-BR" sz="1050" dirty="0">
                <a:latin typeface="Gill Sans Std" pitchFamily="34" charset="0"/>
              </a:endParaRPr>
            </a:p>
          </p:txBody>
        </p:sp>
        <p:sp>
          <p:nvSpPr>
            <p:cNvPr id="19" name="CaixaDeTexto 20"/>
            <p:cNvSpPr txBox="1"/>
            <p:nvPr/>
          </p:nvSpPr>
          <p:spPr>
            <a:xfrm>
              <a:off x="1216684" y="4118828"/>
              <a:ext cx="12961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50" dirty="0">
                  <a:latin typeface="Gill Sans Std" pitchFamily="34" charset="0"/>
                </a:rPr>
                <a:t>5</a:t>
              </a:r>
              <a:r>
                <a:rPr lang="pt-BR" sz="1050" dirty="0" smtClean="0">
                  <a:latin typeface="Gill Sans Std" pitchFamily="34" charset="0"/>
                </a:rPr>
                <a:t>ª Escalação</a:t>
              </a:r>
              <a:endParaRPr lang="pt-BR" sz="1050" dirty="0">
                <a:latin typeface="Gill Sans St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676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380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13. SITUAÇÃO DO PROCESSO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23528" y="700336"/>
            <a:ext cx="7848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O que mudou? Quais foram as principais alterações no processo e quais serão os seus benefícios?</a:t>
            </a:r>
            <a:endParaRPr lang="pt-BR" sz="1400" dirty="0">
              <a:latin typeface="Gill Sans Std Light" pitchFamily="34" charset="0"/>
            </a:endParaRPr>
          </a:p>
          <a:p>
            <a:endParaRPr lang="pt-BR" sz="1400" b="1" dirty="0">
              <a:latin typeface="Gill Sans Std Light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010791"/>
            <a:ext cx="8905875" cy="401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316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380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13. SITUAÇÃO DO PROCESSO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23528" y="700336"/>
            <a:ext cx="7848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O que mudou? Quais foram as principais alterações no processo e quais serão os seus benefícios?</a:t>
            </a:r>
            <a:endParaRPr lang="pt-BR" sz="1400" dirty="0">
              <a:latin typeface="Gill Sans Std Light" pitchFamily="34" charset="0"/>
            </a:endParaRPr>
          </a:p>
          <a:p>
            <a:endParaRPr lang="pt-BR" sz="1400" b="1" dirty="0">
              <a:latin typeface="Gill Sans Std Light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150243"/>
            <a:ext cx="8905875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135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5798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14. PLANO DE IMPLANTAÇÃO DO PROCESSO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23528" y="700336"/>
            <a:ext cx="7848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Gill Sans Std Light" pitchFamily="34" charset="0"/>
              </a:rPr>
              <a:t>Abaixo estão descritas as ações para a implantação do processo de Gestão de Mudanças:</a:t>
            </a:r>
            <a:endParaRPr lang="pt-BR" sz="1400" b="1" dirty="0">
              <a:latin typeface="Gill Sans Std Light" pitchFamily="34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2380"/>
            <a:ext cx="8906966" cy="342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6961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251520" y="268288"/>
            <a:ext cx="180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14. </a:t>
            </a:r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SUPORTE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9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1520" y="830992"/>
            <a:ext cx="72008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600" b="1" dirty="0" smtClean="0">
                <a:solidFill>
                  <a:srgbClr val="0070C0"/>
                </a:solidFill>
                <a:latin typeface="Gill Sans Std ExtraBold" pitchFamily="34" charset="0"/>
              </a:rPr>
              <a:t>GPI </a:t>
            </a:r>
            <a:r>
              <a:rPr lang="pt-BR" sz="1600" b="1" dirty="0">
                <a:solidFill>
                  <a:srgbClr val="0070C0"/>
                </a:solidFill>
                <a:latin typeface="Gill Sans Std ExtraBold" pitchFamily="34" charset="0"/>
              </a:rPr>
              <a:t> </a:t>
            </a:r>
            <a:r>
              <a:rPr lang="pt-BR" sz="1600" b="1" dirty="0" smtClean="0">
                <a:solidFill>
                  <a:srgbClr val="0070C0"/>
                </a:solidFill>
                <a:latin typeface="Gill Sans Std ExtraBold" pitchFamily="34" charset="0"/>
              </a:rPr>
              <a:t>- Gerência de Processos e Indicadores</a:t>
            </a: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" pitchFamily="34" charset="0"/>
              </a:rPr>
              <a:t>Horário de atendimento:</a:t>
            </a: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Segunda à Sexta das 8h às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17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h</a:t>
            </a:r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E-mail: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3"/>
              </a:rPr>
              <a:t>GMUD@natura.net</a:t>
            </a:r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Telefone:  11 4196-2450</a:t>
            </a: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400" b="1" dirty="0" smtClean="0">
                <a:solidFill>
                  <a:srgbClr val="6E6259"/>
                </a:solidFill>
                <a:latin typeface="Gill Sans Std" pitchFamily="34" charset="0"/>
              </a:rPr>
              <a:t>Escalação:</a:t>
            </a:r>
          </a:p>
          <a:p>
            <a:pPr algn="just" eaLnBrk="1" hangingPunct="1"/>
            <a:endParaRPr lang="pt-BR" sz="1400" b="1" dirty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Solange Dias (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4"/>
              </a:rPr>
              <a:t>solangedias@natura.net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)</a:t>
            </a: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Marcus Marques (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5"/>
              </a:rPr>
              <a:t>marcusmarques@natura.net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)</a:t>
            </a:r>
          </a:p>
          <a:p>
            <a:pPr algn="just"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Henrique </a:t>
            </a:r>
            <a:r>
              <a:rPr lang="pt-BR" sz="1200" b="1" dirty="0" err="1" smtClean="0">
                <a:solidFill>
                  <a:srgbClr val="6E6259"/>
                </a:solidFill>
                <a:latin typeface="Gill Sans Std Light" pitchFamily="34" charset="0"/>
              </a:rPr>
              <a:t>Gherardi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 (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hlinkClick r:id="rId6"/>
              </a:rPr>
              <a:t>henriquegherardi@natura.net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)</a:t>
            </a:r>
          </a:p>
          <a:p>
            <a:pPr algn="just" eaLnBrk="1" hangingPunct="1"/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algn="just" eaLnBrk="1" hangingPunct="1"/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pic>
        <p:nvPicPr>
          <p:cNvPr id="1027" name="Picture 3" descr="E:\Users\mvmarque\AppData\Local\Microsoft\Windows\Temporary Internet Files\Content.IE5\PNGB27IB\call-center-thinkoutside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420416"/>
            <a:ext cx="1947259" cy="1584176"/>
          </a:xfrm>
          <a:prstGeom prst="ellipse">
            <a:avLst/>
          </a:prstGeom>
          <a:noFill/>
          <a:ln>
            <a:solidFill>
              <a:schemeClr val="l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33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15324</TotalTime>
  <Words>4147</Words>
  <Application>Microsoft Office PowerPoint</Application>
  <PresentationFormat>Personalizar</PresentationFormat>
  <Paragraphs>532</Paragraphs>
  <Slides>42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br94015</cp:lastModifiedBy>
  <cp:revision>497</cp:revision>
  <dcterms:created xsi:type="dcterms:W3CDTF">2014-10-02T13:42:42Z</dcterms:created>
  <dcterms:modified xsi:type="dcterms:W3CDTF">2015-06-02T10:59:47Z</dcterms:modified>
</cp:coreProperties>
</file>