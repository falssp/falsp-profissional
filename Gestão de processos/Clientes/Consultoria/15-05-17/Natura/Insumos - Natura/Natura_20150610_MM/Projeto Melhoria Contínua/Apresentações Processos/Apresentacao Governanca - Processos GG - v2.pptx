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705" r:id="rId6"/>
    <p:sldMasterId id="2147483756" r:id="rId7"/>
    <p:sldMasterId id="2147483768" r:id="rId8"/>
  </p:sldMasterIdLst>
  <p:notesMasterIdLst>
    <p:notesMasterId r:id="rId19"/>
  </p:notesMasterIdLst>
  <p:sldIdLst>
    <p:sldId id="601" r:id="rId9"/>
    <p:sldId id="600" r:id="rId10"/>
    <p:sldId id="604" r:id="rId11"/>
    <p:sldId id="605" r:id="rId12"/>
    <p:sldId id="596" r:id="rId13"/>
    <p:sldId id="606" r:id="rId14"/>
    <p:sldId id="608" r:id="rId15"/>
    <p:sldId id="609" r:id="rId16"/>
    <p:sldId id="610" r:id="rId17"/>
    <p:sldId id="602" r:id="rId18"/>
  </p:sldIdLst>
  <p:sldSz cx="9144000" cy="5143500" type="screen16x9"/>
  <p:notesSz cx="9926638" cy="6797675"/>
  <p:defaultTextStyle>
    <a:defPPr>
      <a:defRPr lang="pt-BR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drões" id="{12DD4983-7521-49DD-8E06-B42A24180C9C}">
          <p14:sldIdLst>
            <p14:sldId id="601"/>
            <p14:sldId id="600"/>
            <p14:sldId id="604"/>
            <p14:sldId id="605"/>
            <p14:sldId id="596"/>
            <p14:sldId id="606"/>
            <p14:sldId id="608"/>
            <p14:sldId id="609"/>
            <p14:sldId id="610"/>
            <p14:sldId id="602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orient="horz" pos="229">
          <p15:clr>
            <a:srgbClr val="A4A3A4"/>
          </p15:clr>
        </p15:guide>
        <p15:guide id="3" orient="horz" pos="3013">
          <p15:clr>
            <a:srgbClr val="A4A3A4"/>
          </p15:clr>
        </p15:guide>
        <p15:guide id="4" pos="2880">
          <p15:clr>
            <a:srgbClr val="A4A3A4"/>
          </p15:clr>
        </p15:guide>
        <p15:guide id="5" pos="228">
          <p15:clr>
            <a:srgbClr val="A4A3A4"/>
          </p15:clr>
        </p15:guide>
        <p15:guide id="6" pos="5533">
          <p15:clr>
            <a:srgbClr val="A4A3A4"/>
          </p15:clr>
        </p15:guide>
        <p15:guide id="7" pos="457">
          <p15:clr>
            <a:srgbClr val="A4A3A4"/>
          </p15:clr>
        </p15:guide>
        <p15:guide id="8" pos="5307">
          <p15:clr>
            <a:srgbClr val="A4A3A4"/>
          </p15:clr>
        </p15:guide>
        <p15:guide id="9" pos="2653">
          <p15:clr>
            <a:srgbClr val="A4A3A4"/>
          </p15:clr>
        </p15:guide>
        <p15:guide id="10" pos="31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E"/>
    <a:srgbClr val="993366"/>
    <a:srgbClr val="004F71"/>
    <a:srgbClr val="5F5F5F"/>
    <a:srgbClr val="FDF3A5"/>
    <a:srgbClr val="F0F9E7"/>
    <a:srgbClr val="CEEAB0"/>
    <a:srgbClr val="FBE122"/>
    <a:srgbClr val="FFFFFF"/>
    <a:srgbClr val="2A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2" autoAdjust="0"/>
    <p:restoredTop sz="94316" autoAdjust="0"/>
  </p:normalViewPr>
  <p:slideViewPr>
    <p:cSldViewPr>
      <p:cViewPr>
        <p:scale>
          <a:sx n="110" d="100"/>
          <a:sy n="110" d="100"/>
        </p:scale>
        <p:origin x="-414" y="-78"/>
      </p:cViewPr>
      <p:guideLst>
        <p:guide orient="horz" pos="1620"/>
        <p:guide orient="horz" pos="229"/>
        <p:guide orient="horz" pos="3013"/>
        <p:guide pos="2880"/>
        <p:guide pos="228"/>
        <p:guide pos="5533"/>
        <p:guide pos="457"/>
        <p:guide pos="5307"/>
        <p:guide pos="2653"/>
        <p:guide pos="31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24BD9E-01D4-4A44-9680-8F83D62A5631}" type="doc">
      <dgm:prSet loTypeId="urn:microsoft.com/office/officeart/2005/8/layout/funnel1" loCatId="process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D1F29276-C4E2-4C95-B788-BEF0A704FB6D}">
      <dgm:prSet phldrT="[Texto]" phldr="1"/>
      <dgm:spPr/>
      <dgm:t>
        <a:bodyPr/>
        <a:lstStyle/>
        <a:p>
          <a:endParaRPr lang="pt-BR" dirty="0"/>
        </a:p>
      </dgm:t>
    </dgm:pt>
    <dgm:pt modelId="{D66E95D3-17E6-4D97-9416-17549EFAC1DF}" type="parTrans" cxnId="{11E6023B-155E-439A-A90C-53B92609DF2B}">
      <dgm:prSet/>
      <dgm:spPr/>
      <dgm:t>
        <a:bodyPr/>
        <a:lstStyle/>
        <a:p>
          <a:endParaRPr lang="pt-BR"/>
        </a:p>
      </dgm:t>
    </dgm:pt>
    <dgm:pt modelId="{521EE94A-BF73-45CE-92BE-2BACF2837E24}" type="sibTrans" cxnId="{11E6023B-155E-439A-A90C-53B92609DF2B}">
      <dgm:prSet/>
      <dgm:spPr/>
      <dgm:t>
        <a:bodyPr/>
        <a:lstStyle/>
        <a:p>
          <a:endParaRPr lang="pt-BR"/>
        </a:p>
      </dgm:t>
    </dgm:pt>
    <dgm:pt modelId="{6E844A74-074B-4D3B-A498-5FF5BED5F7C4}">
      <dgm:prSet phldrT="[Texto]" phldr="1"/>
      <dgm:spPr/>
      <dgm:t>
        <a:bodyPr/>
        <a:lstStyle/>
        <a:p>
          <a:endParaRPr lang="pt-BR" dirty="0"/>
        </a:p>
      </dgm:t>
    </dgm:pt>
    <dgm:pt modelId="{54113C65-E7FD-40B8-9D9F-4F9183CF5779}" type="parTrans" cxnId="{3C5E66DF-7286-4B60-8132-7A0ED0D6A481}">
      <dgm:prSet/>
      <dgm:spPr/>
      <dgm:t>
        <a:bodyPr/>
        <a:lstStyle/>
        <a:p>
          <a:endParaRPr lang="pt-BR"/>
        </a:p>
      </dgm:t>
    </dgm:pt>
    <dgm:pt modelId="{1060CA34-E957-42C7-9594-814723ADEC0F}" type="sibTrans" cxnId="{3C5E66DF-7286-4B60-8132-7A0ED0D6A481}">
      <dgm:prSet/>
      <dgm:spPr/>
      <dgm:t>
        <a:bodyPr/>
        <a:lstStyle/>
        <a:p>
          <a:endParaRPr lang="pt-BR"/>
        </a:p>
      </dgm:t>
    </dgm:pt>
    <dgm:pt modelId="{760BA9D3-3DD2-41EB-B8B0-3293D92B614A}">
      <dgm:prSet phldrT="[Texto]" phldr="1"/>
      <dgm:spPr/>
      <dgm:t>
        <a:bodyPr/>
        <a:lstStyle/>
        <a:p>
          <a:endParaRPr lang="pt-BR" dirty="0"/>
        </a:p>
      </dgm:t>
    </dgm:pt>
    <dgm:pt modelId="{7BAF03BA-5F50-44D0-A1EC-C282983E594D}" type="parTrans" cxnId="{2AC56989-45A8-4EAC-A1BB-4F702C6921C0}">
      <dgm:prSet/>
      <dgm:spPr/>
      <dgm:t>
        <a:bodyPr/>
        <a:lstStyle/>
        <a:p>
          <a:endParaRPr lang="pt-BR"/>
        </a:p>
      </dgm:t>
    </dgm:pt>
    <dgm:pt modelId="{3704C608-216B-4EB9-BDEB-63D71A206475}" type="sibTrans" cxnId="{2AC56989-45A8-4EAC-A1BB-4F702C6921C0}">
      <dgm:prSet/>
      <dgm:spPr/>
      <dgm:t>
        <a:bodyPr/>
        <a:lstStyle/>
        <a:p>
          <a:endParaRPr lang="pt-BR"/>
        </a:p>
      </dgm:t>
    </dgm:pt>
    <dgm:pt modelId="{33263ECA-B843-49B9-9280-18888F89FA29}">
      <dgm:prSet phldrT="[Texto]"/>
      <dgm:spPr/>
      <dgm:t>
        <a:bodyPr/>
        <a:lstStyle/>
        <a:p>
          <a:endParaRPr lang="pt-BR" dirty="0"/>
        </a:p>
      </dgm:t>
    </dgm:pt>
    <dgm:pt modelId="{92FBE17D-70C5-42C9-8F0D-5736E7A72BA1}" type="parTrans" cxnId="{A85A8826-B61F-4766-B643-2096AB0CCB06}">
      <dgm:prSet/>
      <dgm:spPr/>
      <dgm:t>
        <a:bodyPr/>
        <a:lstStyle/>
        <a:p>
          <a:endParaRPr lang="pt-BR"/>
        </a:p>
      </dgm:t>
    </dgm:pt>
    <dgm:pt modelId="{78913DE9-E423-458C-AC03-5B6AEB5C11D6}" type="sibTrans" cxnId="{A85A8826-B61F-4766-B643-2096AB0CCB06}">
      <dgm:prSet/>
      <dgm:spPr/>
      <dgm:t>
        <a:bodyPr/>
        <a:lstStyle/>
        <a:p>
          <a:endParaRPr lang="pt-BR"/>
        </a:p>
      </dgm:t>
    </dgm:pt>
    <dgm:pt modelId="{FDB180F4-A344-404C-9FE0-5BBFA88F1138}" type="pres">
      <dgm:prSet presAssocID="{1124BD9E-01D4-4A44-9680-8F83D62A5631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653327A-92BC-4CDD-A654-3DD8EAC21740}" type="pres">
      <dgm:prSet presAssocID="{1124BD9E-01D4-4A44-9680-8F83D62A5631}" presName="ellipse" presStyleLbl="trBgShp" presStyleIdx="0" presStyleCnt="1"/>
      <dgm:spPr/>
      <dgm:t>
        <a:bodyPr/>
        <a:lstStyle/>
        <a:p>
          <a:endParaRPr lang="pt-BR"/>
        </a:p>
      </dgm:t>
    </dgm:pt>
    <dgm:pt modelId="{A555079C-8EDF-4065-B0F7-F564A668EA73}" type="pres">
      <dgm:prSet presAssocID="{1124BD9E-01D4-4A44-9680-8F83D62A5631}" presName="arrow1" presStyleLbl="fgShp" presStyleIdx="0" presStyleCnt="1"/>
      <dgm:spPr/>
      <dgm:t>
        <a:bodyPr/>
        <a:lstStyle/>
        <a:p>
          <a:endParaRPr lang="pt-BR"/>
        </a:p>
      </dgm:t>
    </dgm:pt>
    <dgm:pt modelId="{BF319320-12B8-4708-81DF-F0D7FC9E920B}" type="pres">
      <dgm:prSet presAssocID="{1124BD9E-01D4-4A44-9680-8F83D62A5631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6C26F81-7023-4C61-83D0-275E12E68356}" type="pres">
      <dgm:prSet presAssocID="{6E844A74-074B-4D3B-A498-5FF5BED5F7C4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A7D4F1D-5DCC-47C7-A9AF-B01A24AC3222}" type="pres">
      <dgm:prSet presAssocID="{760BA9D3-3DD2-41EB-B8B0-3293D92B614A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F5FBD3A-4BB8-496E-8815-EBD2A716CB01}" type="pres">
      <dgm:prSet presAssocID="{33263ECA-B843-49B9-9280-18888F89FA2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A5D556A-3E14-498B-A0BD-C06893729C43}" type="pres">
      <dgm:prSet presAssocID="{1124BD9E-01D4-4A44-9680-8F83D62A5631}" presName="funnel" presStyleLbl="trAlignAcc1" presStyleIdx="0" presStyleCnt="1"/>
      <dgm:spPr/>
      <dgm:t>
        <a:bodyPr/>
        <a:lstStyle/>
        <a:p>
          <a:endParaRPr lang="pt-BR"/>
        </a:p>
      </dgm:t>
    </dgm:pt>
  </dgm:ptLst>
  <dgm:cxnLst>
    <dgm:cxn modelId="{A85A8826-B61F-4766-B643-2096AB0CCB06}" srcId="{1124BD9E-01D4-4A44-9680-8F83D62A5631}" destId="{33263ECA-B843-49B9-9280-18888F89FA29}" srcOrd="3" destOrd="0" parTransId="{92FBE17D-70C5-42C9-8F0D-5736E7A72BA1}" sibTransId="{78913DE9-E423-458C-AC03-5B6AEB5C11D6}"/>
    <dgm:cxn modelId="{2AC56989-45A8-4EAC-A1BB-4F702C6921C0}" srcId="{1124BD9E-01D4-4A44-9680-8F83D62A5631}" destId="{760BA9D3-3DD2-41EB-B8B0-3293D92B614A}" srcOrd="2" destOrd="0" parTransId="{7BAF03BA-5F50-44D0-A1EC-C282983E594D}" sibTransId="{3704C608-216B-4EB9-BDEB-63D71A206475}"/>
    <dgm:cxn modelId="{3979CE29-05EB-4EDF-A384-2312C588064C}" type="presOf" srcId="{D1F29276-C4E2-4C95-B788-BEF0A704FB6D}" destId="{1F5FBD3A-4BB8-496E-8815-EBD2A716CB01}" srcOrd="0" destOrd="0" presId="urn:microsoft.com/office/officeart/2005/8/layout/funnel1"/>
    <dgm:cxn modelId="{B82C6B21-477E-4C81-A381-46F9FE6E3531}" type="presOf" srcId="{33263ECA-B843-49B9-9280-18888F89FA29}" destId="{BF319320-12B8-4708-81DF-F0D7FC9E920B}" srcOrd="0" destOrd="0" presId="urn:microsoft.com/office/officeart/2005/8/layout/funnel1"/>
    <dgm:cxn modelId="{3C5E66DF-7286-4B60-8132-7A0ED0D6A481}" srcId="{1124BD9E-01D4-4A44-9680-8F83D62A5631}" destId="{6E844A74-074B-4D3B-A498-5FF5BED5F7C4}" srcOrd="1" destOrd="0" parTransId="{54113C65-E7FD-40B8-9D9F-4F9183CF5779}" sibTransId="{1060CA34-E957-42C7-9594-814723ADEC0F}"/>
    <dgm:cxn modelId="{06D5408D-E21B-48D5-B31A-60495ACE9612}" type="presOf" srcId="{1124BD9E-01D4-4A44-9680-8F83D62A5631}" destId="{FDB180F4-A344-404C-9FE0-5BBFA88F1138}" srcOrd="0" destOrd="0" presId="urn:microsoft.com/office/officeart/2005/8/layout/funnel1"/>
    <dgm:cxn modelId="{11E6023B-155E-439A-A90C-53B92609DF2B}" srcId="{1124BD9E-01D4-4A44-9680-8F83D62A5631}" destId="{D1F29276-C4E2-4C95-B788-BEF0A704FB6D}" srcOrd="0" destOrd="0" parTransId="{D66E95D3-17E6-4D97-9416-17549EFAC1DF}" sibTransId="{521EE94A-BF73-45CE-92BE-2BACF2837E24}"/>
    <dgm:cxn modelId="{8806688E-D409-4D64-99E0-13E4750DB185}" type="presOf" srcId="{6E844A74-074B-4D3B-A498-5FF5BED5F7C4}" destId="{FA7D4F1D-5DCC-47C7-A9AF-B01A24AC3222}" srcOrd="0" destOrd="0" presId="urn:microsoft.com/office/officeart/2005/8/layout/funnel1"/>
    <dgm:cxn modelId="{36AE10F6-B4F2-4757-AB63-F0F1D3C91705}" type="presOf" srcId="{760BA9D3-3DD2-41EB-B8B0-3293D92B614A}" destId="{26C26F81-7023-4C61-83D0-275E12E68356}" srcOrd="0" destOrd="0" presId="urn:microsoft.com/office/officeart/2005/8/layout/funnel1"/>
    <dgm:cxn modelId="{76E845C9-879A-4BD4-9A3F-A718A42F3939}" type="presParOf" srcId="{FDB180F4-A344-404C-9FE0-5BBFA88F1138}" destId="{7653327A-92BC-4CDD-A654-3DD8EAC21740}" srcOrd="0" destOrd="0" presId="urn:microsoft.com/office/officeart/2005/8/layout/funnel1"/>
    <dgm:cxn modelId="{09BF4F4F-6887-4BB2-825C-678809C27A7E}" type="presParOf" srcId="{FDB180F4-A344-404C-9FE0-5BBFA88F1138}" destId="{A555079C-8EDF-4065-B0F7-F564A668EA73}" srcOrd="1" destOrd="0" presId="urn:microsoft.com/office/officeart/2005/8/layout/funnel1"/>
    <dgm:cxn modelId="{2C8C555F-C5B3-4A78-BA49-A561F7DAB971}" type="presParOf" srcId="{FDB180F4-A344-404C-9FE0-5BBFA88F1138}" destId="{BF319320-12B8-4708-81DF-F0D7FC9E920B}" srcOrd="2" destOrd="0" presId="urn:microsoft.com/office/officeart/2005/8/layout/funnel1"/>
    <dgm:cxn modelId="{753CD392-9BDD-4731-9CC9-8C914DBA2319}" type="presParOf" srcId="{FDB180F4-A344-404C-9FE0-5BBFA88F1138}" destId="{26C26F81-7023-4C61-83D0-275E12E68356}" srcOrd="3" destOrd="0" presId="urn:microsoft.com/office/officeart/2005/8/layout/funnel1"/>
    <dgm:cxn modelId="{E3C351F7-A35E-43D7-9BEC-2A565D4F8158}" type="presParOf" srcId="{FDB180F4-A344-404C-9FE0-5BBFA88F1138}" destId="{FA7D4F1D-5DCC-47C7-A9AF-B01A24AC3222}" srcOrd="4" destOrd="0" presId="urn:microsoft.com/office/officeart/2005/8/layout/funnel1"/>
    <dgm:cxn modelId="{62BCFC30-0FD1-442E-BED2-16BB9ED5E40D}" type="presParOf" srcId="{FDB180F4-A344-404C-9FE0-5BBFA88F1138}" destId="{1F5FBD3A-4BB8-496E-8815-EBD2A716CB01}" srcOrd="5" destOrd="0" presId="urn:microsoft.com/office/officeart/2005/8/layout/funnel1"/>
    <dgm:cxn modelId="{8F5A058C-1CA9-4269-AC53-3DD449B19D7D}" type="presParOf" srcId="{FDB180F4-A344-404C-9FE0-5BBFA88F1138}" destId="{0A5D556A-3E14-498B-A0BD-C06893729C43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24BD9E-01D4-4A44-9680-8F83D62A5631}" type="doc">
      <dgm:prSet loTypeId="urn:microsoft.com/office/officeart/2005/8/layout/funnel1" loCatId="process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pt-BR"/>
        </a:p>
      </dgm:t>
    </dgm:pt>
    <dgm:pt modelId="{D1F29276-C4E2-4C95-B788-BEF0A704FB6D}">
      <dgm:prSet phldrT="[Texto]"/>
      <dgm:spPr/>
      <dgm:t>
        <a:bodyPr/>
        <a:lstStyle/>
        <a:p>
          <a:r>
            <a:rPr lang="pt-BR" dirty="0" smtClean="0"/>
            <a:t>.</a:t>
          </a:r>
          <a:endParaRPr lang="pt-BR" dirty="0"/>
        </a:p>
      </dgm:t>
    </dgm:pt>
    <dgm:pt modelId="{D66E95D3-17E6-4D97-9416-17549EFAC1DF}" type="parTrans" cxnId="{11E6023B-155E-439A-A90C-53B92609DF2B}">
      <dgm:prSet/>
      <dgm:spPr/>
      <dgm:t>
        <a:bodyPr/>
        <a:lstStyle/>
        <a:p>
          <a:endParaRPr lang="pt-BR"/>
        </a:p>
      </dgm:t>
    </dgm:pt>
    <dgm:pt modelId="{521EE94A-BF73-45CE-92BE-2BACF2837E24}" type="sibTrans" cxnId="{11E6023B-155E-439A-A90C-53B92609DF2B}">
      <dgm:prSet/>
      <dgm:spPr/>
      <dgm:t>
        <a:bodyPr/>
        <a:lstStyle/>
        <a:p>
          <a:endParaRPr lang="pt-BR"/>
        </a:p>
      </dgm:t>
    </dgm:pt>
    <dgm:pt modelId="{FDB180F4-A344-404C-9FE0-5BBFA88F1138}" type="pres">
      <dgm:prSet presAssocID="{1124BD9E-01D4-4A44-9680-8F83D62A5631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653327A-92BC-4CDD-A654-3DD8EAC21740}" type="pres">
      <dgm:prSet presAssocID="{1124BD9E-01D4-4A44-9680-8F83D62A5631}" presName="ellipse" presStyleLbl="trBgShp" presStyleIdx="0" presStyleCnt="1"/>
      <dgm:spPr/>
      <dgm:t>
        <a:bodyPr/>
        <a:lstStyle/>
        <a:p>
          <a:endParaRPr lang="pt-BR"/>
        </a:p>
      </dgm:t>
    </dgm:pt>
    <dgm:pt modelId="{A555079C-8EDF-4065-B0F7-F564A668EA73}" type="pres">
      <dgm:prSet presAssocID="{1124BD9E-01D4-4A44-9680-8F83D62A5631}" presName="arrow1" presStyleLbl="fgShp" presStyleIdx="0" presStyleCnt="1"/>
      <dgm:spPr/>
      <dgm:t>
        <a:bodyPr/>
        <a:lstStyle/>
        <a:p>
          <a:endParaRPr lang="pt-BR"/>
        </a:p>
      </dgm:t>
    </dgm:pt>
    <dgm:pt modelId="{BF319320-12B8-4708-81DF-F0D7FC9E920B}" type="pres">
      <dgm:prSet presAssocID="{1124BD9E-01D4-4A44-9680-8F83D62A5631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A5D556A-3E14-498B-A0BD-C06893729C43}" type="pres">
      <dgm:prSet presAssocID="{1124BD9E-01D4-4A44-9680-8F83D62A5631}" presName="funnel" presStyleLbl="trAlignAcc1" presStyleIdx="0" presStyleCnt="1"/>
      <dgm:spPr/>
      <dgm:t>
        <a:bodyPr/>
        <a:lstStyle/>
        <a:p>
          <a:endParaRPr lang="pt-BR"/>
        </a:p>
      </dgm:t>
    </dgm:pt>
  </dgm:ptLst>
  <dgm:cxnLst>
    <dgm:cxn modelId="{B79EFFE8-1B81-4E79-B797-216C2E563F76}" type="presOf" srcId="{D1F29276-C4E2-4C95-B788-BEF0A704FB6D}" destId="{BF319320-12B8-4708-81DF-F0D7FC9E920B}" srcOrd="0" destOrd="0" presId="urn:microsoft.com/office/officeart/2005/8/layout/funnel1"/>
    <dgm:cxn modelId="{90F2FBC0-F48D-404F-8778-BC80DF0B2E3E}" type="presOf" srcId="{1124BD9E-01D4-4A44-9680-8F83D62A5631}" destId="{FDB180F4-A344-404C-9FE0-5BBFA88F1138}" srcOrd="0" destOrd="0" presId="urn:microsoft.com/office/officeart/2005/8/layout/funnel1"/>
    <dgm:cxn modelId="{11E6023B-155E-439A-A90C-53B92609DF2B}" srcId="{1124BD9E-01D4-4A44-9680-8F83D62A5631}" destId="{D1F29276-C4E2-4C95-B788-BEF0A704FB6D}" srcOrd="0" destOrd="0" parTransId="{D66E95D3-17E6-4D97-9416-17549EFAC1DF}" sibTransId="{521EE94A-BF73-45CE-92BE-2BACF2837E24}"/>
    <dgm:cxn modelId="{8F0BA24F-3903-412C-BABB-3260B0A32261}" type="presParOf" srcId="{FDB180F4-A344-404C-9FE0-5BBFA88F1138}" destId="{7653327A-92BC-4CDD-A654-3DD8EAC21740}" srcOrd="0" destOrd="0" presId="urn:microsoft.com/office/officeart/2005/8/layout/funnel1"/>
    <dgm:cxn modelId="{9100A57C-2AE9-48B4-AB3B-9DDD0107B628}" type="presParOf" srcId="{FDB180F4-A344-404C-9FE0-5BBFA88F1138}" destId="{A555079C-8EDF-4065-B0F7-F564A668EA73}" srcOrd="1" destOrd="0" presId="urn:microsoft.com/office/officeart/2005/8/layout/funnel1"/>
    <dgm:cxn modelId="{70F72CEC-082C-4166-91DD-A456E515CF82}" type="presParOf" srcId="{FDB180F4-A344-404C-9FE0-5BBFA88F1138}" destId="{BF319320-12B8-4708-81DF-F0D7FC9E920B}" srcOrd="2" destOrd="0" presId="urn:microsoft.com/office/officeart/2005/8/layout/funnel1"/>
    <dgm:cxn modelId="{6444B51D-6297-445E-A320-9EC5DFE5883B}" type="presParOf" srcId="{FDB180F4-A344-404C-9FE0-5BBFA88F1138}" destId="{0A5D556A-3E14-498B-A0BD-C06893729C43}" srcOrd="3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84FA42-CBA9-4DA4-B896-6B38B58492D3}" type="doc">
      <dgm:prSet loTypeId="urn:microsoft.com/office/officeart/2005/8/layout/hChevron3" loCatId="process" qsTypeId="urn:microsoft.com/office/officeart/2005/8/quickstyle/simple4" qsCatId="simple" csTypeId="urn:microsoft.com/office/officeart/2005/8/colors/accent1_4" csCatId="accent1" phldr="1"/>
      <dgm:spPr/>
    </dgm:pt>
    <dgm:pt modelId="{4733E8BC-4C32-4641-B415-006926B7C310}">
      <dgm:prSet phldrT="[Texto]"/>
      <dgm:spPr/>
      <dgm:t>
        <a:bodyPr/>
        <a:lstStyle/>
        <a:p>
          <a:r>
            <a:rPr lang="pt-BR" b="1" dirty="0" smtClean="0"/>
            <a:t>Segunda</a:t>
          </a:r>
          <a:endParaRPr lang="pt-BR" b="1" dirty="0"/>
        </a:p>
      </dgm:t>
    </dgm:pt>
    <dgm:pt modelId="{7855C668-A7F0-4311-BF6D-0D17907AA1E3}" type="parTrans" cxnId="{830F6771-B9EA-4683-B68E-245A01A818CF}">
      <dgm:prSet/>
      <dgm:spPr/>
      <dgm:t>
        <a:bodyPr/>
        <a:lstStyle/>
        <a:p>
          <a:endParaRPr lang="pt-BR" b="1"/>
        </a:p>
      </dgm:t>
    </dgm:pt>
    <dgm:pt modelId="{358552B1-A7F7-4104-A533-5EFF0F9AB94C}" type="sibTrans" cxnId="{830F6771-B9EA-4683-B68E-245A01A818CF}">
      <dgm:prSet/>
      <dgm:spPr/>
      <dgm:t>
        <a:bodyPr/>
        <a:lstStyle/>
        <a:p>
          <a:endParaRPr lang="pt-BR" b="1"/>
        </a:p>
      </dgm:t>
    </dgm:pt>
    <dgm:pt modelId="{7C3A44E2-3CEF-424D-9029-6FB0CF7294D3}">
      <dgm:prSet phldrT="[Texto]"/>
      <dgm:spPr/>
      <dgm:t>
        <a:bodyPr/>
        <a:lstStyle/>
        <a:p>
          <a:r>
            <a:rPr lang="pt-BR" b="1" dirty="0" smtClean="0"/>
            <a:t>Terça</a:t>
          </a:r>
          <a:endParaRPr lang="pt-BR" b="1" dirty="0"/>
        </a:p>
      </dgm:t>
    </dgm:pt>
    <dgm:pt modelId="{911BDF0D-1EE8-437E-8B1A-B6167C9963FF}" type="parTrans" cxnId="{3DDDB301-C023-4F1F-B1A6-00CD5E650B76}">
      <dgm:prSet/>
      <dgm:spPr/>
      <dgm:t>
        <a:bodyPr/>
        <a:lstStyle/>
        <a:p>
          <a:endParaRPr lang="pt-BR" b="1"/>
        </a:p>
      </dgm:t>
    </dgm:pt>
    <dgm:pt modelId="{D8252E33-B9B2-4B15-A739-4B681D3BF1A3}" type="sibTrans" cxnId="{3DDDB301-C023-4F1F-B1A6-00CD5E650B76}">
      <dgm:prSet/>
      <dgm:spPr/>
      <dgm:t>
        <a:bodyPr/>
        <a:lstStyle/>
        <a:p>
          <a:endParaRPr lang="pt-BR" b="1"/>
        </a:p>
      </dgm:t>
    </dgm:pt>
    <dgm:pt modelId="{80781642-CD09-4157-B09A-C97A93F046EA}">
      <dgm:prSet phldrT="[Texto]"/>
      <dgm:spPr/>
      <dgm:t>
        <a:bodyPr/>
        <a:lstStyle/>
        <a:p>
          <a:r>
            <a:rPr lang="pt-BR" b="1" dirty="0" smtClean="0"/>
            <a:t>Quarta</a:t>
          </a:r>
          <a:endParaRPr lang="pt-BR" b="1" dirty="0"/>
        </a:p>
      </dgm:t>
    </dgm:pt>
    <dgm:pt modelId="{C7EB6E08-A95D-437B-9E0F-3EA6D53CA8E8}" type="parTrans" cxnId="{CBE1BF0A-739B-41DF-8CBF-93AA9C654098}">
      <dgm:prSet/>
      <dgm:spPr/>
      <dgm:t>
        <a:bodyPr/>
        <a:lstStyle/>
        <a:p>
          <a:endParaRPr lang="pt-BR" b="1"/>
        </a:p>
      </dgm:t>
    </dgm:pt>
    <dgm:pt modelId="{A33A28D5-8F84-4B13-B586-A8772BCB3048}" type="sibTrans" cxnId="{CBE1BF0A-739B-41DF-8CBF-93AA9C654098}">
      <dgm:prSet/>
      <dgm:spPr/>
      <dgm:t>
        <a:bodyPr/>
        <a:lstStyle/>
        <a:p>
          <a:endParaRPr lang="pt-BR" b="1"/>
        </a:p>
      </dgm:t>
    </dgm:pt>
    <dgm:pt modelId="{FF883791-D83A-4C91-AE54-3DAB3644FBE1}">
      <dgm:prSet phldrT="[Texto]"/>
      <dgm:spPr/>
      <dgm:t>
        <a:bodyPr/>
        <a:lstStyle/>
        <a:p>
          <a:r>
            <a:rPr lang="pt-BR" b="1" dirty="0" smtClean="0"/>
            <a:t>Quinta</a:t>
          </a:r>
          <a:endParaRPr lang="pt-BR" b="1" dirty="0"/>
        </a:p>
      </dgm:t>
    </dgm:pt>
    <dgm:pt modelId="{DEB62979-9E24-4E14-98A0-2ECDFABDCB77}" type="parTrans" cxnId="{320061B9-56F1-44AC-B4C0-1D952C11C298}">
      <dgm:prSet/>
      <dgm:spPr/>
      <dgm:t>
        <a:bodyPr/>
        <a:lstStyle/>
        <a:p>
          <a:endParaRPr lang="pt-BR" b="1"/>
        </a:p>
      </dgm:t>
    </dgm:pt>
    <dgm:pt modelId="{48FC6055-CA78-4B03-A7DD-A1C7ADED31D7}" type="sibTrans" cxnId="{320061B9-56F1-44AC-B4C0-1D952C11C298}">
      <dgm:prSet/>
      <dgm:spPr/>
      <dgm:t>
        <a:bodyPr/>
        <a:lstStyle/>
        <a:p>
          <a:endParaRPr lang="pt-BR" b="1"/>
        </a:p>
      </dgm:t>
    </dgm:pt>
    <dgm:pt modelId="{F9264118-81DF-4ABD-8603-5729AAA2E44E}">
      <dgm:prSet phldrT="[Texto]"/>
      <dgm:spPr/>
      <dgm:t>
        <a:bodyPr/>
        <a:lstStyle/>
        <a:p>
          <a:r>
            <a:rPr lang="pt-BR" b="1" dirty="0" smtClean="0"/>
            <a:t>Sexta</a:t>
          </a:r>
          <a:endParaRPr lang="pt-BR" b="1" dirty="0"/>
        </a:p>
      </dgm:t>
    </dgm:pt>
    <dgm:pt modelId="{C29A40DC-C1B3-460C-8E6F-1E7DEBB3303B}" type="parTrans" cxnId="{A955FE83-8252-4998-A0FA-659AB3C158B4}">
      <dgm:prSet/>
      <dgm:spPr/>
      <dgm:t>
        <a:bodyPr/>
        <a:lstStyle/>
        <a:p>
          <a:endParaRPr lang="pt-BR" b="1"/>
        </a:p>
      </dgm:t>
    </dgm:pt>
    <dgm:pt modelId="{810695BA-8296-4496-965E-4CA43B490F14}" type="sibTrans" cxnId="{A955FE83-8252-4998-A0FA-659AB3C158B4}">
      <dgm:prSet/>
      <dgm:spPr/>
      <dgm:t>
        <a:bodyPr/>
        <a:lstStyle/>
        <a:p>
          <a:endParaRPr lang="pt-BR" b="1"/>
        </a:p>
      </dgm:t>
    </dgm:pt>
    <dgm:pt modelId="{3EB3003A-04E0-4216-B0C4-C4ACC67B577E}" type="pres">
      <dgm:prSet presAssocID="{BF84FA42-CBA9-4DA4-B896-6B38B58492D3}" presName="Name0" presStyleCnt="0">
        <dgm:presLayoutVars>
          <dgm:dir/>
          <dgm:resizeHandles val="exact"/>
        </dgm:presLayoutVars>
      </dgm:prSet>
      <dgm:spPr/>
    </dgm:pt>
    <dgm:pt modelId="{5BDD67D2-DB0C-463B-A298-8C1D43FDD5CC}" type="pres">
      <dgm:prSet presAssocID="{4733E8BC-4C32-4641-B415-006926B7C310}" presName="parTxOnly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782D86-A865-476C-A2F4-F204171D3CEF}" type="pres">
      <dgm:prSet presAssocID="{358552B1-A7F7-4104-A533-5EFF0F9AB94C}" presName="parSpace" presStyleCnt="0"/>
      <dgm:spPr/>
    </dgm:pt>
    <dgm:pt modelId="{8AA24F0F-1E52-4E1F-8A8A-11881EBAC3C7}" type="pres">
      <dgm:prSet presAssocID="{7C3A44E2-3CEF-424D-9029-6FB0CF7294D3}" presName="parTxOnly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1832F2F-CBD4-4F46-84F9-E84D38A64D50}" type="pres">
      <dgm:prSet presAssocID="{D8252E33-B9B2-4B15-A739-4B681D3BF1A3}" presName="parSpace" presStyleCnt="0"/>
      <dgm:spPr/>
    </dgm:pt>
    <dgm:pt modelId="{E0E00450-DC78-4331-8645-E253643C57EF}" type="pres">
      <dgm:prSet presAssocID="{80781642-CD09-4157-B09A-C97A93F046EA}" presName="parTxOnly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81655BC-8F83-46B6-9489-3B93F8FB5427}" type="pres">
      <dgm:prSet presAssocID="{A33A28D5-8F84-4B13-B586-A8772BCB3048}" presName="parSpace" presStyleCnt="0"/>
      <dgm:spPr/>
    </dgm:pt>
    <dgm:pt modelId="{45A5D9A1-5D23-41DB-9CFC-09C690AFCA6A}" type="pres">
      <dgm:prSet presAssocID="{FF883791-D83A-4C91-AE54-3DAB3644FBE1}" presName="parTxOnly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38D5C61-87A5-4C76-87E1-4C3073ED3AEC}" type="pres">
      <dgm:prSet presAssocID="{48FC6055-CA78-4B03-A7DD-A1C7ADED31D7}" presName="parSpace" presStyleCnt="0"/>
      <dgm:spPr/>
    </dgm:pt>
    <dgm:pt modelId="{AFC11CB6-1124-445D-B11C-BAA282FA497E}" type="pres">
      <dgm:prSet presAssocID="{F9264118-81DF-4ABD-8603-5729AAA2E44E}" presName="parTxOnly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7952F9B-3F3F-489B-A9EE-A48A66EF202B}" type="presOf" srcId="{4733E8BC-4C32-4641-B415-006926B7C310}" destId="{5BDD67D2-DB0C-463B-A298-8C1D43FDD5CC}" srcOrd="0" destOrd="0" presId="urn:microsoft.com/office/officeart/2005/8/layout/hChevron3"/>
    <dgm:cxn modelId="{5F35E954-F9D7-4BE2-84F3-F3077122DB7F}" type="presOf" srcId="{BF84FA42-CBA9-4DA4-B896-6B38B58492D3}" destId="{3EB3003A-04E0-4216-B0C4-C4ACC67B577E}" srcOrd="0" destOrd="0" presId="urn:microsoft.com/office/officeart/2005/8/layout/hChevron3"/>
    <dgm:cxn modelId="{1524CF45-59A5-43FC-88E1-3D6EE27044DB}" type="presOf" srcId="{FF883791-D83A-4C91-AE54-3DAB3644FBE1}" destId="{45A5D9A1-5D23-41DB-9CFC-09C690AFCA6A}" srcOrd="0" destOrd="0" presId="urn:microsoft.com/office/officeart/2005/8/layout/hChevron3"/>
    <dgm:cxn modelId="{0AC722E7-6005-42F1-A452-69C01E72B21A}" type="presOf" srcId="{7C3A44E2-3CEF-424D-9029-6FB0CF7294D3}" destId="{8AA24F0F-1E52-4E1F-8A8A-11881EBAC3C7}" srcOrd="0" destOrd="0" presId="urn:microsoft.com/office/officeart/2005/8/layout/hChevron3"/>
    <dgm:cxn modelId="{320061B9-56F1-44AC-B4C0-1D952C11C298}" srcId="{BF84FA42-CBA9-4DA4-B896-6B38B58492D3}" destId="{FF883791-D83A-4C91-AE54-3DAB3644FBE1}" srcOrd="3" destOrd="0" parTransId="{DEB62979-9E24-4E14-98A0-2ECDFABDCB77}" sibTransId="{48FC6055-CA78-4B03-A7DD-A1C7ADED31D7}"/>
    <dgm:cxn modelId="{CBE1BF0A-739B-41DF-8CBF-93AA9C654098}" srcId="{BF84FA42-CBA9-4DA4-B896-6B38B58492D3}" destId="{80781642-CD09-4157-B09A-C97A93F046EA}" srcOrd="2" destOrd="0" parTransId="{C7EB6E08-A95D-437B-9E0F-3EA6D53CA8E8}" sibTransId="{A33A28D5-8F84-4B13-B586-A8772BCB3048}"/>
    <dgm:cxn modelId="{B7ECAA97-2258-4713-8318-03118EAE36D4}" type="presOf" srcId="{80781642-CD09-4157-B09A-C97A93F046EA}" destId="{E0E00450-DC78-4331-8645-E253643C57EF}" srcOrd="0" destOrd="0" presId="urn:microsoft.com/office/officeart/2005/8/layout/hChevron3"/>
    <dgm:cxn modelId="{A955FE83-8252-4998-A0FA-659AB3C158B4}" srcId="{BF84FA42-CBA9-4DA4-B896-6B38B58492D3}" destId="{F9264118-81DF-4ABD-8603-5729AAA2E44E}" srcOrd="4" destOrd="0" parTransId="{C29A40DC-C1B3-460C-8E6F-1E7DEBB3303B}" sibTransId="{810695BA-8296-4496-965E-4CA43B490F14}"/>
    <dgm:cxn modelId="{830F6771-B9EA-4683-B68E-245A01A818CF}" srcId="{BF84FA42-CBA9-4DA4-B896-6B38B58492D3}" destId="{4733E8BC-4C32-4641-B415-006926B7C310}" srcOrd="0" destOrd="0" parTransId="{7855C668-A7F0-4311-BF6D-0D17907AA1E3}" sibTransId="{358552B1-A7F7-4104-A533-5EFF0F9AB94C}"/>
    <dgm:cxn modelId="{6CDE29B7-39C0-4CE9-BC3C-E5D0C7515E8C}" type="presOf" srcId="{F9264118-81DF-4ABD-8603-5729AAA2E44E}" destId="{AFC11CB6-1124-445D-B11C-BAA282FA497E}" srcOrd="0" destOrd="0" presId="urn:microsoft.com/office/officeart/2005/8/layout/hChevron3"/>
    <dgm:cxn modelId="{3DDDB301-C023-4F1F-B1A6-00CD5E650B76}" srcId="{BF84FA42-CBA9-4DA4-B896-6B38B58492D3}" destId="{7C3A44E2-3CEF-424D-9029-6FB0CF7294D3}" srcOrd="1" destOrd="0" parTransId="{911BDF0D-1EE8-437E-8B1A-B6167C9963FF}" sibTransId="{D8252E33-B9B2-4B15-A739-4B681D3BF1A3}"/>
    <dgm:cxn modelId="{6967D29D-ED35-433F-B0C6-1F9350D2B19A}" type="presParOf" srcId="{3EB3003A-04E0-4216-B0C4-C4ACC67B577E}" destId="{5BDD67D2-DB0C-463B-A298-8C1D43FDD5CC}" srcOrd="0" destOrd="0" presId="urn:microsoft.com/office/officeart/2005/8/layout/hChevron3"/>
    <dgm:cxn modelId="{59D8A2C3-A299-4B52-998A-7087929045D6}" type="presParOf" srcId="{3EB3003A-04E0-4216-B0C4-C4ACC67B577E}" destId="{32782D86-A865-476C-A2F4-F204171D3CEF}" srcOrd="1" destOrd="0" presId="urn:microsoft.com/office/officeart/2005/8/layout/hChevron3"/>
    <dgm:cxn modelId="{FF6913F1-890F-4D4B-A0B3-92A54618975A}" type="presParOf" srcId="{3EB3003A-04E0-4216-B0C4-C4ACC67B577E}" destId="{8AA24F0F-1E52-4E1F-8A8A-11881EBAC3C7}" srcOrd="2" destOrd="0" presId="urn:microsoft.com/office/officeart/2005/8/layout/hChevron3"/>
    <dgm:cxn modelId="{4F5F8E35-2FFC-4DBA-B6B4-01270AA22550}" type="presParOf" srcId="{3EB3003A-04E0-4216-B0C4-C4ACC67B577E}" destId="{71832F2F-CBD4-4F46-84F9-E84D38A64D50}" srcOrd="3" destOrd="0" presId="urn:microsoft.com/office/officeart/2005/8/layout/hChevron3"/>
    <dgm:cxn modelId="{5A7BEEBB-1E40-4235-9567-4C276D5F4CD0}" type="presParOf" srcId="{3EB3003A-04E0-4216-B0C4-C4ACC67B577E}" destId="{E0E00450-DC78-4331-8645-E253643C57EF}" srcOrd="4" destOrd="0" presId="urn:microsoft.com/office/officeart/2005/8/layout/hChevron3"/>
    <dgm:cxn modelId="{99729FC4-E2CF-4527-97F6-9D1BFE690DC7}" type="presParOf" srcId="{3EB3003A-04E0-4216-B0C4-C4ACC67B577E}" destId="{D81655BC-8F83-46B6-9489-3B93F8FB5427}" srcOrd="5" destOrd="0" presId="urn:microsoft.com/office/officeart/2005/8/layout/hChevron3"/>
    <dgm:cxn modelId="{560C7563-3DA6-4941-BD75-8EC50654D614}" type="presParOf" srcId="{3EB3003A-04E0-4216-B0C4-C4ACC67B577E}" destId="{45A5D9A1-5D23-41DB-9CFC-09C690AFCA6A}" srcOrd="6" destOrd="0" presId="urn:microsoft.com/office/officeart/2005/8/layout/hChevron3"/>
    <dgm:cxn modelId="{C14825F6-C523-48F2-AA45-4B1ECC7385A0}" type="presParOf" srcId="{3EB3003A-04E0-4216-B0C4-C4ACC67B577E}" destId="{438D5C61-87A5-4C76-87E1-4C3073ED3AEC}" srcOrd="7" destOrd="0" presId="urn:microsoft.com/office/officeart/2005/8/layout/hChevron3"/>
    <dgm:cxn modelId="{E772B16D-62F1-4C3C-84FF-376B57BCCA08}" type="presParOf" srcId="{3EB3003A-04E0-4216-B0C4-C4ACC67B577E}" destId="{AFC11CB6-1124-445D-B11C-BAA282FA497E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3327A-92BC-4CDD-A654-3DD8EAC21740}">
      <dsp:nvSpPr>
        <dsp:cNvPr id="0" name=""/>
        <dsp:cNvSpPr/>
      </dsp:nvSpPr>
      <dsp:spPr>
        <a:xfrm>
          <a:off x="125007" y="1172036"/>
          <a:ext cx="456827" cy="158650"/>
        </a:xfrm>
        <a:prstGeom prst="ellipse">
          <a:avLst/>
        </a:prstGeom>
        <a:solidFill>
          <a:schemeClr val="accent3">
            <a:tint val="50000"/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5079C-8EDF-4065-B0F7-F564A668EA73}">
      <dsp:nvSpPr>
        <dsp:cNvPr id="0" name=""/>
        <dsp:cNvSpPr/>
      </dsp:nvSpPr>
      <dsp:spPr>
        <a:xfrm>
          <a:off x="309863" y="1560517"/>
          <a:ext cx="88532" cy="56660"/>
        </a:xfrm>
        <a:prstGeom prst="down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19320-12B8-4708-81DF-F0D7FC9E920B}">
      <dsp:nvSpPr>
        <dsp:cNvPr id="0" name=""/>
        <dsp:cNvSpPr/>
      </dsp:nvSpPr>
      <dsp:spPr>
        <a:xfrm>
          <a:off x="141652" y="1605845"/>
          <a:ext cx="424956" cy="106239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 dirty="0"/>
        </a:p>
      </dsp:txBody>
      <dsp:txXfrm>
        <a:off x="141652" y="1605845"/>
        <a:ext cx="424956" cy="106239"/>
      </dsp:txXfrm>
    </dsp:sp>
    <dsp:sp modelId="{26C26F81-7023-4C61-83D0-275E12E68356}">
      <dsp:nvSpPr>
        <dsp:cNvPr id="0" name=""/>
        <dsp:cNvSpPr/>
      </dsp:nvSpPr>
      <dsp:spPr>
        <a:xfrm>
          <a:off x="291094" y="1342939"/>
          <a:ext cx="159358" cy="1593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 dirty="0"/>
        </a:p>
      </dsp:txBody>
      <dsp:txXfrm>
        <a:off x="314431" y="1366276"/>
        <a:ext cx="112684" cy="112684"/>
      </dsp:txXfrm>
    </dsp:sp>
    <dsp:sp modelId="{FA7D4F1D-5DCC-47C7-A9AF-B01A24AC3222}">
      <dsp:nvSpPr>
        <dsp:cNvPr id="0" name=""/>
        <dsp:cNvSpPr/>
      </dsp:nvSpPr>
      <dsp:spPr>
        <a:xfrm>
          <a:off x="177065" y="1223385"/>
          <a:ext cx="159358" cy="1593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 dirty="0"/>
        </a:p>
      </dsp:txBody>
      <dsp:txXfrm>
        <a:off x="200402" y="1246722"/>
        <a:ext cx="112684" cy="112684"/>
      </dsp:txXfrm>
    </dsp:sp>
    <dsp:sp modelId="{1F5FBD3A-4BB8-496E-8815-EBD2A716CB01}">
      <dsp:nvSpPr>
        <dsp:cNvPr id="0" name=""/>
        <dsp:cNvSpPr/>
      </dsp:nvSpPr>
      <dsp:spPr>
        <a:xfrm>
          <a:off x="339964" y="1184855"/>
          <a:ext cx="159358" cy="1593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 dirty="0"/>
        </a:p>
      </dsp:txBody>
      <dsp:txXfrm>
        <a:off x="363301" y="1208192"/>
        <a:ext cx="112684" cy="112684"/>
      </dsp:txXfrm>
    </dsp:sp>
    <dsp:sp modelId="{0A5D556A-3E14-498B-A0BD-C06893729C43}">
      <dsp:nvSpPr>
        <dsp:cNvPr id="0" name=""/>
        <dsp:cNvSpPr/>
      </dsp:nvSpPr>
      <dsp:spPr>
        <a:xfrm>
          <a:off x="106239" y="1152559"/>
          <a:ext cx="495782" cy="396625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53327A-92BC-4CDD-A654-3DD8EAC21740}">
      <dsp:nvSpPr>
        <dsp:cNvPr id="0" name=""/>
        <dsp:cNvSpPr/>
      </dsp:nvSpPr>
      <dsp:spPr>
        <a:xfrm>
          <a:off x="125007" y="1172036"/>
          <a:ext cx="456827" cy="158650"/>
        </a:xfrm>
        <a:prstGeom prst="ellipse">
          <a:avLst/>
        </a:prstGeom>
        <a:solidFill>
          <a:schemeClr val="accent3">
            <a:tint val="50000"/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524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5079C-8EDF-4065-B0F7-F564A668EA73}">
      <dsp:nvSpPr>
        <dsp:cNvPr id="0" name=""/>
        <dsp:cNvSpPr/>
      </dsp:nvSpPr>
      <dsp:spPr>
        <a:xfrm>
          <a:off x="309863" y="1560517"/>
          <a:ext cx="88532" cy="56660"/>
        </a:xfrm>
        <a:prstGeom prst="down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19320-12B8-4708-81DF-F0D7FC9E920B}">
      <dsp:nvSpPr>
        <dsp:cNvPr id="0" name=""/>
        <dsp:cNvSpPr/>
      </dsp:nvSpPr>
      <dsp:spPr>
        <a:xfrm>
          <a:off x="141652" y="1605845"/>
          <a:ext cx="424956" cy="106239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500" kern="1200" dirty="0" smtClean="0"/>
            <a:t>.</a:t>
          </a:r>
          <a:endParaRPr lang="pt-BR" sz="500" kern="1200" dirty="0"/>
        </a:p>
      </dsp:txBody>
      <dsp:txXfrm>
        <a:off x="141652" y="1605845"/>
        <a:ext cx="424956" cy="106239"/>
      </dsp:txXfrm>
    </dsp:sp>
    <dsp:sp modelId="{0A5D556A-3E14-498B-A0BD-C06893729C43}">
      <dsp:nvSpPr>
        <dsp:cNvPr id="0" name=""/>
        <dsp:cNvSpPr/>
      </dsp:nvSpPr>
      <dsp:spPr>
        <a:xfrm>
          <a:off x="106239" y="1152559"/>
          <a:ext cx="495782" cy="396625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D67D2-DB0C-463B-A298-8C1D43FDD5CC}">
      <dsp:nvSpPr>
        <dsp:cNvPr id="0" name=""/>
        <dsp:cNvSpPr/>
      </dsp:nvSpPr>
      <dsp:spPr>
        <a:xfrm>
          <a:off x="1076" y="0"/>
          <a:ext cx="2099564" cy="315035"/>
        </a:xfrm>
        <a:prstGeom prst="homePlat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Segunda</a:t>
          </a:r>
          <a:endParaRPr lang="pt-BR" sz="1700" b="1" kern="1200" dirty="0"/>
        </a:p>
      </dsp:txBody>
      <dsp:txXfrm>
        <a:off x="1076" y="0"/>
        <a:ext cx="2020805" cy="315035"/>
      </dsp:txXfrm>
    </dsp:sp>
    <dsp:sp modelId="{8AA24F0F-1E52-4E1F-8A8A-11881EBAC3C7}">
      <dsp:nvSpPr>
        <dsp:cNvPr id="0" name=""/>
        <dsp:cNvSpPr/>
      </dsp:nvSpPr>
      <dsp:spPr>
        <a:xfrm>
          <a:off x="1680728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144575"/>
                <a:satOff val="-3024"/>
                <a:lumOff val="16825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44575"/>
                <a:satOff val="-3024"/>
                <a:lumOff val="16825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44575"/>
                <a:satOff val="-3024"/>
                <a:lumOff val="168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Terça</a:t>
          </a:r>
          <a:endParaRPr lang="pt-BR" sz="1700" b="1" kern="1200" dirty="0"/>
        </a:p>
      </dsp:txBody>
      <dsp:txXfrm>
        <a:off x="1838246" y="0"/>
        <a:ext cx="1784529" cy="315035"/>
      </dsp:txXfrm>
    </dsp:sp>
    <dsp:sp modelId="{E0E00450-DC78-4331-8645-E253643C57EF}">
      <dsp:nvSpPr>
        <dsp:cNvPr id="0" name=""/>
        <dsp:cNvSpPr/>
      </dsp:nvSpPr>
      <dsp:spPr>
        <a:xfrm>
          <a:off x="3360380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289150"/>
                <a:satOff val="-6048"/>
                <a:lumOff val="3365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289150"/>
                <a:satOff val="-6048"/>
                <a:lumOff val="3365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289150"/>
                <a:satOff val="-6048"/>
                <a:lumOff val="3365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Quarta</a:t>
          </a:r>
          <a:endParaRPr lang="pt-BR" sz="1700" b="1" kern="1200" dirty="0"/>
        </a:p>
      </dsp:txBody>
      <dsp:txXfrm>
        <a:off x="3517898" y="0"/>
        <a:ext cx="1784529" cy="315035"/>
      </dsp:txXfrm>
    </dsp:sp>
    <dsp:sp modelId="{45A5D9A1-5D23-41DB-9CFC-09C690AFCA6A}">
      <dsp:nvSpPr>
        <dsp:cNvPr id="0" name=""/>
        <dsp:cNvSpPr/>
      </dsp:nvSpPr>
      <dsp:spPr>
        <a:xfrm>
          <a:off x="5040031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289150"/>
                <a:satOff val="-6048"/>
                <a:lumOff val="3365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289150"/>
                <a:satOff val="-6048"/>
                <a:lumOff val="3365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289150"/>
                <a:satOff val="-6048"/>
                <a:lumOff val="3365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Quinta</a:t>
          </a:r>
          <a:endParaRPr lang="pt-BR" sz="1700" b="1" kern="1200" dirty="0"/>
        </a:p>
      </dsp:txBody>
      <dsp:txXfrm>
        <a:off x="5197549" y="0"/>
        <a:ext cx="1784529" cy="315035"/>
      </dsp:txXfrm>
    </dsp:sp>
    <dsp:sp modelId="{AFC11CB6-1124-445D-B11C-BAA282FA497E}">
      <dsp:nvSpPr>
        <dsp:cNvPr id="0" name=""/>
        <dsp:cNvSpPr/>
      </dsp:nvSpPr>
      <dsp:spPr>
        <a:xfrm>
          <a:off x="6719683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144575"/>
                <a:satOff val="-3024"/>
                <a:lumOff val="16825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44575"/>
                <a:satOff val="-3024"/>
                <a:lumOff val="16825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44575"/>
                <a:satOff val="-3024"/>
                <a:lumOff val="168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Sexta</a:t>
          </a:r>
          <a:endParaRPr lang="pt-BR" sz="1700" b="1" kern="1200" dirty="0"/>
        </a:p>
      </dsp:txBody>
      <dsp:txXfrm>
        <a:off x="6877201" y="0"/>
        <a:ext cx="1784529" cy="315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3373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ECC7-798C-4DC9-B576-69CA3945C8DE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456218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3373" y="6456218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FC247-2D29-4661-9215-4B079696D7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37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90C86-FF29-474A-81FF-E0B4A3117F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43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8EF6F4-A443-4851-8437-FCC9F42E194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20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 b="1" smtClean="0"/>
              <a:t>Incidente </a:t>
            </a:r>
            <a:r>
              <a:rPr lang="pt-BR" smtClean="0"/>
              <a:t>é qualquer evento que não faz parte do funcionamento-padrão de um serviço e que causa, ou pode causar, uma interrupção no serviço ou uma redução de sua qualidade.</a:t>
            </a:r>
          </a:p>
          <a:p>
            <a:r>
              <a:rPr lang="pt-BR" smtClean="0"/>
              <a:t> </a:t>
            </a:r>
          </a:p>
          <a:p>
            <a:r>
              <a:rPr lang="pt-BR" b="1" smtClean="0"/>
              <a:t>Gerenciamento de Incidente </a:t>
            </a:r>
            <a:r>
              <a:rPr lang="pt-BR" smtClean="0"/>
              <a:t>tem por objetivo restabelecer no menor prazo possível a operação dos serviços com o mínimo de impacto para o negócio, respeitando os Acordos de Níveis de Serviço.</a:t>
            </a:r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/>
            <a:fld id="{4D73EEE8-5EF9-4E34-A348-846E45F168B1}" type="slidenum">
              <a:rPr lang="pt-BR" sz="1200" smtClean="0"/>
              <a:pPr eaLnBrk="1" hangingPunct="1"/>
              <a:t>7</a:t>
            </a:fld>
            <a:endParaRPr lang="pt-B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 b="1" smtClean="0"/>
              <a:t>Incidente </a:t>
            </a:r>
            <a:r>
              <a:rPr lang="pt-BR" smtClean="0"/>
              <a:t>é qualquer evento que não faz parte do funcionamento-padrão de um serviço e que causa, ou pode causar, uma interrupção no serviço ou uma redução de sua qualidade.</a:t>
            </a:r>
          </a:p>
          <a:p>
            <a:r>
              <a:rPr lang="pt-BR" smtClean="0"/>
              <a:t> </a:t>
            </a:r>
          </a:p>
          <a:p>
            <a:r>
              <a:rPr lang="pt-BR" b="1" smtClean="0"/>
              <a:t>Gerenciamento de Incidente </a:t>
            </a:r>
            <a:r>
              <a:rPr lang="pt-BR" smtClean="0"/>
              <a:t>tem por objetivo restabelecer no menor prazo possível a operação dos serviços com o mínimo de impacto para o negócio, respeitando os Acordos de Níveis de Serviço.</a:t>
            </a:r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/>
            <a:fld id="{4D73EEE8-5EF9-4E34-A348-846E45F168B1}" type="slidenum">
              <a:rPr lang="pt-BR" sz="1200" smtClean="0"/>
              <a:pPr eaLnBrk="1" hangingPunct="1"/>
              <a:t>8</a:t>
            </a:fld>
            <a:endParaRPr lang="pt-B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 b="1" smtClean="0"/>
              <a:t>Incidente </a:t>
            </a:r>
            <a:r>
              <a:rPr lang="pt-BR" smtClean="0"/>
              <a:t>é qualquer evento que não faz parte do funcionamento-padrão de um serviço e que causa, ou pode causar, uma interrupção no serviço ou uma redução de sua qualidade.</a:t>
            </a:r>
          </a:p>
          <a:p>
            <a:r>
              <a:rPr lang="pt-BR" smtClean="0"/>
              <a:t> </a:t>
            </a:r>
          </a:p>
          <a:p>
            <a:r>
              <a:rPr lang="pt-BR" b="1" smtClean="0"/>
              <a:t>Gerenciamento de Incidente </a:t>
            </a:r>
            <a:r>
              <a:rPr lang="pt-BR" smtClean="0"/>
              <a:t>tem por objetivo restabelecer no menor prazo possível a operação dos serviços com o mínimo de impacto para o negócio, respeitando os Acordos de Níveis de Serviço.</a:t>
            </a:r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1pPr>
            <a:lvl2pPr marL="742950" indent="-28575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 marL="11430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 marL="16002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 marL="2057400" indent="-228600" eaLnBrk="0" hangingPunct="0"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9pPr>
          </a:lstStyle>
          <a:p>
            <a:pPr eaLnBrk="1" hangingPunct="1"/>
            <a:fld id="{4D73EEE8-5EF9-4E34-A348-846E45F168B1}" type="slidenum">
              <a:rPr lang="pt-BR" sz="1200" smtClean="0"/>
              <a:pPr eaLnBrk="1" hangingPunct="1"/>
              <a:t>9</a:t>
            </a:fld>
            <a:endParaRPr lang="pt-B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.xml"/><Relationship Id="rId10" Type="http://schemas.openxmlformats.org/officeDocument/2006/relationships/image" Target="../media/image3.png"/><Relationship Id="rId4" Type="http://schemas.openxmlformats.org/officeDocument/2006/relationships/tags" Target="../tags/tag3.xml"/><Relationship Id="rId9" Type="http://schemas.openxmlformats.org/officeDocument/2006/relationships/image" Target="../media/image2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4.png"/><Relationship Id="rId4" Type="http://schemas.openxmlformats.org/officeDocument/2006/relationships/tags" Target="../tags/tag7.xml"/><Relationship Id="rId9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6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22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30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29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9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1631159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07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64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18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3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5" y="1076331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1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4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4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082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02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5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9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35786" y="635130"/>
            <a:ext cx="8228708" cy="1936622"/>
          </a:xfrm>
          <a:prstGeom prst="rect">
            <a:avLst/>
          </a:prstGeom>
        </p:spPr>
        <p:txBody>
          <a:bodyPr lIns="57010" tIns="28502" rIns="57010" bIns="28502"/>
          <a:lstStyle>
            <a:lvl1pPr algn="l">
              <a:defRPr lang="en-US" sz="60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522397" y="2849699"/>
            <a:ext cx="8238753" cy="433647"/>
          </a:xfrm>
          <a:prstGeom prst="rect">
            <a:avLst/>
          </a:prstGeom>
        </p:spPr>
        <p:txBody>
          <a:bodyPr lIns="57010" tIns="28502" rIns="57010" bIns="28502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5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7316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3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5" y="214337"/>
            <a:ext cx="6000751" cy="4714875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80" y="421944"/>
            <a:ext cx="5402462" cy="408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530381" y="1687714"/>
            <a:ext cx="2510691" cy="388442"/>
          </a:xfrm>
          <a:prstGeom prst="rect">
            <a:avLst/>
          </a:prstGeom>
        </p:spPr>
        <p:txBody>
          <a:bodyPr lIns="57010" tIns="28502" rIns="57010" bIns="28502"/>
          <a:lstStyle>
            <a:lvl1pPr algn="l">
              <a:defRPr lang="en-US" sz="15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430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672" y="1684967"/>
            <a:ext cx="6516439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 anchor="t"/>
          <a:lstStyle>
            <a:lvl1pPr algn="l">
              <a:defRPr lang="pt-BR" sz="62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079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9" y="407711"/>
            <a:ext cx="8809136" cy="4100401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41" y="468381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081781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41" y="468381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008902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9" y="407703"/>
            <a:ext cx="8809136" cy="4594324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34" y="468381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917586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4" y="468381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979248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35801" y="421961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87" y="1664311"/>
            <a:ext cx="7175004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6" y="1271647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498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2348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46920" y="5027149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9" tIns="28508" rIns="57019" bIns="28508"/>
          <a:lstStyle/>
          <a:p>
            <a:pPr algn="ctr" defTabSz="511487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500098" y="4671355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5801" y="421944"/>
            <a:ext cx="5402462" cy="408534"/>
          </a:xfrm>
          <a:prstGeom prst="rect">
            <a:avLst/>
          </a:prstGeom>
        </p:spPr>
        <p:txBody>
          <a:bodyPr lIns="57019" tIns="28508" rIns="57019" bIns="28508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22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220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535801" y="421961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807" y="1670174"/>
            <a:ext cx="4947571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6" y="1271647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498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888409" y="1670174"/>
            <a:ext cx="2683372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3656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1" y="214321"/>
            <a:ext cx="5679282" cy="472827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534674" y="196903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/>
          <a:lstStyle>
            <a:lvl1pPr>
              <a:defRPr lang="pt-BR" sz="62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208" y="2223540"/>
            <a:ext cx="2705695" cy="354955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1666" algn="l"/>
                <a:tab pos="443318" algn="l"/>
                <a:tab pos="664976" algn="l"/>
                <a:tab pos="886631" algn="l"/>
                <a:tab pos="1108292" algn="l"/>
                <a:tab pos="1329947" algn="l"/>
                <a:tab pos="1551603" algn="l"/>
                <a:tab pos="1773259" algn="l"/>
                <a:tab pos="1994910" algn="l"/>
                <a:tab pos="2216573" algn="l"/>
                <a:tab pos="2438229" algn="l"/>
                <a:tab pos="2659885" algn="l"/>
                <a:tab pos="2849884" algn="l"/>
              </a:tabLst>
              <a:defRPr lang="pt-BR" sz="1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208" y="2589657"/>
            <a:ext cx="2705695" cy="1101701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>
              <a:buNone/>
              <a:defRPr lang="pt-BR" sz="1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01445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1" y="214321"/>
            <a:ext cx="5679282" cy="472827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417" y="4252796"/>
            <a:ext cx="714375" cy="4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534674" y="196903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62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208" y="2223540"/>
            <a:ext cx="2705695" cy="354955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1666" algn="l"/>
                <a:tab pos="443318" algn="l"/>
                <a:tab pos="664976" algn="l"/>
                <a:tab pos="886631" algn="l"/>
                <a:tab pos="1108292" algn="l"/>
                <a:tab pos="1329947" algn="l"/>
                <a:tab pos="1551603" algn="l"/>
                <a:tab pos="1773259" algn="l"/>
                <a:tab pos="1994910" algn="l"/>
                <a:tab pos="2216573" algn="l"/>
                <a:tab pos="2438229" algn="l"/>
                <a:tab pos="2659885" algn="l"/>
                <a:tab pos="2849884" algn="l"/>
              </a:tabLst>
              <a:defRPr lang="pt-BR" sz="1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208" y="2589657"/>
            <a:ext cx="2705695" cy="1101701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>
              <a:buNone/>
              <a:defRPr lang="pt-BR" sz="1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3729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3143267" y="214337"/>
            <a:ext cx="6000751" cy="4714875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429014" y="1024696"/>
            <a:ext cx="5572125" cy="336872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4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345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535801" y="421961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802" y="1508551"/>
            <a:ext cx="3746251" cy="246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4774960" y="1508551"/>
            <a:ext cx="3746251" cy="246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5951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535823" y="1580585"/>
            <a:ext cx="7822407" cy="19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569044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100" dirty="0">
                <a:solidFill>
                  <a:srgbClr val="8F993E"/>
                </a:solidFill>
                <a:latin typeface="Gill Sans Std Light" pitchFamily="34" charset="0"/>
                <a:ea typeface="MS PGothic" pitchFamily="34" charset="-128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066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9" y="407711"/>
            <a:ext cx="8809136" cy="410040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41" y="468381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035621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9" y="407704"/>
            <a:ext cx="8809136" cy="459516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4" y="468381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2561622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41" y="342911"/>
            <a:ext cx="8226689" cy="393749"/>
          </a:xfrm>
          <a:prstGeom prst="rect">
            <a:avLst/>
          </a:prstGeom>
        </p:spPr>
        <p:txBody>
          <a:bodyPr lIns="49339" tIns="24745" rIns="49339" bIns="24745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941" y="1362310"/>
            <a:ext cx="8226689" cy="3437333"/>
          </a:xfrm>
          <a:prstGeom prst="rect">
            <a:avLst/>
          </a:prstGeom>
        </p:spPr>
        <p:txBody>
          <a:bodyPr lIns="49339" tIns="24745" rIns="49339" bIns="24745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6" y="850966"/>
            <a:ext cx="8227220" cy="402389"/>
          </a:xfrm>
          <a:prstGeom prst="rect">
            <a:avLst/>
          </a:prstGeom>
        </p:spPr>
        <p:txBody>
          <a:bodyPr lIns="49339" tIns="24745" rIns="49339" bIns="24745" anchor="t">
            <a:noAutofit/>
          </a:bodyPr>
          <a:lstStyle>
            <a:lvl1pPr marL="0" indent="0">
              <a:buNone/>
              <a:defRPr sz="1200" b="0"/>
            </a:lvl1pPr>
            <a:lvl2pPr marL="392225" indent="0">
              <a:buNone/>
              <a:defRPr sz="1800" b="1"/>
            </a:lvl2pPr>
            <a:lvl3pPr marL="784453" indent="0">
              <a:buNone/>
              <a:defRPr sz="1600" b="1"/>
            </a:lvl3pPr>
            <a:lvl4pPr marL="1176692" indent="0">
              <a:buNone/>
              <a:defRPr sz="1400" b="1"/>
            </a:lvl4pPr>
            <a:lvl5pPr marL="1568922" indent="0">
              <a:buNone/>
              <a:defRPr sz="1400" b="1"/>
            </a:lvl5pPr>
            <a:lvl6pPr marL="1961159" indent="0">
              <a:buNone/>
              <a:defRPr sz="1400" b="1"/>
            </a:lvl6pPr>
            <a:lvl7pPr marL="2353389" indent="0">
              <a:buNone/>
              <a:defRPr sz="1400" b="1"/>
            </a:lvl7pPr>
            <a:lvl8pPr marL="2745615" indent="0">
              <a:buNone/>
              <a:defRPr sz="1400" b="1"/>
            </a:lvl8pPr>
            <a:lvl9pPr marL="3137852" indent="0">
              <a:buNone/>
              <a:defRPr sz="14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151301" y="-105687"/>
            <a:ext cx="9439923" cy="5352394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92" y="4799417"/>
            <a:ext cx="5438508" cy="3440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7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0073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521"/>
            <a:ext cx="7772400" cy="11028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257162" indent="0" algn="ctr">
              <a:buNone/>
              <a:defRPr/>
            </a:lvl2pPr>
            <a:lvl3pPr marL="514325" indent="0" algn="ctr">
              <a:buNone/>
              <a:defRPr/>
            </a:lvl3pPr>
            <a:lvl4pPr marL="771487" indent="0" algn="ctr">
              <a:buNone/>
              <a:defRPr/>
            </a:lvl4pPr>
            <a:lvl5pPr marL="1028649" indent="0" algn="ctr">
              <a:buNone/>
              <a:defRPr/>
            </a:lvl5pPr>
            <a:lvl6pPr marL="1285811" indent="0" algn="ctr">
              <a:buNone/>
              <a:defRPr/>
            </a:lvl6pPr>
            <a:lvl7pPr marL="1542974" indent="0" algn="ctr">
              <a:buNone/>
              <a:defRPr/>
            </a:lvl7pPr>
            <a:lvl8pPr marL="1800135" indent="0" algn="ctr">
              <a:buNone/>
              <a:defRPr/>
            </a:lvl8pPr>
            <a:lvl9pPr marL="20572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73616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0774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2" y="3304882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2" y="2179742"/>
            <a:ext cx="7772400" cy="1125141"/>
          </a:xfrm>
        </p:spPr>
        <p:txBody>
          <a:bodyPr anchor="b"/>
          <a:lstStyle>
            <a:lvl1pPr marL="0" indent="0">
              <a:buNone/>
              <a:defRPr sz="1100"/>
            </a:lvl1pPr>
            <a:lvl2pPr marL="257162" indent="0">
              <a:buNone/>
              <a:defRPr sz="1000"/>
            </a:lvl2pPr>
            <a:lvl3pPr marL="514325" indent="0">
              <a:buNone/>
              <a:defRPr sz="900"/>
            </a:lvl3pPr>
            <a:lvl4pPr marL="771487" indent="0">
              <a:buNone/>
              <a:defRPr sz="800"/>
            </a:lvl4pPr>
            <a:lvl5pPr marL="1028649" indent="0">
              <a:buNone/>
              <a:defRPr sz="800"/>
            </a:lvl5pPr>
            <a:lvl6pPr marL="1285811" indent="0">
              <a:buNone/>
              <a:defRPr sz="800"/>
            </a:lvl6pPr>
            <a:lvl7pPr marL="1542974" indent="0">
              <a:buNone/>
              <a:defRPr sz="800"/>
            </a:lvl7pPr>
            <a:lvl8pPr marL="1800135" indent="0">
              <a:buNone/>
              <a:defRPr sz="800"/>
            </a:lvl8pPr>
            <a:lvl9pPr marL="205729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616531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081" y="2650335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291" y="2650335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7528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2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042"/>
            <a:ext cx="4039791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458"/>
            <a:ext cx="4039791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32" y="1151042"/>
            <a:ext cx="4041577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32" y="1631458"/>
            <a:ext cx="4041577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95550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0634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051757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490"/>
            <a:ext cx="3008412" cy="871538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455" y="204490"/>
            <a:ext cx="5111353" cy="438983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033"/>
            <a:ext cx="3008412" cy="351829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291870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89" y="3600452"/>
            <a:ext cx="5486400" cy="425053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89" y="459882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62" indent="0">
              <a:buNone/>
              <a:defRPr sz="1600"/>
            </a:lvl2pPr>
            <a:lvl3pPr marL="514325" indent="0">
              <a:buNone/>
              <a:defRPr sz="1400"/>
            </a:lvl3pPr>
            <a:lvl4pPr marL="771487" indent="0">
              <a:buNone/>
              <a:defRPr sz="1100"/>
            </a:lvl4pPr>
            <a:lvl5pPr marL="1028649" indent="0">
              <a:buNone/>
              <a:defRPr sz="1100"/>
            </a:lvl5pPr>
            <a:lvl6pPr marL="1285811" indent="0">
              <a:buNone/>
              <a:defRPr sz="1100"/>
            </a:lvl6pPr>
            <a:lvl7pPr marL="1542974" indent="0">
              <a:buNone/>
              <a:defRPr sz="1100"/>
            </a:lvl7pPr>
            <a:lvl8pPr marL="1800135" indent="0">
              <a:buNone/>
              <a:defRPr sz="1100"/>
            </a:lvl8pPr>
            <a:lvl9pPr marL="2057297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89" y="4025508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5365291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56151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610" y="864399"/>
            <a:ext cx="1959173" cy="237886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087" y="864399"/>
            <a:ext cx="5791795" cy="2378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4045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1795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209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4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67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67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510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7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7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1713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5586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0705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7674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6937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3428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207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207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239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55"/>
            <a:ext cx="7772400" cy="1102519"/>
          </a:xfrm>
        </p:spPr>
        <p:txBody>
          <a:bodyPr anchor="t" anchorCtr="0">
            <a:noAutofit/>
          </a:bodyPr>
          <a:lstStyle>
            <a:lvl1pPr marL="0" indent="0" algn="l" defTabSz="913947" rtl="0" eaLnBrk="1" latinLnBrk="0" hangingPunct="1">
              <a:spcBef>
                <a:spcPct val="0"/>
              </a:spcBef>
              <a:buNone/>
              <a:defRPr lang="pt-BR" sz="3600" kern="1200" cap="all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Autofit/>
          </a:bodyPr>
          <a:lstStyle>
            <a:lvl1pPr marL="0" indent="0" algn="ctr">
              <a:buNone/>
              <a:defRPr lang="pt-BR" sz="3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+mj-ea"/>
                <a:cs typeface="+mj-cs"/>
              </a:defRPr>
            </a:lvl1pPr>
            <a:lvl2pPr marL="456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086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76995"/>
            <a:ext cx="1619200" cy="264111"/>
          </a:xfrm>
        </p:spPr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2628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93265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315" y="407643"/>
            <a:ext cx="8461375" cy="678942"/>
          </a:xfrm>
        </p:spPr>
        <p:txBody>
          <a:bodyPr anchor="t" anchorCtr="0">
            <a:noAutofit/>
          </a:bodyPr>
          <a:lstStyle>
            <a:lvl1pPr marL="177712" indent="-177712" algn="l">
              <a:defRPr sz="28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1315" y="1492251"/>
            <a:ext cx="8101012" cy="3102371"/>
          </a:xfrm>
        </p:spPr>
        <p:txBody>
          <a:bodyPr>
            <a:noAutofit/>
          </a:bodyPr>
          <a:lstStyle>
            <a:lvl1pPr marL="171450" indent="-171450">
              <a:buFont typeface="Gill Sans Std" pitchFamily="34" charset="0"/>
              <a:buChar char="_"/>
              <a:defRPr lang="pt-BR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defRPr>
            </a:lvl1pPr>
            <a:lvl2pPr marL="455613" indent="-112713">
              <a:buFont typeface="Gill Sans Std" pitchFamily="34" charset="0"/>
              <a:buChar char="_"/>
              <a:defRPr lang="pt-BR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defRPr>
            </a:lvl2pPr>
            <a:lvl3pPr marL="904875" indent="-155575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3pPr>
            <a:lvl4pPr marL="1254125" indent="-161925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4pPr>
            <a:lvl5pPr marL="1616075" indent="-168275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5pPr>
          </a:lstStyle>
          <a:p>
            <a:pPr marL="172951" lvl="0" indent="-172951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pic>
        <p:nvPicPr>
          <p:cNvPr id="7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  <p:sp>
        <p:nvSpPr>
          <p:cNvPr id="5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4767266"/>
            <a:ext cx="2133600" cy="273843"/>
          </a:xfrm>
        </p:spPr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1" y="4767266"/>
            <a:ext cx="2895600" cy="273843"/>
          </a:xfrm>
        </p:spPr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76995"/>
            <a:ext cx="1619200" cy="264111"/>
          </a:xfrm>
        </p:spPr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3086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 - logo bco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315" y="407643"/>
            <a:ext cx="8461375" cy="678942"/>
          </a:xfrm>
        </p:spPr>
        <p:txBody>
          <a:bodyPr anchor="t" anchorCtr="0">
            <a:noAutofit/>
          </a:bodyPr>
          <a:lstStyle>
            <a:lvl1pPr marL="177712" indent="-177712" algn="l">
              <a:defRPr sz="2800" cap="all" baseline="0">
                <a:solidFill>
                  <a:schemeClr val="bg1"/>
                </a:solidFill>
                <a:effectLst/>
                <a:latin typeface="Gill Sans Std ExtraBold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1315" y="1671650"/>
            <a:ext cx="8101012" cy="2922972"/>
          </a:xfrm>
        </p:spPr>
        <p:txBody>
          <a:bodyPr>
            <a:noAutofit/>
          </a:bodyPr>
          <a:lstStyle>
            <a:lvl1pPr marL="172951" indent="-172951">
              <a:buFont typeface="Gill Sans Std" pitchFamily="34" charset="0"/>
              <a:buChar char="_"/>
              <a:defRPr lang="pt-BR" sz="2000" kern="1200" dirty="0" smtClean="0">
                <a:solidFill>
                  <a:schemeClr val="bg1"/>
                </a:solidFill>
                <a:latin typeface="Gill Sans Std" pitchFamily="34" charset="0"/>
                <a:ea typeface="+mn-ea"/>
                <a:cs typeface="+mn-cs"/>
              </a:defRPr>
            </a:lvl1pPr>
            <a:lvl2pPr marL="539750" indent="-206375">
              <a:buFont typeface="Gill Sans Std" pitchFamily="34" charset="0"/>
              <a:buChar char="_"/>
              <a:defRPr lang="pt-BR" sz="1800" kern="1200" dirty="0" smtClean="0">
                <a:solidFill>
                  <a:schemeClr val="bg1"/>
                </a:solidFill>
                <a:latin typeface="Gill Sans Std" pitchFamily="34" charset="0"/>
                <a:ea typeface="+mn-ea"/>
                <a:cs typeface="+mn-cs"/>
              </a:defRPr>
            </a:lvl2pPr>
            <a:lvl3pPr marL="904875" indent="-179388">
              <a:tabLst/>
              <a:defRPr sz="1600">
                <a:solidFill>
                  <a:schemeClr val="bg1"/>
                </a:solidFill>
                <a:latin typeface="Gill Sans Std" pitchFamily="34" charset="0"/>
              </a:defRPr>
            </a:lvl3pPr>
            <a:lvl4pPr marL="1254125" indent="-161925">
              <a:defRPr sz="1400">
                <a:solidFill>
                  <a:schemeClr val="bg1"/>
                </a:solidFill>
                <a:latin typeface="Gill Sans Std" pitchFamily="34" charset="0"/>
              </a:defRPr>
            </a:lvl4pPr>
            <a:lvl5pPr marL="1616075" indent="-168275">
              <a:defRPr sz="1400">
                <a:solidFill>
                  <a:schemeClr val="bg1"/>
                </a:solidFill>
                <a:latin typeface="Gill Sans Std" pitchFamily="34" charset="0"/>
              </a:defRPr>
            </a:lvl5pPr>
          </a:lstStyle>
          <a:p>
            <a:pPr marL="172951" lvl="0" indent="-172951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5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4767266"/>
            <a:ext cx="2133600" cy="273843"/>
          </a:xfrm>
        </p:spPr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1" y="4767266"/>
            <a:ext cx="2895600" cy="273843"/>
          </a:xfrm>
        </p:spPr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76995"/>
            <a:ext cx="1619200" cy="264111"/>
          </a:xfrm>
        </p:spPr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40" descr="cinza-pluma.png"/>
          <p:cNvPicPr>
            <a:picLocks noChangeAspect="1"/>
          </p:cNvPicPr>
          <p:nvPr userDrawn="1"/>
        </p:nvPicPr>
        <p:blipFill>
          <a:blip r:embed="rId2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9559" y="4364068"/>
            <a:ext cx="512995" cy="51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05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anchor="t" anchorCtr="0"/>
          <a:lstStyle>
            <a:lvl1pPr>
              <a:defRPr sz="2800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1530" y="1491630"/>
            <a:ext cx="3870108" cy="254674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5613" indent="-112713">
              <a:buFont typeface="Gill Sans Std" pitchFamily="34" charset="0"/>
              <a:buChar char="_"/>
              <a:defRPr sz="1800"/>
            </a:lvl2pPr>
            <a:lvl3pPr marL="904875" indent="-150813">
              <a:tabLst/>
              <a:defRPr sz="1600"/>
            </a:lvl3pPr>
            <a:lvl4pPr marL="1258888" indent="-177800">
              <a:defRPr sz="1400"/>
            </a:lvl4pPr>
            <a:lvl5pPr marL="1436688" indent="-177800"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2" y="1491630"/>
            <a:ext cx="3870325" cy="254674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5613" indent="-112713">
              <a:buFont typeface="Gill Sans Std" pitchFamily="34" charset="0"/>
              <a:buChar char="_"/>
              <a:defRPr sz="1800"/>
            </a:lvl2pPr>
            <a:lvl3pPr marL="904875" indent="-192088">
              <a:tabLst/>
              <a:defRPr sz="1600"/>
            </a:lvl3pPr>
            <a:lvl4pPr marL="1254125" indent="-173038">
              <a:defRPr sz="1400"/>
            </a:lvl4pPr>
            <a:lvl5pPr marL="1616075" indent="-168275"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794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316" y="411165"/>
            <a:ext cx="3124219" cy="665163"/>
          </a:xfrm>
        </p:spPr>
        <p:txBody>
          <a:bodyPr anchor="t" anchorCtr="0"/>
          <a:lstStyle>
            <a:lvl1pPr algn="l">
              <a:defRPr sz="2000" b="1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411163"/>
            <a:ext cx="4867275" cy="418349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5613" indent="-88900">
              <a:buFont typeface="Gill Sans Std" pitchFamily="34" charset="0"/>
              <a:buChar char="_"/>
              <a:defRPr sz="2000"/>
            </a:lvl2pPr>
            <a:lvl3pPr marL="904875" indent="-192088">
              <a:defRPr sz="1800"/>
            </a:lvl3pPr>
            <a:lvl4pPr marL="1254125" indent="-161925">
              <a:defRPr sz="1600"/>
            </a:lvl4pPr>
            <a:lvl5pPr marL="1616075" indent="-168275"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1530" y="1492250"/>
            <a:ext cx="3008313" cy="3102408"/>
          </a:xfrm>
        </p:spPr>
        <p:txBody>
          <a:bodyPr/>
          <a:lstStyle>
            <a:lvl1pPr marL="0" indent="0">
              <a:buNone/>
              <a:defRPr sz="1400"/>
            </a:lvl1pPr>
            <a:lvl2pPr marL="456972" indent="0">
              <a:buNone/>
              <a:defRPr sz="1200"/>
            </a:lvl2pPr>
            <a:lvl3pPr marL="913947" indent="0">
              <a:buNone/>
              <a:defRPr sz="1000"/>
            </a:lvl3pPr>
            <a:lvl4pPr marL="1370919" indent="0">
              <a:buNone/>
              <a:defRPr sz="900"/>
            </a:lvl4pPr>
            <a:lvl5pPr marL="1827894" indent="0">
              <a:buNone/>
              <a:defRPr sz="900"/>
            </a:lvl5pPr>
            <a:lvl6pPr marL="2284866" indent="0">
              <a:buNone/>
              <a:defRPr sz="900"/>
            </a:lvl6pPr>
            <a:lvl7pPr marL="2741841" indent="0">
              <a:buNone/>
              <a:defRPr sz="900"/>
            </a:lvl7pPr>
            <a:lvl8pPr marL="3198813" indent="0">
              <a:buNone/>
              <a:defRPr sz="900"/>
            </a:lvl8pPr>
            <a:lvl9pPr marL="3655787" indent="0">
              <a:buNone/>
              <a:defRPr sz="9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348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85"/>
            <a:ext cx="5486400" cy="425054"/>
          </a:xfrm>
        </p:spPr>
        <p:txBody>
          <a:bodyPr anchor="b"/>
          <a:lstStyle>
            <a:lvl1pPr algn="l">
              <a:defRPr sz="2000" b="1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617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6972" indent="0">
              <a:buNone/>
              <a:defRPr sz="2800"/>
            </a:lvl2pPr>
            <a:lvl3pPr marL="913947" indent="0">
              <a:buNone/>
              <a:defRPr sz="2400"/>
            </a:lvl3pPr>
            <a:lvl4pPr marL="1370919" indent="0">
              <a:buNone/>
              <a:defRPr sz="2000"/>
            </a:lvl4pPr>
            <a:lvl5pPr marL="1827894" indent="0">
              <a:buNone/>
              <a:defRPr sz="2000"/>
            </a:lvl5pPr>
            <a:lvl6pPr marL="2284866" indent="0">
              <a:buNone/>
              <a:defRPr sz="2000"/>
            </a:lvl6pPr>
            <a:lvl7pPr marL="2741841" indent="0">
              <a:buNone/>
              <a:defRPr sz="2000"/>
            </a:lvl7pPr>
            <a:lvl8pPr marL="3198813" indent="0">
              <a:buNone/>
              <a:defRPr sz="2000"/>
            </a:lvl8pPr>
            <a:lvl9pPr marL="3655787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41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972" indent="0">
              <a:buNone/>
              <a:defRPr sz="1200"/>
            </a:lvl2pPr>
            <a:lvl3pPr marL="913947" indent="0">
              <a:buNone/>
              <a:defRPr sz="1000"/>
            </a:lvl3pPr>
            <a:lvl4pPr marL="1370919" indent="0">
              <a:buNone/>
              <a:defRPr sz="900"/>
            </a:lvl4pPr>
            <a:lvl5pPr marL="1827894" indent="0">
              <a:buNone/>
              <a:defRPr sz="900"/>
            </a:lvl5pPr>
            <a:lvl6pPr marL="2284866" indent="0">
              <a:buNone/>
              <a:defRPr sz="900"/>
            </a:lvl6pPr>
            <a:lvl7pPr marL="2741841" indent="0">
              <a:buNone/>
              <a:defRPr sz="900"/>
            </a:lvl7pPr>
            <a:lvl8pPr marL="3198813" indent="0">
              <a:buNone/>
              <a:defRPr sz="900"/>
            </a:lvl8pPr>
            <a:lvl9pPr marL="3655787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801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7122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4896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8F5F4-4191-4F34-96FE-68815E4D7AE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ítulo 15"/>
          <p:cNvSpPr>
            <a:spLocks noGrp="1"/>
          </p:cNvSpPr>
          <p:nvPr>
            <p:ph type="title" hasCustomPrompt="1"/>
          </p:nvPr>
        </p:nvSpPr>
        <p:spPr>
          <a:xfrm>
            <a:off x="182166" y="181985"/>
            <a:ext cx="7836694" cy="344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lang="pt-BR" sz="1600" b="0" kern="120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lvl="0" algn="l">
              <a:lnSpc>
                <a:spcPct val="90000"/>
              </a:lnSpc>
              <a:spcAft>
                <a:spcPts val="338"/>
              </a:spcAft>
              <a:tabLst>
                <a:tab pos="200025" algn="l"/>
                <a:tab pos="400049" algn="l"/>
                <a:tab pos="600071" algn="l"/>
                <a:tab pos="800093" algn="l"/>
                <a:tab pos="1000118" algn="l"/>
                <a:tab pos="1200141" algn="l"/>
                <a:tab pos="1400164" algn="l"/>
                <a:tab pos="1600186" algn="l"/>
                <a:tab pos="1800211" algn="l"/>
                <a:tab pos="2000235" algn="l"/>
                <a:tab pos="2200257" algn="l"/>
                <a:tab pos="2400281" algn="l"/>
                <a:tab pos="2571729" algn="l"/>
              </a:tabLst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182166" y="546526"/>
            <a:ext cx="7836694" cy="3536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>
              <a:buFontTx/>
              <a:buNone/>
              <a:defRPr lang="pt-BR" sz="1000" b="0" kern="1200" smtClean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  <a:lvl2pPr>
              <a:defRPr lang="pt-BR" sz="43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2pPr>
            <a:lvl3pPr>
              <a:defRPr lang="pt-BR" sz="43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3pPr>
            <a:lvl4pPr>
              <a:defRPr lang="pt-BR" sz="43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4pPr>
            <a:lvl5pPr>
              <a:defRPr lang="pt-BR" sz="4300" kern="1200">
                <a:latin typeface="Gill Sans" charset="0"/>
                <a:ea typeface="ヒラギノ角ゴ ProN W3" charset="0"/>
                <a:cs typeface="ヒラギノ角ゴ ProN W3" charset="0"/>
              </a:defRPr>
            </a:lvl5pPr>
          </a:lstStyle>
          <a:p>
            <a:pPr lvl="0" algn="l">
              <a:lnSpc>
                <a:spcPct val="90000"/>
              </a:lnSpc>
              <a:spcAft>
                <a:spcPts val="338"/>
              </a:spcAft>
              <a:tabLst>
                <a:tab pos="200025" algn="l"/>
                <a:tab pos="400049" algn="l"/>
                <a:tab pos="600071" algn="l"/>
                <a:tab pos="800093" algn="l"/>
                <a:tab pos="1000118" algn="l"/>
                <a:tab pos="1200141" algn="l"/>
                <a:tab pos="1400164" algn="l"/>
                <a:tab pos="1600186" algn="l"/>
                <a:tab pos="1800211" algn="l"/>
                <a:tab pos="2000235" algn="l"/>
                <a:tab pos="2200257" algn="l"/>
                <a:tab pos="2400281" algn="l"/>
                <a:tab pos="2571729" algn="l"/>
              </a:tabLst>
            </a:pPr>
            <a:r>
              <a:rPr lang="pt-BR" dirty="0" smtClean="0"/>
              <a:t>&gt; Clique para editar o texto mestre</a:t>
            </a:r>
            <a:endParaRPr lang="pt-BR" dirty="0"/>
          </a:p>
        </p:txBody>
      </p:sp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876" y="4738775"/>
            <a:ext cx="334640" cy="3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99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tuação-Con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11"/>
          <p:cNvSpPr>
            <a:spLocks noGrp="1"/>
          </p:cNvSpPr>
          <p:nvPr>
            <p:ph type="body" sz="quarter" idx="10" hasCustomPrompt="1"/>
          </p:nvPr>
        </p:nvSpPr>
        <p:spPr>
          <a:xfrm>
            <a:off x="2107406" y="1071562"/>
            <a:ext cx="4757738" cy="300038"/>
          </a:xfrm>
        </p:spPr>
        <p:txBody>
          <a:bodyPr anchor="ctr"/>
          <a:lstStyle>
            <a:lvl1pPr>
              <a:defRPr sz="1600" b="1" baseline="0">
                <a:solidFill>
                  <a:srgbClr val="612C51"/>
                </a:solidFill>
                <a:effectLst/>
                <a:latin typeface="Gill Sans Std ExtraBold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 dirty="0" smtClean="0"/>
              <a:t>Insira título do slide</a:t>
            </a:r>
          </a:p>
        </p:txBody>
      </p:sp>
      <p:sp>
        <p:nvSpPr>
          <p:cNvPr id="5" name="Espaço Reservado para Conteúdo 3"/>
          <p:cNvSpPr>
            <a:spLocks noGrp="1"/>
          </p:cNvSpPr>
          <p:nvPr>
            <p:ph sz="quarter" idx="13" hasCustomPrompt="1"/>
          </p:nvPr>
        </p:nvSpPr>
        <p:spPr>
          <a:xfrm>
            <a:off x="1571625" y="1671637"/>
            <a:ext cx="5829300" cy="2528888"/>
          </a:xfrm>
        </p:spPr>
        <p:txBody>
          <a:bodyPr/>
          <a:lstStyle>
            <a:lvl1pPr>
              <a:defRPr>
                <a:latin typeface="Gill Sans Std" pitchFamily="34" charset="0"/>
              </a:defRPr>
            </a:lvl1pPr>
          </a:lstStyle>
          <a:p>
            <a:pPr lvl="0"/>
            <a:r>
              <a:rPr lang="pt-BR" dirty="0" smtClean="0"/>
              <a:t>Exemplo de um problema: A quebra da promoção X foi o maior ofensor do ciclo Y</a:t>
            </a:r>
          </a:p>
          <a:p>
            <a:pPr lvl="0"/>
            <a:endParaRPr lang="pt-BR" dirty="0"/>
          </a:p>
        </p:txBody>
      </p:sp>
      <p:sp>
        <p:nvSpPr>
          <p:cNvPr id="6" name="Espaço Reservado para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1271588" y="4524175"/>
            <a:ext cx="7029450" cy="576462"/>
          </a:xfrm>
        </p:spPr>
        <p:txBody>
          <a:bodyPr anchor="ctr"/>
          <a:lstStyle>
            <a:lvl1pPr marL="0" indent="0" algn="ctr">
              <a:buFontTx/>
              <a:buNone/>
              <a:defRPr sz="1400" b="1" i="0" baseline="0">
                <a:solidFill>
                  <a:srgbClr val="612C51"/>
                </a:solidFill>
                <a:effectLst/>
                <a:latin typeface="Gill Sans Std ExtraBold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 dirty="0" err="1" smtClean="0"/>
              <a:t>Kicker</a:t>
            </a:r>
            <a:r>
              <a:rPr lang="pt-BR" dirty="0" smtClean="0"/>
              <a:t>: Se necessário, insira neste espaço uma constatação que apoie a transição para o título do próximo slide em no máximo 2 linhas.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40" y="0"/>
            <a:ext cx="9143160" cy="942975"/>
          </a:xfrm>
          <a:solidFill>
            <a:srgbClr val="D9D9D6"/>
          </a:solidFill>
        </p:spPr>
        <p:txBody>
          <a:bodyPr lIns="121500" tIns="121500" rIns="121500" bIns="121500" anchor="ctr"/>
          <a:lstStyle>
            <a:lvl1pPr algn="l">
              <a:lnSpc>
                <a:spcPct val="100000"/>
              </a:lnSpc>
              <a:defRPr sz="1400" i="0" baseline="0">
                <a:solidFill>
                  <a:srgbClr val="004F71"/>
                </a:solidFill>
                <a:latin typeface="Gill Sans Std ExtraBold" pitchFamily="34" charset="0"/>
              </a:defRPr>
            </a:lvl1pPr>
          </a:lstStyle>
          <a:p>
            <a:r>
              <a:rPr lang="pt-BR" dirty="0" smtClean="0"/>
              <a:t>Insira no título o problema ou inquietação identificados de forma clara, objetiva, em no máximo 3 linhas e aproveite o corpo do slide para explicar quais as implicações e ou oportunidades que precisam ser investigadas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667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texto"/>
          <p:cNvSpPr>
            <a:spLocks noGrp="1"/>
          </p:cNvSpPr>
          <p:nvPr>
            <p:ph idx="1"/>
          </p:nvPr>
        </p:nvSpPr>
        <p:spPr>
          <a:xfrm>
            <a:off x="457200" y="771550"/>
            <a:ext cx="8229600" cy="382267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AR" dirty="0"/>
          </a:p>
        </p:txBody>
      </p:sp>
      <p:sp>
        <p:nvSpPr>
          <p:cNvPr id="6" name="1 Marcador de título"/>
          <p:cNvSpPr>
            <a:spLocks noGrp="1"/>
          </p:cNvSpPr>
          <p:nvPr>
            <p:ph type="title"/>
          </p:nvPr>
        </p:nvSpPr>
        <p:spPr>
          <a:xfrm>
            <a:off x="1979712" y="123478"/>
            <a:ext cx="6048672" cy="576064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2CB70-A35C-4D7C-B44D-692B0F172AF6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09/06/2015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5C2A5-45C6-472F-9AFE-BF67FEFF5C43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918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5" y="3304883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5" y="2179753"/>
            <a:ext cx="7772400" cy="1125141"/>
          </a:xfrm>
        </p:spPr>
        <p:txBody>
          <a:bodyPr anchor="b"/>
          <a:lstStyle>
            <a:lvl1pPr marL="0" indent="0">
              <a:buNone/>
              <a:defRPr sz="1200"/>
            </a:lvl1pPr>
            <a:lvl2pPr marL="255294" indent="0">
              <a:buNone/>
              <a:defRPr sz="1100"/>
            </a:lvl2pPr>
            <a:lvl3pPr marL="510577" indent="0">
              <a:buNone/>
              <a:defRPr sz="800"/>
            </a:lvl3pPr>
            <a:lvl4pPr marL="765881" indent="0">
              <a:buNone/>
              <a:defRPr sz="800"/>
            </a:lvl4pPr>
            <a:lvl5pPr marL="1021178" indent="0">
              <a:buNone/>
              <a:defRPr sz="800"/>
            </a:lvl5pPr>
            <a:lvl6pPr marL="1276467" indent="0">
              <a:buNone/>
              <a:defRPr sz="800"/>
            </a:lvl6pPr>
            <a:lvl7pPr marL="1531765" indent="0">
              <a:buNone/>
              <a:defRPr sz="800"/>
            </a:lvl7pPr>
            <a:lvl8pPr marL="1787058" indent="0">
              <a:buNone/>
              <a:defRPr sz="800"/>
            </a:lvl8pPr>
            <a:lvl9pPr marL="2042354" indent="0">
              <a:buNone/>
              <a:defRPr sz="8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3061567"/>
      </p:ext>
    </p:extLst>
  </p:cSld>
  <p:clrMapOvr>
    <a:masterClrMapping/>
  </p:clrMapOvr>
  <p:transition/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00158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5" y="4767268"/>
            <a:ext cx="2133600" cy="273844"/>
          </a:xfrm>
          <a:prstGeom prst="rect">
            <a:avLst/>
          </a:prstGeom>
        </p:spPr>
        <p:txBody>
          <a:bodyPr lIns="81607" tIns="40803" rIns="81607" bIns="40803"/>
          <a:lstStyle>
            <a:lvl1pPr>
              <a:defRPr>
                <a:latin typeface="Gill Sans Std" pitchFamily="34" charset="0"/>
              </a:defRPr>
            </a:lvl1pPr>
          </a:lstStyle>
          <a:p>
            <a:pPr defTabSz="407324" fontAlgn="base">
              <a:spcBef>
                <a:spcPct val="0"/>
              </a:spcBef>
              <a:spcAft>
                <a:spcPct val="0"/>
              </a:spcAft>
            </a:pPr>
            <a:endParaRPr lang="pt-BR" sz="10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2" y="4767268"/>
            <a:ext cx="2895600" cy="273844"/>
          </a:xfrm>
          <a:prstGeom prst="rect">
            <a:avLst/>
          </a:prstGeom>
        </p:spPr>
        <p:txBody>
          <a:bodyPr lIns="81607" tIns="40803" rIns="81607" bIns="40803"/>
          <a:lstStyle>
            <a:lvl1pPr>
              <a:defRPr>
                <a:latin typeface="Gill Sans Std" pitchFamily="34" charset="0"/>
              </a:defRPr>
            </a:lvl1pPr>
          </a:lstStyle>
          <a:p>
            <a:pPr defTabSz="407324" fontAlgn="base">
              <a:spcBef>
                <a:spcPct val="0"/>
              </a:spcBef>
              <a:spcAft>
                <a:spcPct val="0"/>
              </a:spcAft>
            </a:pPr>
            <a:endParaRPr lang="pt-BR" sz="10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6" y="4767268"/>
            <a:ext cx="2133600" cy="273844"/>
          </a:xfrm>
          <a:prstGeom prst="rect">
            <a:avLst/>
          </a:prstGeom>
        </p:spPr>
        <p:txBody>
          <a:bodyPr lIns="81607" tIns="40803" rIns="81607" bIns="40803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z="1000" smtClean="0">
                <a:solidFill>
                  <a:prstClr val="black"/>
                </a:solidFill>
              </a:rPr>
              <a:pPr/>
              <a:t>‹nº›</a:t>
            </a:fld>
            <a:endParaRPr lang="pt-BR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0047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912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/>
              <a:t>09/06/2015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77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5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4" indent="-342884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09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5pPr>
      <a:lvl6pPr marL="285006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6pPr>
      <a:lvl7pPr marL="569998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7pPr>
      <a:lvl8pPr marL="855011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8pPr>
      <a:lvl9pPr marL="1140004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9pPr>
    </p:titleStyle>
    <p:bodyStyle>
      <a:lvl1pPr marL="212779" indent="-21277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167" indent="-17714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1551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96573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1596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67519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52520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7523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22529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5006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69998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5501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0004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2501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014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95013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8002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0082" y="864399"/>
            <a:ext cx="7836694" cy="1735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082" y="2650335"/>
            <a:ext cx="7836694" cy="59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888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192872" indent="-19287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417889" indent="-160726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642906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068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157230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2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2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48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49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11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74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3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9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AEE060FA-F017-416B-92AB-F93AA45D987F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400"/>
              <a:t>09/06/2015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4231A60-F3A3-4CCE-B6C5-97A8C15ACE9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4400"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73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1315" y="407643"/>
            <a:ext cx="8461375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1530" y="1491630"/>
            <a:ext cx="8100795" cy="3102372"/>
          </a:xfrm>
          <a:prstGeom prst="rect">
            <a:avLst/>
          </a:prstGeom>
        </p:spPr>
        <p:txBody>
          <a:bodyPr vert="horz" lIns="91395" tIns="45697" rIns="91395" bIns="45697" rtlCol="0">
            <a:noAutofit/>
          </a:bodyPr>
          <a:lstStyle/>
          <a:p>
            <a:pPr marL="172951" lvl="0" indent="-172951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Clique para editar o texto mestre</a:t>
            </a:r>
          </a:p>
          <a:p>
            <a:pPr marL="742581" lvl="1" indent="-285609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Segundo nível</a:t>
            </a:r>
          </a:p>
          <a:p>
            <a:pPr marL="1142433" lvl="2" indent="-228486" algn="l" defTabSz="91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1599407" lvl="3" indent="-228486" algn="l" defTabSz="913947" rtl="0" eaLnBrk="1" latinLnBrk="0" hangingPunct="1">
              <a:spcBef>
                <a:spcPct val="20000"/>
              </a:spcBef>
              <a:buFont typeface="Arial" pitchFamily="34" charset="0"/>
              <a:buChar char="–"/>
            </a:pPr>
            <a:r>
              <a:rPr lang="pt-BR" dirty="0" smtClean="0"/>
              <a:t>Quarto nível</a:t>
            </a:r>
          </a:p>
          <a:p>
            <a:pPr marL="2056380" lvl="4" indent="-228486" algn="l" defTabSz="913947" rtl="0" eaLnBrk="1" latinLnBrk="0" hangingPunct="1">
              <a:spcBef>
                <a:spcPct val="20000"/>
              </a:spcBef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6"/>
            <a:ext cx="2133600" cy="273843"/>
          </a:xfrm>
          <a:prstGeom prst="rect">
            <a:avLst/>
          </a:prstGeom>
        </p:spPr>
        <p:txBody>
          <a:bodyPr vert="horz" lIns="91395" tIns="45697" rIns="91395" bIns="4569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7"/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7"/>
              <a:t>09/06/2015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1" y="4767266"/>
            <a:ext cx="2895600" cy="273843"/>
          </a:xfrm>
          <a:prstGeom prst="rect">
            <a:avLst/>
          </a:prstGeom>
        </p:spPr>
        <p:txBody>
          <a:bodyPr vert="horz" lIns="91395" tIns="45697" rIns="91395" bIns="4569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7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76995"/>
            <a:ext cx="1619200" cy="264111"/>
          </a:xfrm>
          <a:prstGeom prst="rect">
            <a:avLst/>
          </a:prstGeom>
        </p:spPr>
        <p:txBody>
          <a:bodyPr vert="horz" lIns="91395" tIns="45697" rIns="91395" bIns="4569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7"/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7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1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</p:sldLayoutIdLst>
  <p:txStyles>
    <p:titleStyle>
      <a:lvl1pPr marL="177712" indent="-177712" algn="l" defTabSz="913947" rtl="0" eaLnBrk="1" latinLnBrk="0" hangingPunct="1">
        <a:spcBef>
          <a:spcPct val="0"/>
        </a:spcBef>
        <a:buNone/>
        <a:defRPr lang="pt-BR" sz="3200" kern="1200" dirty="0">
          <a:solidFill>
            <a:schemeClr val="tx1">
              <a:lumMod val="65000"/>
              <a:lumOff val="35000"/>
            </a:schemeClr>
          </a:solidFill>
          <a:effectLst/>
          <a:latin typeface="Gill Sans Std ExtraBold" pitchFamily="34" charset="0"/>
          <a:ea typeface="+mj-ea"/>
          <a:cs typeface="+mj-cs"/>
        </a:defRPr>
      </a:lvl1pPr>
    </p:titleStyle>
    <p:bodyStyle>
      <a:lvl1pPr marL="342730" indent="-342730" algn="l" defTabSz="913947" rtl="0" eaLnBrk="1" latinLnBrk="0" hangingPunct="1">
        <a:spcBef>
          <a:spcPct val="20000"/>
        </a:spcBef>
        <a:buFont typeface="Arial" pitchFamily="34" charset="0"/>
        <a:buChar char="•"/>
        <a:defRPr lang="pt-BR" sz="20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1pPr>
      <a:lvl2pPr marL="633413" indent="-284163" algn="l" defTabSz="913947" rtl="0" eaLnBrk="1" latinLnBrk="0" hangingPunct="1">
        <a:spcBef>
          <a:spcPct val="20000"/>
        </a:spcBef>
        <a:buFont typeface="Arial" pitchFamily="34" charset="0"/>
        <a:buChar char="–"/>
        <a:defRPr lang="pt-BR" sz="18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2pPr>
      <a:lvl3pPr marL="987425" indent="-227013" algn="l" defTabSz="913947" rtl="0" eaLnBrk="1" latinLnBrk="0" hangingPunct="1">
        <a:spcBef>
          <a:spcPct val="20000"/>
        </a:spcBef>
        <a:buFont typeface="Arial" pitchFamily="34" charset="0"/>
        <a:buChar char="•"/>
        <a:tabLst>
          <a:tab pos="903288" algn="l"/>
        </a:tabLst>
        <a:defRPr lang="pt-BR" sz="16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3pPr>
      <a:lvl4pPr marL="1599407" indent="-228486" algn="l" defTabSz="913947" rtl="0" eaLnBrk="1" latinLnBrk="0" hangingPunct="1">
        <a:spcBef>
          <a:spcPct val="20000"/>
        </a:spcBef>
        <a:buFont typeface="Arial" pitchFamily="34" charset="0"/>
        <a:buChar char="–"/>
        <a:defRPr lang="pt-BR" sz="14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4pPr>
      <a:lvl5pPr marL="2056380" indent="-228486" algn="l" defTabSz="913947" rtl="0" eaLnBrk="1" latinLnBrk="0" hangingPunct="1">
        <a:spcBef>
          <a:spcPct val="20000"/>
        </a:spcBef>
        <a:buFont typeface="Arial" pitchFamily="34" charset="0"/>
        <a:buChar char="»"/>
        <a:defRPr lang="pt-BR" sz="1400" kern="1200" dirty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5pPr>
      <a:lvl6pPr marL="2513353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27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99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73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2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7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9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94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66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41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13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87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jpg"/><Relationship Id="rId7" Type="http://schemas.openxmlformats.org/officeDocument/2006/relationships/image" Target="../media/image1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7.png"/><Relationship Id="rId5" Type="http://schemas.openxmlformats.org/officeDocument/2006/relationships/slide" Target="slide4.xml"/><Relationship Id="rId10" Type="http://schemas.openxmlformats.org/officeDocument/2006/relationships/image" Target="../media/image21.jp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microsoft.com/office/2007/relationships/diagramDrawing" Target="../diagrams/drawing2.xml"/><Relationship Id="rId3" Type="http://schemas.openxmlformats.org/officeDocument/2006/relationships/image" Target="../media/image9.jpeg"/><Relationship Id="rId21" Type="http://schemas.openxmlformats.org/officeDocument/2006/relationships/image" Target="../media/image36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diagramColors" Target="../diagrams/colors2.xml"/><Relationship Id="rId2" Type="http://schemas.openxmlformats.org/officeDocument/2006/relationships/slideLayout" Target="../slideLayouts/slideLayout60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tags" Target="../tags/tag14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6.jpeg"/><Relationship Id="rId24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image" Target="../media/image30.png"/><Relationship Id="rId23" Type="http://schemas.openxmlformats.org/officeDocument/2006/relationships/diagramLayout" Target="../diagrams/layout2.xml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diagramData" Target="../diagrams/data1.xml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diagramData" Target="../diagrams/data2.xml"/><Relationship Id="rId27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6" y="17"/>
            <a:ext cx="8474426" cy="51435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5"/>
          <a:stretch/>
        </p:blipFill>
        <p:spPr>
          <a:xfrm>
            <a:off x="6686578" y="-7970"/>
            <a:ext cx="2457450" cy="5151482"/>
          </a:xfrm>
          <a:prstGeom prst="rect">
            <a:avLst/>
          </a:prstGeom>
        </p:spPr>
      </p:pic>
      <p:sp>
        <p:nvSpPr>
          <p:cNvPr id="4" name="TextBox 22"/>
          <p:cNvSpPr txBox="1"/>
          <p:nvPr/>
        </p:nvSpPr>
        <p:spPr>
          <a:xfrm>
            <a:off x="-198529" y="1821727"/>
            <a:ext cx="7004688" cy="1460374"/>
          </a:xfrm>
          <a:prstGeom prst="rect">
            <a:avLst/>
          </a:prstGeom>
          <a:noFill/>
        </p:spPr>
        <p:txBody>
          <a:bodyPr wrap="square" lIns="68556" tIns="34277" rIns="68556" bIns="34277" rtlCol="0">
            <a:spAutoFit/>
          </a:bodyPr>
          <a:lstStyle/>
          <a:p>
            <a:pPr algn="r" defTabSz="685539">
              <a:lnSpc>
                <a:spcPct val="80000"/>
              </a:lnSpc>
            </a:pPr>
            <a:r>
              <a:rPr lang="en-US" sz="11300" dirty="0" err="1" smtClean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governança</a:t>
            </a:r>
            <a:endParaRPr lang="en-US" sz="11300" dirty="0">
              <a:solidFill>
                <a:srgbClr val="C8102E"/>
              </a:solidFill>
              <a:latin typeface="Gill Sans Std" pitchFamily="34" charset="0"/>
              <a:cs typeface="Gill Sans Std Light"/>
            </a:endParaRPr>
          </a:p>
        </p:txBody>
      </p:sp>
      <p:sp>
        <p:nvSpPr>
          <p:cNvPr id="6" name="TextBox 13"/>
          <p:cNvSpPr txBox="1"/>
          <p:nvPr/>
        </p:nvSpPr>
        <p:spPr>
          <a:xfrm>
            <a:off x="2574442" y="3028663"/>
            <a:ext cx="4183789" cy="346222"/>
          </a:xfrm>
          <a:prstGeom prst="rect">
            <a:avLst/>
          </a:prstGeom>
          <a:noFill/>
        </p:spPr>
        <p:txBody>
          <a:bodyPr wrap="none" lIns="68556" tIns="34277" rIns="68556" bIns="34277" rtlCol="0">
            <a:spAutoFit/>
          </a:bodyPr>
          <a:lstStyle/>
          <a:p>
            <a:pPr algn="r" defTabSz="685539"/>
            <a:r>
              <a:rPr lang="pt-BR" b="1" dirty="0" smtClean="0">
                <a:solidFill>
                  <a:srgbClr val="6E6259"/>
                </a:solidFill>
                <a:latin typeface="Gill Sans Std" pitchFamily="34" charset="0"/>
                <a:cs typeface="Gill Sans Std Light"/>
              </a:rPr>
              <a:t>Vice-Presidência de Tecnologia Digital</a:t>
            </a:r>
            <a:endParaRPr lang="pt-BR" b="1" dirty="0">
              <a:solidFill>
                <a:srgbClr val="6E6259"/>
              </a:solidFill>
              <a:latin typeface="Gill Sans Std" pitchFamily="34" charset="0"/>
              <a:cs typeface="Gill Sans Std Light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2534890" y="1821715"/>
            <a:ext cx="3249880" cy="377000"/>
          </a:xfrm>
          <a:prstGeom prst="rect">
            <a:avLst/>
          </a:prstGeom>
          <a:noFill/>
        </p:spPr>
        <p:txBody>
          <a:bodyPr wrap="none" lIns="68556" tIns="34277" rIns="68556" bIns="34277" rtlCol="0">
            <a:spAutoFit/>
          </a:bodyPr>
          <a:lstStyle/>
          <a:p>
            <a:pPr algn="r" defTabSz="685539"/>
            <a:r>
              <a:rPr lang="en-US" sz="2000" b="1" dirty="0" smtClean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Estrutura de </a:t>
            </a:r>
            <a:r>
              <a:rPr lang="en-US" sz="2000" b="1" dirty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P</a:t>
            </a:r>
            <a:r>
              <a:rPr lang="en-US" sz="2000" b="1" dirty="0" smtClean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rocessos da</a:t>
            </a:r>
            <a:endParaRPr lang="en-US" sz="2000" b="1" dirty="0">
              <a:solidFill>
                <a:srgbClr val="C8102E"/>
              </a:solidFill>
              <a:latin typeface="Gill Sans Std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07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/>
          <p:cNvSpPr/>
          <p:nvPr/>
        </p:nvSpPr>
        <p:spPr>
          <a:xfrm>
            <a:off x="251520" y="1896675"/>
            <a:ext cx="8649856" cy="1727659"/>
          </a:xfrm>
          <a:prstGeom prst="rect">
            <a:avLst/>
          </a:prstGeom>
          <a:solidFill>
            <a:schemeClr val="accent5">
              <a:lumMod val="20000"/>
              <a:lumOff val="80000"/>
              <a:alpha val="10000"/>
            </a:schemeClr>
          </a:solidFill>
          <a:ln w="158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51520" y="196219"/>
            <a:ext cx="4320480" cy="369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BR" b="1" dirty="0" smtClean="0">
                <a:solidFill>
                  <a:srgbClr val="6E6259"/>
                </a:solidFill>
                <a:latin typeface="Gill Sans Std Light" pitchFamily="34" charset="0"/>
              </a:rPr>
              <a:t>ORGANOGRAMA </a:t>
            </a:r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Gerência de Governança</a:t>
            </a:r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4999039" y="807966"/>
            <a:ext cx="1956068" cy="431915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Gerência de Governança</a:t>
            </a:r>
          </a:p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Gerente| </a:t>
            </a:r>
            <a:r>
              <a:rPr lang="pt-BR" sz="1000" b="1" dirty="0" smtClean="0">
                <a:solidFill>
                  <a:prstClr val="black"/>
                </a:solidFill>
                <a:latin typeface="Gill Sans MT" pitchFamily="34" charset="0"/>
              </a:rPr>
              <a:t>Henrique Gherardi</a:t>
            </a:r>
            <a:endParaRPr lang="pt-BR" sz="1000" b="1" dirty="0">
              <a:solidFill>
                <a:prstClr val="black"/>
              </a:solidFill>
              <a:latin typeface="Gill Sans MT" pitchFamily="34" charset="0"/>
            </a:endParaRPr>
          </a:p>
        </p:txBody>
      </p:sp>
      <p:sp>
        <p:nvSpPr>
          <p:cNvPr id="58" name="Retângulo 57">
            <a:hlinkClick r:id="rId2" action="ppaction://hlinksldjump"/>
          </p:cNvPr>
          <p:cNvSpPr/>
          <p:nvPr/>
        </p:nvSpPr>
        <p:spPr>
          <a:xfrm>
            <a:off x="5484683" y="2972983"/>
            <a:ext cx="1591166" cy="503900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Contratos e Licenças</a:t>
            </a:r>
          </a:p>
          <a:p>
            <a:pPr algn="ctr" defTabSz="914400"/>
            <a:r>
              <a:rPr lang="pt-BR" sz="1000" b="1" dirty="0" smtClean="0">
                <a:solidFill>
                  <a:prstClr val="black"/>
                </a:solidFill>
                <a:latin typeface="Gill Sans MT" pitchFamily="34" charset="0"/>
              </a:rPr>
              <a:t>Cristina Gouveia</a:t>
            </a:r>
            <a:endParaRPr lang="pt-BR" sz="1000" b="1" dirty="0">
              <a:solidFill>
                <a:prstClr val="black"/>
              </a:solidFill>
              <a:latin typeface="Gill Sans MT" pitchFamily="34" charset="0"/>
            </a:endParaRPr>
          </a:p>
        </p:txBody>
      </p:sp>
      <p:pic>
        <p:nvPicPr>
          <p:cNvPr id="1040" name="Imagem 103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813" y="2220695"/>
            <a:ext cx="720000" cy="719778"/>
          </a:xfrm>
          <a:prstGeom prst="ellips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4" name="Elipse 23"/>
          <p:cNvSpPr/>
          <p:nvPr/>
        </p:nvSpPr>
        <p:spPr>
          <a:xfrm>
            <a:off x="4115177" y="2220695"/>
            <a:ext cx="720000" cy="71977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" r="-4000"/>
            </a:stretch>
          </a:blip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</a:endParaRPr>
          </a:p>
        </p:txBody>
      </p:sp>
      <p:sp>
        <p:nvSpPr>
          <p:cNvPr id="25" name="Elipse 24">
            <a:hlinkClick r:id="rId5" action="ppaction://hlinksldjump"/>
          </p:cNvPr>
          <p:cNvSpPr/>
          <p:nvPr/>
        </p:nvSpPr>
        <p:spPr>
          <a:xfrm>
            <a:off x="5899056" y="2220695"/>
            <a:ext cx="720000" cy="719778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Elipse 25"/>
          <p:cNvSpPr/>
          <p:nvPr/>
        </p:nvSpPr>
        <p:spPr>
          <a:xfrm>
            <a:off x="687462" y="2220695"/>
            <a:ext cx="720000" cy="719778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812" y="2220695"/>
            <a:ext cx="720000" cy="719778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tângulo 30">
            <a:hlinkClick r:id="rId2" action="ppaction://hlinksldjump"/>
          </p:cNvPr>
          <p:cNvSpPr/>
          <p:nvPr/>
        </p:nvSpPr>
        <p:spPr>
          <a:xfrm>
            <a:off x="7205068" y="2972983"/>
            <a:ext cx="1591166" cy="517216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Processos e Performance</a:t>
            </a:r>
          </a:p>
          <a:p>
            <a:pPr algn="ctr" defTabSz="914400"/>
            <a:r>
              <a:rPr lang="pt-BR" sz="1000" b="1" dirty="0" smtClean="0">
                <a:solidFill>
                  <a:prstClr val="black"/>
                </a:solidFill>
                <a:latin typeface="Gill Sans MT" pitchFamily="34" charset="0"/>
              </a:rPr>
              <a:t>Marcus Marques</a:t>
            </a:r>
            <a:endParaRPr lang="pt-BR" sz="1000" b="1" dirty="0">
              <a:solidFill>
                <a:prstClr val="black"/>
              </a:solidFill>
              <a:latin typeface="Gill Sans MT" pitchFamily="34" charset="0"/>
            </a:endParaRPr>
          </a:p>
        </p:txBody>
      </p:sp>
      <p:sp>
        <p:nvSpPr>
          <p:cNvPr id="32" name="Retângulo 31">
            <a:hlinkClick r:id="rId2" action="ppaction://hlinksldjump"/>
          </p:cNvPr>
          <p:cNvSpPr/>
          <p:nvPr/>
        </p:nvSpPr>
        <p:spPr>
          <a:xfrm>
            <a:off x="323528" y="2972983"/>
            <a:ext cx="1591166" cy="517216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Planejamento Estratégico e Comunicação</a:t>
            </a:r>
          </a:p>
          <a:p>
            <a:pPr algn="ctr" defTabSz="914400"/>
            <a:r>
              <a:rPr lang="pt-BR" sz="1000" b="1" dirty="0" smtClean="0">
                <a:solidFill>
                  <a:prstClr val="black"/>
                </a:solidFill>
                <a:latin typeface="Gill Sans MT" pitchFamily="34" charset="0"/>
              </a:rPr>
              <a:t>Gilson Manfio</a:t>
            </a:r>
            <a:endParaRPr lang="pt-BR" sz="1000" b="1" dirty="0">
              <a:solidFill>
                <a:prstClr val="black"/>
              </a:solidFill>
              <a:latin typeface="Gill Sans MT" pitchFamily="34" charset="0"/>
            </a:endParaRPr>
          </a:p>
        </p:txBody>
      </p:sp>
      <p:sp>
        <p:nvSpPr>
          <p:cNvPr id="33" name="Retângulo 32">
            <a:hlinkClick r:id="rId2" action="ppaction://hlinksldjump"/>
          </p:cNvPr>
          <p:cNvSpPr/>
          <p:nvPr/>
        </p:nvSpPr>
        <p:spPr>
          <a:xfrm>
            <a:off x="3764298" y="2972985"/>
            <a:ext cx="1591166" cy="510873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Portfólio e PMO</a:t>
            </a:r>
          </a:p>
          <a:p>
            <a:pPr algn="ctr" defTabSz="914400"/>
            <a:r>
              <a:rPr lang="pt-BR" sz="1000" b="1" dirty="0" smtClean="0">
                <a:solidFill>
                  <a:prstClr val="black"/>
                </a:solidFill>
                <a:latin typeface="Gill Sans MT" pitchFamily="34" charset="0"/>
              </a:rPr>
              <a:t>Thalita Begliomini</a:t>
            </a:r>
            <a:endParaRPr lang="pt-BR" sz="1000" b="1" dirty="0">
              <a:solidFill>
                <a:prstClr val="black"/>
              </a:solidFill>
              <a:latin typeface="Gill Sans MT" pitchFamily="34" charset="0"/>
            </a:endParaRPr>
          </a:p>
        </p:txBody>
      </p:sp>
      <p:sp>
        <p:nvSpPr>
          <p:cNvPr id="34" name="Retângulo 33">
            <a:hlinkClick r:id="rId2" action="ppaction://hlinksldjump"/>
          </p:cNvPr>
          <p:cNvSpPr/>
          <p:nvPr/>
        </p:nvSpPr>
        <p:spPr>
          <a:xfrm>
            <a:off x="2043913" y="2972985"/>
            <a:ext cx="1591166" cy="517215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pt-BR" sz="1000" dirty="0" smtClean="0">
                <a:solidFill>
                  <a:prstClr val="black"/>
                </a:solidFill>
                <a:latin typeface="Gill Sans MT" pitchFamily="34" charset="0"/>
              </a:rPr>
              <a:t>Demandas e Releases</a:t>
            </a:r>
          </a:p>
          <a:p>
            <a:pPr algn="ctr" defTabSz="914400"/>
            <a:r>
              <a:rPr lang="pt-BR" sz="1000" b="1" dirty="0" smtClean="0">
                <a:solidFill>
                  <a:prstClr val="black"/>
                </a:solidFill>
                <a:latin typeface="Gill Sans MT" pitchFamily="34" charset="0"/>
              </a:rPr>
              <a:t>Thiago Libbos</a:t>
            </a:r>
            <a:endParaRPr lang="pt-BR" sz="1000" b="1" dirty="0">
              <a:solidFill>
                <a:prstClr val="black"/>
              </a:solidFill>
              <a:latin typeface="Gill Sans MT" pitchFamily="34" charset="0"/>
            </a:endParaRPr>
          </a:p>
        </p:txBody>
      </p:sp>
      <p:cxnSp>
        <p:nvCxnSpPr>
          <p:cNvPr id="48" name="Conector reto 47"/>
          <p:cNvCxnSpPr>
            <a:stCxn id="2" idx="4"/>
            <a:endCxn id="24" idx="0"/>
          </p:cNvCxnSpPr>
          <p:nvPr/>
        </p:nvCxnSpPr>
        <p:spPr>
          <a:xfrm>
            <a:off x="4475177" y="1358233"/>
            <a:ext cx="0" cy="862462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angulado 50"/>
          <p:cNvCxnSpPr>
            <a:stCxn id="2" idx="4"/>
            <a:endCxn id="26" idx="0"/>
          </p:cNvCxnSpPr>
          <p:nvPr/>
        </p:nvCxnSpPr>
        <p:spPr>
          <a:xfrm rot="5400000">
            <a:off x="2330089" y="75607"/>
            <a:ext cx="862462" cy="3427715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angulado 59"/>
          <p:cNvCxnSpPr>
            <a:stCxn id="2" idx="4"/>
            <a:endCxn id="1027" idx="0"/>
          </p:cNvCxnSpPr>
          <p:nvPr/>
        </p:nvCxnSpPr>
        <p:spPr>
          <a:xfrm rot="5400000">
            <a:off x="3228264" y="973782"/>
            <a:ext cx="862462" cy="1631365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do 66"/>
          <p:cNvCxnSpPr>
            <a:stCxn id="2" idx="4"/>
            <a:endCxn id="25" idx="0"/>
          </p:cNvCxnSpPr>
          <p:nvPr/>
        </p:nvCxnSpPr>
        <p:spPr>
          <a:xfrm rot="16200000" flipH="1">
            <a:off x="4935885" y="897524"/>
            <a:ext cx="862462" cy="178387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angulado 69"/>
          <p:cNvCxnSpPr>
            <a:stCxn id="2" idx="4"/>
          </p:cNvCxnSpPr>
          <p:nvPr/>
        </p:nvCxnSpPr>
        <p:spPr>
          <a:xfrm rot="16200000" flipH="1">
            <a:off x="5814759" y="18651"/>
            <a:ext cx="826473" cy="3505636"/>
          </a:xfrm>
          <a:prstGeom prst="bentConnector3">
            <a:avLst>
              <a:gd name="adj1" fmla="val 52087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2" name="Picture 6" descr="E:\Users\BR92457\Desktop\Apresentação TD\Fotos\CINZA_MORNO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73301" y="158172"/>
            <a:ext cx="617107" cy="66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77" y="638455"/>
            <a:ext cx="720000" cy="719778"/>
          </a:xfrm>
          <a:prstGeom prst="ellips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401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8" y="-9280"/>
            <a:ext cx="7273668" cy="51435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735" y="20775"/>
            <a:ext cx="673150" cy="6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9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Conector reto 225"/>
          <p:cNvCxnSpPr/>
          <p:nvPr/>
        </p:nvCxnSpPr>
        <p:spPr bwMode="auto">
          <a:xfrm>
            <a:off x="8521118" y="1714500"/>
            <a:ext cx="37095" cy="2936974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aphicFrame>
        <p:nvGraphicFramePr>
          <p:cNvPr id="23" name="Diagrama 22"/>
          <p:cNvGraphicFramePr/>
          <p:nvPr>
            <p:extLst>
              <p:ext uri="{D42A27DB-BD31-4B8C-83A1-F6EECF244321}">
                <p14:modId xmlns:p14="http://schemas.microsoft.com/office/powerpoint/2010/main" val="1017076561"/>
              </p:ext>
            </p:extLst>
          </p:nvPr>
        </p:nvGraphicFramePr>
        <p:xfrm>
          <a:off x="192079" y="1635919"/>
          <a:ext cx="708260" cy="286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Fluxograma: Processo predefinido 14"/>
          <p:cNvSpPr>
            <a:spLocks noChangeArrowheads="1"/>
          </p:cNvSpPr>
          <p:nvPr/>
        </p:nvSpPr>
        <p:spPr bwMode="auto">
          <a:xfrm>
            <a:off x="6302174" y="42863"/>
            <a:ext cx="574860" cy="367946"/>
          </a:xfrm>
          <a:prstGeom prst="flowChartPredefinedProcess">
            <a:avLst/>
          </a:prstGeom>
          <a:solidFill>
            <a:schemeClr val="bg1">
              <a:lumMod val="7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51435" tIns="25718" rIns="51435" bIns="25718" anchor="ctr"/>
          <a:lstStyle/>
          <a:p>
            <a:pPr algn="ctr" defTabSz="913363"/>
            <a:r>
              <a:rPr lang="pt-B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</a:rPr>
              <a:t>Gestão </a:t>
            </a:r>
            <a:r>
              <a:rPr lang="pt-BR" sz="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</a:rPr>
              <a:t>Relacio-namento</a:t>
            </a:r>
            <a:endParaRPr lang="pt-BR" sz="600" dirty="0">
              <a:solidFill>
                <a:prstClr val="black">
                  <a:lumMod val="65000"/>
                  <a:lumOff val="35000"/>
                </a:prstClr>
              </a:solidFill>
              <a:latin typeface="Gill Sans Std" pitchFamily="34" charset="0"/>
            </a:endParaRPr>
          </a:p>
        </p:txBody>
      </p:sp>
      <p:sp>
        <p:nvSpPr>
          <p:cNvPr id="7" name="Fluxograma: Processo predefinido 14"/>
          <p:cNvSpPr>
            <a:spLocks noChangeArrowheads="1"/>
          </p:cNvSpPr>
          <p:nvPr/>
        </p:nvSpPr>
        <p:spPr bwMode="auto">
          <a:xfrm>
            <a:off x="7621917" y="40416"/>
            <a:ext cx="710803" cy="367946"/>
          </a:xfrm>
          <a:prstGeom prst="flowChartPredefinedProcess">
            <a:avLst/>
          </a:prstGeom>
          <a:solidFill>
            <a:schemeClr val="bg1">
              <a:lumMod val="7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51435" tIns="25718" rIns="51435" bIns="25718" anchor="ctr"/>
          <a:lstStyle/>
          <a:p>
            <a:pPr algn="ctr" defTabSz="913363"/>
            <a:r>
              <a:rPr lang="pt-BR" sz="6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</a:rPr>
              <a:t>Desenvolv</a:t>
            </a:r>
            <a:r>
              <a:rPr lang="pt-B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</a:rPr>
              <a:t>. de Soluções e Serviços</a:t>
            </a:r>
          </a:p>
        </p:txBody>
      </p:sp>
      <p:sp>
        <p:nvSpPr>
          <p:cNvPr id="8" name="Pentágono 127"/>
          <p:cNvSpPr>
            <a:spLocks noChangeArrowheads="1"/>
          </p:cNvSpPr>
          <p:nvPr/>
        </p:nvSpPr>
        <p:spPr bwMode="auto">
          <a:xfrm>
            <a:off x="-6756" y="471488"/>
            <a:ext cx="9071372" cy="314325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1400" dirty="0">
                <a:solidFill>
                  <a:prstClr val="white"/>
                </a:solidFill>
                <a:latin typeface="Gill Sans Std" pitchFamily="34" charset="0"/>
              </a:rPr>
              <a:t>GESTÃO DE PORTFÓLIO </a:t>
            </a:r>
            <a:r>
              <a:rPr lang="pt-BR" sz="1400" dirty="0" smtClean="0">
                <a:solidFill>
                  <a:prstClr val="white"/>
                </a:solidFill>
                <a:latin typeface="Gill Sans Std" pitchFamily="34" charset="0"/>
              </a:rPr>
              <a:t>DE TECNOLOGIA </a:t>
            </a:r>
            <a:r>
              <a:rPr lang="pt-BR" sz="1400" dirty="0">
                <a:solidFill>
                  <a:prstClr val="white"/>
                </a:solidFill>
                <a:latin typeface="Gill Sans Std" pitchFamily="34" charset="0"/>
              </a:rPr>
              <a:t>DIGITAL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64025"/>
            <a:ext cx="547207" cy="40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Pentágono 14"/>
          <p:cNvSpPr/>
          <p:nvPr/>
        </p:nvSpPr>
        <p:spPr bwMode="auto">
          <a:xfrm>
            <a:off x="-6755" y="1251880"/>
            <a:ext cx="847839" cy="414338"/>
          </a:xfrm>
          <a:prstGeom prst="homePlate">
            <a:avLst>
              <a:gd name="adj" fmla="val 20036"/>
            </a:avLst>
          </a:prstGeom>
          <a:solidFill>
            <a:srgbClr val="660033"/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Identificação e Estruturação</a:t>
            </a:r>
          </a:p>
        </p:txBody>
      </p:sp>
      <p:sp>
        <p:nvSpPr>
          <p:cNvPr id="17" name="Divisa 16"/>
          <p:cNvSpPr/>
          <p:nvPr/>
        </p:nvSpPr>
        <p:spPr bwMode="auto">
          <a:xfrm>
            <a:off x="799509" y="1251880"/>
            <a:ext cx="728663" cy="414338"/>
          </a:xfrm>
          <a:prstGeom prst="chevron">
            <a:avLst>
              <a:gd name="adj" fmla="val 11474"/>
            </a:avLst>
          </a:prstGeom>
          <a:solidFill>
            <a:srgbClr val="660033"/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Seleção e Priorização</a:t>
            </a:r>
          </a:p>
        </p:txBody>
      </p:sp>
      <p:sp>
        <p:nvSpPr>
          <p:cNvPr id="18" name="Divisa 17"/>
          <p:cNvSpPr/>
          <p:nvPr/>
        </p:nvSpPr>
        <p:spPr bwMode="auto">
          <a:xfrm>
            <a:off x="1486596" y="1251880"/>
            <a:ext cx="857251" cy="414338"/>
          </a:xfrm>
          <a:prstGeom prst="chevron">
            <a:avLst>
              <a:gd name="adj" fmla="val 9334"/>
            </a:avLst>
          </a:prstGeom>
          <a:solidFill>
            <a:srgbClr val="660033"/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Levantamento Requerimentos Negócio</a:t>
            </a:r>
          </a:p>
        </p:txBody>
      </p:sp>
      <p:pic>
        <p:nvPicPr>
          <p:cNvPr id="21" name="Imagem 24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06" y="1685101"/>
            <a:ext cx="299103" cy="29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lipse 4"/>
          <p:cNvSpPr/>
          <p:nvPr/>
        </p:nvSpPr>
        <p:spPr bwMode="auto">
          <a:xfrm>
            <a:off x="184569" y="2648607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8" name="Elipse 27"/>
          <p:cNvSpPr/>
          <p:nvPr/>
        </p:nvSpPr>
        <p:spPr bwMode="auto">
          <a:xfrm>
            <a:off x="47297" y="2700338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9" name="Elipse 28"/>
          <p:cNvSpPr/>
          <p:nvPr/>
        </p:nvSpPr>
        <p:spPr bwMode="auto">
          <a:xfrm>
            <a:off x="3260" y="2796409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0" name="Elipse 29"/>
          <p:cNvSpPr/>
          <p:nvPr/>
        </p:nvSpPr>
        <p:spPr bwMode="auto">
          <a:xfrm>
            <a:off x="-38429" y="2830404"/>
            <a:ext cx="71681" cy="554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1" name="Elipse 30"/>
          <p:cNvSpPr/>
          <p:nvPr/>
        </p:nvSpPr>
        <p:spPr bwMode="auto">
          <a:xfrm>
            <a:off x="133022" y="2786063"/>
            <a:ext cx="103094" cy="7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2" name="Elipse 31"/>
          <p:cNvSpPr/>
          <p:nvPr/>
        </p:nvSpPr>
        <p:spPr bwMode="auto">
          <a:xfrm>
            <a:off x="133022" y="2667821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3" name="Elipse 32"/>
          <p:cNvSpPr/>
          <p:nvPr/>
        </p:nvSpPr>
        <p:spPr bwMode="auto">
          <a:xfrm>
            <a:off x="133022" y="2786063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4" name="Elipse 33"/>
          <p:cNvSpPr/>
          <p:nvPr/>
        </p:nvSpPr>
        <p:spPr bwMode="auto">
          <a:xfrm>
            <a:off x="-19707" y="2941255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5" name="Elipse 34"/>
          <p:cNvSpPr/>
          <p:nvPr/>
        </p:nvSpPr>
        <p:spPr bwMode="auto">
          <a:xfrm>
            <a:off x="110421" y="2893219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6" name="Elipse 35"/>
          <p:cNvSpPr/>
          <p:nvPr/>
        </p:nvSpPr>
        <p:spPr bwMode="auto">
          <a:xfrm>
            <a:off x="-57150" y="2923518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7" name="Elipse 36"/>
          <p:cNvSpPr/>
          <p:nvPr/>
        </p:nvSpPr>
        <p:spPr bwMode="auto">
          <a:xfrm>
            <a:off x="28576" y="3009243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8" name="Elipse 37"/>
          <p:cNvSpPr/>
          <p:nvPr/>
        </p:nvSpPr>
        <p:spPr bwMode="auto">
          <a:xfrm>
            <a:off x="-16939" y="3053584"/>
            <a:ext cx="123293" cy="1714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9" name="Elipse 38"/>
          <p:cNvSpPr/>
          <p:nvPr/>
        </p:nvSpPr>
        <p:spPr bwMode="auto">
          <a:xfrm>
            <a:off x="-57150" y="3139309"/>
            <a:ext cx="71681" cy="554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0" name="Elipse 39"/>
          <p:cNvSpPr/>
          <p:nvPr/>
        </p:nvSpPr>
        <p:spPr bwMode="auto">
          <a:xfrm>
            <a:off x="114301" y="3094969"/>
            <a:ext cx="103094" cy="7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1" name="Elipse 40"/>
          <p:cNvSpPr/>
          <p:nvPr/>
        </p:nvSpPr>
        <p:spPr bwMode="auto">
          <a:xfrm>
            <a:off x="114301" y="2919085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2" name="Elipse 41"/>
          <p:cNvSpPr/>
          <p:nvPr/>
        </p:nvSpPr>
        <p:spPr bwMode="auto">
          <a:xfrm>
            <a:off x="114301" y="3094968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3" name="Elipse 42"/>
          <p:cNvSpPr/>
          <p:nvPr/>
        </p:nvSpPr>
        <p:spPr bwMode="auto">
          <a:xfrm>
            <a:off x="-38428" y="3250160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4" name="Elipse 43"/>
          <p:cNvSpPr/>
          <p:nvPr/>
        </p:nvSpPr>
        <p:spPr bwMode="auto">
          <a:xfrm>
            <a:off x="91700" y="3202125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5" name="Elipse 44"/>
          <p:cNvSpPr/>
          <p:nvPr/>
        </p:nvSpPr>
        <p:spPr bwMode="auto">
          <a:xfrm>
            <a:off x="-14350" y="3151872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6" name="Elipse 45"/>
          <p:cNvSpPr/>
          <p:nvPr/>
        </p:nvSpPr>
        <p:spPr bwMode="auto">
          <a:xfrm>
            <a:off x="71375" y="3237597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7" name="Elipse 46"/>
          <p:cNvSpPr/>
          <p:nvPr/>
        </p:nvSpPr>
        <p:spPr bwMode="auto">
          <a:xfrm>
            <a:off x="46123" y="3307064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8" name="Elipse 47"/>
          <p:cNvSpPr/>
          <p:nvPr/>
        </p:nvSpPr>
        <p:spPr bwMode="auto">
          <a:xfrm>
            <a:off x="-14350" y="3367663"/>
            <a:ext cx="71681" cy="554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9" name="Elipse 48"/>
          <p:cNvSpPr/>
          <p:nvPr/>
        </p:nvSpPr>
        <p:spPr bwMode="auto">
          <a:xfrm>
            <a:off x="157100" y="3323322"/>
            <a:ext cx="103094" cy="7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50" name="Elipse 49"/>
          <p:cNvSpPr/>
          <p:nvPr/>
        </p:nvSpPr>
        <p:spPr bwMode="auto">
          <a:xfrm>
            <a:off x="157100" y="3147438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51" name="Elipse 50"/>
          <p:cNvSpPr/>
          <p:nvPr/>
        </p:nvSpPr>
        <p:spPr bwMode="auto">
          <a:xfrm>
            <a:off x="157100" y="3323322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53" name="Elipse 52"/>
          <p:cNvSpPr/>
          <p:nvPr/>
        </p:nvSpPr>
        <p:spPr bwMode="auto">
          <a:xfrm>
            <a:off x="134499" y="3430478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0" name="Conector reto 19"/>
          <p:cNvCxnSpPr/>
          <p:nvPr/>
        </p:nvCxnSpPr>
        <p:spPr bwMode="auto">
          <a:xfrm>
            <a:off x="277804" y="2743200"/>
            <a:ext cx="10553" cy="192886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6" name="CaixaDeTexto 65"/>
          <p:cNvSpPr txBox="1"/>
          <p:nvPr/>
        </p:nvSpPr>
        <p:spPr>
          <a:xfrm>
            <a:off x="282027" y="4764854"/>
            <a:ext cx="548408" cy="147156"/>
          </a:xfrm>
          <a:prstGeom prst="rect">
            <a:avLst/>
          </a:prstGeom>
          <a:noFill/>
        </p:spPr>
        <p:txBody>
          <a:bodyPr wrap="non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Idealizado</a:t>
            </a:r>
          </a:p>
        </p:txBody>
      </p:sp>
      <p:pic>
        <p:nvPicPr>
          <p:cNvPr id="70" name="Picture 7" descr="d:\Documents and Settings\tr551768\Desktop\Imagens\Microsoft Media Gallery\sb10063496d-001.jpg"/>
          <p:cNvPicPr>
            <a:picLocks noChangeAspect="1" noChangeArrowheads="1"/>
          </p:cNvPicPr>
          <p:nvPr/>
        </p:nvPicPr>
        <p:blipFill>
          <a:blip r:embed="rId11" cstate="screen">
            <a:clrChange>
              <a:clrFrom>
                <a:srgbClr val="F8FAF9"/>
              </a:clrFrom>
              <a:clrTo>
                <a:srgbClr val="F8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843" y="4651474"/>
            <a:ext cx="215011" cy="24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4" descr="d:\Documents and Settings\tr551768\Desktop\Imagens\Personagens\j0431615.png"/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544" y="2391276"/>
            <a:ext cx="219359" cy="21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CaixaDeTexto 72"/>
          <p:cNvSpPr txBox="1"/>
          <p:nvPr/>
        </p:nvSpPr>
        <p:spPr>
          <a:xfrm>
            <a:off x="957378" y="4752915"/>
            <a:ext cx="634970" cy="147156"/>
          </a:xfrm>
          <a:prstGeom prst="rect">
            <a:avLst/>
          </a:prstGeom>
          <a:noFill/>
        </p:spPr>
        <p:txBody>
          <a:bodyPr wrap="non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Estruturado</a:t>
            </a:r>
          </a:p>
        </p:txBody>
      </p:sp>
      <p:sp>
        <p:nvSpPr>
          <p:cNvPr id="26" name="Seta para a esquerda 25"/>
          <p:cNvSpPr/>
          <p:nvPr/>
        </p:nvSpPr>
        <p:spPr bwMode="auto">
          <a:xfrm>
            <a:off x="124462" y="3563501"/>
            <a:ext cx="353369" cy="214313"/>
          </a:xfrm>
          <a:prstGeom prst="leftArrow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1850729" y="4760304"/>
            <a:ext cx="561031" cy="147156"/>
          </a:xfrm>
          <a:prstGeom prst="rect">
            <a:avLst/>
          </a:prstGeom>
          <a:noFill/>
        </p:spPr>
        <p:txBody>
          <a:bodyPr wrap="non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Priorizado</a:t>
            </a:r>
          </a:p>
        </p:txBody>
      </p:sp>
      <p:cxnSp>
        <p:nvCxnSpPr>
          <p:cNvPr id="78" name="Conector reto 77"/>
          <p:cNvCxnSpPr/>
          <p:nvPr/>
        </p:nvCxnSpPr>
        <p:spPr bwMode="auto">
          <a:xfrm>
            <a:off x="877879" y="2786063"/>
            <a:ext cx="7078" cy="1865411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1" name="Elipse 80"/>
          <p:cNvSpPr/>
          <p:nvPr/>
        </p:nvSpPr>
        <p:spPr bwMode="auto">
          <a:xfrm>
            <a:off x="956191" y="2978295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2" name="Elipse 81"/>
          <p:cNvSpPr/>
          <p:nvPr/>
        </p:nvSpPr>
        <p:spPr bwMode="auto">
          <a:xfrm>
            <a:off x="921149" y="3164525"/>
            <a:ext cx="194423" cy="184012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3" name="Elipse 82"/>
          <p:cNvSpPr/>
          <p:nvPr/>
        </p:nvSpPr>
        <p:spPr bwMode="auto">
          <a:xfrm>
            <a:off x="956191" y="3064020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4" name="Elipse 83"/>
          <p:cNvSpPr/>
          <p:nvPr/>
        </p:nvSpPr>
        <p:spPr bwMode="auto">
          <a:xfrm>
            <a:off x="956714" y="3307894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5" name="Elipse 84"/>
          <p:cNvSpPr/>
          <p:nvPr/>
        </p:nvSpPr>
        <p:spPr bwMode="auto">
          <a:xfrm>
            <a:off x="936910" y="3398437"/>
            <a:ext cx="171450" cy="17662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6" name="Elipse 85"/>
          <p:cNvSpPr/>
          <p:nvPr/>
        </p:nvSpPr>
        <p:spPr bwMode="auto">
          <a:xfrm>
            <a:off x="936911" y="3561283"/>
            <a:ext cx="167424" cy="16775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7" name="Elipse 86"/>
          <p:cNvSpPr/>
          <p:nvPr/>
        </p:nvSpPr>
        <p:spPr bwMode="auto">
          <a:xfrm>
            <a:off x="972475" y="3857625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88" name="Elipse 87"/>
          <p:cNvSpPr/>
          <p:nvPr/>
        </p:nvSpPr>
        <p:spPr bwMode="auto">
          <a:xfrm>
            <a:off x="972475" y="3729037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4741713" y="4746224"/>
            <a:ext cx="605215" cy="147156"/>
          </a:xfrm>
          <a:prstGeom prst="rect">
            <a:avLst/>
          </a:prstGeom>
          <a:noFill/>
        </p:spPr>
        <p:txBody>
          <a:bodyPr wrap="non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Autorizado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5975065" y="4743719"/>
            <a:ext cx="798176" cy="147156"/>
          </a:xfrm>
          <a:prstGeom prst="rect">
            <a:avLst/>
          </a:prstGeom>
          <a:noFill/>
        </p:spPr>
        <p:txBody>
          <a:bodyPr wrap="non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Compromissado</a:t>
            </a:r>
          </a:p>
        </p:txBody>
      </p:sp>
      <p:sp>
        <p:nvSpPr>
          <p:cNvPr id="96" name="CaixaDeTexto 95"/>
          <p:cNvSpPr txBox="1"/>
          <p:nvPr/>
        </p:nvSpPr>
        <p:spPr>
          <a:xfrm>
            <a:off x="8646968" y="4731990"/>
            <a:ext cx="920587" cy="147156"/>
          </a:xfrm>
          <a:prstGeom prst="rect">
            <a:avLst/>
          </a:prstGeom>
          <a:noFill/>
        </p:spPr>
        <p:txBody>
          <a:bodyPr wrap="squar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Benefício</a:t>
            </a:r>
          </a:p>
        </p:txBody>
      </p:sp>
      <p:cxnSp>
        <p:nvCxnSpPr>
          <p:cNvPr id="117" name="Conector reto 116"/>
          <p:cNvCxnSpPr>
            <a:endCxn id="153" idx="1"/>
          </p:cNvCxnSpPr>
          <p:nvPr/>
        </p:nvCxnSpPr>
        <p:spPr bwMode="auto">
          <a:xfrm>
            <a:off x="4545924" y="1794314"/>
            <a:ext cx="0" cy="2985854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Fluxograma: Documento 1"/>
          <p:cNvSpPr/>
          <p:nvPr/>
        </p:nvSpPr>
        <p:spPr bwMode="auto">
          <a:xfrm>
            <a:off x="455351" y="1703185"/>
            <a:ext cx="428567" cy="272660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600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Briefing</a:t>
            </a:r>
          </a:p>
        </p:txBody>
      </p:sp>
      <p:pic>
        <p:nvPicPr>
          <p:cNvPr id="97" name="Picture 4" descr="d:\Documents and Settings\tr551768\Desktop\Imagens\Personagens\j0431615.png"/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60" y="2391276"/>
            <a:ext cx="219359" cy="21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" name="Fluxograma: Documento 97"/>
          <p:cNvSpPr/>
          <p:nvPr/>
        </p:nvSpPr>
        <p:spPr bwMode="auto">
          <a:xfrm>
            <a:off x="1798918" y="1801695"/>
            <a:ext cx="493424" cy="380030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 err="1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Req</a:t>
            </a: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. e </a:t>
            </a: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</a:rPr>
              <a:t>Escopo</a:t>
            </a: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Alto Nível</a:t>
            </a:r>
          </a:p>
        </p:txBody>
      </p:sp>
      <p:sp>
        <p:nvSpPr>
          <p:cNvPr id="112" name="Pentágono 127"/>
          <p:cNvSpPr>
            <a:spLocks noChangeArrowheads="1"/>
          </p:cNvSpPr>
          <p:nvPr/>
        </p:nvSpPr>
        <p:spPr bwMode="auto">
          <a:xfrm>
            <a:off x="2335205" y="1144847"/>
            <a:ext cx="2114803" cy="115902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10109" tIns="36520" rIns="10109" bIns="36520" anchor="ctr"/>
          <a:lstStyle/>
          <a:p>
            <a:pPr algn="ctr" defTabSz="913363"/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Estruturação da Ideia</a:t>
            </a:r>
            <a:endParaRPr lang="pt-BR" sz="1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14" name="Pentágono 127"/>
          <p:cNvSpPr>
            <a:spLocks noChangeArrowheads="1"/>
          </p:cNvSpPr>
          <p:nvPr/>
        </p:nvSpPr>
        <p:spPr bwMode="auto">
          <a:xfrm>
            <a:off x="4460128" y="1144847"/>
            <a:ext cx="1528462" cy="98166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10109" tIns="36520" rIns="10109" bIns="36520" anchor="ctr"/>
          <a:lstStyle/>
          <a:p>
            <a:pPr algn="ctr" defTabSz="913363"/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Planejamento</a:t>
            </a:r>
            <a:endParaRPr lang="pt-BR" sz="1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15" name="Pentágono 127"/>
          <p:cNvSpPr>
            <a:spLocks noChangeArrowheads="1"/>
          </p:cNvSpPr>
          <p:nvPr/>
        </p:nvSpPr>
        <p:spPr bwMode="auto">
          <a:xfrm>
            <a:off x="6025546" y="1144847"/>
            <a:ext cx="2781896" cy="98166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10109" tIns="36520" rIns="10109" bIns="36520" anchor="ctr"/>
          <a:lstStyle/>
          <a:p>
            <a:pPr algn="ctr" defTabSz="913363"/>
            <a:r>
              <a:rPr lang="pt-BR" sz="800" dirty="0" smtClean="0">
                <a:solidFill>
                  <a:prstClr val="black"/>
                </a:solidFill>
                <a:latin typeface="Gill Sans Std" pitchFamily="34" charset="0"/>
              </a:rPr>
              <a:t> Execução </a:t>
            </a:r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e </a:t>
            </a:r>
            <a:r>
              <a:rPr lang="pt-BR" sz="800" dirty="0" smtClean="0">
                <a:solidFill>
                  <a:prstClr val="black"/>
                </a:solidFill>
                <a:latin typeface="Gill Sans Std" pitchFamily="34" charset="0"/>
              </a:rPr>
              <a:t>Monitoramento </a:t>
            </a:r>
            <a:endParaRPr lang="pt-BR" sz="1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18" name="Pentágono 127"/>
          <p:cNvSpPr>
            <a:spLocks noChangeArrowheads="1"/>
          </p:cNvSpPr>
          <p:nvPr/>
        </p:nvSpPr>
        <p:spPr bwMode="auto">
          <a:xfrm>
            <a:off x="8507404" y="1144847"/>
            <a:ext cx="539011" cy="98166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10109" tIns="36520" rIns="10109" bIns="36520" anchor="ctr"/>
          <a:lstStyle/>
          <a:p>
            <a:pPr defTabSz="913363"/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 </a:t>
            </a:r>
            <a:r>
              <a:rPr lang="pt-BR" sz="800" dirty="0" err="1">
                <a:solidFill>
                  <a:prstClr val="black"/>
                </a:solidFill>
                <a:latin typeface="Gill Sans Std" pitchFamily="34" charset="0"/>
              </a:rPr>
              <a:t>Estabiliz</a:t>
            </a:r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.</a:t>
            </a:r>
            <a:endParaRPr lang="pt-BR" sz="11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119" name="Divisa 118"/>
          <p:cNvSpPr/>
          <p:nvPr/>
        </p:nvSpPr>
        <p:spPr bwMode="auto">
          <a:xfrm>
            <a:off x="2302271" y="1251880"/>
            <a:ext cx="822024" cy="414338"/>
          </a:xfrm>
          <a:prstGeom prst="chevron">
            <a:avLst>
              <a:gd name="adj" fmla="val 9334"/>
            </a:avLst>
          </a:prstGeom>
          <a:solidFill>
            <a:srgbClr val="660033"/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Esboço</a:t>
            </a:r>
          </a:p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da Solução</a:t>
            </a:r>
          </a:p>
        </p:txBody>
      </p:sp>
      <p:sp>
        <p:nvSpPr>
          <p:cNvPr id="120" name="Divisa 119"/>
          <p:cNvSpPr/>
          <p:nvPr/>
        </p:nvSpPr>
        <p:spPr bwMode="auto">
          <a:xfrm>
            <a:off x="3124295" y="1251880"/>
            <a:ext cx="1360449" cy="414338"/>
          </a:xfrm>
          <a:prstGeom prst="chevron">
            <a:avLst>
              <a:gd name="adj" fmla="val 9334"/>
            </a:avLst>
          </a:prstGeom>
          <a:solidFill>
            <a:srgbClr val="660033"/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Planejamento Preliminar e Análise de Viabilidade</a:t>
            </a:r>
          </a:p>
        </p:txBody>
      </p:sp>
      <p:sp>
        <p:nvSpPr>
          <p:cNvPr id="121" name="Divisa 120"/>
          <p:cNvSpPr/>
          <p:nvPr/>
        </p:nvSpPr>
        <p:spPr bwMode="auto">
          <a:xfrm>
            <a:off x="4469723" y="1251880"/>
            <a:ext cx="796141" cy="414338"/>
          </a:xfrm>
          <a:prstGeom prst="chevron">
            <a:avLst>
              <a:gd name="adj" fmla="val 9334"/>
            </a:avLst>
          </a:prstGeom>
          <a:solidFill>
            <a:schemeClr val="accent5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Desenho da Solução</a:t>
            </a:r>
          </a:p>
        </p:txBody>
      </p:sp>
      <p:sp>
        <p:nvSpPr>
          <p:cNvPr id="122" name="Pentágono 127"/>
          <p:cNvSpPr>
            <a:spLocks noChangeArrowheads="1"/>
          </p:cNvSpPr>
          <p:nvPr/>
        </p:nvSpPr>
        <p:spPr bwMode="auto">
          <a:xfrm>
            <a:off x="893178" y="814388"/>
            <a:ext cx="3542289" cy="314325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1100" dirty="0">
                <a:solidFill>
                  <a:prstClr val="white"/>
                </a:solidFill>
                <a:latin typeface="Gill Sans Std" pitchFamily="34" charset="0"/>
              </a:rPr>
              <a:t>GESTÃO DE DEMANDAS</a:t>
            </a:r>
          </a:p>
        </p:txBody>
      </p:sp>
      <p:sp>
        <p:nvSpPr>
          <p:cNvPr id="123" name="Pentágono 127"/>
          <p:cNvSpPr>
            <a:spLocks noChangeArrowheads="1"/>
          </p:cNvSpPr>
          <p:nvPr/>
        </p:nvSpPr>
        <p:spPr bwMode="auto">
          <a:xfrm>
            <a:off x="4501843" y="971550"/>
            <a:ext cx="3068706" cy="157163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1000" dirty="0">
                <a:solidFill>
                  <a:prstClr val="white"/>
                </a:solidFill>
                <a:latin typeface="Gill Sans Std" pitchFamily="34" charset="0"/>
              </a:rPr>
              <a:t>DESENVOLVIMENTO DE SOLUÇÕES E SERV</a:t>
            </a:r>
            <a:r>
              <a:rPr lang="pt-BR" sz="1100" dirty="0">
                <a:solidFill>
                  <a:prstClr val="white"/>
                </a:solidFill>
                <a:latin typeface="Gill Sans Std" pitchFamily="34" charset="0"/>
              </a:rPr>
              <a:t>.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7942077" y="4746224"/>
            <a:ext cx="479879" cy="147156"/>
          </a:xfrm>
          <a:prstGeom prst="rect">
            <a:avLst/>
          </a:prstGeom>
          <a:noFill/>
        </p:spPr>
        <p:txBody>
          <a:bodyPr wrap="none" lIns="51435" tIns="25718" rIns="51435" bIns="25718" rtlCol="0">
            <a:spAutoFit/>
          </a:bodyPr>
          <a:lstStyle/>
          <a:p>
            <a:pPr defTabSz="913363"/>
            <a:r>
              <a:rPr lang="pt-BR" sz="600" dirty="0">
                <a:solidFill>
                  <a:prstClr val="black"/>
                </a:solidFill>
                <a:latin typeface="Gill Sans Std ExtraBold" pitchFamily="34" charset="0"/>
              </a:rPr>
              <a:t>Entregas</a:t>
            </a:r>
          </a:p>
        </p:txBody>
      </p:sp>
      <p:sp>
        <p:nvSpPr>
          <p:cNvPr id="125" name="Divisa 124"/>
          <p:cNvSpPr/>
          <p:nvPr/>
        </p:nvSpPr>
        <p:spPr bwMode="auto">
          <a:xfrm>
            <a:off x="5224288" y="1251880"/>
            <a:ext cx="783959" cy="414338"/>
          </a:xfrm>
          <a:prstGeom prst="chevron">
            <a:avLst>
              <a:gd name="adj" fmla="val 9334"/>
            </a:avLst>
          </a:prstGeom>
          <a:solidFill>
            <a:schemeClr val="accent5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Planejamento Detalhado</a:t>
            </a:r>
          </a:p>
        </p:txBody>
      </p:sp>
      <p:sp>
        <p:nvSpPr>
          <p:cNvPr id="126" name="Pentágono 127"/>
          <p:cNvSpPr>
            <a:spLocks noChangeArrowheads="1"/>
          </p:cNvSpPr>
          <p:nvPr/>
        </p:nvSpPr>
        <p:spPr bwMode="auto">
          <a:xfrm>
            <a:off x="4499359" y="802552"/>
            <a:ext cx="4554234" cy="157163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1000" dirty="0">
                <a:solidFill>
                  <a:prstClr val="white"/>
                </a:solidFill>
                <a:latin typeface="Gill Sans Std" pitchFamily="34" charset="0"/>
              </a:rPr>
              <a:t>GESTÃO DE ENTREGAS</a:t>
            </a:r>
          </a:p>
        </p:txBody>
      </p:sp>
      <p:sp>
        <p:nvSpPr>
          <p:cNvPr id="127" name="Divisa 126"/>
          <p:cNvSpPr/>
          <p:nvPr/>
        </p:nvSpPr>
        <p:spPr bwMode="auto">
          <a:xfrm>
            <a:off x="5966671" y="1251880"/>
            <a:ext cx="859555" cy="414338"/>
          </a:xfrm>
          <a:prstGeom prst="chevron">
            <a:avLst>
              <a:gd name="adj" fmla="val 9334"/>
            </a:avLst>
          </a:prstGeom>
          <a:solidFill>
            <a:schemeClr val="accent5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Especificação e Construção</a:t>
            </a:r>
          </a:p>
        </p:txBody>
      </p:sp>
      <p:sp>
        <p:nvSpPr>
          <p:cNvPr id="128" name="Divisa 127"/>
          <p:cNvSpPr/>
          <p:nvPr/>
        </p:nvSpPr>
        <p:spPr bwMode="auto">
          <a:xfrm>
            <a:off x="7602630" y="1251880"/>
            <a:ext cx="946348" cy="414338"/>
          </a:xfrm>
          <a:prstGeom prst="chevron">
            <a:avLst>
              <a:gd name="adj" fmla="val 9334"/>
            </a:avLst>
          </a:prstGeom>
          <a:solidFill>
            <a:schemeClr val="accent5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Implantação e Homologação</a:t>
            </a:r>
          </a:p>
        </p:txBody>
      </p:sp>
      <p:sp>
        <p:nvSpPr>
          <p:cNvPr id="129" name="Divisa 128"/>
          <p:cNvSpPr/>
          <p:nvPr/>
        </p:nvSpPr>
        <p:spPr bwMode="auto">
          <a:xfrm>
            <a:off x="8507404" y="1251880"/>
            <a:ext cx="557213" cy="414338"/>
          </a:xfrm>
          <a:prstGeom prst="chevron">
            <a:avLst>
              <a:gd name="adj" fmla="val 9334"/>
            </a:avLst>
          </a:prstGeom>
          <a:solidFill>
            <a:schemeClr val="accent5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SPGL, T2R e Garantia</a:t>
            </a:r>
          </a:p>
        </p:txBody>
      </p:sp>
      <p:sp>
        <p:nvSpPr>
          <p:cNvPr id="132" name="Pentágono 127"/>
          <p:cNvSpPr>
            <a:spLocks noChangeArrowheads="1"/>
          </p:cNvSpPr>
          <p:nvPr/>
        </p:nvSpPr>
        <p:spPr bwMode="auto">
          <a:xfrm>
            <a:off x="-6756" y="1144847"/>
            <a:ext cx="2341960" cy="109005"/>
          </a:xfrm>
          <a:prstGeom prst="homePlat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10109" tIns="36520" rIns="10109" bIns="36520" anchor="ctr"/>
          <a:lstStyle/>
          <a:p>
            <a:pPr algn="ctr" defTabSz="913363"/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Iniciativas TD/TD e TD/Parceiros Negócio</a:t>
            </a:r>
          </a:p>
        </p:txBody>
      </p:sp>
      <p:sp>
        <p:nvSpPr>
          <p:cNvPr id="134" name="Retângulo de cantos arredondados 133"/>
          <p:cNvSpPr/>
          <p:nvPr/>
        </p:nvSpPr>
        <p:spPr>
          <a:xfrm>
            <a:off x="877879" y="2610152"/>
            <a:ext cx="610649" cy="312325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 defTabSz="514350">
              <a:defRPr/>
            </a:pPr>
            <a:r>
              <a:rPr lang="pt-BR" sz="700" b="1" kern="0" dirty="0" smtClean="0">
                <a:solidFill>
                  <a:srgbClr val="002060"/>
                </a:solidFill>
                <a:latin typeface="Gill Sans Std" pitchFamily="34" charset="0"/>
              </a:rPr>
              <a:t>Rn Priorização Demandas</a:t>
            </a:r>
            <a:endParaRPr lang="pt-BR" sz="700" b="1" kern="0" dirty="0">
              <a:solidFill>
                <a:srgbClr val="002060"/>
              </a:solidFill>
              <a:latin typeface="Gill Sans Std" pitchFamily="34" charset="0"/>
            </a:endParaRPr>
          </a:p>
        </p:txBody>
      </p:sp>
      <p:pic>
        <p:nvPicPr>
          <p:cNvPr id="137" name="Picture 4" descr="d:\Documents and Settings\tr551768\Desktop\Imagens\Personagens\j0431615.png"/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926" y="2338068"/>
            <a:ext cx="219359" cy="21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" name="Retângulo de cantos arredondados 137"/>
          <p:cNvSpPr/>
          <p:nvPr/>
        </p:nvSpPr>
        <p:spPr>
          <a:xfrm>
            <a:off x="2369388" y="2556944"/>
            <a:ext cx="696434" cy="303839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 defTabSz="514350">
              <a:defRPr/>
            </a:pPr>
            <a:r>
              <a:rPr lang="pt-BR" sz="700" b="1" kern="0" dirty="0" smtClean="0">
                <a:solidFill>
                  <a:srgbClr val="002060"/>
                </a:solidFill>
                <a:latin typeface="Gill Sans Std" pitchFamily="34" charset="0"/>
              </a:rPr>
              <a:t/>
            </a:r>
            <a:br>
              <a:rPr lang="pt-BR" sz="700" b="1" kern="0" dirty="0" smtClean="0">
                <a:solidFill>
                  <a:srgbClr val="002060"/>
                </a:solidFill>
                <a:latin typeface="Gill Sans Std" pitchFamily="34" charset="0"/>
              </a:rPr>
            </a:br>
            <a:r>
              <a:rPr lang="pt-BR" sz="700" b="1" kern="0" dirty="0" err="1" smtClean="0">
                <a:solidFill>
                  <a:srgbClr val="002060"/>
                </a:solidFill>
                <a:latin typeface="Gill Sans Std" pitchFamily="34" charset="0"/>
              </a:rPr>
              <a:t>Yellow</a:t>
            </a:r>
            <a:r>
              <a:rPr lang="pt-BR" sz="700" b="1" kern="0" dirty="0" smtClean="0">
                <a:solidFill>
                  <a:srgbClr val="002060"/>
                </a:solidFill>
                <a:latin typeface="Gill Sans Std" pitchFamily="34" charset="0"/>
              </a:rPr>
              <a:t> </a:t>
            </a:r>
            <a:r>
              <a:rPr lang="pt-BR" sz="700" b="1" kern="0" dirty="0" err="1">
                <a:solidFill>
                  <a:srgbClr val="002060"/>
                </a:solidFill>
                <a:latin typeface="Gill Sans Std" pitchFamily="34" charset="0"/>
              </a:rPr>
              <a:t>Pad</a:t>
            </a:r>
            <a:r>
              <a:rPr lang="pt-BR" sz="700" b="1" kern="0" dirty="0">
                <a:solidFill>
                  <a:srgbClr val="002060"/>
                </a:solidFill>
                <a:latin typeface="Gill Sans Std" pitchFamily="34" charset="0"/>
              </a:rPr>
              <a:t> – Esboço da Solução</a:t>
            </a:r>
          </a:p>
          <a:p>
            <a:pPr algn="ctr" defTabSz="514350">
              <a:defRPr/>
            </a:pPr>
            <a:endParaRPr lang="pt-BR" sz="700" b="1" kern="0" dirty="0">
              <a:solidFill>
                <a:srgbClr val="002060"/>
              </a:solidFill>
              <a:latin typeface="Gill Sans Std" pitchFamily="34" charset="0"/>
            </a:endParaRPr>
          </a:p>
        </p:txBody>
      </p:sp>
      <p:pic>
        <p:nvPicPr>
          <p:cNvPr id="141" name="Picture 4" descr="d:\Documents and Settings\tr551768\Desktop\Imagens\Personagens\j0431615.png"/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2357438"/>
            <a:ext cx="219359" cy="21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" name="Retângulo de cantos arredondados 141"/>
          <p:cNvSpPr/>
          <p:nvPr/>
        </p:nvSpPr>
        <p:spPr>
          <a:xfrm>
            <a:off x="3629025" y="2558388"/>
            <a:ext cx="662540" cy="321226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 defTabSz="514350">
              <a:defRPr/>
            </a:pPr>
            <a:r>
              <a:rPr lang="pt-BR" sz="700" b="1" kern="0" dirty="0">
                <a:solidFill>
                  <a:srgbClr val="002060"/>
                </a:solidFill>
                <a:latin typeface="Gill Sans Std" pitchFamily="34" charset="0"/>
              </a:rPr>
              <a:t>Fórum Executivo Capacidade</a:t>
            </a:r>
          </a:p>
        </p:txBody>
      </p:sp>
      <p:sp>
        <p:nvSpPr>
          <p:cNvPr id="143" name="Elipse 142"/>
          <p:cNvSpPr/>
          <p:nvPr/>
        </p:nvSpPr>
        <p:spPr bwMode="auto">
          <a:xfrm>
            <a:off x="270294" y="2734332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5" name="Elipse 144"/>
          <p:cNvSpPr/>
          <p:nvPr/>
        </p:nvSpPr>
        <p:spPr bwMode="auto">
          <a:xfrm>
            <a:off x="373539" y="3627795"/>
            <a:ext cx="103094" cy="8572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7" name="Fluxograma: Documento 146"/>
          <p:cNvSpPr/>
          <p:nvPr/>
        </p:nvSpPr>
        <p:spPr bwMode="auto">
          <a:xfrm>
            <a:off x="2592379" y="1703185"/>
            <a:ext cx="488418" cy="278528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5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Arquitetura Solução</a:t>
            </a:r>
          </a:p>
        </p:txBody>
      </p:sp>
      <p:sp>
        <p:nvSpPr>
          <p:cNvPr id="148" name="Fluxograma: Documento 147"/>
          <p:cNvSpPr/>
          <p:nvPr/>
        </p:nvSpPr>
        <p:spPr bwMode="auto">
          <a:xfrm>
            <a:off x="3321042" y="1703185"/>
            <a:ext cx="495749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Estimativa</a:t>
            </a: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</a:rPr>
              <a:t> Alto Nível</a:t>
            </a:r>
            <a:endParaRPr lang="pt-BR" sz="600" b="1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9" name="Fluxograma: Documento 148"/>
          <p:cNvSpPr/>
          <p:nvPr/>
        </p:nvSpPr>
        <p:spPr bwMode="auto">
          <a:xfrm>
            <a:off x="5477322" y="1703185"/>
            <a:ext cx="443953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Plano de Entregas</a:t>
            </a:r>
          </a:p>
        </p:txBody>
      </p:sp>
      <p:sp>
        <p:nvSpPr>
          <p:cNvPr id="107" name="Elipse 106"/>
          <p:cNvSpPr/>
          <p:nvPr/>
        </p:nvSpPr>
        <p:spPr bwMode="auto">
          <a:xfrm>
            <a:off x="5845763" y="1105390"/>
            <a:ext cx="304204" cy="1895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600" b="1" dirty="0">
                <a:solidFill>
                  <a:srgbClr val="4C0026"/>
                </a:solidFill>
                <a:ea typeface="ヒラギノ角ゴ ProN W3" charset="0"/>
              </a:rPr>
              <a:t>P1</a:t>
            </a:r>
          </a:p>
        </p:txBody>
      </p:sp>
      <p:sp>
        <p:nvSpPr>
          <p:cNvPr id="109" name="Elipse 108"/>
          <p:cNvSpPr/>
          <p:nvPr/>
        </p:nvSpPr>
        <p:spPr bwMode="auto">
          <a:xfrm>
            <a:off x="8203200" y="1105390"/>
            <a:ext cx="304204" cy="1895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600" b="1" dirty="0">
                <a:solidFill>
                  <a:srgbClr val="4C0026"/>
                </a:solidFill>
                <a:ea typeface="ヒラギノ角ゴ ProN W3" charset="0"/>
              </a:rPr>
              <a:t>P2</a:t>
            </a:r>
          </a:p>
        </p:txBody>
      </p:sp>
      <p:sp>
        <p:nvSpPr>
          <p:cNvPr id="150" name="Fluxograma: Documento 149"/>
          <p:cNvSpPr/>
          <p:nvPr/>
        </p:nvSpPr>
        <p:spPr bwMode="auto">
          <a:xfrm>
            <a:off x="6025545" y="1703185"/>
            <a:ext cx="590342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Especificação Funcional e Técnica</a:t>
            </a:r>
          </a:p>
        </p:txBody>
      </p:sp>
      <p:sp>
        <p:nvSpPr>
          <p:cNvPr id="151" name="Fluxograma: Documento 150"/>
          <p:cNvSpPr/>
          <p:nvPr/>
        </p:nvSpPr>
        <p:spPr bwMode="auto">
          <a:xfrm>
            <a:off x="7105995" y="1703185"/>
            <a:ext cx="475243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Evidência Testes</a:t>
            </a:r>
          </a:p>
        </p:txBody>
      </p:sp>
      <p:pic>
        <p:nvPicPr>
          <p:cNvPr id="152" name="Picture 14" descr="http://mylogo.me/images/package-icon.png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823" y="4672060"/>
            <a:ext cx="216042" cy="23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14" descr="http://mylogo.me/images/package-icon.png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925" y="4661344"/>
            <a:ext cx="216042" cy="23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5" name="Conector reto 154"/>
          <p:cNvCxnSpPr/>
          <p:nvPr/>
        </p:nvCxnSpPr>
        <p:spPr bwMode="auto">
          <a:xfrm>
            <a:off x="2335204" y="1751451"/>
            <a:ext cx="1" cy="3090226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6" name="Conector reto 155"/>
          <p:cNvCxnSpPr/>
          <p:nvPr/>
        </p:nvCxnSpPr>
        <p:spPr bwMode="auto">
          <a:xfrm>
            <a:off x="5988320" y="1714500"/>
            <a:ext cx="37095" cy="2936974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0" name="Elipse 159"/>
          <p:cNvSpPr/>
          <p:nvPr/>
        </p:nvSpPr>
        <p:spPr bwMode="auto">
          <a:xfrm>
            <a:off x="2782041" y="2992975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61" name="Elipse 160"/>
          <p:cNvSpPr/>
          <p:nvPr/>
        </p:nvSpPr>
        <p:spPr bwMode="auto">
          <a:xfrm>
            <a:off x="2644623" y="2992975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62" name="Elipse 161"/>
          <p:cNvSpPr/>
          <p:nvPr/>
        </p:nvSpPr>
        <p:spPr bwMode="auto">
          <a:xfrm>
            <a:off x="2910629" y="2996668"/>
            <a:ext cx="123293" cy="1211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63" name="Botão de ação: Página Inicial 162">
            <a:hlinkClick r:id="" action="ppaction://hlinkshowjump?jump=firstslide" highlightClick="1"/>
          </p:cNvPr>
          <p:cNvSpPr/>
          <p:nvPr/>
        </p:nvSpPr>
        <p:spPr bwMode="auto">
          <a:xfrm>
            <a:off x="6850901" y="4245517"/>
            <a:ext cx="308607" cy="208586"/>
          </a:xfrm>
          <a:prstGeom prst="actionButtonHom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 defTabSz="913363"/>
            <a:endParaRPr lang="pt-BR" sz="1100" dirty="0">
              <a:solidFill>
                <a:prstClr val="white"/>
              </a:solidFill>
              <a:ea typeface="ヒラギノ角ゴ ProN W3" charset="0"/>
            </a:endParaRPr>
          </a:p>
        </p:txBody>
      </p:sp>
      <p:sp>
        <p:nvSpPr>
          <p:cNvPr id="164" name="Retângulo 163"/>
          <p:cNvSpPr/>
          <p:nvPr/>
        </p:nvSpPr>
        <p:spPr>
          <a:xfrm>
            <a:off x="6764367" y="4455188"/>
            <a:ext cx="885787" cy="26738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defTabSz="913363"/>
            <a:r>
              <a:rPr lang="pt-BR" sz="700" dirty="0">
                <a:solidFill>
                  <a:prstClr val="black"/>
                </a:solidFill>
              </a:rPr>
              <a:t>Fábricas</a:t>
            </a:r>
            <a:br>
              <a:rPr lang="pt-BR" sz="700" dirty="0">
                <a:solidFill>
                  <a:prstClr val="black"/>
                </a:solidFill>
              </a:rPr>
            </a:br>
            <a:r>
              <a:rPr lang="pt-BR" sz="700" dirty="0">
                <a:solidFill>
                  <a:prstClr val="black"/>
                </a:solidFill>
              </a:rPr>
              <a:t> de Soft.</a:t>
            </a:r>
          </a:p>
        </p:txBody>
      </p:sp>
      <p:sp>
        <p:nvSpPr>
          <p:cNvPr id="165" name="Botão de ação: Página Inicial 164">
            <a:hlinkClick r:id="" action="ppaction://hlinkshowjump?jump=firstslide" highlightClick="1"/>
          </p:cNvPr>
          <p:cNvSpPr/>
          <p:nvPr/>
        </p:nvSpPr>
        <p:spPr bwMode="auto">
          <a:xfrm>
            <a:off x="8013862" y="4245517"/>
            <a:ext cx="308607" cy="208586"/>
          </a:xfrm>
          <a:prstGeom prst="actionButtonHom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 defTabSz="913363"/>
            <a:endParaRPr lang="pt-BR" sz="1100" dirty="0">
              <a:solidFill>
                <a:prstClr val="white"/>
              </a:solidFill>
              <a:ea typeface="ヒラギノ角ゴ ProN W3" charset="0"/>
            </a:endParaRPr>
          </a:p>
        </p:txBody>
      </p:sp>
      <p:sp>
        <p:nvSpPr>
          <p:cNvPr id="166" name="Retângulo 165"/>
          <p:cNvSpPr/>
          <p:nvPr/>
        </p:nvSpPr>
        <p:spPr>
          <a:xfrm>
            <a:off x="7933134" y="4455189"/>
            <a:ext cx="1096566" cy="26738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defTabSz="913363"/>
            <a:r>
              <a:rPr lang="pt-BR" sz="700" dirty="0">
                <a:solidFill>
                  <a:prstClr val="black"/>
                </a:solidFill>
              </a:rPr>
              <a:t>Fábricas </a:t>
            </a:r>
          </a:p>
          <a:p>
            <a:pPr defTabSz="913363"/>
            <a:r>
              <a:rPr lang="pt-BR" sz="700" dirty="0">
                <a:solidFill>
                  <a:prstClr val="black"/>
                </a:solidFill>
              </a:rPr>
              <a:t>de Testes</a:t>
            </a:r>
          </a:p>
        </p:txBody>
      </p:sp>
      <p:sp>
        <p:nvSpPr>
          <p:cNvPr id="106" name="Elipse 105"/>
          <p:cNvSpPr/>
          <p:nvPr/>
        </p:nvSpPr>
        <p:spPr bwMode="auto">
          <a:xfrm>
            <a:off x="4349742" y="1105390"/>
            <a:ext cx="304204" cy="1895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600" b="1" dirty="0">
                <a:solidFill>
                  <a:srgbClr val="4C0026"/>
                </a:solidFill>
                <a:ea typeface="ヒラギノ角ゴ ProN W3" charset="0"/>
              </a:rPr>
              <a:t>P0</a:t>
            </a:r>
          </a:p>
        </p:txBody>
      </p:sp>
      <p:sp>
        <p:nvSpPr>
          <p:cNvPr id="168" name="Botão de ação: Página Inicial 167">
            <a:hlinkClick r:id="" action="ppaction://hlinkshowjump?jump=firstslide" highlightClick="1"/>
          </p:cNvPr>
          <p:cNvSpPr/>
          <p:nvPr/>
        </p:nvSpPr>
        <p:spPr bwMode="auto">
          <a:xfrm>
            <a:off x="1982015" y="4245517"/>
            <a:ext cx="308607" cy="208586"/>
          </a:xfrm>
          <a:prstGeom prst="actionButtonHom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51435" tIns="25718" rIns="51435" bIns="25718" rtlCol="0" anchor="ctr"/>
          <a:lstStyle/>
          <a:p>
            <a:pPr algn="ctr" defTabSz="913363"/>
            <a:endParaRPr lang="pt-BR" sz="1100" dirty="0">
              <a:solidFill>
                <a:prstClr val="white"/>
              </a:solidFill>
              <a:ea typeface="ヒラギノ角ゴ ProN W3" charset="0"/>
            </a:endParaRPr>
          </a:p>
        </p:txBody>
      </p:sp>
      <p:sp>
        <p:nvSpPr>
          <p:cNvPr id="169" name="Retângulo 168"/>
          <p:cNvSpPr/>
          <p:nvPr/>
        </p:nvSpPr>
        <p:spPr>
          <a:xfrm>
            <a:off x="1906580" y="4455189"/>
            <a:ext cx="885787" cy="26738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defTabSz="913363"/>
            <a:r>
              <a:rPr lang="pt-BR" sz="700" dirty="0">
                <a:solidFill>
                  <a:prstClr val="black"/>
                </a:solidFill>
              </a:rPr>
              <a:t>Recursos</a:t>
            </a:r>
          </a:p>
          <a:p>
            <a:pPr defTabSz="913363"/>
            <a:r>
              <a:rPr lang="pt-BR" sz="700" dirty="0">
                <a:solidFill>
                  <a:prstClr val="black"/>
                </a:solidFill>
              </a:rPr>
              <a:t>Internos</a:t>
            </a:r>
          </a:p>
        </p:txBody>
      </p:sp>
      <p:sp>
        <p:nvSpPr>
          <p:cNvPr id="170" name="Pentágono 127"/>
          <p:cNvSpPr>
            <a:spLocks noChangeArrowheads="1"/>
          </p:cNvSpPr>
          <p:nvPr/>
        </p:nvSpPr>
        <p:spPr bwMode="auto">
          <a:xfrm>
            <a:off x="63492" y="4900612"/>
            <a:ext cx="8994349" cy="157163"/>
          </a:xfrm>
          <a:prstGeom prst="homePlate">
            <a:avLst>
              <a:gd name="adj" fmla="val 20370"/>
            </a:avLst>
          </a:prstGeom>
          <a:solidFill>
            <a:srgbClr val="4C0026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900" dirty="0">
                <a:solidFill>
                  <a:prstClr val="white"/>
                </a:solidFill>
                <a:latin typeface="Gill Sans Std" pitchFamily="34" charset="0"/>
              </a:rPr>
              <a:t>Ciclo de Aprendizado – Acompanhamento da Governança</a:t>
            </a:r>
          </a:p>
        </p:txBody>
      </p:sp>
      <p:sp>
        <p:nvSpPr>
          <p:cNvPr id="171" name="Elipse 170"/>
          <p:cNvSpPr/>
          <p:nvPr/>
        </p:nvSpPr>
        <p:spPr bwMode="auto">
          <a:xfrm>
            <a:off x="870905" y="4751374"/>
            <a:ext cx="123293" cy="121199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177" name="Conector reto 176"/>
          <p:cNvCxnSpPr/>
          <p:nvPr/>
        </p:nvCxnSpPr>
        <p:spPr bwMode="auto">
          <a:xfrm flipV="1">
            <a:off x="5990690" y="3300412"/>
            <a:ext cx="3116789" cy="38059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chemeClr val="bg1">
                <a:lumMod val="8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51" name="Retângulo 2050"/>
          <p:cNvSpPr/>
          <p:nvPr/>
        </p:nvSpPr>
        <p:spPr bwMode="auto">
          <a:xfrm>
            <a:off x="6075931" y="3779289"/>
            <a:ext cx="1581746" cy="14774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900" dirty="0">
                <a:solidFill>
                  <a:srgbClr val="274467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Interações 1 - n</a:t>
            </a:r>
          </a:p>
        </p:txBody>
      </p:sp>
      <p:pic>
        <p:nvPicPr>
          <p:cNvPr id="178" name="Picture 31" descr="j043254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110" y="2548042"/>
            <a:ext cx="323745" cy="32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" name="Picture 32" descr="j043394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01" y="3716474"/>
            <a:ext cx="317866" cy="317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6" name="Picture 31" descr="j043254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105" y="2548043"/>
            <a:ext cx="323745" cy="32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7" name="Picture 31" descr="j043254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118" y="2548043"/>
            <a:ext cx="323745" cy="32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0" name="Picture 14" descr="http://mylogo.me/images/package-icon.png"/>
          <p:cNvPicPr>
            <a:picLocks noChangeAspect="1" noChangeArrowheads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834" y="2899695"/>
            <a:ext cx="217725" cy="23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14" descr="http://mylogo.me/images/package-icon.png"/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323" y="2932121"/>
            <a:ext cx="174275" cy="1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" name="Elipse 145"/>
          <p:cNvSpPr/>
          <p:nvPr/>
        </p:nvSpPr>
        <p:spPr bwMode="auto">
          <a:xfrm>
            <a:off x="1737272" y="4771119"/>
            <a:ext cx="123293" cy="121199"/>
          </a:xfrm>
          <a:prstGeom prst="ellipse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200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pic>
        <p:nvPicPr>
          <p:cNvPr id="159" name="Picture 14" descr="http://mylogo.me/images/package-icon.png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558" y="4672060"/>
            <a:ext cx="216042" cy="23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Picture 14" descr="http://mylogo.me/images/package-icon.png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140" y="4676395"/>
            <a:ext cx="216042" cy="23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" name="Fluxograma: Documento 184"/>
          <p:cNvSpPr/>
          <p:nvPr/>
        </p:nvSpPr>
        <p:spPr bwMode="auto">
          <a:xfrm>
            <a:off x="4077239" y="1703185"/>
            <a:ext cx="443953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Aceite da Solução</a:t>
            </a:r>
          </a:p>
        </p:txBody>
      </p:sp>
      <p:sp>
        <p:nvSpPr>
          <p:cNvPr id="188" name="Retângulo 187"/>
          <p:cNvSpPr/>
          <p:nvPr/>
        </p:nvSpPr>
        <p:spPr bwMode="auto">
          <a:xfrm>
            <a:off x="6028901" y="3607839"/>
            <a:ext cx="781198" cy="1714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9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Release 1</a:t>
            </a:r>
          </a:p>
        </p:txBody>
      </p:sp>
      <p:sp>
        <p:nvSpPr>
          <p:cNvPr id="189" name="Retângulo 188"/>
          <p:cNvSpPr/>
          <p:nvPr/>
        </p:nvSpPr>
        <p:spPr bwMode="auto">
          <a:xfrm>
            <a:off x="6056772" y="3937464"/>
            <a:ext cx="265708" cy="12820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7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I1</a:t>
            </a:r>
          </a:p>
        </p:txBody>
      </p:sp>
      <p:sp>
        <p:nvSpPr>
          <p:cNvPr id="190" name="Retângulo 189"/>
          <p:cNvSpPr/>
          <p:nvPr/>
        </p:nvSpPr>
        <p:spPr bwMode="auto">
          <a:xfrm>
            <a:off x="6380637" y="3937464"/>
            <a:ext cx="265708" cy="12820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7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In</a:t>
            </a:r>
          </a:p>
        </p:txBody>
      </p:sp>
      <p:sp>
        <p:nvSpPr>
          <p:cNvPr id="191" name="Retângulo 190"/>
          <p:cNvSpPr/>
          <p:nvPr/>
        </p:nvSpPr>
        <p:spPr bwMode="auto">
          <a:xfrm>
            <a:off x="6839736" y="3614491"/>
            <a:ext cx="781198" cy="1714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9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Release 2</a:t>
            </a:r>
          </a:p>
        </p:txBody>
      </p:sp>
      <p:sp>
        <p:nvSpPr>
          <p:cNvPr id="192" name="Retângulo 191"/>
          <p:cNvSpPr/>
          <p:nvPr/>
        </p:nvSpPr>
        <p:spPr bwMode="auto">
          <a:xfrm>
            <a:off x="6840287" y="3943734"/>
            <a:ext cx="265708" cy="12820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7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I1</a:t>
            </a:r>
          </a:p>
        </p:txBody>
      </p:sp>
      <p:sp>
        <p:nvSpPr>
          <p:cNvPr id="193" name="Retângulo 192"/>
          <p:cNvSpPr/>
          <p:nvPr/>
        </p:nvSpPr>
        <p:spPr bwMode="auto">
          <a:xfrm>
            <a:off x="7164152" y="3943734"/>
            <a:ext cx="265708" cy="12820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7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In</a:t>
            </a:r>
          </a:p>
        </p:txBody>
      </p:sp>
      <p:sp>
        <p:nvSpPr>
          <p:cNvPr id="195" name="Retângulo 194"/>
          <p:cNvSpPr/>
          <p:nvPr/>
        </p:nvSpPr>
        <p:spPr>
          <a:xfrm>
            <a:off x="7391" y="2034299"/>
            <a:ext cx="885787" cy="667491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defTabSz="913363"/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Benefícios/ Objetivos Negócio</a:t>
            </a:r>
          </a:p>
          <a:p>
            <a:pPr marL="96441" indent="-96441" defTabSz="913363">
              <a:buFontTx/>
              <a:buChar char="-"/>
            </a:pPr>
            <a:r>
              <a:rPr lang="pt-BR" sz="800" dirty="0">
                <a:solidFill>
                  <a:prstClr val="black"/>
                </a:solidFill>
                <a:latin typeface="Gill Sans Std" pitchFamily="34" charset="0"/>
              </a:rPr>
              <a:t>Complexidade da Demanda Negócio</a:t>
            </a:r>
          </a:p>
        </p:txBody>
      </p:sp>
      <p:sp>
        <p:nvSpPr>
          <p:cNvPr id="93" name="Fluxograma: Documento 92"/>
          <p:cNvSpPr/>
          <p:nvPr/>
        </p:nvSpPr>
        <p:spPr bwMode="auto">
          <a:xfrm>
            <a:off x="896057" y="1751451"/>
            <a:ext cx="462846" cy="296759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endParaRPr lang="pt-BR" sz="500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500" b="1" dirty="0" smtClean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Problemas / Benefícios</a:t>
            </a:r>
            <a:endParaRPr lang="pt-BR" sz="500" b="1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96" name="Retângulo 195"/>
          <p:cNvSpPr/>
          <p:nvPr/>
        </p:nvSpPr>
        <p:spPr bwMode="auto">
          <a:xfrm>
            <a:off x="7657676" y="3607839"/>
            <a:ext cx="781198" cy="1714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9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Release n</a:t>
            </a:r>
          </a:p>
        </p:txBody>
      </p:sp>
      <p:sp>
        <p:nvSpPr>
          <p:cNvPr id="197" name="Retângulo 196"/>
          <p:cNvSpPr/>
          <p:nvPr/>
        </p:nvSpPr>
        <p:spPr bwMode="auto">
          <a:xfrm>
            <a:off x="7658227" y="3937082"/>
            <a:ext cx="265708" cy="12820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7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I1</a:t>
            </a:r>
          </a:p>
        </p:txBody>
      </p:sp>
      <p:sp>
        <p:nvSpPr>
          <p:cNvPr id="198" name="Retângulo 197"/>
          <p:cNvSpPr/>
          <p:nvPr/>
        </p:nvSpPr>
        <p:spPr bwMode="auto">
          <a:xfrm>
            <a:off x="7982092" y="3937082"/>
            <a:ext cx="265708" cy="12820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51435" tIns="25718" rIns="51435" bIns="25718" numCol="1" rtlCol="0" anchor="ctr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7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  <a:cs typeface="ヒラギノ角ゴ ProN W3" charset="0"/>
                <a:sym typeface="Gill Sans" charset="0"/>
              </a:rPr>
              <a:t>In</a:t>
            </a:r>
          </a:p>
        </p:txBody>
      </p:sp>
      <p:sp>
        <p:nvSpPr>
          <p:cNvPr id="199" name="Divisa 198"/>
          <p:cNvSpPr/>
          <p:nvPr/>
        </p:nvSpPr>
        <p:spPr bwMode="auto">
          <a:xfrm>
            <a:off x="6784650" y="1251880"/>
            <a:ext cx="859555" cy="414338"/>
          </a:xfrm>
          <a:prstGeom prst="chevron">
            <a:avLst>
              <a:gd name="adj" fmla="val 9334"/>
            </a:avLst>
          </a:prstGeom>
          <a:solidFill>
            <a:schemeClr val="accent5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 defTabSz="913363"/>
            <a:r>
              <a:rPr lang="pt-BR" sz="800" dirty="0">
                <a:solidFill>
                  <a:prstClr val="white"/>
                </a:solidFill>
                <a:latin typeface="Gill Sans Std" pitchFamily="34" charset="0"/>
                <a:ea typeface="ヒラギノ角ゴ ProN W3" charset="0"/>
              </a:rPr>
              <a:t>Testes</a:t>
            </a:r>
          </a:p>
        </p:txBody>
      </p:sp>
      <p:sp>
        <p:nvSpPr>
          <p:cNvPr id="200" name="Fluxograma: Documento 199"/>
          <p:cNvSpPr/>
          <p:nvPr/>
        </p:nvSpPr>
        <p:spPr bwMode="auto">
          <a:xfrm>
            <a:off x="6520401" y="1801695"/>
            <a:ext cx="443953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Plano de Testes</a:t>
            </a:r>
          </a:p>
        </p:txBody>
      </p:sp>
      <p:sp>
        <p:nvSpPr>
          <p:cNvPr id="201" name="Retângulo 200"/>
          <p:cNvSpPr/>
          <p:nvPr/>
        </p:nvSpPr>
        <p:spPr>
          <a:xfrm>
            <a:off x="1196788" y="2998707"/>
            <a:ext cx="1093833" cy="805991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defTabSz="913363"/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Portfólio de TD:</a:t>
            </a:r>
            <a:endParaRPr lang="pt-BR" sz="700" dirty="0">
              <a:solidFill>
                <a:prstClr val="black"/>
              </a:solidFill>
              <a:latin typeface="Gill Sans Std" pitchFamily="34" charset="0"/>
            </a:endParaRP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Rn Carteira TD mensal (Status SPI Projetos TD)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Rn Priorização Semanal das Novas </a:t>
            </a: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demandas</a:t>
            </a:r>
          </a:p>
          <a:p>
            <a:pPr defTabSz="913363"/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 (</a:t>
            </a: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Avaliação do </a:t>
            </a: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Benefício e Valor para o Negócio)</a:t>
            </a:r>
            <a:endParaRPr lang="pt-BR" sz="7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204" name="Pentágono 127"/>
          <p:cNvSpPr>
            <a:spLocks noChangeArrowheads="1"/>
          </p:cNvSpPr>
          <p:nvPr/>
        </p:nvSpPr>
        <p:spPr bwMode="auto">
          <a:xfrm>
            <a:off x="-6755" y="814388"/>
            <a:ext cx="869336" cy="314325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1000" dirty="0">
                <a:solidFill>
                  <a:prstClr val="white"/>
                </a:solidFill>
                <a:latin typeface="Gill Sans Std" pitchFamily="34" charset="0"/>
              </a:rPr>
              <a:t>RELACIO-NAMENTO</a:t>
            </a:r>
          </a:p>
        </p:txBody>
      </p:sp>
      <p:sp>
        <p:nvSpPr>
          <p:cNvPr id="205" name="Pentágono 127"/>
          <p:cNvSpPr>
            <a:spLocks noChangeArrowheads="1"/>
          </p:cNvSpPr>
          <p:nvPr/>
        </p:nvSpPr>
        <p:spPr bwMode="auto">
          <a:xfrm>
            <a:off x="7644140" y="971550"/>
            <a:ext cx="1402276" cy="157163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</p:spPr>
        <p:txBody>
          <a:bodyPr lIns="10109" tIns="36520" rIns="10109" bIns="36520" anchor="ctr"/>
          <a:lstStyle/>
          <a:p>
            <a:pPr algn="ctr" defTabSz="913363"/>
            <a:r>
              <a:rPr lang="pt-BR" sz="900" dirty="0">
                <a:solidFill>
                  <a:prstClr val="white"/>
                </a:solidFill>
                <a:latin typeface="Gill Sans Std" pitchFamily="34" charset="0"/>
              </a:rPr>
              <a:t>ENTREGA </a:t>
            </a:r>
            <a:r>
              <a:rPr lang="pt-BR" sz="900" dirty="0" smtClean="0">
                <a:solidFill>
                  <a:prstClr val="white"/>
                </a:solidFill>
                <a:latin typeface="Gill Sans Std" pitchFamily="34" charset="0"/>
              </a:rPr>
              <a:t>DO SERV</a:t>
            </a:r>
            <a:r>
              <a:rPr lang="pt-BR" sz="1000" dirty="0">
                <a:solidFill>
                  <a:prstClr val="white"/>
                </a:solidFill>
                <a:latin typeface="Gill Sans Std" pitchFamily="34" charset="0"/>
              </a:rPr>
              <a:t>.</a:t>
            </a:r>
          </a:p>
        </p:txBody>
      </p:sp>
      <p:sp>
        <p:nvSpPr>
          <p:cNvPr id="206" name="Fluxograma: Documento 205"/>
          <p:cNvSpPr/>
          <p:nvPr/>
        </p:nvSpPr>
        <p:spPr bwMode="auto">
          <a:xfrm>
            <a:off x="4954862" y="1703185"/>
            <a:ext cx="522459" cy="38430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 smtClean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DAS + Requisitos Detalhados</a:t>
            </a:r>
            <a:endParaRPr lang="pt-BR" sz="600" b="1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07" name="Fluxograma: Documento 206"/>
          <p:cNvSpPr/>
          <p:nvPr/>
        </p:nvSpPr>
        <p:spPr bwMode="auto">
          <a:xfrm>
            <a:off x="8064932" y="1703185"/>
            <a:ext cx="537624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Solicitação</a:t>
            </a: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Mudança</a:t>
            </a:r>
          </a:p>
        </p:txBody>
      </p:sp>
      <p:sp>
        <p:nvSpPr>
          <p:cNvPr id="208" name="Fluxograma: Documento 207"/>
          <p:cNvSpPr/>
          <p:nvPr/>
        </p:nvSpPr>
        <p:spPr bwMode="auto">
          <a:xfrm>
            <a:off x="7602093" y="1703185"/>
            <a:ext cx="443953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Plano de </a:t>
            </a:r>
            <a:r>
              <a:rPr lang="pt-BR" sz="600" b="1" dirty="0" err="1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Cut</a:t>
            </a:r>
            <a:r>
              <a:rPr lang="pt-BR" sz="600" b="1" dirty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-over</a:t>
            </a:r>
          </a:p>
        </p:txBody>
      </p:sp>
      <p:sp>
        <p:nvSpPr>
          <p:cNvPr id="111" name="Elipse 110"/>
          <p:cNvSpPr/>
          <p:nvPr/>
        </p:nvSpPr>
        <p:spPr bwMode="auto">
          <a:xfrm>
            <a:off x="8893167" y="1105390"/>
            <a:ext cx="304204" cy="18952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defTabSz="913363"/>
            <a:r>
              <a:rPr lang="pt-BR" sz="600" b="1" dirty="0">
                <a:solidFill>
                  <a:srgbClr val="4C0026"/>
                </a:solidFill>
                <a:ea typeface="ヒラギノ角ゴ ProN W3" charset="0"/>
              </a:rPr>
              <a:t>P3</a:t>
            </a:r>
          </a:p>
        </p:txBody>
      </p:sp>
      <p:sp>
        <p:nvSpPr>
          <p:cNvPr id="209" name="Fluxograma: Processo predefinido 14"/>
          <p:cNvSpPr>
            <a:spLocks noChangeArrowheads="1"/>
          </p:cNvSpPr>
          <p:nvPr/>
        </p:nvSpPr>
        <p:spPr bwMode="auto">
          <a:xfrm>
            <a:off x="6929438" y="42863"/>
            <a:ext cx="648515" cy="367946"/>
          </a:xfrm>
          <a:prstGeom prst="flowChartPredefinedProcess">
            <a:avLst/>
          </a:prstGeom>
          <a:solidFill>
            <a:schemeClr val="bg1">
              <a:lumMod val="7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51435" tIns="25718" rIns="51435" bIns="25718" anchor="ctr"/>
          <a:lstStyle/>
          <a:p>
            <a:pPr algn="ctr" defTabSz="913363"/>
            <a:r>
              <a:rPr lang="pt-B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</a:rPr>
              <a:t>Demandas, Entregas e Portfólio</a:t>
            </a:r>
          </a:p>
        </p:txBody>
      </p:sp>
      <p:sp>
        <p:nvSpPr>
          <p:cNvPr id="210" name="Fluxograma: Processo predefinido 14"/>
          <p:cNvSpPr>
            <a:spLocks noChangeArrowheads="1"/>
          </p:cNvSpPr>
          <p:nvPr/>
        </p:nvSpPr>
        <p:spPr bwMode="auto">
          <a:xfrm>
            <a:off x="8374261" y="40416"/>
            <a:ext cx="710803" cy="367946"/>
          </a:xfrm>
          <a:prstGeom prst="flowChartPredefinedProcess">
            <a:avLst/>
          </a:prstGeom>
          <a:solidFill>
            <a:schemeClr val="bg1">
              <a:lumMod val="7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lIns="51435" tIns="25718" rIns="51435" bIns="25718" anchor="ctr"/>
          <a:lstStyle/>
          <a:p>
            <a:pPr algn="ctr" defTabSz="913363"/>
            <a:r>
              <a:rPr lang="pt-B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Std" pitchFamily="34" charset="0"/>
              </a:rPr>
              <a:t>Entrega de Serviços</a:t>
            </a:r>
          </a:p>
        </p:txBody>
      </p:sp>
      <p:sp>
        <p:nvSpPr>
          <p:cNvPr id="221" name="Retângulo 220"/>
          <p:cNvSpPr/>
          <p:nvPr/>
        </p:nvSpPr>
        <p:spPr>
          <a:xfrm>
            <a:off x="3583511" y="3171059"/>
            <a:ext cx="1208096" cy="590547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96441" indent="-96441" defTabSz="913363">
              <a:buFontTx/>
              <a:buChar char="-"/>
            </a:pP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Calendário de Releases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Capacidade de Execução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Definição do Core Team</a:t>
            </a:r>
            <a:endParaRPr lang="pt-BR" sz="700" dirty="0">
              <a:solidFill>
                <a:prstClr val="black"/>
              </a:solidFill>
              <a:latin typeface="Gill Sans Std" pitchFamily="34" charset="0"/>
            </a:endParaRP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Alocação dos Recursos de TD</a:t>
            </a:r>
            <a:endParaRPr lang="pt-BR" sz="7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pic>
        <p:nvPicPr>
          <p:cNvPr id="222" name="Picture 23" descr="j0431640"/>
          <p:cNvPicPr>
            <a:picLocks noChangeAspect="1" noChangeArrowheads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862" y="2466866"/>
            <a:ext cx="194087" cy="195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3" name="Picture 26" descr="j0433953"/>
          <p:cNvPicPr>
            <a:picLocks noChangeAspect="1" noChangeArrowheads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08" y="2389954"/>
            <a:ext cx="191726" cy="19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4" name="Picture 31" descr="j0433954"/>
          <p:cNvPicPr>
            <a:picLocks noChangeAspect="1" noChangeArrowheads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244" y="2400300"/>
            <a:ext cx="197857" cy="19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3" y="4580032"/>
            <a:ext cx="234361" cy="286973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12"/>
          <p:cNvSpPr/>
          <p:nvPr/>
        </p:nvSpPr>
        <p:spPr>
          <a:xfrm>
            <a:off x="6648610" y="3333874"/>
            <a:ext cx="1225977" cy="190438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defTabSz="913363"/>
            <a:r>
              <a:rPr lang="pt-BR" sz="900" dirty="0">
                <a:solidFill>
                  <a:srgbClr val="660033"/>
                </a:solidFill>
                <a:latin typeface="Gill Sans Std" pitchFamily="34" charset="0"/>
                <a:ea typeface="ヒラギノ角ゴ ProN W3" charset="0"/>
                <a:cs typeface="ヒラギノ角ゴ ProN W3" charset="0"/>
              </a:rPr>
              <a:t>Releases vs. Capacidade</a:t>
            </a:r>
            <a:endParaRPr lang="pt-BR" dirty="0">
              <a:solidFill>
                <a:prstClr val="black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423006" y="1999944"/>
            <a:ext cx="1518519" cy="375104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defTabSz="913363"/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Alinhamento com :</a:t>
            </a:r>
          </a:p>
          <a:p>
            <a:pPr defTabSz="913363"/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- Arquitetura de Referência</a:t>
            </a:r>
          </a:p>
          <a:p>
            <a:pPr defTabSz="913363"/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- Padrões Técnicos</a:t>
            </a:r>
          </a:p>
        </p:txBody>
      </p:sp>
      <p:graphicFrame>
        <p:nvGraphicFramePr>
          <p:cNvPr id="180" name="Diagrama 179"/>
          <p:cNvGraphicFramePr/>
          <p:nvPr>
            <p:extLst>
              <p:ext uri="{D42A27DB-BD31-4B8C-83A1-F6EECF244321}">
                <p14:modId xmlns:p14="http://schemas.microsoft.com/office/powerpoint/2010/main" val="2496384969"/>
              </p:ext>
            </p:extLst>
          </p:nvPr>
        </p:nvGraphicFramePr>
        <p:xfrm>
          <a:off x="5578240" y="1988982"/>
          <a:ext cx="708260" cy="2864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pic>
        <p:nvPicPr>
          <p:cNvPr id="181" name="Picture 1192" descr="C:\Documents and Settings\dlher.ST-USERS\My Documents\ORACLE\CLIPARTS\high-res\assignees.png"/>
          <p:cNvPicPr>
            <a:picLocks noChangeAspect="1" noChangeArrowheads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648" y="2355161"/>
            <a:ext cx="257175" cy="1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" name="Picture 14" descr="http://mylogo.me/images/package-icon.png"/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1" y="3145587"/>
            <a:ext cx="174275" cy="1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Picture 14" descr="http://mylogo.me/images/package-icon.png"/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846" y="3231312"/>
            <a:ext cx="174275" cy="1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Picture 14" descr="http://mylogo.me/images/package-icon.png"/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571" y="3317037"/>
            <a:ext cx="174275" cy="1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14" descr="http://mylogo.me/images/package-icon.png"/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553" y="3199465"/>
            <a:ext cx="174275" cy="1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Título 1"/>
          <p:cNvSpPr txBox="1">
            <a:spLocks/>
          </p:cNvSpPr>
          <p:nvPr/>
        </p:nvSpPr>
        <p:spPr>
          <a:xfrm>
            <a:off x="161510" y="8938"/>
            <a:ext cx="8461375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Gestão de portfólio</a:t>
            </a:r>
          </a:p>
        </p:txBody>
      </p:sp>
      <p:sp>
        <p:nvSpPr>
          <p:cNvPr id="4" name="Retângulo 3"/>
          <p:cNvSpPr/>
          <p:nvPr/>
        </p:nvSpPr>
        <p:spPr>
          <a:xfrm>
            <a:off x="5697125" y="2371695"/>
            <a:ext cx="396262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514350">
              <a:defRPr/>
            </a:pPr>
            <a:r>
              <a:rPr lang="pt-BR" sz="700" b="1" kern="0" dirty="0" smtClean="0">
                <a:solidFill>
                  <a:srgbClr val="002060"/>
                </a:solidFill>
                <a:latin typeface="Gill Sans Std" pitchFamily="34" charset="0"/>
              </a:rPr>
              <a:t>CAD</a:t>
            </a:r>
            <a:endParaRPr lang="pt-BR" sz="700" b="1" kern="0" dirty="0">
              <a:solidFill>
                <a:srgbClr val="002060"/>
              </a:solidFill>
              <a:latin typeface="Gill Sans Std" pitchFamily="34" charset="0"/>
            </a:endParaRPr>
          </a:p>
        </p:txBody>
      </p:sp>
      <p:pic>
        <p:nvPicPr>
          <p:cNvPr id="172" name="Picture 31" descr="j043254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684" y="2582014"/>
            <a:ext cx="323745" cy="32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" name="Retângulo 172"/>
          <p:cNvSpPr/>
          <p:nvPr/>
        </p:nvSpPr>
        <p:spPr>
          <a:xfrm>
            <a:off x="4741713" y="2346032"/>
            <a:ext cx="1191815" cy="375104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Padrão MNGP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Plano do Projeto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 smtClean="0">
                <a:solidFill>
                  <a:prstClr val="black"/>
                </a:solidFill>
                <a:latin typeface="Gill Sans Std" pitchFamily="34" charset="0"/>
              </a:rPr>
              <a:t>Business Case</a:t>
            </a:r>
            <a:endParaRPr lang="pt-BR" sz="700" dirty="0">
              <a:solidFill>
                <a:prstClr val="black"/>
              </a:solidFill>
              <a:latin typeface="Gill Sans Std" pitchFamily="34" charset="0"/>
            </a:endParaRPr>
          </a:p>
        </p:txBody>
      </p:sp>
      <p:sp>
        <p:nvSpPr>
          <p:cNvPr id="203" name="Retângulo 202"/>
          <p:cNvSpPr/>
          <p:nvPr/>
        </p:nvSpPr>
        <p:spPr>
          <a:xfrm>
            <a:off x="2282638" y="3192637"/>
            <a:ext cx="1191815" cy="482825"/>
          </a:xfrm>
          <a:prstGeom prst="rect">
            <a:avLst/>
          </a:prstGeom>
          <a:solidFill>
            <a:schemeClr val="bg1"/>
          </a:solidFill>
        </p:spPr>
        <p:txBody>
          <a:bodyPr wrap="square" lIns="51435" tIns="25718" rIns="51435" bIns="25718">
            <a:spAutoFit/>
          </a:bodyPr>
          <a:lstStyle/>
          <a:p>
            <a:pPr marL="96441" indent="-96441" defTabSz="913363">
              <a:buFontTx/>
              <a:buChar char="-"/>
            </a:pP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Esboço da Solução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Software Selection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Plataformas envolvidas</a:t>
            </a:r>
          </a:p>
          <a:p>
            <a:pPr marL="96441" indent="-96441" defTabSz="913363">
              <a:buFontTx/>
              <a:buChar char="-"/>
            </a:pPr>
            <a:r>
              <a:rPr lang="pt-BR" sz="700" dirty="0">
                <a:solidFill>
                  <a:prstClr val="black"/>
                </a:solidFill>
                <a:latin typeface="Gill Sans Std" pitchFamily="34" charset="0"/>
              </a:rPr>
              <a:t>Interdependências</a:t>
            </a:r>
          </a:p>
        </p:txBody>
      </p:sp>
      <p:sp>
        <p:nvSpPr>
          <p:cNvPr id="174" name="Fluxograma: Documento 173"/>
          <p:cNvSpPr/>
          <p:nvPr/>
        </p:nvSpPr>
        <p:spPr bwMode="auto">
          <a:xfrm>
            <a:off x="8633781" y="1703185"/>
            <a:ext cx="537624" cy="285797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</a:pPr>
            <a:r>
              <a:rPr lang="pt-BR" sz="600" b="1" dirty="0" err="1" smtClean="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Comunica-ção</a:t>
            </a:r>
            <a:endParaRPr lang="pt-BR" sz="600" b="1" dirty="0">
              <a:solidFill>
                <a:srgbClr val="000000"/>
              </a:solidFill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8" name="Seta para a direita listrada 157"/>
          <p:cNvSpPr/>
          <p:nvPr/>
        </p:nvSpPr>
        <p:spPr bwMode="auto">
          <a:xfrm>
            <a:off x="4545924" y="2871788"/>
            <a:ext cx="4561555" cy="309740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  <a:headEnd type="none" w="med" len="med"/>
            <a:tailEnd type="none" w="med" len="med"/>
          </a:ln>
          <a:ex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marL="1826726" lvl="4" defTabSz="913363"/>
            <a:r>
              <a:rPr lang="pt-BR" sz="900" b="1" dirty="0">
                <a:solidFill>
                  <a:srgbClr val="660033"/>
                </a:solidFill>
                <a:latin typeface="Gill Sans Std" pitchFamily="34" charset="0"/>
                <a:ea typeface="ヒラギノ角ゴ ProN W3" charset="0"/>
                <a:cs typeface="ヒラギノ角ゴ ProN W3" charset="0"/>
              </a:rPr>
              <a:t>Esteiras de </a:t>
            </a:r>
            <a:r>
              <a:rPr lang="pt-BR" sz="900" b="1" dirty="0" smtClean="0">
                <a:solidFill>
                  <a:srgbClr val="660033"/>
                </a:solidFill>
                <a:latin typeface="Gill Sans Std" pitchFamily="34" charset="0"/>
                <a:ea typeface="ヒラギノ角ゴ ProN W3" charset="0"/>
                <a:cs typeface="ヒラギノ角ゴ ProN W3" charset="0"/>
              </a:rPr>
              <a:t>Demandas </a:t>
            </a:r>
            <a:endParaRPr lang="pt-BR" sz="900" b="1" dirty="0">
              <a:solidFill>
                <a:srgbClr val="660033"/>
              </a:solidFill>
              <a:latin typeface="Gill Sans Std" pitchFamily="34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pic>
        <p:nvPicPr>
          <p:cNvPr id="175" name="Picture 7" descr="d:\Documents and Settings\tr551768\Desktop\Imagens\Microsoft Media Gallery\sb10063496d-001.jpg"/>
          <p:cNvPicPr>
            <a:picLocks noChangeAspect="1" noChangeArrowheads="1"/>
          </p:cNvPicPr>
          <p:nvPr/>
        </p:nvPicPr>
        <p:blipFill>
          <a:blip r:embed="rId11" cstate="screen">
            <a:clrChange>
              <a:clrFrom>
                <a:srgbClr val="F8FAF9"/>
              </a:clrFrom>
              <a:clrTo>
                <a:srgbClr val="F8FA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854" y="2918343"/>
            <a:ext cx="215011" cy="24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6" name="Picture 14" descr="http://mylogo.me/images/package-icon.png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303" y="2904326"/>
            <a:ext cx="216042" cy="23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76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194374" y="4124900"/>
            <a:ext cx="8649960" cy="10693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194374" y="3016760"/>
            <a:ext cx="8649960" cy="1066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210964" y="2071652"/>
            <a:ext cx="8649960" cy="9051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38018" y="1117048"/>
            <a:ext cx="8649960" cy="90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Canto dobrado 12"/>
          <p:cNvSpPr/>
          <p:nvPr/>
        </p:nvSpPr>
        <p:spPr>
          <a:xfrm>
            <a:off x="3899176" y="3053209"/>
            <a:ext cx="1620180" cy="885943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FORUM DE RELEASES</a:t>
            </a:r>
          </a:p>
        </p:txBody>
      </p:sp>
      <p:sp>
        <p:nvSpPr>
          <p:cNvPr id="6" name="AutoShape 2" descr="data:image/jpeg;base64,/9j/4AAQSkZJRgABAQAAAQABAAD/2wCEAAkGBhQSERUUEhQVFRQVFBUUFRcWFBQVFRQUFBQVFRQUFBQXHCYeFxolGRUUHzAgIycpLCwsFR8xNTAqNSYrLCkBCQoKDgwOGg8PGCkcHBwpKSkpKSkqKSkpKSkpKSkpKSksKSksKSkpKSkpKSkpKSkpKSkpKSkpKSksKSksKSkpLP/AABEIAM0A9gMBIgACEQEDEQH/xAAcAAACAgMBAQAAAAAAAAAAAAAABQQGAQIDBwj/xABQEAABAwIDBAQJBgoHBwUAAAABAAIDBBEFEiEGEzFBIlFhcQcUMlKBkZKhsRZCYnKCwSMkMzRDRHODstEVU1SEs9LhY2STlKLT8BcldKPC/8QAGQEBAAMBAQAAAAAAAAAAAAAAAAECAwQF/8QAIxEBAQACAwEAAgIDAQAAAAAAAAECEQMSITEyQRNRQmFxBP/aAAwDAQACEQMRAD8A9xQhc5pcoug6IVHx3whOhdlZGx3e5w+CgweE+U8YYx9p6rcpFpja9GQqIPCI8/o2e05doNuJnfome05R3ielXVCo1Xt3OzhDGfS9LD4U5wbbiL2nqe0R0r0xC80d4UZ7aQRe29R3eFuoHGni9t/8k7Q616mheeYR4UHyOAkiY2/U533q9UdaJGghTtGklCEKUBCEIBCEIBCEIBCEIBCEIBCEIBCEIBCEIBCEIBV/avE90w9ysC888JNRZ1vohRfiYo1XU53klDAoO91TPDm5iFhW2JthlBmsrbhuGABLMNhsAnUE9lVvptWYU1wVVxDZ7XRW/wAZUacgptPVRH4eWqFU0/YrjWUwKSVlIolRcYrmWxuF6HsRj1xlcV5/VxlpUzAa/JID2rXGufKPc2uuFsoGEVWeMHsU9bMQhCEAhCEAhCEAhCEAhCEAhCEAhCEAhCEAhCEAvKvClVWny/RavVV434V3/jlv9mz4FVy+Jx+qY2S5VpwKHgqzQQ3cr7gdJYBY5Ojjnp1TR6KUyJZiLQFs6raqRuyWrk8pdi2MPYY2xRtkdIXAZpN21uRuY3OUk6X4BQ3YjV/2aH/mj/2lOjZjUJVUhYkrqo/oIR31LvuiUOWaqP6GAfv5D8IlGi1AxGnuEogdld6U3qW1VtWU4/eSH/8ACr1Tv2u1bEe57x8Wq8YZvZdia7NGArZdeVeDzFZRLHFJGwNkbIWuZI5xBjDSQWlo4h3G69UC3jnrN0XWbLBUoF0XQhAXRdZsiyDF0XQiyAui6zZCDF1q+UNBJIAHEkgAd5KW1tbI6TcQWDg0OkkcLiJriQ2zfnvOV1hwAFzyB1i2ZhveUGd/nTneey09Bv2WhB0n2npGeXUwN75ox966tx2nIuJ4SDwO9jsb9Ruu0eHRNaWtjYGkWIDGgEHkQBqubcGgHCGIfu2fyQd4KprxdjmuHW0hw9YXS6U1GytM7XctY7k+K8Lx2h8ZBuuuFUMsWZr5jMzTdl7RvW8bh722DxwsbA8b3QMkIQgF4/4VaYmqJHmM+BXsC8s8I5/Gj9RnwKpl8Xwm6peEx2NyrZS4kANFW3+Top+GUjnNWWUbYU1qcWNuKVvxl1+K2qMPclElK4FRJF7lTf8ApTNNBc8DL/hWTp9dpxVJex2+hA45nn/63A/EJrWwysbc3smkzIymxVcW4kSkschPFD5ip0jusHjIISHFG9JdGTmy4taXuSRTOrTsFGTVxDzKeV/tyRM+AXq7V5fgmzUM1VEyZgeBSSuAJcC076IBwLSCDxCuPyFpRwE4HUKurt6t6t456sF1lVzYtmRtVHme4RVkrGZ3vkLWZI3tbmeSSLO61Y1KAhCEAhCEAhCEAsFZQgQbOSXmrQ78oKrX9mYYjCR2ZNO8OT9J8UwEvkE8LzDUNblzgZmyMBvu5oyQHtuSRqHC5sRc35Mxapj0npi+3z6Zwkae3dPLXt7hmQPUJO3aZh/RVN+rxWa/8KyzaIONmwVRPbA5nvfYe9A3WMyVmqqX+RC2IedK8OI/dxk39sKRQ4duyXOc58j7ZnusNBezWtGjWi50HXrc6oJqEIQBXnO3lEXVBP0W/BejKpbVMG8v9ELPk+NuH8lFhoBbVNqCENWgYiN1isK6pEmpGiUTU1zwTXOuL3aqu1uqDRYG588LwBZjnl1zydG5ot19ItU7GqCtMeraMDsNQ4+8NsneEZRxU7EpWltleXxHX15EKapBt+APolH3lFFJPIwPEcJBvpvHtOji036B5hWeqgGf0pds/F+Ls75PdK9OynT1AFPUHgyAd8kh+DF0p6CqDhZsHtyn3ZFYYoNUwpKa7wrSqZYnOyGFTiUTz7kBsBhYIjIfKkD3Fwe0W8lo0J4K4lRcPjysA7FKJW8ctV/ZU/ha8dVa7309OR8VYVR/B3BVtmxDxo3HjZDDlDBJZovKB2s3Q006J7Vd7qUMoWMyygEIWLoMoWLrKAQhCAWLLKxdAWVbFcx+KBrHgllNMyRoPkP3sDmgjkbO9Sd1WKRRtzSSxtaNLue0C/VqeKq7fE/H3V0e9lmdC2A7qCWRlg4nPma2xdazePAILiFlJRtbTjy3SR/tIJ4wO9zmAe9MqPEYphmikZI3rY9rh62lBIQhCAVb2jgzP9AVkSrFYbm/YFXL4tjdVU6ujyhLgFZcSp+iqy91isMo6sMtt3OWY4L6qK6TVSKevaOKybbR6ipew6Ifijrarevq2FLHThStuuolzG64bPfkAPNkmae8TSf6LrCQuWzvkPHMVFQD370/cQpUt9N82VrnHg1pce5oufgu2BbPueGGSepzFrS7LKGWcQCbBrdBquWIx/i0pH9WfVpf3XVyoYAHacPuWmE8YZ5NmbKC2lTWD+8vPxW/yUHOprD/AHl4+Fk6j4LZdDlIvkmOVVWD+8vPxuj5K/73Wf8AHt8Gp6hBV8W2c3cEsjamszMike29VJa7WFwuOHEJ9hcpdDG52pdGxx7y0Ernjn5tPfhuZb+w5a7P38Vgvx3EV+/dtQTpHgAkkADUk6AAcSSkkc09V0o3biA+S7KHTSt5OaHjLE08QSHEjWwW21jvwLWHyZainif2skmYHtPYRdv2k6agX0GDCN2YyzyOtb8JK5zdf9mLMvpxsmKEIBCEIMFITH45LI19/F4nbvKCWiaUayF9tSxtw0N4E5r3sE+KRbJSjJMz57KupDxzBfM6RnrjfG70oJcGzVKxwcynha5pBa4RMDmkcwQLg9qZWWUIMWXGKija5z2sa1z7Z3BoDnWvbMQLm1zx613QgEIQgFHqo7qQkuKbXUkDzHNOxjwAS03LgDwJABsoozNT3BCpWLQ5XlWN23OH/wBspx3ytb/FZVLHtqKMu6NVTu7pWH4FZ5zxtx5euJF1zkpCoUW01Lf8vGO0kge0RZWCKPMFzWWOqXZBLTFRzSlWWfDkvfBYq3ZrtBgiIW+zg6dQ3qqCR3Pjid8SVKztBsSAeNiQDbrsVD2YwYU89RJnDhLICwB18rNSQRy6RPoaEnrHK+rtNhbnUcwa0ucYn5WtF3ONtABzKls2liaRmiq29ho6jT0taR70xwKpBanGVdMnjjyvpI3bGG2kdUe6jqv8iz8s4fMqf+Tqv+2noK1kJscoubGwNwCeQJ5K6hCNvKT5z3t1t04Khuo4i5ZZbR7eUJ/Wom/Xdu/47XS/wa1cz6WTfQuhtU1Ng51yS6eR7wNB0Q52UHnlPDRWwsB4i/eEFaxTbOgfBK3xuDpRyNtvWgm7CLalN9nHE0lOTxMEJPeY2qc6EHiB6gtgEEHG8KFTC+IuLc1i17fKjkY4Pjkb2tc1p9CVwbTuhAZXs3LhpvmgupZOWYSfor+bJa3InirGsOag4UtfHILxvY8dbHNcPWCu90qqNlaR5u6nhudcwja13ttsfeufyUpwLEPy9RnnLQO4vsgc5llfL+IbazR4vv6drWCGV0TI2eQ+MPLSHni7MNST2W4L6Ekx8/NaL9RJVblItjhcvh4kmJYG7feMUzxFMWhsgc0uinY3yWytBBDhc2e03FyNRolM22Tvot95965Hahx13hVf5I1/gzOG7SPj0q4JIrfpIwZ4D252DM37bR6V2+V1L/XNPcHH12Gi4bPbRCdzmHymjNccxexv7lJ2nx1tFSTVLhcRMLg29szuDW35XcQL9qvLubjLLG43VDdrKQ/rMPcZGh3sk3PqUqhxIS3LGvyi1nOY5jXX83NYnvtbVaYPXtqIIp2iwljbIARqMwBsbi+h09CnKVWUIQgFjIFlaPfZBznhaRqAe8A/FU3aWBoOjWjuaB9ytNRUKoY3UXKzz+NeP6rs46LurKfgVvg05EMV+O6jv7DVyxA2ik/Zv/hKg11HNJSsbTzbl+RmuUEEZAMt+Le8LDW3R8WI1Sjyaqv0WF1TI2NNXcgdLNC2Q35jOXAuHeFFwmkrGPc6aZro3OcchGZwv1P0DRwNtQo6/wC1u1/pOFJFLLO6WON+WRrG52NdYNiY6wzDTV5WzcBpnH83i9EbR8Ao2HEl03bO/wDhYPuVswXC+ZVpLapbJHfAdj6PTPSwnvYCrM3YPDz+qQehgC4wR5U3oqnkuiOWlzvB9QH9ViH1QWn1tIWo8HtB/Z2nvfI71XdorGEKyqu/+n9F/Uns/DT6d3T09C6bD/mEHHRrhqSTYPcALnUp6Uj2HP8A7fTHriBPeSSffdA9QhCAWCsqLiFc2JhcfQOsomTfkIsexyznMB0b28TzXmPhB8JMrKV1Mwm8hsXX6QZzbftPuFuad4nVklxPFxJPYvItuHXqbfRFvWVyY5XLN3cmEw4iBtSQQ7mvUNk9sXuiLXvJ3dg0k62Iva542XlZXtXgtkiFA2MRRvmkkke50kYcGMuGs4+UbAkDgtc5uOfhysu/rkyt3zssYL3Hk0X9J6lJqKKaJoL2OHvA7yOCuOH4XFA05AAXElxsASTry+C0ranonhZYa07bn2+OHg0jJmlceUYHpc4f5SrF4QcOZNhtUJBcNhklAuR04mOewm3GzgDbsULwfRMDZi0i5eNOYAGnouSmm3D7YbWH/dph64yPvXTx/i4OW7zpnhzrxRk8TGwnvyhSVzp2Wa0dQA9Qsui0ZBCEIBV7HKerLyYaqOJlhZpphI4Hmc5eOPVZWFJMZms63YFFTFZrY65gJFZE79pRgf4coVVmrKxzv1V3beZnu1t61YsZxC/RCWU8PNYZ5OnDApqjVua5pjpjmaW3Eso4gjgWdqZUzMrGtPFrWt9loH3Ls9qhVmIxxAGWRrAbgZja5HUs9tNaSXlR3suonyjpj+sRe2FNosZpL9KpgH7xqmY7LlI4YVg1W178kcD2uke8F8sjTZx0BAjIBAT/AAnEq17CW01NZskkf5zIOlE4scfyR0uF2btJQZC3xuEBzS0lslnAEEEgjUHXiluw2KxQU5ZPXwSPMjyLzR6NLyQ43t0nEl5+sByXRJpy5ZbOvGcQ/qKO3/yZ7/4NltFX4gDpT0vpqpfuhU6DFIXmzJonk8A2RjifQ0lSQpVYhxuut+YxntbWtt/1Rgj1Lf8ApquHHDwfqVkR9eZrVtS4qxr8hewO80uaHa88t7p619xp/NWVVig2tqZTJaged1I6J2WopzZ7Q0kdIt84Jzs7Qbmmijs4ZWDR5aXAm5IcWEtuCeRskXg6jqxFUGsjbG41UxFg4GS7zmkseDD0Q0dTb8wrddBlCxdZQYVDx/GM73A/McWgdVjZXxeVbWx7uqlHInMPtC/81jy706P/AD67FOIVQ1K82xmikrKxscDS55BA6rA6lx5Adat+I7x3RaNTp2m/IK3bG7FeKsdI+2+eOkeNm8cgPfxPMrDj8u3byyZY6UWj8HO4s6QB7+P0R3D+atuC/guxN8TlGt+SrFRXnOGMGZ55ch3nkoyt2Y4STw9rscDRqf8AzqC60OHSzDNJeJh4Ai73DrI+aPet8FwaOO0kvTl6zwb2NHLvTSprBZTMf3Vd/qItBGaKZr2vzMPReDocp4nTjbirHt66+G1NvnRWH2iB96o+I4h1cUzq9oRNhksTtHhsbR9Ju+jb69Vtx5T45ubD/J6OFlYCyt3KEIQgFVtqKjK49w+CtKpm1rSZrfRb8FTO6jTjm8lcipy911MdTWTOiorNW0lNdcrsIpIUnnH40weZDI4/bexrf4X+pWiogSKGmzVMxHzWwx+50h/jUxFd6BgLv9FYIogOAHqUTDsHIN7JpLFYLbCMM76k07rhZlp2u8prT3tB+IUakfqp+VXYq1tZg0ApJniGISNZdjhExr2vzNDS14FwbkKxvZYlKtr2/iUx80Nd7EjHfcnUjbk95RKtYbgcM8lU6WGKS9SWgvjY82ZDE21yL2Bum0GxFEPJp2x/snSQ37xG8XW+y0PQmPXV1N/RJl+DQn3BWipQzYilHkiZt+IbVVQB7xvFk7Gxj8nNVxfVqpnD1SFwTQzLeKYptBNLsq4AllZWNdY6mcPBNtCWvYWj0AJhs3WumpKeR/lvhjc7tcWAuOnbdS6k9B31XfAqpbObQTx0kDTh9S5rYYwHRvpn5gGAZsplBF+o6qRdF5/4RKT8NG4c2EH7J/1Tz5Yu/sFf/wAGL7pVV9tdonSbs+J1jbZh04o23vbh+EWfJ+LXhus4UYI1jJw6TgAbdjuR+Ks9ZiYtoQeqx4rz2qxV/wDZqgeiL/OogxCqfoyCW3XeK/o6a55ufHf5fac4pibnv3cWrjxPJvau+G4YItTq46k8yUow10kNz4rKT1l0IPadX6rNZtK8fq8w9MRHrD1Gq03LFklxQBKq7HLaX49qQS4rNYWgk6XA5ovhmXJuC1L+mYZew5ob+ovTVrPcPY3E6nVa4pUZIsw5SQm3XaeM29yQxz1LDZ1PNYcwAfg4rrPiJla1gjlDt5EdY3AWbI1xueFrApJqqZ2WPoukqmyMa9pu1wBHpXdef7EbRZDuXnoOPQJ+a48u4/HvV/C68cu0cGWPW6ZQhCsqFXsdo80mbsCsKh1sV1XObi+F1SVosFkMCJ4iFrGVyadu0aop7pZTbO1LJJHxy05EkmfLLDISOi1obnZIOAb5qsWVamQrfDHTDPPfkQWsrwLXoPZqv82iX1hr7/qT+wCoj993fBMMRxhkOUPLi598jGMdJI/LxysaOAuLk2AuNVC/pGpf5FE+3XNPDF/0tzlaMCqp2gqKcjewQuvlOWKpIkIdIyIODJI2gjO9oJvpdOqTadxaHGjq8pFw5jIpgQeBG7kJI7glmO4BUVjGtmpYOg8PaW1j2uFiC5t9x5LgLEd3UE3hxuSD85o5YmD58OWpiaBoLiLptA+pYIbQ9ocZE1LNE2CrbJJGWxh1JOA5xIt0g0hvebK4tg1XKgxGOaMSQvbIx3BzHBzTblcc+zipDXKyFbw+vqKcSMNDPJeed+dklLlcJJnvaQHSh3klvEKQdoZTxoKweind7xNYKdimOwwENe4mRwu2KNjpZXAcxGwF1u06dqgt2peTZmH1ztSLmOKJunWZJBp28FCHKk2tD81qStOV7o3WijcA9hs5t2ycipTdpwPKpa1o6/FnO90Zcfckuy9LVUTZWsop5GyTPlbvKunvG1xuIwM54X43uU8+VT2az0VXGObmsjqGjt/APc632VI51m18Qjf+DqmnI7KXUdUAXZTYXyHnbimmBMcylga4WcIYg4HiHBjcwPput8KxqGpZnglbI0Gzsp1afNe3i09hAKmOCDIKQ7bUWelJA1Y5rh67H3FOr2UHHXg00t/MKrlNyrY3WUeVyUpdpbvKkse0cNLcuakOl5DRKcS11Gh7Fy/Pj0pf7R8YxVrAbnU8hxPYq/HHJO4E9FvIKYcMObM+5J6+SZU1mKv/AFr+k3C8JawXdqe3kps1ZYJW/EO1LKvESFO2Z3FPcrrJCw8QPv8AWk1PWjrU2OrHWqoyMaWjaObuzXgvUcHrxLE1wN9AHfWA1uvJmVWiuPg6qy8zi+g3Zt2nMCfcPUteK+6c3NNza7IQhdTkC4SHVd1Gm8r1IIdbEFAYxMqk6KCs7jNtZndaYcVAxOtdG1oY3PJI7JG0nK3NYuLnu5MAaSSNdLDUqfkuouL4e9zGuisZYntlY1xs15Ac10Zd83MxzhfkbHkrK2uWE4IIyZHneTvFpJSLEjiGMb8yMaWaOq5udU5jhS3Ddo4JXbsOMcw8qGUbuZv2HeUO1twetMXPUqugss7xaNaujY1IRYlgRa51TSAR1ABLmjSOqAH5OZo0Lj82S2ZptxGiZjFWeK+Na7vc74D51izMG9+tkYnirYbMaM87wd1ENXE8MzvMjB4vOg79Fu3CGGk8VeSWGHcuINiejlLgeRvqiG+B4YYml8ljPLZ8zhzdbRjT5jBZrR1C/ElMsyr2E446N7aWsIE9rRScGVbR86Pql86PiL3FwdH5UjoFlct5Zc/GFAgYtsvFM7ejNDOBZs8JySi3AOPCRv0XgjsXPBMTl3jqapA38bQ9sjRaOoiJyiVrfmOB0czkSCCQQmFXiLIml0r2xtAvd7g0e9LcPk8YqG1DWubEyJ8cbnAtM28cxznBp1DBkFiQLkkjSxIOnBKsdB8Xlt5jvgmhK4VMYe1zT84FvrFlN+EeUCVcRxueXxWs7XMe5h4tJae8Gy0DiuOu6VxqZwTpy96hvJJt/wCWTLcLQ09hfmVnWvZAkFioE/SNgp9QFikpeahDjSxFnlC46+Nu9M4eF25fUujW2XF7Be4GvWFJay954L0fwcYUY6cyuGsrrj6jbhvrJcfUqVszgZqpww+SOlIfog8O88F7DFGGgBosALADgAOAC24sf25eXPzTdCELpc4UKoks70BTUrxM2d6Ag5TS3Wlgo+ZaF6qsl7wBYM6jNXRoUocq/DYqhuSaNkjeQe0Gx62ni09osoTNkohoyWrYOQZWTgDsAc4psFtdSFrcAcPJrawDqMsb/e+MlZOzrD5dRWP76qRg9UWVTyVgINcOw+KAEQsDcxu43LnvPW97iXO9JU5hXKNq6lyIcsQpI5ozHMxsjDa7XgOFxwOvA9o1CR/JWnb+T30XZFVVLB7O8ITiaRRg9Auds5HymqwesVtR97iPcusWzMZ8uesd31kw/gIU66w56hLpQbPUkTg9kLN5e+8cDJJfr3khLr+lOg+6VUzbpgzgpiGXFcnzgcVu4qJPTAqaPPttIgKkvbwkAJ+sNCkzCrZtjSjdg9Th77qoxusuTk8rr4/cTCOKwufUudQdL+pYikutK1yyaoIizFSY47LWILdx0SDV71xMi0e9S8AoxNUxRu8l0gB7hqR7relXk2zyr0nYTB9zTh5HTls89Yb8werX0qzLVo00Wy65NTTkt2EIQpQ//9k="/>
          <p:cNvSpPr>
            <a:spLocks noChangeAspect="1" noChangeArrowheads="1"/>
          </p:cNvSpPr>
          <p:nvPr/>
        </p:nvSpPr>
        <p:spPr bwMode="auto">
          <a:xfrm>
            <a:off x="35719" y="-91080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pt-BR">
              <a:solidFill>
                <a:prstClr val="black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652120" y="4725535"/>
            <a:ext cx="31316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457200">
              <a:defRPr/>
            </a:pPr>
            <a:r>
              <a:rPr lang="pt-BR" sz="800" i="1" dirty="0" smtClean="0">
                <a:solidFill>
                  <a:prstClr val="black"/>
                </a:solidFill>
                <a:latin typeface="Gill Sans Std" pitchFamily="34" charset="0"/>
              </a:rPr>
              <a:t>* Projetos de </a:t>
            </a:r>
            <a:r>
              <a:rPr lang="pt-BR" sz="800" i="1" dirty="0" err="1" smtClean="0">
                <a:solidFill>
                  <a:prstClr val="black"/>
                </a:solidFill>
                <a:latin typeface="Gill Sans Std" pitchFamily="34" charset="0"/>
              </a:rPr>
              <a:t>Td</a:t>
            </a:r>
            <a:r>
              <a:rPr lang="pt-BR" sz="800" i="1" dirty="0" smtClean="0">
                <a:solidFill>
                  <a:prstClr val="black"/>
                </a:solidFill>
                <a:latin typeface="Gill Sans Std" pitchFamily="34" charset="0"/>
              </a:rPr>
              <a:t> ou que envolvem recursos de TD passam 1º. No CAD de TD e depois segue para os </a:t>
            </a:r>
            <a:r>
              <a:rPr lang="pt-BR" sz="800" i="1" dirty="0" err="1" smtClean="0">
                <a:solidFill>
                  <a:prstClr val="black"/>
                </a:solidFill>
                <a:latin typeface="Gill Sans Std" pitchFamily="34" charset="0"/>
              </a:rPr>
              <a:t>Comites</a:t>
            </a:r>
            <a:r>
              <a:rPr lang="pt-BR" sz="800" i="1" dirty="0" smtClean="0">
                <a:solidFill>
                  <a:prstClr val="black"/>
                </a:solidFill>
                <a:latin typeface="Gill Sans Std" pitchFamily="34" charset="0"/>
              </a:rPr>
              <a:t> de Alçada de Aprovação </a:t>
            </a:r>
            <a:r>
              <a:rPr lang="pt-BR" sz="800" i="1" dirty="0" err="1" smtClean="0">
                <a:solidFill>
                  <a:prstClr val="black"/>
                </a:solidFill>
                <a:latin typeface="Gill Sans Std" pitchFamily="34" charset="0"/>
              </a:rPr>
              <a:t>compentente</a:t>
            </a:r>
            <a:endParaRPr lang="pt-BR" sz="800" i="1" dirty="0">
              <a:solidFill>
                <a:prstClr val="black"/>
              </a:solidFill>
              <a:latin typeface="Gill Sans Std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38473707"/>
              </p:ext>
            </p:extLst>
          </p:nvPr>
        </p:nvGraphicFramePr>
        <p:xfrm>
          <a:off x="207172" y="726548"/>
          <a:ext cx="8820325" cy="315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anto dobrado 6"/>
          <p:cNvSpPr/>
          <p:nvPr/>
        </p:nvSpPr>
        <p:spPr>
          <a:xfrm>
            <a:off x="7137285" y="1207789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FORUM DE PRIORIZAÇÃO DE DEMANDAS</a:t>
            </a:r>
          </a:p>
        </p:txBody>
      </p:sp>
      <p:sp>
        <p:nvSpPr>
          <p:cNvPr id="11" name="Canto dobrado 10"/>
          <p:cNvSpPr/>
          <p:nvPr/>
        </p:nvSpPr>
        <p:spPr>
          <a:xfrm>
            <a:off x="7135034" y="2089876"/>
            <a:ext cx="1620180" cy="90107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YELLOWPAD</a:t>
            </a: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Esboço de Solução</a:t>
            </a:r>
          </a:p>
        </p:txBody>
      </p:sp>
      <p:sp>
        <p:nvSpPr>
          <p:cNvPr id="12" name="Canto dobrado 11"/>
          <p:cNvSpPr/>
          <p:nvPr/>
        </p:nvSpPr>
        <p:spPr>
          <a:xfrm>
            <a:off x="205077" y="3053210"/>
            <a:ext cx="1824887" cy="958703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FORUM EXECUTIVO DE DEMANDAS</a:t>
            </a: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(Capacidade) </a:t>
            </a:r>
            <a:endParaRPr lang="pt-BR" sz="14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4" name="Canto dobrado 13"/>
          <p:cNvSpPr/>
          <p:nvPr/>
        </p:nvSpPr>
        <p:spPr>
          <a:xfrm>
            <a:off x="1953523" y="4184621"/>
            <a:ext cx="1620180" cy="92010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Prévia do CAD TD</a:t>
            </a:r>
          </a:p>
        </p:txBody>
      </p:sp>
      <p:sp>
        <p:nvSpPr>
          <p:cNvPr id="15" name="Canto dobrado 14"/>
          <p:cNvSpPr/>
          <p:nvPr/>
        </p:nvSpPr>
        <p:spPr>
          <a:xfrm>
            <a:off x="3914753" y="4199545"/>
            <a:ext cx="1571179" cy="92010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Gill Sans Std" pitchFamily="34" charset="0"/>
              </a:rPr>
              <a:t>CAD TD</a:t>
            </a:r>
          </a:p>
        </p:txBody>
      </p:sp>
      <p:sp>
        <p:nvSpPr>
          <p:cNvPr id="4" name="Elipse 3"/>
          <p:cNvSpPr/>
          <p:nvPr/>
        </p:nvSpPr>
        <p:spPr>
          <a:xfrm>
            <a:off x="8622450" y="1117045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1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8547165" y="2022188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2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1897198" y="3082035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3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5386592" y="3082035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4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3531695" y="4117150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5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22" name="Elipse 21"/>
          <p:cNvSpPr/>
          <p:nvPr/>
        </p:nvSpPr>
        <p:spPr>
          <a:xfrm>
            <a:off x="5386592" y="4082888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844562" y="3660293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8025198" y="2689485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(manhã)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7976119" y="1761663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379572" y="3795305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960089" y="4769650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4810953" y="4780857"/>
            <a:ext cx="5677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>
                <a:solidFill>
                  <a:srgbClr val="FF0000"/>
                </a:solidFill>
              </a:rPr>
              <a:t>(tarde)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32" name="Título 1"/>
          <p:cNvSpPr txBox="1">
            <a:spLocks/>
          </p:cNvSpPr>
          <p:nvPr/>
        </p:nvSpPr>
        <p:spPr>
          <a:xfrm>
            <a:off x="161514" y="6465"/>
            <a:ext cx="8461375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/>
              <a:t>Rituais</a:t>
            </a:r>
          </a:p>
          <a:p>
            <a:r>
              <a:rPr lang="pt-BR" sz="1600" dirty="0" smtClean="0">
                <a:latin typeface="Gill Sans Std" pitchFamily="34" charset="0"/>
              </a:rPr>
              <a:t>Governança de demandas</a:t>
            </a:r>
            <a:endParaRPr lang="pt-BR" dirty="0" smtClean="0"/>
          </a:p>
        </p:txBody>
      </p:sp>
      <p:pic>
        <p:nvPicPr>
          <p:cNvPr id="33" name="Picture 4" descr="E:\Users\br93163\Downloads\Icones\timer-8x.png"/>
          <p:cNvPicPr>
            <a:picLocks noChangeAspect="1" noChangeArrowheads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964" y="31638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96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ítulo 1"/>
          <p:cNvSpPr txBox="1">
            <a:spLocks/>
          </p:cNvSpPr>
          <p:nvPr/>
        </p:nvSpPr>
        <p:spPr>
          <a:xfrm>
            <a:off x="161515" y="6465"/>
            <a:ext cx="2700296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/>
              <a:t>Processos</a:t>
            </a:r>
          </a:p>
          <a:p>
            <a:r>
              <a:rPr lang="pt-BR" sz="1600" dirty="0" smtClean="0">
                <a:latin typeface="Gill Sans Std" pitchFamily="34" charset="0"/>
              </a:rPr>
              <a:t>RITUAIS</a:t>
            </a:r>
            <a:endParaRPr lang="pt-BR" dirty="0" smtClean="0"/>
          </a:p>
        </p:txBody>
      </p:sp>
      <p:cxnSp>
        <p:nvCxnSpPr>
          <p:cNvPr id="212" name="Conector em curva 211"/>
          <p:cNvCxnSpPr>
            <a:stCxn id="227" idx="4"/>
            <a:endCxn id="232" idx="4"/>
          </p:cNvCxnSpPr>
          <p:nvPr/>
        </p:nvCxnSpPr>
        <p:spPr>
          <a:xfrm rot="5400000">
            <a:off x="5164137" y="3222626"/>
            <a:ext cx="327025" cy="2889250"/>
          </a:xfrm>
          <a:prstGeom prst="curvedConnector3">
            <a:avLst>
              <a:gd name="adj1" fmla="val 169641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3" name="Arco 212"/>
          <p:cNvSpPr/>
          <p:nvPr/>
        </p:nvSpPr>
        <p:spPr>
          <a:xfrm rot="19745928" flipH="1" flipV="1">
            <a:off x="2517775" y="2551113"/>
            <a:ext cx="374650" cy="1916112"/>
          </a:xfrm>
          <a:prstGeom prst="arc">
            <a:avLst>
              <a:gd name="adj1" fmla="val 16200000"/>
              <a:gd name="adj2" fmla="val 139907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4" name="Elipse 213"/>
          <p:cNvSpPr/>
          <p:nvPr/>
        </p:nvSpPr>
        <p:spPr>
          <a:xfrm>
            <a:off x="2951163" y="2111375"/>
            <a:ext cx="3730625" cy="26527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latin typeface="Gill Sans Std Light" pitchFamily="34" charset="0"/>
                <a:cs typeface="Calibri" pitchFamily="34" charset="0"/>
              </a:rPr>
              <a:t>Rituais</a:t>
            </a:r>
          </a:p>
          <a:p>
            <a:pPr algn="ctr">
              <a:defRPr/>
            </a:pPr>
            <a:r>
              <a:rPr lang="pt-BR" sz="1200" b="1" dirty="0">
                <a:latin typeface="Gill Sans Std Light" pitchFamily="34" charset="0"/>
                <a:cs typeface="Calibri" pitchFamily="34" charset="0"/>
              </a:rPr>
              <a:t>Gerência de Processos e </a:t>
            </a:r>
            <a:r>
              <a:rPr lang="pt-BR" sz="1200" b="1" dirty="0" smtClean="0">
                <a:latin typeface="Gill Sans Std Light" pitchFamily="34" charset="0"/>
                <a:cs typeface="Calibri" pitchFamily="34" charset="0"/>
              </a:rPr>
              <a:t>Performance</a:t>
            </a:r>
            <a:endParaRPr lang="pt-BR" sz="1200" b="1" dirty="0">
              <a:latin typeface="Gill Sans Std Light" pitchFamily="34" charset="0"/>
              <a:cs typeface="Calibri" pitchFamily="34" charset="0"/>
            </a:endParaRPr>
          </a:p>
        </p:txBody>
      </p:sp>
      <p:sp>
        <p:nvSpPr>
          <p:cNvPr id="215" name="Elipse 214"/>
          <p:cNvSpPr/>
          <p:nvPr/>
        </p:nvSpPr>
        <p:spPr>
          <a:xfrm>
            <a:off x="2868613" y="1349375"/>
            <a:ext cx="1141412" cy="685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solidFill>
                  <a:schemeClr val="tx1"/>
                </a:solidFill>
                <a:latin typeface="Gill Sans Std Light" pitchFamily="34" charset="0"/>
                <a:cs typeface="Calibri" pitchFamily="34" charset="0"/>
              </a:rPr>
              <a:t>Incidente</a:t>
            </a:r>
          </a:p>
        </p:txBody>
      </p:sp>
      <p:sp>
        <p:nvSpPr>
          <p:cNvPr id="216" name="Elipse 215"/>
          <p:cNvSpPr/>
          <p:nvPr/>
        </p:nvSpPr>
        <p:spPr>
          <a:xfrm>
            <a:off x="5313363" y="1906588"/>
            <a:ext cx="1358900" cy="87630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000" dirty="0">
                <a:solidFill>
                  <a:schemeClr val="tx1"/>
                </a:solidFill>
                <a:latin typeface="Gill Sans Std Light" pitchFamily="34" charset="0"/>
                <a:cs typeface="Calibri" pitchFamily="34" charset="0"/>
              </a:rPr>
              <a:t>Bom Dia TD</a:t>
            </a:r>
          </a:p>
        </p:txBody>
      </p:sp>
      <p:cxnSp>
        <p:nvCxnSpPr>
          <p:cNvPr id="217" name="Conector em curva 216"/>
          <p:cNvCxnSpPr>
            <a:stCxn id="215" idx="6"/>
            <a:endCxn id="216" idx="0"/>
          </p:cNvCxnSpPr>
          <p:nvPr/>
        </p:nvCxnSpPr>
        <p:spPr>
          <a:xfrm>
            <a:off x="4010025" y="1692275"/>
            <a:ext cx="1982788" cy="214313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8" name="Conector em curva 217"/>
          <p:cNvCxnSpPr>
            <a:stCxn id="216" idx="6"/>
          </p:cNvCxnSpPr>
          <p:nvPr/>
        </p:nvCxnSpPr>
        <p:spPr>
          <a:xfrm>
            <a:off x="6672263" y="2344738"/>
            <a:ext cx="173037" cy="1196975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19" name="Grupo 218"/>
          <p:cNvGrpSpPr>
            <a:grpSpLocks/>
          </p:cNvGrpSpPr>
          <p:nvPr/>
        </p:nvGrpSpPr>
        <p:grpSpPr bwMode="auto">
          <a:xfrm>
            <a:off x="365125" y="2698750"/>
            <a:ext cx="3108325" cy="877888"/>
            <a:chOff x="-11386" y="2456112"/>
            <a:chExt cx="4091217" cy="1294861"/>
          </a:xfrm>
        </p:grpSpPr>
        <p:sp>
          <p:nvSpPr>
            <p:cNvPr id="220" name="Texto Explicativo 2 219"/>
            <p:cNvSpPr/>
            <p:nvPr/>
          </p:nvSpPr>
          <p:spPr>
            <a:xfrm flipH="1">
              <a:off x="-11386" y="2472503"/>
              <a:ext cx="1679948" cy="498743"/>
            </a:xfrm>
            <a:prstGeom prst="borderCallout2">
              <a:avLst>
                <a:gd name="adj1" fmla="val 18750"/>
                <a:gd name="adj2" fmla="val -559"/>
                <a:gd name="adj3" fmla="val 18750"/>
                <a:gd name="adj4" fmla="val -16667"/>
                <a:gd name="adj5" fmla="val 73254"/>
                <a:gd name="adj6" fmla="val -46019"/>
              </a:avLst>
            </a:prstGeom>
            <a:solidFill>
              <a:srgbClr val="4E5B31"/>
            </a:solidFill>
            <a:ln>
              <a:solidFill>
                <a:srgbClr val="8F993E"/>
              </a:solidFill>
              <a:tailEnd type="arrow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100" dirty="0">
                  <a:latin typeface="Gill Sans Std Light" pitchFamily="34" charset="0"/>
                  <a:cs typeface="Calibri" pitchFamily="34" charset="0"/>
                </a:rPr>
                <a:t>Alinhamento com o Negócio</a:t>
              </a:r>
            </a:p>
          </p:txBody>
        </p:sp>
        <p:sp>
          <p:nvSpPr>
            <p:cNvPr id="225" name="Elipse 224"/>
            <p:cNvSpPr/>
            <p:nvPr/>
          </p:nvSpPr>
          <p:spPr>
            <a:xfrm>
              <a:off x="2345556" y="2456112"/>
              <a:ext cx="1734275" cy="129486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rgbClr val="8F993E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pt-BR" sz="1000" dirty="0">
                  <a:solidFill>
                    <a:srgbClr val="4E5B31"/>
                  </a:solidFill>
                  <a:latin typeface="Gill Sans Std Light" pitchFamily="34" charset="0"/>
                  <a:cs typeface="Calibri" pitchFamily="34" charset="0"/>
                </a:rPr>
                <a:t>Reunião Parada Programada</a:t>
              </a:r>
            </a:p>
          </p:txBody>
        </p:sp>
      </p:grpSp>
      <p:sp>
        <p:nvSpPr>
          <p:cNvPr id="227" name="Elipse 226"/>
          <p:cNvSpPr/>
          <p:nvPr/>
        </p:nvSpPr>
        <p:spPr>
          <a:xfrm>
            <a:off x="6061075" y="3546475"/>
            <a:ext cx="1420813" cy="95726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000" dirty="0">
                <a:solidFill>
                  <a:srgbClr val="4E5B31"/>
                </a:solidFill>
                <a:latin typeface="Gill Sans Std Light" pitchFamily="34" charset="0"/>
                <a:cs typeface="Calibri" pitchFamily="34" charset="0"/>
              </a:rPr>
              <a:t>Reunião</a:t>
            </a:r>
          </a:p>
          <a:p>
            <a:pPr algn="ctr">
              <a:defRPr/>
            </a:pPr>
            <a:r>
              <a:rPr lang="pt-BR" sz="1000" dirty="0">
                <a:solidFill>
                  <a:srgbClr val="4E5B31"/>
                </a:solidFill>
                <a:latin typeface="Gill Sans Std Light" pitchFamily="34" charset="0"/>
                <a:cs typeface="Calibri" pitchFamily="34" charset="0"/>
              </a:rPr>
              <a:t>GPROB</a:t>
            </a:r>
          </a:p>
        </p:txBody>
      </p:sp>
      <p:cxnSp>
        <p:nvCxnSpPr>
          <p:cNvPr id="228" name="Conector de seta reta 227"/>
          <p:cNvCxnSpPr>
            <a:stCxn id="216" idx="7"/>
          </p:cNvCxnSpPr>
          <p:nvPr/>
        </p:nvCxnSpPr>
        <p:spPr>
          <a:xfrm flipH="1" flipV="1">
            <a:off x="6254750" y="958850"/>
            <a:ext cx="219075" cy="107632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9" name="Conector de seta reta 228"/>
          <p:cNvCxnSpPr/>
          <p:nvPr/>
        </p:nvCxnSpPr>
        <p:spPr>
          <a:xfrm flipH="1" flipV="1">
            <a:off x="6845300" y="958850"/>
            <a:ext cx="636588" cy="296862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0" name="Retângulo 229"/>
          <p:cNvSpPr/>
          <p:nvPr/>
        </p:nvSpPr>
        <p:spPr>
          <a:xfrm>
            <a:off x="4572000" y="268288"/>
            <a:ext cx="3500438" cy="6905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200" b="1" dirty="0">
                <a:latin typeface="Gill Sans Std Light" pitchFamily="34" charset="0"/>
                <a:cs typeface="Calibri" pitchFamily="34" charset="0"/>
              </a:rPr>
              <a:t>GGTD / GGTD OIs / GG Áreas de Negócios /</a:t>
            </a:r>
          </a:p>
          <a:p>
            <a:pPr algn="ctr">
              <a:defRPr/>
            </a:pPr>
            <a:r>
              <a:rPr lang="pt-BR" sz="1200" b="1" dirty="0">
                <a:latin typeface="Gill Sans Std Light" pitchFamily="34" charset="0"/>
                <a:cs typeface="Calibri" pitchFamily="34" charset="0"/>
              </a:rPr>
              <a:t>Conferências das Unidades Regionais</a:t>
            </a:r>
          </a:p>
        </p:txBody>
      </p:sp>
      <p:cxnSp>
        <p:nvCxnSpPr>
          <p:cNvPr id="231" name="Conector de seta reta 230"/>
          <p:cNvCxnSpPr/>
          <p:nvPr/>
        </p:nvCxnSpPr>
        <p:spPr>
          <a:xfrm flipV="1">
            <a:off x="2732088" y="958850"/>
            <a:ext cx="3135312" cy="170656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2" name="Elipse 231"/>
          <p:cNvSpPr/>
          <p:nvPr/>
        </p:nvSpPr>
        <p:spPr>
          <a:xfrm>
            <a:off x="3121025" y="3940175"/>
            <a:ext cx="1522413" cy="8905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000" dirty="0">
                <a:solidFill>
                  <a:srgbClr val="4E5B31"/>
                </a:solidFill>
                <a:latin typeface="Gill Sans Std Light" pitchFamily="34" charset="0"/>
                <a:cs typeface="Calibri" pitchFamily="34" charset="0"/>
              </a:rPr>
              <a:t>Reunião GMUD /</a:t>
            </a:r>
          </a:p>
          <a:p>
            <a:pPr algn="ctr">
              <a:defRPr/>
            </a:pPr>
            <a:r>
              <a:rPr lang="pt-BR" sz="1000" dirty="0">
                <a:solidFill>
                  <a:srgbClr val="4E5B31"/>
                </a:solidFill>
                <a:latin typeface="Gill Sans Std Light" pitchFamily="34" charset="0"/>
                <a:cs typeface="Calibri" pitchFamily="34" charset="0"/>
              </a:rPr>
              <a:t>Comitê Diário</a:t>
            </a:r>
          </a:p>
        </p:txBody>
      </p:sp>
      <p:cxnSp>
        <p:nvCxnSpPr>
          <p:cNvPr id="233" name="Conector em curva 232"/>
          <p:cNvCxnSpPr/>
          <p:nvPr/>
        </p:nvCxnSpPr>
        <p:spPr bwMode="auto">
          <a:xfrm rot="10800000" flipH="1" flipV="1">
            <a:off x="2889250" y="1773238"/>
            <a:ext cx="347663" cy="2825750"/>
          </a:xfrm>
          <a:prstGeom prst="curvedConnector3">
            <a:avLst>
              <a:gd name="adj1" fmla="val -31331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  <a:headEnd type="arrow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4" name="Texto Explicativo 2 233"/>
          <p:cNvSpPr/>
          <p:nvPr/>
        </p:nvSpPr>
        <p:spPr bwMode="auto">
          <a:xfrm flipH="1">
            <a:off x="1331913" y="4084638"/>
            <a:ext cx="1277937" cy="338137"/>
          </a:xfrm>
          <a:prstGeom prst="borderCallout2">
            <a:avLst>
              <a:gd name="adj1" fmla="val 18750"/>
              <a:gd name="adj2" fmla="val -559"/>
              <a:gd name="adj3" fmla="val 18750"/>
              <a:gd name="adj4" fmla="val -16667"/>
              <a:gd name="adj5" fmla="val 71074"/>
              <a:gd name="adj6" fmla="val -40785"/>
            </a:avLst>
          </a:prstGeom>
          <a:solidFill>
            <a:srgbClr val="4E5B31"/>
          </a:solidFill>
          <a:ln>
            <a:solidFill>
              <a:srgbClr val="8F993E"/>
            </a:solidFill>
            <a:tailEnd type="arrow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>
                <a:latin typeface="Gill Sans Std Light" pitchFamily="34" charset="0"/>
                <a:cs typeface="Calibri" pitchFamily="34" charset="0"/>
              </a:rPr>
              <a:t>Estratégias do Negócio</a:t>
            </a:r>
          </a:p>
        </p:txBody>
      </p:sp>
    </p:spTree>
    <p:extLst>
      <p:ext uri="{BB962C8B-B14F-4D97-AF65-F5344CB8AC3E}">
        <p14:creationId xmlns:p14="http://schemas.microsoft.com/office/powerpoint/2010/main" val="305942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ChangeArrowheads="1"/>
          </p:cNvSpPr>
          <p:nvPr/>
        </p:nvSpPr>
        <p:spPr bwMode="auto">
          <a:xfrm>
            <a:off x="0" y="0"/>
            <a:ext cx="9144000" cy="38449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lIns="57386" tIns="28692" rIns="57386" bIns="28692"/>
          <a:lstStyle/>
          <a:p>
            <a:pPr algn="ctr"/>
            <a:endParaRPr lang="pt-BR"/>
          </a:p>
        </p:txBody>
      </p:sp>
      <p:sp>
        <p:nvSpPr>
          <p:cNvPr id="21507" name="Rectangle 5"/>
          <p:cNvSpPr>
            <a:spLocks/>
          </p:cNvSpPr>
          <p:nvPr/>
        </p:nvSpPr>
        <p:spPr bwMode="auto">
          <a:xfrm>
            <a:off x="520700" y="909638"/>
            <a:ext cx="4051300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Incidentes abertos escalonados que estão em tratativa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Incidentes fechados desde a última conferência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Define o responsável pela abertura de um problema no sistema para os incidentes concluídos, caso seja necessário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Status dos indicadores dos serviços da NTT Data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Status dos indicadores dos serviços da CATI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534988" y="4011613"/>
            <a:ext cx="2165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sz="2300">
                <a:solidFill>
                  <a:schemeClr val="accent3">
                    <a:lumMod val="50000"/>
                  </a:schemeClr>
                </a:solidFill>
                <a:latin typeface="Gill Sans Std Light" pitchFamily="34" charset="0"/>
                <a:sym typeface="Gill Sans Std" pitchFamily="34" charset="0"/>
              </a:rPr>
              <a:t>PERIODICIDADE</a:t>
            </a:r>
          </a:p>
        </p:txBody>
      </p:sp>
      <p:sp>
        <p:nvSpPr>
          <p:cNvPr id="21510" name="Rectangle 6"/>
          <p:cNvSpPr>
            <a:spLocks/>
          </p:cNvSpPr>
          <p:nvPr/>
        </p:nvSpPr>
        <p:spPr bwMode="auto">
          <a:xfrm>
            <a:off x="788988" y="4378325"/>
            <a:ext cx="38227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pt-BR" sz="1300">
                <a:solidFill>
                  <a:schemeClr val="accent3">
                    <a:lumMod val="50000"/>
                  </a:schemeClr>
                </a:solidFill>
                <a:latin typeface="Gill Sans Std" pitchFamily="34" charset="0"/>
                <a:sym typeface="Gill Sans Std" pitchFamily="34" charset="0"/>
              </a:rPr>
              <a:t>Segunda a sexta-feira</a:t>
            </a:r>
          </a:p>
          <a:p>
            <a:r>
              <a:rPr lang="pt-BR" sz="1300">
                <a:solidFill>
                  <a:schemeClr val="accent3">
                    <a:lumMod val="50000"/>
                  </a:schemeClr>
                </a:solidFill>
                <a:latin typeface="Gill Sans Std" pitchFamily="34" charset="0"/>
                <a:sym typeface="Gill Sans Std" pitchFamily="34" charset="0"/>
              </a:rPr>
              <a:t>9h00 às 9h30, exceto feriados.</a:t>
            </a:r>
            <a:endParaRPr lang="en-US" sz="1300">
              <a:solidFill>
                <a:schemeClr val="accent3">
                  <a:lumMod val="50000"/>
                </a:schemeClr>
              </a:solidFill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21511" name="Rectangle 7"/>
          <p:cNvSpPr>
            <a:spLocks/>
          </p:cNvSpPr>
          <p:nvPr/>
        </p:nvSpPr>
        <p:spPr bwMode="auto">
          <a:xfrm>
            <a:off x="5105400" y="4408488"/>
            <a:ext cx="37814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90000"/>
              </a:lnSpc>
              <a:spcBef>
                <a:spcPts val="375"/>
              </a:spcBef>
              <a:tabLst>
                <a:tab pos="222250" algn="l"/>
                <a:tab pos="446088" algn="l"/>
                <a:tab pos="668338" algn="l"/>
                <a:tab pos="892175" algn="l"/>
                <a:tab pos="1114425" algn="l"/>
                <a:tab pos="1338263" algn="l"/>
                <a:tab pos="1562100" algn="l"/>
                <a:tab pos="1784350" algn="l"/>
                <a:tab pos="2008188" algn="l"/>
                <a:tab pos="2230438" algn="l"/>
                <a:tab pos="2454275" algn="l"/>
                <a:tab pos="2676525" algn="l"/>
                <a:tab pos="2868613" algn="l"/>
              </a:tabLst>
            </a:pPr>
            <a:r>
              <a:rPr lang="pt-BR" sz="1300" dirty="0">
                <a:solidFill>
                  <a:schemeClr val="accent3">
                    <a:lumMod val="50000"/>
                  </a:schemeClr>
                </a:solidFill>
                <a:latin typeface="Gill Sans Std" pitchFamily="34" charset="0"/>
                <a:sym typeface="Gill Sans Std" pitchFamily="34" charset="0"/>
              </a:rPr>
              <a:t>NCC, GRU, </a:t>
            </a:r>
            <a:r>
              <a:rPr lang="pt-BR" sz="1300" dirty="0" smtClean="0">
                <a:solidFill>
                  <a:schemeClr val="accent3">
                    <a:lumMod val="50000"/>
                  </a:schemeClr>
                </a:solidFill>
                <a:latin typeface="Gill Sans Std" pitchFamily="34" charset="0"/>
                <a:sym typeface="Gill Sans Std" pitchFamily="34" charset="0"/>
              </a:rPr>
              <a:t>CRC</a:t>
            </a:r>
            <a:r>
              <a:rPr lang="pt-BR" sz="1300" dirty="0">
                <a:solidFill>
                  <a:schemeClr val="accent3">
                    <a:lumMod val="50000"/>
                  </a:schemeClr>
                </a:solidFill>
                <a:latin typeface="Gill Sans Std" pitchFamily="34" charset="0"/>
                <a:sym typeface="Gill Sans Std" pitchFamily="34" charset="0"/>
              </a:rPr>
              <a:t>, GRP, GST, GSA, GPI, GSI, GSM, Prestadores de Serviços de Infraestrutura e de Sistemas</a:t>
            </a:r>
            <a:endParaRPr lang="en-US" sz="1300" dirty="0">
              <a:solidFill>
                <a:schemeClr val="accent3">
                  <a:lumMod val="50000"/>
                </a:schemeClr>
              </a:solidFill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21512" name="Rectangle 5"/>
          <p:cNvSpPr>
            <a:spLocks/>
          </p:cNvSpPr>
          <p:nvPr/>
        </p:nvSpPr>
        <p:spPr bwMode="auto">
          <a:xfrm>
            <a:off x="4806950" y="4011613"/>
            <a:ext cx="2165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sz="2300">
                <a:solidFill>
                  <a:schemeClr val="accent3">
                    <a:lumMod val="50000"/>
                  </a:schemeClr>
                </a:solidFill>
                <a:latin typeface="Gill Sans Std Light" pitchFamily="34" charset="0"/>
                <a:sym typeface="Gill Sans Std" pitchFamily="34" charset="0"/>
              </a:rPr>
              <a:t>PARTICIPANTES</a:t>
            </a: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206515" y="9256"/>
            <a:ext cx="4138229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>
                <a:solidFill>
                  <a:srgbClr val="FCFD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Processos</a:t>
            </a:r>
          </a:p>
          <a:p>
            <a:r>
              <a:rPr lang="pt-BR" sz="1600" dirty="0" smtClean="0">
                <a:solidFill>
                  <a:srgbClr val="FCFD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</a:rPr>
              <a:t>BOM DIA TD</a:t>
            </a:r>
            <a:endParaRPr lang="pt-BR" dirty="0" smtClean="0">
              <a:solidFill>
                <a:srgbClr val="FCFDF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075" y="819860"/>
            <a:ext cx="2219325" cy="2066925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5382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ChangeArrowheads="1"/>
          </p:cNvSpPr>
          <p:nvPr/>
        </p:nvSpPr>
        <p:spPr bwMode="auto">
          <a:xfrm>
            <a:off x="0" y="0"/>
            <a:ext cx="9144000" cy="38449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lIns="57386" tIns="28692" rIns="57386" bIns="28692"/>
          <a:lstStyle/>
          <a:p>
            <a:pPr algn="ctr"/>
            <a:endParaRPr lang="pt-BR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206515" y="9256"/>
            <a:ext cx="4138229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>
                <a:solidFill>
                  <a:srgbClr val="FCFD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Processos</a:t>
            </a:r>
          </a:p>
          <a:p>
            <a:r>
              <a:rPr lang="pt-BR" sz="1600" dirty="0" smtClean="0">
                <a:solidFill>
                  <a:srgbClr val="FCFD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</a:rPr>
              <a:t>GESTÃO DE PROBLEMAS (GPROB)</a:t>
            </a:r>
            <a:endParaRPr lang="pt-BR" dirty="0" smtClean="0">
              <a:solidFill>
                <a:srgbClr val="FCFDF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5"/>
          <p:cNvSpPr>
            <a:spLocks/>
          </p:cNvSpPr>
          <p:nvPr/>
        </p:nvSpPr>
        <p:spPr bwMode="auto">
          <a:xfrm>
            <a:off x="520700" y="909638"/>
            <a:ext cx="3822700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defRPr/>
            </a:pPr>
            <a:endParaRPr lang="pt-BR" sz="13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sym typeface="Gill Sans Std" pitchFamily="34" charset="0"/>
            </a:endParaRP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Trata a análise da causa raiz e entrega da solução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Valida a qualidade técnica e de processo em problemas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Prioriza problemas críticos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Escala ações pendentes dos problemas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Follow up </a:t>
            </a: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atualizações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Valida atualizações e registros em problemas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Encerra problemas</a:t>
            </a:r>
          </a:p>
        </p:txBody>
      </p:sp>
      <p:sp>
        <p:nvSpPr>
          <p:cNvPr id="11" name="Rectangle 5"/>
          <p:cNvSpPr>
            <a:spLocks/>
          </p:cNvSpPr>
          <p:nvPr/>
        </p:nvSpPr>
        <p:spPr bwMode="auto">
          <a:xfrm>
            <a:off x="534988" y="4011613"/>
            <a:ext cx="2165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sz="2300">
                <a:solidFill>
                  <a:srgbClr val="4E5B31"/>
                </a:solidFill>
                <a:latin typeface="Gill Sans Std Light" pitchFamily="34" charset="0"/>
                <a:sym typeface="Gill Sans Std" pitchFamily="34" charset="0"/>
              </a:rPr>
              <a:t>PERIODICIDADE</a:t>
            </a:r>
          </a:p>
        </p:txBody>
      </p:sp>
      <p:sp>
        <p:nvSpPr>
          <p:cNvPr id="12" name="Rectangle 6"/>
          <p:cNvSpPr>
            <a:spLocks/>
          </p:cNvSpPr>
          <p:nvPr/>
        </p:nvSpPr>
        <p:spPr bwMode="auto">
          <a:xfrm>
            <a:off x="788988" y="4378325"/>
            <a:ext cx="38227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pt-BR" sz="1300">
                <a:solidFill>
                  <a:srgbClr val="4E5B31"/>
                </a:solidFill>
                <a:latin typeface="Gill Sans Std" pitchFamily="34" charset="0"/>
                <a:sym typeface="Gill Sans Std" pitchFamily="34" charset="0"/>
              </a:rPr>
              <a:t>Terças-feiras</a:t>
            </a:r>
          </a:p>
          <a:p>
            <a:r>
              <a:rPr lang="pt-BR" sz="1300">
                <a:solidFill>
                  <a:srgbClr val="4E5B31"/>
                </a:solidFill>
                <a:latin typeface="Gill Sans Std" pitchFamily="34" charset="0"/>
                <a:sym typeface="Gill Sans Std" pitchFamily="34" charset="0"/>
              </a:rPr>
              <a:t>14h às 15h, exceto feriados.</a:t>
            </a:r>
          </a:p>
        </p:txBody>
      </p:sp>
      <p:sp>
        <p:nvSpPr>
          <p:cNvPr id="13" name="Rectangle 7"/>
          <p:cNvSpPr>
            <a:spLocks/>
          </p:cNvSpPr>
          <p:nvPr/>
        </p:nvSpPr>
        <p:spPr bwMode="auto">
          <a:xfrm>
            <a:off x="5105400" y="4408488"/>
            <a:ext cx="37814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90000"/>
              </a:lnSpc>
              <a:spcBef>
                <a:spcPts val="375"/>
              </a:spcBef>
              <a:tabLst>
                <a:tab pos="222250" algn="l"/>
                <a:tab pos="446088" algn="l"/>
                <a:tab pos="668338" algn="l"/>
                <a:tab pos="892175" algn="l"/>
                <a:tab pos="1114425" algn="l"/>
                <a:tab pos="1338263" algn="l"/>
                <a:tab pos="1562100" algn="l"/>
                <a:tab pos="1784350" algn="l"/>
                <a:tab pos="2008188" algn="l"/>
                <a:tab pos="2230438" algn="l"/>
                <a:tab pos="2454275" algn="l"/>
                <a:tab pos="2676525" algn="l"/>
                <a:tab pos="2868613" algn="l"/>
              </a:tabLst>
            </a:pPr>
            <a:r>
              <a:rPr lang="pt-BR" sz="1300">
                <a:solidFill>
                  <a:srgbClr val="4E5B31"/>
                </a:solidFill>
                <a:latin typeface="Gill Sans Std" pitchFamily="34" charset="0"/>
                <a:sym typeface="Gill Sans Std" pitchFamily="34" charset="0"/>
              </a:rPr>
              <a:t>OIs, GRU, GST, GSA, GPI, NCC, GSI, GRC, Fornecedores</a:t>
            </a:r>
          </a:p>
        </p:txBody>
      </p:sp>
      <p:sp>
        <p:nvSpPr>
          <p:cNvPr id="14" name="Rectangle 5"/>
          <p:cNvSpPr>
            <a:spLocks/>
          </p:cNvSpPr>
          <p:nvPr/>
        </p:nvSpPr>
        <p:spPr bwMode="auto">
          <a:xfrm>
            <a:off x="4806950" y="4011613"/>
            <a:ext cx="2165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sz="2300">
                <a:solidFill>
                  <a:srgbClr val="4E5B31"/>
                </a:solidFill>
                <a:latin typeface="Gill Sans Std Light" pitchFamily="34" charset="0"/>
                <a:sym typeface="Gill Sans Std" pitchFamily="34" charset="0"/>
              </a:rPr>
              <a:t>PARTICIPANTES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49" y="771550"/>
            <a:ext cx="2143125" cy="2143125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77968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ChangeArrowheads="1"/>
          </p:cNvSpPr>
          <p:nvPr/>
        </p:nvSpPr>
        <p:spPr bwMode="auto">
          <a:xfrm>
            <a:off x="0" y="0"/>
            <a:ext cx="9144000" cy="38449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lIns="57386" tIns="28692" rIns="57386" bIns="28692"/>
          <a:lstStyle/>
          <a:p>
            <a:pPr algn="ctr"/>
            <a:endParaRPr lang="pt-BR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206515" y="9256"/>
            <a:ext cx="4138229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>
                <a:solidFill>
                  <a:srgbClr val="FCFD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Processos</a:t>
            </a:r>
          </a:p>
          <a:p>
            <a:r>
              <a:rPr lang="pt-BR" sz="1600" dirty="0" smtClean="0">
                <a:solidFill>
                  <a:srgbClr val="FCFD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</a:rPr>
              <a:t>GESTÃO DE MUDANÇAS (GMUD)</a:t>
            </a:r>
            <a:endParaRPr lang="pt-BR" dirty="0" smtClean="0">
              <a:solidFill>
                <a:srgbClr val="FCFDF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5"/>
          <p:cNvSpPr>
            <a:spLocks/>
          </p:cNvSpPr>
          <p:nvPr/>
        </p:nvSpPr>
        <p:spPr bwMode="auto">
          <a:xfrm>
            <a:off x="520700" y="909638"/>
            <a:ext cx="3822700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Comenta histórico de mudanças da última semana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Notifica sobre alterações e outras informações pertinentes ao processo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Avalia mudanças previstas para a próxima semana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Comunica, promove e avalia melhorias no processo GMUD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pt-BR" sz="1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sym typeface="Gill Sans Std" pitchFamily="34" charset="0"/>
              </a:rPr>
              <a:t>Notifica sobre incidentes causados por mudanças</a:t>
            </a:r>
          </a:p>
        </p:txBody>
      </p:sp>
      <p:sp>
        <p:nvSpPr>
          <p:cNvPr id="21" name="Rectangle 5"/>
          <p:cNvSpPr>
            <a:spLocks/>
          </p:cNvSpPr>
          <p:nvPr/>
        </p:nvSpPr>
        <p:spPr bwMode="auto">
          <a:xfrm>
            <a:off x="534988" y="4011613"/>
            <a:ext cx="2165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sz="2300">
                <a:solidFill>
                  <a:srgbClr val="4E5B31"/>
                </a:solidFill>
                <a:latin typeface="Gill Sans Std Light" pitchFamily="34" charset="0"/>
                <a:sym typeface="Gill Sans Std" pitchFamily="34" charset="0"/>
              </a:rPr>
              <a:t>PERIODICIDADE</a:t>
            </a:r>
          </a:p>
        </p:txBody>
      </p:sp>
      <p:sp>
        <p:nvSpPr>
          <p:cNvPr id="22" name="Rectangle 6"/>
          <p:cNvSpPr>
            <a:spLocks/>
          </p:cNvSpPr>
          <p:nvPr/>
        </p:nvSpPr>
        <p:spPr bwMode="auto">
          <a:xfrm>
            <a:off x="788988" y="4378325"/>
            <a:ext cx="38227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pt-BR" sz="1300" dirty="0" smtClean="0">
                <a:solidFill>
                  <a:srgbClr val="4E5B31"/>
                </a:solidFill>
                <a:latin typeface="Gill Sans Std" pitchFamily="34" charset="0"/>
                <a:sym typeface="Gill Sans Std" pitchFamily="34" charset="0"/>
              </a:rPr>
              <a:t>Quintas-feiras às 14h</a:t>
            </a:r>
            <a:endParaRPr lang="pt-BR" sz="1300" dirty="0">
              <a:solidFill>
                <a:srgbClr val="4E5B31"/>
              </a:solidFill>
              <a:latin typeface="Gill Sans Std" pitchFamily="34" charset="0"/>
              <a:sym typeface="Gill Sans Std" pitchFamily="34" charset="0"/>
            </a:endParaRPr>
          </a:p>
          <a:p>
            <a:r>
              <a:rPr lang="pt-BR" sz="1300" dirty="0">
                <a:solidFill>
                  <a:srgbClr val="4E5B31"/>
                </a:solidFill>
                <a:latin typeface="Gill Sans Std" pitchFamily="34" charset="0"/>
                <a:sym typeface="Gill Sans Std" pitchFamily="34" charset="0"/>
              </a:rPr>
              <a:t>Em feriado, será ajustada a data.</a:t>
            </a:r>
          </a:p>
        </p:txBody>
      </p:sp>
      <p:sp>
        <p:nvSpPr>
          <p:cNvPr id="23" name="Rectangle 7"/>
          <p:cNvSpPr>
            <a:spLocks/>
          </p:cNvSpPr>
          <p:nvPr/>
        </p:nvSpPr>
        <p:spPr bwMode="auto">
          <a:xfrm>
            <a:off x="5105400" y="4408488"/>
            <a:ext cx="37814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90000"/>
              </a:lnSpc>
              <a:spcBef>
                <a:spcPts val="375"/>
              </a:spcBef>
              <a:tabLst>
                <a:tab pos="222250" algn="l"/>
                <a:tab pos="446088" algn="l"/>
                <a:tab pos="668338" algn="l"/>
                <a:tab pos="892175" algn="l"/>
                <a:tab pos="1114425" algn="l"/>
                <a:tab pos="1338263" algn="l"/>
                <a:tab pos="1562100" algn="l"/>
                <a:tab pos="1784350" algn="l"/>
                <a:tab pos="2008188" algn="l"/>
                <a:tab pos="2230438" algn="l"/>
                <a:tab pos="2454275" algn="l"/>
                <a:tab pos="2676525" algn="l"/>
                <a:tab pos="2868613" algn="l"/>
              </a:tabLst>
            </a:pPr>
            <a:r>
              <a:rPr lang="pt-BR" sz="1300">
                <a:solidFill>
                  <a:srgbClr val="4E5B31"/>
                </a:solidFill>
                <a:latin typeface="Gill Sans Std" pitchFamily="34" charset="0"/>
                <a:sym typeface="Gill Sans Std" pitchFamily="34" charset="0"/>
              </a:rPr>
              <a:t>OIs, GRU, GRC, GRP, GST, GSA, GPI, GSI, Fornecedores</a:t>
            </a:r>
          </a:p>
        </p:txBody>
      </p:sp>
      <p:sp>
        <p:nvSpPr>
          <p:cNvPr id="24" name="Rectangle 5"/>
          <p:cNvSpPr>
            <a:spLocks/>
          </p:cNvSpPr>
          <p:nvPr/>
        </p:nvSpPr>
        <p:spPr bwMode="auto">
          <a:xfrm>
            <a:off x="4806950" y="4011613"/>
            <a:ext cx="2165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sz="2300">
                <a:solidFill>
                  <a:srgbClr val="4E5B31"/>
                </a:solidFill>
                <a:latin typeface="Gill Sans Std Light" pitchFamily="34" charset="0"/>
                <a:sym typeface="Gill Sans Std" pitchFamily="34" charset="0"/>
              </a:rPr>
              <a:t>PARTICIPANTES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05" y="1055687"/>
            <a:ext cx="2638425" cy="1733550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5504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6" y="17"/>
            <a:ext cx="8474426" cy="51435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5"/>
          <a:stretch/>
        </p:blipFill>
        <p:spPr>
          <a:xfrm>
            <a:off x="6686578" y="-7970"/>
            <a:ext cx="2457450" cy="5151482"/>
          </a:xfrm>
          <a:prstGeom prst="rect">
            <a:avLst/>
          </a:prstGeom>
        </p:spPr>
      </p:pic>
      <p:sp>
        <p:nvSpPr>
          <p:cNvPr id="4" name="TextBox 22"/>
          <p:cNvSpPr txBox="1"/>
          <p:nvPr/>
        </p:nvSpPr>
        <p:spPr>
          <a:xfrm>
            <a:off x="1109304" y="1821727"/>
            <a:ext cx="5696853" cy="1454144"/>
          </a:xfrm>
          <a:prstGeom prst="rect">
            <a:avLst/>
          </a:prstGeom>
          <a:noFill/>
        </p:spPr>
        <p:txBody>
          <a:bodyPr wrap="square" lIns="68556" tIns="34277" rIns="68556" bIns="34277" rtlCol="0">
            <a:spAutoFit/>
          </a:bodyPr>
          <a:lstStyle/>
          <a:p>
            <a:pPr algn="r" defTabSz="685539">
              <a:lnSpc>
                <a:spcPct val="80000"/>
              </a:lnSpc>
            </a:pPr>
            <a:r>
              <a:rPr lang="en-US" sz="11300" dirty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obrigado</a:t>
            </a:r>
          </a:p>
        </p:txBody>
      </p:sp>
      <p:sp>
        <p:nvSpPr>
          <p:cNvPr id="6" name="TextBox 13"/>
          <p:cNvSpPr txBox="1"/>
          <p:nvPr/>
        </p:nvSpPr>
        <p:spPr>
          <a:xfrm>
            <a:off x="4626029" y="3028663"/>
            <a:ext cx="2132202" cy="346222"/>
          </a:xfrm>
          <a:prstGeom prst="rect">
            <a:avLst/>
          </a:prstGeom>
          <a:noFill/>
        </p:spPr>
        <p:txBody>
          <a:bodyPr wrap="none" lIns="68556" tIns="34277" rIns="68556" bIns="34277" rtlCol="0">
            <a:spAutoFit/>
          </a:bodyPr>
          <a:lstStyle/>
          <a:p>
            <a:pPr algn="r" defTabSz="685539"/>
            <a:r>
              <a:rPr lang="en-US" b="1" dirty="0" smtClean="0">
                <a:solidFill>
                  <a:srgbClr val="6E6259"/>
                </a:solidFill>
                <a:latin typeface="Gill Sans Std" pitchFamily="34" charset="0"/>
                <a:cs typeface="Gill Sans Std Light"/>
              </a:rPr>
              <a:t>Governança de TD</a:t>
            </a:r>
            <a:endParaRPr lang="en-US" b="1" dirty="0">
              <a:solidFill>
                <a:srgbClr val="6E6259"/>
              </a:solidFill>
              <a:latin typeface="Gill Sans Std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951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6UBzVcvm0eTUlU18FBgxg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atura">
      <a:majorFont>
        <a:latin typeface="Gill Sans Std"/>
        <a:ea typeface=""/>
        <a:cs typeface=""/>
      </a:majorFont>
      <a:minorFont>
        <a:latin typeface="Gill Sans Std Light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Tema básic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A2EC61DF9EEB4DBED50DB1C14CAEF6" ma:contentTypeVersion="0" ma:contentTypeDescription="Crie um novo documento." ma:contentTypeScope="" ma:versionID="22c9333760dc6f143f2655053987a0d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C355B3-1FBB-4352-B214-E128B659DB7C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4C2B2B5-AD13-4E80-B127-BC28A03B9F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D834E7-7D64-4FC6-98ED-F5F4667D1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24532</TotalTime>
  <Words>782</Words>
  <Application>Microsoft Office PowerPoint</Application>
  <PresentationFormat>Apresentação na tela (16:9)</PresentationFormat>
  <Paragraphs>215</Paragraphs>
  <Slides>10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5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Tema do Office</vt:lpstr>
      <vt:lpstr>4_Custom Design</vt:lpstr>
      <vt:lpstr>Title &amp; Subtitle</vt:lpstr>
      <vt:lpstr>2_Tema do Office</vt:lpstr>
      <vt:lpstr>1_Tema básico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Governança TD</dc:creator>
  <cp:keywords>Natura Cosméticos</cp:keywords>
  <cp:lastModifiedBy>mvmarque</cp:lastModifiedBy>
  <cp:revision>729</cp:revision>
  <cp:lastPrinted>2015-03-24T18:31:58Z</cp:lastPrinted>
  <dcterms:created xsi:type="dcterms:W3CDTF">2014-04-23T18:57:10Z</dcterms:created>
  <dcterms:modified xsi:type="dcterms:W3CDTF">2015-06-09T22:43:53Z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0x010100C3A2EC61DF9EEB4DBED50DB1C14CAEF6</vt:lpwstr>
  </property>
</Properties>
</file>