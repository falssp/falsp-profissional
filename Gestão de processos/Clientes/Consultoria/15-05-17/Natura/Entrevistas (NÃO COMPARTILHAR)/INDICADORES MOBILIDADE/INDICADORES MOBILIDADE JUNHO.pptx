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  <p:sldMasterId id="2147483662" r:id="rId5"/>
    <p:sldMasterId id="2147483790" r:id="rId6"/>
  </p:sldMasterIdLst>
  <p:notesMasterIdLst>
    <p:notesMasterId r:id="rId22"/>
  </p:notesMasterIdLst>
  <p:sldIdLst>
    <p:sldId id="634" r:id="rId7"/>
    <p:sldId id="633" r:id="rId8"/>
    <p:sldId id="818" r:id="rId9"/>
    <p:sldId id="841" r:id="rId10"/>
    <p:sldId id="843" r:id="rId11"/>
    <p:sldId id="842" r:id="rId12"/>
    <p:sldId id="845" r:id="rId13"/>
    <p:sldId id="846" r:id="rId14"/>
    <p:sldId id="848" r:id="rId15"/>
    <p:sldId id="849" r:id="rId16"/>
    <p:sldId id="856" r:id="rId17"/>
    <p:sldId id="851" r:id="rId18"/>
    <p:sldId id="852" r:id="rId19"/>
    <p:sldId id="639" r:id="rId20"/>
    <p:sldId id="854" r:id="rId21"/>
  </p:sldIdLst>
  <p:sldSz cx="9144000" cy="5143500" type="screen16x9"/>
  <p:notesSz cx="9309100" cy="7023100"/>
  <p:embeddedFontLst>
    <p:embeddedFont>
      <p:font typeface="MS PGothic" pitchFamily="34" charset="-128"/>
      <p:regular r:id="rId23"/>
    </p:embeddedFont>
    <p:embeddedFont>
      <p:font typeface="Calibri" pitchFamily="34" charset="0"/>
      <p:regular r:id="rId24"/>
      <p:bold r:id="rId25"/>
      <p:italic r:id="rId26"/>
      <p:boldItalic r:id="rId27"/>
    </p:embeddedFont>
    <p:embeddedFont>
      <p:font typeface="Gill Sans MT" pitchFamily="34" charset="0"/>
      <p:regular r:id="rId28"/>
      <p:bold r:id="rId29"/>
      <p:italic r:id="rId30"/>
      <p:boldItalic r:id="rId31"/>
    </p:embeddedFont>
    <p:embeddedFont>
      <p:font typeface="Verdana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24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49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73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98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22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47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71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95" algn="l" defTabSz="45712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38F1F7F-DE78-46A6-8725-6F8AFA4BE9AB}">
          <p14:sldIdLst>
            <p14:sldId id="634"/>
            <p14:sldId id="633"/>
            <p14:sldId id="818"/>
            <p14:sldId id="841"/>
            <p14:sldId id="843"/>
            <p14:sldId id="842"/>
            <p14:sldId id="845"/>
            <p14:sldId id="846"/>
            <p14:sldId id="848"/>
            <p14:sldId id="849"/>
            <p14:sldId id="856"/>
            <p14:sldId id="851"/>
            <p14:sldId id="852"/>
            <p14:sldId id="639"/>
            <p14:sldId id="85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4A2"/>
    <a:srgbClr val="660033"/>
    <a:srgbClr val="3399FF"/>
    <a:srgbClr val="CDF2FF"/>
    <a:srgbClr val="D5F4FF"/>
    <a:srgbClr val="009BD2"/>
    <a:srgbClr val="F9A763"/>
    <a:srgbClr val="F89F56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85" autoAdjust="0"/>
    <p:restoredTop sz="93641" autoAdjust="0"/>
  </p:normalViewPr>
  <p:slideViewPr>
    <p:cSldViewPr snapToGrid="0" snapToObjects="1">
      <p:cViewPr varScale="1">
        <p:scale>
          <a:sx n="87" d="100"/>
          <a:sy n="87" d="100"/>
        </p:scale>
        <p:origin x="-1326" y="-90"/>
      </p:cViewPr>
      <p:guideLst>
        <p:guide orient="horz" pos="3120"/>
        <p:guide orient="horz" pos="1316"/>
        <p:guide orient="horz" pos="118"/>
        <p:guide pos="56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4" d="100"/>
        <a:sy n="114" d="100"/>
      </p:scale>
      <p:origin x="0" y="0"/>
    </p:cViewPr>
  </p:notesTextViewPr>
  <p:sorterViewPr>
    <p:cViewPr>
      <p:scale>
        <a:sx n="93" d="100"/>
        <a:sy n="93" d="100"/>
      </p:scale>
      <p:origin x="0" y="84"/>
    </p:cViewPr>
  </p:sorterViewPr>
  <p:notesViewPr>
    <p:cSldViewPr snapToGrid="0" snapToObjects="1">
      <p:cViewPr varScale="1">
        <p:scale>
          <a:sx n="73" d="100"/>
          <a:sy n="73" d="100"/>
        </p:scale>
        <p:origin x="-876" y="-90"/>
      </p:cViewPr>
      <p:guideLst>
        <p:guide orient="horz" pos="2212"/>
        <p:guide pos="29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font" Target="fonts/font12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063553-DEF9-4914-B42F-DE3419355378}" type="doc">
      <dgm:prSet loTypeId="urn:microsoft.com/office/officeart/2005/8/layout/vList5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pt-BR"/>
        </a:p>
      </dgm:t>
    </dgm:pt>
    <dgm:pt modelId="{4A9811A1-0100-48A6-9A15-F8A8DDF2A6DF}">
      <dgm:prSet phldrT="[Texto]" custT="1"/>
      <dgm:spPr>
        <a:xfrm>
          <a:off x="4049" y="2267"/>
          <a:ext cx="2982645" cy="10165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PROCESSOS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62EEA65A-19CB-43E1-AEC9-A8BE18BE0480}" type="parTrans" cxnId="{B9528608-0F06-4034-B8FE-4457B9A04998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09929D5C-3131-4741-9E74-F9A2963E21B0}" type="sibTrans" cxnId="{B9528608-0F06-4034-B8FE-4457B9A04998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10C26CCA-72B3-4AB4-A8BA-B494C52EC1D6}">
      <dgm:prSet custT="1"/>
      <dgm:spPr>
        <a:xfrm rot="5400000">
          <a:off x="5193837" y="-2162731"/>
          <a:ext cx="888194" cy="5302480"/>
        </a:xfrm>
      </dgm:spPr>
      <dgm:t>
        <a:bodyPr/>
        <a:lstStyle/>
        <a:p>
          <a:r>
            <a:rPr lang="pt-BR" sz="1000" b="0" i="0" smtClean="0">
              <a:latin typeface="Gill Sans MT" pitchFamily="34" charset="0"/>
              <a:ea typeface="+mn-ea"/>
              <a:cs typeface="+mn-cs"/>
            </a:rPr>
            <a:t>Mapeamento dos processos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2157CD09-0C96-4F94-829C-B69E3633216F}" type="parTrans" cxnId="{37C88B9F-5026-49B1-8E9F-1B3AC8B297ED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C45642DD-2E2B-475F-98D4-94AA2C9C65D2}" type="sibTrans" cxnId="{37C88B9F-5026-49B1-8E9F-1B3AC8B297ED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D7D8B204-E756-41EF-AD92-51EEC656C8C0}">
      <dgm:prSet custT="1"/>
      <dgm:spPr>
        <a:xfrm>
          <a:off x="4049" y="1042830"/>
          <a:ext cx="2982645" cy="1188878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TREINAMENTOS E RECICLAGENS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2E1AC9EE-54D9-4B28-B7FC-C257D89F93D4}" type="parTrans" cxnId="{C23F66C7-4C66-480C-9E76-9E42784ACF93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A4DEF58E-FE5A-430E-A9AE-B930D93470C3}" type="sibTrans" cxnId="{C23F66C7-4C66-480C-9E76-9E42784ACF93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D542EA6A-E05D-4A09-B187-D5ACCB878B28}">
      <dgm:prSet custT="1"/>
      <dgm:spPr>
        <a:xfrm rot="5400000">
          <a:off x="5075478" y="-1016583"/>
          <a:ext cx="1124912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Definição de papeis e responsabilidades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7D350E4D-9E64-46BD-B1A4-58EA00FF7142}" type="parTrans" cxnId="{CBE016F7-A23D-490D-9798-0E58D3B6567A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9604416F-F574-4CFF-9BAB-E699C0B633BF}" type="sibTrans" cxnId="{CBE016F7-A23D-490D-9798-0E58D3B6567A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FC251577-F294-4DAE-BC8A-A638CC85A021}">
      <dgm:prSet custT="1"/>
      <dgm:spPr>
        <a:xfrm>
          <a:off x="4049" y="2275325"/>
          <a:ext cx="2982645" cy="1147805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INDICADORES DE DESEMPENHO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0C04C416-801D-4D8E-8259-F7A99205A199}" type="parTrans" cxnId="{54427618-ED6B-421B-BCDE-A57FE873682F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BBF1252B-974B-4C3E-ADA0-97A740A65295}" type="sibTrans" cxnId="{54427618-ED6B-421B-BCDE-A57FE873682F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3C1A986E-122B-489A-B886-9813EBF23F6E}">
      <dgm:prSet custT="1"/>
      <dgm:spPr>
        <a:xfrm rot="5400000">
          <a:off x="5092149" y="180673"/>
          <a:ext cx="1091570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Definição de metas estruturadas e mensuráveis para a equipe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2D3E3E8D-B4E5-4B8B-9C9C-5683A8786A68}" type="parTrans" cxnId="{430C3C6C-1511-44B3-AEBF-62899C803B3F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8BD8142A-41CC-4677-BC06-D0180AA4B8A9}" type="sibTrans" cxnId="{430C3C6C-1511-44B3-AEBF-62899C803B3F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29D657CA-742B-46D6-A82D-296F52525256}">
      <dgm:prSet custT="1"/>
      <dgm:spPr>
        <a:xfrm>
          <a:off x="4049" y="3465887"/>
          <a:ext cx="2982645" cy="1013419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COMUNICAÇÃO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B19DCFFA-FA01-48EA-A5F3-6E4ED5CADC1B}" type="parTrans" cxnId="{02FC718B-DFAF-4910-964A-73930C83F481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8268FEC6-6F5D-47AB-B4B0-1520DC7153AB}" type="sibTrans" cxnId="{02FC718B-DFAF-4910-964A-73930C83F481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2C7731CE-F3A6-4113-9549-8E5BDCDA6381}">
      <dgm:prSet custT="1"/>
      <dgm:spPr>
        <a:xfrm rot="5400000">
          <a:off x="5193837" y="-2162731"/>
          <a:ext cx="888194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Identificação e priorização de problemas e suas causas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6DC45098-CB89-421F-AB64-672663E127D5}" type="parTrans" cxnId="{38A09B10-B36E-475B-B177-8040D6C3B490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2A989BD5-983C-4CA4-9AAF-E32E0463285A}" type="sibTrans" cxnId="{38A09B10-B36E-475B-B177-8040D6C3B490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8E4AD2E4-BD8C-4811-8169-3C7A398EA54C}">
      <dgm:prSet custT="1"/>
      <dgm:spPr>
        <a:xfrm rot="5400000">
          <a:off x="5193837" y="-2162731"/>
          <a:ext cx="888194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Ações corretivas, preventivas e de melhoria  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B80E0ADB-79B2-44F3-A4E0-DA5B47E703EC}" type="parTrans" cxnId="{9C18C3EF-2BB0-4394-9DCF-091390FCB7FA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88417CA0-36AF-4112-AD8C-0A3F6D3F2214}" type="sibTrans" cxnId="{9C18C3EF-2BB0-4394-9DCF-091390FCB7FA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5940BE3A-4F4F-46BA-821F-0E8F6DE67295}">
      <dgm:prSet custT="1"/>
      <dgm:spPr>
        <a:xfrm rot="5400000">
          <a:off x="5193837" y="-2162731"/>
          <a:ext cx="888194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Sistema de documentação e procedimentos operacionais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1FF32A25-182D-4DAC-8A28-9CA6B9499000}" type="parTrans" cxnId="{D2185AF0-4D75-407A-936F-164F13AD5F8B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4D933F17-041A-449D-B7F9-7FB46166D11D}" type="sibTrans" cxnId="{D2185AF0-4D75-407A-936F-164F13AD5F8B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9A9E257F-7701-424D-B456-489BBE1F7868}">
      <dgm:prSet custT="1"/>
      <dgm:spPr>
        <a:xfrm rot="5400000">
          <a:off x="5075478" y="-1016583"/>
          <a:ext cx="1124912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Reciclagem dos processos existentes junto a equipe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7BD2D301-4D52-4086-A0CD-B7C9C5E18824}" type="parTrans" cxnId="{48D030EB-579A-4CA1-BFF6-38712D9B6052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AE152DCF-DC23-46F6-836A-37AD226F1EEB}" type="sibTrans" cxnId="{48D030EB-579A-4CA1-BFF6-38712D9B6052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45B37698-FDFF-4112-AAB5-BDB1670C943E}">
      <dgm:prSet custT="1"/>
      <dgm:spPr>
        <a:xfrm rot="5400000">
          <a:off x="5092149" y="180673"/>
          <a:ext cx="1091570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Definição de métodos  de avaliação dos resultados alcançados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AE4137ED-699C-48EA-BA8C-99FD5A423B04}" type="parTrans" cxnId="{66F05C78-534C-451B-B370-042BAC213BF3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D3859651-7825-4836-8C33-2F3A3AACDDE3}" type="sibTrans" cxnId="{66F05C78-534C-451B-B370-042BAC213BF3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9F93C7BB-D7BE-49DA-913C-7CF07131D713}">
      <dgm:prSet custT="1"/>
      <dgm:spPr>
        <a:xfrm rot="5400000">
          <a:off x="5075478" y="-1016583"/>
          <a:ext cx="1124912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Motivação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7600FDF1-F6EC-4914-8B45-7EFAF46E2E04}" type="parTrans" cxnId="{B8E47085-64F2-4220-B451-D5EAEFAE918F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94CCD4F5-EF7E-4E04-AE8C-4C21D58A8AEA}" type="sibTrans" cxnId="{B8E47085-64F2-4220-B451-D5EAEFAE918F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823ACFD9-6162-46C3-9A50-FBFA0B11E0CA}">
      <dgm:prSet custT="1"/>
      <dgm:spPr>
        <a:xfrm rot="5400000">
          <a:off x="5075478" y="-1016583"/>
          <a:ext cx="1124912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Treinamento comportamental e técnico para  toda a equipe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2CE3817A-A894-4429-8E24-AA8DF62BCFBD}" type="parTrans" cxnId="{8CB3C2A6-FD59-4546-AE1C-053B49CC5FAB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5BFEBF48-32CE-4E3B-B310-5A163BCD1FBC}" type="sibTrans" cxnId="{8CB3C2A6-FD59-4546-AE1C-053B49CC5FAB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ACC5C757-F06B-4FB0-83A4-36B38E1B6A01}">
      <dgm:prSet custT="1"/>
      <dgm:spPr>
        <a:xfrm rot="5400000">
          <a:off x="5075478" y="-1016583"/>
          <a:ext cx="1124912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Capacitar e desenvolver recursos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6560F354-A30D-480F-B43D-AC15894B1983}" type="parTrans" cxnId="{80D40138-11DA-40FF-BFED-2C3692015435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9D5621D4-244A-4397-995B-1FAAFADDA671}" type="sibTrans" cxnId="{80D40138-11DA-40FF-BFED-2C3692015435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3E9BBA77-DFBE-42A2-BAA9-FF7FE36EA47A}">
      <dgm:prSet custT="1"/>
      <dgm:spPr>
        <a:xfrm rot="5400000">
          <a:off x="5198117" y="1246151"/>
          <a:ext cx="879633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PESQUISA DE SATISFAÇÃO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46C24B06-5104-4B58-9D69-E46F9F18D53C}" type="parTrans" cxnId="{22347034-7596-4083-A11C-502CA873D443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CCEC1977-9862-4C55-BDFF-5FFD020FE44B}" type="sibTrans" cxnId="{22347034-7596-4083-A11C-502CA873D443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BB7CDFF2-FD60-4D59-BBD9-2DD39A6E57B6}">
      <dgm:prSet custT="1"/>
      <dgm:spPr>
        <a:xfrm rot="5400000">
          <a:off x="5198117" y="1246151"/>
          <a:ext cx="879633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Alteração no processo de feedback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0B437BBB-D54E-42CD-BB6F-079970C57C35}" type="sibTrans" cxnId="{39C2ABBB-A2F8-4413-8906-AEEC1BA54D8A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D0DDA750-09FE-47A4-8DCA-227FB5530549}" type="parTrans" cxnId="{39C2ABBB-A2F8-4413-8906-AEEC1BA54D8A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E511EC5D-96E4-4ABC-9AB6-01A0FAACF085}">
      <dgm:prSet custT="1"/>
      <dgm:spPr>
        <a:xfrm rot="5400000">
          <a:off x="5198117" y="1246151"/>
          <a:ext cx="879633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 Melhor comunicação entre a equipe e liderança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B1C1B766-B767-419E-BA9F-DFB851D144A9}" type="sibTrans" cxnId="{3F521477-38F0-4165-92D9-960DEBAFBDA7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BEBC5B29-90BB-4FF7-900E-2DEAC7D9E3BB}" type="parTrans" cxnId="{3F521477-38F0-4165-92D9-960DEBAFBDA7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02EB198C-5DF4-4E76-8F21-1BEB97E7D647}">
      <dgm:prSet custT="1"/>
      <dgm:spPr>
        <a:xfrm rot="5400000">
          <a:off x="5198117" y="1246151"/>
          <a:ext cx="879633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Esclarecimentos aos usuários referente aos itens avaliados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1F169F45-2D0C-408E-B508-8B7F47065788}" type="parTrans" cxnId="{CD1AE03E-B782-40C7-906D-13B8F769C054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55D06AE4-AA1D-426E-B74A-837B6F19F2AF}" type="sibTrans" cxnId="{CD1AE03E-B782-40C7-906D-13B8F769C054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A4826B78-158D-495B-B952-D138BDD39D8D}">
      <dgm:prSet custT="1"/>
      <dgm:spPr/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Meta de aderência mínima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B2F96218-4330-49D1-B5F1-B4AD79D4DD32}" type="parTrans" cxnId="{43F800D2-A104-4FBE-846F-F0D1177BC094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EC640B20-0B0C-4CE9-91C0-0A5017BBFBAC}" type="sibTrans" cxnId="{43F800D2-A104-4FBE-846F-F0D1177BC094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B5670152-B725-4B51-A352-B0B4764CCCAE}">
      <dgm:prSet custT="1"/>
      <dgm:spPr/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Visibilidade para o usuário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FBB0DFD2-7EFA-45FA-9A11-A6C244D9E247}" type="parTrans" cxnId="{79B21B0A-3A73-4F82-8306-E1DAE171E42B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04919DCE-5236-4CA4-96A2-D63ACFA4ABDA}" type="sibTrans" cxnId="{79B21B0A-3A73-4F82-8306-E1DAE171E42B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0ECC1F35-BD5D-4966-83DC-C2389C43938E}">
      <dgm:prSet custT="1"/>
      <dgm:spPr/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Plano de ação para avaliações negativas</a:t>
          </a:r>
          <a:endParaRPr lang="pt-BR" sz="1000" b="0" i="0" dirty="0">
            <a:latin typeface="Gill Sans MT" pitchFamily="34" charset="0"/>
          </a:endParaRPr>
        </a:p>
      </dgm:t>
    </dgm:pt>
    <dgm:pt modelId="{C9E3D199-BA53-4A52-89B6-4BDF0A494E81}" type="parTrans" cxnId="{0C7C6E24-BDFD-487E-93CA-827024273C3E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BCE42B6E-FF84-4682-9CBE-4300F73BB913}" type="sibTrans" cxnId="{0C7C6E24-BDFD-487E-93CA-827024273C3E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AC6ED9DF-AB2B-42D0-BF0F-88C4A588D91E}">
      <dgm:prSet custT="1"/>
      <dgm:spPr>
        <a:xfrm rot="5400000">
          <a:off x="5193837" y="-2162731"/>
          <a:ext cx="888194" cy="5302480"/>
        </a:xfrm>
      </dgm:spPr>
      <dgm:t>
        <a:bodyPr/>
        <a:lstStyle/>
        <a:p>
          <a:r>
            <a:rPr lang="pt-BR" sz="1000" b="0" i="0" dirty="0" smtClean="0">
              <a:latin typeface="Gill Sans MT" pitchFamily="34" charset="0"/>
              <a:ea typeface="+mn-ea"/>
              <a:cs typeface="+mn-cs"/>
            </a:rPr>
            <a:t>Monitoramento dos processos e de seus resultados</a:t>
          </a:r>
          <a:endParaRPr lang="pt-BR" sz="1000" b="0" i="0" dirty="0">
            <a:latin typeface="Gill Sans MT" pitchFamily="34" charset="0"/>
            <a:ea typeface="+mn-ea"/>
            <a:cs typeface="+mn-cs"/>
          </a:endParaRPr>
        </a:p>
      </dgm:t>
    </dgm:pt>
    <dgm:pt modelId="{51ACD0D3-6066-4249-AA13-05A5699B88A2}" type="sibTrans" cxnId="{C392BA64-A906-4CF0-9963-FFD95132B2B1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CD803367-70E6-46D8-9E61-6D771FD552FA}" type="parTrans" cxnId="{C392BA64-A906-4CF0-9963-FFD95132B2B1}">
      <dgm:prSet/>
      <dgm:spPr/>
      <dgm:t>
        <a:bodyPr/>
        <a:lstStyle/>
        <a:p>
          <a:endParaRPr lang="pt-BR" sz="1000" b="0" i="0">
            <a:solidFill>
              <a:schemeClr val="tx2"/>
            </a:solidFill>
            <a:latin typeface="Gill Sans MT" pitchFamily="34" charset="0"/>
          </a:endParaRPr>
        </a:p>
      </dgm:t>
    </dgm:pt>
    <dgm:pt modelId="{46CAFFEC-367D-4FFE-BE34-DF4F9DD84CC1}" type="pres">
      <dgm:prSet presAssocID="{D1063553-DEF9-4914-B42F-DE341935537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36086C8F-7764-4D1D-BCF4-2380DAFF58B2}" type="pres">
      <dgm:prSet presAssocID="{4A9811A1-0100-48A6-9A15-F8A8DDF2A6DF}" presName="linNode" presStyleCnt="0"/>
      <dgm:spPr/>
      <dgm:t>
        <a:bodyPr/>
        <a:lstStyle/>
        <a:p>
          <a:endParaRPr lang="pt-BR"/>
        </a:p>
      </dgm:t>
    </dgm:pt>
    <dgm:pt modelId="{6EDBC3B1-D6F9-4BCB-A785-971124503E6B}" type="pres">
      <dgm:prSet presAssocID="{4A9811A1-0100-48A6-9A15-F8A8DDF2A6DF}" presName="parentText" presStyleLbl="node1" presStyleIdx="0" presStyleCnt="5" custScaleX="61794" custScaleY="189261" custLinFactNeighborX="-3331">
        <dgm:presLayoutVars>
          <dgm:chMax val="1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pt-BR"/>
        </a:p>
      </dgm:t>
    </dgm:pt>
    <dgm:pt modelId="{4CB4F693-94B4-4A93-BCC4-65E91D254CC5}" type="pres">
      <dgm:prSet presAssocID="{4A9811A1-0100-48A6-9A15-F8A8DDF2A6DF}" presName="descendantText" presStyleLbl="alignAccFollowNode1" presStyleIdx="0" presStyleCnt="5" custScaleY="210720" custLinFactNeighborX="1582" custLinFactNeighborY="61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pt-BR"/>
        </a:p>
      </dgm:t>
    </dgm:pt>
    <dgm:pt modelId="{47845FD6-6E98-4731-BA53-D988382E40B2}" type="pres">
      <dgm:prSet presAssocID="{09929D5C-3131-4741-9E74-F9A2963E21B0}" presName="sp" presStyleCnt="0"/>
      <dgm:spPr/>
      <dgm:t>
        <a:bodyPr/>
        <a:lstStyle/>
        <a:p>
          <a:endParaRPr lang="pt-BR"/>
        </a:p>
      </dgm:t>
    </dgm:pt>
    <dgm:pt modelId="{4972CD23-334E-43B1-B12F-9328977F171D}" type="pres">
      <dgm:prSet presAssocID="{D7D8B204-E756-41EF-AD92-51EEC656C8C0}" presName="linNode" presStyleCnt="0"/>
      <dgm:spPr/>
      <dgm:t>
        <a:bodyPr/>
        <a:lstStyle/>
        <a:p>
          <a:endParaRPr lang="pt-BR"/>
        </a:p>
      </dgm:t>
    </dgm:pt>
    <dgm:pt modelId="{2DD2ADA9-B31E-44C0-917E-797656666952}" type="pres">
      <dgm:prSet presAssocID="{D7D8B204-E756-41EF-AD92-51EEC656C8C0}" presName="parentText" presStyleLbl="node1" presStyleIdx="1" presStyleCnt="5" custScaleX="61837" custScaleY="181232" custLinFactNeighborX="-3331" custLinFactNeighborY="4852">
        <dgm:presLayoutVars>
          <dgm:chMax val="1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pt-BR"/>
        </a:p>
      </dgm:t>
    </dgm:pt>
    <dgm:pt modelId="{1CBEA3D4-2436-47A7-ACEB-C8195858BFEE}" type="pres">
      <dgm:prSet presAssocID="{D7D8B204-E756-41EF-AD92-51EEC656C8C0}" presName="descendantText" presStyleLbl="alignAccFollowNode1" presStyleIdx="1" presStyleCnt="5" custScaleY="201336" custLinFactNeighborX="322" custLinFactNeighborY="4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pt-BR"/>
        </a:p>
      </dgm:t>
    </dgm:pt>
    <dgm:pt modelId="{BEBBBFBD-F437-4034-A658-8A46837DC0DC}" type="pres">
      <dgm:prSet presAssocID="{A4DEF58E-FE5A-430E-A9AE-B930D93470C3}" presName="sp" presStyleCnt="0"/>
      <dgm:spPr/>
      <dgm:t>
        <a:bodyPr/>
        <a:lstStyle/>
        <a:p>
          <a:endParaRPr lang="pt-BR"/>
        </a:p>
      </dgm:t>
    </dgm:pt>
    <dgm:pt modelId="{09730171-A8D5-4FB4-AADD-B6C3B3F25B27}" type="pres">
      <dgm:prSet presAssocID="{FC251577-F294-4DAE-BC8A-A638CC85A021}" presName="linNode" presStyleCnt="0"/>
      <dgm:spPr/>
      <dgm:t>
        <a:bodyPr/>
        <a:lstStyle/>
        <a:p>
          <a:endParaRPr lang="pt-BR"/>
        </a:p>
      </dgm:t>
    </dgm:pt>
    <dgm:pt modelId="{2D328F24-6338-4A25-A8DB-B9F9364D223D}" type="pres">
      <dgm:prSet presAssocID="{FC251577-F294-4DAE-BC8A-A638CC85A021}" presName="parentText" presStyleLbl="node1" presStyleIdx="2" presStyleCnt="5" custScaleX="61741" custScaleY="139170" custLinFactNeighborX="-3331" custLinFactNeighborY="1667">
        <dgm:presLayoutVars>
          <dgm:chMax val="1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pt-BR"/>
        </a:p>
      </dgm:t>
    </dgm:pt>
    <dgm:pt modelId="{387601E9-AA2C-43A7-8B32-0830B22BE513}" type="pres">
      <dgm:prSet presAssocID="{FC251577-F294-4DAE-BC8A-A638CC85A021}" presName="descendantText" presStyleLbl="alignAccFollowNode1" presStyleIdx="2" presStyleCnt="5" custScaleY="199260" custLinFactNeighborX="858" custLinFactNeighborY="-192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pt-BR"/>
        </a:p>
      </dgm:t>
    </dgm:pt>
    <dgm:pt modelId="{286BB696-9BCE-4639-8E03-C34635FCC3EA}" type="pres">
      <dgm:prSet presAssocID="{BBF1252B-974B-4C3E-ADA0-97A740A65295}" presName="sp" presStyleCnt="0"/>
      <dgm:spPr/>
      <dgm:t>
        <a:bodyPr/>
        <a:lstStyle/>
        <a:p>
          <a:endParaRPr lang="pt-BR"/>
        </a:p>
      </dgm:t>
    </dgm:pt>
    <dgm:pt modelId="{174333DB-D2B4-4C9D-9375-5654B12E6A87}" type="pres">
      <dgm:prSet presAssocID="{29D657CA-742B-46D6-A82D-296F52525256}" presName="linNode" presStyleCnt="0"/>
      <dgm:spPr/>
      <dgm:t>
        <a:bodyPr/>
        <a:lstStyle/>
        <a:p>
          <a:endParaRPr lang="pt-BR"/>
        </a:p>
      </dgm:t>
    </dgm:pt>
    <dgm:pt modelId="{BE9E2AA5-B953-4EA3-9A65-8B10D3CB9281}" type="pres">
      <dgm:prSet presAssocID="{29D657CA-742B-46D6-A82D-296F52525256}" presName="parentText" presStyleLbl="node1" presStyleIdx="3" presStyleCnt="5" custScaleX="60808" custScaleY="143078" custLinFactNeighborX="-3171" custLinFactNeighborY="970">
        <dgm:presLayoutVars>
          <dgm:chMax val="1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pt-BR"/>
        </a:p>
      </dgm:t>
    </dgm:pt>
    <dgm:pt modelId="{6284C22A-756B-4CCE-9A94-E745A465AACE}" type="pres">
      <dgm:prSet presAssocID="{29D657CA-742B-46D6-A82D-296F52525256}" presName="descendantText" presStyleLbl="alignAccFollowNode1" presStyleIdx="3" presStyleCnt="5" custScaleY="179972" custLinFactNeighborX="1287" custLinFactNeighborY="303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pt-BR"/>
        </a:p>
      </dgm:t>
    </dgm:pt>
    <dgm:pt modelId="{3BD2B2A8-C918-4A59-997F-6EDFFB0FFED8}" type="pres">
      <dgm:prSet presAssocID="{8268FEC6-6F5D-47AB-B4B0-1520DC7153AB}" presName="sp" presStyleCnt="0"/>
      <dgm:spPr/>
      <dgm:t>
        <a:bodyPr/>
        <a:lstStyle/>
        <a:p>
          <a:endParaRPr lang="pt-BR"/>
        </a:p>
      </dgm:t>
    </dgm:pt>
    <dgm:pt modelId="{45B10D12-673B-4F70-878C-3AEBED984EDD}" type="pres">
      <dgm:prSet presAssocID="{3E9BBA77-DFBE-42A2-BAA9-FF7FE36EA47A}" presName="linNode" presStyleCnt="0"/>
      <dgm:spPr/>
      <dgm:t>
        <a:bodyPr/>
        <a:lstStyle/>
        <a:p>
          <a:endParaRPr lang="pt-BR"/>
        </a:p>
      </dgm:t>
    </dgm:pt>
    <dgm:pt modelId="{033249A2-5430-4DF2-BE65-A0C0248940A7}" type="pres">
      <dgm:prSet presAssocID="{3E9BBA77-DFBE-42A2-BAA9-FF7FE36EA47A}" presName="parentText" presStyleLbl="node1" presStyleIdx="4" presStyleCnt="5" custScaleX="62028" custScaleY="166209" custLinFactNeighborX="-3234" custLinFactNeighborY="9044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3EB7E86-C0E0-4FFC-9369-0A8F604465FE}" type="pres">
      <dgm:prSet presAssocID="{3E9BBA77-DFBE-42A2-BAA9-FF7FE36EA47A}" presName="descendantText" presStyleLbl="alignAccFollowNode1" presStyleIdx="4" presStyleCnt="5" custScaleY="179972" custLinFactNeighborX="1287" custLinFactNeighborY="3030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pt-BR"/>
        </a:p>
      </dgm:t>
    </dgm:pt>
  </dgm:ptLst>
  <dgm:cxnLst>
    <dgm:cxn modelId="{993ACDAC-5AA5-4856-A393-11E2D6C374F0}" type="presOf" srcId="{0ECC1F35-BD5D-4966-83DC-C2389C43938E}" destId="{23EB7E86-C0E0-4FFC-9369-0A8F604465FE}" srcOrd="0" destOrd="3" presId="urn:microsoft.com/office/officeart/2005/8/layout/vList5"/>
    <dgm:cxn modelId="{B999C8EB-2007-43E0-9494-F33B66A0B1B6}" type="presOf" srcId="{2C7731CE-F3A6-4113-9549-8E5BDCDA6381}" destId="{4CB4F693-94B4-4A93-BCC4-65E91D254CC5}" srcOrd="0" destOrd="2" presId="urn:microsoft.com/office/officeart/2005/8/layout/vList5"/>
    <dgm:cxn modelId="{CD1AE03E-B782-40C7-906D-13B8F769C054}" srcId="{3E9BBA77-DFBE-42A2-BAA9-FF7FE36EA47A}" destId="{02EB198C-5DF4-4E76-8F21-1BEB97E7D647}" srcOrd="0" destOrd="0" parTransId="{1F169F45-2D0C-408E-B508-8B7F47065788}" sibTransId="{55D06AE4-AA1D-426E-B74A-837B6F19F2AF}"/>
    <dgm:cxn modelId="{CBE016F7-A23D-490D-9798-0E58D3B6567A}" srcId="{D7D8B204-E756-41EF-AD92-51EEC656C8C0}" destId="{D542EA6A-E05D-4A09-B187-D5ACCB878B28}" srcOrd="0" destOrd="0" parTransId="{7D350E4D-9E64-46BD-B1A4-58EA00FF7142}" sibTransId="{9604416F-F574-4CFF-9BAB-E699C0B633BF}"/>
    <dgm:cxn modelId="{430C3C6C-1511-44B3-AEBF-62899C803B3F}" srcId="{FC251577-F294-4DAE-BC8A-A638CC85A021}" destId="{3C1A986E-122B-489A-B886-9813EBF23F6E}" srcOrd="0" destOrd="0" parTransId="{2D3E3E8D-B4E5-4B8B-9C9C-5683A8786A68}" sibTransId="{8BD8142A-41CC-4677-BC06-D0180AA4B8A9}"/>
    <dgm:cxn modelId="{04C0EC39-F15A-4684-9DA3-56F6355CC5BA}" type="presOf" srcId="{3E9BBA77-DFBE-42A2-BAA9-FF7FE36EA47A}" destId="{033249A2-5430-4DF2-BE65-A0C0248940A7}" srcOrd="0" destOrd="0" presId="urn:microsoft.com/office/officeart/2005/8/layout/vList5"/>
    <dgm:cxn modelId="{D9F8B462-D200-4B13-A684-20A7896AC7BA}" type="presOf" srcId="{9A9E257F-7701-424D-B456-489BBE1F7868}" destId="{1CBEA3D4-2436-47A7-ACEB-C8195858BFEE}" srcOrd="0" destOrd="2" presId="urn:microsoft.com/office/officeart/2005/8/layout/vList5"/>
    <dgm:cxn modelId="{0C7C6E24-BDFD-487E-93CA-827024273C3E}" srcId="{3E9BBA77-DFBE-42A2-BAA9-FF7FE36EA47A}" destId="{0ECC1F35-BD5D-4966-83DC-C2389C43938E}" srcOrd="3" destOrd="0" parTransId="{C9E3D199-BA53-4A52-89B6-4BDF0A494E81}" sibTransId="{BCE42B6E-FF84-4682-9CBE-4300F73BB913}"/>
    <dgm:cxn modelId="{43F800D2-A104-4FBE-846F-F0D1177BC094}" srcId="{3E9BBA77-DFBE-42A2-BAA9-FF7FE36EA47A}" destId="{A4826B78-158D-495B-B952-D138BDD39D8D}" srcOrd="1" destOrd="0" parTransId="{B2F96218-4330-49D1-B5F1-B4AD79D4DD32}" sibTransId="{EC640B20-0B0C-4CE9-91C0-0A5017BBFBAC}"/>
    <dgm:cxn modelId="{DF486771-677F-4E00-8B44-38DC7F90AD0C}" type="presOf" srcId="{E511EC5D-96E4-4ABC-9AB6-01A0FAACF085}" destId="{6284C22A-756B-4CCE-9A94-E745A465AACE}" srcOrd="0" destOrd="0" presId="urn:microsoft.com/office/officeart/2005/8/layout/vList5"/>
    <dgm:cxn modelId="{DAABFFF4-13A3-4B0A-B109-C2C67F60FA9C}" type="presOf" srcId="{9F93C7BB-D7BE-49DA-913C-7CF07131D713}" destId="{1CBEA3D4-2436-47A7-ACEB-C8195858BFEE}" srcOrd="0" destOrd="3" presId="urn:microsoft.com/office/officeart/2005/8/layout/vList5"/>
    <dgm:cxn modelId="{76063BC8-D102-42BF-94AE-4B16358AAD35}" type="presOf" srcId="{D7D8B204-E756-41EF-AD92-51EEC656C8C0}" destId="{2DD2ADA9-B31E-44C0-917E-797656666952}" srcOrd="0" destOrd="0" presId="urn:microsoft.com/office/officeart/2005/8/layout/vList5"/>
    <dgm:cxn modelId="{54427618-ED6B-421B-BCDE-A57FE873682F}" srcId="{D1063553-DEF9-4914-B42F-DE3419355378}" destId="{FC251577-F294-4DAE-BC8A-A638CC85A021}" srcOrd="2" destOrd="0" parTransId="{0C04C416-801D-4D8E-8259-F7A99205A199}" sibTransId="{BBF1252B-974B-4C3E-ADA0-97A740A65295}"/>
    <dgm:cxn modelId="{4F7C6B7B-221F-41A8-9983-A03EE68EA594}" type="presOf" srcId="{10C26CCA-72B3-4AB4-A8BA-B494C52EC1D6}" destId="{4CB4F693-94B4-4A93-BCC4-65E91D254CC5}" srcOrd="0" destOrd="0" presId="urn:microsoft.com/office/officeart/2005/8/layout/vList5"/>
    <dgm:cxn modelId="{FB6CD650-09EC-44AA-8C93-0DDF6AC3FD66}" type="presOf" srcId="{45B37698-FDFF-4112-AAB5-BDB1670C943E}" destId="{387601E9-AA2C-43A7-8B32-0830B22BE513}" srcOrd="0" destOrd="1" presId="urn:microsoft.com/office/officeart/2005/8/layout/vList5"/>
    <dgm:cxn modelId="{1B0B178C-C4FA-46CB-A011-51266548AF59}" type="presOf" srcId="{BB7CDFF2-FD60-4D59-BBD9-2DD39A6E57B6}" destId="{6284C22A-756B-4CCE-9A94-E745A465AACE}" srcOrd="0" destOrd="1" presId="urn:microsoft.com/office/officeart/2005/8/layout/vList5"/>
    <dgm:cxn modelId="{D2185AF0-4D75-407A-936F-164F13AD5F8B}" srcId="{4A9811A1-0100-48A6-9A15-F8A8DDF2A6DF}" destId="{5940BE3A-4F4F-46BA-821F-0E8F6DE67295}" srcOrd="4" destOrd="0" parTransId="{1FF32A25-182D-4DAC-8A28-9CA6B9499000}" sibTransId="{4D933F17-041A-449D-B7F9-7FB46166D11D}"/>
    <dgm:cxn modelId="{947C3C01-38ED-4088-B003-B19408403A0D}" type="presOf" srcId="{A4826B78-158D-495B-B952-D138BDD39D8D}" destId="{23EB7E86-C0E0-4FFC-9369-0A8F604465FE}" srcOrd="0" destOrd="1" presId="urn:microsoft.com/office/officeart/2005/8/layout/vList5"/>
    <dgm:cxn modelId="{BA7D0322-6A91-4839-8F37-942DAAF3B0EC}" type="presOf" srcId="{D1063553-DEF9-4914-B42F-DE3419355378}" destId="{46CAFFEC-367D-4FFE-BE34-DF4F9DD84CC1}" srcOrd="0" destOrd="0" presId="urn:microsoft.com/office/officeart/2005/8/layout/vList5"/>
    <dgm:cxn modelId="{C392BA64-A906-4CF0-9963-FFD95132B2B1}" srcId="{4A9811A1-0100-48A6-9A15-F8A8DDF2A6DF}" destId="{AC6ED9DF-AB2B-42D0-BF0F-88C4A588D91E}" srcOrd="1" destOrd="0" parTransId="{CD803367-70E6-46D8-9E61-6D771FD552FA}" sibTransId="{51ACD0D3-6066-4249-AA13-05A5699B88A2}"/>
    <dgm:cxn modelId="{22347034-7596-4083-A11C-502CA873D443}" srcId="{D1063553-DEF9-4914-B42F-DE3419355378}" destId="{3E9BBA77-DFBE-42A2-BAA9-FF7FE36EA47A}" srcOrd="4" destOrd="0" parTransId="{46C24B06-5104-4B58-9D69-E46F9F18D53C}" sibTransId="{CCEC1977-9862-4C55-BDFF-5FFD020FE44B}"/>
    <dgm:cxn modelId="{7CF4A42C-010E-4380-964B-8772E497B29A}" type="presOf" srcId="{D542EA6A-E05D-4A09-B187-D5ACCB878B28}" destId="{1CBEA3D4-2436-47A7-ACEB-C8195858BFEE}" srcOrd="0" destOrd="0" presId="urn:microsoft.com/office/officeart/2005/8/layout/vList5"/>
    <dgm:cxn modelId="{51FA9A71-992D-488A-A292-E2480CB2B1F0}" type="presOf" srcId="{29D657CA-742B-46D6-A82D-296F52525256}" destId="{BE9E2AA5-B953-4EA3-9A65-8B10D3CB9281}" srcOrd="0" destOrd="0" presId="urn:microsoft.com/office/officeart/2005/8/layout/vList5"/>
    <dgm:cxn modelId="{5F6FFB15-AA0B-4BFF-A539-0AAD8E0FC935}" type="presOf" srcId="{4A9811A1-0100-48A6-9A15-F8A8DDF2A6DF}" destId="{6EDBC3B1-D6F9-4BCB-A785-971124503E6B}" srcOrd="0" destOrd="0" presId="urn:microsoft.com/office/officeart/2005/8/layout/vList5"/>
    <dgm:cxn modelId="{38A09B10-B36E-475B-B177-8040D6C3B490}" srcId="{4A9811A1-0100-48A6-9A15-F8A8DDF2A6DF}" destId="{2C7731CE-F3A6-4113-9549-8E5BDCDA6381}" srcOrd="2" destOrd="0" parTransId="{6DC45098-CB89-421F-AB64-672663E127D5}" sibTransId="{2A989BD5-983C-4CA4-9AAF-E32E0463285A}"/>
    <dgm:cxn modelId="{7D69709F-43C5-48C0-9A6F-4A33135B6A32}" type="presOf" srcId="{B5670152-B725-4B51-A352-B0B4764CCCAE}" destId="{23EB7E86-C0E0-4FFC-9369-0A8F604465FE}" srcOrd="0" destOrd="2" presId="urn:microsoft.com/office/officeart/2005/8/layout/vList5"/>
    <dgm:cxn modelId="{B8E47085-64F2-4220-B451-D5EAEFAE918F}" srcId="{D7D8B204-E756-41EF-AD92-51EEC656C8C0}" destId="{9F93C7BB-D7BE-49DA-913C-7CF07131D713}" srcOrd="3" destOrd="0" parTransId="{7600FDF1-F6EC-4914-8B45-7EFAF46E2E04}" sibTransId="{94CCD4F5-EF7E-4E04-AE8C-4C21D58A8AEA}"/>
    <dgm:cxn modelId="{02FC718B-DFAF-4910-964A-73930C83F481}" srcId="{D1063553-DEF9-4914-B42F-DE3419355378}" destId="{29D657CA-742B-46D6-A82D-296F52525256}" srcOrd="3" destOrd="0" parTransId="{B19DCFFA-FA01-48EA-A5F3-6E4ED5CADC1B}" sibTransId="{8268FEC6-6F5D-47AB-B4B0-1520DC7153AB}"/>
    <dgm:cxn modelId="{C23F66C7-4C66-480C-9E76-9E42784ACF93}" srcId="{D1063553-DEF9-4914-B42F-DE3419355378}" destId="{D7D8B204-E756-41EF-AD92-51EEC656C8C0}" srcOrd="1" destOrd="0" parTransId="{2E1AC9EE-54D9-4B28-B7FC-C257D89F93D4}" sibTransId="{A4DEF58E-FE5A-430E-A9AE-B930D93470C3}"/>
    <dgm:cxn modelId="{3F521477-38F0-4165-92D9-960DEBAFBDA7}" srcId="{29D657CA-742B-46D6-A82D-296F52525256}" destId="{E511EC5D-96E4-4ABC-9AB6-01A0FAACF085}" srcOrd="0" destOrd="0" parTransId="{BEBC5B29-90BB-4FF7-900E-2DEAC7D9E3BB}" sibTransId="{B1C1B766-B767-419E-BA9F-DFB851D144A9}"/>
    <dgm:cxn modelId="{6DFFB6BF-4922-4928-A477-304A59B3A0AF}" type="presOf" srcId="{02EB198C-5DF4-4E76-8F21-1BEB97E7D647}" destId="{23EB7E86-C0E0-4FFC-9369-0A8F604465FE}" srcOrd="0" destOrd="0" presId="urn:microsoft.com/office/officeart/2005/8/layout/vList5"/>
    <dgm:cxn modelId="{8CB3C2A6-FD59-4546-AE1C-053B49CC5FAB}" srcId="{D7D8B204-E756-41EF-AD92-51EEC656C8C0}" destId="{823ACFD9-6162-46C3-9A50-FBFA0B11E0CA}" srcOrd="1" destOrd="0" parTransId="{2CE3817A-A894-4429-8E24-AA8DF62BCFBD}" sibTransId="{5BFEBF48-32CE-4E3B-B310-5A163BCD1FBC}"/>
    <dgm:cxn modelId="{B6A078BD-04B3-4ACD-A62A-3EEEB33DE964}" type="presOf" srcId="{8E4AD2E4-BD8C-4811-8169-3C7A398EA54C}" destId="{4CB4F693-94B4-4A93-BCC4-65E91D254CC5}" srcOrd="0" destOrd="3" presId="urn:microsoft.com/office/officeart/2005/8/layout/vList5"/>
    <dgm:cxn modelId="{37C88B9F-5026-49B1-8E9F-1B3AC8B297ED}" srcId="{4A9811A1-0100-48A6-9A15-F8A8DDF2A6DF}" destId="{10C26CCA-72B3-4AB4-A8BA-B494C52EC1D6}" srcOrd="0" destOrd="0" parTransId="{2157CD09-0C96-4F94-829C-B69E3633216F}" sibTransId="{C45642DD-2E2B-475F-98D4-94AA2C9C65D2}"/>
    <dgm:cxn modelId="{1BE63D07-6302-45D1-B9DB-36C1456F23B1}" type="presOf" srcId="{5940BE3A-4F4F-46BA-821F-0E8F6DE67295}" destId="{4CB4F693-94B4-4A93-BCC4-65E91D254CC5}" srcOrd="0" destOrd="4" presId="urn:microsoft.com/office/officeart/2005/8/layout/vList5"/>
    <dgm:cxn modelId="{7F5B8415-2A94-45D6-9BE2-DE75A75B35FE}" type="presOf" srcId="{823ACFD9-6162-46C3-9A50-FBFA0B11E0CA}" destId="{1CBEA3D4-2436-47A7-ACEB-C8195858BFEE}" srcOrd="0" destOrd="1" presId="urn:microsoft.com/office/officeart/2005/8/layout/vList5"/>
    <dgm:cxn modelId="{90325AB7-E8E6-4CB8-924F-79759E4B9056}" type="presOf" srcId="{ACC5C757-F06B-4FB0-83A4-36B38E1B6A01}" destId="{1CBEA3D4-2436-47A7-ACEB-C8195858BFEE}" srcOrd="0" destOrd="4" presId="urn:microsoft.com/office/officeart/2005/8/layout/vList5"/>
    <dgm:cxn modelId="{79B21B0A-3A73-4F82-8306-E1DAE171E42B}" srcId="{3E9BBA77-DFBE-42A2-BAA9-FF7FE36EA47A}" destId="{B5670152-B725-4B51-A352-B0B4764CCCAE}" srcOrd="2" destOrd="0" parTransId="{FBB0DFD2-7EFA-45FA-9A11-A6C244D9E247}" sibTransId="{04919DCE-5236-4CA4-96A2-D63ACFA4ABDA}"/>
    <dgm:cxn modelId="{34562F5B-4FA7-424E-A3DB-FFAEC5293415}" type="presOf" srcId="{AC6ED9DF-AB2B-42D0-BF0F-88C4A588D91E}" destId="{4CB4F693-94B4-4A93-BCC4-65E91D254CC5}" srcOrd="0" destOrd="1" presId="urn:microsoft.com/office/officeart/2005/8/layout/vList5"/>
    <dgm:cxn modelId="{B9528608-0F06-4034-B8FE-4457B9A04998}" srcId="{D1063553-DEF9-4914-B42F-DE3419355378}" destId="{4A9811A1-0100-48A6-9A15-F8A8DDF2A6DF}" srcOrd="0" destOrd="0" parTransId="{62EEA65A-19CB-43E1-AEC9-A8BE18BE0480}" sibTransId="{09929D5C-3131-4741-9E74-F9A2963E21B0}"/>
    <dgm:cxn modelId="{66F05C78-534C-451B-B370-042BAC213BF3}" srcId="{FC251577-F294-4DAE-BC8A-A638CC85A021}" destId="{45B37698-FDFF-4112-AAB5-BDB1670C943E}" srcOrd="1" destOrd="0" parTransId="{AE4137ED-699C-48EA-BA8C-99FD5A423B04}" sibTransId="{D3859651-7825-4836-8C33-2F3A3AACDDE3}"/>
    <dgm:cxn modelId="{1DD97C42-4BA5-4E1A-B7CF-E588D619FF42}" type="presOf" srcId="{FC251577-F294-4DAE-BC8A-A638CC85A021}" destId="{2D328F24-6338-4A25-A8DB-B9F9364D223D}" srcOrd="0" destOrd="0" presId="urn:microsoft.com/office/officeart/2005/8/layout/vList5"/>
    <dgm:cxn modelId="{80D40138-11DA-40FF-BFED-2C3692015435}" srcId="{D7D8B204-E756-41EF-AD92-51EEC656C8C0}" destId="{ACC5C757-F06B-4FB0-83A4-36B38E1B6A01}" srcOrd="4" destOrd="0" parTransId="{6560F354-A30D-480F-B43D-AC15894B1983}" sibTransId="{9D5621D4-244A-4397-995B-1FAAFADDA671}"/>
    <dgm:cxn modelId="{9C18C3EF-2BB0-4394-9DCF-091390FCB7FA}" srcId="{4A9811A1-0100-48A6-9A15-F8A8DDF2A6DF}" destId="{8E4AD2E4-BD8C-4811-8169-3C7A398EA54C}" srcOrd="3" destOrd="0" parTransId="{B80E0ADB-79B2-44F3-A4E0-DA5B47E703EC}" sibTransId="{88417CA0-36AF-4112-AD8C-0A3F6D3F2214}"/>
    <dgm:cxn modelId="{354B5852-B1BD-43FE-8E9C-9B43B009E36B}" type="presOf" srcId="{3C1A986E-122B-489A-B886-9813EBF23F6E}" destId="{387601E9-AA2C-43A7-8B32-0830B22BE513}" srcOrd="0" destOrd="0" presId="urn:microsoft.com/office/officeart/2005/8/layout/vList5"/>
    <dgm:cxn modelId="{39C2ABBB-A2F8-4413-8906-AEEC1BA54D8A}" srcId="{29D657CA-742B-46D6-A82D-296F52525256}" destId="{BB7CDFF2-FD60-4D59-BBD9-2DD39A6E57B6}" srcOrd="1" destOrd="0" parTransId="{D0DDA750-09FE-47A4-8DCA-227FB5530549}" sibTransId="{0B437BBB-D54E-42CD-BB6F-079970C57C35}"/>
    <dgm:cxn modelId="{48D030EB-579A-4CA1-BFF6-38712D9B6052}" srcId="{D7D8B204-E756-41EF-AD92-51EEC656C8C0}" destId="{9A9E257F-7701-424D-B456-489BBE1F7868}" srcOrd="2" destOrd="0" parTransId="{7BD2D301-4D52-4086-A0CD-B7C9C5E18824}" sibTransId="{AE152DCF-DC23-46F6-836A-37AD226F1EEB}"/>
    <dgm:cxn modelId="{3A8E2060-AB09-4799-87DF-370BC8A3EC80}" type="presParOf" srcId="{46CAFFEC-367D-4FFE-BE34-DF4F9DD84CC1}" destId="{36086C8F-7764-4D1D-BCF4-2380DAFF58B2}" srcOrd="0" destOrd="0" presId="urn:microsoft.com/office/officeart/2005/8/layout/vList5"/>
    <dgm:cxn modelId="{BDBB4732-EB75-408F-A9D1-E27D2F152C9E}" type="presParOf" srcId="{36086C8F-7764-4D1D-BCF4-2380DAFF58B2}" destId="{6EDBC3B1-D6F9-4BCB-A785-971124503E6B}" srcOrd="0" destOrd="0" presId="urn:microsoft.com/office/officeart/2005/8/layout/vList5"/>
    <dgm:cxn modelId="{B1CCD922-876C-4704-9A40-A0B4F71D4355}" type="presParOf" srcId="{36086C8F-7764-4D1D-BCF4-2380DAFF58B2}" destId="{4CB4F693-94B4-4A93-BCC4-65E91D254CC5}" srcOrd="1" destOrd="0" presId="urn:microsoft.com/office/officeart/2005/8/layout/vList5"/>
    <dgm:cxn modelId="{D0058118-6589-4404-B500-82EFDF78F3AC}" type="presParOf" srcId="{46CAFFEC-367D-4FFE-BE34-DF4F9DD84CC1}" destId="{47845FD6-6E98-4731-BA53-D988382E40B2}" srcOrd="1" destOrd="0" presId="urn:microsoft.com/office/officeart/2005/8/layout/vList5"/>
    <dgm:cxn modelId="{B88C32CE-6174-42EC-AA13-D68281662BC5}" type="presParOf" srcId="{46CAFFEC-367D-4FFE-BE34-DF4F9DD84CC1}" destId="{4972CD23-334E-43B1-B12F-9328977F171D}" srcOrd="2" destOrd="0" presId="urn:microsoft.com/office/officeart/2005/8/layout/vList5"/>
    <dgm:cxn modelId="{C343FF57-F3C4-4446-844E-0A1FCBA50F21}" type="presParOf" srcId="{4972CD23-334E-43B1-B12F-9328977F171D}" destId="{2DD2ADA9-B31E-44C0-917E-797656666952}" srcOrd="0" destOrd="0" presId="urn:microsoft.com/office/officeart/2005/8/layout/vList5"/>
    <dgm:cxn modelId="{5EF2820D-C26D-46C2-A831-2B16C2CF5EB3}" type="presParOf" srcId="{4972CD23-334E-43B1-B12F-9328977F171D}" destId="{1CBEA3D4-2436-47A7-ACEB-C8195858BFEE}" srcOrd="1" destOrd="0" presId="urn:microsoft.com/office/officeart/2005/8/layout/vList5"/>
    <dgm:cxn modelId="{6B3F86C4-A593-46A1-B60E-B4EA3CB8D2D1}" type="presParOf" srcId="{46CAFFEC-367D-4FFE-BE34-DF4F9DD84CC1}" destId="{BEBBBFBD-F437-4034-A658-8A46837DC0DC}" srcOrd="3" destOrd="0" presId="urn:microsoft.com/office/officeart/2005/8/layout/vList5"/>
    <dgm:cxn modelId="{53E0834D-7D4C-4CEC-B27F-5B8650780CDE}" type="presParOf" srcId="{46CAFFEC-367D-4FFE-BE34-DF4F9DD84CC1}" destId="{09730171-A8D5-4FB4-AADD-B6C3B3F25B27}" srcOrd="4" destOrd="0" presId="urn:microsoft.com/office/officeart/2005/8/layout/vList5"/>
    <dgm:cxn modelId="{8208C56A-F88B-4C2A-9567-2FE4C6E7DB4F}" type="presParOf" srcId="{09730171-A8D5-4FB4-AADD-B6C3B3F25B27}" destId="{2D328F24-6338-4A25-A8DB-B9F9364D223D}" srcOrd="0" destOrd="0" presId="urn:microsoft.com/office/officeart/2005/8/layout/vList5"/>
    <dgm:cxn modelId="{FCC876F3-92B7-4931-9B85-EB206E51BF29}" type="presParOf" srcId="{09730171-A8D5-4FB4-AADD-B6C3B3F25B27}" destId="{387601E9-AA2C-43A7-8B32-0830B22BE513}" srcOrd="1" destOrd="0" presId="urn:microsoft.com/office/officeart/2005/8/layout/vList5"/>
    <dgm:cxn modelId="{A49818C7-4743-460A-A652-4A7116040F84}" type="presParOf" srcId="{46CAFFEC-367D-4FFE-BE34-DF4F9DD84CC1}" destId="{286BB696-9BCE-4639-8E03-C34635FCC3EA}" srcOrd="5" destOrd="0" presId="urn:microsoft.com/office/officeart/2005/8/layout/vList5"/>
    <dgm:cxn modelId="{78A44061-B19F-441F-A34F-98FA6BF7A12E}" type="presParOf" srcId="{46CAFFEC-367D-4FFE-BE34-DF4F9DD84CC1}" destId="{174333DB-D2B4-4C9D-9375-5654B12E6A87}" srcOrd="6" destOrd="0" presId="urn:microsoft.com/office/officeart/2005/8/layout/vList5"/>
    <dgm:cxn modelId="{7533E10E-FB72-4A8F-B9AE-1CA8EFBBA813}" type="presParOf" srcId="{174333DB-D2B4-4C9D-9375-5654B12E6A87}" destId="{BE9E2AA5-B953-4EA3-9A65-8B10D3CB9281}" srcOrd="0" destOrd="0" presId="urn:microsoft.com/office/officeart/2005/8/layout/vList5"/>
    <dgm:cxn modelId="{A890671E-0E8A-44B1-BD9B-584C75092267}" type="presParOf" srcId="{174333DB-D2B4-4C9D-9375-5654B12E6A87}" destId="{6284C22A-756B-4CCE-9A94-E745A465AACE}" srcOrd="1" destOrd="0" presId="urn:microsoft.com/office/officeart/2005/8/layout/vList5"/>
    <dgm:cxn modelId="{CE3A2CD3-AFF3-4C49-8DCB-676CF224D81E}" type="presParOf" srcId="{46CAFFEC-367D-4FFE-BE34-DF4F9DD84CC1}" destId="{3BD2B2A8-C918-4A59-997F-6EDFFB0FFED8}" srcOrd="7" destOrd="0" presId="urn:microsoft.com/office/officeart/2005/8/layout/vList5"/>
    <dgm:cxn modelId="{A5196945-54B2-428E-8697-6904E9BD501A}" type="presParOf" srcId="{46CAFFEC-367D-4FFE-BE34-DF4F9DD84CC1}" destId="{45B10D12-673B-4F70-878C-3AEBED984EDD}" srcOrd="8" destOrd="0" presId="urn:microsoft.com/office/officeart/2005/8/layout/vList5"/>
    <dgm:cxn modelId="{CFDC11D4-ADB4-477E-A128-05B0D804A299}" type="presParOf" srcId="{45B10D12-673B-4F70-878C-3AEBED984EDD}" destId="{033249A2-5430-4DF2-BE65-A0C0248940A7}" srcOrd="0" destOrd="0" presId="urn:microsoft.com/office/officeart/2005/8/layout/vList5"/>
    <dgm:cxn modelId="{B93354DF-32AF-4916-B142-EC06635A26FB}" type="presParOf" srcId="{45B10D12-673B-4F70-878C-3AEBED984EDD}" destId="{23EB7E86-C0E0-4FFC-9369-0A8F604465F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B4F693-94B4-4A93-BCC4-65E91D254CC5}">
      <dsp:nvSpPr>
        <dsp:cNvPr id="0" name=""/>
        <dsp:cNvSpPr/>
      </dsp:nvSpPr>
      <dsp:spPr>
        <a:xfrm rot="5400000">
          <a:off x="4870983" y="-2262764"/>
          <a:ext cx="868208" cy="550291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smtClean="0">
              <a:latin typeface="Gill Sans MT" pitchFamily="34" charset="0"/>
              <a:ea typeface="+mn-ea"/>
              <a:cs typeface="+mn-cs"/>
            </a:rPr>
            <a:t>Mapeamento dos processos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Monitoramento dos processos e de seus resultados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Identificação e priorização de problemas e suas causas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Ações corretivas, preventivas e de melhoria  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Sistema de documentação e procedimentos operacionais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 rot="-5400000">
        <a:off x="2553629" y="96972"/>
        <a:ext cx="5460535" cy="783444"/>
      </dsp:txXfrm>
    </dsp:sp>
    <dsp:sp modelId="{6EDBC3B1-D6F9-4BCB-A785-971124503E6B}">
      <dsp:nvSpPr>
        <dsp:cNvPr id="0" name=""/>
        <dsp:cNvSpPr/>
      </dsp:nvSpPr>
      <dsp:spPr>
        <a:xfrm>
          <a:off x="408591" y="1072"/>
          <a:ext cx="1912766" cy="97474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PROCESSOS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>
        <a:off x="456174" y="48655"/>
        <a:ext cx="1817600" cy="879574"/>
      </dsp:txXfrm>
    </dsp:sp>
    <dsp:sp modelId="{1CBEA3D4-2436-47A7-ACEB-C8195858BFEE}">
      <dsp:nvSpPr>
        <dsp:cNvPr id="0" name=""/>
        <dsp:cNvSpPr/>
      </dsp:nvSpPr>
      <dsp:spPr>
        <a:xfrm rot="5400000">
          <a:off x="4852644" y="-1283034"/>
          <a:ext cx="829544" cy="550291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Definição de papeis e responsabilidades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Treinamento comportamental e técnico para  toda a equipe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Reciclagem dos processos existentes junto a equipe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Motivação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Capacitar e desenvolver recursos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 rot="-5400000">
        <a:off x="2515958" y="1094147"/>
        <a:ext cx="5462422" cy="748554"/>
      </dsp:txXfrm>
    </dsp:sp>
    <dsp:sp modelId="{2DD2ADA9-B31E-44C0-917E-797656666952}">
      <dsp:nvSpPr>
        <dsp:cNvPr id="0" name=""/>
        <dsp:cNvSpPr/>
      </dsp:nvSpPr>
      <dsp:spPr>
        <a:xfrm>
          <a:off x="408591" y="1026553"/>
          <a:ext cx="1914097" cy="933389"/>
        </a:xfrm>
        <a:prstGeom prst="roundRect">
          <a:avLst/>
        </a:prstGeom>
        <a:solidFill>
          <a:schemeClr val="accent1">
            <a:shade val="80000"/>
            <a:hueOff val="76561"/>
            <a:satOff val="-1098"/>
            <a:lumOff val="64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TREINAMENTOS E RECICLAGENS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>
        <a:off x="454155" y="1072117"/>
        <a:ext cx="1822969" cy="842261"/>
      </dsp:txXfrm>
    </dsp:sp>
    <dsp:sp modelId="{387601E9-AA2C-43A7-8B32-0830B22BE513}">
      <dsp:nvSpPr>
        <dsp:cNvPr id="0" name=""/>
        <dsp:cNvSpPr/>
      </dsp:nvSpPr>
      <dsp:spPr>
        <a:xfrm rot="5400000">
          <a:off x="4870541" y="-388168"/>
          <a:ext cx="820990" cy="550291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Definição de metas estruturadas e mensuráveis para a equipe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Definição de métodos  de avaliação dos resultados alcançados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 rot="-5400000">
        <a:off x="2529578" y="1992872"/>
        <a:ext cx="5462840" cy="740836"/>
      </dsp:txXfrm>
    </dsp:sp>
    <dsp:sp modelId="{2D328F24-6338-4A25-A8DB-B9F9364D223D}">
      <dsp:nvSpPr>
        <dsp:cNvPr id="0" name=""/>
        <dsp:cNvSpPr/>
      </dsp:nvSpPr>
      <dsp:spPr>
        <a:xfrm>
          <a:off x="408591" y="2021406"/>
          <a:ext cx="1911125" cy="716759"/>
        </a:xfrm>
        <a:prstGeom prst="roundRect">
          <a:avLst/>
        </a:prstGeom>
        <a:solidFill>
          <a:schemeClr val="accent1">
            <a:shade val="80000"/>
            <a:hueOff val="153123"/>
            <a:satOff val="-2196"/>
            <a:lumOff val="128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INDICADORES DE DESEMPENHO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>
        <a:off x="443580" y="2056395"/>
        <a:ext cx="1841147" cy="646781"/>
      </dsp:txXfrm>
    </dsp:sp>
    <dsp:sp modelId="{6284C22A-756B-4CCE-9A94-E745A465AACE}">
      <dsp:nvSpPr>
        <dsp:cNvPr id="0" name=""/>
        <dsp:cNvSpPr/>
      </dsp:nvSpPr>
      <dsp:spPr>
        <a:xfrm rot="5400000">
          <a:off x="4894675" y="439232"/>
          <a:ext cx="741520" cy="550291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 Melhor comunicação entre a equipe e liderança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Alteração no processo de feedback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 rot="-5400000">
        <a:off x="2513977" y="2856128"/>
        <a:ext cx="5466719" cy="669124"/>
      </dsp:txXfrm>
    </dsp:sp>
    <dsp:sp modelId="{BE9E2AA5-B953-4EA3-9A65-8B10D3CB9281}">
      <dsp:nvSpPr>
        <dsp:cNvPr id="0" name=""/>
        <dsp:cNvSpPr/>
      </dsp:nvSpPr>
      <dsp:spPr>
        <a:xfrm>
          <a:off x="417395" y="2814759"/>
          <a:ext cx="1882245" cy="736887"/>
        </a:xfrm>
        <a:prstGeom prst="roundRect">
          <a:avLst/>
        </a:prstGeom>
        <a:solidFill>
          <a:schemeClr val="accent1">
            <a:shade val="80000"/>
            <a:hueOff val="229684"/>
            <a:satOff val="-3294"/>
            <a:lumOff val="192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COMUNICAÇÃO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>
        <a:off x="453367" y="2850731"/>
        <a:ext cx="1810301" cy="664943"/>
      </dsp:txXfrm>
    </dsp:sp>
    <dsp:sp modelId="{23EB7E86-C0E0-4FFC-9369-0A8F604465FE}">
      <dsp:nvSpPr>
        <dsp:cNvPr id="0" name=""/>
        <dsp:cNvSpPr/>
      </dsp:nvSpPr>
      <dsp:spPr>
        <a:xfrm rot="5400000">
          <a:off x="4932439" y="1263752"/>
          <a:ext cx="741520" cy="550291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Esclarecimentos aos usuários referente aos itens avaliados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Meta de aderência mínima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Visibilidade para o usuário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Plano de ação para avaliações negativas</a:t>
          </a:r>
          <a:endParaRPr lang="pt-BR" sz="1000" b="0" i="0" kern="1200" dirty="0">
            <a:latin typeface="Gill Sans MT" pitchFamily="34" charset="0"/>
          </a:endParaRPr>
        </a:p>
      </dsp:txBody>
      <dsp:txXfrm rot="-5400000">
        <a:off x="2551741" y="3680648"/>
        <a:ext cx="5466719" cy="669124"/>
      </dsp:txXfrm>
    </dsp:sp>
    <dsp:sp modelId="{033249A2-5430-4DF2-BE65-A0C0248940A7}">
      <dsp:nvSpPr>
        <dsp:cNvPr id="0" name=""/>
        <dsp:cNvSpPr/>
      </dsp:nvSpPr>
      <dsp:spPr>
        <a:xfrm>
          <a:off x="413929" y="3575791"/>
          <a:ext cx="1920009" cy="856017"/>
        </a:xfrm>
        <a:prstGeom prst="roundRect">
          <a:avLst/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0" i="0" kern="1200" dirty="0" smtClean="0">
              <a:latin typeface="Gill Sans MT" pitchFamily="34" charset="0"/>
              <a:ea typeface="+mn-ea"/>
              <a:cs typeface="+mn-cs"/>
            </a:rPr>
            <a:t>PESQUISA DE SATISFAÇÃO</a:t>
          </a:r>
          <a:endParaRPr lang="pt-BR" sz="1000" b="0" i="0" kern="1200" dirty="0">
            <a:latin typeface="Gill Sans MT" pitchFamily="34" charset="0"/>
            <a:ea typeface="+mn-ea"/>
            <a:cs typeface="+mn-cs"/>
          </a:endParaRPr>
        </a:p>
      </dsp:txBody>
      <dsp:txXfrm>
        <a:off x="455716" y="3617578"/>
        <a:ext cx="1836435" cy="7724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3943" cy="3511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>
                <a:latin typeface="Gill Sans Std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273003" y="0"/>
            <a:ext cx="4033943" cy="3511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>
                <a:latin typeface="Gill Sans Std"/>
              </a:defRPr>
            </a:lvl1pPr>
          </a:lstStyle>
          <a:p>
            <a:fld id="{F10F8125-F4A7-406C-852D-E20F4C419143}" type="datetimeFigureOut">
              <a:rPr lang="pt-BR" smtClean="0"/>
              <a:pPr/>
              <a:t>02/07/2015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14575" y="527050"/>
            <a:ext cx="4679950" cy="26336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30910" y="3335973"/>
            <a:ext cx="7447280" cy="3160395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670726"/>
            <a:ext cx="4033943" cy="3511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>
                <a:latin typeface="Gill Sans Std"/>
              </a:defRPr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273003" y="6670726"/>
            <a:ext cx="4033943" cy="3511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>
                <a:latin typeface="Gill Sans Std"/>
              </a:defRPr>
            </a:lvl1pPr>
          </a:lstStyle>
          <a:p>
            <a:fld id="{5BBD5387-6C63-4ECE-AB2A-B1A8ACB0701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7007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1pPr>
    <a:lvl2pPr marL="457124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2pPr>
    <a:lvl3pPr marL="914249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3pPr>
    <a:lvl4pPr marL="1371373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4pPr>
    <a:lvl5pPr marL="1828498" algn="l" defTabSz="914249" rtl="0" eaLnBrk="1" latinLnBrk="0" hangingPunct="1">
      <a:defRPr sz="1200" kern="1200">
        <a:solidFill>
          <a:schemeClr val="tx1"/>
        </a:solidFill>
        <a:latin typeface="Gill Sans Std"/>
        <a:ea typeface="+mn-ea"/>
        <a:cs typeface="+mn-cs"/>
      </a:defRPr>
    </a:lvl5pPr>
    <a:lvl6pPr marL="2285622" algn="l" defTabSz="9142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47" algn="l" defTabSz="9142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71" algn="l" defTabSz="9142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95" algn="l" defTabSz="9142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900" b="0" dirty="0" smtClean="0"/>
              <a:t>Backlog de fechamento Reflete quanto tivemos de back</a:t>
            </a:r>
            <a:r>
              <a:rPr lang="pt-BR" sz="900" b="0" baseline="0" dirty="0" smtClean="0"/>
              <a:t> no ultimo dia de Abril?</a:t>
            </a:r>
            <a:endParaRPr lang="pt-BR" sz="900" b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3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00" dirty="0" smtClean="0"/>
              <a:t>Por que não mantemos uma constância nos </a:t>
            </a:r>
            <a:r>
              <a:rPr lang="pt-BR" sz="1000" dirty="0" err="1" smtClean="0"/>
              <a:t>Fups</a:t>
            </a:r>
            <a:r>
              <a:rPr lang="pt-BR" sz="1000" dirty="0" smtClean="0"/>
              <a:t>?</a:t>
            </a:r>
            <a:endParaRPr lang="pt-BR" sz="10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4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Por que analisamos 360 solicitações de tivemos 411? Conseguimos os chamados que não atendemos?</a:t>
            </a:r>
            <a:r>
              <a:rPr lang="pt-BR" baseline="0" dirty="0" smtClean="0"/>
              <a:t> Por ex Fixa, 3 chamados de 31 a 60 dias, por que? Qual a justificativa? Acima de 120 ???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5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testes de usuários com mais de 90 dias? 120 dias? Preciso</a:t>
            </a:r>
            <a:r>
              <a:rPr lang="pt-BR" baseline="0" dirty="0" smtClean="0"/>
              <a:t> entender melhor este slide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6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Aqui fica confuso com este titulo, precisamos melhorar a</a:t>
            </a:r>
            <a:r>
              <a:rPr lang="pt-BR" baseline="0" dirty="0" smtClean="0"/>
              <a:t> forma de descrever ou tirar este slide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7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 soma da 369</a:t>
            </a:r>
            <a:r>
              <a:rPr lang="pt-BR" baseline="0" dirty="0" smtClean="0"/>
              <a:t> e não 411, os chamados da Nextel estão todos dentro do SLA?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8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9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10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11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14575" y="527050"/>
            <a:ext cx="4679950" cy="263366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Não podemos falar em mapeamento nesta altura... Reforço</a:t>
            </a:r>
            <a:r>
              <a:rPr lang="pt-BR" baseline="0" dirty="0" smtClean="0"/>
              <a:t> de papeis e responsabilidades, que treinamento comportamental?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D5387-6C63-4ECE-AB2A-B1A8ACB07018}" type="slidenum">
              <a:rPr lang="pt-BR" smtClean="0">
                <a:solidFill>
                  <a:prstClr val="black"/>
                </a:solidFill>
              </a:rPr>
              <a:pPr/>
              <a:t>12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3"/>
            <a:ext cx="7772400" cy="1102519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ill Sans Std"/>
              </a:defRPr>
            </a:lvl1pPr>
            <a:lvl2pPr marL="457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252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  <a:lvl2pPr>
              <a:defRPr>
                <a:latin typeface="Gill Sans Std"/>
              </a:defRPr>
            </a:lvl2pPr>
            <a:lvl3pPr>
              <a:defRPr>
                <a:latin typeface="Gill Sans Std"/>
              </a:defRPr>
            </a:lvl3pPr>
            <a:lvl4pPr>
              <a:defRPr>
                <a:latin typeface="Gill Sans Std"/>
              </a:defRPr>
            </a:lvl4pPr>
            <a:lvl5pPr>
              <a:defRPr>
                <a:latin typeface="Gill Sans Std"/>
              </a:defRPr>
            </a:lvl5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5562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  <a:prstGeom prst="rect">
            <a:avLst/>
          </a:prstGeom>
        </p:spPr>
        <p:txBody>
          <a:bodyPr lIns="91425" tIns="45712" rIns="91425" bIns="45712" anchor="t"/>
          <a:lstStyle>
            <a:lvl1pPr algn="l">
              <a:defRPr sz="4000" b="1" cap="all"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Gill Sans Std"/>
              </a:defRPr>
            </a:lvl1pPr>
            <a:lvl2pPr marL="4571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74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8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9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43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6" y="900115"/>
            <a:ext cx="4038601" cy="2545556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800">
                <a:latin typeface="Gill Sans Std"/>
              </a:defRPr>
            </a:lvl1pPr>
            <a:lvl2pPr>
              <a:defRPr sz="2400">
                <a:latin typeface="Gill Sans Std"/>
              </a:defRPr>
            </a:lvl2pPr>
            <a:lvl3pPr>
              <a:defRPr sz="2000">
                <a:latin typeface="Gill Sans Std"/>
              </a:defRPr>
            </a:lvl3pPr>
            <a:lvl4pPr>
              <a:defRPr sz="1800">
                <a:latin typeface="Gill Sans Std"/>
              </a:defRPr>
            </a:lvl4pPr>
            <a:lvl5pPr>
              <a:defRPr sz="1800">
                <a:latin typeface="Gill Sans Std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4" y="900115"/>
            <a:ext cx="4038601" cy="2545556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800">
                <a:latin typeface="Gill Sans Std"/>
              </a:defRPr>
            </a:lvl1pPr>
            <a:lvl2pPr>
              <a:defRPr sz="2400">
                <a:latin typeface="Gill Sans Std"/>
              </a:defRPr>
            </a:lvl2pPr>
            <a:lvl3pPr>
              <a:defRPr sz="2000">
                <a:latin typeface="Gill Sans Std"/>
              </a:defRPr>
            </a:lvl3pPr>
            <a:lvl4pPr>
              <a:defRPr sz="1800">
                <a:latin typeface="Gill Sans Std"/>
              </a:defRPr>
            </a:lvl4pPr>
            <a:lvl5pPr>
              <a:defRPr sz="1800">
                <a:latin typeface="Gill Sans Std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11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400" b="1">
                <a:latin typeface="Gill Sans Std"/>
              </a:defRPr>
            </a:lvl1pPr>
            <a:lvl2pPr marL="457124" indent="0">
              <a:buNone/>
              <a:defRPr sz="2000" b="1"/>
            </a:lvl2pPr>
            <a:lvl3pPr marL="914249" indent="0">
              <a:buNone/>
              <a:defRPr sz="1800" b="1"/>
            </a:lvl3pPr>
            <a:lvl4pPr marL="1371373" indent="0">
              <a:buNone/>
              <a:defRPr sz="1600" b="1"/>
            </a:lvl4pPr>
            <a:lvl5pPr marL="1828498" indent="0">
              <a:buNone/>
              <a:defRPr sz="1600" b="1"/>
            </a:lvl5pPr>
            <a:lvl6pPr marL="2285622" indent="0">
              <a:buNone/>
              <a:defRPr sz="1600" b="1"/>
            </a:lvl6pPr>
            <a:lvl7pPr marL="2742747" indent="0">
              <a:buNone/>
              <a:defRPr sz="1600" b="1"/>
            </a:lvl7pPr>
            <a:lvl8pPr marL="3199871" indent="0">
              <a:buNone/>
              <a:defRPr sz="1600" b="1"/>
            </a:lvl8pPr>
            <a:lvl9pPr marL="3656995" indent="0">
              <a:buNone/>
              <a:defRPr sz="1600" b="1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400">
                <a:latin typeface="Gill Sans Std"/>
              </a:defRPr>
            </a:lvl1pPr>
            <a:lvl2pPr>
              <a:defRPr sz="2000">
                <a:latin typeface="Gill Sans Std"/>
              </a:defRPr>
            </a:lvl2pPr>
            <a:lvl3pPr>
              <a:defRPr sz="1800">
                <a:latin typeface="Gill Sans Std"/>
              </a:defRPr>
            </a:lvl3pPr>
            <a:lvl4pPr>
              <a:defRPr sz="1600">
                <a:latin typeface="Gill Sans Std"/>
              </a:defRPr>
            </a:lvl4pPr>
            <a:lvl5pPr>
              <a:defRPr sz="1600">
                <a:latin typeface="Gill Sans Std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4" cy="479822"/>
          </a:xfrm>
          <a:prstGeom prst="rect">
            <a:avLst/>
          </a:prstGeom>
        </p:spPr>
        <p:txBody>
          <a:bodyPr lIns="91425" tIns="45712" rIns="91425" bIns="45712" anchor="b"/>
          <a:lstStyle>
            <a:lvl1pPr marL="0" indent="0">
              <a:buNone/>
              <a:defRPr sz="2400" b="1">
                <a:latin typeface="Gill Sans Std"/>
              </a:defRPr>
            </a:lvl1pPr>
            <a:lvl2pPr marL="457124" indent="0">
              <a:buNone/>
              <a:defRPr sz="2000" b="1"/>
            </a:lvl2pPr>
            <a:lvl3pPr marL="914249" indent="0">
              <a:buNone/>
              <a:defRPr sz="1800" b="1"/>
            </a:lvl3pPr>
            <a:lvl4pPr marL="1371373" indent="0">
              <a:buNone/>
              <a:defRPr sz="1600" b="1"/>
            </a:lvl4pPr>
            <a:lvl5pPr marL="1828498" indent="0">
              <a:buNone/>
              <a:defRPr sz="1600" b="1"/>
            </a:lvl5pPr>
            <a:lvl6pPr marL="2285622" indent="0">
              <a:buNone/>
              <a:defRPr sz="1600" b="1"/>
            </a:lvl6pPr>
            <a:lvl7pPr marL="2742747" indent="0">
              <a:buNone/>
              <a:defRPr sz="1600" b="1"/>
            </a:lvl7pPr>
            <a:lvl8pPr marL="3199871" indent="0">
              <a:buNone/>
              <a:defRPr sz="1600" b="1"/>
            </a:lvl8pPr>
            <a:lvl9pPr marL="3656995" indent="0">
              <a:buNone/>
              <a:defRPr sz="1600" b="1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4" cy="2963466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2400">
                <a:latin typeface="Gill Sans Std"/>
              </a:defRPr>
            </a:lvl1pPr>
            <a:lvl2pPr>
              <a:defRPr sz="2000">
                <a:latin typeface="Gill Sans Std"/>
              </a:defRPr>
            </a:lvl2pPr>
            <a:lvl3pPr>
              <a:defRPr sz="1800">
                <a:latin typeface="Gill Sans Std"/>
              </a:defRPr>
            </a:lvl3pPr>
            <a:lvl4pPr>
              <a:defRPr sz="1600">
                <a:latin typeface="Gill Sans Std"/>
              </a:defRPr>
            </a:lvl4pPr>
            <a:lvl5pPr>
              <a:defRPr sz="1600">
                <a:latin typeface="Gill Sans Std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560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7022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469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  <a:prstGeom prst="rect">
            <a:avLst/>
          </a:prstGeom>
        </p:spPr>
        <p:txBody>
          <a:bodyPr lIns="91425" tIns="45712" rIns="91425" bIns="45712" anchor="b"/>
          <a:lstStyle>
            <a:lvl1pPr algn="l">
              <a:defRPr sz="2000" b="1"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6" y="204791"/>
            <a:ext cx="5111749" cy="4389835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 sz="3200">
                <a:latin typeface="Gill Sans Std"/>
              </a:defRPr>
            </a:lvl1pPr>
            <a:lvl2pPr>
              <a:defRPr sz="2800">
                <a:latin typeface="Gill Sans Std"/>
              </a:defRPr>
            </a:lvl2pPr>
            <a:lvl3pPr>
              <a:defRPr sz="2400">
                <a:latin typeface="Gill Sans Std"/>
              </a:defRPr>
            </a:lvl3pPr>
            <a:lvl4pPr>
              <a:defRPr sz="2000">
                <a:latin typeface="Gill Sans Std"/>
              </a:defRPr>
            </a:lvl4pPr>
            <a:lvl5pPr>
              <a:defRPr sz="2000">
                <a:latin typeface="Gill Sans Std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1400">
                <a:latin typeface="Gill Sans Std"/>
              </a:defRPr>
            </a:lvl1pPr>
            <a:lvl2pPr marL="457124" indent="0">
              <a:buNone/>
              <a:defRPr sz="1200"/>
            </a:lvl2pPr>
            <a:lvl3pPr marL="914249" indent="0">
              <a:buNone/>
              <a:defRPr sz="1000"/>
            </a:lvl3pPr>
            <a:lvl4pPr marL="1371373" indent="0">
              <a:buNone/>
              <a:defRPr sz="900"/>
            </a:lvl4pPr>
            <a:lvl5pPr marL="1828498" indent="0">
              <a:buNone/>
              <a:defRPr sz="900"/>
            </a:lvl5pPr>
            <a:lvl6pPr marL="2285622" indent="0">
              <a:buNone/>
              <a:defRPr sz="900"/>
            </a:lvl6pPr>
            <a:lvl7pPr marL="2742747" indent="0">
              <a:buNone/>
              <a:defRPr sz="900"/>
            </a:lvl7pPr>
            <a:lvl8pPr marL="3199871" indent="0">
              <a:buNone/>
              <a:defRPr sz="900"/>
            </a:lvl8pPr>
            <a:lvl9pPr marL="3656995" indent="0">
              <a:buNone/>
              <a:defRPr sz="900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46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lIns="91425" tIns="45712" rIns="91425" bIns="45712" anchor="b"/>
          <a:lstStyle>
            <a:lvl1pPr algn="l">
              <a:defRPr sz="2000" b="1"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3200">
                <a:latin typeface="Gill Sans Std"/>
              </a:defRPr>
            </a:lvl1pPr>
            <a:lvl2pPr marL="457124" indent="0">
              <a:buNone/>
              <a:defRPr sz="2800"/>
            </a:lvl2pPr>
            <a:lvl3pPr marL="914249" indent="0">
              <a:buNone/>
              <a:defRPr sz="2400"/>
            </a:lvl3pPr>
            <a:lvl4pPr marL="1371373" indent="0">
              <a:buNone/>
              <a:defRPr sz="2000"/>
            </a:lvl4pPr>
            <a:lvl5pPr marL="1828498" indent="0">
              <a:buNone/>
              <a:defRPr sz="2000"/>
            </a:lvl5pPr>
            <a:lvl6pPr marL="2285622" indent="0">
              <a:buNone/>
              <a:defRPr sz="2000"/>
            </a:lvl6pPr>
            <a:lvl7pPr marL="2742747" indent="0">
              <a:buNone/>
              <a:defRPr sz="2000"/>
            </a:lvl7pPr>
            <a:lvl8pPr marL="3199871" indent="0">
              <a:buNone/>
              <a:defRPr sz="2000"/>
            </a:lvl8pPr>
            <a:lvl9pPr marL="3656995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  <a:prstGeom prst="rect">
            <a:avLst/>
          </a:prstGeom>
        </p:spPr>
        <p:txBody>
          <a:bodyPr lIns="91425" tIns="45712" rIns="91425" bIns="45712"/>
          <a:lstStyle>
            <a:lvl1pPr marL="0" indent="0">
              <a:buNone/>
              <a:defRPr sz="1400">
                <a:latin typeface="Gill Sans Std"/>
              </a:defRPr>
            </a:lvl1pPr>
            <a:lvl2pPr marL="457124" indent="0">
              <a:buNone/>
              <a:defRPr sz="1200"/>
            </a:lvl2pPr>
            <a:lvl3pPr marL="914249" indent="0">
              <a:buNone/>
              <a:defRPr sz="1000"/>
            </a:lvl3pPr>
            <a:lvl4pPr marL="1371373" indent="0">
              <a:buNone/>
              <a:defRPr sz="900"/>
            </a:lvl4pPr>
            <a:lvl5pPr marL="1828498" indent="0">
              <a:buNone/>
              <a:defRPr sz="900"/>
            </a:lvl5pPr>
            <a:lvl6pPr marL="2285622" indent="0">
              <a:buNone/>
              <a:defRPr sz="900"/>
            </a:lvl6pPr>
            <a:lvl7pPr marL="2742747" indent="0">
              <a:buNone/>
              <a:defRPr sz="900"/>
            </a:lvl7pPr>
            <a:lvl8pPr marL="3199871" indent="0">
              <a:buNone/>
              <a:defRPr sz="900"/>
            </a:lvl8pPr>
            <a:lvl9pPr marL="3656995" indent="0">
              <a:buNone/>
              <a:defRPr sz="900"/>
            </a:lvl9pPr>
          </a:lstStyle>
          <a:p>
            <a:pPr lvl="0"/>
            <a:r>
              <a:rPr lang="pt-B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5209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 lIns="91425" tIns="45712" rIns="91425" bIns="45712"/>
          <a:lstStyle>
            <a:lvl1pPr>
              <a:defRPr>
                <a:latin typeface="Gill Sans Std"/>
              </a:defRPr>
            </a:lvl1pPr>
            <a:lvl2pPr>
              <a:defRPr>
                <a:latin typeface="Gill Sans Std"/>
              </a:defRPr>
            </a:lvl2pPr>
            <a:lvl3pPr>
              <a:defRPr>
                <a:latin typeface="Gill Sans Std"/>
              </a:defRPr>
            </a:lvl3pPr>
            <a:lvl4pPr>
              <a:defRPr>
                <a:latin typeface="Gill Sans Std"/>
              </a:defRPr>
            </a:lvl4pPr>
            <a:lvl5pPr>
              <a:defRPr>
                <a:latin typeface="Gill Sans Std"/>
              </a:defRPr>
            </a:lvl5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9753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4" y="154783"/>
            <a:ext cx="2057401" cy="3290888"/>
          </a:xfrm>
          <a:prstGeom prst="rect">
            <a:avLst/>
          </a:prstGeom>
        </p:spPr>
        <p:txBody>
          <a:bodyPr vert="eaVert"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r>
              <a:rPr lang="pt-B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5" y="154783"/>
            <a:ext cx="6019801" cy="3290888"/>
          </a:xfrm>
          <a:prstGeom prst="rect">
            <a:avLst/>
          </a:prstGeom>
        </p:spPr>
        <p:txBody>
          <a:bodyPr vert="eaVert" lIns="91425" tIns="45712" rIns="91425" bIns="45712"/>
          <a:lstStyle>
            <a:lvl1pPr>
              <a:defRPr>
                <a:latin typeface="Gill Sans Std"/>
              </a:defRPr>
            </a:lvl1pPr>
            <a:lvl2pPr>
              <a:defRPr>
                <a:latin typeface="Gill Sans Std"/>
              </a:defRPr>
            </a:lvl2pPr>
            <a:lvl3pPr>
              <a:defRPr>
                <a:latin typeface="Gill Sans Std"/>
              </a:defRPr>
            </a:lvl3pPr>
            <a:lvl4pPr>
              <a:defRPr>
                <a:latin typeface="Gill Sans Std"/>
              </a:defRPr>
            </a:lvl4pPr>
            <a:lvl5pPr>
              <a:defRPr>
                <a:latin typeface="Gill Sans Std"/>
              </a:defRPr>
            </a:lvl5pPr>
          </a:lstStyle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91425" tIns="45712" rIns="91425" bIns="45712"/>
          <a:lstStyle>
            <a:lvl1pPr>
              <a:defRPr>
                <a:latin typeface="Gill Sans Std"/>
              </a:defRPr>
            </a:lvl1pPr>
          </a:lstStyle>
          <a:p>
            <a:fld id="{9EF76E96-7B87-D64B-8195-7B24F897523F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3194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4"/>
          <a:ext cx="161628" cy="121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2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"/>
                        <a:ext cx="161628" cy="121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96221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5214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7506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6125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564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5"/>
          <p:cNvSpPr>
            <a:spLocks noChangeArrowheads="1"/>
          </p:cNvSpPr>
          <p:nvPr userDrawn="1"/>
        </p:nvSpPr>
        <p:spPr bwMode="auto">
          <a:xfrm>
            <a:off x="0" y="4786316"/>
            <a:ext cx="9144000" cy="1231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  <a:defRPr/>
            </a:pPr>
            <a:endParaRPr lang="pt-BR" altLang="es-ES" sz="800" dirty="0" smtClean="0">
              <a:latin typeface="Arial" pitchFamily="34" charset="0"/>
              <a:sym typeface="GillSans"/>
            </a:endParaRPr>
          </a:p>
        </p:txBody>
      </p:sp>
      <p:sp>
        <p:nvSpPr>
          <p:cNvPr id="3" name="Retângulo 16"/>
          <p:cNvSpPr>
            <a:spLocks noChangeArrowheads="1"/>
          </p:cNvSpPr>
          <p:nvPr userDrawn="1"/>
        </p:nvSpPr>
        <p:spPr bwMode="auto">
          <a:xfrm>
            <a:off x="0" y="4904188"/>
            <a:ext cx="9144000" cy="1231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  <a:defRPr/>
            </a:pPr>
            <a:endParaRPr lang="pt-BR" altLang="es-ES" sz="800" dirty="0" smtClean="0">
              <a:latin typeface="Arial" pitchFamily="34" charset="0"/>
              <a:sym typeface="GillSans"/>
            </a:endParaRPr>
          </a:p>
        </p:txBody>
      </p:sp>
    </p:spTree>
    <p:extLst>
      <p:ext uri="{BB962C8B-B14F-4D97-AF65-F5344CB8AC3E}">
        <p14:creationId xmlns:p14="http://schemas.microsoft.com/office/powerpoint/2010/main" val="32100891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41680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0981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928191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8891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79816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3"/>
          <a:ext cx="161628" cy="121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9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"/>
                        <a:ext cx="161628" cy="121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61227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89940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84145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5297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0792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5"/>
          <p:cNvSpPr>
            <a:spLocks noChangeArrowheads="1"/>
          </p:cNvSpPr>
          <p:nvPr userDrawn="1"/>
        </p:nvSpPr>
        <p:spPr bwMode="auto">
          <a:xfrm>
            <a:off x="0" y="4786315"/>
            <a:ext cx="9144000" cy="1231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  <a:defRPr/>
            </a:pPr>
            <a:endParaRPr lang="pt-BR" altLang="es-ES" sz="800" dirty="0" smtClean="0">
              <a:latin typeface="Arial" pitchFamily="34" charset="0"/>
              <a:sym typeface="GillSans"/>
            </a:endParaRPr>
          </a:p>
        </p:txBody>
      </p:sp>
      <p:sp>
        <p:nvSpPr>
          <p:cNvPr id="3" name="Retângulo 16"/>
          <p:cNvSpPr>
            <a:spLocks noChangeArrowheads="1"/>
          </p:cNvSpPr>
          <p:nvPr userDrawn="1"/>
        </p:nvSpPr>
        <p:spPr bwMode="auto">
          <a:xfrm>
            <a:off x="0" y="4904187"/>
            <a:ext cx="9144000" cy="1231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65238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65238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>
                <a:srgbClr val="443C28"/>
              </a:buClr>
              <a:buSzPct val="100000"/>
              <a:buFont typeface="Arial" pitchFamily="34" charset="0"/>
              <a:buChar char="•"/>
              <a:defRPr/>
            </a:pPr>
            <a:endParaRPr lang="pt-BR" altLang="es-ES" sz="800" dirty="0" smtClean="0">
              <a:latin typeface="Arial" pitchFamily="34" charset="0"/>
              <a:sym typeface="GillSans"/>
            </a:endParaRPr>
          </a:p>
        </p:txBody>
      </p:sp>
    </p:spTree>
    <p:extLst>
      <p:ext uri="{BB962C8B-B14F-4D97-AF65-F5344CB8AC3E}">
        <p14:creationId xmlns:p14="http://schemas.microsoft.com/office/powerpoint/2010/main" val="24495506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8261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12076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180166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8402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32247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0" y="1066800"/>
              <a:ext cx="9144000" cy="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 flipV="1">
              <a:off x="4582160" y="0"/>
              <a:ext cx="0" cy="514350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 flipV="1">
              <a:off x="508000" y="0"/>
              <a:ext cx="0" cy="514350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 flipV="1">
              <a:off x="8625840" y="0"/>
              <a:ext cx="0" cy="514350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0" y="4626610"/>
              <a:ext cx="9144000" cy="0"/>
            </a:xfrm>
            <a:prstGeom prst="line">
              <a:avLst/>
            </a:prstGeom>
            <a:ln w="3175" cmpd="sng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>
              <a:latin typeface="Gill Sans Std"/>
            </a:endParaRPr>
          </a:p>
        </p:txBody>
      </p:sp>
    </p:spTree>
    <p:extLst>
      <p:ext uri="{BB962C8B-B14F-4D97-AF65-F5344CB8AC3E}">
        <p14:creationId xmlns:p14="http://schemas.microsoft.com/office/powerpoint/2010/main" val="128223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45712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44" indent="-342844" algn="l" defTabSz="457124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27" indent="-285703" algn="l" defTabSz="457124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11" indent="-228562" algn="l" defTabSz="457124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36" indent="-228562" algn="l" defTabSz="457124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60" indent="-228562" algn="l" defTabSz="457124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4" indent="-228562" algn="l" defTabSz="4571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9" indent="-228562" algn="l" defTabSz="4571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3" indent="-228562" algn="l" defTabSz="4571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7" indent="-228562" algn="l" defTabSz="4571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9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8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2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7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1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5" algn="l" defTabSz="4571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cK 1. On-page tracker" hidden="1"/>
          <p:cNvSpPr>
            <a:spLocks noChangeArrowheads="1"/>
          </p:cNvSpPr>
          <p:nvPr/>
        </p:nvSpPr>
        <p:spPr bwMode="auto">
          <a:xfrm>
            <a:off x="121448" y="20539"/>
            <a:ext cx="73417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es-ES" sz="1200" dirty="0" smtClean="0">
                <a:solidFill>
                  <a:srgbClr val="808080"/>
                </a:solidFill>
                <a:latin typeface="Arial" pitchFamily="34" charset="0"/>
                <a:sym typeface="GillSans"/>
              </a:rPr>
              <a:t>TRACKER</a:t>
            </a:r>
          </a:p>
        </p:txBody>
      </p:sp>
      <p:sp>
        <p:nvSpPr>
          <p:cNvPr id="81926" name="Text Box 6" hidden="1"/>
          <p:cNvSpPr txBox="1">
            <a:spLocks noChangeArrowheads="1"/>
          </p:cNvSpPr>
          <p:nvPr/>
        </p:nvSpPr>
        <p:spPr bwMode="auto">
          <a:xfrm>
            <a:off x="121450" y="407195"/>
            <a:ext cx="373082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r>
              <a:rPr lang="pt-BR" sz="1200" dirty="0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Unit </a:t>
            </a:r>
            <a:r>
              <a:rPr lang="pt-BR" sz="1200" dirty="0" err="1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of</a:t>
            </a:r>
            <a:r>
              <a:rPr lang="pt-BR" sz="1200" dirty="0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 </a:t>
            </a:r>
            <a:r>
              <a:rPr lang="pt-BR" sz="1200" dirty="0" err="1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measure</a:t>
            </a:r>
            <a:endParaRPr lang="pt-BR" sz="1200" dirty="0">
              <a:solidFill>
                <a:srgbClr val="808080"/>
              </a:solidFill>
              <a:ea typeface="MS PGothic" pitchFamily="34" charset="-128"/>
              <a:sym typeface="GillSans" pitchFamily="34" charset="0"/>
            </a:endParaRPr>
          </a:p>
        </p:txBody>
      </p:sp>
      <p:grpSp>
        <p:nvGrpSpPr>
          <p:cNvPr id="13316" name="ACET" hidden="1"/>
          <p:cNvGrpSpPr>
            <a:grpSpLocks/>
          </p:cNvGrpSpPr>
          <p:nvPr/>
        </p:nvGrpSpPr>
        <p:grpSpPr bwMode="auto">
          <a:xfrm>
            <a:off x="1482332" y="864479"/>
            <a:ext cx="4351437" cy="387465"/>
            <a:chOff x="915" y="712"/>
            <a:chExt cx="2686" cy="318"/>
          </a:xfrm>
        </p:grpSpPr>
        <p:cxnSp>
          <p:nvCxnSpPr>
            <p:cNvPr id="13317" name="AutoShape 11" hidden="1"/>
            <p:cNvCxnSpPr>
              <a:cxnSpLocks noChangeShapeType="1"/>
              <a:stCxn id="14342" idx="4"/>
              <a:endCxn id="14342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342" name="AutoShape 12" hidden="1"/>
            <p:cNvSpPr>
              <a:spLocks noChangeArrowheads="1"/>
            </p:cNvSpPr>
            <p:nvPr/>
          </p:nvSpPr>
          <p:spPr bwMode="auto">
            <a:xfrm>
              <a:off x="915" y="712"/>
              <a:ext cx="2686" cy="31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>
              <a:lvl1pPr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1pPr>
              <a:lvl2pPr marL="742950" indent="-28575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2pPr>
              <a:lvl3pPr marL="11430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3pPr>
              <a:lvl4pPr marL="16002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4pPr>
              <a:lvl5pPr marL="20574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5pPr>
              <a:lvl6pPr marL="25146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6pPr>
              <a:lvl7pPr marL="29718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7pPr>
              <a:lvl8pPr marL="34290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8pPr>
              <a:lvl9pPr marL="38862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es-ES" sz="1200" b="1" dirty="0" err="1" smtClean="0">
                  <a:latin typeface="Arial" pitchFamily="34" charset="0"/>
                  <a:sym typeface="GillSans"/>
                </a:rPr>
                <a:t>Title</a:t>
              </a:r>
              <a:endParaRPr lang="pt-BR" altLang="es-ES" sz="1200" b="1" dirty="0" smtClean="0">
                <a:latin typeface="Arial" pitchFamily="34" charset="0"/>
                <a:sym typeface="GillSans"/>
              </a:endParaRP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es-ES" sz="1200" smtClean="0">
                  <a:solidFill>
                    <a:srgbClr val="808080"/>
                  </a:solidFill>
                  <a:latin typeface="Arial" pitchFamily="34" charset="0"/>
                  <a:sym typeface="GillSans"/>
                </a:rPr>
                <a:t>Unit of </a:t>
              </a:r>
              <a:r>
                <a:rPr lang="pt-BR" altLang="es-ES" sz="1200" dirty="0" err="1" smtClean="0">
                  <a:solidFill>
                    <a:srgbClr val="808080"/>
                  </a:solidFill>
                  <a:latin typeface="Arial" pitchFamily="34" charset="0"/>
                  <a:sym typeface="GillSans"/>
                </a:rPr>
                <a:t>measure</a:t>
              </a:r>
              <a:endParaRPr lang="pt-BR" altLang="es-ES" sz="1200" dirty="0" smtClean="0">
                <a:solidFill>
                  <a:srgbClr val="808080"/>
                </a:solidFill>
                <a:latin typeface="Arial" pitchFamily="34" charset="0"/>
                <a:sym typeface="Gill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131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2pPr>
      <a:lvl3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3pPr>
      <a:lvl4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4pPr>
      <a:lvl5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5pPr>
      <a:lvl6pPr marL="371897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6pPr>
      <a:lvl7pPr marL="743789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7pPr>
      <a:lvl8pPr marL="1115691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8pPr>
      <a:lvl9pPr marL="1487590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89245" indent="-189245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53537" indent="-152646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itchFamily="34" charset="0"/>
        <a:buChar char="▪"/>
        <a:defRPr sz="1200">
          <a:solidFill>
            <a:schemeClr val="tx1"/>
          </a:solidFill>
          <a:latin typeface="+mn-lt"/>
          <a:cs typeface="+mn-cs"/>
        </a:defRPr>
      </a:lvl2pPr>
      <a:lvl3pPr marL="367777" indent="-208883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–"/>
        <a:defRPr sz="1200">
          <a:solidFill>
            <a:schemeClr val="tx1"/>
          </a:solidFill>
          <a:latin typeface="+mn-lt"/>
          <a:cs typeface="+mn-cs"/>
        </a:defRPr>
      </a:lvl3pPr>
      <a:lvl4pPr marL="496320" indent="-122295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▫"/>
        <a:defRPr sz="1200">
          <a:solidFill>
            <a:schemeClr val="tx1"/>
          </a:solidFill>
          <a:latin typeface="+mn-lt"/>
          <a:cs typeface="+mn-cs"/>
        </a:defRPr>
      </a:lvl4pPr>
      <a:lvl5pPr marL="603440" indent="-101763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itchFamily="34" charset="0"/>
        <a:buChar char="-"/>
        <a:defRPr sz="1200">
          <a:solidFill>
            <a:schemeClr val="tx1"/>
          </a:solidFill>
          <a:latin typeface="+mn-lt"/>
          <a:cs typeface="+mn-cs"/>
        </a:defRPr>
      </a:lvl5pPr>
      <a:lvl6pPr marL="978809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6pPr>
      <a:lvl7pPr marL="1350706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7pPr>
      <a:lvl8pPr marL="1722605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8pPr>
      <a:lvl9pPr marL="2094501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71897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3789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15691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87590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59482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31376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603276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75173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McK 1. On-page tracker" hidden="1"/>
          <p:cNvSpPr>
            <a:spLocks noChangeArrowheads="1"/>
          </p:cNvSpPr>
          <p:nvPr/>
        </p:nvSpPr>
        <p:spPr bwMode="auto">
          <a:xfrm>
            <a:off x="121447" y="20539"/>
            <a:ext cx="73417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defTabSz="1292225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defTabSz="129222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es-ES" sz="1200" dirty="0" smtClean="0">
                <a:solidFill>
                  <a:srgbClr val="808080"/>
                </a:solidFill>
                <a:latin typeface="Arial" pitchFamily="34" charset="0"/>
                <a:sym typeface="GillSans"/>
              </a:rPr>
              <a:t>TRACKER</a:t>
            </a:r>
          </a:p>
        </p:txBody>
      </p:sp>
      <p:sp>
        <p:nvSpPr>
          <p:cNvPr id="81926" name="Text Box 6" hidden="1"/>
          <p:cNvSpPr txBox="1">
            <a:spLocks noChangeArrowheads="1"/>
          </p:cNvSpPr>
          <p:nvPr/>
        </p:nvSpPr>
        <p:spPr bwMode="auto">
          <a:xfrm>
            <a:off x="121448" y="407195"/>
            <a:ext cx="373082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r>
              <a:rPr lang="pt-BR" sz="1200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Unit of </a:t>
            </a:r>
            <a:r>
              <a:rPr lang="pt-BR" sz="1200" dirty="0" err="1" smtClean="0">
                <a:solidFill>
                  <a:srgbClr val="808080"/>
                </a:solidFill>
                <a:ea typeface="MS PGothic" pitchFamily="34" charset="-128"/>
                <a:sym typeface="GillSans" pitchFamily="34" charset="0"/>
              </a:rPr>
              <a:t>measure</a:t>
            </a:r>
            <a:endParaRPr lang="pt-BR" sz="1200" dirty="0">
              <a:solidFill>
                <a:srgbClr val="808080"/>
              </a:solidFill>
              <a:ea typeface="MS PGothic" pitchFamily="34" charset="-128"/>
              <a:sym typeface="GillSans" pitchFamily="34" charset="0"/>
            </a:endParaRPr>
          </a:p>
        </p:txBody>
      </p:sp>
      <p:grpSp>
        <p:nvGrpSpPr>
          <p:cNvPr id="13316" name="ACET" hidden="1"/>
          <p:cNvGrpSpPr>
            <a:grpSpLocks/>
          </p:cNvGrpSpPr>
          <p:nvPr/>
        </p:nvGrpSpPr>
        <p:grpSpPr bwMode="auto">
          <a:xfrm>
            <a:off x="1482330" y="864479"/>
            <a:ext cx="4351437" cy="387465"/>
            <a:chOff x="915" y="712"/>
            <a:chExt cx="2686" cy="318"/>
          </a:xfrm>
        </p:grpSpPr>
        <p:cxnSp>
          <p:nvCxnSpPr>
            <p:cNvPr id="13317" name="AutoShape 11" hidden="1"/>
            <p:cNvCxnSpPr>
              <a:cxnSpLocks noChangeShapeType="1"/>
              <a:stCxn id="14342" idx="4"/>
              <a:endCxn id="14342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342" name="AutoShape 12" hidden="1"/>
            <p:cNvSpPr>
              <a:spLocks noChangeArrowheads="1"/>
            </p:cNvSpPr>
            <p:nvPr/>
          </p:nvSpPr>
          <p:spPr bwMode="auto">
            <a:xfrm>
              <a:off x="915" y="712"/>
              <a:ext cx="2686" cy="31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>
              <a:lvl1pPr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1pPr>
              <a:lvl2pPr marL="742950" indent="-28575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2pPr>
              <a:lvl3pPr marL="11430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3pPr>
              <a:lvl4pPr marL="16002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4pPr>
              <a:lvl5pPr marL="2057400" indent="-228600" defTabSz="1292225" eaLnBrk="0" hangingPunct="0"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5pPr>
              <a:lvl6pPr marL="25146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6pPr>
              <a:lvl7pPr marL="29718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7pPr>
              <a:lvl8pPr marL="34290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8pPr>
              <a:lvl9pPr marL="3886200" indent="-228600" algn="ctr" defTabSz="1292225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000000"/>
                  </a:solidFill>
                  <a:latin typeface="Gill Sans" charset="0"/>
                  <a:ea typeface="ヒラギノ角ゴ ProN W3" charset="-128"/>
                  <a:sym typeface="Gill Sans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es-ES" sz="1200" b="1" dirty="0" err="1" smtClean="0">
                  <a:latin typeface="Arial" pitchFamily="34" charset="0"/>
                  <a:sym typeface="GillSans"/>
                </a:rPr>
                <a:t>Title</a:t>
              </a:r>
              <a:endParaRPr lang="pt-BR" altLang="es-ES" sz="1200" b="1" dirty="0" smtClean="0">
                <a:latin typeface="Arial" pitchFamily="34" charset="0"/>
                <a:sym typeface="GillSans"/>
              </a:endParaRP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altLang="es-ES" sz="1200" smtClean="0">
                  <a:solidFill>
                    <a:srgbClr val="808080"/>
                  </a:solidFill>
                  <a:latin typeface="Arial" pitchFamily="34" charset="0"/>
                  <a:sym typeface="GillSans"/>
                </a:rPr>
                <a:t>Unit of </a:t>
              </a:r>
              <a:r>
                <a:rPr lang="pt-BR" altLang="es-ES" sz="1200" dirty="0" err="1" smtClean="0">
                  <a:solidFill>
                    <a:srgbClr val="808080"/>
                  </a:solidFill>
                  <a:latin typeface="Arial" pitchFamily="34" charset="0"/>
                  <a:sym typeface="GillSans"/>
                </a:rPr>
                <a:t>measure</a:t>
              </a:r>
              <a:endParaRPr lang="pt-BR" altLang="es-ES" sz="1200" dirty="0" smtClean="0">
                <a:solidFill>
                  <a:srgbClr val="808080"/>
                </a:solidFill>
                <a:latin typeface="Arial" pitchFamily="34" charset="0"/>
                <a:sym typeface="Gill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442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2pPr>
      <a:lvl3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3pPr>
      <a:lvl4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4pPr>
      <a:lvl5pPr algn="l" defTabSz="724842" rtl="0" eaLnBrk="0" fontAlgn="base" hangingPunct="0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5pPr>
      <a:lvl6pPr marL="371897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6pPr>
      <a:lvl7pPr marL="743789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7pPr>
      <a:lvl8pPr marL="1115691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8pPr>
      <a:lvl9pPr marL="1487590" algn="l" defTabSz="728295" rtl="0" fontAlgn="base">
        <a:spcBef>
          <a:spcPct val="0"/>
        </a:spcBef>
        <a:spcAft>
          <a:spcPct val="0"/>
        </a:spcAft>
        <a:defRPr sz="12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89245" indent="-189245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53537" indent="-152646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itchFamily="34" charset="0"/>
        <a:buChar char="▪"/>
        <a:defRPr sz="1200">
          <a:solidFill>
            <a:schemeClr val="tx1"/>
          </a:solidFill>
          <a:latin typeface="+mn-lt"/>
          <a:cs typeface="+mn-cs"/>
        </a:defRPr>
      </a:lvl2pPr>
      <a:lvl3pPr marL="367777" indent="-208883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–"/>
        <a:defRPr sz="1200">
          <a:solidFill>
            <a:schemeClr val="tx1"/>
          </a:solidFill>
          <a:latin typeface="+mn-lt"/>
          <a:cs typeface="+mn-cs"/>
        </a:defRPr>
      </a:lvl3pPr>
      <a:lvl4pPr marL="496320" indent="-122295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itchFamily="34" charset="0"/>
        <a:buChar char="▫"/>
        <a:defRPr sz="1200">
          <a:solidFill>
            <a:schemeClr val="tx1"/>
          </a:solidFill>
          <a:latin typeface="+mn-lt"/>
          <a:cs typeface="+mn-cs"/>
        </a:defRPr>
      </a:lvl4pPr>
      <a:lvl5pPr marL="603440" indent="-101763" algn="l" defTabSz="724842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itchFamily="34" charset="0"/>
        <a:buChar char="-"/>
        <a:defRPr sz="1200">
          <a:solidFill>
            <a:schemeClr val="tx1"/>
          </a:solidFill>
          <a:latin typeface="+mn-lt"/>
          <a:cs typeface="+mn-cs"/>
        </a:defRPr>
      </a:lvl5pPr>
      <a:lvl6pPr marL="978809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6pPr>
      <a:lvl7pPr marL="1350706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7pPr>
      <a:lvl8pPr marL="1722605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8pPr>
      <a:lvl9pPr marL="2094501" indent="-105886" algn="l" defTabSz="728295" rtl="0" fontAlgn="base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71897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3789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15691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87590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59482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31376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603276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75173" algn="l" defTabSz="74378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slide" Target="slide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slide" Target="slid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 descr="5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Rectangle 4"/>
          <p:cNvSpPr>
            <a:spLocks/>
          </p:cNvSpPr>
          <p:nvPr/>
        </p:nvSpPr>
        <p:spPr bwMode="auto">
          <a:xfrm>
            <a:off x="383018" y="2713723"/>
            <a:ext cx="8309725" cy="184522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l"/>
            <a:r>
              <a:rPr lang="pt-BR" sz="4000" b="1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//Mobilidade</a:t>
            </a:r>
            <a:endParaRPr lang="pt-BR" sz="4000" b="1" dirty="0" smtClean="0">
              <a:solidFill>
                <a:schemeClr val="bg1"/>
              </a:solidFill>
              <a:latin typeface="Gill Sans Std ExtraBold" pitchFamily="34" charset="0"/>
              <a:sym typeface="Verdana" pitchFamily="34" charset="0"/>
            </a:endParaRPr>
          </a:p>
          <a:p>
            <a:pPr>
              <a:lnSpc>
                <a:spcPts val="1000"/>
              </a:lnSpc>
            </a:pPr>
            <a:r>
              <a:rPr lang="pt-BR" sz="40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-</a:t>
            </a:r>
          </a:p>
          <a:p>
            <a:pPr>
              <a:lnSpc>
                <a:spcPts val="1000"/>
              </a:lnSpc>
            </a:pPr>
            <a:r>
              <a:rPr lang="pt-BR" sz="16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  GRU | 2.7.2015</a:t>
            </a:r>
            <a:endParaRPr lang="pt-BR" sz="1600" dirty="0">
              <a:solidFill>
                <a:schemeClr val="bg1"/>
              </a:solidFill>
              <a:latin typeface="Gill Sans Std Light" pitchFamily="34" charset="0"/>
              <a:sym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77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5" y="0"/>
            <a:ext cx="3325091" cy="51435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s-AR" dirty="0"/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128051" y="1179636"/>
            <a:ext cx="8229600" cy="1143000"/>
          </a:xfrm>
          <a:prstGeom prst="rect">
            <a:avLst/>
          </a:prstGeom>
        </p:spPr>
        <p:txBody>
          <a:bodyPr lIns="91425" tIns="45712" rIns="91425" bIns="45712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ill Sans Std"/>
                <a:ea typeface="+mj-ea"/>
                <a:cs typeface="+mj-cs"/>
              </a:defRPr>
            </a:lvl1pPr>
          </a:lstStyle>
          <a:p>
            <a:pPr algn="l"/>
            <a:endParaRPr lang="es-AR" dirty="0" smtClean="0">
              <a:solidFill>
                <a:schemeClr val="bg1"/>
              </a:solidFill>
              <a:latin typeface="Gill Sans Std Light" pitchFamily="34" charset="0"/>
            </a:endParaRPr>
          </a:p>
          <a:p>
            <a:pPr algn="l"/>
            <a:r>
              <a:rPr lang="es-AR" dirty="0" smtClean="0">
                <a:solidFill>
                  <a:schemeClr val="bg1"/>
                </a:solidFill>
                <a:latin typeface="Gill Sans Std Light" pitchFamily="34" charset="0"/>
              </a:rPr>
              <a:t> | AGENDA</a:t>
            </a:r>
            <a:endParaRPr lang="es-AR" dirty="0">
              <a:solidFill>
                <a:schemeClr val="bg1"/>
              </a:solidFill>
              <a:latin typeface="Gill Sans Std Light" pitchFamily="34" charset="0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3328235" y="438460"/>
            <a:ext cx="4721264" cy="2123642"/>
          </a:xfrm>
          <a:prstGeom prst="rect">
            <a:avLst/>
          </a:prstGeom>
          <a:noFill/>
        </p:spPr>
        <p:txBody>
          <a:bodyPr wrap="square" lIns="91425" tIns="45712" rIns="91425" bIns="45712" rtlCol="0">
            <a:spAutoFit/>
          </a:bodyPr>
          <a:lstStyle/>
          <a:p>
            <a:pPr marL="342844" indent="-342844">
              <a:lnSpc>
                <a:spcPct val="150000"/>
              </a:lnSpc>
              <a:buFont typeface="Gill Sans Std Light" pitchFamily="34" charset="0"/>
              <a:buChar char="–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</a:rPr>
              <a:t>ATENDIMENTO|</a:t>
            </a:r>
          </a:p>
          <a:p>
            <a:pPr marL="342844" indent="-342844">
              <a:lnSpc>
                <a:spcPct val="150000"/>
              </a:lnSpc>
              <a:buFont typeface="Gill Sans Std Light" pitchFamily="34" charset="0"/>
              <a:buChar char="–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</a:rPr>
              <a:t>VISÃO DE USUÁRIO</a:t>
            </a:r>
          </a:p>
          <a:p>
            <a:pPr marL="285703" indent="-285703">
              <a:lnSpc>
                <a:spcPct val="150000"/>
              </a:lnSpc>
              <a:buFont typeface="Gill Sans Std Light" pitchFamily="34" charset="0"/>
              <a:buChar char="–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</a:rPr>
              <a:t>SLA</a:t>
            </a:r>
          </a:p>
          <a:p>
            <a:pPr marL="285703" indent="-285703">
              <a:lnSpc>
                <a:spcPct val="150000"/>
              </a:lnSpc>
              <a:buFont typeface="Gill Sans Std Light" pitchFamily="34" charset="0"/>
              <a:buChar char="–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</a:rPr>
              <a:t>OUTROS</a:t>
            </a:r>
          </a:p>
          <a:p>
            <a:pPr marL="285703" indent="-285703">
              <a:lnSpc>
                <a:spcPct val="150000"/>
              </a:lnSpc>
              <a:buFont typeface="Gill Sans Std Light" pitchFamily="34" charset="0"/>
              <a:buChar char="–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  <a:latin typeface="Gill Sans Std Light" pitchFamily="34" charset="0"/>
              </a:rPr>
              <a:t>PLANO DE MELHORIAS</a:t>
            </a:r>
            <a:endParaRPr lang="pt-BR" sz="800" dirty="0" smtClean="0">
              <a:solidFill>
                <a:schemeClr val="bg1">
                  <a:lumMod val="50000"/>
                </a:schemeClr>
              </a:solidFill>
              <a:latin typeface="Gill Sans Std Light" pitchFamily="34" charset="0"/>
            </a:endParaRPr>
          </a:p>
          <a:p>
            <a:pPr marL="342844" indent="-342844">
              <a:lnSpc>
                <a:spcPct val="150000"/>
              </a:lnSpc>
              <a:buFont typeface="Gill Sans Std Light" pitchFamily="34" charset="0"/>
              <a:buChar char="–"/>
            </a:pPr>
            <a:endParaRPr lang="pt-BR" sz="800" dirty="0" smtClean="0">
              <a:solidFill>
                <a:schemeClr val="bg1">
                  <a:lumMod val="50000"/>
                </a:schemeClr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12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4" y="532134"/>
            <a:ext cx="8580907" cy="11460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4383" y="540601"/>
            <a:ext cx="8417780" cy="1138757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ATENDIMENTO DE SOLICITAÇÕES</a:t>
            </a:r>
          </a:p>
          <a:p>
            <a:endParaRPr lang="pt-BR" sz="8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Foram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abertos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299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chamados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no mês de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Junho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. Redução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de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16%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se comparado ao mês de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Maio </a:t>
            </a:r>
            <a:r>
              <a:rPr lang="pt-BR" sz="12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(360)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chamados,</a:t>
            </a:r>
          </a:p>
          <a:p>
            <a:pPr>
              <a:lnSpc>
                <a:spcPct val="150000"/>
              </a:lnSpc>
            </a:pP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Média de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15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solicitações por dia.</a:t>
            </a:r>
            <a:endParaRPr lang="pt-BR" sz="140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#3 ATENDIMENTO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83" y="1937657"/>
            <a:ext cx="8549108" cy="3059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103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4" y="532135"/>
            <a:ext cx="8580907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4384" y="486811"/>
            <a:ext cx="8585858" cy="892536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ATENDIMENTO DE SOLICITAÇÕES</a:t>
            </a:r>
          </a:p>
          <a:p>
            <a:endParaRPr lang="pt-BR" sz="6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Follow Up das solicitações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refere-se a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Manutenção de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equipamentos e testes com usuários (Falhas de dados, configuração de aparelho, Cobrança operadora, etc).  </a:t>
            </a:r>
            <a:endParaRPr lang="pt-BR" sz="140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#4 ATENDIMENTO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34" y="1588648"/>
            <a:ext cx="8580908" cy="3439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671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5" y="532135"/>
            <a:ext cx="8134598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4383" y="486811"/>
            <a:ext cx="8139549" cy="892536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VISÃO DE </a:t>
            </a:r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USUÁRIO</a:t>
            </a:r>
          </a:p>
          <a:p>
            <a:endParaRPr lang="pt-BR" sz="6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Solucionados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66%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 dos chamados em até </a:t>
            </a:r>
            <a:r>
              <a:rPr lang="pt-BR" sz="1400" b="1" u="sng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10 dias corridos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, 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20% 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 mais se comparado a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Maio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 que fechamos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46%</a:t>
            </a:r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 nesse mesmo período,  não consideradas pausas de envio para assistência técnica e operadora. </a:t>
            </a:r>
            <a:endParaRPr lang="pt-BR" sz="140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#5 </a:t>
            </a:r>
            <a:r>
              <a:rPr lang="pt-B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VISÃO DE </a:t>
            </a:r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USUÁRIO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8376608" y="4012600"/>
            <a:ext cx="726050" cy="1132487"/>
            <a:chOff x="8376608" y="4012600"/>
            <a:chExt cx="726050" cy="1132487"/>
          </a:xfrm>
        </p:grpSpPr>
        <p:pic>
          <p:nvPicPr>
            <p:cNvPr id="20489" name="Picture 9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736" t="38279" b="23090"/>
            <a:stretch/>
          </p:blipFill>
          <p:spPr bwMode="auto">
            <a:xfrm>
              <a:off x="8430398" y="4173696"/>
              <a:ext cx="672260" cy="971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CaixaDeTexto 5"/>
            <p:cNvSpPr txBox="1"/>
            <p:nvPr/>
          </p:nvSpPr>
          <p:spPr>
            <a:xfrm>
              <a:off x="8376608" y="4012600"/>
              <a:ext cx="6719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b="1" dirty="0" smtClean="0"/>
                <a:t>Legenda</a:t>
              </a:r>
              <a:endParaRPr lang="pt-BR" sz="1100" b="1" dirty="0"/>
            </a:p>
          </p:txBody>
        </p:sp>
      </p:grp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79" y="1626069"/>
            <a:ext cx="8133529" cy="3658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056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5" y="532135"/>
            <a:ext cx="8134598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4383" y="486811"/>
            <a:ext cx="8139549" cy="1084896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VISÃO DE </a:t>
            </a:r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USUÁRIO</a:t>
            </a:r>
          </a:p>
          <a:p>
            <a:endParaRPr lang="pt-BR" sz="5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Análise dos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34%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das solicitações resolvidas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acima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 de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10 dias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, dessas solicitações </a:t>
            </a:r>
            <a:r>
              <a:rPr lang="pt-BR" sz="1350" b="1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4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4%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ficamos aguardando o colaborador nos enviar o aparelho (84%) ou nos reportar o resultado de algum teste reportado sobre voz/dados (16%).</a:t>
            </a:r>
            <a:endParaRPr lang="pt-BR" sz="135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#6 </a:t>
            </a:r>
            <a:r>
              <a:rPr lang="pt-B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VISÃO DE </a:t>
            </a:r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USUÁRIO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2" name="Retângulo 1">
            <a:hlinkClick r:id="rId4" action="ppaction://hlinksldjump"/>
          </p:cNvPr>
          <p:cNvSpPr/>
          <p:nvPr/>
        </p:nvSpPr>
        <p:spPr>
          <a:xfrm>
            <a:off x="8327571" y="4963886"/>
            <a:ext cx="761009" cy="17961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/>
              <a:t>Detalhe</a:t>
            </a:r>
            <a:endParaRPr lang="pt-BR" sz="1050" b="1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83" y="1697264"/>
            <a:ext cx="8139549" cy="2733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358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5" y="532135"/>
            <a:ext cx="8134598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4383" y="486811"/>
            <a:ext cx="8139549" cy="654009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VISÃO DE </a:t>
            </a:r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USUÁRIO</a:t>
            </a:r>
          </a:p>
          <a:p>
            <a:endParaRPr lang="pt-BR" sz="5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Principais tópicos de solicitações atendidas na área de Mobilidade</a:t>
            </a:r>
            <a:endParaRPr lang="pt-BR" sz="135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#7 VISÃO </a:t>
            </a:r>
            <a:r>
              <a:rPr lang="pt-B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DE </a:t>
            </a:r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USUÁRIO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35" y="1484555"/>
            <a:ext cx="8134597" cy="3320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119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#8 SLA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8" name="2 Rectángulo"/>
          <p:cNvSpPr/>
          <p:nvPr/>
        </p:nvSpPr>
        <p:spPr>
          <a:xfrm>
            <a:off x="349335" y="532135"/>
            <a:ext cx="8134598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9" name="9 Rectángulo"/>
          <p:cNvSpPr/>
          <p:nvPr/>
        </p:nvSpPr>
        <p:spPr>
          <a:xfrm>
            <a:off x="344383" y="486811"/>
            <a:ext cx="8139549" cy="654009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SLA</a:t>
            </a:r>
          </a:p>
          <a:p>
            <a:endParaRPr lang="pt-BR" sz="5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35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No mês de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Junho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atendemos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100%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 (</a:t>
            </a:r>
            <a:r>
              <a:rPr lang="pt-BR" sz="11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305 chamados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) das </a:t>
            </a:r>
            <a:r>
              <a:rPr lang="pt-BR" sz="135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solicitações dentro do SLA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em </a:t>
            </a:r>
            <a:r>
              <a:rPr lang="pt-BR" sz="135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horas úteis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.</a:t>
            </a:r>
            <a:endParaRPr lang="pt-BR" sz="135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40" y="1576586"/>
            <a:ext cx="6301740" cy="3499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845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49335" y="532135"/>
            <a:ext cx="8134598" cy="952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4383" y="486811"/>
            <a:ext cx="8139549" cy="654009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SLA</a:t>
            </a:r>
          </a:p>
          <a:p>
            <a:endParaRPr lang="pt-BR" sz="5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35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Plano de ação para </a:t>
            </a:r>
            <a:r>
              <a:rPr lang="pt-BR" sz="135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melhoria no atendimento as demandas</a:t>
            </a:r>
            <a:endParaRPr lang="pt-BR" sz="1350" dirty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</a:t>
            </a:r>
            <a:r>
              <a:rPr lang="pt-B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9</a:t>
            </a:r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 SLA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83" y="1937657"/>
            <a:ext cx="8139549" cy="1497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453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#10 </a:t>
            </a:r>
            <a:r>
              <a:rPr lang="pt-BR" sz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Pesquisa de Satisfação</a:t>
            </a:r>
          </a:p>
        </p:txBody>
      </p:sp>
      <p:sp>
        <p:nvSpPr>
          <p:cNvPr id="13" name="2 Rectángulo"/>
          <p:cNvSpPr/>
          <p:nvPr/>
        </p:nvSpPr>
        <p:spPr>
          <a:xfrm>
            <a:off x="349335" y="381825"/>
            <a:ext cx="8134598" cy="977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4" name="9 Rectángulo"/>
          <p:cNvSpPr/>
          <p:nvPr/>
        </p:nvSpPr>
        <p:spPr>
          <a:xfrm>
            <a:off x="344384" y="381824"/>
            <a:ext cx="8139549" cy="80020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Pesquisa de </a:t>
            </a:r>
            <a:r>
              <a:rPr lang="pt-BR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Satisfação: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Total Respondido: 8 – (2 </a:t>
            </a:r>
            <a:r>
              <a:rPr lang="pt-BR" sz="1400" b="1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Bom </a:t>
            </a:r>
            <a:r>
              <a:rPr lang="pt-BR" sz="1400" b="1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/ 5 Ótimo / 1 Ruim)</a:t>
            </a:r>
            <a:endParaRPr lang="pt-BR" sz="1100" dirty="0" smtClean="0">
              <a:solidFill>
                <a:prstClr val="white">
                  <a:lumMod val="50000"/>
                </a:prstClr>
              </a:solidFill>
              <a:latin typeface="Gill Sans Std Light" pitchFamily="34" charset="0"/>
            </a:endParaRPr>
          </a:p>
          <a:p>
            <a:r>
              <a:rPr lang="pt-BR" sz="1400" dirty="0" smtClean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Segue descrição do chamado avaliado como Ruim: colaborador não ficou satisfeito com o tempo dado pela VIVO para transferir sua linha do plano Pessoal para o Plano Mobilidade os rádios solicitados </a:t>
            </a:r>
            <a:r>
              <a:rPr lang="pt-BR" sz="1400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chamado: </a:t>
            </a:r>
            <a:r>
              <a:rPr lang="pt-BR" sz="1400" b="1" dirty="0">
                <a:solidFill>
                  <a:prstClr val="white">
                    <a:lumMod val="50000"/>
                  </a:prstClr>
                </a:solidFill>
                <a:latin typeface="Gill Sans Std Light" pitchFamily="34" charset="0"/>
              </a:rPr>
              <a:t>137127</a:t>
            </a:r>
          </a:p>
        </p:txBody>
      </p:sp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402" y="1672545"/>
            <a:ext cx="3910069" cy="3128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821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521218" y="138714"/>
            <a:ext cx="8475680" cy="6800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548165" y="86892"/>
            <a:ext cx="8139549" cy="707870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pPr lvl="0"/>
            <a:r>
              <a:rPr lang="es-AR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RFP </a:t>
            </a:r>
            <a:r>
              <a:rPr lang="es-AR" sz="16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CONTRATO DE </a:t>
            </a:r>
            <a:r>
              <a:rPr lang="es-AR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TELEFONIA FIXA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Status:			</a:t>
            </a:r>
            <a:r>
              <a:rPr lang="pt-BR" sz="1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Voz já aprovada, empresa ganhadora Embratel. (Redução de 32%).</a:t>
            </a:r>
            <a:endParaRPr lang="pt-BR" sz="1200" dirty="0">
              <a:solidFill>
                <a:prstClr val="black">
                  <a:lumMod val="65000"/>
                  <a:lumOff val="35000"/>
                </a:prstClr>
              </a:solidFill>
              <a:latin typeface="Gill Sans Std Light" pitchFamily="34" charset="0"/>
            </a:endParaRP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Próximos passos:		</a:t>
            </a:r>
            <a:r>
              <a:rPr lang="pt-BR" sz="1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Gill Sans Std Light" pitchFamily="34" charset="0"/>
              </a:rPr>
              <a:t>Aguardando finalização de Dados para divulgação de resultados.</a:t>
            </a:r>
            <a:endParaRPr lang="pt-BR" sz="1200" dirty="0">
              <a:solidFill>
                <a:prstClr val="black">
                  <a:lumMod val="65000"/>
                  <a:lumOff val="35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20" name="3 Rectángulo"/>
          <p:cNvSpPr/>
          <p:nvPr/>
        </p:nvSpPr>
        <p:spPr>
          <a:xfrm>
            <a:off x="6" y="0"/>
            <a:ext cx="510357" cy="51435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s-AR" dirty="0"/>
          </a:p>
        </p:txBody>
      </p:sp>
      <p:sp>
        <p:nvSpPr>
          <p:cNvPr id="21" name="1 Título"/>
          <p:cNvSpPr txBox="1">
            <a:spLocks/>
          </p:cNvSpPr>
          <p:nvPr/>
        </p:nvSpPr>
        <p:spPr>
          <a:xfrm rot="16200000">
            <a:off x="-1424000" y="2242739"/>
            <a:ext cx="3539693" cy="691694"/>
          </a:xfrm>
          <a:prstGeom prst="rect">
            <a:avLst/>
          </a:prstGeom>
        </p:spPr>
        <p:txBody>
          <a:bodyPr lIns="91425" tIns="45712" rIns="91425" bIns="45712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ill Sans Std"/>
                <a:ea typeface="+mj-ea"/>
                <a:cs typeface="+mj-cs"/>
              </a:defRPr>
            </a:lvl1pPr>
          </a:lstStyle>
          <a:p>
            <a:pPr algn="l"/>
            <a:r>
              <a:rPr lang="es-AR" sz="2800" dirty="0" smtClean="0">
                <a:solidFill>
                  <a:schemeClr val="bg1"/>
                </a:solidFill>
                <a:latin typeface="Gill Sans Std Light" pitchFamily="34" charset="0"/>
              </a:rPr>
              <a:t>AÇÕES MOBILIDADE</a:t>
            </a:r>
            <a:endParaRPr lang="es-AR" sz="2800" dirty="0">
              <a:solidFill>
                <a:schemeClr val="bg1"/>
              </a:solidFill>
              <a:latin typeface="Gill Sans Std Light" pitchFamily="34" charset="0"/>
            </a:endParaRPr>
          </a:p>
        </p:txBody>
      </p:sp>
      <p:sp>
        <p:nvSpPr>
          <p:cNvPr id="22" name="2 Rectángulo"/>
          <p:cNvSpPr/>
          <p:nvPr/>
        </p:nvSpPr>
        <p:spPr>
          <a:xfrm>
            <a:off x="524171" y="870458"/>
            <a:ext cx="8475680" cy="901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23" name="9 Rectángulo"/>
          <p:cNvSpPr/>
          <p:nvPr/>
        </p:nvSpPr>
        <p:spPr>
          <a:xfrm>
            <a:off x="551118" y="818636"/>
            <a:ext cx="8139549" cy="892536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RFP CONTRATO DE TELEFONIA MÓVEL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Status:			RFP Lançada no mercado em 12/06. Apresentação para empresas realizada em 15/06.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Próximos passos:		Aguardando elaboração das propostas comerciais pelos proponentes para análise. Data 09/07/2015. 				Data final para assinatura de contrato prevista para 05/08/2015.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24" name="2 Rectángulo"/>
          <p:cNvSpPr/>
          <p:nvPr/>
        </p:nvSpPr>
        <p:spPr>
          <a:xfrm>
            <a:off x="515906" y="1812625"/>
            <a:ext cx="8475680" cy="6600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26" name="2 Rectángulo"/>
          <p:cNvSpPr/>
          <p:nvPr/>
        </p:nvSpPr>
        <p:spPr>
          <a:xfrm>
            <a:off x="519444" y="2523688"/>
            <a:ext cx="8475680" cy="716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27" name="9 Rectángulo"/>
          <p:cNvSpPr/>
          <p:nvPr/>
        </p:nvSpPr>
        <p:spPr>
          <a:xfrm>
            <a:off x="546391" y="2532154"/>
            <a:ext cx="8139549" cy="707870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RFP CONTRATO SUPORTE TELEFONIA MOVEL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Status:			Solicitado junto a suprimentos, novo processo para lançamento da RFP de suporte (Portal e contas).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Próximos passos:		Inicio da elaboração da RFP.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28" name="2 Rectángulo"/>
          <p:cNvSpPr/>
          <p:nvPr/>
        </p:nvSpPr>
        <p:spPr>
          <a:xfrm>
            <a:off x="522982" y="3295039"/>
            <a:ext cx="8475680" cy="72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30" name="9 Rectángulo"/>
          <p:cNvSpPr/>
          <p:nvPr/>
        </p:nvSpPr>
        <p:spPr>
          <a:xfrm>
            <a:off x="549948" y="3314157"/>
            <a:ext cx="8139549" cy="707870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PLANO DE AÇÃO ENTREGA IPHONE ER 2015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Status:			Plano de ação em fase de finalização, para entrega de equipamentos no ER 2015.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Próximos passos:		Definição do modelo a ser adotado e criação de procedimentos e acompanhamento.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15" name="9 Rectángulo"/>
          <p:cNvSpPr/>
          <p:nvPr/>
        </p:nvSpPr>
        <p:spPr>
          <a:xfrm>
            <a:off x="572894" y="1764828"/>
            <a:ext cx="8139549" cy="707870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RFP CONTRATO DE MENSAGERIA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Status:			Definição do processo agendado para hoje em conjunto com suprimentos.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Próximos passos:		Aguardando definição de suprimentos para elaboração de documentação necessária.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16" name="2 Rectángulo"/>
          <p:cNvSpPr/>
          <p:nvPr/>
        </p:nvSpPr>
        <p:spPr>
          <a:xfrm>
            <a:off x="524662" y="4060367"/>
            <a:ext cx="8475680" cy="983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prstClr val="white"/>
              </a:solidFill>
            </a:endParaRPr>
          </a:p>
        </p:txBody>
      </p:sp>
      <p:sp>
        <p:nvSpPr>
          <p:cNvPr id="18" name="9 Rectángulo"/>
          <p:cNvSpPr/>
          <p:nvPr/>
        </p:nvSpPr>
        <p:spPr>
          <a:xfrm>
            <a:off x="551628" y="4079485"/>
            <a:ext cx="8439958" cy="892536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es-A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HUB ITUPEVA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Status:			Aguardando finalização da instalação E1. Aumento do Link atual </a:t>
            </a:r>
            <a:r>
              <a:rPr lang="pt-BR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(4 MG para 6MG), </a:t>
            </a: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2 MG dedicado para 					voz.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 Light" pitchFamily="34" charset="0"/>
              </a:rPr>
              <a:t>Próximos passos:		Configuração e redirecionamentos para chamadas locais saírem pelo E1. Previsão 30/07.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24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5 Rectángulo"/>
          <p:cNvSpPr/>
          <p:nvPr/>
        </p:nvSpPr>
        <p:spPr>
          <a:xfrm>
            <a:off x="6368527" y="104841"/>
            <a:ext cx="2561715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#11 Melhorias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graphicFrame>
        <p:nvGraphicFramePr>
          <p:cNvPr id="8" name="Espaço Reservado para Conteúd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9134128"/>
              </p:ext>
            </p:extLst>
          </p:nvPr>
        </p:nvGraphicFramePr>
        <p:xfrm>
          <a:off x="323528" y="444035"/>
          <a:ext cx="8606714" cy="4431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3389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 descr="5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Rectangle 4"/>
          <p:cNvSpPr>
            <a:spLocks/>
          </p:cNvSpPr>
          <p:nvPr/>
        </p:nvSpPr>
        <p:spPr bwMode="auto">
          <a:xfrm>
            <a:off x="1116286" y="2194815"/>
            <a:ext cx="6670929" cy="7538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l"/>
            <a:r>
              <a:rPr lang="en-US" sz="60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Obrigado.</a:t>
            </a:r>
            <a:endParaRPr lang="en-US" sz="6000" dirty="0">
              <a:solidFill>
                <a:schemeClr val="bg1"/>
              </a:solidFill>
              <a:latin typeface="Gill Sans Std Light" pitchFamily="34" charset="0"/>
              <a:sym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4"/>
          <p:cNvSpPr>
            <a:spLocks/>
          </p:cNvSpPr>
          <p:nvPr/>
        </p:nvSpPr>
        <p:spPr bwMode="auto">
          <a:xfrm>
            <a:off x="1116286" y="2194815"/>
            <a:ext cx="6670929" cy="7538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l"/>
            <a:r>
              <a:rPr lang="en-US" sz="60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Obrigado.</a:t>
            </a:r>
            <a:endParaRPr lang="en-US" sz="6000" dirty="0">
              <a:solidFill>
                <a:schemeClr val="bg1"/>
              </a:solidFill>
              <a:latin typeface="Gill Sans Std Light" pitchFamily="34" charset="0"/>
              <a:sym typeface="Verdana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5 Rectángulo"/>
          <p:cNvSpPr/>
          <p:nvPr/>
        </p:nvSpPr>
        <p:spPr>
          <a:xfrm>
            <a:off x="4451750" y="0"/>
            <a:ext cx="4663043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pPr algn="r"/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#BACKUP – Solicitações atendidas acima de 10 dias –Consolidado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9" name="Retângulo 8">
            <a:hlinkClick r:id="rId3" action="ppaction://hlinksldjump"/>
          </p:cNvPr>
          <p:cNvSpPr/>
          <p:nvPr/>
        </p:nvSpPr>
        <p:spPr>
          <a:xfrm>
            <a:off x="8327571" y="4963886"/>
            <a:ext cx="761009" cy="17961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>
                <a:hlinkClick r:id="rId4" action="ppaction://hlinksldjump"/>
              </a:rPr>
              <a:t>VOLTAR</a:t>
            </a:r>
            <a:endParaRPr lang="pt-BR" sz="1050" b="1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21466"/>
            <a:ext cx="9144000" cy="3700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936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4"/>
          <p:cNvSpPr>
            <a:spLocks/>
          </p:cNvSpPr>
          <p:nvPr/>
        </p:nvSpPr>
        <p:spPr bwMode="auto">
          <a:xfrm>
            <a:off x="1116286" y="2194815"/>
            <a:ext cx="6670929" cy="7538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l"/>
            <a:r>
              <a:rPr lang="en-US" sz="6000" dirty="0" smtClean="0">
                <a:solidFill>
                  <a:schemeClr val="bg1"/>
                </a:solidFill>
                <a:latin typeface="Gill Sans Std Light" pitchFamily="34" charset="0"/>
                <a:sym typeface="Verdana" pitchFamily="34" charset="0"/>
              </a:rPr>
              <a:t>Obrigado.</a:t>
            </a:r>
            <a:endParaRPr lang="en-US" sz="6000" dirty="0">
              <a:solidFill>
                <a:schemeClr val="bg1"/>
              </a:solidFill>
              <a:latin typeface="Gill Sans Std Light" pitchFamily="34" charset="0"/>
              <a:sym typeface="Verdana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5 Rectángulo"/>
          <p:cNvSpPr/>
          <p:nvPr/>
        </p:nvSpPr>
        <p:spPr>
          <a:xfrm>
            <a:off x="4451750" y="0"/>
            <a:ext cx="4663043" cy="276983"/>
          </a:xfrm>
          <a:prstGeom prst="rect">
            <a:avLst/>
          </a:prstGeom>
        </p:spPr>
        <p:txBody>
          <a:bodyPr wrap="square" lIns="91425" tIns="45712" rIns="91425" bIns="45712">
            <a:spAutoFit/>
          </a:bodyPr>
          <a:lstStyle/>
          <a:p>
            <a:pPr algn="r"/>
            <a:r>
              <a:rPr lang="pt-BR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Gill Sans Std Light" pitchFamily="34" charset="0"/>
              </a:rPr>
              <a:t>#BACKUP – Solicitações atendidas acima de 10 dias –Detalhe Mobilidade</a:t>
            </a:r>
            <a:endParaRPr lang="pt-BR" sz="1200" dirty="0">
              <a:solidFill>
                <a:prstClr val="black">
                  <a:lumMod val="50000"/>
                  <a:lumOff val="50000"/>
                </a:prstClr>
              </a:solidFill>
              <a:latin typeface="Gill Sans Std Light" pitchFamily="34" charset="0"/>
            </a:endParaRPr>
          </a:p>
        </p:txBody>
      </p:sp>
      <p:sp>
        <p:nvSpPr>
          <p:cNvPr id="9" name="Retângulo 8">
            <a:hlinkClick r:id="rId3" action="ppaction://hlinksldjump"/>
          </p:cNvPr>
          <p:cNvSpPr/>
          <p:nvPr/>
        </p:nvSpPr>
        <p:spPr>
          <a:xfrm>
            <a:off x="8327571" y="4963886"/>
            <a:ext cx="761009" cy="17961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>
                <a:hlinkClick r:id="rId4" action="ppaction://hlinksldjump"/>
              </a:rPr>
              <a:t>VOLTAR</a:t>
            </a:r>
            <a:endParaRPr lang="pt-BR" sz="1050" b="1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694" y="362744"/>
            <a:ext cx="9168694" cy="4601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741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9_Template-Afrodite_FFC_NJ1781">
  <a:themeElements>
    <a:clrScheme name="Â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Template-Afrodite_FFC_NJ178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-Afrodite_FFC_NJ1781 1">
        <a:dk1>
          <a:srgbClr val="000000"/>
        </a:dk1>
        <a:lt1>
          <a:srgbClr val="FFFFFF"/>
        </a:lt1>
        <a:dk2>
          <a:srgbClr val="443C28"/>
        </a:dk2>
        <a:lt2>
          <a:srgbClr val="FFFFFF"/>
        </a:lt2>
        <a:accent1>
          <a:srgbClr val="E0E5CF"/>
        </a:accent1>
        <a:accent2>
          <a:srgbClr val="FBB74C"/>
        </a:accent2>
        <a:accent3>
          <a:srgbClr val="FFFFFF"/>
        </a:accent3>
        <a:accent4>
          <a:srgbClr val="000000"/>
        </a:accent4>
        <a:accent5>
          <a:srgbClr val="EDF0E4"/>
        </a:accent5>
        <a:accent6>
          <a:srgbClr val="E3A644"/>
        </a:accent6>
        <a:hlink>
          <a:srgbClr val="9CB25D"/>
        </a:hlink>
        <a:folHlink>
          <a:srgbClr val="7174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0_Template-Afrodite_FFC_NJ1781">
  <a:themeElements>
    <a:clrScheme name="Â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Template-Afrodite_FFC_NJ178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89535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2"/>
          </a:buClr>
          <a:buSzPct val="100000"/>
          <a:buFont typeface="Arial" charset="0"/>
          <a:buChar char="•"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-Afrodite_FFC_NJ1781 1">
        <a:dk1>
          <a:srgbClr val="000000"/>
        </a:dk1>
        <a:lt1>
          <a:srgbClr val="FFFFFF"/>
        </a:lt1>
        <a:dk2>
          <a:srgbClr val="443C28"/>
        </a:dk2>
        <a:lt2>
          <a:srgbClr val="FFFFFF"/>
        </a:lt2>
        <a:accent1>
          <a:srgbClr val="E0E5CF"/>
        </a:accent1>
        <a:accent2>
          <a:srgbClr val="FBB74C"/>
        </a:accent2>
        <a:accent3>
          <a:srgbClr val="FFFFFF"/>
        </a:accent3>
        <a:accent4>
          <a:srgbClr val="000000"/>
        </a:accent4>
        <a:accent5>
          <a:srgbClr val="EDF0E4"/>
        </a:accent5>
        <a:accent6>
          <a:srgbClr val="E3A644"/>
        </a:accent6>
        <a:hlink>
          <a:srgbClr val="9CB25D"/>
        </a:hlink>
        <a:folHlink>
          <a:srgbClr val="7174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58C9855F079479465BFE95401F868" ma:contentTypeVersion="0" ma:contentTypeDescription="Crie um novo documento." ma:contentTypeScope="" ma:versionID="baab7201a50aee63eb54bbdccf5fcde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e078010f886becc52d8153076464f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EB81CE-0E75-4A18-A49C-4EBB6DA01960}">
  <ds:schemaRefs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E0FDB43-E95A-4CE0-9664-9FEB79BE88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231EAAC-76A0-497E-AC77-6F19640591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54876</TotalTime>
  <Words>635</Words>
  <Application>Microsoft Office PowerPoint</Application>
  <PresentationFormat>Apresentação na tela (16:9)</PresentationFormat>
  <Paragraphs>112</Paragraphs>
  <Slides>15</Slides>
  <Notes>11</Notes>
  <HiddenSlides>0</HiddenSlides>
  <MMClips>0</MMClips>
  <ScaleCrop>false</ScaleCrop>
  <HeadingPairs>
    <vt:vector size="8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9" baseType="lpstr">
      <vt:lpstr>Arial</vt:lpstr>
      <vt:lpstr>ヒラギノ角ゴ ProN W3</vt:lpstr>
      <vt:lpstr>Gill Sans Std</vt:lpstr>
      <vt:lpstr>GillSans</vt:lpstr>
      <vt:lpstr>Gill Sans Std Light</vt:lpstr>
      <vt:lpstr>MS PGothic</vt:lpstr>
      <vt:lpstr>Calibri</vt:lpstr>
      <vt:lpstr>Gill Sans MT</vt:lpstr>
      <vt:lpstr>Verdana</vt:lpstr>
      <vt:lpstr>Gill Sans Std ExtraBold</vt:lpstr>
      <vt:lpstr>Office Theme</vt:lpstr>
      <vt:lpstr>19_Template-Afrodite_FFC_NJ1781</vt:lpstr>
      <vt:lpstr>20_Template-Afrodite_FFC_NJ1781</vt:lpstr>
      <vt:lpstr>think-cell Slide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Marcelo Blanck</dc:creator>
  <cp:lastModifiedBy>br93892</cp:lastModifiedBy>
  <cp:revision>1836</cp:revision>
  <cp:lastPrinted>2015-02-06T13:13:07Z</cp:lastPrinted>
  <dcterms:created xsi:type="dcterms:W3CDTF">2012-05-21T20:56:23Z</dcterms:created>
  <dcterms:modified xsi:type="dcterms:W3CDTF">2015-07-02T12:33:25Z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0x0101009BB58C9855F079479465BFE95401F868</vt:lpwstr>
  </property>
</Properties>
</file>