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705" r:id="rId6"/>
    <p:sldMasterId id="2147483768" r:id="rId7"/>
  </p:sldMasterIdLst>
  <p:notesMasterIdLst>
    <p:notesMasterId r:id="rId11"/>
  </p:notesMasterIdLst>
  <p:sldIdLst>
    <p:sldId id="601" r:id="rId8"/>
    <p:sldId id="607" r:id="rId9"/>
    <p:sldId id="596" r:id="rId10"/>
  </p:sldIdLst>
  <p:sldSz cx="9144000" cy="5143500" type="screen16x9"/>
  <p:notesSz cx="9926638" cy="6797675"/>
  <p:defaultTextStyle>
    <a:defPPr>
      <a:defRPr lang="pt-BR"/>
    </a:defPPr>
    <a:lvl1pPr marL="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drões" id="{12DD4983-7521-49DD-8E06-B42A24180C9C}">
          <p14:sldIdLst>
            <p14:sldId id="601"/>
            <p14:sldId id="607"/>
            <p14:sldId id="596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orient="horz" pos="229">
          <p15:clr>
            <a:srgbClr val="A4A3A4"/>
          </p15:clr>
        </p15:guide>
        <p15:guide id="3" orient="horz" pos="3013">
          <p15:clr>
            <a:srgbClr val="A4A3A4"/>
          </p15:clr>
        </p15:guide>
        <p15:guide id="4" pos="2880">
          <p15:clr>
            <a:srgbClr val="A4A3A4"/>
          </p15:clr>
        </p15:guide>
        <p15:guide id="5" pos="228">
          <p15:clr>
            <a:srgbClr val="A4A3A4"/>
          </p15:clr>
        </p15:guide>
        <p15:guide id="6" pos="5533">
          <p15:clr>
            <a:srgbClr val="A4A3A4"/>
          </p15:clr>
        </p15:guide>
        <p15:guide id="7" pos="457">
          <p15:clr>
            <a:srgbClr val="A4A3A4"/>
          </p15:clr>
        </p15:guide>
        <p15:guide id="8" pos="5307">
          <p15:clr>
            <a:srgbClr val="A4A3A4"/>
          </p15:clr>
        </p15:guide>
        <p15:guide id="9" pos="2653">
          <p15:clr>
            <a:srgbClr val="A4A3A4"/>
          </p15:clr>
        </p15:guide>
        <p15:guide id="10" pos="31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  <a:srgbClr val="FCFDFE"/>
    <a:srgbClr val="993366"/>
    <a:srgbClr val="004F71"/>
    <a:srgbClr val="5F5F5F"/>
    <a:srgbClr val="FDF3A5"/>
    <a:srgbClr val="F0F9E7"/>
    <a:srgbClr val="FBE122"/>
    <a:srgbClr val="FFFFFF"/>
    <a:srgbClr val="2A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472" autoAdjust="0"/>
    <p:restoredTop sz="94316" autoAdjust="0"/>
  </p:normalViewPr>
  <p:slideViewPr>
    <p:cSldViewPr>
      <p:cViewPr>
        <p:scale>
          <a:sx n="130" d="100"/>
          <a:sy n="130" d="100"/>
        </p:scale>
        <p:origin x="-270" y="-78"/>
      </p:cViewPr>
      <p:guideLst>
        <p:guide orient="horz" pos="1620"/>
        <p:guide orient="horz" pos="229"/>
        <p:guide orient="horz" pos="3013"/>
        <p:guide pos="2880"/>
        <p:guide pos="228"/>
        <p:guide pos="5533"/>
        <p:guide pos="457"/>
        <p:guide pos="5307"/>
        <p:guide pos="2653"/>
        <p:guide pos="31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84FA42-CBA9-4DA4-B896-6B38B58492D3}" type="doc">
      <dgm:prSet loTypeId="urn:microsoft.com/office/officeart/2005/8/layout/hChevron3" loCatId="process" qsTypeId="urn:microsoft.com/office/officeart/2005/8/quickstyle/simple4" qsCatId="simple" csTypeId="urn:microsoft.com/office/officeart/2005/8/colors/accent1_4" csCatId="accent1" phldr="1"/>
      <dgm:spPr/>
    </dgm:pt>
    <dgm:pt modelId="{4733E8BC-4C32-4641-B415-006926B7C310}">
      <dgm:prSet phldrT="[Texto]"/>
      <dgm:spPr/>
      <dgm:t>
        <a:bodyPr/>
        <a:lstStyle/>
        <a:p>
          <a:r>
            <a:rPr lang="pt-BR" b="1" dirty="0" smtClean="0"/>
            <a:t>Segunda</a:t>
          </a:r>
          <a:endParaRPr lang="pt-BR" b="1" dirty="0"/>
        </a:p>
      </dgm:t>
    </dgm:pt>
    <dgm:pt modelId="{7855C668-A7F0-4311-BF6D-0D17907AA1E3}" type="parTrans" cxnId="{830F6771-B9EA-4683-B68E-245A01A818CF}">
      <dgm:prSet/>
      <dgm:spPr/>
      <dgm:t>
        <a:bodyPr/>
        <a:lstStyle/>
        <a:p>
          <a:endParaRPr lang="pt-BR" b="1"/>
        </a:p>
      </dgm:t>
    </dgm:pt>
    <dgm:pt modelId="{358552B1-A7F7-4104-A533-5EFF0F9AB94C}" type="sibTrans" cxnId="{830F6771-B9EA-4683-B68E-245A01A818CF}">
      <dgm:prSet/>
      <dgm:spPr/>
      <dgm:t>
        <a:bodyPr/>
        <a:lstStyle/>
        <a:p>
          <a:endParaRPr lang="pt-BR" b="1"/>
        </a:p>
      </dgm:t>
    </dgm:pt>
    <dgm:pt modelId="{7C3A44E2-3CEF-424D-9029-6FB0CF7294D3}">
      <dgm:prSet phldrT="[Texto]"/>
      <dgm:spPr/>
      <dgm:t>
        <a:bodyPr/>
        <a:lstStyle/>
        <a:p>
          <a:r>
            <a:rPr lang="pt-BR" b="1" dirty="0" smtClean="0"/>
            <a:t>Terça</a:t>
          </a:r>
          <a:endParaRPr lang="pt-BR" b="1" dirty="0"/>
        </a:p>
      </dgm:t>
    </dgm:pt>
    <dgm:pt modelId="{911BDF0D-1EE8-437E-8B1A-B6167C9963FF}" type="parTrans" cxnId="{3DDDB301-C023-4F1F-B1A6-00CD5E650B76}">
      <dgm:prSet/>
      <dgm:spPr/>
      <dgm:t>
        <a:bodyPr/>
        <a:lstStyle/>
        <a:p>
          <a:endParaRPr lang="pt-BR" b="1"/>
        </a:p>
      </dgm:t>
    </dgm:pt>
    <dgm:pt modelId="{D8252E33-B9B2-4B15-A739-4B681D3BF1A3}" type="sibTrans" cxnId="{3DDDB301-C023-4F1F-B1A6-00CD5E650B76}">
      <dgm:prSet/>
      <dgm:spPr/>
      <dgm:t>
        <a:bodyPr/>
        <a:lstStyle/>
        <a:p>
          <a:endParaRPr lang="pt-BR" b="1"/>
        </a:p>
      </dgm:t>
    </dgm:pt>
    <dgm:pt modelId="{80781642-CD09-4157-B09A-C97A93F046EA}">
      <dgm:prSet phldrT="[Texto]"/>
      <dgm:spPr/>
      <dgm:t>
        <a:bodyPr/>
        <a:lstStyle/>
        <a:p>
          <a:r>
            <a:rPr lang="pt-BR" b="1" dirty="0" smtClean="0"/>
            <a:t>Quarta</a:t>
          </a:r>
          <a:endParaRPr lang="pt-BR" b="1" dirty="0"/>
        </a:p>
      </dgm:t>
    </dgm:pt>
    <dgm:pt modelId="{C7EB6E08-A95D-437B-9E0F-3EA6D53CA8E8}" type="parTrans" cxnId="{CBE1BF0A-739B-41DF-8CBF-93AA9C654098}">
      <dgm:prSet/>
      <dgm:spPr/>
      <dgm:t>
        <a:bodyPr/>
        <a:lstStyle/>
        <a:p>
          <a:endParaRPr lang="pt-BR" b="1"/>
        </a:p>
      </dgm:t>
    </dgm:pt>
    <dgm:pt modelId="{A33A28D5-8F84-4B13-B586-A8772BCB3048}" type="sibTrans" cxnId="{CBE1BF0A-739B-41DF-8CBF-93AA9C654098}">
      <dgm:prSet/>
      <dgm:spPr/>
      <dgm:t>
        <a:bodyPr/>
        <a:lstStyle/>
        <a:p>
          <a:endParaRPr lang="pt-BR" b="1"/>
        </a:p>
      </dgm:t>
    </dgm:pt>
    <dgm:pt modelId="{FF883791-D83A-4C91-AE54-3DAB3644FBE1}">
      <dgm:prSet phldrT="[Texto]"/>
      <dgm:spPr/>
      <dgm:t>
        <a:bodyPr/>
        <a:lstStyle/>
        <a:p>
          <a:r>
            <a:rPr lang="pt-BR" b="1" dirty="0" smtClean="0"/>
            <a:t>Quinta</a:t>
          </a:r>
          <a:endParaRPr lang="pt-BR" b="1" dirty="0"/>
        </a:p>
      </dgm:t>
    </dgm:pt>
    <dgm:pt modelId="{DEB62979-9E24-4E14-98A0-2ECDFABDCB77}" type="parTrans" cxnId="{320061B9-56F1-44AC-B4C0-1D952C11C298}">
      <dgm:prSet/>
      <dgm:spPr/>
      <dgm:t>
        <a:bodyPr/>
        <a:lstStyle/>
        <a:p>
          <a:endParaRPr lang="pt-BR" b="1"/>
        </a:p>
      </dgm:t>
    </dgm:pt>
    <dgm:pt modelId="{48FC6055-CA78-4B03-A7DD-A1C7ADED31D7}" type="sibTrans" cxnId="{320061B9-56F1-44AC-B4C0-1D952C11C298}">
      <dgm:prSet/>
      <dgm:spPr/>
      <dgm:t>
        <a:bodyPr/>
        <a:lstStyle/>
        <a:p>
          <a:endParaRPr lang="pt-BR" b="1"/>
        </a:p>
      </dgm:t>
    </dgm:pt>
    <dgm:pt modelId="{F9264118-81DF-4ABD-8603-5729AAA2E44E}">
      <dgm:prSet phldrT="[Texto]"/>
      <dgm:spPr/>
      <dgm:t>
        <a:bodyPr/>
        <a:lstStyle/>
        <a:p>
          <a:r>
            <a:rPr lang="pt-BR" b="1" dirty="0" smtClean="0"/>
            <a:t>Sexta</a:t>
          </a:r>
          <a:endParaRPr lang="pt-BR" b="1" dirty="0"/>
        </a:p>
      </dgm:t>
    </dgm:pt>
    <dgm:pt modelId="{C29A40DC-C1B3-460C-8E6F-1E7DEBB3303B}" type="parTrans" cxnId="{A955FE83-8252-4998-A0FA-659AB3C158B4}">
      <dgm:prSet/>
      <dgm:spPr/>
      <dgm:t>
        <a:bodyPr/>
        <a:lstStyle/>
        <a:p>
          <a:endParaRPr lang="pt-BR" b="1"/>
        </a:p>
      </dgm:t>
    </dgm:pt>
    <dgm:pt modelId="{810695BA-8296-4496-965E-4CA43B490F14}" type="sibTrans" cxnId="{A955FE83-8252-4998-A0FA-659AB3C158B4}">
      <dgm:prSet/>
      <dgm:spPr/>
      <dgm:t>
        <a:bodyPr/>
        <a:lstStyle/>
        <a:p>
          <a:endParaRPr lang="pt-BR" b="1"/>
        </a:p>
      </dgm:t>
    </dgm:pt>
    <dgm:pt modelId="{3EB3003A-04E0-4216-B0C4-C4ACC67B577E}" type="pres">
      <dgm:prSet presAssocID="{BF84FA42-CBA9-4DA4-B896-6B38B58492D3}" presName="Name0" presStyleCnt="0">
        <dgm:presLayoutVars>
          <dgm:dir/>
          <dgm:resizeHandles val="exact"/>
        </dgm:presLayoutVars>
      </dgm:prSet>
      <dgm:spPr/>
    </dgm:pt>
    <dgm:pt modelId="{5BDD67D2-DB0C-463B-A298-8C1D43FDD5CC}" type="pres">
      <dgm:prSet presAssocID="{4733E8BC-4C32-4641-B415-006926B7C310}" presName="parTxOnly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2782D86-A865-476C-A2F4-F204171D3CEF}" type="pres">
      <dgm:prSet presAssocID="{358552B1-A7F7-4104-A533-5EFF0F9AB94C}" presName="parSpace" presStyleCnt="0"/>
      <dgm:spPr/>
    </dgm:pt>
    <dgm:pt modelId="{8AA24F0F-1E52-4E1F-8A8A-11881EBAC3C7}" type="pres">
      <dgm:prSet presAssocID="{7C3A44E2-3CEF-424D-9029-6FB0CF7294D3}" presName="parTxOnly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1832F2F-CBD4-4F46-84F9-E84D38A64D50}" type="pres">
      <dgm:prSet presAssocID="{D8252E33-B9B2-4B15-A739-4B681D3BF1A3}" presName="parSpace" presStyleCnt="0"/>
      <dgm:spPr/>
    </dgm:pt>
    <dgm:pt modelId="{E0E00450-DC78-4331-8645-E253643C57EF}" type="pres">
      <dgm:prSet presAssocID="{80781642-CD09-4157-B09A-C97A93F046EA}" presName="parTxOnly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81655BC-8F83-46B6-9489-3B93F8FB5427}" type="pres">
      <dgm:prSet presAssocID="{A33A28D5-8F84-4B13-B586-A8772BCB3048}" presName="parSpace" presStyleCnt="0"/>
      <dgm:spPr/>
    </dgm:pt>
    <dgm:pt modelId="{45A5D9A1-5D23-41DB-9CFC-09C690AFCA6A}" type="pres">
      <dgm:prSet presAssocID="{FF883791-D83A-4C91-AE54-3DAB3644FBE1}" presName="parTxOnly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38D5C61-87A5-4C76-87E1-4C3073ED3AEC}" type="pres">
      <dgm:prSet presAssocID="{48FC6055-CA78-4B03-A7DD-A1C7ADED31D7}" presName="parSpace" presStyleCnt="0"/>
      <dgm:spPr/>
    </dgm:pt>
    <dgm:pt modelId="{AFC11CB6-1124-445D-B11C-BAA282FA497E}" type="pres">
      <dgm:prSet presAssocID="{F9264118-81DF-4ABD-8603-5729AAA2E44E}" presName="parTxOnly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27952F9B-3F3F-489B-A9EE-A48A66EF202B}" type="presOf" srcId="{4733E8BC-4C32-4641-B415-006926B7C310}" destId="{5BDD67D2-DB0C-463B-A298-8C1D43FDD5CC}" srcOrd="0" destOrd="0" presId="urn:microsoft.com/office/officeart/2005/8/layout/hChevron3"/>
    <dgm:cxn modelId="{5F35E954-F9D7-4BE2-84F3-F3077122DB7F}" type="presOf" srcId="{BF84FA42-CBA9-4DA4-B896-6B38B58492D3}" destId="{3EB3003A-04E0-4216-B0C4-C4ACC67B577E}" srcOrd="0" destOrd="0" presId="urn:microsoft.com/office/officeart/2005/8/layout/hChevron3"/>
    <dgm:cxn modelId="{1524CF45-59A5-43FC-88E1-3D6EE27044DB}" type="presOf" srcId="{FF883791-D83A-4C91-AE54-3DAB3644FBE1}" destId="{45A5D9A1-5D23-41DB-9CFC-09C690AFCA6A}" srcOrd="0" destOrd="0" presId="urn:microsoft.com/office/officeart/2005/8/layout/hChevron3"/>
    <dgm:cxn modelId="{0AC722E7-6005-42F1-A452-69C01E72B21A}" type="presOf" srcId="{7C3A44E2-3CEF-424D-9029-6FB0CF7294D3}" destId="{8AA24F0F-1E52-4E1F-8A8A-11881EBAC3C7}" srcOrd="0" destOrd="0" presId="urn:microsoft.com/office/officeart/2005/8/layout/hChevron3"/>
    <dgm:cxn modelId="{320061B9-56F1-44AC-B4C0-1D952C11C298}" srcId="{BF84FA42-CBA9-4DA4-B896-6B38B58492D3}" destId="{FF883791-D83A-4C91-AE54-3DAB3644FBE1}" srcOrd="3" destOrd="0" parTransId="{DEB62979-9E24-4E14-98A0-2ECDFABDCB77}" sibTransId="{48FC6055-CA78-4B03-A7DD-A1C7ADED31D7}"/>
    <dgm:cxn modelId="{CBE1BF0A-739B-41DF-8CBF-93AA9C654098}" srcId="{BF84FA42-CBA9-4DA4-B896-6B38B58492D3}" destId="{80781642-CD09-4157-B09A-C97A93F046EA}" srcOrd="2" destOrd="0" parTransId="{C7EB6E08-A95D-437B-9E0F-3EA6D53CA8E8}" sibTransId="{A33A28D5-8F84-4B13-B586-A8772BCB3048}"/>
    <dgm:cxn modelId="{B7ECAA97-2258-4713-8318-03118EAE36D4}" type="presOf" srcId="{80781642-CD09-4157-B09A-C97A93F046EA}" destId="{E0E00450-DC78-4331-8645-E253643C57EF}" srcOrd="0" destOrd="0" presId="urn:microsoft.com/office/officeart/2005/8/layout/hChevron3"/>
    <dgm:cxn modelId="{A955FE83-8252-4998-A0FA-659AB3C158B4}" srcId="{BF84FA42-CBA9-4DA4-B896-6B38B58492D3}" destId="{F9264118-81DF-4ABD-8603-5729AAA2E44E}" srcOrd="4" destOrd="0" parTransId="{C29A40DC-C1B3-460C-8E6F-1E7DEBB3303B}" sibTransId="{810695BA-8296-4496-965E-4CA43B490F14}"/>
    <dgm:cxn modelId="{830F6771-B9EA-4683-B68E-245A01A818CF}" srcId="{BF84FA42-CBA9-4DA4-B896-6B38B58492D3}" destId="{4733E8BC-4C32-4641-B415-006926B7C310}" srcOrd="0" destOrd="0" parTransId="{7855C668-A7F0-4311-BF6D-0D17907AA1E3}" sibTransId="{358552B1-A7F7-4104-A533-5EFF0F9AB94C}"/>
    <dgm:cxn modelId="{6CDE29B7-39C0-4CE9-BC3C-E5D0C7515E8C}" type="presOf" srcId="{F9264118-81DF-4ABD-8603-5729AAA2E44E}" destId="{AFC11CB6-1124-445D-B11C-BAA282FA497E}" srcOrd="0" destOrd="0" presId="urn:microsoft.com/office/officeart/2005/8/layout/hChevron3"/>
    <dgm:cxn modelId="{3DDDB301-C023-4F1F-B1A6-00CD5E650B76}" srcId="{BF84FA42-CBA9-4DA4-B896-6B38B58492D3}" destId="{7C3A44E2-3CEF-424D-9029-6FB0CF7294D3}" srcOrd="1" destOrd="0" parTransId="{911BDF0D-1EE8-437E-8B1A-B6167C9963FF}" sibTransId="{D8252E33-B9B2-4B15-A739-4B681D3BF1A3}"/>
    <dgm:cxn modelId="{6967D29D-ED35-433F-B0C6-1F9350D2B19A}" type="presParOf" srcId="{3EB3003A-04E0-4216-B0C4-C4ACC67B577E}" destId="{5BDD67D2-DB0C-463B-A298-8C1D43FDD5CC}" srcOrd="0" destOrd="0" presId="urn:microsoft.com/office/officeart/2005/8/layout/hChevron3"/>
    <dgm:cxn modelId="{59D8A2C3-A299-4B52-998A-7087929045D6}" type="presParOf" srcId="{3EB3003A-04E0-4216-B0C4-C4ACC67B577E}" destId="{32782D86-A865-476C-A2F4-F204171D3CEF}" srcOrd="1" destOrd="0" presId="urn:microsoft.com/office/officeart/2005/8/layout/hChevron3"/>
    <dgm:cxn modelId="{FF6913F1-890F-4D4B-A0B3-92A54618975A}" type="presParOf" srcId="{3EB3003A-04E0-4216-B0C4-C4ACC67B577E}" destId="{8AA24F0F-1E52-4E1F-8A8A-11881EBAC3C7}" srcOrd="2" destOrd="0" presId="urn:microsoft.com/office/officeart/2005/8/layout/hChevron3"/>
    <dgm:cxn modelId="{4F5F8E35-2FFC-4DBA-B6B4-01270AA22550}" type="presParOf" srcId="{3EB3003A-04E0-4216-B0C4-C4ACC67B577E}" destId="{71832F2F-CBD4-4F46-84F9-E84D38A64D50}" srcOrd="3" destOrd="0" presId="urn:microsoft.com/office/officeart/2005/8/layout/hChevron3"/>
    <dgm:cxn modelId="{5A7BEEBB-1E40-4235-9567-4C276D5F4CD0}" type="presParOf" srcId="{3EB3003A-04E0-4216-B0C4-C4ACC67B577E}" destId="{E0E00450-DC78-4331-8645-E253643C57EF}" srcOrd="4" destOrd="0" presId="urn:microsoft.com/office/officeart/2005/8/layout/hChevron3"/>
    <dgm:cxn modelId="{99729FC4-E2CF-4527-97F6-9D1BFE690DC7}" type="presParOf" srcId="{3EB3003A-04E0-4216-B0C4-C4ACC67B577E}" destId="{D81655BC-8F83-46B6-9489-3B93F8FB5427}" srcOrd="5" destOrd="0" presId="urn:microsoft.com/office/officeart/2005/8/layout/hChevron3"/>
    <dgm:cxn modelId="{560C7563-3DA6-4941-BD75-8EC50654D614}" type="presParOf" srcId="{3EB3003A-04E0-4216-B0C4-C4ACC67B577E}" destId="{45A5D9A1-5D23-41DB-9CFC-09C690AFCA6A}" srcOrd="6" destOrd="0" presId="urn:microsoft.com/office/officeart/2005/8/layout/hChevron3"/>
    <dgm:cxn modelId="{C14825F6-C523-48F2-AA45-4B1ECC7385A0}" type="presParOf" srcId="{3EB3003A-04E0-4216-B0C4-C4ACC67B577E}" destId="{438D5C61-87A5-4C76-87E1-4C3073ED3AEC}" srcOrd="7" destOrd="0" presId="urn:microsoft.com/office/officeart/2005/8/layout/hChevron3"/>
    <dgm:cxn modelId="{E772B16D-62F1-4C3C-84FF-376B57BCCA08}" type="presParOf" srcId="{3EB3003A-04E0-4216-B0C4-C4ACC67B577E}" destId="{AFC11CB6-1124-445D-B11C-BAA282FA497E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D67D2-DB0C-463B-A298-8C1D43FDD5CC}">
      <dsp:nvSpPr>
        <dsp:cNvPr id="0" name=""/>
        <dsp:cNvSpPr/>
      </dsp:nvSpPr>
      <dsp:spPr>
        <a:xfrm>
          <a:off x="1076" y="0"/>
          <a:ext cx="2099564" cy="315035"/>
        </a:xfrm>
        <a:prstGeom prst="homePlate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Segunda</a:t>
          </a:r>
          <a:endParaRPr lang="pt-BR" sz="1700" b="1" kern="1200" dirty="0"/>
        </a:p>
      </dsp:txBody>
      <dsp:txXfrm>
        <a:off x="1076" y="0"/>
        <a:ext cx="2020805" cy="315035"/>
      </dsp:txXfrm>
    </dsp:sp>
    <dsp:sp modelId="{8AA24F0F-1E52-4E1F-8A8A-11881EBAC3C7}">
      <dsp:nvSpPr>
        <dsp:cNvPr id="0" name=""/>
        <dsp:cNvSpPr/>
      </dsp:nvSpPr>
      <dsp:spPr>
        <a:xfrm>
          <a:off x="1680728" y="0"/>
          <a:ext cx="2099564" cy="315035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144575"/>
                <a:satOff val="-3024"/>
                <a:lumOff val="16825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144575"/>
                <a:satOff val="-3024"/>
                <a:lumOff val="16825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144575"/>
                <a:satOff val="-3024"/>
                <a:lumOff val="168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Terça</a:t>
          </a:r>
          <a:endParaRPr lang="pt-BR" sz="1700" b="1" kern="1200" dirty="0"/>
        </a:p>
      </dsp:txBody>
      <dsp:txXfrm>
        <a:off x="1838246" y="0"/>
        <a:ext cx="1784529" cy="315035"/>
      </dsp:txXfrm>
    </dsp:sp>
    <dsp:sp modelId="{E0E00450-DC78-4331-8645-E253643C57EF}">
      <dsp:nvSpPr>
        <dsp:cNvPr id="0" name=""/>
        <dsp:cNvSpPr/>
      </dsp:nvSpPr>
      <dsp:spPr>
        <a:xfrm>
          <a:off x="3360380" y="0"/>
          <a:ext cx="2099564" cy="315035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289150"/>
                <a:satOff val="-6048"/>
                <a:lumOff val="3365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289150"/>
                <a:satOff val="-6048"/>
                <a:lumOff val="3365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289150"/>
                <a:satOff val="-6048"/>
                <a:lumOff val="3365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Quarta</a:t>
          </a:r>
          <a:endParaRPr lang="pt-BR" sz="1700" b="1" kern="1200" dirty="0"/>
        </a:p>
      </dsp:txBody>
      <dsp:txXfrm>
        <a:off x="3517898" y="0"/>
        <a:ext cx="1784529" cy="315035"/>
      </dsp:txXfrm>
    </dsp:sp>
    <dsp:sp modelId="{45A5D9A1-5D23-41DB-9CFC-09C690AFCA6A}">
      <dsp:nvSpPr>
        <dsp:cNvPr id="0" name=""/>
        <dsp:cNvSpPr/>
      </dsp:nvSpPr>
      <dsp:spPr>
        <a:xfrm>
          <a:off x="5040031" y="0"/>
          <a:ext cx="2099564" cy="315035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289150"/>
                <a:satOff val="-6048"/>
                <a:lumOff val="33650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289150"/>
                <a:satOff val="-6048"/>
                <a:lumOff val="33650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289150"/>
                <a:satOff val="-6048"/>
                <a:lumOff val="3365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Quinta</a:t>
          </a:r>
          <a:endParaRPr lang="pt-BR" sz="1700" b="1" kern="1200" dirty="0"/>
        </a:p>
      </dsp:txBody>
      <dsp:txXfrm>
        <a:off x="5197549" y="0"/>
        <a:ext cx="1784529" cy="315035"/>
      </dsp:txXfrm>
    </dsp:sp>
    <dsp:sp modelId="{AFC11CB6-1124-445D-B11C-BAA282FA497E}">
      <dsp:nvSpPr>
        <dsp:cNvPr id="0" name=""/>
        <dsp:cNvSpPr/>
      </dsp:nvSpPr>
      <dsp:spPr>
        <a:xfrm>
          <a:off x="6719683" y="0"/>
          <a:ext cx="2099564" cy="315035"/>
        </a:xfrm>
        <a:prstGeom prst="chevron">
          <a:avLst/>
        </a:prstGeom>
        <a:gradFill rotWithShape="0">
          <a:gsLst>
            <a:gs pos="0">
              <a:schemeClr val="accent1">
                <a:shade val="50000"/>
                <a:hueOff val="144575"/>
                <a:satOff val="-3024"/>
                <a:lumOff val="16825"/>
                <a:alphaOff val="0"/>
                <a:shade val="51000"/>
                <a:satMod val="130000"/>
              </a:schemeClr>
            </a:gs>
            <a:gs pos="80000">
              <a:schemeClr val="accent1">
                <a:shade val="50000"/>
                <a:hueOff val="144575"/>
                <a:satOff val="-3024"/>
                <a:lumOff val="16825"/>
                <a:alphaOff val="0"/>
                <a:shade val="93000"/>
                <a:satMod val="130000"/>
              </a:schemeClr>
            </a:gs>
            <a:gs pos="100000">
              <a:schemeClr val="accent1">
                <a:shade val="50000"/>
                <a:hueOff val="144575"/>
                <a:satOff val="-3024"/>
                <a:lumOff val="1682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b="1" kern="1200" dirty="0" smtClean="0"/>
            <a:t>Sexta</a:t>
          </a:r>
          <a:endParaRPr lang="pt-BR" sz="1700" b="1" kern="1200" dirty="0"/>
        </a:p>
      </dsp:txBody>
      <dsp:txXfrm>
        <a:off x="6877201" y="0"/>
        <a:ext cx="1784529" cy="315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23373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ECC7-798C-4DC9-B576-69CA3945C8DE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456218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23373" y="6456218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FC247-2D29-4661-9215-4B079696D7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37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4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90C86-FF29-474A-81FF-E0B4A3117F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43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8EF6F4-A443-4851-8437-FCC9F42E194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32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.xml"/><Relationship Id="rId10" Type="http://schemas.openxmlformats.org/officeDocument/2006/relationships/image" Target="../media/image3.png"/><Relationship Id="rId4" Type="http://schemas.openxmlformats.org/officeDocument/2006/relationships/tags" Target="../tags/tag3.xml"/><Relationship Id="rId9" Type="http://schemas.openxmlformats.org/officeDocument/2006/relationships/image" Target="../media/image2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4.png"/><Relationship Id="rId4" Type="http://schemas.openxmlformats.org/officeDocument/2006/relationships/tags" Target="../tags/tag7.xml"/><Relationship Id="rId9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63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22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30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29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9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3" y="1631159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07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64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18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93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5" y="1076331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41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4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4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082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027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157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" y="22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8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22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535786" y="635130"/>
            <a:ext cx="8228708" cy="1936622"/>
          </a:xfrm>
          <a:prstGeom prst="rect">
            <a:avLst/>
          </a:prstGeom>
        </p:spPr>
        <p:txBody>
          <a:bodyPr lIns="57010" tIns="28502" rIns="57010" bIns="28502"/>
          <a:lstStyle>
            <a:lvl1pPr algn="l">
              <a:defRPr lang="en-US" sz="6000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522397" y="2849699"/>
            <a:ext cx="8238753" cy="433647"/>
          </a:xfrm>
          <a:prstGeom prst="rect">
            <a:avLst/>
          </a:prstGeom>
        </p:spPr>
        <p:txBody>
          <a:bodyPr lIns="57010" tIns="28502" rIns="57010" bIns="28502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500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7316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" y="22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62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22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5" y="214337"/>
            <a:ext cx="6000751" cy="4714875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500080" y="421944"/>
            <a:ext cx="5402462" cy="408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530381" y="1687714"/>
            <a:ext cx="2510691" cy="388442"/>
          </a:xfrm>
          <a:prstGeom prst="rect">
            <a:avLst/>
          </a:prstGeom>
        </p:spPr>
        <p:txBody>
          <a:bodyPr lIns="57010" tIns="28502" rIns="57010" bIns="28502"/>
          <a:lstStyle>
            <a:lvl1pPr algn="l">
              <a:defRPr lang="en-US" sz="15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4302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672" y="1684967"/>
            <a:ext cx="6516439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 anchor="t"/>
          <a:lstStyle>
            <a:lvl1pPr algn="l">
              <a:defRPr lang="pt-BR" sz="620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079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5" y="22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22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7449" y="407711"/>
            <a:ext cx="8809136" cy="4100401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19041" y="468381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081781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41" y="468381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008902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15" y="22"/>
          <a:ext cx="111622" cy="83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" y="22"/>
                        <a:ext cx="111622" cy="83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7449" y="407703"/>
            <a:ext cx="8809136" cy="4594324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19034" y="468381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917586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34" y="468381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979248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35801" y="421961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787" y="1664311"/>
            <a:ext cx="7175004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535786" y="1271647"/>
            <a:ext cx="2518172" cy="38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5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84989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2348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46920" y="5027149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9" tIns="28508" rIns="57019" bIns="28508"/>
          <a:lstStyle/>
          <a:p>
            <a:pPr algn="ctr" defTabSz="511487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5"/>
          <p:cNvSpPr>
            <a:spLocks/>
          </p:cNvSpPr>
          <p:nvPr userDrawn="1"/>
        </p:nvSpPr>
        <p:spPr bwMode="auto">
          <a:xfrm>
            <a:off x="500098" y="4671355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0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5801" y="421944"/>
            <a:ext cx="5402462" cy="408534"/>
          </a:xfrm>
          <a:prstGeom prst="rect">
            <a:avLst/>
          </a:prstGeom>
        </p:spPr>
        <p:txBody>
          <a:bodyPr lIns="57019" tIns="28508" rIns="57019" bIns="28508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2200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220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535801" y="421961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807" y="1670174"/>
            <a:ext cx="4947571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535786" y="1271647"/>
            <a:ext cx="2518172" cy="38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5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84989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888409" y="1670174"/>
            <a:ext cx="2683372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3656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35711" y="214321"/>
            <a:ext cx="5679282" cy="472827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534674" y="1969037"/>
            <a:ext cx="413891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/>
          <a:lstStyle>
            <a:lvl1pPr>
              <a:defRPr lang="pt-BR" sz="6200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072208" y="2223540"/>
            <a:ext cx="2705695" cy="354955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1666" algn="l"/>
                <a:tab pos="443318" algn="l"/>
                <a:tab pos="664976" algn="l"/>
                <a:tab pos="886631" algn="l"/>
                <a:tab pos="1108292" algn="l"/>
                <a:tab pos="1329947" algn="l"/>
                <a:tab pos="1551603" algn="l"/>
                <a:tab pos="1773259" algn="l"/>
                <a:tab pos="1994910" algn="l"/>
                <a:tab pos="2216573" algn="l"/>
                <a:tab pos="2438229" algn="l"/>
                <a:tab pos="2659885" algn="l"/>
                <a:tab pos="2849884" algn="l"/>
              </a:tabLst>
              <a:defRPr lang="pt-BR" sz="1400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6072208" y="2589657"/>
            <a:ext cx="2705695" cy="1101701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>
              <a:buNone/>
              <a:defRPr lang="pt-BR" sz="1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01445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35711" y="214321"/>
            <a:ext cx="5679282" cy="472827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417" y="4252796"/>
            <a:ext cx="714375" cy="4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534674" y="1969037"/>
            <a:ext cx="413891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4989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6200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072208" y="2223540"/>
            <a:ext cx="2705695" cy="354955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1666" algn="l"/>
                <a:tab pos="443318" algn="l"/>
                <a:tab pos="664976" algn="l"/>
                <a:tab pos="886631" algn="l"/>
                <a:tab pos="1108292" algn="l"/>
                <a:tab pos="1329947" algn="l"/>
                <a:tab pos="1551603" algn="l"/>
                <a:tab pos="1773259" algn="l"/>
                <a:tab pos="1994910" algn="l"/>
                <a:tab pos="2216573" algn="l"/>
                <a:tab pos="2438229" algn="l"/>
                <a:tab pos="2659885" algn="l"/>
                <a:tab pos="2849884" algn="l"/>
              </a:tabLst>
              <a:defRPr lang="pt-BR" sz="1400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6072208" y="2589657"/>
            <a:ext cx="2705695" cy="1101701"/>
          </a:xfrm>
          <a:prstGeom prst="rect">
            <a:avLst/>
          </a:prstGeom>
        </p:spPr>
        <p:txBody>
          <a:bodyPr lIns="57010" tIns="28502" rIns="57010" bIns="28502"/>
          <a:lstStyle>
            <a:lvl1pPr marL="0" indent="0">
              <a:buNone/>
              <a:defRPr lang="pt-BR" sz="14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3729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3143267" y="214337"/>
            <a:ext cx="6000751" cy="4714875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429014" y="1024696"/>
            <a:ext cx="5572125" cy="3368724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410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3450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535801" y="421961"/>
            <a:ext cx="5402462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98" y="719153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802" y="1508551"/>
            <a:ext cx="3746251" cy="246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4774960" y="1508551"/>
            <a:ext cx="3746251" cy="246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6865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5951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0" y="5"/>
            <a:ext cx="9144000" cy="51435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010" tIns="28502" rIns="57010" bIns="28502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535823" y="1580585"/>
            <a:ext cx="7822407" cy="198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569044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100" dirty="0">
                <a:solidFill>
                  <a:srgbClr val="8F993E"/>
                </a:solidFill>
                <a:latin typeface="Gill Sans Std Light" pitchFamily="34" charset="0"/>
                <a:ea typeface="MS PGothic" pitchFamily="34" charset="-128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500098" y="467135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334" bIns="0"/>
          <a:lstStyle/>
          <a:p>
            <a:pPr marL="23750" defTabSz="569044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93" y="4253611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066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167449" y="407711"/>
            <a:ext cx="8809136" cy="4100401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41" y="468381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035621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167449" y="407704"/>
            <a:ext cx="8809136" cy="4595161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69044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34" y="468381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7851671" y="293383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340" bIns="0"/>
          <a:lstStyle/>
          <a:p>
            <a:pPr marL="24746" defTabSz="511487" fontAlgn="base"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32561622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41" y="342911"/>
            <a:ext cx="8226689" cy="393749"/>
          </a:xfrm>
          <a:prstGeom prst="rect">
            <a:avLst/>
          </a:prstGeom>
        </p:spPr>
        <p:txBody>
          <a:bodyPr lIns="49339" tIns="24745" rIns="49339" bIns="24745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941" y="1362310"/>
            <a:ext cx="8226689" cy="3437333"/>
          </a:xfrm>
          <a:prstGeom prst="rect">
            <a:avLst/>
          </a:prstGeom>
        </p:spPr>
        <p:txBody>
          <a:bodyPr lIns="49339" tIns="24745" rIns="49339" bIns="24745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2" name="Text Placeholder 2"/>
          <p:cNvSpPr>
            <a:spLocks noGrp="1"/>
          </p:cNvSpPr>
          <p:nvPr>
            <p:ph type="body" idx="10"/>
          </p:nvPr>
        </p:nvSpPr>
        <p:spPr>
          <a:xfrm>
            <a:off x="459586" y="850966"/>
            <a:ext cx="8227220" cy="402389"/>
          </a:xfrm>
          <a:prstGeom prst="rect">
            <a:avLst/>
          </a:prstGeom>
        </p:spPr>
        <p:txBody>
          <a:bodyPr lIns="49339" tIns="24745" rIns="49339" bIns="24745" anchor="t">
            <a:noAutofit/>
          </a:bodyPr>
          <a:lstStyle>
            <a:lvl1pPr marL="0" indent="0">
              <a:buNone/>
              <a:defRPr sz="1200" b="0"/>
            </a:lvl1pPr>
            <a:lvl2pPr marL="392225" indent="0">
              <a:buNone/>
              <a:defRPr sz="1800" b="1"/>
            </a:lvl2pPr>
            <a:lvl3pPr marL="784453" indent="0">
              <a:buNone/>
              <a:defRPr sz="1600" b="1"/>
            </a:lvl3pPr>
            <a:lvl4pPr marL="1176692" indent="0">
              <a:buNone/>
              <a:defRPr sz="1400" b="1"/>
            </a:lvl4pPr>
            <a:lvl5pPr marL="1568922" indent="0">
              <a:buNone/>
              <a:defRPr sz="1400" b="1"/>
            </a:lvl5pPr>
            <a:lvl6pPr marL="1961159" indent="0">
              <a:buNone/>
              <a:defRPr sz="1400" b="1"/>
            </a:lvl6pPr>
            <a:lvl7pPr marL="2353389" indent="0">
              <a:buNone/>
              <a:defRPr sz="1400" b="1"/>
            </a:lvl7pPr>
            <a:lvl8pPr marL="2745615" indent="0">
              <a:buNone/>
              <a:defRPr sz="1400" b="1"/>
            </a:lvl8pPr>
            <a:lvl9pPr marL="3137852" indent="0">
              <a:buNone/>
              <a:defRPr sz="14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grpSp>
        <p:nvGrpSpPr>
          <p:cNvPr id="158" name="Group 157"/>
          <p:cNvGrpSpPr/>
          <p:nvPr userDrawn="1"/>
        </p:nvGrpSpPr>
        <p:grpSpPr>
          <a:xfrm>
            <a:off x="-151301" y="-105687"/>
            <a:ext cx="9439923" cy="5352394"/>
            <a:chOff x="-151325" y="-141165"/>
            <a:chExt cx="9439923" cy="7136527"/>
          </a:xfrm>
        </p:grpSpPr>
        <p:grpSp>
          <p:nvGrpSpPr>
            <p:cNvPr id="159" name="Group 15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268" name="Straight Connector 26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0" name="Group 26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1" name="Straight Connector 30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1" name="Group 27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9" name="Straight Connector 29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2" name="Group 27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7" name="Straight Connector 29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3" name="Group 27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5" name="Straight Connector 29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4" name="Group 27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3" name="Straight Connector 29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5" name="Group 27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91" name="Straight Connector 29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6" name="Group 27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9" name="Straight Connector 28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7" name="Group 27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7" name="Straight Connector 28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8" name="Group 27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5" name="Straight Connector 28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9" name="Group 27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3" name="Straight Connector 28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0" name="Group 27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1" name="Straight Connector 2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0" name="Group 15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233" name="Straight Connector 23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4" name="Group 23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6" name="Straight Connector 26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4" name="Straight Connector 26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2" name="Straight Connector 26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60" name="Straight Connector 25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8" name="Straight Connector 25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6" name="Straight Connector 25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Group 23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4" name="Straight Connector 25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1" name="Group 24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2" name="Straight Connector 25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2" name="Group 24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50" name="Straight Connector 24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8" name="Straight Connector 24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4" name="Group 24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46" name="Straight Connector 2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45" name="Straight Connector 24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1" name="Group 16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198" name="Straight Connector 19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9" name="Group 19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31" name="Straight Connector 2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0" name="Group 19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9" name="Straight Connector 22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1" name="Group 20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7" name="Straight Connector 22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2" name="Group 20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5" name="Straight Connector 22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3" name="Group 20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3" name="Straight Connector 22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4" name="Group 20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21" name="Straight Connector 22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5" name="Group 20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9" name="Straight Connector 21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6" name="Group 20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7" name="Straight Connector 21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5" name="Straight Connector 21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8" name="Group 20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3" name="Straight Connector 21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9" name="Group 20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211" name="Straight Connector 21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0" name="Straight Connector 20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63" name="Straight Connector 16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5" name="Group 16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6" name="Straight Connector 1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4" name="Straight Connector 19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2" name="Straight Connector 19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90" name="Straight Connector 18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8" name="Straight Connector 18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0" name="Group 16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6" name="Straight Connector 18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Group 17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4" name="Straight Connector 18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2" name="Straight Connector 18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80" name="Straight Connector 17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Group 17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8" name="Straight Connector 17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Group 17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76" name="Straight Connector 17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58792" y="4799417"/>
            <a:ext cx="5438508" cy="3440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en-US" sz="700" i="0" dirty="0" smtClean="0">
                <a:solidFill>
                  <a:schemeClr val="bg2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0073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521"/>
            <a:ext cx="7772400" cy="11028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257162" indent="0" algn="ctr">
              <a:buNone/>
              <a:defRPr/>
            </a:lvl2pPr>
            <a:lvl3pPr marL="514325" indent="0" algn="ctr">
              <a:buNone/>
              <a:defRPr/>
            </a:lvl3pPr>
            <a:lvl4pPr marL="771487" indent="0" algn="ctr">
              <a:buNone/>
              <a:defRPr/>
            </a:lvl4pPr>
            <a:lvl5pPr marL="1028649" indent="0" algn="ctr">
              <a:buNone/>
              <a:defRPr/>
            </a:lvl5pPr>
            <a:lvl6pPr marL="1285811" indent="0" algn="ctr">
              <a:buNone/>
              <a:defRPr/>
            </a:lvl6pPr>
            <a:lvl7pPr marL="1542974" indent="0" algn="ctr">
              <a:buNone/>
              <a:defRPr/>
            </a:lvl7pPr>
            <a:lvl8pPr marL="1800135" indent="0" algn="ctr">
              <a:buNone/>
              <a:defRPr/>
            </a:lvl8pPr>
            <a:lvl9pPr marL="205729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73616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0774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12" y="3304882"/>
            <a:ext cx="7772400" cy="1021556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12" y="2179742"/>
            <a:ext cx="7772400" cy="1125141"/>
          </a:xfrm>
        </p:spPr>
        <p:txBody>
          <a:bodyPr anchor="b"/>
          <a:lstStyle>
            <a:lvl1pPr marL="0" indent="0">
              <a:buNone/>
              <a:defRPr sz="1100"/>
            </a:lvl1pPr>
            <a:lvl2pPr marL="257162" indent="0">
              <a:buNone/>
              <a:defRPr sz="1000"/>
            </a:lvl2pPr>
            <a:lvl3pPr marL="514325" indent="0">
              <a:buNone/>
              <a:defRPr sz="900"/>
            </a:lvl3pPr>
            <a:lvl4pPr marL="771487" indent="0">
              <a:buNone/>
              <a:defRPr sz="800"/>
            </a:lvl4pPr>
            <a:lvl5pPr marL="1028649" indent="0">
              <a:buNone/>
              <a:defRPr sz="800"/>
            </a:lvl5pPr>
            <a:lvl6pPr marL="1285811" indent="0">
              <a:buNone/>
              <a:defRPr sz="800"/>
            </a:lvl6pPr>
            <a:lvl7pPr marL="1542974" indent="0">
              <a:buNone/>
              <a:defRPr sz="800"/>
            </a:lvl7pPr>
            <a:lvl8pPr marL="1800135" indent="0">
              <a:buNone/>
              <a:defRPr sz="800"/>
            </a:lvl8pPr>
            <a:lvl9pPr marL="205729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616531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081" y="2650335"/>
            <a:ext cx="3875484" cy="59293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291" y="2650335"/>
            <a:ext cx="3875484" cy="59293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75287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2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151042"/>
            <a:ext cx="4039791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1631458"/>
            <a:ext cx="4039791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32" y="1151042"/>
            <a:ext cx="4041577" cy="48041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7162" indent="0">
              <a:buNone/>
              <a:defRPr sz="1100" b="1"/>
            </a:lvl2pPr>
            <a:lvl3pPr marL="514325" indent="0">
              <a:buNone/>
              <a:defRPr sz="1000" b="1"/>
            </a:lvl3pPr>
            <a:lvl4pPr marL="771487" indent="0">
              <a:buNone/>
              <a:defRPr sz="900" b="1"/>
            </a:lvl4pPr>
            <a:lvl5pPr marL="1028649" indent="0">
              <a:buNone/>
              <a:defRPr sz="900" b="1"/>
            </a:lvl5pPr>
            <a:lvl6pPr marL="1285811" indent="0">
              <a:buNone/>
              <a:defRPr sz="900" b="1"/>
            </a:lvl6pPr>
            <a:lvl7pPr marL="1542974" indent="0">
              <a:buNone/>
              <a:defRPr sz="900" b="1"/>
            </a:lvl7pPr>
            <a:lvl8pPr marL="1800135" indent="0">
              <a:buNone/>
              <a:defRPr sz="900" b="1"/>
            </a:lvl8pPr>
            <a:lvl9pPr marL="2057297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32" y="1631458"/>
            <a:ext cx="4041577" cy="2962870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95550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0634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051757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490"/>
            <a:ext cx="3008412" cy="871538"/>
          </a:xfrm>
        </p:spPr>
        <p:txBody>
          <a:bodyPr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455" y="204490"/>
            <a:ext cx="5111353" cy="438983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033"/>
            <a:ext cx="3008412" cy="351829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291870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89" y="3600452"/>
            <a:ext cx="5486400" cy="425053"/>
          </a:xfrm>
        </p:spPr>
        <p:txBody>
          <a:bodyPr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89" y="459882"/>
            <a:ext cx="54864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62" indent="0">
              <a:buNone/>
              <a:defRPr sz="1600"/>
            </a:lvl2pPr>
            <a:lvl3pPr marL="514325" indent="0">
              <a:buNone/>
              <a:defRPr sz="1400"/>
            </a:lvl3pPr>
            <a:lvl4pPr marL="771487" indent="0">
              <a:buNone/>
              <a:defRPr sz="1100"/>
            </a:lvl4pPr>
            <a:lvl5pPr marL="1028649" indent="0">
              <a:buNone/>
              <a:defRPr sz="1100"/>
            </a:lvl5pPr>
            <a:lvl6pPr marL="1285811" indent="0">
              <a:buNone/>
              <a:defRPr sz="1100"/>
            </a:lvl6pPr>
            <a:lvl7pPr marL="1542974" indent="0">
              <a:buNone/>
              <a:defRPr sz="1100"/>
            </a:lvl7pPr>
            <a:lvl8pPr marL="1800135" indent="0">
              <a:buNone/>
              <a:defRPr sz="1100"/>
            </a:lvl8pPr>
            <a:lvl9pPr marL="2057297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89" y="4025508"/>
            <a:ext cx="5486400" cy="603647"/>
          </a:xfrm>
        </p:spPr>
        <p:txBody>
          <a:bodyPr/>
          <a:lstStyle>
            <a:lvl1pPr marL="0" indent="0">
              <a:buNone/>
              <a:defRPr sz="800"/>
            </a:lvl1pPr>
            <a:lvl2pPr marL="257162" indent="0">
              <a:buNone/>
              <a:defRPr sz="700"/>
            </a:lvl2pPr>
            <a:lvl3pPr marL="514325" indent="0">
              <a:buNone/>
              <a:defRPr sz="600"/>
            </a:lvl3pPr>
            <a:lvl4pPr marL="771487" indent="0">
              <a:buNone/>
              <a:defRPr sz="500"/>
            </a:lvl4pPr>
            <a:lvl5pPr marL="1028649" indent="0">
              <a:buNone/>
              <a:defRPr sz="500"/>
            </a:lvl5pPr>
            <a:lvl6pPr marL="1285811" indent="0">
              <a:buNone/>
              <a:defRPr sz="500"/>
            </a:lvl6pPr>
            <a:lvl7pPr marL="1542974" indent="0">
              <a:buNone/>
              <a:defRPr sz="500"/>
            </a:lvl7pPr>
            <a:lvl8pPr marL="1800135" indent="0">
              <a:buNone/>
              <a:defRPr sz="500"/>
            </a:lvl8pPr>
            <a:lvl9pPr marL="2057297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5365291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56151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610" y="864399"/>
            <a:ext cx="1959173" cy="237886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087" y="864399"/>
            <a:ext cx="5791795" cy="2378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4045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55"/>
            <a:ext cx="7772400" cy="1102519"/>
          </a:xfrm>
        </p:spPr>
        <p:txBody>
          <a:bodyPr anchor="t" anchorCtr="0">
            <a:noAutofit/>
          </a:bodyPr>
          <a:lstStyle>
            <a:lvl1pPr marL="0" indent="0" algn="l" defTabSz="913947" rtl="0" eaLnBrk="1" latinLnBrk="0" hangingPunct="1">
              <a:spcBef>
                <a:spcPct val="0"/>
              </a:spcBef>
              <a:buNone/>
              <a:defRPr lang="pt-BR" sz="3600" kern="1200" cap="all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Autofit/>
          </a:bodyPr>
          <a:lstStyle>
            <a:lvl1pPr marL="0" indent="0" algn="ctr">
              <a:buNone/>
              <a:defRPr lang="pt-BR" sz="3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Std" pitchFamily="34" charset="0"/>
                <a:ea typeface="+mj-ea"/>
                <a:cs typeface="+mj-cs"/>
              </a:defRPr>
            </a:lvl1pPr>
            <a:lvl2pPr marL="456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 smtClean="0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086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76995"/>
            <a:ext cx="1619200" cy="264111"/>
          </a:xfrm>
        </p:spPr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2628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93265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315" y="407643"/>
            <a:ext cx="8461375" cy="678942"/>
          </a:xfrm>
        </p:spPr>
        <p:txBody>
          <a:bodyPr anchor="t" anchorCtr="0">
            <a:noAutofit/>
          </a:bodyPr>
          <a:lstStyle>
            <a:lvl1pPr marL="177712" indent="-177712" algn="l">
              <a:defRPr sz="28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1315" y="1492251"/>
            <a:ext cx="8101012" cy="3102371"/>
          </a:xfrm>
        </p:spPr>
        <p:txBody>
          <a:bodyPr>
            <a:noAutofit/>
          </a:bodyPr>
          <a:lstStyle>
            <a:lvl1pPr marL="171450" indent="-171450">
              <a:buFont typeface="Gill Sans Std" pitchFamily="34" charset="0"/>
              <a:buChar char="_"/>
              <a:defRPr lang="pt-BR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defRPr>
            </a:lvl1pPr>
            <a:lvl2pPr marL="455613" indent="-112713">
              <a:buFont typeface="Gill Sans Std" pitchFamily="34" charset="0"/>
              <a:buChar char="_"/>
              <a:defRPr lang="pt-BR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+mn-ea"/>
                <a:cs typeface="+mn-cs"/>
              </a:defRPr>
            </a:lvl2pPr>
            <a:lvl3pPr marL="904875" indent="-155575"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3pPr>
            <a:lvl4pPr marL="1254125" indent="-161925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4pPr>
            <a:lvl5pPr marL="1616075" indent="-168275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5pPr>
          </a:lstStyle>
          <a:p>
            <a:pPr marL="172951" lvl="0" indent="-172951" algn="l" defTabSz="913947" rtl="0" eaLnBrk="1" latinLnBrk="0" hangingPunct="1">
              <a:spcBef>
                <a:spcPct val="20000"/>
              </a:spcBef>
              <a:buFont typeface="Gill Sans Std" pitchFamily="34" charset="0"/>
              <a:buChar char="_"/>
            </a:pPr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pic>
        <p:nvPicPr>
          <p:cNvPr id="7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  <p:sp>
        <p:nvSpPr>
          <p:cNvPr id="5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4767266"/>
            <a:ext cx="2133600" cy="273843"/>
          </a:xfrm>
        </p:spPr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1" y="4767266"/>
            <a:ext cx="2895600" cy="273843"/>
          </a:xfrm>
        </p:spPr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76995"/>
            <a:ext cx="1619200" cy="264111"/>
          </a:xfrm>
        </p:spPr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3086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 - logo bco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315" y="407643"/>
            <a:ext cx="8461375" cy="678942"/>
          </a:xfrm>
        </p:spPr>
        <p:txBody>
          <a:bodyPr anchor="t" anchorCtr="0">
            <a:noAutofit/>
          </a:bodyPr>
          <a:lstStyle>
            <a:lvl1pPr marL="177712" indent="-177712" algn="l">
              <a:defRPr sz="2800" cap="all" baseline="0">
                <a:solidFill>
                  <a:schemeClr val="bg1"/>
                </a:solidFill>
                <a:effectLst/>
                <a:latin typeface="Gill Sans Std ExtraBold" pitchFamily="34" charset="0"/>
              </a:defRPr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341315" y="1671650"/>
            <a:ext cx="8101012" cy="2922972"/>
          </a:xfrm>
        </p:spPr>
        <p:txBody>
          <a:bodyPr>
            <a:noAutofit/>
          </a:bodyPr>
          <a:lstStyle>
            <a:lvl1pPr marL="172951" indent="-172951">
              <a:buFont typeface="Gill Sans Std" pitchFamily="34" charset="0"/>
              <a:buChar char="_"/>
              <a:defRPr lang="pt-BR" sz="2000" kern="1200" dirty="0" smtClean="0">
                <a:solidFill>
                  <a:schemeClr val="bg1"/>
                </a:solidFill>
                <a:latin typeface="Gill Sans Std" pitchFamily="34" charset="0"/>
                <a:ea typeface="+mn-ea"/>
                <a:cs typeface="+mn-cs"/>
              </a:defRPr>
            </a:lvl1pPr>
            <a:lvl2pPr marL="539750" indent="-206375">
              <a:buFont typeface="Gill Sans Std" pitchFamily="34" charset="0"/>
              <a:buChar char="_"/>
              <a:defRPr lang="pt-BR" sz="1800" kern="1200" dirty="0" smtClean="0">
                <a:solidFill>
                  <a:schemeClr val="bg1"/>
                </a:solidFill>
                <a:latin typeface="Gill Sans Std" pitchFamily="34" charset="0"/>
                <a:ea typeface="+mn-ea"/>
                <a:cs typeface="+mn-cs"/>
              </a:defRPr>
            </a:lvl2pPr>
            <a:lvl3pPr marL="904875" indent="-179388">
              <a:tabLst/>
              <a:defRPr sz="1600">
                <a:solidFill>
                  <a:schemeClr val="bg1"/>
                </a:solidFill>
                <a:latin typeface="Gill Sans Std" pitchFamily="34" charset="0"/>
              </a:defRPr>
            </a:lvl3pPr>
            <a:lvl4pPr marL="1254125" indent="-161925">
              <a:defRPr sz="1400">
                <a:solidFill>
                  <a:schemeClr val="bg1"/>
                </a:solidFill>
                <a:latin typeface="Gill Sans Std" pitchFamily="34" charset="0"/>
              </a:defRPr>
            </a:lvl4pPr>
            <a:lvl5pPr marL="1616075" indent="-168275">
              <a:defRPr sz="1400">
                <a:solidFill>
                  <a:schemeClr val="bg1"/>
                </a:solidFill>
                <a:latin typeface="Gill Sans Std" pitchFamily="34" charset="0"/>
              </a:defRPr>
            </a:lvl5pPr>
          </a:lstStyle>
          <a:p>
            <a:pPr marL="172951" lvl="0" indent="-172951" algn="l" defTabSz="913947" rtl="0" eaLnBrk="1" latinLnBrk="0" hangingPunct="1">
              <a:spcBef>
                <a:spcPct val="20000"/>
              </a:spcBef>
              <a:buFont typeface="Gill Sans Std" pitchFamily="34" charset="0"/>
              <a:buChar char="_"/>
            </a:pPr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5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4767266"/>
            <a:ext cx="2133600" cy="273843"/>
          </a:xfrm>
        </p:spPr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1" y="4767266"/>
            <a:ext cx="2895600" cy="273843"/>
          </a:xfrm>
        </p:spPr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4776995"/>
            <a:ext cx="1619200" cy="264111"/>
          </a:xfrm>
        </p:spPr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40" descr="cinza-pluma.png"/>
          <p:cNvPicPr>
            <a:picLocks noChangeAspect="1"/>
          </p:cNvPicPr>
          <p:nvPr userDrawn="1"/>
        </p:nvPicPr>
        <p:blipFill>
          <a:blip r:embed="rId2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9559" y="4364068"/>
            <a:ext cx="512995" cy="51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505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anchor="t" anchorCtr="0"/>
          <a:lstStyle>
            <a:lvl1pPr>
              <a:defRPr sz="2800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1530" y="1491630"/>
            <a:ext cx="3870108" cy="254674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5613" indent="-112713">
              <a:buFont typeface="Gill Sans Std" pitchFamily="34" charset="0"/>
              <a:buChar char="_"/>
              <a:defRPr sz="1800"/>
            </a:lvl2pPr>
            <a:lvl3pPr marL="904875" indent="-150813">
              <a:tabLst/>
              <a:defRPr sz="1600"/>
            </a:lvl3pPr>
            <a:lvl4pPr marL="1258888" indent="-177800">
              <a:defRPr sz="1400"/>
            </a:lvl4pPr>
            <a:lvl5pPr marL="1436688" indent="-177800"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2" y="1491630"/>
            <a:ext cx="3870325" cy="254674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5613" indent="-112713">
              <a:buFont typeface="Gill Sans Std" pitchFamily="34" charset="0"/>
              <a:buChar char="_"/>
              <a:defRPr sz="1800"/>
            </a:lvl2pPr>
            <a:lvl3pPr marL="904875" indent="-192088">
              <a:tabLst/>
              <a:defRPr sz="1600"/>
            </a:lvl3pPr>
            <a:lvl4pPr marL="1254125" indent="-173038">
              <a:defRPr sz="1400"/>
            </a:lvl4pPr>
            <a:lvl5pPr marL="1616075" indent="-168275"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79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316" y="411165"/>
            <a:ext cx="3124219" cy="665163"/>
          </a:xfrm>
        </p:spPr>
        <p:txBody>
          <a:bodyPr anchor="t" anchorCtr="0"/>
          <a:lstStyle>
            <a:lvl1pPr algn="l">
              <a:defRPr sz="2000" b="1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411163"/>
            <a:ext cx="4867275" cy="418349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5613" indent="-88900">
              <a:buFont typeface="Gill Sans Std" pitchFamily="34" charset="0"/>
              <a:buChar char="_"/>
              <a:defRPr sz="2000"/>
            </a:lvl2pPr>
            <a:lvl3pPr marL="904875" indent="-192088">
              <a:defRPr sz="1800"/>
            </a:lvl3pPr>
            <a:lvl4pPr marL="1254125" indent="-161925">
              <a:defRPr sz="1600"/>
            </a:lvl4pPr>
            <a:lvl5pPr marL="1616075" indent="-168275"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1530" y="1492250"/>
            <a:ext cx="3008313" cy="3102408"/>
          </a:xfrm>
        </p:spPr>
        <p:txBody>
          <a:bodyPr/>
          <a:lstStyle>
            <a:lvl1pPr marL="0" indent="0">
              <a:buNone/>
              <a:defRPr sz="1400"/>
            </a:lvl1pPr>
            <a:lvl2pPr marL="456972" indent="0">
              <a:buNone/>
              <a:defRPr sz="1200"/>
            </a:lvl2pPr>
            <a:lvl3pPr marL="913947" indent="0">
              <a:buNone/>
              <a:defRPr sz="1000"/>
            </a:lvl3pPr>
            <a:lvl4pPr marL="1370919" indent="0">
              <a:buNone/>
              <a:defRPr sz="900"/>
            </a:lvl4pPr>
            <a:lvl5pPr marL="1827894" indent="0">
              <a:buNone/>
              <a:defRPr sz="900"/>
            </a:lvl5pPr>
            <a:lvl6pPr marL="2284866" indent="0">
              <a:buNone/>
              <a:defRPr sz="900"/>
            </a:lvl6pPr>
            <a:lvl7pPr marL="2741841" indent="0">
              <a:buNone/>
              <a:defRPr sz="900"/>
            </a:lvl7pPr>
            <a:lvl8pPr marL="3198813" indent="0">
              <a:buNone/>
              <a:defRPr sz="900"/>
            </a:lvl8pPr>
            <a:lvl9pPr marL="3655787" indent="0">
              <a:buNone/>
              <a:defRPr sz="9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348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85"/>
            <a:ext cx="5486400" cy="425054"/>
          </a:xfrm>
        </p:spPr>
        <p:txBody>
          <a:bodyPr anchor="b"/>
          <a:lstStyle>
            <a:lvl1pPr algn="l">
              <a:defRPr sz="2000" b="1" cap="all" baseline="0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617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6972" indent="0">
              <a:buNone/>
              <a:defRPr sz="2800"/>
            </a:lvl2pPr>
            <a:lvl3pPr marL="913947" indent="0">
              <a:buNone/>
              <a:defRPr sz="2400"/>
            </a:lvl3pPr>
            <a:lvl4pPr marL="1370919" indent="0">
              <a:buNone/>
              <a:defRPr sz="2000"/>
            </a:lvl4pPr>
            <a:lvl5pPr marL="1827894" indent="0">
              <a:buNone/>
              <a:defRPr sz="2000"/>
            </a:lvl5pPr>
            <a:lvl6pPr marL="2284866" indent="0">
              <a:buNone/>
              <a:defRPr sz="2000"/>
            </a:lvl6pPr>
            <a:lvl7pPr marL="2741841" indent="0">
              <a:buNone/>
              <a:defRPr sz="2000"/>
            </a:lvl7pPr>
            <a:lvl8pPr marL="3198813" indent="0">
              <a:buNone/>
              <a:defRPr sz="2000"/>
            </a:lvl8pPr>
            <a:lvl9pPr marL="3655787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41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6972" indent="0">
              <a:buNone/>
              <a:defRPr sz="1200"/>
            </a:lvl2pPr>
            <a:lvl3pPr marL="913947" indent="0">
              <a:buNone/>
              <a:defRPr sz="1000"/>
            </a:lvl3pPr>
            <a:lvl4pPr marL="1370919" indent="0">
              <a:buNone/>
              <a:defRPr sz="900"/>
            </a:lvl4pPr>
            <a:lvl5pPr marL="1827894" indent="0">
              <a:buNone/>
              <a:defRPr sz="900"/>
            </a:lvl5pPr>
            <a:lvl6pPr marL="2284866" indent="0">
              <a:buNone/>
              <a:defRPr sz="900"/>
            </a:lvl6pPr>
            <a:lvl7pPr marL="2741841" indent="0">
              <a:buNone/>
              <a:defRPr sz="900"/>
            </a:lvl7pPr>
            <a:lvl8pPr marL="3198813" indent="0">
              <a:buNone/>
              <a:defRPr sz="900"/>
            </a:lvl8pPr>
            <a:lvl9pPr marL="3655787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6" descr="marrom-ekos.png"/>
          <p:cNvPicPr>
            <a:picLocks noChangeAspect="1"/>
          </p:cNvPicPr>
          <p:nvPr userDrawn="1"/>
        </p:nvPicPr>
        <p:blipFill>
          <a:blip r:embed="rId2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3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4218" y="4371394"/>
            <a:ext cx="498262" cy="49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801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7122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489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8F5F4-4191-4F34-96FE-68815E4D7AE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ítulo 15"/>
          <p:cNvSpPr>
            <a:spLocks noGrp="1"/>
          </p:cNvSpPr>
          <p:nvPr>
            <p:ph type="title" hasCustomPrompt="1"/>
          </p:nvPr>
        </p:nvSpPr>
        <p:spPr>
          <a:xfrm>
            <a:off x="182166" y="181985"/>
            <a:ext cx="7836694" cy="344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lang="pt-BR" sz="1600" b="0" kern="120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lvl="0" algn="l">
              <a:lnSpc>
                <a:spcPct val="90000"/>
              </a:lnSpc>
              <a:spcAft>
                <a:spcPts val="338"/>
              </a:spcAft>
              <a:tabLst>
                <a:tab pos="200025" algn="l"/>
                <a:tab pos="400049" algn="l"/>
                <a:tab pos="600071" algn="l"/>
                <a:tab pos="800093" algn="l"/>
                <a:tab pos="1000118" algn="l"/>
                <a:tab pos="1200141" algn="l"/>
                <a:tab pos="1400164" algn="l"/>
                <a:tab pos="1600186" algn="l"/>
                <a:tab pos="1800211" algn="l"/>
                <a:tab pos="2000235" algn="l"/>
                <a:tab pos="2200257" algn="l"/>
                <a:tab pos="2400281" algn="l"/>
                <a:tab pos="2571729" algn="l"/>
              </a:tabLst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1" hasCustomPrompt="1"/>
          </p:nvPr>
        </p:nvSpPr>
        <p:spPr>
          <a:xfrm>
            <a:off x="182166" y="546526"/>
            <a:ext cx="7836694" cy="3536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>
              <a:buFontTx/>
              <a:buNone/>
              <a:defRPr lang="pt-BR" sz="1000" b="0" kern="1200" smtClean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  <a:lvl2pPr>
              <a:defRPr lang="pt-BR" sz="43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2pPr>
            <a:lvl3pPr>
              <a:defRPr lang="pt-BR" sz="43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3pPr>
            <a:lvl4pPr>
              <a:defRPr lang="pt-BR" sz="43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4pPr>
            <a:lvl5pPr>
              <a:defRPr lang="pt-BR" sz="4300" kern="1200">
                <a:latin typeface="Gill Sans" charset="0"/>
                <a:ea typeface="ヒラギノ角ゴ ProN W3" charset="0"/>
                <a:cs typeface="ヒラギノ角ゴ ProN W3" charset="0"/>
              </a:defRPr>
            </a:lvl5pPr>
          </a:lstStyle>
          <a:p>
            <a:pPr lvl="0" algn="l">
              <a:lnSpc>
                <a:spcPct val="90000"/>
              </a:lnSpc>
              <a:spcAft>
                <a:spcPts val="338"/>
              </a:spcAft>
              <a:tabLst>
                <a:tab pos="200025" algn="l"/>
                <a:tab pos="400049" algn="l"/>
                <a:tab pos="600071" algn="l"/>
                <a:tab pos="800093" algn="l"/>
                <a:tab pos="1000118" algn="l"/>
                <a:tab pos="1200141" algn="l"/>
                <a:tab pos="1400164" algn="l"/>
                <a:tab pos="1600186" algn="l"/>
                <a:tab pos="1800211" algn="l"/>
                <a:tab pos="2000235" algn="l"/>
                <a:tab pos="2200257" algn="l"/>
                <a:tab pos="2400281" algn="l"/>
                <a:tab pos="2571729" algn="l"/>
              </a:tabLst>
            </a:pPr>
            <a:r>
              <a:rPr lang="pt-BR" dirty="0" smtClean="0"/>
              <a:t>&gt; Clique para editar o texto mestre</a:t>
            </a:r>
            <a:endParaRPr lang="pt-BR" dirty="0"/>
          </a:p>
        </p:txBody>
      </p:sp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876" y="4738775"/>
            <a:ext cx="334640" cy="3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992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tuação-Con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11"/>
          <p:cNvSpPr>
            <a:spLocks noGrp="1"/>
          </p:cNvSpPr>
          <p:nvPr>
            <p:ph type="body" sz="quarter" idx="10" hasCustomPrompt="1"/>
          </p:nvPr>
        </p:nvSpPr>
        <p:spPr>
          <a:xfrm>
            <a:off x="2107406" y="1071562"/>
            <a:ext cx="4757738" cy="300038"/>
          </a:xfrm>
        </p:spPr>
        <p:txBody>
          <a:bodyPr anchor="ctr"/>
          <a:lstStyle>
            <a:lvl1pPr>
              <a:defRPr sz="1600" b="1" baseline="0">
                <a:solidFill>
                  <a:srgbClr val="612C51"/>
                </a:solidFill>
                <a:effectLst/>
                <a:latin typeface="Gill Sans Std ExtraBold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 dirty="0" smtClean="0"/>
              <a:t>Insira título do slide</a:t>
            </a:r>
          </a:p>
        </p:txBody>
      </p:sp>
      <p:sp>
        <p:nvSpPr>
          <p:cNvPr id="5" name="Espaço Reservado para Conteúdo 3"/>
          <p:cNvSpPr>
            <a:spLocks noGrp="1"/>
          </p:cNvSpPr>
          <p:nvPr>
            <p:ph sz="quarter" idx="13" hasCustomPrompt="1"/>
          </p:nvPr>
        </p:nvSpPr>
        <p:spPr>
          <a:xfrm>
            <a:off x="1571625" y="1671637"/>
            <a:ext cx="5829300" cy="2528888"/>
          </a:xfrm>
        </p:spPr>
        <p:txBody>
          <a:bodyPr/>
          <a:lstStyle>
            <a:lvl1pPr>
              <a:defRPr>
                <a:latin typeface="Gill Sans Std" pitchFamily="34" charset="0"/>
              </a:defRPr>
            </a:lvl1pPr>
          </a:lstStyle>
          <a:p>
            <a:pPr lvl="0"/>
            <a:r>
              <a:rPr lang="pt-BR" dirty="0" smtClean="0"/>
              <a:t>Exemplo de um problema: A quebra da promoção X foi o maior ofensor do ciclo Y</a:t>
            </a:r>
          </a:p>
          <a:p>
            <a:pPr lvl="0"/>
            <a:endParaRPr lang="pt-BR" dirty="0"/>
          </a:p>
        </p:txBody>
      </p:sp>
      <p:sp>
        <p:nvSpPr>
          <p:cNvPr id="6" name="Espaço Reservado para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1271588" y="4524175"/>
            <a:ext cx="7029450" cy="576462"/>
          </a:xfrm>
        </p:spPr>
        <p:txBody>
          <a:bodyPr anchor="ctr"/>
          <a:lstStyle>
            <a:lvl1pPr marL="0" indent="0" algn="ctr">
              <a:buFontTx/>
              <a:buNone/>
              <a:defRPr sz="1400" b="1" i="0" baseline="0">
                <a:solidFill>
                  <a:srgbClr val="612C51"/>
                </a:solidFill>
                <a:effectLst/>
                <a:latin typeface="Gill Sans Std ExtraBold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 dirty="0" err="1" smtClean="0"/>
              <a:t>Kicker</a:t>
            </a:r>
            <a:r>
              <a:rPr lang="pt-BR" dirty="0" smtClean="0"/>
              <a:t>: Se necessário, insira neste espaço uma constatação que apoie a transição para o título do próximo slide em no máximo 2 linhas.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40" y="0"/>
            <a:ext cx="9143160" cy="942975"/>
          </a:xfrm>
          <a:solidFill>
            <a:srgbClr val="D9D9D6"/>
          </a:solidFill>
        </p:spPr>
        <p:txBody>
          <a:bodyPr lIns="121500" tIns="121500" rIns="121500" bIns="121500" anchor="ctr"/>
          <a:lstStyle>
            <a:lvl1pPr algn="l">
              <a:lnSpc>
                <a:spcPct val="100000"/>
              </a:lnSpc>
              <a:defRPr sz="1400" i="0" baseline="0">
                <a:solidFill>
                  <a:srgbClr val="004F71"/>
                </a:solidFill>
                <a:latin typeface="Gill Sans Std ExtraBold" pitchFamily="34" charset="0"/>
              </a:defRPr>
            </a:lvl1pPr>
          </a:lstStyle>
          <a:p>
            <a:r>
              <a:rPr lang="pt-BR" dirty="0" smtClean="0"/>
              <a:t>Insira no título o problema ou inquietação identificados de forma clara, objetiva, em no máximo 3 linhas e aproveite o corpo do slide para explicar quais as implicações e ou oportunidades que precisam ser investigadas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667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Marcador de texto"/>
          <p:cNvSpPr>
            <a:spLocks noGrp="1"/>
          </p:cNvSpPr>
          <p:nvPr>
            <p:ph idx="1"/>
          </p:nvPr>
        </p:nvSpPr>
        <p:spPr>
          <a:xfrm>
            <a:off x="457200" y="771550"/>
            <a:ext cx="8229600" cy="3822675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s-ES" dirty="0" smtClean="0"/>
              <a:t>Haga clic para modificar el estilo de texto del patrón</a:t>
            </a:r>
          </a:p>
          <a:p>
            <a:pPr lvl="1"/>
            <a:r>
              <a:rPr lang="es-ES" dirty="0" smtClean="0"/>
              <a:t>Segundo nivel</a:t>
            </a:r>
          </a:p>
          <a:p>
            <a:pPr lvl="2"/>
            <a:r>
              <a:rPr lang="es-ES" dirty="0" smtClean="0"/>
              <a:t>Tercer nivel</a:t>
            </a:r>
          </a:p>
          <a:p>
            <a:pPr lvl="3"/>
            <a:r>
              <a:rPr lang="es-ES" dirty="0" smtClean="0"/>
              <a:t>Cuarto nivel</a:t>
            </a:r>
          </a:p>
          <a:p>
            <a:pPr lvl="4"/>
            <a:r>
              <a:rPr lang="es-ES" dirty="0" smtClean="0"/>
              <a:t>Quinto nivel</a:t>
            </a:r>
            <a:endParaRPr lang="es-AR" dirty="0"/>
          </a:p>
        </p:txBody>
      </p:sp>
      <p:sp>
        <p:nvSpPr>
          <p:cNvPr id="6" name="1 Marcador de título"/>
          <p:cNvSpPr>
            <a:spLocks noGrp="1"/>
          </p:cNvSpPr>
          <p:nvPr>
            <p:ph type="title"/>
          </p:nvPr>
        </p:nvSpPr>
        <p:spPr>
          <a:xfrm>
            <a:off x="1979712" y="123478"/>
            <a:ext cx="6048672" cy="576064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AR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72CB70-A35C-4D7C-B44D-692B0F172AF6}" type="datetimeFigureOut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28/05/2015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5C2A5-45C6-472F-9AFE-BF67FEFF5C43}" type="slidenum">
              <a:rPr lang="es-A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‹nº›</a:t>
            </a:fld>
            <a:endParaRPr lang="es-A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9184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15" y="3304883"/>
            <a:ext cx="7772400" cy="1021556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15" y="2179753"/>
            <a:ext cx="7772400" cy="1125141"/>
          </a:xfrm>
        </p:spPr>
        <p:txBody>
          <a:bodyPr anchor="b"/>
          <a:lstStyle>
            <a:lvl1pPr marL="0" indent="0">
              <a:buNone/>
              <a:defRPr sz="1200"/>
            </a:lvl1pPr>
            <a:lvl2pPr marL="255294" indent="0">
              <a:buNone/>
              <a:defRPr sz="1100"/>
            </a:lvl2pPr>
            <a:lvl3pPr marL="510577" indent="0">
              <a:buNone/>
              <a:defRPr sz="800"/>
            </a:lvl3pPr>
            <a:lvl4pPr marL="765881" indent="0">
              <a:buNone/>
              <a:defRPr sz="800"/>
            </a:lvl4pPr>
            <a:lvl5pPr marL="1021178" indent="0">
              <a:buNone/>
              <a:defRPr sz="800"/>
            </a:lvl5pPr>
            <a:lvl6pPr marL="1276467" indent="0">
              <a:buNone/>
              <a:defRPr sz="800"/>
            </a:lvl6pPr>
            <a:lvl7pPr marL="1531765" indent="0">
              <a:buNone/>
              <a:defRPr sz="800"/>
            </a:lvl7pPr>
            <a:lvl8pPr marL="1787058" indent="0">
              <a:buNone/>
              <a:defRPr sz="800"/>
            </a:lvl8pPr>
            <a:lvl9pPr marL="2042354" indent="0">
              <a:buNone/>
              <a:defRPr sz="8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3061567"/>
      </p:ext>
    </p:extLst>
  </p:cSld>
  <p:clrMapOvr>
    <a:masterClrMapping/>
  </p:clrMapOvr>
  <p:transition/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00158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Std" pitchFamily="34" charset="0"/>
              </a:defRPr>
            </a:lvl1pPr>
            <a:lvl2pPr>
              <a:defRPr>
                <a:latin typeface="Gill Sans Std" pitchFamily="34" charset="0"/>
              </a:defRPr>
            </a:lvl2pPr>
            <a:lvl3pPr>
              <a:defRPr>
                <a:latin typeface="Gill Sans Std" pitchFamily="34" charset="0"/>
              </a:defRPr>
            </a:lvl3pPr>
            <a:lvl4pPr>
              <a:defRPr>
                <a:latin typeface="Gill Sans Std" pitchFamily="34" charset="0"/>
              </a:defRPr>
            </a:lvl4pPr>
            <a:lvl5pPr>
              <a:defRPr>
                <a:latin typeface="Gill Sans Std" pitchFamily="34" charset="0"/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5" y="4767268"/>
            <a:ext cx="2133600" cy="273844"/>
          </a:xfrm>
          <a:prstGeom prst="rect">
            <a:avLst/>
          </a:prstGeom>
        </p:spPr>
        <p:txBody>
          <a:bodyPr lIns="81607" tIns="40803" rIns="81607" bIns="40803"/>
          <a:lstStyle>
            <a:lvl1pPr>
              <a:defRPr>
                <a:latin typeface="Gill Sans Std" pitchFamily="34" charset="0"/>
              </a:defRPr>
            </a:lvl1pPr>
          </a:lstStyle>
          <a:p>
            <a:pPr defTabSz="407324" fontAlgn="base">
              <a:spcBef>
                <a:spcPct val="0"/>
              </a:spcBef>
              <a:spcAft>
                <a:spcPct val="0"/>
              </a:spcAft>
            </a:pPr>
            <a:endParaRPr lang="pt-BR" sz="10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2" y="4767268"/>
            <a:ext cx="2895600" cy="273844"/>
          </a:xfrm>
          <a:prstGeom prst="rect">
            <a:avLst/>
          </a:prstGeom>
        </p:spPr>
        <p:txBody>
          <a:bodyPr lIns="81607" tIns="40803" rIns="81607" bIns="40803"/>
          <a:lstStyle>
            <a:lvl1pPr>
              <a:defRPr>
                <a:latin typeface="Gill Sans Std" pitchFamily="34" charset="0"/>
              </a:defRPr>
            </a:lvl1pPr>
          </a:lstStyle>
          <a:p>
            <a:pPr defTabSz="407324" fontAlgn="base">
              <a:spcBef>
                <a:spcPct val="0"/>
              </a:spcBef>
              <a:spcAft>
                <a:spcPct val="0"/>
              </a:spcAft>
            </a:pPr>
            <a:endParaRPr lang="pt-BR" sz="1000" dirty="0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6" y="4767268"/>
            <a:ext cx="2133600" cy="273844"/>
          </a:xfrm>
          <a:prstGeom prst="rect">
            <a:avLst/>
          </a:prstGeom>
        </p:spPr>
        <p:txBody>
          <a:bodyPr lIns="81607" tIns="40803" rIns="81607" bIns="40803"/>
          <a:lstStyle>
            <a:lvl1pPr>
              <a:defRPr>
                <a:latin typeface="Gill Sans Std" pitchFamily="34" charset="0"/>
              </a:defRPr>
            </a:lvl1pPr>
          </a:lstStyle>
          <a:p>
            <a:fld id="{030F3B88-FBDB-4B41-AEC8-C7729B2B2A8C}" type="slidenum">
              <a:rPr lang="pt-BR" sz="1000" smtClean="0">
                <a:solidFill>
                  <a:prstClr val="black"/>
                </a:solidFill>
              </a:rPr>
              <a:pPr/>
              <a:t>‹nº›</a:t>
            </a:fld>
            <a:endParaRPr lang="pt-BR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0047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912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/>
              <a:t>28/05/2015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77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5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4" indent="-342884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defTabSz="9143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09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5pPr>
      <a:lvl6pPr marL="285006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6pPr>
      <a:lvl7pPr marL="569998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7pPr>
      <a:lvl8pPr marL="855011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8pPr>
      <a:lvl9pPr marL="1140004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9pPr>
    </p:titleStyle>
    <p:bodyStyle>
      <a:lvl1pPr marL="212779" indent="-212779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62167" indent="-177146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1551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996573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1596" indent="-14152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67519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52520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7523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22529" indent="-142507" algn="l" defTabSz="569998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5006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69998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5501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0004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2501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014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95013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80021" algn="l" defTabSz="56999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50082" y="864399"/>
            <a:ext cx="7836694" cy="1735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574" tIns="28574" rIns="28574" bIns="2857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0082" y="2650335"/>
            <a:ext cx="7836694" cy="592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574" tIns="28574" rIns="28574" bIns="285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888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192872" indent="-19287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417889" indent="-160726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642906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068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157230" indent="-128582" algn="ctr" rtl="0" eaLnBrk="0" fontAlgn="base" hangingPunct="0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257162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514325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771487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028649" algn="ctr" rtl="0" fontAlgn="base">
        <a:spcBef>
          <a:spcPct val="0"/>
        </a:spcBef>
        <a:spcAft>
          <a:spcPct val="0"/>
        </a:spcAft>
        <a:defRPr sz="18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62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2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48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49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11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2974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135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297" algn="l" defTabSz="25716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41315" y="407643"/>
            <a:ext cx="8461375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1530" y="1491630"/>
            <a:ext cx="8100795" cy="3102372"/>
          </a:xfrm>
          <a:prstGeom prst="rect">
            <a:avLst/>
          </a:prstGeom>
        </p:spPr>
        <p:txBody>
          <a:bodyPr vert="horz" lIns="91395" tIns="45697" rIns="91395" bIns="45697" rtlCol="0">
            <a:noAutofit/>
          </a:bodyPr>
          <a:lstStyle/>
          <a:p>
            <a:pPr marL="172951" lvl="0" indent="-172951" algn="l" defTabSz="913947" rtl="0" eaLnBrk="1" latinLnBrk="0" hangingPunct="1">
              <a:spcBef>
                <a:spcPct val="20000"/>
              </a:spcBef>
              <a:buFont typeface="Gill Sans Std" pitchFamily="34" charset="0"/>
              <a:buChar char="_"/>
            </a:pPr>
            <a:r>
              <a:rPr lang="pt-BR" dirty="0" smtClean="0"/>
              <a:t>Clique para editar o texto mestre</a:t>
            </a:r>
          </a:p>
          <a:p>
            <a:pPr marL="742581" lvl="1" indent="-285609" algn="l" defTabSz="913947" rtl="0" eaLnBrk="1" latinLnBrk="0" hangingPunct="1">
              <a:spcBef>
                <a:spcPct val="20000"/>
              </a:spcBef>
              <a:buFont typeface="Gill Sans Std" pitchFamily="34" charset="0"/>
              <a:buChar char="_"/>
            </a:pPr>
            <a:r>
              <a:rPr lang="pt-BR" dirty="0" smtClean="0"/>
              <a:t>Segundo nível</a:t>
            </a:r>
          </a:p>
          <a:p>
            <a:pPr marL="1142433" lvl="2" indent="-228486" algn="l" defTabSz="913947" rtl="0" eaLnBrk="1" latinLnBrk="0" hangingPunct="1">
              <a:spcBef>
                <a:spcPct val="20000"/>
              </a:spcBef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1599407" lvl="3" indent="-228486" algn="l" defTabSz="913947" rtl="0" eaLnBrk="1" latinLnBrk="0" hangingPunct="1">
              <a:spcBef>
                <a:spcPct val="20000"/>
              </a:spcBef>
              <a:buFont typeface="Arial" pitchFamily="34" charset="0"/>
              <a:buChar char="–"/>
            </a:pPr>
            <a:r>
              <a:rPr lang="pt-BR" dirty="0" smtClean="0"/>
              <a:t>Quarto nível</a:t>
            </a:r>
          </a:p>
          <a:p>
            <a:pPr marL="2056380" lvl="4" indent="-228486" algn="l" defTabSz="913947" rtl="0" eaLnBrk="1" latinLnBrk="0" hangingPunct="1">
              <a:spcBef>
                <a:spcPct val="20000"/>
              </a:spcBef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6"/>
            <a:ext cx="2133600" cy="273843"/>
          </a:xfrm>
          <a:prstGeom prst="rect">
            <a:avLst/>
          </a:prstGeom>
        </p:spPr>
        <p:txBody>
          <a:bodyPr vert="horz" lIns="91395" tIns="45697" rIns="91395" bIns="4569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7"/>
            <a:fld id="{5268D905-1144-43FE-A4F7-2051C40171E0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947"/>
              <a:t>28/05/2015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1" y="4767266"/>
            <a:ext cx="2895600" cy="273843"/>
          </a:xfrm>
          <a:prstGeom prst="rect">
            <a:avLst/>
          </a:prstGeom>
        </p:spPr>
        <p:txBody>
          <a:bodyPr vert="horz" lIns="91395" tIns="45697" rIns="91395" bIns="4569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7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76995"/>
            <a:ext cx="1619200" cy="264111"/>
          </a:xfrm>
          <a:prstGeom prst="rect">
            <a:avLst/>
          </a:prstGeom>
        </p:spPr>
        <p:txBody>
          <a:bodyPr vert="horz" lIns="91395" tIns="45697" rIns="91395" bIns="4569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7"/>
            <a:fld id="{BCA674AC-AD3B-46BD-BEB4-C4D42DB06DC1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947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1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</p:sldLayoutIdLst>
  <p:txStyles>
    <p:titleStyle>
      <a:lvl1pPr marL="177712" indent="-177712" algn="l" defTabSz="913947" rtl="0" eaLnBrk="1" latinLnBrk="0" hangingPunct="1">
        <a:spcBef>
          <a:spcPct val="0"/>
        </a:spcBef>
        <a:buNone/>
        <a:defRPr lang="pt-BR" sz="3200" kern="1200" dirty="0">
          <a:solidFill>
            <a:schemeClr val="tx1">
              <a:lumMod val="65000"/>
              <a:lumOff val="35000"/>
            </a:schemeClr>
          </a:solidFill>
          <a:effectLst/>
          <a:latin typeface="Gill Sans Std ExtraBold" pitchFamily="34" charset="0"/>
          <a:ea typeface="+mj-ea"/>
          <a:cs typeface="+mj-cs"/>
        </a:defRPr>
      </a:lvl1pPr>
    </p:titleStyle>
    <p:bodyStyle>
      <a:lvl1pPr marL="342730" indent="-342730" algn="l" defTabSz="913947" rtl="0" eaLnBrk="1" latinLnBrk="0" hangingPunct="1">
        <a:spcBef>
          <a:spcPct val="20000"/>
        </a:spcBef>
        <a:buFont typeface="Arial" pitchFamily="34" charset="0"/>
        <a:buChar char="•"/>
        <a:defRPr lang="pt-BR" sz="2000" kern="1200" dirty="0" smtClean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1pPr>
      <a:lvl2pPr marL="633413" indent="-284163" algn="l" defTabSz="913947" rtl="0" eaLnBrk="1" latinLnBrk="0" hangingPunct="1">
        <a:spcBef>
          <a:spcPct val="20000"/>
        </a:spcBef>
        <a:buFont typeface="Arial" pitchFamily="34" charset="0"/>
        <a:buChar char="–"/>
        <a:defRPr lang="pt-BR" sz="1800" kern="1200" dirty="0" smtClean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2pPr>
      <a:lvl3pPr marL="987425" indent="-227013" algn="l" defTabSz="913947" rtl="0" eaLnBrk="1" latinLnBrk="0" hangingPunct="1">
        <a:spcBef>
          <a:spcPct val="20000"/>
        </a:spcBef>
        <a:buFont typeface="Arial" pitchFamily="34" charset="0"/>
        <a:buChar char="•"/>
        <a:tabLst>
          <a:tab pos="903288" algn="l"/>
        </a:tabLst>
        <a:defRPr lang="pt-BR" sz="1600" kern="1200" dirty="0" smtClean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3pPr>
      <a:lvl4pPr marL="1599407" indent="-228486" algn="l" defTabSz="913947" rtl="0" eaLnBrk="1" latinLnBrk="0" hangingPunct="1">
        <a:spcBef>
          <a:spcPct val="20000"/>
        </a:spcBef>
        <a:buFont typeface="Arial" pitchFamily="34" charset="0"/>
        <a:buChar char="–"/>
        <a:defRPr lang="pt-BR" sz="1400" kern="1200" dirty="0" smtClean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4pPr>
      <a:lvl5pPr marL="2056380" indent="-228486" algn="l" defTabSz="913947" rtl="0" eaLnBrk="1" latinLnBrk="0" hangingPunct="1">
        <a:spcBef>
          <a:spcPct val="20000"/>
        </a:spcBef>
        <a:buFont typeface="Arial" pitchFamily="34" charset="0"/>
        <a:buChar char="»"/>
        <a:defRPr lang="pt-BR" sz="1400" kern="1200" dirty="0">
          <a:solidFill>
            <a:schemeClr val="tx1">
              <a:lumMod val="65000"/>
              <a:lumOff val="35000"/>
            </a:schemeClr>
          </a:solidFill>
          <a:latin typeface="Gill Sans Std" pitchFamily="34" charset="0"/>
          <a:ea typeface="+mn-ea"/>
          <a:cs typeface="+mn-cs"/>
        </a:defRPr>
      </a:lvl5pPr>
      <a:lvl6pPr marL="2513353" indent="-228486" algn="l" defTabSz="9139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27" indent="-228486" algn="l" defTabSz="9139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299" indent="-228486" algn="l" defTabSz="9139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73" indent="-228486" algn="l" defTabSz="91394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2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7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9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94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66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41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13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87" algn="l" defTabSz="91394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jpe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6" y="17"/>
            <a:ext cx="8474426" cy="514350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55"/>
          <a:stretch/>
        </p:blipFill>
        <p:spPr>
          <a:xfrm>
            <a:off x="6686578" y="-7970"/>
            <a:ext cx="2457450" cy="5151482"/>
          </a:xfrm>
          <a:prstGeom prst="rect">
            <a:avLst/>
          </a:prstGeom>
        </p:spPr>
      </p:pic>
      <p:sp>
        <p:nvSpPr>
          <p:cNvPr id="4" name="TextBox 22"/>
          <p:cNvSpPr txBox="1"/>
          <p:nvPr/>
        </p:nvSpPr>
        <p:spPr>
          <a:xfrm>
            <a:off x="-198529" y="1821727"/>
            <a:ext cx="7004688" cy="1460374"/>
          </a:xfrm>
          <a:prstGeom prst="rect">
            <a:avLst/>
          </a:prstGeom>
          <a:noFill/>
        </p:spPr>
        <p:txBody>
          <a:bodyPr wrap="square" lIns="68556" tIns="34277" rIns="68556" bIns="34277" rtlCol="0">
            <a:spAutoFit/>
          </a:bodyPr>
          <a:lstStyle/>
          <a:p>
            <a:pPr algn="r" defTabSz="685539">
              <a:lnSpc>
                <a:spcPct val="80000"/>
              </a:lnSpc>
            </a:pPr>
            <a:r>
              <a:rPr lang="en-US" sz="11300" dirty="0" smtClean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governança</a:t>
            </a:r>
            <a:endParaRPr lang="en-US" sz="11300" dirty="0">
              <a:solidFill>
                <a:srgbClr val="C8102E"/>
              </a:solidFill>
              <a:latin typeface="Gill Sans Std" pitchFamily="34" charset="0"/>
              <a:cs typeface="Gill Sans Std Light"/>
            </a:endParaRPr>
          </a:p>
        </p:txBody>
      </p:sp>
      <p:sp>
        <p:nvSpPr>
          <p:cNvPr id="6" name="TextBox 13"/>
          <p:cNvSpPr txBox="1"/>
          <p:nvPr/>
        </p:nvSpPr>
        <p:spPr>
          <a:xfrm>
            <a:off x="2574442" y="3028663"/>
            <a:ext cx="4183789" cy="346222"/>
          </a:xfrm>
          <a:prstGeom prst="rect">
            <a:avLst/>
          </a:prstGeom>
          <a:noFill/>
        </p:spPr>
        <p:txBody>
          <a:bodyPr wrap="none" lIns="68556" tIns="34277" rIns="68556" bIns="34277" rtlCol="0">
            <a:spAutoFit/>
          </a:bodyPr>
          <a:lstStyle/>
          <a:p>
            <a:pPr algn="r" defTabSz="685539"/>
            <a:r>
              <a:rPr lang="pt-BR" b="1" dirty="0" smtClean="0">
                <a:solidFill>
                  <a:srgbClr val="6E6259"/>
                </a:solidFill>
                <a:latin typeface="Gill Sans Std" pitchFamily="34" charset="0"/>
                <a:cs typeface="Gill Sans Std Light"/>
              </a:rPr>
              <a:t>Vice-Presidência de Tecnologia Digital</a:t>
            </a:r>
            <a:endParaRPr lang="pt-BR" b="1" dirty="0">
              <a:solidFill>
                <a:srgbClr val="6E6259"/>
              </a:solidFill>
              <a:latin typeface="Gill Sans Std" pitchFamily="34" charset="0"/>
              <a:cs typeface="Gill Sans Std Light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2534890" y="1820250"/>
            <a:ext cx="3249880" cy="377000"/>
          </a:xfrm>
          <a:prstGeom prst="rect">
            <a:avLst/>
          </a:prstGeom>
          <a:noFill/>
        </p:spPr>
        <p:txBody>
          <a:bodyPr wrap="none" lIns="68556" tIns="34277" rIns="68556" bIns="34277" rtlCol="0">
            <a:spAutoFit/>
          </a:bodyPr>
          <a:lstStyle/>
          <a:p>
            <a:pPr algn="r" defTabSz="685539"/>
            <a:r>
              <a:rPr lang="en-US" sz="2000" b="1" dirty="0" smtClean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Estrutura de </a:t>
            </a:r>
            <a:r>
              <a:rPr lang="en-US" sz="2000" b="1" dirty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P</a:t>
            </a:r>
            <a:r>
              <a:rPr lang="en-US" sz="2000" b="1" dirty="0" smtClean="0">
                <a:solidFill>
                  <a:srgbClr val="C8102E"/>
                </a:solidFill>
                <a:latin typeface="Gill Sans Std" pitchFamily="34" charset="0"/>
                <a:cs typeface="Gill Sans Std Light"/>
              </a:rPr>
              <a:t>rocessos da</a:t>
            </a:r>
            <a:endParaRPr lang="en-US" sz="2000" b="1" dirty="0">
              <a:solidFill>
                <a:srgbClr val="C8102E"/>
              </a:solidFill>
              <a:latin typeface="Gill Sans Std" pitchFamily="34" charset="0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07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tângulo 350"/>
          <p:cNvSpPr/>
          <p:nvPr/>
        </p:nvSpPr>
        <p:spPr>
          <a:xfrm>
            <a:off x="71500" y="1176595"/>
            <a:ext cx="8955995" cy="414046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4" name="CaixaDeTexto 213"/>
          <p:cNvSpPr txBox="1"/>
          <p:nvPr/>
        </p:nvSpPr>
        <p:spPr>
          <a:xfrm>
            <a:off x="2186735" y="2621863"/>
            <a:ext cx="647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Fecha</a:t>
            </a:r>
          </a:p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chamado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62" name="Imagem 2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70" y="4845809"/>
            <a:ext cx="315859" cy="246221"/>
          </a:xfrm>
          <a:prstGeom prst="rect">
            <a:avLst/>
          </a:prstGeom>
        </p:spPr>
      </p:pic>
      <p:sp>
        <p:nvSpPr>
          <p:cNvPr id="8" name="Pentágono 127"/>
          <p:cNvSpPr>
            <a:spLocks noChangeArrowheads="1"/>
          </p:cNvSpPr>
          <p:nvPr/>
        </p:nvSpPr>
        <p:spPr bwMode="auto">
          <a:xfrm>
            <a:off x="71500" y="471488"/>
            <a:ext cx="8993116" cy="314325"/>
          </a:xfrm>
          <a:prstGeom prst="homePlate">
            <a:avLst>
              <a:gd name="adj" fmla="val 20370"/>
            </a:avLst>
          </a:prstGeom>
          <a:solidFill>
            <a:srgbClr val="612C5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109" tIns="36520" rIns="10109" bIns="36520" anchor="ctr"/>
          <a:lstStyle/>
          <a:p>
            <a:pPr algn="ctr" defTabSz="913363"/>
            <a:r>
              <a:rPr lang="pt-BR" sz="1400" dirty="0" smtClean="0">
                <a:solidFill>
                  <a:prstClr val="white"/>
                </a:solidFill>
                <a:latin typeface="Gill Sans Std" pitchFamily="34" charset="0"/>
              </a:rPr>
              <a:t>GESTÃO DE PROCESSOS E PERFORMANCE</a:t>
            </a:r>
            <a:endParaRPr lang="pt-BR" sz="1400" dirty="0">
              <a:solidFill>
                <a:prstClr val="white"/>
              </a:solidFill>
              <a:latin typeface="Gill Sans Std" pitchFamily="34" charset="0"/>
            </a:endParaRPr>
          </a:p>
        </p:txBody>
      </p:sp>
      <p:sp>
        <p:nvSpPr>
          <p:cNvPr id="122" name="Pentágono 127"/>
          <p:cNvSpPr>
            <a:spLocks noChangeArrowheads="1"/>
          </p:cNvSpPr>
          <p:nvPr/>
        </p:nvSpPr>
        <p:spPr bwMode="auto">
          <a:xfrm>
            <a:off x="1601671" y="817265"/>
            <a:ext cx="2430270" cy="314325"/>
          </a:xfrm>
          <a:prstGeom prst="homePlate">
            <a:avLst>
              <a:gd name="adj" fmla="val 20370"/>
            </a:avLst>
          </a:prstGeom>
          <a:solidFill>
            <a:schemeClr val="accent2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109" tIns="36520" rIns="10109" bIns="36520" anchor="ctr"/>
          <a:lstStyle/>
          <a:p>
            <a:pPr algn="ctr" defTabSz="913363"/>
            <a:r>
              <a:rPr lang="pt-BR" sz="1100" dirty="0" smtClean="0">
                <a:solidFill>
                  <a:prstClr val="white"/>
                </a:solidFill>
                <a:latin typeface="Gill Sans Std" pitchFamily="34" charset="0"/>
              </a:rPr>
              <a:t>INCIDENTE</a:t>
            </a:r>
            <a:endParaRPr lang="pt-BR" sz="1100" dirty="0">
              <a:solidFill>
                <a:prstClr val="white"/>
              </a:solidFill>
              <a:latin typeface="Gill Sans Std" pitchFamily="34" charset="0"/>
            </a:endParaRPr>
          </a:p>
        </p:txBody>
      </p:sp>
      <p:sp>
        <p:nvSpPr>
          <p:cNvPr id="204" name="Pentágono 127"/>
          <p:cNvSpPr>
            <a:spLocks noChangeArrowheads="1"/>
          </p:cNvSpPr>
          <p:nvPr/>
        </p:nvSpPr>
        <p:spPr bwMode="auto">
          <a:xfrm>
            <a:off x="71500" y="817265"/>
            <a:ext cx="1530169" cy="314325"/>
          </a:xfrm>
          <a:prstGeom prst="homePlate">
            <a:avLst>
              <a:gd name="adj" fmla="val 20370"/>
            </a:avLst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109" tIns="36520" rIns="10109" bIns="36520" anchor="ctr"/>
          <a:lstStyle/>
          <a:p>
            <a:pPr algn="ctr" defTabSz="913363"/>
            <a:r>
              <a:rPr lang="pt-BR" sz="1000" dirty="0" smtClean="0">
                <a:solidFill>
                  <a:prstClr val="white"/>
                </a:solidFill>
                <a:latin typeface="Gill Sans Std" pitchFamily="34" charset="0"/>
              </a:rPr>
              <a:t>COLABORADOR</a:t>
            </a:r>
            <a:endParaRPr lang="pt-BR" sz="1000" dirty="0">
              <a:solidFill>
                <a:prstClr val="white"/>
              </a:solidFill>
              <a:latin typeface="Gill Sans Std" pitchFamily="34" charset="0"/>
            </a:endParaRPr>
          </a:p>
        </p:txBody>
      </p:sp>
      <p:sp>
        <p:nvSpPr>
          <p:cNvPr id="167" name="Título 1"/>
          <p:cNvSpPr txBox="1">
            <a:spLocks/>
          </p:cNvSpPr>
          <p:nvPr/>
        </p:nvSpPr>
        <p:spPr>
          <a:xfrm>
            <a:off x="161510" y="8938"/>
            <a:ext cx="8461375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>
            <a:lvl1pPr marL="177712" indent="-177712" algn="l" defTabSz="913947" rtl="0" eaLnBrk="1" latinLnBrk="0" hangingPunct="1">
              <a:spcBef>
                <a:spcPct val="0"/>
              </a:spcBef>
              <a:buNone/>
              <a:defRPr lang="pt-BR" sz="2800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processos</a:t>
            </a:r>
          </a:p>
        </p:txBody>
      </p:sp>
      <p:pic>
        <p:nvPicPr>
          <p:cNvPr id="41986" name="Picture 2" descr="E:\Users\mvmarque\AppData\Local\Microsoft\Windows\Temporary Internet Files\Content.IE5\MGXPCECG\icone-telefones-utei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33" y="2592120"/>
            <a:ext cx="305702" cy="30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867" y="2616176"/>
            <a:ext cx="321989" cy="25759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</p:pic>
      <p:cxnSp>
        <p:nvCxnSpPr>
          <p:cNvPr id="97" name="Conector reto 96"/>
          <p:cNvCxnSpPr>
            <a:stCxn id="41986" idx="3"/>
            <a:endCxn id="41987" idx="1"/>
          </p:cNvCxnSpPr>
          <p:nvPr/>
        </p:nvCxnSpPr>
        <p:spPr>
          <a:xfrm>
            <a:off x="986535" y="2744971"/>
            <a:ext cx="857332" cy="1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o 25"/>
          <p:cNvGrpSpPr/>
          <p:nvPr/>
        </p:nvGrpSpPr>
        <p:grpSpPr>
          <a:xfrm>
            <a:off x="1801926" y="1688842"/>
            <a:ext cx="414346" cy="406661"/>
            <a:chOff x="1196625" y="1896675"/>
            <a:chExt cx="414346" cy="406661"/>
          </a:xfrm>
        </p:grpSpPr>
        <p:pic>
          <p:nvPicPr>
            <p:cNvPr id="20" name="Imagem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6625" y="1896675"/>
              <a:ext cx="414346" cy="331476"/>
            </a:xfrm>
            <a:prstGeom prst="rect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3999" y="2219348"/>
              <a:ext cx="299598" cy="83988"/>
            </a:xfrm>
            <a:prstGeom prst="rect">
              <a:avLst/>
            </a:prstGeom>
          </p:spPr>
        </p:pic>
      </p:grpSp>
      <p:cxnSp>
        <p:nvCxnSpPr>
          <p:cNvPr id="102" name="Conector reto 101"/>
          <p:cNvCxnSpPr/>
          <p:nvPr/>
        </p:nvCxnSpPr>
        <p:spPr>
          <a:xfrm flipV="1">
            <a:off x="2006981" y="2232080"/>
            <a:ext cx="2119" cy="327340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4" descr="d:\Documents and Settings\tr551768\Desktop\Imagens\Personagens\j0431615.png"/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90" y="1398619"/>
            <a:ext cx="262867" cy="26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4" name="Grupo 223"/>
          <p:cNvGrpSpPr/>
          <p:nvPr/>
        </p:nvGrpSpPr>
        <p:grpSpPr>
          <a:xfrm>
            <a:off x="1767300" y="3516510"/>
            <a:ext cx="519680" cy="278143"/>
            <a:chOff x="1147235" y="3038894"/>
            <a:chExt cx="418731" cy="224113"/>
          </a:xfrm>
        </p:grpSpPr>
        <p:pic>
          <p:nvPicPr>
            <p:cNvPr id="211" name="Picture 423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147235" y="3038894"/>
              <a:ext cx="224113" cy="224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" name="Picture 5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50066" y="3047107"/>
              <a:ext cx="215900" cy="215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40" name="Conector reto 139"/>
          <p:cNvCxnSpPr/>
          <p:nvPr/>
        </p:nvCxnSpPr>
        <p:spPr>
          <a:xfrm flipV="1">
            <a:off x="2004862" y="3057541"/>
            <a:ext cx="0" cy="383313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Grupo 140"/>
          <p:cNvGrpSpPr/>
          <p:nvPr/>
        </p:nvGrpSpPr>
        <p:grpSpPr>
          <a:xfrm>
            <a:off x="1776789" y="4371950"/>
            <a:ext cx="414346" cy="406661"/>
            <a:chOff x="1196625" y="1896675"/>
            <a:chExt cx="414346" cy="406661"/>
          </a:xfrm>
        </p:grpSpPr>
        <p:pic>
          <p:nvPicPr>
            <p:cNvPr id="142" name="Imagem 14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6625" y="1896675"/>
              <a:ext cx="414346" cy="331476"/>
            </a:xfrm>
            <a:prstGeom prst="rect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143" name="Imagem 14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3999" y="2219348"/>
              <a:ext cx="299598" cy="83988"/>
            </a:xfrm>
            <a:prstGeom prst="rect">
              <a:avLst/>
            </a:prstGeom>
          </p:spPr>
        </p:pic>
      </p:grpSp>
      <p:cxnSp>
        <p:nvCxnSpPr>
          <p:cNvPr id="144" name="Conector reto 143"/>
          <p:cNvCxnSpPr>
            <a:endCxn id="155" idx="2"/>
          </p:cNvCxnSpPr>
          <p:nvPr/>
        </p:nvCxnSpPr>
        <p:spPr>
          <a:xfrm flipH="1" flipV="1">
            <a:off x="1998023" y="4023296"/>
            <a:ext cx="8958" cy="312114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CaixaDeTexto 233"/>
          <p:cNvSpPr txBox="1"/>
          <p:nvPr/>
        </p:nvSpPr>
        <p:spPr>
          <a:xfrm>
            <a:off x="-18510" y="1229342"/>
            <a:ext cx="61436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Colaborador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6" name="CaixaDeTexto 145"/>
          <p:cNvSpPr txBox="1"/>
          <p:nvPr/>
        </p:nvSpPr>
        <p:spPr>
          <a:xfrm>
            <a:off x="519119" y="2857384"/>
            <a:ext cx="61436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Service Desk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7" name="CaixaDeTexto 146"/>
          <p:cNvSpPr txBox="1"/>
          <p:nvPr/>
        </p:nvSpPr>
        <p:spPr>
          <a:xfrm>
            <a:off x="1701915" y="2052060"/>
            <a:ext cx="61436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Monitoração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8" name="CaixaDeTexto 147"/>
          <p:cNvSpPr txBox="1"/>
          <p:nvPr/>
        </p:nvSpPr>
        <p:spPr>
          <a:xfrm>
            <a:off x="1691680" y="4751315"/>
            <a:ext cx="61436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Monitoração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4" name="CaixaDeTexto 153"/>
          <p:cNvSpPr txBox="1"/>
          <p:nvPr/>
        </p:nvSpPr>
        <p:spPr>
          <a:xfrm>
            <a:off x="1674295" y="2868165"/>
            <a:ext cx="7026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Ferramenta ITSM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5" name="CaixaDeTexto 154"/>
          <p:cNvSpPr txBox="1"/>
          <p:nvPr/>
        </p:nvSpPr>
        <p:spPr>
          <a:xfrm>
            <a:off x="1646675" y="3777075"/>
            <a:ext cx="7026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Central de Comando - NCC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41" name="Imagem 24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137" y="2594100"/>
            <a:ext cx="244504" cy="259859"/>
          </a:xfrm>
          <a:prstGeom prst="rect">
            <a:avLst/>
          </a:prstGeom>
        </p:spPr>
      </p:pic>
      <p:sp>
        <p:nvSpPr>
          <p:cNvPr id="157" name="CaixaDeTexto 156"/>
          <p:cNvSpPr txBox="1"/>
          <p:nvPr/>
        </p:nvSpPr>
        <p:spPr>
          <a:xfrm>
            <a:off x="2609165" y="2817145"/>
            <a:ext cx="7026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Agentes de Solução (Infra e Sistemas)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0" name="Conector reto 159"/>
          <p:cNvCxnSpPr/>
          <p:nvPr/>
        </p:nvCxnSpPr>
        <p:spPr>
          <a:xfrm>
            <a:off x="2296047" y="2645214"/>
            <a:ext cx="452204" cy="1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869" y="4629233"/>
            <a:ext cx="352495" cy="296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991" name="Picture 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55" y="2097065"/>
            <a:ext cx="337259" cy="238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8" name="CaixaDeTexto 167"/>
          <p:cNvSpPr txBox="1"/>
          <p:nvPr/>
        </p:nvSpPr>
        <p:spPr>
          <a:xfrm>
            <a:off x="519119" y="2322090"/>
            <a:ext cx="61436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Portal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52" name="Imagem 25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54" y="3132180"/>
            <a:ext cx="340460" cy="290334"/>
          </a:xfrm>
          <a:prstGeom prst="rect">
            <a:avLst/>
          </a:prstGeom>
        </p:spPr>
      </p:pic>
      <p:sp>
        <p:nvSpPr>
          <p:cNvPr id="169" name="CaixaDeTexto 168"/>
          <p:cNvSpPr txBox="1"/>
          <p:nvPr/>
        </p:nvSpPr>
        <p:spPr>
          <a:xfrm>
            <a:off x="614995" y="3404402"/>
            <a:ext cx="3822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Chat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4" name="Conector angulado 253"/>
          <p:cNvCxnSpPr/>
          <p:nvPr/>
        </p:nvCxnSpPr>
        <p:spPr>
          <a:xfrm rot="5400000" flipH="1" flipV="1">
            <a:off x="290078" y="2380918"/>
            <a:ext cx="528729" cy="199383"/>
          </a:xfrm>
          <a:prstGeom prst="bentConnector3">
            <a:avLst>
              <a:gd name="adj1" fmla="val 99412"/>
            </a:avLst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ector angulado 184"/>
          <p:cNvCxnSpPr/>
          <p:nvPr/>
        </p:nvCxnSpPr>
        <p:spPr>
          <a:xfrm rot="16200000" flipH="1">
            <a:off x="290077" y="2898822"/>
            <a:ext cx="528729" cy="199383"/>
          </a:xfrm>
          <a:prstGeom prst="bentConnector3">
            <a:avLst>
              <a:gd name="adj1" fmla="val 99412"/>
            </a:avLst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ector angulado 185"/>
          <p:cNvCxnSpPr/>
          <p:nvPr/>
        </p:nvCxnSpPr>
        <p:spPr>
          <a:xfrm rot="5400000">
            <a:off x="837641" y="2909644"/>
            <a:ext cx="528729" cy="199383"/>
          </a:xfrm>
          <a:prstGeom prst="bentConnector3">
            <a:avLst>
              <a:gd name="adj1" fmla="val 99412"/>
            </a:avLst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angulado 186"/>
          <p:cNvCxnSpPr/>
          <p:nvPr/>
        </p:nvCxnSpPr>
        <p:spPr>
          <a:xfrm rot="16200000" flipV="1">
            <a:off x="840633" y="2374182"/>
            <a:ext cx="528729" cy="199383"/>
          </a:xfrm>
          <a:prstGeom prst="bentConnector3">
            <a:avLst>
              <a:gd name="adj1" fmla="val 99412"/>
            </a:avLst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CaixaDeTexto 194"/>
          <p:cNvSpPr txBox="1"/>
          <p:nvPr/>
        </p:nvSpPr>
        <p:spPr>
          <a:xfrm>
            <a:off x="1342824" y="2594100"/>
            <a:ext cx="61436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Registra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1" name="CaixaDeTexto 200"/>
          <p:cNvSpPr txBox="1"/>
          <p:nvPr/>
        </p:nvSpPr>
        <p:spPr>
          <a:xfrm>
            <a:off x="2169267" y="2435909"/>
            <a:ext cx="647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Direciona</a:t>
            </a:r>
          </a:p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chamado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3" name="Conector angulado 202"/>
          <p:cNvCxnSpPr>
            <a:stCxn id="157" idx="2"/>
          </p:cNvCxnSpPr>
          <p:nvPr/>
        </p:nvCxnSpPr>
        <p:spPr>
          <a:xfrm rot="5400000">
            <a:off x="2487683" y="3109398"/>
            <a:ext cx="441918" cy="503743"/>
          </a:xfrm>
          <a:prstGeom prst="bentConnector2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CaixaDeTexto 211"/>
          <p:cNvSpPr txBox="1"/>
          <p:nvPr/>
        </p:nvSpPr>
        <p:spPr>
          <a:xfrm>
            <a:off x="2382456" y="3442064"/>
            <a:ext cx="61436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Aciona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13" name="Conector reto 212"/>
          <p:cNvCxnSpPr/>
          <p:nvPr/>
        </p:nvCxnSpPr>
        <p:spPr>
          <a:xfrm>
            <a:off x="2275706" y="2817145"/>
            <a:ext cx="452204" cy="1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angulado 215"/>
          <p:cNvCxnSpPr>
            <a:stCxn id="41988" idx="1"/>
            <a:endCxn id="155" idx="3"/>
          </p:cNvCxnSpPr>
          <p:nvPr/>
        </p:nvCxnSpPr>
        <p:spPr>
          <a:xfrm rot="10800000">
            <a:off x="2349371" y="3900187"/>
            <a:ext cx="797499" cy="877095"/>
          </a:xfrm>
          <a:prstGeom prst="bentConnector3">
            <a:avLst>
              <a:gd name="adj1" fmla="val 80804"/>
            </a:avLst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CaixaDeTexto 216"/>
          <p:cNvSpPr txBox="1"/>
          <p:nvPr/>
        </p:nvSpPr>
        <p:spPr>
          <a:xfrm>
            <a:off x="2501770" y="4551970"/>
            <a:ext cx="614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Notificação/ Escalação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8" name="CaixaDeTexto 217"/>
          <p:cNvSpPr txBox="1"/>
          <p:nvPr/>
        </p:nvSpPr>
        <p:spPr>
          <a:xfrm>
            <a:off x="2861810" y="4890814"/>
            <a:ext cx="98133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Gerência e Diretoria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19" name="Picture 2" descr="E:\Users\mvmarque\AppData\Local\Microsoft\Windows\Temporary Internet Files\Content.IE5\MGXPCECG\icone-telefones-utei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895" y="3523674"/>
            <a:ext cx="305702" cy="30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" name="CaixaDeTexto 219"/>
          <p:cNvSpPr txBox="1"/>
          <p:nvPr/>
        </p:nvSpPr>
        <p:spPr>
          <a:xfrm>
            <a:off x="3327561" y="3796549"/>
            <a:ext cx="614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Conferência Bom dia TD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22" name="Conector reto 221"/>
          <p:cNvCxnSpPr/>
          <p:nvPr/>
        </p:nvCxnSpPr>
        <p:spPr>
          <a:xfrm flipV="1">
            <a:off x="2376024" y="3776210"/>
            <a:ext cx="935836" cy="865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ector angulado 222"/>
          <p:cNvCxnSpPr>
            <a:endCxn id="157" idx="3"/>
          </p:cNvCxnSpPr>
          <p:nvPr/>
        </p:nvCxnSpPr>
        <p:spPr>
          <a:xfrm rot="16200000" flipV="1">
            <a:off x="3227291" y="3063297"/>
            <a:ext cx="492024" cy="322886"/>
          </a:xfrm>
          <a:prstGeom prst="bentConnector2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CaixaDeTexto 255"/>
          <p:cNvSpPr txBox="1"/>
          <p:nvPr/>
        </p:nvSpPr>
        <p:spPr>
          <a:xfrm>
            <a:off x="2376019" y="3648468"/>
            <a:ext cx="857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Participa da reunião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7" name="CaixaDeTexto 256"/>
          <p:cNvSpPr txBox="1"/>
          <p:nvPr/>
        </p:nvSpPr>
        <p:spPr>
          <a:xfrm>
            <a:off x="3207467" y="2724029"/>
            <a:ext cx="548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Participa da reunião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9" name="Conector reto 258"/>
          <p:cNvCxnSpPr/>
          <p:nvPr/>
        </p:nvCxnSpPr>
        <p:spPr>
          <a:xfrm>
            <a:off x="4031940" y="1128713"/>
            <a:ext cx="0" cy="377189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993" name="Picture 9" descr="E:\Users\mvmarque\AppData\Local\Microsoft\Windows\Temporary Internet Files\Content.IE5\MGXPCECG\e-mail-icon[1]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822000"/>
            <a:ext cx="255830" cy="20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42" y="1874944"/>
            <a:ext cx="321989" cy="25759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</p:pic>
      <p:sp>
        <p:nvSpPr>
          <p:cNvPr id="265" name="CaixaDeTexto 264"/>
          <p:cNvSpPr txBox="1"/>
          <p:nvPr/>
        </p:nvSpPr>
        <p:spPr>
          <a:xfrm>
            <a:off x="4169722" y="2145514"/>
            <a:ext cx="7026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Ferramenta ITSM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8" name="CaixaDeTexto 267"/>
          <p:cNvSpPr txBox="1"/>
          <p:nvPr/>
        </p:nvSpPr>
        <p:spPr>
          <a:xfrm>
            <a:off x="3851920" y="3561860"/>
            <a:ext cx="8577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Abrir Problema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0" name="Elipse 259"/>
          <p:cNvSpPr/>
          <p:nvPr/>
        </p:nvSpPr>
        <p:spPr>
          <a:xfrm>
            <a:off x="3273947" y="3380322"/>
            <a:ext cx="721598" cy="721598"/>
          </a:xfrm>
          <a:prstGeom prst="ellipse">
            <a:avLst/>
          </a:prstGeom>
          <a:solidFill>
            <a:schemeClr val="bg1">
              <a:lumMod val="50000"/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1" name="Imagem 27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457" y="1837143"/>
            <a:ext cx="244504" cy="259859"/>
          </a:xfrm>
          <a:prstGeom prst="rect">
            <a:avLst/>
          </a:prstGeom>
        </p:spPr>
      </p:pic>
      <p:sp>
        <p:nvSpPr>
          <p:cNvPr id="272" name="CaixaDeTexto 271"/>
          <p:cNvSpPr txBox="1"/>
          <p:nvPr/>
        </p:nvSpPr>
        <p:spPr>
          <a:xfrm>
            <a:off x="5489485" y="2060188"/>
            <a:ext cx="7026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Agentes de Solução (Infra e Sistemas)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73" name="Conector angulado 272"/>
          <p:cNvCxnSpPr>
            <a:endCxn id="260" idx="6"/>
          </p:cNvCxnSpPr>
          <p:nvPr/>
        </p:nvCxnSpPr>
        <p:spPr>
          <a:xfrm rot="5400000">
            <a:off x="3576685" y="2759452"/>
            <a:ext cx="1400530" cy="562809"/>
          </a:xfrm>
          <a:prstGeom prst="bentConnector2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 reto 279"/>
          <p:cNvCxnSpPr/>
          <p:nvPr/>
        </p:nvCxnSpPr>
        <p:spPr>
          <a:xfrm flipV="1">
            <a:off x="4716086" y="1958547"/>
            <a:ext cx="900181" cy="1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CaixaDeTexto 280"/>
          <p:cNvSpPr txBox="1"/>
          <p:nvPr/>
        </p:nvSpPr>
        <p:spPr>
          <a:xfrm>
            <a:off x="4481990" y="1806665"/>
            <a:ext cx="12456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Análise da causa raiz (RCA)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1" name="Grupo 70"/>
          <p:cNvGrpSpPr/>
          <p:nvPr/>
        </p:nvGrpSpPr>
        <p:grpSpPr>
          <a:xfrm>
            <a:off x="5472100" y="3550131"/>
            <a:ext cx="721598" cy="721598"/>
            <a:chOff x="6532097" y="3422860"/>
            <a:chExt cx="721598" cy="721598"/>
          </a:xfrm>
        </p:grpSpPr>
        <p:pic>
          <p:nvPicPr>
            <p:cNvPr id="284" name="Picture 2" descr="E:\Users\mvmarque\AppData\Local\Microsoft\Windows\Temporary Internet Files\Content.IE5\MGXPCECG\icone-telefones-uteis[1]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3938" y="3537381"/>
              <a:ext cx="305702" cy="3057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5" name="CaixaDeTexto 284"/>
            <p:cNvSpPr txBox="1"/>
            <p:nvPr/>
          </p:nvSpPr>
          <p:spPr>
            <a:xfrm>
              <a:off x="6589604" y="3810256"/>
              <a:ext cx="6143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500" b="1" i="1" dirty="0" smtClean="0">
                  <a:solidFill>
                    <a:schemeClr val="accent2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Conferência GPROB</a:t>
              </a:r>
              <a:endParaRPr lang="pt-BR" sz="500" b="1" i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6" name="Elipse 285"/>
            <p:cNvSpPr/>
            <p:nvPr/>
          </p:nvSpPr>
          <p:spPr>
            <a:xfrm>
              <a:off x="6532097" y="3422860"/>
              <a:ext cx="721598" cy="721598"/>
            </a:xfrm>
            <a:prstGeom prst="ellipse">
              <a:avLst/>
            </a:prstGeom>
            <a:solidFill>
              <a:schemeClr val="bg1">
                <a:lumMod val="50000"/>
                <a:alpha val="1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288" name="Conector reto 287"/>
          <p:cNvCxnSpPr/>
          <p:nvPr/>
        </p:nvCxnSpPr>
        <p:spPr>
          <a:xfrm flipV="1">
            <a:off x="5832899" y="2399977"/>
            <a:ext cx="0" cy="1221007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ector reto 288"/>
          <p:cNvCxnSpPr/>
          <p:nvPr/>
        </p:nvCxnSpPr>
        <p:spPr>
          <a:xfrm flipV="1">
            <a:off x="4700519" y="2096608"/>
            <a:ext cx="900181" cy="1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CaixaDeTexto 289"/>
          <p:cNvSpPr txBox="1"/>
          <p:nvPr/>
        </p:nvSpPr>
        <p:spPr>
          <a:xfrm>
            <a:off x="4752020" y="1959065"/>
            <a:ext cx="81815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Atualiza o problema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1" name="CaixaDeTexto 290"/>
          <p:cNvSpPr txBox="1"/>
          <p:nvPr/>
        </p:nvSpPr>
        <p:spPr>
          <a:xfrm>
            <a:off x="5531860" y="4281940"/>
            <a:ext cx="647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Validação dos registros  e  fechamento dos problemas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2" name="CaixaDeTexto 291"/>
          <p:cNvSpPr txBox="1"/>
          <p:nvPr/>
        </p:nvSpPr>
        <p:spPr>
          <a:xfrm>
            <a:off x="3325175" y="4284515"/>
            <a:ext cx="647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Discussão dos incidentes críticos do dia anterior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3" name="Conector reto 292"/>
          <p:cNvCxnSpPr/>
          <p:nvPr/>
        </p:nvCxnSpPr>
        <p:spPr>
          <a:xfrm>
            <a:off x="6584081" y="1128713"/>
            <a:ext cx="0" cy="3764868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4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660" y="1861873"/>
            <a:ext cx="321989" cy="25759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</p:pic>
      <p:sp>
        <p:nvSpPr>
          <p:cNvPr id="295" name="CaixaDeTexto 294"/>
          <p:cNvSpPr txBox="1"/>
          <p:nvPr/>
        </p:nvSpPr>
        <p:spPr>
          <a:xfrm>
            <a:off x="6884640" y="2132443"/>
            <a:ext cx="70269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Ferramenta ITSM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6" name="Conector angulado 295"/>
          <p:cNvCxnSpPr>
            <a:stCxn id="294" idx="0"/>
            <a:endCxn id="241" idx="0"/>
          </p:cNvCxnSpPr>
          <p:nvPr/>
        </p:nvCxnSpPr>
        <p:spPr>
          <a:xfrm rot="16200000" flipH="1" flipV="1">
            <a:off x="4725408" y="93853"/>
            <a:ext cx="732227" cy="4268266"/>
          </a:xfrm>
          <a:prstGeom prst="bentConnector3">
            <a:avLst>
              <a:gd name="adj1" fmla="val -31220"/>
            </a:avLst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CaixaDeTexto 296"/>
          <p:cNvSpPr txBox="1"/>
          <p:nvPr/>
        </p:nvSpPr>
        <p:spPr>
          <a:xfrm>
            <a:off x="4234477" y="1491630"/>
            <a:ext cx="155265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Abrir solicitação de mudança para correção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8" name="Conector reto 297"/>
          <p:cNvCxnSpPr/>
          <p:nvPr/>
        </p:nvCxnSpPr>
        <p:spPr>
          <a:xfrm flipV="1">
            <a:off x="6111241" y="2110947"/>
            <a:ext cx="900181" cy="1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CaixaDeTexto 298"/>
          <p:cNvSpPr txBox="1"/>
          <p:nvPr/>
        </p:nvSpPr>
        <p:spPr>
          <a:xfrm>
            <a:off x="5922150" y="1875479"/>
            <a:ext cx="11342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Abrir solicitação de mudança para correção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1" name="Picture 2" descr="E:\Users\mvmarque\AppData\Local\Microsoft\Windows\Temporary Internet Files\Content.IE5\MGXPCECG\icone-telefones-utei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096" y="3664652"/>
            <a:ext cx="305702" cy="30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2" name="CaixaDeTexto 301"/>
          <p:cNvSpPr txBox="1"/>
          <p:nvPr/>
        </p:nvSpPr>
        <p:spPr>
          <a:xfrm>
            <a:off x="6924762" y="3966905"/>
            <a:ext cx="6143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Conferência GMUD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3" name="Elipse 302"/>
          <p:cNvSpPr/>
          <p:nvPr/>
        </p:nvSpPr>
        <p:spPr>
          <a:xfrm>
            <a:off x="6867255" y="3550131"/>
            <a:ext cx="721598" cy="721598"/>
          </a:xfrm>
          <a:prstGeom prst="ellipse">
            <a:avLst/>
          </a:prstGeom>
          <a:solidFill>
            <a:schemeClr val="bg1">
              <a:lumMod val="50000"/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4" name="Conector reto 303"/>
          <p:cNvCxnSpPr/>
          <p:nvPr/>
        </p:nvCxnSpPr>
        <p:spPr>
          <a:xfrm flipV="1">
            <a:off x="7226490" y="2308478"/>
            <a:ext cx="9497" cy="1321826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CaixaDeTexto 304"/>
          <p:cNvSpPr txBox="1"/>
          <p:nvPr/>
        </p:nvSpPr>
        <p:spPr>
          <a:xfrm>
            <a:off x="6912260" y="4281940"/>
            <a:ext cx="64753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Discussão e aprovação das mudanças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6" name="Imagem 30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782" y="3696875"/>
            <a:ext cx="244504" cy="259859"/>
          </a:xfrm>
          <a:prstGeom prst="rect">
            <a:avLst/>
          </a:prstGeom>
        </p:spPr>
      </p:pic>
      <p:sp>
        <p:nvSpPr>
          <p:cNvPr id="307" name="CaixaDeTexto 306"/>
          <p:cNvSpPr txBox="1"/>
          <p:nvPr/>
        </p:nvSpPr>
        <p:spPr>
          <a:xfrm>
            <a:off x="8414810" y="3919920"/>
            <a:ext cx="7026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Agentes de Solução (Infra e Sistemas)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Conector reto 307"/>
          <p:cNvCxnSpPr/>
          <p:nvPr/>
        </p:nvCxnSpPr>
        <p:spPr>
          <a:xfrm flipV="1">
            <a:off x="7641609" y="3914627"/>
            <a:ext cx="935836" cy="865"/>
          </a:xfrm>
          <a:prstGeom prst="line">
            <a:avLst/>
          </a:prstGeom>
          <a:ln w="63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CaixaDeTexto 308"/>
          <p:cNvSpPr txBox="1"/>
          <p:nvPr/>
        </p:nvSpPr>
        <p:spPr>
          <a:xfrm>
            <a:off x="7641604" y="3696875"/>
            <a:ext cx="857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Executar as correções aprovadas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12" name="Conector reto 311"/>
          <p:cNvCxnSpPr/>
          <p:nvPr/>
        </p:nvCxnSpPr>
        <p:spPr>
          <a:xfrm>
            <a:off x="4752020" y="2285858"/>
            <a:ext cx="931921" cy="1352342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CaixaDeTexto 312"/>
          <p:cNvSpPr txBox="1"/>
          <p:nvPr/>
        </p:nvSpPr>
        <p:spPr>
          <a:xfrm rot="3305104">
            <a:off x="4932173" y="2874200"/>
            <a:ext cx="81815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Atualiza o problema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15" name="Conector reto 314"/>
          <p:cNvCxnSpPr/>
          <p:nvPr/>
        </p:nvCxnSpPr>
        <p:spPr>
          <a:xfrm>
            <a:off x="7442340" y="2276775"/>
            <a:ext cx="1135105" cy="1399088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CaixaDeTexto 316"/>
          <p:cNvSpPr txBox="1"/>
          <p:nvPr/>
        </p:nvSpPr>
        <p:spPr>
          <a:xfrm rot="3000908">
            <a:off x="7670076" y="2898426"/>
            <a:ext cx="101552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Atualiza status mudança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8" name="Imagem 31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397" y="1806665"/>
            <a:ext cx="244504" cy="259859"/>
          </a:xfrm>
          <a:prstGeom prst="rect">
            <a:avLst/>
          </a:prstGeom>
        </p:spPr>
      </p:pic>
      <p:sp>
        <p:nvSpPr>
          <p:cNvPr id="319" name="CaixaDeTexto 318"/>
          <p:cNvSpPr txBox="1"/>
          <p:nvPr/>
        </p:nvSpPr>
        <p:spPr>
          <a:xfrm>
            <a:off x="8397425" y="2029710"/>
            <a:ext cx="7026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b="1" i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Agentes de Solução (Infra e Sistemas)</a:t>
            </a:r>
            <a:endParaRPr lang="pt-BR" sz="500" b="1" i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21" name="Conector reto 320"/>
          <p:cNvCxnSpPr/>
          <p:nvPr/>
        </p:nvCxnSpPr>
        <p:spPr>
          <a:xfrm flipV="1">
            <a:off x="7407315" y="1989731"/>
            <a:ext cx="1161658" cy="2"/>
          </a:xfrm>
          <a:prstGeom prst="line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CaixaDeTexto 321"/>
          <p:cNvSpPr txBox="1"/>
          <p:nvPr/>
        </p:nvSpPr>
        <p:spPr>
          <a:xfrm>
            <a:off x="7452320" y="1740464"/>
            <a:ext cx="1170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Manutenção Preventiva, Evoluções, Projetos, Requisições 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23" name="Conector angulado 322"/>
          <p:cNvCxnSpPr>
            <a:stCxn id="318" idx="0"/>
          </p:cNvCxnSpPr>
          <p:nvPr/>
        </p:nvCxnSpPr>
        <p:spPr>
          <a:xfrm rot="16200000" flipH="1" flipV="1">
            <a:off x="4660250" y="-1347160"/>
            <a:ext cx="931575" cy="7239223"/>
          </a:xfrm>
          <a:prstGeom prst="bentConnector4">
            <a:avLst>
              <a:gd name="adj1" fmla="val -51642"/>
              <a:gd name="adj2" fmla="val 100426"/>
            </a:avLst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ector reto 330"/>
          <p:cNvCxnSpPr/>
          <p:nvPr/>
        </p:nvCxnSpPr>
        <p:spPr>
          <a:xfrm>
            <a:off x="1601670" y="1128713"/>
            <a:ext cx="0" cy="387663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CaixaDeTexto 347"/>
          <p:cNvSpPr txBox="1"/>
          <p:nvPr/>
        </p:nvSpPr>
        <p:spPr>
          <a:xfrm>
            <a:off x="4234477" y="1176595"/>
            <a:ext cx="155265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Requisições de serviço</a:t>
            </a:r>
            <a:endParaRPr lang="pt-BR" sz="500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2" name="Pentágono 127"/>
          <p:cNvSpPr>
            <a:spLocks noChangeArrowheads="1"/>
          </p:cNvSpPr>
          <p:nvPr/>
        </p:nvSpPr>
        <p:spPr bwMode="auto">
          <a:xfrm>
            <a:off x="4031939" y="817265"/>
            <a:ext cx="2557665" cy="314325"/>
          </a:xfrm>
          <a:prstGeom prst="homePlate">
            <a:avLst>
              <a:gd name="adj" fmla="val 20370"/>
            </a:avLst>
          </a:prstGeom>
          <a:solidFill>
            <a:schemeClr val="accent5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109" tIns="36520" rIns="10109" bIns="36520" anchor="ctr"/>
          <a:lstStyle/>
          <a:p>
            <a:pPr algn="ctr" defTabSz="913363"/>
            <a:r>
              <a:rPr lang="pt-BR" sz="1100" dirty="0" smtClean="0">
                <a:solidFill>
                  <a:prstClr val="white"/>
                </a:solidFill>
                <a:latin typeface="Gill Sans Std" pitchFamily="34" charset="0"/>
              </a:rPr>
              <a:t>PROBLEMA</a:t>
            </a:r>
            <a:endParaRPr lang="pt-BR" sz="1100" dirty="0">
              <a:solidFill>
                <a:prstClr val="white"/>
              </a:solidFill>
              <a:latin typeface="Gill Sans Std" pitchFamily="34" charset="0"/>
            </a:endParaRPr>
          </a:p>
        </p:txBody>
      </p:sp>
      <p:sp>
        <p:nvSpPr>
          <p:cNvPr id="353" name="Pentágono 127"/>
          <p:cNvSpPr>
            <a:spLocks noChangeArrowheads="1"/>
          </p:cNvSpPr>
          <p:nvPr/>
        </p:nvSpPr>
        <p:spPr bwMode="auto">
          <a:xfrm>
            <a:off x="6584081" y="817265"/>
            <a:ext cx="2488419" cy="314325"/>
          </a:xfrm>
          <a:prstGeom prst="homePlate">
            <a:avLst>
              <a:gd name="adj" fmla="val 20370"/>
            </a:avLst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109" tIns="36520" rIns="10109" bIns="36520" anchor="ctr"/>
          <a:lstStyle/>
          <a:p>
            <a:pPr algn="ctr" defTabSz="913363"/>
            <a:r>
              <a:rPr lang="pt-BR" sz="1100" dirty="0" smtClean="0">
                <a:solidFill>
                  <a:prstClr val="white"/>
                </a:solidFill>
                <a:latin typeface="Gill Sans Std" pitchFamily="34" charset="0"/>
              </a:rPr>
              <a:t>MUDANÇA</a:t>
            </a:r>
            <a:endParaRPr lang="pt-BR" sz="1100" dirty="0">
              <a:solidFill>
                <a:prstClr val="white"/>
              </a:solidFill>
              <a:latin typeface="Gill Sans Std" pitchFamily="34" charset="0"/>
            </a:endParaRPr>
          </a:p>
        </p:txBody>
      </p:sp>
      <p:cxnSp>
        <p:nvCxnSpPr>
          <p:cNvPr id="354" name="Conector angulado 353"/>
          <p:cNvCxnSpPr>
            <a:stCxn id="41986" idx="1"/>
            <a:endCxn id="116" idx="2"/>
          </p:cNvCxnSpPr>
          <p:nvPr/>
        </p:nvCxnSpPr>
        <p:spPr>
          <a:xfrm rot="10800000">
            <a:off x="248125" y="1660907"/>
            <a:ext cx="432709" cy="1084064"/>
          </a:xfrm>
          <a:prstGeom prst="bentConnector2">
            <a:avLst/>
          </a:prstGeom>
          <a:ln w="63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tângulo 349"/>
          <p:cNvSpPr/>
          <p:nvPr/>
        </p:nvSpPr>
        <p:spPr>
          <a:xfrm>
            <a:off x="0" y="5034414"/>
            <a:ext cx="9144000" cy="1090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8" name="Elipse 357"/>
          <p:cNvSpPr/>
          <p:nvPr/>
        </p:nvSpPr>
        <p:spPr>
          <a:xfrm>
            <a:off x="3771413" y="3373848"/>
            <a:ext cx="170517" cy="163304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 smtClean="0">
                <a:solidFill>
                  <a:prstClr val="white"/>
                </a:solidFill>
              </a:rPr>
              <a:t>1</a:t>
            </a:r>
            <a:endParaRPr lang="pt-BR" sz="800" b="1" dirty="0">
              <a:solidFill>
                <a:prstClr val="white"/>
              </a:solidFill>
            </a:endParaRPr>
          </a:p>
        </p:txBody>
      </p:sp>
      <p:sp>
        <p:nvSpPr>
          <p:cNvPr id="359" name="Elipse 358"/>
          <p:cNvSpPr/>
          <p:nvPr/>
        </p:nvSpPr>
        <p:spPr>
          <a:xfrm>
            <a:off x="5948508" y="3524059"/>
            <a:ext cx="170517" cy="163304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prstClr val="white"/>
                </a:solidFill>
              </a:rPr>
              <a:t>2</a:t>
            </a:r>
            <a:endParaRPr lang="pt-BR" sz="800" dirty="0">
              <a:solidFill>
                <a:prstClr val="white"/>
              </a:solidFill>
            </a:endParaRPr>
          </a:p>
        </p:txBody>
      </p:sp>
      <p:sp>
        <p:nvSpPr>
          <p:cNvPr id="360" name="Elipse 359"/>
          <p:cNvSpPr/>
          <p:nvPr/>
        </p:nvSpPr>
        <p:spPr>
          <a:xfrm>
            <a:off x="7357081" y="3526248"/>
            <a:ext cx="170517" cy="163304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 smtClean="0">
                <a:solidFill>
                  <a:prstClr val="white"/>
                </a:solidFill>
              </a:rPr>
              <a:t>3</a:t>
            </a:r>
            <a:endParaRPr lang="pt-BR" sz="8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63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/>
        </p:nvSpPr>
        <p:spPr>
          <a:xfrm>
            <a:off x="194374" y="3966905"/>
            <a:ext cx="8649960" cy="10693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194374" y="3016761"/>
            <a:ext cx="8649960" cy="9051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210964" y="2071652"/>
            <a:ext cx="8649960" cy="9051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38018" y="1041580"/>
            <a:ext cx="8649960" cy="9051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AutoShape 2" descr="data:image/jpeg;base64,/9j/4AAQSkZJRgABAQAAAQABAAD/2wCEAAkGBhQSERUUEhQVFRQVFBUUFRcWFBQVFRQUFBQVFRQUFBQXHCYeFxolGRUUHzAgIycpLCwsFR8xNTAqNSYrLCkBCQoKDgwOGg8PGCkcHBwpKSkpKSkqKSkpKSkpKSkpKSksKSksKSkpKSkpKSkpKSkpKSkpKSkpKSksKSksKSkpLP/AABEIAM0A9gMBIgACEQEDEQH/xAAcAAACAgMBAQAAAAAAAAAAAAAABQQGAQIDBwj/xABQEAABAwIDBAQJBgoHBwUAAAABAAIDBBEFEiEGEzFBIlFhcQcUMlKBkZKhsRZCYnKCwSMkMzRDRHODstEVU1SEs9LhY2STlKLT8BcldKPC/8QAGQEBAAMBAQAAAAAAAAAAAAAAAAECAwQF/8QAIxEBAQACAwEAAgIDAQAAAAAAAAECEQMSITEyQRNRQmFxBP/aAAwDAQACEQMRAD8A9xQhc5pcoug6IVHx3whOhdlZGx3e5w+CgweE+U8YYx9p6rcpFpja9GQqIPCI8/o2e05doNuJnfome05R3ielXVCo1Xt3OzhDGfS9LD4U5wbbiL2nqe0R0r0xC80d4UZ7aQRe29R3eFuoHGni9t/8k7Q616mheeYR4UHyOAkiY2/U533q9UdaJGghTtGklCEKUBCEIBCEIBCEIBCEIBCEIBCEIBCEIBCEIBCEIBV/avE90w9ysC888JNRZ1vohRfiYo1XU53klDAoO91TPDm5iFhW2JthlBmsrbhuGABLMNhsAnUE9lVvptWYU1wVVxDZ7XRW/wAZUacgptPVRH4eWqFU0/YrjWUwKSVlIolRcYrmWxuF6HsRj1xlcV5/VxlpUzAa/JID2rXGufKPc2uuFsoGEVWeMHsU9bMQhCEAhCEAhCEAhCEAhCEAhCEAhCEAhCEAhCEAvKvClVWny/RavVV434V3/jlv9mz4FVy+Jx+qY2S5VpwKHgqzQQ3cr7gdJYBY5Ojjnp1TR6KUyJZiLQFs6raqRuyWrk8pdi2MPYY2xRtkdIXAZpN21uRuY3OUk6X4BQ3YjV/2aH/mj/2lOjZjUJVUhYkrqo/oIR31LvuiUOWaqP6GAfv5D8IlGi1AxGnuEogdld6U3qW1VtWU4/eSH/8ACr1Tv2u1bEe57x8Wq8YZvZdia7NGArZdeVeDzFZRLHFJGwNkbIWuZI5xBjDSQWlo4h3G69UC3jnrN0XWbLBUoF0XQhAXRdZsiyDF0XQiyAui6zZCDF1q+UNBJIAHEkgAd5KW1tbI6TcQWDg0OkkcLiJriQ2zfnvOV1hwAFzyB1i2ZhveUGd/nTneey09Bv2WhB0n2npGeXUwN75ox966tx2nIuJ4SDwO9jsb9Ruu0eHRNaWtjYGkWIDGgEHkQBqubcGgHCGIfu2fyQd4KprxdjmuHW0hw9YXS6U1GytM7XctY7k+K8Lx2h8ZBuuuFUMsWZr5jMzTdl7RvW8bh722DxwsbA8b3QMkIQgF4/4VaYmqJHmM+BXsC8s8I5/Gj9RnwKpl8Xwm6peEx2NyrZS4kANFW3+Top+GUjnNWWUbYU1qcWNuKVvxl1+K2qMPclElK4FRJF7lTf8ApTNNBc8DL/hWTp9dpxVJex2+hA45nn/63A/EJrWwysbc3smkzIymxVcW4kSkschPFD5ip0jusHjIISHFG9JdGTmy4taXuSRTOrTsFGTVxDzKeV/tyRM+AXq7V5fgmzUM1VEyZgeBSSuAJcC076IBwLSCDxCuPyFpRwE4HUKurt6t6t456sF1lVzYtmRtVHme4RVkrGZ3vkLWZI3tbmeSSLO61Y1KAhCEAhCEAhCEAsFZQgQbOSXmrQ78oKrX9mYYjCR2ZNO8OT9J8UwEvkE8LzDUNblzgZmyMBvu5oyQHtuSRqHC5sRc35Mxapj0npi+3z6Zwkae3dPLXt7hmQPUJO3aZh/RVN+rxWa/8KyzaIONmwVRPbA5nvfYe9A3WMyVmqqX+RC2IedK8OI/dxk39sKRQ4duyXOc58j7ZnusNBezWtGjWi50HXrc6oJqEIQBXnO3lEXVBP0W/BejKpbVMG8v9ELPk+NuH8lFhoBbVNqCENWgYiN1isK6pEmpGiUTU1zwTXOuL3aqu1uqDRYG588LwBZjnl1zydG5ot19ItU7GqCtMeraMDsNQ4+8NsneEZRxU7EpWltleXxHX15EKapBt+APolH3lFFJPIwPEcJBvpvHtOji036B5hWeqgGf0pds/F+Ls75PdK9OynT1AFPUHgyAd8kh+DF0p6CqDhZsHtyn3ZFYYoNUwpKa7wrSqZYnOyGFTiUTz7kBsBhYIjIfKkD3Fwe0W8lo0J4K4lRcPjysA7FKJW8ctV/ZU/ha8dVa7309OR8VYVR/B3BVtmxDxo3HjZDDlDBJZovKB2s3Q006J7Vd7qUMoWMyygEIWLoMoWLrKAQhCAWLLKxdAWVbFcx+KBrHgllNMyRoPkP3sDmgjkbO9Sd1WKRRtzSSxtaNLue0C/VqeKq7fE/H3V0e9lmdC2A7qCWRlg4nPma2xdazePAILiFlJRtbTjy3SR/tIJ4wO9zmAe9MqPEYphmikZI3rY9rh62lBIQhCAVb2jgzP9AVkSrFYbm/YFXL4tjdVU6ujyhLgFZcSp+iqy91isMo6sMtt3OWY4L6qK6TVSKevaOKybbR6ipew6Ifijrarevq2FLHThStuuolzG64bPfkAPNkmae8TSf6LrCQuWzvkPHMVFQD370/cQpUt9N82VrnHg1pce5oufgu2BbPueGGSepzFrS7LKGWcQCbBrdBquWIx/i0pH9WfVpf3XVyoYAHacPuWmE8YZ5NmbKC2lTWD+8vPxW/yUHOprD/AHl4+Fk6j4LZdDlIvkmOVVWD+8vPxuj5K/73Wf8AHt8Gp6hBV8W2c3cEsjamszMike29VJa7WFwuOHEJ9hcpdDG52pdGxx7y0Ernjn5tPfhuZb+w5a7P38Vgvx3EV+/dtQTpHgAkkADUk6AAcSSkkc09V0o3biA+S7KHTSt5OaHjLE08QSHEjWwW21jvwLWHyZainif2skmYHtPYRdv2k6agX0GDCN2YyzyOtb8JK5zdf9mLMvpxsmKEIBCEIMFITH45LI19/F4nbvKCWiaUayF9tSxtw0N4E5r3sE+KRbJSjJMz57KupDxzBfM6RnrjfG70oJcGzVKxwcynha5pBa4RMDmkcwQLg9qZWWUIMWXGKija5z2sa1z7Z3BoDnWvbMQLm1zx613QgEIQgFHqo7qQkuKbXUkDzHNOxjwAS03LgDwJABsoozNT3BCpWLQ5XlWN23OH/wBspx3ytb/FZVLHtqKMu6NVTu7pWH4FZ5zxtx5euJF1zkpCoUW01Lf8vGO0kge0RZWCKPMFzWWOqXZBLTFRzSlWWfDkvfBYq3ZrtBgiIW+zg6dQ3qqCR3Pjid8SVKztBsSAeNiQDbrsVD2YwYU89RJnDhLICwB18rNSQRy6RPoaEnrHK+rtNhbnUcwa0ucYn5WtF3ONtABzKls2liaRmiq29ho6jT0taR70xwKpBanGVdMnjjyvpI3bGG2kdUe6jqv8iz8s4fMqf+Tqv+2noK1kJscoubGwNwCeQJ5K6hCNvKT5z3t1t04Khuo4i5ZZbR7eUJ/Wom/Xdu/47XS/wa1cz6WTfQuhtU1Ng51yS6eR7wNB0Q52UHnlPDRWwsB4i/eEFaxTbOgfBK3xuDpRyNtvWgm7CLalN9nHE0lOTxMEJPeY2qc6EHiB6gtgEEHG8KFTC+IuLc1i17fKjkY4Pjkb2tc1p9CVwbTuhAZXs3LhpvmgupZOWYSfor+bJa3InirGsOag4UtfHILxvY8dbHNcPWCu90qqNlaR5u6nhudcwja13ttsfeufyUpwLEPy9RnnLQO4vsgc5llfL+IbazR4vv6drWCGV0TI2eQ+MPLSHni7MNST2W4L6Ekx8/NaL9RJVblItjhcvh4kmJYG7feMUzxFMWhsgc0uinY3yWytBBDhc2e03FyNRolM22Tvot95965Hahx13hVf5I1/gzOG7SPj0q4JIrfpIwZ4D252DM37bR6V2+V1L/XNPcHH12Gi4bPbRCdzmHymjNccxexv7lJ2nx1tFSTVLhcRMLg29szuDW35XcQL9qvLubjLLG43VDdrKQ/rMPcZGh3sk3PqUqhxIS3LGvyi1nOY5jXX83NYnvtbVaYPXtqIIp2iwljbIARqMwBsbi+h09CnKVWUIQgFjIFlaPfZBznhaRqAe8A/FU3aWBoOjWjuaB9ytNRUKoY3UXKzz+NeP6rs46LurKfgVvg05EMV+O6jv7DVyxA2ik/Zv/hKg11HNJSsbTzbl+RmuUEEZAMt+Le8LDW3R8WI1Sjyaqv0WF1TI2NNXcgdLNC2Q35jOXAuHeFFwmkrGPc6aZro3OcchGZwv1P0DRwNtQo6/wC1u1/pOFJFLLO6WON+WRrG52NdYNiY6wzDTV5WzcBpnH83i9EbR8Ao2HEl03bO/wDhYPuVswXC+ZVpLapbJHfAdj6PTPSwnvYCrM3YPDz+qQehgC4wR5U3oqnkuiOWlzvB9QH9ViH1QWn1tIWo8HtB/Z2nvfI71XdorGEKyqu/+n9F/Uns/DT6d3T09C6bD/mEHHRrhqSTYPcALnUp6Uj2HP8A7fTHriBPeSSffdA9QhCAWCsqLiFc2JhcfQOsomTfkIsexyznMB0b28TzXmPhB8JMrKV1Mwm8hsXX6QZzbftPuFuad4nVklxPFxJPYvItuHXqbfRFvWVyY5XLN3cmEw4iBtSQQ7mvUNk9sXuiLXvJ3dg0k62Iva542XlZXtXgtkiFA2MRRvmkkke50kYcGMuGs4+UbAkDgtc5uOfhysu/rkyt3zssYL3Hk0X9J6lJqKKaJoL2OHvA7yOCuOH4XFA05AAXElxsASTry+C0ranonhZYa07bn2+OHg0jJmlceUYHpc4f5SrF4QcOZNhtUJBcNhklAuR04mOewm3GzgDbsULwfRMDZi0i5eNOYAGnouSmm3D7YbWH/dph64yPvXTx/i4OW7zpnhzrxRk8TGwnvyhSVzp2Wa0dQA9Qsui0ZBCEIBV7HKerLyYaqOJlhZpphI4Hmc5eOPVZWFJMZms63YFFTFZrY65gJFZE79pRgf4coVVmrKxzv1V3beZnu1t61YsZxC/RCWU8PNYZ5OnDApqjVua5pjpjmaW3Eso4gjgWdqZUzMrGtPFrWt9loH3Ls9qhVmIxxAGWRrAbgZja5HUs9tNaSXlR3suonyjpj+sRe2FNosZpL9KpgH7xqmY7LlI4YVg1W178kcD2uke8F8sjTZx0BAjIBAT/AAnEq17CW01NZskkf5zIOlE4scfyR0uF2btJQZC3xuEBzS0lslnAEEEgjUHXiluw2KxQU5ZPXwSPMjyLzR6NLyQ43t0nEl5+sByXRJpy5ZbOvGcQ/qKO3/yZ7/4NltFX4gDpT0vpqpfuhU6DFIXmzJonk8A2RjifQ0lSQpVYhxuut+YxntbWtt/1Rgj1Lf8ApquHHDwfqVkR9eZrVtS4qxr8hewO80uaHa88t7p619xp/NWVVig2tqZTJaged1I6J2WopzZ7Q0kdIt84Jzs7Qbmmijs4ZWDR5aXAm5IcWEtuCeRskXg6jqxFUGsjbG41UxFg4GS7zmkseDD0Q0dTb8wrddBlCxdZQYVDx/GM73A/McWgdVjZXxeVbWx7uqlHInMPtC/81jy706P/AD67FOIVQ1K82xmikrKxscDS55BA6rA6lx5Adat+I7x3RaNTp2m/IK3bG7FeKsdI+2+eOkeNm8cgPfxPMrDj8u3byyZY6UWj8HO4s6QB7+P0R3D+atuC/guxN8TlGt+SrFRXnOGMGZ55ch3nkoyt2Y4STw9rscDRqf8AzqC60OHSzDNJeJh4Ai73DrI+aPet8FwaOO0kvTl6zwb2NHLvTSprBZTMf3Vd/qItBGaKZr2vzMPReDocp4nTjbirHt66+G1NvnRWH2iB96o+I4h1cUzq9oRNhksTtHhsbR9Ju+jb69Vtx5T45ubD/J6OFlYCyt3KEIQgFVtqKjK49w+CtKpm1rSZrfRb8FTO6jTjm8lcipy911MdTWTOiorNW0lNdcrsIpIUnnH40weZDI4/bexrf4X+pWiogSKGmzVMxHzWwx+50h/jUxFd6BgLv9FYIogOAHqUTDsHIN7JpLFYLbCMM76k07rhZlp2u8prT3tB+IUakfqp+VXYq1tZg0ApJniGISNZdjhExr2vzNDS14FwbkKxvZYlKtr2/iUx80Nd7EjHfcnUjbk95RKtYbgcM8lU6WGKS9SWgvjY82ZDE21yL2Bum0GxFEPJp2x/snSQ37xG8XW+y0PQmPXV1N/RJl+DQn3BWipQzYilHkiZt+IbVVQB7xvFk7Gxj8nNVxfVqpnD1SFwTQzLeKYptBNLsq4AllZWNdY6mcPBNtCWvYWj0AJhs3WumpKeR/lvhjc7tcWAuOnbdS6k9B31XfAqpbObQTx0kDTh9S5rYYwHRvpn5gGAZsplBF+o6qRdF5/4RKT8NG4c2EH7J/1Tz5Yu/sFf/wAGL7pVV9tdonSbs+J1jbZh04o23vbh+EWfJ+LXhus4UYI1jJw6TgAbdjuR+Ks9ZiYtoQeqx4rz2qxV/wDZqgeiL/OogxCqfoyCW3XeK/o6a55ufHf5fac4pibnv3cWrjxPJvau+G4YItTq46k8yUow10kNz4rKT1l0IPadX6rNZtK8fq8w9MRHrD1Gq03LFklxQBKq7HLaX49qQS4rNYWgk6XA5ovhmXJuC1L+mYZew5ob+ovTVrPcPY3E6nVa4pUZIsw5SQm3XaeM29yQxz1LDZ1PNYcwAfg4rrPiJla1gjlDt5EdY3AWbI1xueFrApJqqZ2WPoukqmyMa9pu1wBHpXdef7EbRZDuXnoOPQJ+a48u4/HvV/C68cu0cGWPW6ZQhCsqFXsdo80mbsCsKh1sV1XObi+F1SVosFkMCJ4iFrGVyadu0aop7pZTbO1LJJHxy05EkmfLLDISOi1obnZIOAb5qsWVamQrfDHTDPPfkQWsrwLXoPZqv82iX1hr7/qT+wCoj993fBMMRxhkOUPLi598jGMdJI/LxysaOAuLk2AuNVC/pGpf5FE+3XNPDF/0tzlaMCqp2gqKcjewQuvlOWKpIkIdIyIODJI2gjO9oJvpdOqTadxaHGjq8pFw5jIpgQeBG7kJI7glmO4BUVjGtmpYOg8PaW1j2uFiC5t9x5LgLEd3UE3hxuSD85o5YmD58OWpiaBoLiLptA+pYIbQ9ocZE1LNE2CrbJJGWxh1JOA5xIt0g0hvebK4tg1XKgxGOaMSQvbIx3BzHBzTblcc+zipDXKyFbw+vqKcSMNDPJeed+dklLlcJJnvaQHSh3klvEKQdoZTxoKweind7xNYKdimOwwENe4mRwu2KNjpZXAcxGwF1u06dqgt2peTZmH1ztSLmOKJunWZJBp28FCHKk2tD81qStOV7o3WijcA9hs5t2ycipTdpwPKpa1o6/FnO90Zcfckuy9LVUTZWsop5GyTPlbvKunvG1xuIwM54X43uU8+VT2az0VXGObmsjqGjt/APc632VI51m18Qjf+DqmnI7KXUdUAXZTYXyHnbimmBMcylga4WcIYg4HiHBjcwPput8KxqGpZnglbI0Gzsp1afNe3i09hAKmOCDIKQ7bUWelJA1Y5rh67H3FOr2UHHXg00t/MKrlNyrY3WUeVyUpdpbvKkse0cNLcuakOl5DRKcS11Gh7Fy/Pj0pf7R8YxVrAbnU8hxPYq/HHJO4E9FvIKYcMObM+5J6+SZU1mKv/AFr+k3C8JawXdqe3kps1ZYJW/EO1LKvESFO2Z3FPcrrJCw8QPv8AWk1PWjrU2OrHWqoyMaWjaObuzXgvUcHrxLE1wN9AHfWA1uvJmVWiuPg6qy8zi+g3Zt2nMCfcPUteK+6c3NNza7IQhdTkC4SHVd1Gm8r1IIdbEFAYxMqk6KCs7jNtZndaYcVAxOtdG1oY3PJI7JG0nK3NYuLnu5MAaSSNdLDUqfkuouL4e9zGuisZYntlY1xs15Ac10Zd83MxzhfkbHkrK2uWE4IIyZHneTvFpJSLEjiGMb8yMaWaOq5udU5jhS3Ddo4JXbsOMcw8qGUbuZv2HeUO1twetMXPUqugss7xaNaujY1IRYlgRa51TSAR1ABLmjSOqAH5OZo0Lj82S2ZptxGiZjFWeK+Na7vc74D51izMG9+tkYnirYbMaM87wd1ENXE8MzvMjB4vOg79Fu3CGGk8VeSWGHcuINiejlLgeRvqiG+B4YYml8ljPLZ8zhzdbRjT5jBZrR1C/ElMsyr2E446N7aWsIE9rRScGVbR86Pql86PiL3FwdH5UjoFlct5Zc/GFAgYtsvFM7ejNDOBZs8JySi3AOPCRv0XgjsXPBMTl3jqapA38bQ9sjRaOoiJyiVrfmOB0czkSCCQQmFXiLIml0r2xtAvd7g0e9LcPk8YqG1DWubEyJ8cbnAtM28cxznBp1DBkFiQLkkjSxIOnBKsdB8Xlt5jvgmhK4VMYe1zT84FvrFlN+EeUCVcRxueXxWs7XMe5h4tJae8Gy0DiuOu6VxqZwTpy96hvJJt/wCWTLcLQ09hfmVnWvZAkFioE/SNgp9QFikpeahDjSxFnlC46+Nu9M4eF25fUujW2XF7Be4GvWFJay954L0fwcYUY6cyuGsrrj6jbhvrJcfUqVszgZqpww+SOlIfog8O88F7DFGGgBosALADgAOAC24sf25eXPzTdCELpc4UKoks70BTUrxM2d6Ag5TS3Wlgo+ZaF6qsl7wBYM6jNXRoUocq/DYqhuSaNkjeQe0Gx62ni09osoTNkohoyWrYOQZWTgDsAc4psFtdSFrcAcPJrawDqMsb/e+MlZOzrD5dRWP76qRg9UWVTyVgINcOw+KAEQsDcxu43LnvPW97iXO9JU5hXKNq6lyIcsQpI5ozHMxsjDa7XgOFxwOvA9o1CR/JWnb+T30XZFVVLB7O8ITiaRRg9Auds5HymqwesVtR97iPcusWzMZ8uesd31kw/gIU66w56hLpQbPUkTg9kLN5e+8cDJJfr3khLr+lOg+6VUzbpgzgpiGXFcnzgcVu4qJPTAqaPPttIgKkvbwkAJ+sNCkzCrZtjSjdg9Th77qoxusuTk8rr4/cTCOKwufUudQdL+pYikutK1yyaoIizFSY47LWILdx0SDV71xMi0e9S8AoxNUxRu8l0gB7hqR7relXk2zyr0nYTB9zTh5HTls89Yb8werX0qzLVo00Wy65NTTkt2EIQpQ//9k="/>
          <p:cNvSpPr>
            <a:spLocks noChangeAspect="1" noChangeArrowheads="1"/>
          </p:cNvSpPr>
          <p:nvPr/>
        </p:nvSpPr>
        <p:spPr bwMode="auto">
          <a:xfrm>
            <a:off x="35719" y="-91080"/>
            <a:ext cx="171450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/>
          <a:p>
            <a:endParaRPr lang="pt-BR">
              <a:solidFill>
                <a:prstClr val="black"/>
              </a:solidFill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38473707"/>
              </p:ext>
            </p:extLst>
          </p:nvPr>
        </p:nvGraphicFramePr>
        <p:xfrm>
          <a:off x="207172" y="726548"/>
          <a:ext cx="8820325" cy="315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anto dobrado 6"/>
          <p:cNvSpPr/>
          <p:nvPr/>
        </p:nvSpPr>
        <p:spPr>
          <a:xfrm>
            <a:off x="277018" y="1097501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Bom dia TD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4" name="Elipse 3"/>
          <p:cNvSpPr/>
          <p:nvPr/>
        </p:nvSpPr>
        <p:spPr>
          <a:xfrm>
            <a:off x="213881" y="1066038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1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32" name="Título 1"/>
          <p:cNvSpPr txBox="1">
            <a:spLocks/>
          </p:cNvSpPr>
          <p:nvPr/>
        </p:nvSpPr>
        <p:spPr>
          <a:xfrm>
            <a:off x="161514" y="6465"/>
            <a:ext cx="8461375" cy="857250"/>
          </a:xfrm>
          <a:prstGeom prst="rect">
            <a:avLst/>
          </a:prstGeom>
        </p:spPr>
        <p:txBody>
          <a:bodyPr vert="horz" lIns="91395" tIns="45697" rIns="91395" bIns="45697" rtlCol="0" anchor="t" anchorCtr="0">
            <a:noAutofit/>
          </a:bodyPr>
          <a:lstStyle>
            <a:lvl1pPr marL="177712" indent="-177712" algn="l" defTabSz="913947" rtl="0" eaLnBrk="1" latinLnBrk="0" hangingPunct="1">
              <a:spcBef>
                <a:spcPct val="0"/>
              </a:spcBef>
              <a:buNone/>
              <a:defRPr lang="pt-BR" sz="2800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ill Sans Std ExtraBold" pitchFamily="34" charset="0"/>
                <a:ea typeface="+mj-ea"/>
                <a:cs typeface="+mj-cs"/>
              </a:defRPr>
            </a:lvl1pPr>
          </a:lstStyle>
          <a:p>
            <a:r>
              <a:rPr lang="pt-BR" dirty="0" smtClean="0"/>
              <a:t>Rituais</a:t>
            </a:r>
          </a:p>
          <a:p>
            <a:r>
              <a:rPr lang="pt-BR" sz="1600" dirty="0" smtClean="0">
                <a:latin typeface="Gill Sans Std" pitchFamily="34" charset="0"/>
              </a:rPr>
              <a:t>GESTÃO DE PROCESSOS E PERFORMANCE</a:t>
            </a:r>
            <a:endParaRPr lang="pt-BR" dirty="0" smtClean="0"/>
          </a:p>
        </p:txBody>
      </p:sp>
      <p:pic>
        <p:nvPicPr>
          <p:cNvPr id="33" name="Picture 4" descr="E:\Users\br93163\Downloads\Icones\timer-8x.png"/>
          <p:cNvPicPr>
            <a:picLocks noChangeAspect="1" noChangeArrowheads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964" y="31638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anto dobrado 33"/>
          <p:cNvSpPr/>
          <p:nvPr/>
        </p:nvSpPr>
        <p:spPr>
          <a:xfrm>
            <a:off x="2014678" y="1097501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Bom dia TD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35" name="Canto dobrado 34"/>
          <p:cNvSpPr/>
          <p:nvPr/>
        </p:nvSpPr>
        <p:spPr>
          <a:xfrm>
            <a:off x="3752338" y="1097501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Bom dia TD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36" name="Canto dobrado 35"/>
          <p:cNvSpPr/>
          <p:nvPr/>
        </p:nvSpPr>
        <p:spPr>
          <a:xfrm>
            <a:off x="5489998" y="1097501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Bom dia TD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37" name="Canto dobrado 36"/>
          <p:cNvSpPr/>
          <p:nvPr/>
        </p:nvSpPr>
        <p:spPr>
          <a:xfrm>
            <a:off x="7227659" y="1097501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Bom dia TD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38" name="Canto dobrado 37"/>
          <p:cNvSpPr/>
          <p:nvPr/>
        </p:nvSpPr>
        <p:spPr>
          <a:xfrm>
            <a:off x="2014678" y="2134775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GPROB</a:t>
            </a:r>
          </a:p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(tarde)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39" name="Canto dobrado 38"/>
          <p:cNvSpPr/>
          <p:nvPr/>
        </p:nvSpPr>
        <p:spPr>
          <a:xfrm>
            <a:off x="5489998" y="3067073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GMUD</a:t>
            </a:r>
          </a:p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(Tarde)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1928463" y="2071652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2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40" name="Elipse 39"/>
          <p:cNvSpPr/>
          <p:nvPr/>
        </p:nvSpPr>
        <p:spPr>
          <a:xfrm>
            <a:off x="5354518" y="2955328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prstClr val="white"/>
                </a:solidFill>
              </a:rPr>
              <a:t>3</a:t>
            </a:r>
            <a:endParaRPr lang="pt-BR" b="1" dirty="0">
              <a:solidFill>
                <a:prstClr val="white"/>
              </a:solidFill>
            </a:endParaRPr>
          </a:p>
        </p:txBody>
      </p:sp>
      <p:sp>
        <p:nvSpPr>
          <p:cNvPr id="41" name="Canto dobrado 40"/>
          <p:cNvSpPr/>
          <p:nvPr/>
        </p:nvSpPr>
        <p:spPr>
          <a:xfrm>
            <a:off x="241152" y="4112155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Comitê Não Planejadas </a:t>
            </a:r>
          </a:p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(tarde)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42" name="Canto dobrado 41"/>
          <p:cNvSpPr/>
          <p:nvPr/>
        </p:nvSpPr>
        <p:spPr>
          <a:xfrm>
            <a:off x="3725854" y="4112155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Comitê Não Planejadas </a:t>
            </a:r>
          </a:p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(tarde)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43" name="Canto dobrado 42"/>
          <p:cNvSpPr/>
          <p:nvPr/>
        </p:nvSpPr>
        <p:spPr>
          <a:xfrm>
            <a:off x="7182290" y="4112155"/>
            <a:ext cx="1620180" cy="778896"/>
          </a:xfrm>
          <a:prstGeom prst="foldedCorner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Comitê Não Planejadas </a:t>
            </a:r>
          </a:p>
          <a:p>
            <a:pPr algn="ctr"/>
            <a:r>
              <a:rPr lang="pt-BR" sz="1400" b="1" dirty="0" smtClean="0">
                <a:solidFill>
                  <a:schemeClr val="tx1"/>
                </a:solidFill>
                <a:latin typeface="Gill Sans Std" pitchFamily="34" charset="0"/>
              </a:rPr>
              <a:t>(tarde)</a:t>
            </a:r>
            <a:endParaRPr lang="pt-BR" sz="1400" b="1" dirty="0">
              <a:solidFill>
                <a:schemeClr val="tx1"/>
              </a:solidFill>
              <a:latin typeface="Gill Sans Std" pitchFamily="34" charset="0"/>
            </a:endParaRPr>
          </a:p>
        </p:txBody>
      </p:sp>
      <p:sp>
        <p:nvSpPr>
          <p:cNvPr id="44" name="Elipse 43"/>
          <p:cNvSpPr/>
          <p:nvPr/>
        </p:nvSpPr>
        <p:spPr>
          <a:xfrm>
            <a:off x="129571" y="3966905"/>
            <a:ext cx="360040" cy="344810"/>
          </a:xfrm>
          <a:prstGeom prst="ellipse">
            <a:avLst/>
          </a:prstGeom>
          <a:solidFill>
            <a:srgbClr val="99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prstClr val="white"/>
                </a:solidFill>
              </a:rPr>
              <a:t>4</a:t>
            </a:r>
            <a:endParaRPr lang="pt-BR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96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atura">
      <a:majorFont>
        <a:latin typeface="Gill Sans Std"/>
        <a:ea typeface=""/>
        <a:cs typeface=""/>
      </a:majorFont>
      <a:minorFont>
        <a:latin typeface="Gill Sans Std Light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Tema básic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3A2EC61DF9EEB4DBED50DB1C14CAEF6" ma:contentTypeVersion="0" ma:contentTypeDescription="Crie um novo documento." ma:contentTypeScope="" ma:versionID="22c9333760dc6f143f2655053987a0d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D834E7-7D64-4FC6-98ED-F5F4667D1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4C2B2B5-AD13-4E80-B127-BC28A03B9F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C355B3-1FBB-4352-B214-E128B659DB7C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34152</TotalTime>
  <Words>220</Words>
  <Application>Microsoft Office PowerPoint</Application>
  <PresentationFormat>Apresentação na tela (16:9)</PresentationFormat>
  <Paragraphs>80</Paragraphs>
  <Slides>3</Slides>
  <Notes>2</Notes>
  <HiddenSlides>0</HiddenSlides>
  <MMClips>0</MMClips>
  <ScaleCrop>false</ScaleCrop>
  <HeadingPairs>
    <vt:vector size="6" baseType="variant">
      <vt:variant>
        <vt:lpstr>Tema</vt:lpstr>
      </vt:variant>
      <vt:variant>
        <vt:i4>4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Tema do Office</vt:lpstr>
      <vt:lpstr>4_Custom Design</vt:lpstr>
      <vt:lpstr>Title &amp; Subtitle</vt:lpstr>
      <vt:lpstr>1_Tema básico</vt:lpstr>
      <vt:lpstr>think-cell Slide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Governança TD</dc:creator>
  <cp:keywords>Natura Cosméticos</cp:keywords>
  <cp:lastModifiedBy>mvmarque</cp:lastModifiedBy>
  <cp:revision>776</cp:revision>
  <cp:lastPrinted>2015-03-24T18:31:58Z</cp:lastPrinted>
  <dcterms:created xsi:type="dcterms:W3CDTF">2014-04-23T18:57:10Z</dcterms:created>
  <dcterms:modified xsi:type="dcterms:W3CDTF">2015-06-03T19:24:22Z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0x010100C3A2EC61DF9EEB4DBED50DB1C14CAEF6</vt:lpwstr>
  </property>
</Properties>
</file>